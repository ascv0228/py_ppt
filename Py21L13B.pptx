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1005" r:id="rId2"/>
    <p:sldId id="1006" r:id="rId3"/>
    <p:sldId id="995" r:id="rId4"/>
    <p:sldId id="996" r:id="rId5"/>
    <p:sldId id="997" r:id="rId6"/>
    <p:sldId id="998" r:id="rId7"/>
    <p:sldId id="999" r:id="rId8"/>
    <p:sldId id="1000" r:id="rId9"/>
    <p:sldId id="1001" r:id="rId10"/>
    <p:sldId id="1002" r:id="rId11"/>
    <p:sldId id="1003" r:id="rId12"/>
    <p:sldId id="1004" r:id="rId13"/>
    <p:sldId id="969" r:id="rId14"/>
    <p:sldId id="1019" r:id="rId15"/>
    <p:sldId id="970" r:id="rId16"/>
    <p:sldId id="972" r:id="rId17"/>
    <p:sldId id="973" r:id="rId18"/>
    <p:sldId id="974" r:id="rId19"/>
    <p:sldId id="1028" r:id="rId20"/>
    <p:sldId id="976" r:id="rId21"/>
    <p:sldId id="977" r:id="rId22"/>
    <p:sldId id="978" r:id="rId23"/>
    <p:sldId id="979" r:id="rId24"/>
    <p:sldId id="980" r:id="rId25"/>
    <p:sldId id="981" r:id="rId26"/>
    <p:sldId id="982" r:id="rId27"/>
    <p:sldId id="983" r:id="rId28"/>
    <p:sldId id="984" r:id="rId29"/>
    <p:sldId id="985" r:id="rId30"/>
    <p:sldId id="986" r:id="rId31"/>
    <p:sldId id="987" r:id="rId32"/>
    <p:sldId id="988" r:id="rId33"/>
    <p:sldId id="989" r:id="rId34"/>
    <p:sldId id="990" r:id="rId35"/>
    <p:sldId id="991" r:id="rId36"/>
    <p:sldId id="992" r:id="rId37"/>
    <p:sldId id="993" r:id="rId38"/>
    <p:sldId id="994" r:id="rId39"/>
    <p:sldId id="1007" r:id="rId40"/>
    <p:sldId id="1008" r:id="rId41"/>
    <p:sldId id="1009" r:id="rId42"/>
    <p:sldId id="1010" r:id="rId43"/>
    <p:sldId id="1011" r:id="rId44"/>
    <p:sldId id="1012" r:id="rId45"/>
    <p:sldId id="1013" r:id="rId46"/>
    <p:sldId id="1014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8814"/>
    <a:srgbClr val="E0CC12"/>
    <a:srgbClr val="A6A6A6"/>
    <a:srgbClr val="686868"/>
    <a:srgbClr val="FFE600"/>
    <a:srgbClr val="BFBFBF"/>
    <a:srgbClr val="F2A700"/>
    <a:srgbClr val="009999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2" autoAdjust="0"/>
    <p:restoredTop sz="94103" autoAdjust="0"/>
  </p:normalViewPr>
  <p:slideViewPr>
    <p:cSldViewPr>
      <p:cViewPr varScale="1">
        <p:scale>
          <a:sx n="67" d="100"/>
          <a:sy n="67" d="100"/>
        </p:scale>
        <p:origin x="69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202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81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809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9BFE112-C377-4BCE-B81D-05CA901F435B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578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9BFE112-C377-4BCE-B81D-05CA901F435B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6917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A9FA42C-6CD1-4F7F-A094-B3037CF884E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3991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76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17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80711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srgbClr val="000000"/>
                </a:solidFill>
              </a:rPr>
              <a:pPr eaLnBrk="1" hangingPunct="1"/>
              <a:t>18</a:t>
            </a:fld>
            <a:endParaRPr lang="en-GB" altLang="en-US" sz="1200" smtClean="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7012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2" Type="http://schemas.microsoft.com/office/2007/relationships/media" Target="../media/media20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media23.m4a"/><Relationship Id="rId2" Type="http://schemas.microsoft.com/office/2007/relationships/media" Target="../media/media23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media24.m4a"/><Relationship Id="rId2" Type="http://schemas.microsoft.com/office/2007/relationships/media" Target="../media/media24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5.m4a"/><Relationship Id="rId2" Type="http://schemas.microsoft.com/office/2007/relationships/media" Target="../media/media25.m4a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6.m4a"/><Relationship Id="rId2" Type="http://schemas.microsoft.com/office/2007/relationships/media" Target="../media/media26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media27.m4a"/><Relationship Id="rId2" Type="http://schemas.microsoft.com/office/2007/relationships/media" Target="../media/media27.m4a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media28.m4a"/><Relationship Id="rId2" Type="http://schemas.microsoft.com/office/2007/relationships/media" Target="../media/media28.m4a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9.m4a"/><Relationship Id="rId2" Type="http://schemas.microsoft.com/office/2007/relationships/media" Target="../media/media29.m4a"/><Relationship Id="rId1" Type="http://schemas.openxmlformats.org/officeDocument/2006/relationships/tags" Target="../tags/tag1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media32.m4a"/><Relationship Id="rId2" Type="http://schemas.microsoft.com/office/2007/relationships/media" Target="../media/media32.m4a"/><Relationship Id="rId1" Type="http://schemas.openxmlformats.org/officeDocument/2006/relationships/tags" Target="../tags/tag1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5.m4a"/><Relationship Id="rId1" Type="http://schemas.microsoft.com/office/2007/relationships/media" Target="../media/media35.m4a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6.m4a"/><Relationship Id="rId1" Type="http://schemas.microsoft.com/office/2007/relationships/media" Target="../media/media36.m4a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8.m4a"/><Relationship Id="rId1" Type="http://schemas.microsoft.com/office/2007/relationships/media" Target="../media/media3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Three Types of Methods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 smtClean="0">
                <a:solidFill>
                  <a:schemeClr val="tx1"/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tx1"/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chemeClr val="tx1"/>
                </a:solidFill>
              </a:rPr>
              <a:t>Methods belonging to a class,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not its 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 smtClean="0">
                <a:solidFill>
                  <a:schemeClr val="tx1"/>
                </a:solidFill>
              </a:rPr>
              <a:t>These </a:t>
            </a:r>
            <a:r>
              <a:rPr lang="en-US" altLang="en-US" sz="3000" dirty="0">
                <a:solidFill>
                  <a:schemeClr val="tx1"/>
                </a:solidFill>
              </a:rPr>
              <a:t>use </a:t>
            </a:r>
            <a:r>
              <a:rPr lang="en-US" altLang="en-US" sz="3000" dirty="0" err="1">
                <a:solidFill>
                  <a:schemeClr val="tx1"/>
                </a:solidFill>
              </a:rPr>
              <a:t>staticmethod</a:t>
            </a:r>
            <a:r>
              <a:rPr lang="en-US" altLang="en-US" sz="3000" dirty="0">
                <a:solidFill>
                  <a:schemeClr val="tx1"/>
                </a:solidFill>
              </a:rPr>
              <a:t>() or </a:t>
            </a:r>
            <a:r>
              <a:rPr lang="en-US" altLang="en-US" sz="3000" dirty="0" err="1">
                <a:solidFill>
                  <a:schemeClr val="tx1"/>
                </a:solidFill>
              </a:rPr>
              <a:t>classmethod</a:t>
            </a:r>
            <a:r>
              <a:rPr lang="en-US" altLang="en-US" sz="3000" dirty="0">
                <a:solidFill>
                  <a:schemeClr val="tx1"/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 smtClean="0">
                <a:solidFill>
                  <a:schemeClr val="tx1"/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tx1"/>
                </a:solidFill>
              </a:rPr>
              <a:t>These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have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specific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names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that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Python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We already learned the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constructor,</a:t>
            </a:r>
            <a:r>
              <a:rPr lang="en-US" altLang="en-US" sz="28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chemeClr val="tx1"/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tx1"/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tx1"/>
                </a:solidFill>
              </a:rPr>
              <a:t>These indirect methods all begin their names with “__” (but they are not the only things to do so).</a:t>
            </a:r>
            <a:endParaRPr lang="en-US" altLang="en-US" sz="3200" dirty="0" smtClean="0">
              <a:solidFill>
                <a:schemeClr val="tx1"/>
              </a:solidFill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34" spc="-9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</a:t>
            </a:r>
            <a:r>
              <a:rPr lang="en-US" sz="2434" spc="-94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12</a:t>
            </a: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</a:t>
            </a:r>
            <a:r>
              <a:rPr lang="en-US" sz="2434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#49</a:t>
            </a:r>
            <a:endParaRPr lang="en-US" sz="284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81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42942">
        <p14:ripple/>
      </p:transition>
    </mc:Choice>
    <mc:Fallback>
      <p:transition spd="slow" advTm="4294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31" x="4451350" y="3740150"/>
          <p14:tracePt t="1143" x="4451350" y="3727450"/>
          <p14:tracePt t="1153" x="4451350" y="3721100"/>
          <p14:tracePt t="1160" x="4445000" y="3714750"/>
          <p14:tracePt t="1181" x="4445000" y="3708400"/>
          <p14:tracePt t="1251" x="4445000" y="3702050"/>
          <p14:tracePt t="1350" x="4445000" y="3689350"/>
          <p14:tracePt t="1364" x="4445000" y="3683000"/>
          <p14:tracePt t="1385" x="4445000" y="3670300"/>
          <p14:tracePt t="1399" x="4445000" y="3663950"/>
          <p14:tracePt t="1413" x="4445000" y="3657600"/>
          <p14:tracePt t="1434" x="4445000" y="3644900"/>
          <p14:tracePt t="1442" x="4445000" y="3625850"/>
          <p14:tracePt t="1455" x="4445000" y="3575050"/>
          <p14:tracePt t="1472" x="4445000" y="3543300"/>
          <p14:tracePt t="1489" x="4438650" y="3454400"/>
          <p14:tracePt t="1505" x="4432300" y="3371850"/>
          <p14:tracePt t="1522" x="4419600" y="3321050"/>
          <p14:tracePt t="1539" x="4406900" y="3238500"/>
          <p14:tracePt t="1555" x="4381500" y="3162300"/>
          <p14:tracePt t="1571" x="4368800" y="3124200"/>
          <p14:tracePt t="1588" x="4330700" y="3048000"/>
          <p14:tracePt t="1605" x="4279900" y="2965450"/>
          <p14:tracePt t="1621" x="4248150" y="2921000"/>
          <p14:tracePt t="1638" x="4197350" y="2832100"/>
          <p14:tracePt t="1655" x="4133850" y="2730500"/>
          <p14:tracePt t="1672" x="4083050" y="2654300"/>
          <p14:tracePt t="1687" x="4044950" y="2622550"/>
          <p14:tracePt t="1704" x="4006850" y="2565400"/>
          <p14:tracePt t="1722" x="3975100" y="2540000"/>
          <p14:tracePt t="1738" x="3949700" y="2527300"/>
          <p14:tracePt t="1754" x="3937000" y="2508250"/>
          <p14:tracePt t="1771" x="3873500" y="2476500"/>
          <p14:tracePt t="1787" x="3841750" y="2457450"/>
          <p14:tracePt t="1805" x="3803650" y="2444750"/>
          <p14:tracePt t="1821" x="3727450" y="2413000"/>
          <p14:tracePt t="1838" x="3638550" y="2368550"/>
          <p14:tracePt t="1855" x="3575050" y="2324100"/>
          <p14:tracePt t="1871" x="3530600" y="2311400"/>
          <p14:tracePt t="1887" x="3454400" y="2254250"/>
          <p14:tracePt t="1904" x="3378200" y="2216150"/>
          <p14:tracePt t="1920" x="3346450" y="2190750"/>
          <p14:tracePt t="1937" x="3270250" y="2146300"/>
          <p14:tracePt t="1954" x="3206750" y="2120900"/>
          <p14:tracePt t="1970" x="3181350" y="2114550"/>
          <p14:tracePt t="1987" x="3105150" y="2101850"/>
          <p14:tracePt t="2003" x="3041650" y="2095500"/>
          <p14:tracePt t="2020" x="3009900" y="2082800"/>
          <p14:tracePt t="2037" x="2952750" y="2076450"/>
          <p14:tracePt t="2053" x="2882900" y="2063750"/>
          <p14:tracePt t="2070" x="2851150" y="2057400"/>
          <p14:tracePt t="2087" x="2794000" y="2038350"/>
          <p14:tracePt t="2103" x="2762250" y="2032000"/>
          <p14:tracePt t="2120" x="2705100" y="2019300"/>
          <p14:tracePt t="2136" x="2641600" y="2006600"/>
          <p14:tracePt t="2153" x="2616200" y="1993900"/>
          <p14:tracePt t="2170" x="2571750" y="1981200"/>
          <p14:tracePt t="2186" x="2552700" y="1968500"/>
          <p14:tracePt t="2203" x="2540000" y="1968500"/>
          <p14:tracePt t="2220" x="2533650" y="1974850"/>
          <p14:tracePt t="2236" x="2540000" y="2006600"/>
          <p14:tracePt t="2687" x="2546350" y="2012950"/>
          <p14:tracePt t="2708" x="2546350" y="2019300"/>
          <p14:tracePt t="2848" x="2546350" y="2012950"/>
          <p14:tracePt t="2883" x="2552700" y="2012950"/>
          <p14:tracePt t="2897" x="2559050" y="2006600"/>
          <p14:tracePt t="2904" x="2565400" y="2000250"/>
          <p14:tracePt t="2920" x="2571750" y="2000250"/>
          <p14:tracePt t="2933" x="2597150" y="1981200"/>
          <p14:tracePt t="2950" x="2609850" y="1974850"/>
          <p14:tracePt t="2967" x="2660650" y="1955800"/>
          <p14:tracePt t="2984" x="2679700" y="1949450"/>
          <p14:tracePt t="3001" x="2730500" y="1924050"/>
          <p14:tracePt t="3017" x="2774950" y="1911350"/>
          <p14:tracePt t="3033" x="2787650" y="1905000"/>
          <p14:tracePt t="3050" x="2800350" y="1898650"/>
          <p14:tracePt t="3066" x="2806700" y="1898650"/>
          <p14:tracePt t="3083" x="2813050" y="1898650"/>
          <p14:tracePt t="3129" x="2819400" y="1898650"/>
          <p14:tracePt t="3690" x="2825750" y="1892300"/>
          <p14:tracePt t="3696" x="2825750" y="1885950"/>
          <p14:tracePt t="3704" x="2832100" y="1879600"/>
          <p14:tracePt t="3718" x="2832100" y="1866900"/>
          <p14:tracePt t="3731" x="2838450" y="1854200"/>
          <p14:tracePt t="3748" x="2844800" y="1797050"/>
          <p14:tracePt t="3764" x="2844800" y="1752600"/>
          <p14:tracePt t="3781" x="2851150" y="1625600"/>
          <p14:tracePt t="3797" x="2838450" y="1460500"/>
          <p14:tracePt t="3814" x="2819400" y="1377950"/>
          <p14:tracePt t="3830" x="2768600" y="1219200"/>
          <p14:tracePt t="3847" x="2692400" y="1092200"/>
          <p14:tracePt t="3864" x="2654300" y="1022350"/>
          <p14:tracePt t="3880" x="2584450" y="946150"/>
          <p14:tracePt t="3897" x="2540000" y="908050"/>
          <p14:tracePt t="3914" x="2432050" y="857250"/>
          <p14:tracePt t="3930" x="2419350" y="857250"/>
          <p14:tracePt t="3947" x="2387600" y="857250"/>
          <p14:tracePt t="3964" x="2355850" y="857250"/>
          <p14:tracePt t="3980" x="2311400" y="895350"/>
          <p14:tracePt t="3997" x="2298700" y="939800"/>
          <p14:tracePt t="4013" x="2286000" y="1092200"/>
          <p14:tracePt t="4030" x="2349500" y="1390650"/>
          <p14:tracePt t="4047" x="2425700" y="1625600"/>
          <p14:tracePt t="4063" x="2679700" y="2286000"/>
          <p14:tracePt t="4080" x="3117850" y="2952750"/>
          <p14:tracePt t="4097" x="3416300" y="3321050"/>
          <p14:tracePt t="4113" x="4191000" y="4057650"/>
          <p14:tracePt t="4130" x="4711700" y="4483100"/>
          <p14:tracePt t="4146" x="6521450" y="5822950"/>
          <p14:tracePt t="4163" x="6991350" y="6172200"/>
          <p14:tracePt t="4179" x="7359650" y="6445250"/>
          <p14:tracePt t="4196" x="8064500" y="6851650"/>
          <p14:tracePt t="4212" x="8223250" y="6851650"/>
          <p14:tracePt t="4230" x="8432800" y="6807200"/>
          <p14:tracePt t="4246" x="8502650" y="6750050"/>
          <p14:tracePt t="4262" x="8591550" y="6496050"/>
          <p14:tracePt t="4280" x="8515350" y="5975350"/>
          <p14:tracePt t="4295" x="8413750" y="5562600"/>
          <p14:tracePt t="4312" x="8235950" y="5048250"/>
          <p14:tracePt t="4329" x="7696200" y="3886200"/>
          <p14:tracePt t="4345" x="7118350" y="3060700"/>
          <p14:tracePt t="4362" x="6858000" y="2762250"/>
          <p14:tracePt t="4378" x="6337300" y="2406650"/>
          <p14:tracePt t="4395" x="5772150" y="2266950"/>
          <p14:tracePt t="4413" x="5295900" y="2235200"/>
          <p14:tracePt t="4428" x="5016500" y="2273300"/>
          <p14:tracePt t="4445" x="4572000" y="2419350"/>
          <p14:tracePt t="4462" x="4324350" y="2552700"/>
          <p14:tracePt t="4478" x="4178300" y="2743200"/>
          <p14:tracePt t="4495" x="4121150" y="2851150"/>
          <p14:tracePt t="4512" x="4025900" y="3098800"/>
          <p14:tracePt t="4528" x="3994150" y="3232150"/>
          <p14:tracePt t="4545" x="3956050" y="3695700"/>
          <p14:tracePt t="4561" x="3975100" y="3867150"/>
          <p14:tracePt t="4578" x="4051300" y="4102100"/>
          <p14:tracePt t="4582" x="4133850" y="4298950"/>
          <p14:tracePt t="4595" x="4254500" y="4521200"/>
          <p14:tracePt t="4611" x="4565650" y="4864100"/>
          <p14:tracePt t="4628" x="4819650" y="5022850"/>
          <p14:tracePt t="4644" x="5314950" y="5175250"/>
          <p14:tracePt t="4661" x="5797550" y="5200650"/>
          <p14:tracePt t="4678" x="6019800" y="5181600"/>
          <p14:tracePt t="4694" x="6318250" y="5073650"/>
          <p14:tracePt t="4711" x="6553200" y="4876800"/>
          <p14:tracePt t="4728" x="6629400" y="4743450"/>
          <p14:tracePt t="4744" x="6686550" y="4565650"/>
          <p14:tracePt t="4761" x="6654800" y="3873500"/>
          <p14:tracePt t="4778" x="6235700" y="2705100"/>
          <p14:tracePt t="4794" x="5924550" y="2216150"/>
          <p14:tracePt t="4811" x="5575300" y="1771650"/>
          <p14:tracePt t="4827" x="4438650" y="825500"/>
          <p14:tracePt t="4843" x="4064000" y="641350"/>
          <p14:tracePt t="4861" x="3416300" y="463550"/>
          <p14:tracePt t="4877" x="2990850" y="431800"/>
          <p14:tracePt t="4894" x="2724150" y="469900"/>
          <p14:tracePt t="4911" x="2559050" y="558800"/>
          <p14:tracePt t="4927" x="2489200" y="622300"/>
          <p14:tracePt t="4943" x="2400300" y="774700"/>
          <p14:tracePt t="4960" x="2349500" y="933450"/>
          <p14:tracePt t="4977" x="2336800" y="996950"/>
          <p14:tracePt t="4994" x="2368550" y="1149350"/>
          <p14:tracePt t="5009" x="2387600" y="1162050"/>
          <p14:tracePt t="5470" x="2343150" y="1149350"/>
          <p14:tracePt t="5477" x="2292350" y="1149350"/>
          <p14:tracePt t="5491" x="2254250" y="1149350"/>
          <p14:tracePt t="5498" x="2209800" y="1143000"/>
          <p14:tracePt t="5512" x="2190750" y="1143000"/>
          <p14:tracePt t="5524" x="2171700" y="1143000"/>
          <p14:tracePt t="5541" x="2146300" y="1136650"/>
          <p14:tracePt t="5558" x="2139950" y="1130300"/>
          <p14:tracePt t="5575" x="2133600" y="1130300"/>
          <p14:tracePt t="5610" x="2133600" y="1117600"/>
          <p14:tracePt t="5750" x="2139950" y="1117600"/>
          <p14:tracePt t="5793" x="2146300" y="1117600"/>
          <p14:tracePt t="5799" x="2152650" y="1117600"/>
          <p14:tracePt t="5814" x="2165350" y="1117600"/>
          <p14:tracePt t="5823" x="2171700" y="1117600"/>
          <p14:tracePt t="5843" x="2184400" y="1117600"/>
          <p14:tracePt t="5856" x="2197100" y="1111250"/>
          <p14:tracePt t="5873" x="2254250" y="1098550"/>
          <p14:tracePt t="5892" x="2324100" y="1092200"/>
          <p14:tracePt t="5907" x="2368550" y="1085850"/>
          <p14:tracePt t="5923" x="2482850" y="1054100"/>
          <p14:tracePt t="5940" x="2622550" y="1016000"/>
          <p14:tracePt t="5956" x="2698750" y="996950"/>
          <p14:tracePt t="5973" x="2832100" y="958850"/>
          <p14:tracePt t="5990" x="2965450" y="920750"/>
          <p14:tracePt t="6007" x="3009900" y="908050"/>
          <p14:tracePt t="6024" x="3117850" y="869950"/>
          <p14:tracePt t="6039" x="3200400" y="844550"/>
          <p14:tracePt t="6056" x="3232150" y="838200"/>
          <p14:tracePt t="6073" x="3289300" y="819150"/>
          <p14:tracePt t="6090" x="3314700" y="806450"/>
          <p14:tracePt t="6109" x="3365500" y="793750"/>
          <p14:tracePt t="6125" x="3378200" y="787400"/>
          <p14:tracePt t="6139" x="3397250" y="781050"/>
          <p14:tracePt t="6156" x="3422650" y="774700"/>
          <p14:tracePt t="6172" x="3454400" y="762000"/>
          <p14:tracePt t="6189" x="3460750" y="755650"/>
          <p14:tracePt t="6206" x="3486150" y="749300"/>
          <p14:tracePt t="6223" x="3505200" y="749300"/>
          <p14:tracePt t="6239" x="3517900" y="749300"/>
          <p14:tracePt t="6256" x="3536950" y="749300"/>
          <p14:tracePt t="6272" x="3562350" y="749300"/>
          <p14:tracePt t="6289" x="3581400" y="749300"/>
          <p14:tracePt t="6306" x="3625850" y="749300"/>
          <p14:tracePt t="6323" x="3663950" y="749300"/>
          <p14:tracePt t="6340" x="3721100" y="749300"/>
          <p14:tracePt t="6355" x="3740150" y="749300"/>
          <p14:tracePt t="6372" x="3784600" y="736600"/>
          <p14:tracePt t="6389" x="3835400" y="723900"/>
          <p14:tracePt t="6405" x="3854450" y="723900"/>
          <p14:tracePt t="6422" x="3873500" y="711200"/>
          <p14:tracePt t="6438" x="3917950" y="692150"/>
          <p14:tracePt t="6455" x="3937000" y="673100"/>
          <p14:tracePt t="6472" x="3975100" y="654050"/>
          <p14:tracePt t="6488" x="3987800" y="647700"/>
          <p14:tracePt t="6505" x="3994150" y="635000"/>
          <p14:tracePt t="6522" x="3994150" y="628650"/>
          <p14:tracePt t="6538" x="4000500" y="615950"/>
          <p14:tracePt t="6554" x="4013200" y="603250"/>
          <p14:tracePt t="6571" x="4013200" y="596900"/>
          <p14:tracePt t="6914" x="4102100" y="596900"/>
          <p14:tracePt t="6921" x="4229100" y="609600"/>
          <p14:tracePt t="6934" x="4368800" y="622300"/>
          <p14:tracePt t="6942" x="4552950" y="673100"/>
          <p14:tracePt t="6956" x="4743450" y="685800"/>
          <p14:tracePt t="6970" x="5162550" y="736600"/>
          <p14:tracePt t="6986" x="5384800" y="781050"/>
          <p14:tracePt t="7003" x="5600700" y="793750"/>
          <p14:tracePt t="7019" x="5911850" y="825500"/>
          <p14:tracePt t="7036" x="6261100" y="876300"/>
          <p14:tracePt t="7054" x="6489700" y="895350"/>
          <p14:tracePt t="7070" x="6591300" y="908050"/>
          <p14:tracePt t="7086" x="6743700" y="908050"/>
          <p14:tracePt t="7103" x="6813550" y="908050"/>
          <p14:tracePt t="7119" x="6832600" y="908050"/>
          <p14:tracePt t="7136" x="6838950" y="908050"/>
          <p14:tracePt t="7173" x="6838950" y="901700"/>
          <p14:tracePt t="7201" x="6838950" y="895350"/>
          <p14:tracePt t="7215" x="6832600" y="895350"/>
          <p14:tracePt t="7222" x="6813550" y="895350"/>
          <p14:tracePt t="7238" x="6756400" y="889000"/>
          <p14:tracePt t="7252" x="6572250" y="876300"/>
          <p14:tracePt t="7269" x="6464300" y="876300"/>
          <p14:tracePt t="7285" x="6121400" y="882650"/>
          <p14:tracePt t="7302" x="5829300" y="895350"/>
          <p14:tracePt t="7318" x="5162550" y="977900"/>
          <p14:tracePt t="7335" x="4489450" y="1060450"/>
          <p14:tracePt t="7352" x="4191000" y="1111250"/>
          <p14:tracePt t="7369" x="3657600" y="1231900"/>
          <p14:tracePt t="7385" x="3302000" y="1308100"/>
          <p14:tracePt t="7401" x="3124200" y="1346200"/>
          <p14:tracePt t="7419" x="2914650" y="1416050"/>
          <p14:tracePt t="7435" x="2768600" y="1504950"/>
          <p14:tracePt t="7451" x="2717800" y="1555750"/>
          <p14:tracePt t="7468" x="2628900" y="1619250"/>
          <p14:tracePt t="7484" x="2559050" y="1689100"/>
          <p14:tracePt t="7502" x="2527300" y="1714500"/>
          <p14:tracePt t="7518" x="2489200" y="1733550"/>
          <p14:tracePt t="7534" x="2457450" y="1746250"/>
          <p14:tracePt t="7552" x="2444750" y="1765300"/>
          <p14:tracePt t="7584" x="2444750" y="1771650"/>
          <p14:tracePt t="7604" x="2451100" y="1778000"/>
          <p14:tracePt t="7617" x="2457450" y="1778000"/>
          <p14:tracePt t="8136" x="2451100" y="1778000"/>
          <p14:tracePt t="8143" x="2438400" y="1778000"/>
          <p14:tracePt t="8157" x="2425700" y="1758950"/>
          <p14:tracePt t="8165" x="2393950" y="1752600"/>
          <p14:tracePt t="8182" x="2374900" y="1739900"/>
          <p14:tracePt t="8199" x="2343150" y="1733550"/>
          <p14:tracePt t="8215" x="2317750" y="1727200"/>
          <p14:tracePt t="8232" x="2311400" y="1727200"/>
          <p14:tracePt t="8249" x="2292350" y="1720850"/>
          <p14:tracePt t="8265" x="2279650" y="1720850"/>
          <p14:tracePt t="8282" x="2273300" y="1720850"/>
          <p14:tracePt t="8298" x="2260600" y="1720850"/>
          <p14:tracePt t="8315" x="2260600" y="1714500"/>
          <p14:tracePt t="8348" x="2254250" y="1714500"/>
          <p14:tracePt t="8444" x="2247900" y="1714500"/>
          <p14:tracePt t="8472" x="2241550" y="1714500"/>
          <p14:tracePt t="8486" x="2235200" y="1714500"/>
          <p14:tracePt t="8493" x="2228850" y="1708150"/>
          <p14:tracePt t="8507" x="2216150" y="1708150"/>
          <p14:tracePt t="8517" x="2209800" y="1708150"/>
          <p14:tracePt t="8530" x="2197100" y="1708150"/>
          <p14:tracePt t="8548" x="2165350" y="1708150"/>
          <p14:tracePt t="8564" x="2108200" y="1708150"/>
          <p14:tracePt t="8581" x="2082800" y="1714500"/>
          <p14:tracePt t="8598" x="2051050" y="1714500"/>
          <p14:tracePt t="8614" x="1962150" y="1720850"/>
          <p14:tracePt t="8631" x="1936750" y="1727200"/>
          <p14:tracePt t="8648" x="1911350" y="1733550"/>
          <p14:tracePt t="10499" x="1898650" y="1733550"/>
          <p14:tracePt t="10505" x="1873250" y="1739900"/>
          <p14:tracePt t="10520" x="1854200" y="1746250"/>
          <p14:tracePt t="10527" x="1835150" y="1765300"/>
          <p14:tracePt t="10543" x="1809750" y="1778000"/>
          <p14:tracePt t="10557" x="1797050" y="1784350"/>
          <p14:tracePt t="10574" x="1771650" y="1809750"/>
          <p14:tracePt t="10591" x="1752600" y="1847850"/>
          <p14:tracePt t="10607" x="1746250" y="1847850"/>
          <p14:tracePt t="10624" x="1739900" y="1860550"/>
          <p14:tracePt t="10640" x="1733550" y="1873250"/>
          <p14:tracePt t="10657" x="1727200" y="1873250"/>
          <p14:tracePt t="10690" x="1727200" y="1879600"/>
          <p14:tracePt t="10716" x="1739900" y="1879600"/>
          <p14:tracePt t="10730" x="1746250" y="1879600"/>
          <p14:tracePt t="10740" x="1758950" y="1879600"/>
          <p14:tracePt t="10756" x="1771650" y="1866900"/>
          <p14:tracePt t="10774" x="1822450" y="1841500"/>
          <p14:tracePt t="10790" x="1885950" y="1803400"/>
          <p14:tracePt t="10807" x="1962150" y="1752600"/>
          <p14:tracePt t="10823" x="2006600" y="1714500"/>
          <p14:tracePt t="10840" x="2057400" y="1689100"/>
          <p14:tracePt t="10856" x="2171700" y="1568450"/>
          <p14:tracePt t="10873" x="2184400" y="1543050"/>
          <p14:tracePt t="10889" x="2209800" y="1504950"/>
          <p14:tracePt t="10906" x="2222500" y="1473200"/>
          <p14:tracePt t="10923" x="2228850" y="1454150"/>
          <p14:tracePt t="10940" x="2228850" y="1447800"/>
          <p14:tracePt t="10956" x="2228850" y="1441450"/>
          <p14:tracePt t="10972" x="2197100" y="1428750"/>
          <p14:tracePt t="10990" x="2165350" y="1422400"/>
          <p14:tracePt t="11006" x="2127250" y="1422400"/>
          <p14:tracePt t="11022" x="2063750" y="1422400"/>
          <p14:tracePt t="11039" x="1968500" y="1441450"/>
          <p14:tracePt t="11055" x="1924050" y="1460500"/>
          <p14:tracePt t="11072" x="1854200" y="1511300"/>
          <p14:tracePt t="11089" x="1816100" y="1549400"/>
          <p14:tracePt t="11105" x="1803400" y="1562100"/>
          <p14:tracePt t="11122" x="1790700" y="1587500"/>
          <p14:tracePt t="11138" x="1790700" y="1600200"/>
          <p14:tracePt t="11172" x="1797050" y="1619250"/>
          <p14:tracePt t="11188" x="1803400" y="1625600"/>
          <p14:tracePt t="11192" x="1816100" y="1631950"/>
          <p14:tracePt t="11205" x="1828800" y="1638300"/>
          <p14:tracePt t="11222" x="1854200" y="1651000"/>
          <p14:tracePt t="11238" x="1866900" y="1657350"/>
          <p14:tracePt t="11255" x="1911350" y="1670050"/>
          <p14:tracePt t="11271" x="1949450" y="1676400"/>
          <p14:tracePt t="11288" x="1974850" y="1676400"/>
          <p14:tracePt t="11306" x="2032000" y="1676400"/>
          <p14:tracePt t="11321" x="2089150" y="1657350"/>
          <p14:tracePt t="11338" x="2108200" y="1651000"/>
          <p14:tracePt t="11355" x="2146300" y="1619250"/>
          <p14:tracePt t="11371" x="2159000" y="1600200"/>
          <p14:tracePt t="11388" x="2165350" y="1600200"/>
          <p14:tracePt t="11404" x="2165350" y="1587500"/>
          <p14:tracePt t="11421" x="2165350" y="1581150"/>
          <p14:tracePt t="11440" x="2165350" y="1574800"/>
          <p14:tracePt t="11454" x="2152650" y="1568450"/>
          <p14:tracePt t="11471" x="2146300" y="1568450"/>
          <p14:tracePt t="11488" x="2101850" y="1562100"/>
          <p14:tracePt t="11504" x="2070100" y="1562100"/>
          <p14:tracePt t="11521" x="2044700" y="1562100"/>
          <p14:tracePt t="11537" x="1962150" y="1587500"/>
          <p14:tracePt t="11554" x="1911350" y="1612900"/>
          <p14:tracePt t="11572" x="1854200" y="1638300"/>
          <p14:tracePt t="11587" x="1841500" y="1657350"/>
          <p14:tracePt t="11604" x="1822450" y="1676400"/>
          <p14:tracePt t="11621" x="1822450" y="1682750"/>
          <p14:tracePt t="11653" x="1828800" y="1701800"/>
          <p14:tracePt t="11670" x="1847850" y="1714500"/>
          <p14:tracePt t="11686" x="1860550" y="1720850"/>
          <p14:tracePt t="11703" x="1898650" y="1720850"/>
          <p14:tracePt t="11720" x="1936750" y="1720850"/>
          <p14:tracePt t="11736" x="1968500" y="1720850"/>
          <p14:tracePt t="11754" x="2038350" y="1708150"/>
          <p14:tracePt t="11770" x="2089150" y="1689100"/>
          <p14:tracePt t="11786" x="2108200" y="1682750"/>
          <p14:tracePt t="11803" x="2127250" y="1670050"/>
          <p14:tracePt t="11820" x="2133600" y="1663700"/>
          <p14:tracePt t="11836" x="2139950" y="1657350"/>
          <p14:tracePt t="11869" x="2139950" y="1651000"/>
          <p14:tracePt t="11901" x="2133600" y="1651000"/>
          <p14:tracePt t="11908" x="2127250" y="1644650"/>
          <p14:tracePt t="11923" x="2120900" y="1644650"/>
          <p14:tracePt t="11936" x="2120900" y="1638300"/>
          <p14:tracePt t="11952" x="2108200" y="1638300"/>
          <p14:tracePt t="11968" x="2108200" y="1631950"/>
          <p14:tracePt t="11986" x="2095500" y="1631950"/>
          <p14:tracePt t="12018" x="2089150" y="1625600"/>
          <p14:tracePt t="12048" x="2082800" y="1625600"/>
          <p14:tracePt t="12070" x="2076450" y="1625600"/>
          <p14:tracePt t="12934" x="2076450" y="1631950"/>
          <p14:tracePt t="12940" x="2076450" y="1644650"/>
          <p14:tracePt t="12955" x="2076450" y="1657350"/>
          <p14:tracePt t="12966" x="2070100" y="1663700"/>
          <p14:tracePt t="12983" x="2070100" y="1670050"/>
          <p14:tracePt t="12999" x="2063750" y="1689100"/>
          <p14:tracePt t="13016" x="2057400" y="1708150"/>
          <p14:tracePt t="13032" x="2057400" y="1714500"/>
          <p14:tracePt t="13065" x="2057400" y="1720850"/>
          <p14:tracePt t="13101" x="2057400" y="1727200"/>
          <p14:tracePt t="13431" x="2063750" y="1727200"/>
          <p14:tracePt t="13453" x="2070100" y="1727200"/>
          <p14:tracePt t="13466" x="2076450" y="1727200"/>
          <p14:tracePt t="13474" x="2082800" y="1720850"/>
          <p14:tracePt t="13487" x="2089150" y="1714500"/>
          <p14:tracePt t="13497" x="2101850" y="1701800"/>
          <p14:tracePt t="13514" x="2108200" y="1695450"/>
          <p14:tracePt t="13530" x="2120900" y="1663700"/>
          <p14:tracePt t="13547" x="2133600" y="1638300"/>
          <p14:tracePt t="13565" x="2146300" y="1619250"/>
          <p14:tracePt t="13580" x="2146300" y="1612900"/>
          <p14:tracePt t="13597" x="2146300" y="1606550"/>
          <p14:tracePt t="13684" x="2139950" y="1606550"/>
          <p14:tracePt t="13705" x="2133600" y="1606550"/>
          <p14:tracePt t="13712" x="2133600" y="1612900"/>
          <p14:tracePt t="13733" x="2127250" y="1619250"/>
          <p14:tracePt t="13748" x="2120900" y="1625600"/>
          <p14:tracePt t="13754" x="2120900" y="1631950"/>
          <p14:tracePt t="13768" x="2120900" y="1638300"/>
          <p14:tracePt t="13779" x="2114550" y="1644650"/>
          <p14:tracePt t="13796" x="2108200" y="1670050"/>
          <p14:tracePt t="13812" x="2101850" y="1695450"/>
          <p14:tracePt t="13829" x="2101850" y="1739900"/>
          <p14:tracePt t="13846" x="2101850" y="1790700"/>
          <p14:tracePt t="13863" x="2101850" y="1809750"/>
          <p14:tracePt t="13880" x="2095500" y="1847850"/>
          <p14:tracePt t="13896" x="2095500" y="1860550"/>
          <p14:tracePt t="13912" x="2095500" y="1873250"/>
          <p14:tracePt t="13929" x="2095500" y="1885950"/>
          <p14:tracePt t="13945" x="2095500" y="1892300"/>
          <p14:tracePt t="14538" x="2095500" y="1898650"/>
          <p14:tracePt t="14545" x="2095500" y="1905000"/>
          <p14:tracePt t="14559" x="2089150" y="1917700"/>
          <p14:tracePt t="14566" x="2089150" y="1930400"/>
          <p14:tracePt t="14580" x="2082800" y="1943100"/>
          <p14:tracePt t="14594" x="2076450" y="1962150"/>
          <p14:tracePt t="14610" x="2076450" y="1974850"/>
          <p14:tracePt t="14626" x="2076450" y="1981200"/>
          <p14:tracePt t="14643" x="2076450" y="1993900"/>
          <p14:tracePt t="14676" x="2082800" y="1993900"/>
          <p14:tracePt t="14945" x="2082800" y="2000250"/>
          <p14:tracePt t="14987" x="2082800" y="2006600"/>
          <p14:tracePt t="15029" x="2082800" y="2012950"/>
          <p14:tracePt t="15035" x="2082800" y="2019300"/>
          <p14:tracePt t="15050" x="2076450" y="2019300"/>
          <p14:tracePt t="15058" x="2076450" y="2025650"/>
          <p14:tracePt t="15075" x="2076450" y="2032000"/>
          <p14:tracePt t="15092" x="2070100" y="2038350"/>
          <p14:tracePt t="15108" x="2070100" y="2057400"/>
          <p14:tracePt t="15125" x="2057400" y="2070100"/>
          <p14:tracePt t="15141" x="2044700" y="2095500"/>
          <p14:tracePt t="15158" x="2032000" y="2127250"/>
          <p14:tracePt t="15176" x="2032000" y="2152650"/>
          <p14:tracePt t="15191" x="2006600" y="2222500"/>
          <p14:tracePt t="15208" x="2000250" y="2254250"/>
          <p14:tracePt t="15225" x="1949450" y="2393950"/>
          <p14:tracePt t="15241" x="1930400" y="2438400"/>
          <p14:tracePt t="15258" x="1911350" y="2489200"/>
          <p14:tracePt t="15274" x="1879600" y="2578100"/>
          <p14:tracePt t="15291" x="1847850" y="2628900"/>
          <p14:tracePt t="15294" x="1841500" y="2647950"/>
          <p14:tracePt t="15311" x="1828800" y="2667000"/>
          <p14:tracePt t="15330" x="1822450" y="2673350"/>
          <p14:tracePt t="15340" x="1822450" y="2679700"/>
          <p14:tracePt t="15360" x="1816100" y="2679700"/>
          <p14:tracePt t="15421" x="1816100" y="2686050"/>
          <p14:tracePt t="15428" x="1816100" y="2698750"/>
          <p14:tracePt t="15440" x="1816100" y="2705100"/>
          <p14:tracePt t="15457" x="1809750" y="2717800"/>
          <p14:tracePt t="15473" x="1803400" y="2730500"/>
          <p14:tracePt t="15491" x="1803400" y="2755900"/>
          <p14:tracePt t="15507" x="1790700" y="2832100"/>
          <p14:tracePt t="15523" x="1790700" y="2857500"/>
          <p14:tracePt t="15540" x="1784350" y="2889250"/>
          <p14:tracePt t="15557" x="1778000" y="2940050"/>
          <p14:tracePt t="15573" x="1778000" y="2978150"/>
          <p14:tracePt t="15590" x="1778000" y="2997200"/>
          <p14:tracePt t="15623" x="1771650" y="3003550"/>
          <p14:tracePt t="15709" x="1771650" y="3009900"/>
          <p14:tracePt t="15716" x="1778000" y="3009900"/>
          <p14:tracePt t="15730" x="1784350" y="3009900"/>
          <p14:tracePt t="15751" x="1797050" y="3016250"/>
          <p14:tracePt t="15759" x="1809750" y="3016250"/>
          <p14:tracePt t="15774" x="1828800" y="3022600"/>
          <p14:tracePt t="15789" x="1879600" y="3035300"/>
          <p14:tracePt t="15807" x="1974850" y="3041650"/>
          <p14:tracePt t="15823" x="2012950" y="3048000"/>
          <p14:tracePt t="15839" x="2082800" y="3048000"/>
          <p14:tracePt t="15856" x="2273300" y="3048000"/>
          <p14:tracePt t="15872" x="2336800" y="3048000"/>
          <p14:tracePt t="15889" x="2413000" y="3048000"/>
          <p14:tracePt t="15906" x="2597150" y="3035300"/>
          <p14:tracePt t="15922" x="2647950" y="3028950"/>
          <p14:tracePt t="15938" x="2698750" y="3028950"/>
          <p14:tracePt t="15955" x="2781300" y="3022600"/>
          <p14:tracePt t="15971" x="2851150" y="3009900"/>
          <p14:tracePt t="15990" x="2921000" y="3016250"/>
          <p14:tracePt t="16005" x="2946400" y="3016250"/>
          <p14:tracePt t="16022" x="2997200" y="3022600"/>
          <p14:tracePt t="16039" x="3054350" y="3028950"/>
          <p14:tracePt t="16055" x="3092450" y="3028950"/>
          <p14:tracePt t="16071" x="3175000" y="3041650"/>
          <p14:tracePt t="16088" x="3282950" y="3054350"/>
          <p14:tracePt t="16105" x="3333750" y="3060700"/>
          <p14:tracePt t="16123" x="3441700" y="3073400"/>
          <p14:tracePt t="16138" x="3505200" y="3079750"/>
          <p14:tracePt t="16154" x="3536950" y="3086100"/>
          <p14:tracePt t="16172" x="3568700" y="3086100"/>
          <p14:tracePt t="16188" x="3625850" y="3086100"/>
          <p14:tracePt t="16205" x="3644900" y="3086100"/>
          <p14:tracePt t="16222" x="3714750" y="3079750"/>
          <p14:tracePt t="16238" x="3727450" y="3073400"/>
          <p14:tracePt t="16254" x="3759200" y="3067050"/>
          <p14:tracePt t="16271" x="3778250" y="3054350"/>
          <p14:tracePt t="16287" x="3778250" y="3048000"/>
          <p14:tracePt t="16305" x="3790950" y="3028950"/>
          <p14:tracePt t="16321" x="3790950" y="3022600"/>
          <p14:tracePt t="16661" x="3816350" y="3022600"/>
          <p14:tracePt t="16668" x="3854450" y="3035300"/>
          <p14:tracePt t="16682" x="3905250" y="3041650"/>
          <p14:tracePt t="16689" x="3968750" y="3041650"/>
          <p14:tracePt t="16705" x="4038600" y="3054350"/>
          <p14:tracePt t="16719" x="4102100" y="3054350"/>
          <p14:tracePt t="16736" x="4241800" y="3060700"/>
          <p14:tracePt t="16753" x="4368800" y="3060700"/>
          <p14:tracePt t="16770" x="4425950" y="3060700"/>
          <p14:tracePt t="16787" x="4502150" y="3060700"/>
          <p14:tracePt t="16802" x="4572000" y="3060700"/>
          <p14:tracePt t="16819" x="4610100" y="3060700"/>
          <p14:tracePt t="16836" x="4686300" y="3060700"/>
          <p14:tracePt t="16852" x="4781550" y="3060700"/>
          <p14:tracePt t="16869" x="4832350" y="3073400"/>
          <p14:tracePt t="16886" x="4927600" y="3079750"/>
          <p14:tracePt t="16902" x="5048250" y="3105150"/>
          <p14:tracePt t="16919" x="5099050" y="3117850"/>
          <p14:tracePt t="16935" x="5207000" y="3136900"/>
          <p14:tracePt t="16952" x="5314950" y="3143250"/>
          <p14:tracePt t="16971" x="5403850" y="3155950"/>
          <p14:tracePt t="16985" x="5435600" y="3155950"/>
          <p14:tracePt t="17002" x="5461000" y="3155950"/>
          <p14:tracePt t="17019" x="5524500" y="3149600"/>
          <p14:tracePt t="17035" x="5537200" y="3143250"/>
          <p14:tracePt t="17051" x="5549900" y="3143250"/>
          <p14:tracePt t="17068" x="5556250" y="3143250"/>
          <p14:tracePt t="17215" x="5556250" y="3136900"/>
          <p14:tracePt t="17642" x="5537200" y="3130550"/>
          <p14:tracePt t="17656" x="5505450" y="3111500"/>
          <p14:tracePt t="17663" x="5461000" y="3105150"/>
          <p14:tracePt t="17670" x="5435600" y="3098800"/>
          <p14:tracePt t="17685" x="5403850" y="3098800"/>
          <p14:tracePt t="17699" x="5378450" y="3098800"/>
          <p14:tracePt t="17716" x="5314950" y="3098800"/>
          <p14:tracePt t="17733" x="5257800" y="3105150"/>
          <p14:tracePt t="17749" x="5219700" y="3111500"/>
          <p14:tracePt t="17765" x="5149850" y="3117850"/>
          <p14:tracePt t="17783" x="5067300" y="3124200"/>
          <p14:tracePt t="17799" x="5016500" y="3124200"/>
          <p14:tracePt t="17815" x="4940300" y="3124200"/>
          <p14:tracePt t="17832" x="4845050" y="3130550"/>
          <p14:tracePt t="17848" x="4806950" y="3130550"/>
          <p14:tracePt t="17865" x="4737100" y="3149600"/>
          <p14:tracePt t="17881" x="4565650" y="3175000"/>
          <p14:tracePt t="17898" x="4514850" y="3194050"/>
          <p14:tracePt t="17916" x="4381500" y="3213100"/>
          <p14:tracePt t="17932" x="4324350" y="3232150"/>
          <p14:tracePt t="17948" x="4229100" y="3270250"/>
          <p14:tracePt t="17965" x="4146550" y="3302000"/>
          <p14:tracePt t="17981" x="4102100" y="3321050"/>
          <p14:tracePt t="17998" x="4025900" y="3352800"/>
          <p14:tracePt t="18015" x="3962400" y="3378200"/>
          <p14:tracePt t="18031" x="3911600" y="3384550"/>
          <p14:tracePt t="18048" x="3848100" y="3409950"/>
          <p14:tracePt t="18064" x="3790950" y="3429000"/>
          <p14:tracePt t="18081" x="3759200" y="3435350"/>
          <p14:tracePt t="18098" x="3683000" y="3473450"/>
          <p14:tracePt t="18114" x="3625850" y="3505200"/>
          <p14:tracePt t="18131" x="3587750" y="3524250"/>
          <p14:tracePt t="18148" x="3517900" y="3562350"/>
          <p14:tracePt t="18164" x="3429000" y="3594100"/>
          <p14:tracePt t="18182" x="3340100" y="3625850"/>
          <p14:tracePt t="18197" x="3289300" y="3657600"/>
          <p14:tracePt t="18214" x="3232150" y="3676650"/>
          <p14:tracePt t="18231" x="3048000" y="3771900"/>
          <p14:tracePt t="18247" x="2997200" y="3797300"/>
          <p14:tracePt t="18264" x="2895600" y="3835400"/>
          <p14:tracePt t="18281" x="2813050" y="3860800"/>
          <p14:tracePt t="18297" x="2794000" y="3860800"/>
          <p14:tracePt t="18314" x="2774950" y="3860800"/>
          <p14:tracePt t="18657" x="2736850" y="3860800"/>
          <p14:tracePt t="18664" x="2660650" y="3860800"/>
          <p14:tracePt t="18678" x="2565400" y="3892550"/>
          <p14:tracePt t="18685" x="2476500" y="3924300"/>
          <p14:tracePt t="18695" x="2393950" y="3956050"/>
          <p14:tracePt t="18713" x="2247900" y="4025900"/>
          <p14:tracePt t="18729" x="2203450" y="4051300"/>
          <p14:tracePt t="18745" x="2178050" y="4064000"/>
          <p14:tracePt t="18763" x="2139950" y="4095750"/>
          <p14:tracePt t="18778" x="2133600" y="4102100"/>
          <p14:tracePt t="18795" x="2127250" y="4102100"/>
          <p14:tracePt t="18874" x="2133600" y="4108450"/>
          <p14:tracePt t="18888" x="2139950" y="4108450"/>
          <p14:tracePt t="18898" x="2146300" y="4114800"/>
          <p14:tracePt t="18911" x="2159000" y="4114800"/>
          <p14:tracePt t="18928" x="2203450" y="4121150"/>
          <p14:tracePt t="18945" x="2279650" y="4140200"/>
          <p14:tracePt t="18961" x="2330450" y="4146550"/>
          <p14:tracePt t="18979" x="2463800" y="4165600"/>
          <p14:tracePt t="18995" x="2603500" y="4191000"/>
          <p14:tracePt t="19011" x="2660650" y="4210050"/>
          <p14:tracePt t="19028" x="2794000" y="4241800"/>
          <p14:tracePt t="19044" x="2927350" y="4267200"/>
          <p14:tracePt t="19061" x="3016250" y="4279900"/>
          <p14:tracePt t="19078" x="3181350" y="4298950"/>
          <p14:tracePt t="19094" x="3257550" y="4298950"/>
          <p14:tracePt t="19113" x="3498850" y="4298950"/>
          <p14:tracePt t="19128" x="3581400" y="4292600"/>
          <p14:tracePt t="19144" x="3657600" y="4273550"/>
          <p14:tracePt t="19161" x="3816350" y="4248150"/>
          <p14:tracePt t="19177" x="3962400" y="4216400"/>
          <p14:tracePt t="19194" x="4025900" y="4210050"/>
          <p14:tracePt t="19211" x="4159250" y="4191000"/>
          <p14:tracePt t="19227" x="4248150" y="4178300"/>
          <p14:tracePt t="19244" x="4279900" y="4171950"/>
          <p14:tracePt t="19260" x="4330700" y="4171950"/>
          <p14:tracePt t="19277" x="4362450" y="4171950"/>
          <p14:tracePt t="19294" x="4381500" y="4171950"/>
          <p14:tracePt t="19312" x="4406900" y="4171950"/>
          <p14:tracePt t="19328" x="4432300" y="4178300"/>
          <p14:tracePt t="19344" x="4464050" y="4184650"/>
          <p14:tracePt t="19360" x="4483100" y="4197350"/>
          <p14:tracePt t="19377" x="4508500" y="4197350"/>
          <p14:tracePt t="19393" x="4546600" y="4203700"/>
          <p14:tracePt t="19410" x="4603750" y="4210050"/>
          <p14:tracePt t="19426" x="4635500" y="4216400"/>
          <p14:tracePt t="19443" x="4692650" y="4222750"/>
          <p14:tracePt t="19460" x="4743450" y="4229100"/>
          <p14:tracePt t="19478" x="4794250" y="4229100"/>
          <p14:tracePt t="19493" x="4813300" y="4229100"/>
          <p14:tracePt t="19510" x="4845050" y="4222750"/>
          <p14:tracePt t="19527" x="4883150" y="4203700"/>
          <p14:tracePt t="19543" x="4895850" y="4191000"/>
          <p14:tracePt t="19560" x="4902200" y="4178300"/>
          <p14:tracePt t="19576" x="4908550" y="4159250"/>
          <p14:tracePt t="19918" x="4972050" y="4159250"/>
          <p14:tracePt t="19926" x="5060950" y="4165600"/>
          <p14:tracePt t="19939" x="5162550" y="4178300"/>
          <p14:tracePt t="19946" x="5257800" y="4171950"/>
          <p14:tracePt t="19962" x="5346700" y="4171950"/>
          <p14:tracePt t="19975" x="5524500" y="4171950"/>
          <p14:tracePt t="19991" x="5613400" y="4171950"/>
          <p14:tracePt t="20008" x="5689600" y="4178300"/>
          <p14:tracePt t="20025" x="5854700" y="4197350"/>
          <p14:tracePt t="20041" x="6019800" y="4197350"/>
          <p14:tracePt t="20059" x="6159500" y="4197350"/>
          <p14:tracePt t="20074" x="6216650" y="4197350"/>
          <p14:tracePt t="20091" x="6286500" y="4191000"/>
          <p14:tracePt t="20108" x="6324600" y="4184650"/>
          <p14:tracePt t="20124" x="6337300" y="4184650"/>
          <p14:tracePt t="20141" x="6350000" y="4184650"/>
          <p14:tracePt t="20158" x="6356350" y="4184650"/>
          <p14:tracePt t="20452" x="6356350" y="4191000"/>
          <p14:tracePt t="20458" x="6356350" y="4197350"/>
          <p14:tracePt t="20466" x="6356350" y="4203700"/>
          <p14:tracePt t="20479" x="6356350" y="4210050"/>
          <p14:tracePt t="20489" x="6350000" y="4235450"/>
          <p14:tracePt t="20506" x="6350000" y="4254500"/>
          <p14:tracePt t="20522" x="6350000" y="4318000"/>
          <p14:tracePt t="20539" x="6350000" y="4375150"/>
          <p14:tracePt t="20557" x="6350000" y="4476750"/>
          <p14:tracePt t="20573" x="6350000" y="4527550"/>
          <p14:tracePt t="20589" x="6356350" y="4572000"/>
          <p14:tracePt t="20606" x="6381750" y="4641850"/>
          <p14:tracePt t="20622" x="6394450" y="4667250"/>
          <p14:tracePt t="20639" x="6413500" y="4686300"/>
          <p14:tracePt t="20656" x="6445250" y="4730750"/>
          <p14:tracePt t="20672" x="6457950" y="4743450"/>
          <p14:tracePt t="20689" x="6502400" y="4762500"/>
          <p14:tracePt t="20705" x="6521450" y="4768850"/>
          <p14:tracePt t="20722" x="6553200" y="4781550"/>
          <p14:tracePt t="20739" x="6604000" y="4787900"/>
          <p14:tracePt t="20755" x="6642100" y="4794250"/>
          <p14:tracePt t="20772" x="6680200" y="4794250"/>
          <p14:tracePt t="20789" x="6775450" y="4800600"/>
          <p14:tracePt t="20805" x="6826250" y="4800600"/>
          <p14:tracePt t="20822" x="6940550" y="4800600"/>
          <p14:tracePt t="20838" x="7004050" y="4800600"/>
          <p14:tracePt t="20855" x="7086600" y="4787900"/>
          <p14:tracePt t="20872" x="7213600" y="4787900"/>
          <p14:tracePt t="20888" x="7264400" y="4794250"/>
          <p14:tracePt t="20905" x="7296150" y="4800600"/>
          <p14:tracePt t="20922" x="7346950" y="4819650"/>
          <p14:tracePt t="20938" x="7353300" y="4826000"/>
          <p14:tracePt t="20955" x="7359650" y="4826000"/>
          <p14:tracePt t="20999" x="7353300" y="4826000"/>
          <p14:tracePt t="21019" x="7346950" y="4826000"/>
          <p14:tracePt t="21027" x="7334250" y="4819650"/>
          <p14:tracePt t="21041" x="7321550" y="4813300"/>
          <p14:tracePt t="21055" x="7308850" y="4800600"/>
          <p14:tracePt t="21404" x="7302500" y="4806950"/>
          <p14:tracePt t="21409" x="7277100" y="4819650"/>
          <p14:tracePt t="21423" x="7258050" y="4832350"/>
          <p14:tracePt t="21436" x="7245350" y="4838700"/>
          <p14:tracePt t="21452" x="7213600" y="4864100"/>
          <p14:tracePt t="21470" x="7207250" y="4864100"/>
          <p14:tracePt t="21487" x="7200900" y="4876800"/>
          <p14:tracePt t="21503" x="7194550" y="4883150"/>
          <p14:tracePt t="21536" x="7188200" y="4895850"/>
          <p14:tracePt t="21552" x="7188200" y="4902200"/>
          <p14:tracePt t="21569" x="7200900" y="4908550"/>
          <p14:tracePt t="21586" x="7226300" y="4914900"/>
          <p14:tracePt t="21602" x="7264400" y="4933950"/>
          <p14:tracePt t="21620" x="7315200" y="4940300"/>
          <p14:tracePt t="21636" x="7353300" y="4940300"/>
          <p14:tracePt t="21652" x="7404100" y="4940300"/>
          <p14:tracePt t="21669" x="7524750" y="4933950"/>
          <p14:tracePt t="21685" x="7562850" y="4927600"/>
          <p14:tracePt t="21702" x="7620000" y="4908550"/>
          <p14:tracePt t="21719" x="7715250" y="4883150"/>
          <p14:tracePt t="21735" x="7747000" y="4876800"/>
          <p14:tracePt t="21752" x="7772400" y="4870450"/>
          <p14:tracePt t="21768" x="7823200" y="4845050"/>
          <p14:tracePt t="21785" x="7874000" y="4826000"/>
          <p14:tracePt t="21802" x="7918450" y="4819650"/>
          <p14:tracePt t="21818" x="7931150" y="4813300"/>
          <p14:tracePt t="21835" x="7956550" y="4813300"/>
          <p14:tracePt t="21851" x="7988300" y="4813300"/>
          <p14:tracePt t="21868" x="8001000" y="4813300"/>
          <p14:tracePt t="21885" x="8007350" y="4813300"/>
          <p14:tracePt t="21901" x="8013700" y="4813300"/>
          <p14:tracePt t="22013" x="8007350" y="4813300"/>
          <p14:tracePt t="22061" x="8001000" y="4813300"/>
          <p14:tracePt t="22069" x="7994650" y="4813300"/>
          <p14:tracePt t="22083" x="7988300" y="4813300"/>
          <p14:tracePt t="22097" x="7975600" y="4813300"/>
          <p14:tracePt t="22104" x="7956550" y="4813300"/>
          <p14:tracePt t="22120" x="7924800" y="4826000"/>
          <p14:tracePt t="22134" x="7899400" y="4832350"/>
          <p14:tracePt t="22150" x="7842250" y="4838700"/>
          <p14:tracePt t="22168" x="7715250" y="4857750"/>
          <p14:tracePt t="22184" x="7569200" y="4889500"/>
          <p14:tracePt t="22201" x="7499350" y="4895850"/>
          <p14:tracePt t="22217" x="7391400" y="4927600"/>
          <p14:tracePt t="22233" x="7321550" y="4946650"/>
          <p14:tracePt t="22252" x="7289800" y="4965700"/>
          <p14:tracePt t="22266" x="7283450" y="4965700"/>
          <p14:tracePt t="22283" x="7270750" y="4965700"/>
          <p14:tracePt t="22301" x="7270750" y="4972050"/>
          <p14:tracePt t="22518" x="7277100" y="4972050"/>
          <p14:tracePt t="22531" x="7283450" y="4972050"/>
          <p14:tracePt t="22539" x="7296150" y="4972050"/>
          <p14:tracePt t="22553" x="7302500" y="4972050"/>
          <p14:tracePt t="22569" x="7327900" y="4965700"/>
          <p14:tracePt t="22582" x="7353300" y="4965700"/>
          <p14:tracePt t="22599" x="7391400" y="4959350"/>
          <p14:tracePt t="22616" x="7435850" y="4953000"/>
          <p14:tracePt t="22633" x="7556500" y="4921250"/>
          <p14:tracePt t="22649" x="7607300" y="4914900"/>
          <p14:tracePt t="22665" x="7689850" y="4895850"/>
          <p14:tracePt t="22682" x="7734300" y="4889500"/>
          <p14:tracePt t="22699" x="7753350" y="4889500"/>
          <p14:tracePt t="22715" x="7785100" y="4883150"/>
          <p14:tracePt t="22732" x="7791450" y="4876800"/>
          <p14:tracePt t="22749" x="7797800" y="4876800"/>
          <p14:tracePt t="22765" x="7804150" y="4876800"/>
          <p14:tracePt t="22819" x="7804150" y="4870450"/>
          <p14:tracePt t="22854" x="7791450" y="4870450"/>
          <p14:tracePt t="22882" x="7785100" y="4870450"/>
          <p14:tracePt t="22889" x="7772400" y="4870450"/>
          <p14:tracePt t="22903" x="7766050" y="4870450"/>
          <p14:tracePt t="22918" x="7740650" y="4870450"/>
          <p14:tracePt t="22934" x="7721600" y="4870450"/>
          <p14:tracePt t="22948" x="7683500" y="4870450"/>
          <p14:tracePt t="22965" x="7581900" y="4876800"/>
          <p14:tracePt t="22981" x="7524750" y="4883150"/>
          <p14:tracePt t="22997" x="7423150" y="4889500"/>
          <p14:tracePt t="23014" x="7378700" y="4902200"/>
          <p14:tracePt t="23031" x="7353300" y="4908550"/>
          <p14:tracePt t="23047" x="7315200" y="4914900"/>
          <p14:tracePt t="23065" x="7296150" y="4921250"/>
          <p14:tracePt t="23080" x="7283450" y="4921250"/>
          <p14:tracePt t="23097" x="7277100" y="4921250"/>
          <p14:tracePt t="23430" x="7283450" y="4921250"/>
          <p14:tracePt t="23464" x="7289800" y="4914900"/>
          <p14:tracePt t="23493" x="7296150" y="4914900"/>
          <p14:tracePt t="23499" x="7302500" y="4914900"/>
          <p14:tracePt t="23513" x="7308850" y="4914900"/>
          <p14:tracePt t="23529" x="7340600" y="4908550"/>
          <p14:tracePt t="23546" x="7410450" y="4895850"/>
          <p14:tracePt t="23563" x="7505700" y="4876800"/>
          <p14:tracePt t="23579" x="7556500" y="4870450"/>
          <p14:tracePt t="23596" x="7613650" y="4864100"/>
          <p14:tracePt t="23612" x="7734300" y="4838700"/>
          <p14:tracePt t="23629" x="7766050" y="4832350"/>
          <p14:tracePt t="23645" x="7791450" y="4819650"/>
          <p14:tracePt t="23662" x="7816850" y="4813300"/>
          <p14:tracePt t="23679" x="7829550" y="4813300"/>
          <p14:tracePt t="23745" x="7823200" y="4813300"/>
          <p14:tracePt t="23773" x="7816850" y="4813300"/>
          <p14:tracePt t="23808" x="7810500" y="4813300"/>
          <p14:tracePt t="23815" x="7804150" y="4813300"/>
          <p14:tracePt t="23827" x="7797800" y="4813300"/>
          <p14:tracePt t="23844" x="7778750" y="4813300"/>
          <p14:tracePt t="23861" x="7759700" y="4813300"/>
          <p14:tracePt t="23879" x="7721600" y="4813300"/>
          <p14:tracePt t="23895" x="7664450" y="4806950"/>
          <p14:tracePt t="23911" x="7645400" y="4806950"/>
          <p14:tracePt t="23928" x="7588250" y="4800600"/>
          <p14:tracePt t="23944" x="7569200" y="4800600"/>
          <p14:tracePt t="23960" x="7531100" y="4794250"/>
          <p14:tracePt t="23977" x="7505700" y="4794250"/>
          <p14:tracePt t="23994" x="7499350" y="4794250"/>
          <p14:tracePt t="24012" x="7499350" y="4787900"/>
          <p14:tracePt t="24047" x="7493000" y="4787900"/>
          <p14:tracePt t="24159" x="7499350" y="4787900"/>
          <p14:tracePt t="24166" x="7505700" y="4787900"/>
          <p14:tracePt t="24176" x="7518400" y="4787900"/>
          <p14:tracePt t="24194" x="7550150" y="4787900"/>
          <p14:tracePt t="24210" x="7569200" y="4787900"/>
          <p14:tracePt t="24227" x="7600950" y="4794250"/>
          <p14:tracePt t="24244" x="7727950" y="4794250"/>
          <p14:tracePt t="24260" x="7772400" y="4794250"/>
          <p14:tracePt t="24276" x="7810500" y="4794250"/>
          <p14:tracePt t="24293" x="7867650" y="4794250"/>
          <p14:tracePt t="24310" x="7893050" y="4794250"/>
          <p14:tracePt t="24327" x="7905750" y="4794250"/>
          <p14:tracePt t="24343" x="7912100" y="4794250"/>
          <p14:tracePt t="24359" x="7918450" y="4794250"/>
          <p14:tracePt t="24419" x="7912100" y="4794250"/>
          <p14:tracePt t="24475" x="7905750" y="4794250"/>
          <p14:tracePt t="24517" x="7899400" y="4794250"/>
          <p14:tracePt t="24756" x="7899400" y="4787900"/>
          <p14:tracePt t="24874" x="7899400" y="4781550"/>
          <p14:tracePt t="24959" x="7899400" y="4775200"/>
          <p14:tracePt t="24965" x="7893050" y="4775200"/>
          <p14:tracePt t="24980" x="7886700" y="4775200"/>
          <p14:tracePt t="24990" x="7880350" y="4775200"/>
          <p14:tracePt t="25008" x="7861300" y="4775200"/>
          <p14:tracePt t="25024" x="7848600" y="4781550"/>
          <p14:tracePt t="25040" x="7797800" y="4787900"/>
          <p14:tracePt t="25058" x="7734300" y="4806950"/>
          <p14:tracePt t="25074" x="7708900" y="4806950"/>
          <p14:tracePt t="25090" x="7639050" y="4819650"/>
          <p14:tracePt t="25107" x="7569200" y="4819650"/>
          <p14:tracePt t="25142" x="7486650" y="4826000"/>
          <p14:tracePt t="25156" x="7442200" y="4826000"/>
          <p14:tracePt t="25173" x="7423150" y="4832350"/>
          <p14:tracePt t="25191" x="7391400" y="4832350"/>
          <p14:tracePt t="25206" x="7378700" y="4832350"/>
          <p14:tracePt t="25223" x="7359650" y="4832350"/>
          <p14:tracePt t="25240" x="7334250" y="4832350"/>
          <p14:tracePt t="25273" x="7308850" y="4826000"/>
          <p14:tracePt t="25290" x="7283450" y="4826000"/>
          <p14:tracePt t="25306" x="7270750" y="4826000"/>
          <p14:tracePt t="25324" x="7245350" y="4826000"/>
          <p14:tracePt t="25339" x="7213600" y="4819650"/>
          <p14:tracePt t="25356" x="7194550" y="4819650"/>
          <p14:tracePt t="25373" x="7169150" y="4813300"/>
          <p14:tracePt t="25389" x="7156450" y="4806950"/>
          <p14:tracePt t="25406" x="7150100" y="4806950"/>
          <p14:tracePt t="25409" x="7150100" y="4800600"/>
          <p14:tracePt t="25429" x="7143750" y="4800600"/>
          <p14:tracePt t="25478" x="7137400" y="4794250"/>
          <p14:tracePt t="25541" x="7131050" y="4794250"/>
          <p14:tracePt t="25569" x="7124700" y="4794250"/>
          <p14:tracePt t="25576" x="7118350" y="4794250"/>
          <p14:tracePt t="25592" x="7112000" y="4794250"/>
          <p14:tracePt t="25605" x="7099300" y="4794250"/>
          <p14:tracePt t="25622" x="7080250" y="4794250"/>
          <p14:tracePt t="25639" x="7042150" y="4787900"/>
          <p14:tracePt t="25655" x="7023100" y="4787900"/>
          <p14:tracePt t="25671" x="6991350" y="4787900"/>
          <p14:tracePt t="25689" x="6959600" y="4787900"/>
          <p14:tracePt t="25704" x="6946900" y="4787900"/>
          <p14:tracePt t="25722" x="6934200" y="4781550"/>
          <p14:tracePt t="25738" x="6921500" y="4781550"/>
          <p14:tracePt t="25913" x="6915150" y="4781550"/>
          <p14:tracePt t="26138" x="6908800" y="4781550"/>
          <p14:tracePt t="26151" x="6902450" y="4781550"/>
          <p14:tracePt t="26158" x="6889750" y="4781550"/>
          <p14:tracePt t="26173" x="6870700" y="4787900"/>
          <p14:tracePt t="26187" x="6858000" y="4794250"/>
          <p14:tracePt t="26203" x="6832600" y="4794250"/>
          <p14:tracePt t="26220" x="6819900" y="4800600"/>
          <p14:tracePt t="26237" x="6807200" y="4806950"/>
          <p14:tracePt t="26253" x="6800850" y="4806950"/>
          <p14:tracePt t="26273" x="6794500" y="4806950"/>
          <p14:tracePt t="26320" x="6788150" y="4813300"/>
          <p14:tracePt t="26369" x="6788150" y="4819650"/>
          <p14:tracePt t="26411" x="6788150" y="4826000"/>
          <p14:tracePt t="26446" x="6788150" y="4838700"/>
          <p14:tracePt t="26509" x="6788150" y="4845050"/>
          <p14:tracePt t="26516" x="6788150" y="4851400"/>
          <p14:tracePt t="26544" x="6794500" y="4851400"/>
          <p14:tracePt t="26550" x="6794500" y="4857750"/>
          <p14:tracePt t="26628" x="6794500" y="4864100"/>
          <p14:tracePt t="26663" x="6800850" y="4870450"/>
          <p14:tracePt t="26720" x="6807200" y="4870450"/>
          <p14:tracePt t="26803" x="6813550" y="4870450"/>
          <p14:tracePt t="26873" x="6819900" y="4870450"/>
          <p14:tracePt t="26881" x="6826250" y="4870450"/>
          <p14:tracePt t="26909" x="6832600" y="4864100"/>
          <p14:tracePt t="27021" x="6845300" y="4864100"/>
          <p14:tracePt t="27042" x="6851650" y="4864100"/>
          <p14:tracePt t="27049" x="6858000" y="4857750"/>
          <p14:tracePt t="27070" x="6870700" y="4857750"/>
          <p14:tracePt t="27085" x="6883400" y="4851400"/>
          <p14:tracePt t="27091" x="6896100" y="4851400"/>
          <p14:tracePt t="27105" x="6915150" y="4845050"/>
          <p14:tracePt t="27116" x="6934200" y="4832350"/>
          <p14:tracePt t="27134" x="6972300" y="4826000"/>
          <p14:tracePt t="27150" x="6985000" y="4819650"/>
          <p14:tracePt t="27166" x="7010400" y="4813300"/>
          <p14:tracePt t="27183" x="7016750" y="4813300"/>
          <p14:tracePt t="27200" x="7023100" y="4813300"/>
          <p14:tracePt t="27217" x="7035800" y="4813300"/>
          <p14:tracePt t="27274" x="7042150" y="4813300"/>
          <p14:tracePt t="27316" x="7048500" y="4813300"/>
          <p14:tracePt t="27322" x="7054850" y="4813300"/>
          <p14:tracePt t="27351" x="7067550" y="4813300"/>
          <p14:tracePt t="27365" x="7073900" y="4813300"/>
          <p14:tracePt t="27371" x="7080250" y="4813300"/>
          <p14:tracePt t="27386" x="7086600" y="4813300"/>
          <p14:tracePt t="27399" x="7092950" y="4813300"/>
          <p14:tracePt t="27421" x="7105650" y="4813300"/>
          <p14:tracePt t="27435" x="7112000" y="4813300"/>
          <p14:tracePt t="27456" x="7118350" y="4813300"/>
          <p14:tracePt t="27465" x="7124700" y="4813300"/>
          <p14:tracePt t="27485" x="7131050" y="4813300"/>
          <p14:tracePt t="27512" x="7137400" y="4813300"/>
          <p14:tracePt t="27540" x="7143750" y="4813300"/>
          <p14:tracePt t="27555" x="7150100" y="4813300"/>
          <p14:tracePt t="27561" x="7156450" y="4813300"/>
          <p14:tracePt t="27576" x="7162800" y="4813300"/>
          <p14:tracePt t="27584" x="7175500" y="4813300"/>
          <p14:tracePt t="27598" x="7194550" y="4813300"/>
          <p14:tracePt t="27615" x="7226300" y="4813300"/>
          <p14:tracePt t="27632" x="7258050" y="4813300"/>
          <p14:tracePt t="27648" x="7277100" y="4813300"/>
          <p14:tracePt t="27665" x="7289800" y="4813300"/>
          <p14:tracePt t="27681" x="7321550" y="4813300"/>
          <p14:tracePt t="27698" x="7327900" y="4813300"/>
          <p14:tracePt t="27715" x="7334250" y="4813300"/>
          <p14:tracePt t="27751" x="7340600" y="4813300"/>
          <p14:tracePt t="27806" x="7346950" y="4813300"/>
          <p14:tracePt t="27814" x="7359650" y="4813300"/>
          <p14:tracePt t="27834" x="7372350" y="4813300"/>
          <p14:tracePt t="27841" x="7378700" y="4813300"/>
          <p14:tracePt t="27855" x="7385050" y="4813300"/>
          <p14:tracePt t="27865" x="7397750" y="4813300"/>
          <p14:tracePt t="27880" x="7423150" y="4813300"/>
          <p14:tracePt t="27898" x="7480300" y="4813300"/>
          <p14:tracePt t="27914" x="7543800" y="4813300"/>
          <p14:tracePt t="27931" x="7575550" y="4813300"/>
          <p14:tracePt t="27934" x="7613650" y="4813300"/>
          <p14:tracePt t="27950" x="7639050" y="4813300"/>
          <p14:tracePt t="27964" x="7708900" y="4813300"/>
          <p14:tracePt t="27981" x="7734300" y="4813300"/>
          <p14:tracePt t="27997" x="7791450" y="4813300"/>
          <p14:tracePt t="28013" x="7823200" y="4813300"/>
          <p14:tracePt t="28031" x="7867650" y="4813300"/>
          <p14:tracePt t="28047" x="7912100" y="4800600"/>
          <p14:tracePt t="28063" x="7931150" y="4800600"/>
          <p14:tracePt t="28080" x="7962900" y="4800600"/>
          <p14:tracePt t="28096" x="7981950" y="4800600"/>
          <p14:tracePt t="28113" x="7988300" y="4800600"/>
          <p14:tracePt t="28130" x="7994650" y="4800600"/>
          <p14:tracePt t="28186" x="7988300" y="4800600"/>
          <p14:tracePt t="28193" x="7981950" y="4800600"/>
          <p14:tracePt t="28256" x="7975600" y="4800600"/>
          <p14:tracePt t="28284" x="7969250" y="4800600"/>
          <p14:tracePt t="28326" x="7962900" y="4800600"/>
          <p14:tracePt t="28375" x="7956550" y="4800600"/>
          <p14:tracePt t="28382" x="7950200" y="4800600"/>
          <p14:tracePt t="28398" x="7943850" y="4800600"/>
          <p14:tracePt t="28412" x="7931150" y="4800600"/>
          <p14:tracePt t="28429" x="7899400" y="4794250"/>
          <p14:tracePt t="28446" x="7829550" y="4775200"/>
          <p14:tracePt t="28462" x="7778750" y="4768850"/>
          <p14:tracePt t="28478" x="7645400" y="4737100"/>
          <p14:tracePt t="28495" x="7499350" y="4699000"/>
          <p14:tracePt t="28512" x="7442200" y="4679950"/>
          <p14:tracePt t="28529" x="7321550" y="4641850"/>
          <p14:tracePt t="28544" x="7245350" y="4622800"/>
          <p14:tracePt t="28562" x="7207250" y="4603750"/>
          <p14:tracePt t="28579" x="7143750" y="4572000"/>
          <p14:tracePt t="28595" x="7105650" y="4565650"/>
          <p14:tracePt t="28611" x="7105650" y="4559300"/>
          <p14:tracePt t="28628" x="7092950" y="4559300"/>
          <p14:tracePt t="28645" x="7086600" y="4559300"/>
          <p14:tracePt t="28661" x="7080250" y="4565650"/>
          <p14:tracePt t="28698" x="7073900" y="4565650"/>
          <p14:tracePt t="28712" x="7061200" y="4572000"/>
          <p14:tracePt t="28727" x="7048500" y="4578350"/>
          <p14:tracePt t="28744" x="7035800" y="4578350"/>
          <p14:tracePt t="28761" x="7016750" y="4578350"/>
          <p14:tracePt t="28777" x="6991350" y="4591050"/>
          <p14:tracePt t="28794" x="6978650" y="4591050"/>
          <p14:tracePt t="28811" x="6959600" y="4591050"/>
          <p14:tracePt t="28828" x="6946900" y="4591050"/>
          <p14:tracePt t="28861" x="6940550" y="4591050"/>
          <p14:tracePt t="28877" x="6934200" y="4591050"/>
          <p14:tracePt t="28929" x="6927850" y="4597400"/>
          <p14:tracePt t="29056" x="6921500" y="4603750"/>
          <p14:tracePt t="29078" x="6921500" y="4610100"/>
          <p14:tracePt t="29098" x="6915150" y="4616450"/>
          <p14:tracePt t="29104" x="6908800" y="4622800"/>
          <p14:tracePt t="29119" x="6902450" y="4622800"/>
          <p14:tracePt t="29140" x="6896100" y="4629150"/>
          <p14:tracePt t="29147" x="6896100" y="4635500"/>
          <p14:tracePt t="29160" x="6889750" y="4635500"/>
          <p14:tracePt t="29176" x="6883400" y="4641850"/>
          <p14:tracePt t="29196" x="6877050" y="4654550"/>
          <p14:tracePt t="29224" x="6877050" y="4660900"/>
          <p14:tracePt t="29245" x="6870700" y="4660900"/>
          <p14:tracePt t="29280" x="6870700" y="4667250"/>
          <p14:tracePt t="29308" x="6864350" y="4667250"/>
          <p14:tracePt t="29315" x="6858000" y="4673600"/>
          <p14:tracePt t="29329" x="6858000" y="4679950"/>
          <p14:tracePt t="29343" x="6851650" y="4679950"/>
          <p14:tracePt t="29359" x="6851650" y="4686300"/>
          <p14:tracePt t="29375" x="6845300" y="4686300"/>
          <p14:tracePt t="29393" x="6845300" y="4699000"/>
          <p14:tracePt t="29409" x="6838950" y="4705350"/>
          <p14:tracePt t="29442" x="6832600" y="4705350"/>
          <p14:tracePt t="29459" x="6826250" y="4711700"/>
          <p14:tracePt t="29491" x="6819900" y="4711700"/>
          <p14:tracePt t="29526" x="6813550" y="4718050"/>
          <p14:tracePt t="29561" x="6807200" y="4724400"/>
          <p14:tracePt t="29596" x="6807200" y="4730750"/>
          <p14:tracePt t="29617" x="6800850" y="4737100"/>
          <p14:tracePt t="29644" x="6794500" y="4743450"/>
          <p14:tracePt t="29701" x="6788150" y="4743450"/>
          <p14:tracePt t="29729" x="6781800" y="4743450"/>
          <p14:tracePt t="29771" x="6775450" y="4743450"/>
          <p14:tracePt t="29777" x="6769100" y="4743450"/>
          <p14:tracePt t="29806" x="6769100" y="4749800"/>
          <p14:tracePt t="29827" x="6762750" y="4749800"/>
          <p14:tracePt t="29848" x="6756400" y="4756150"/>
          <p14:tracePt t="29855" x="6750050" y="4756150"/>
          <p14:tracePt t="29911" x="6743700" y="4756150"/>
          <p14:tracePt t="29918" x="6737350" y="4756150"/>
          <p14:tracePt t="29947" x="6731000" y="4762500"/>
          <p14:tracePt t="29996" x="6724650" y="4762500"/>
          <p14:tracePt t="30030" x="6724650" y="4768850"/>
          <p14:tracePt t="30038" x="6718300" y="4768850"/>
          <p14:tracePt t="31637" x="6724650" y="4775200"/>
          <p14:tracePt t="31658" x="6724650" y="4781550"/>
          <p14:tracePt t="31707" x="6731000" y="4781550"/>
          <p14:tracePt t="31722" x="6737350" y="4781550"/>
          <p14:tracePt t="31728" x="6743700" y="4781550"/>
          <p14:tracePt t="31736" x="6756400" y="4787900"/>
          <p14:tracePt t="31751" x="6769100" y="4787900"/>
          <p14:tracePt t="31767" x="6794500" y="4794250"/>
          <p14:tracePt t="31785" x="6858000" y="4806950"/>
          <p14:tracePt t="31801" x="6896100" y="4813300"/>
          <p14:tracePt t="31817" x="6934200" y="4813300"/>
          <p14:tracePt t="31834" x="7016750" y="4819650"/>
          <p14:tracePt t="31850" x="7035800" y="4819650"/>
          <p14:tracePt t="31867" x="7067550" y="4819650"/>
          <p14:tracePt t="31883" x="7099300" y="4819650"/>
          <p14:tracePt t="31900" x="7112000" y="4819650"/>
          <p14:tracePt t="31917" x="7124700" y="4819650"/>
          <p14:tracePt t="31934" x="7137400" y="4819650"/>
          <p14:tracePt t="31974" x="7143750" y="4819650"/>
          <p14:tracePt t="31987" x="7150100" y="4819650"/>
          <p14:tracePt t="32009" x="7156450" y="4819650"/>
          <p14:tracePt t="32023" x="7169150" y="4819650"/>
          <p14:tracePt t="32037" x="7194550" y="4819650"/>
          <p14:tracePt t="32051" x="7213600" y="4819650"/>
          <p14:tracePt t="32058" x="7258050" y="4813300"/>
          <p14:tracePt t="32072" x="7321550" y="4813300"/>
          <p14:tracePt t="32086" x="7372350" y="4806950"/>
          <p14:tracePt t="32100" x="7461250" y="4806950"/>
          <p14:tracePt t="32116" x="7550150" y="4794250"/>
          <p14:tracePt t="32133" x="7632700" y="4787900"/>
          <p14:tracePt t="32149" x="7772400" y="4787900"/>
          <p14:tracePt t="32166" x="7835900" y="4775200"/>
          <p14:tracePt t="32182" x="7874000" y="4775200"/>
          <p14:tracePt t="32199" x="7931150" y="4775200"/>
          <p14:tracePt t="32216" x="7943850" y="4775200"/>
          <p14:tracePt t="32233" x="7956550" y="4775200"/>
          <p14:tracePt t="32248" x="7962900" y="4775200"/>
          <p14:tracePt t="32339" x="7969250" y="4768850"/>
          <p14:tracePt t="32360" x="7981950" y="4768850"/>
          <p14:tracePt t="32374" x="7988300" y="4768850"/>
          <p14:tracePt t="32388" x="8007350" y="4768850"/>
          <p14:tracePt t="32395" x="8026400" y="4768850"/>
          <p14:tracePt t="32409" x="8058150" y="4768850"/>
          <p14:tracePt t="32423" x="8083550" y="4768850"/>
          <p14:tracePt t="32437" x="8121650" y="4768850"/>
          <p14:tracePt t="32448" x="8153400" y="4762500"/>
          <p14:tracePt t="32465" x="8191500" y="4762500"/>
          <p14:tracePt t="32481" x="8210550" y="4762500"/>
          <p14:tracePt t="32498" x="8248650" y="4762500"/>
          <p14:tracePt t="32515" x="8267700" y="4756150"/>
          <p14:tracePt t="32532" x="8274050" y="4756150"/>
          <p14:tracePt t="32548" x="8280400" y="4756150"/>
          <p14:tracePt t="32592" x="8274050" y="4756150"/>
          <p14:tracePt t="32612" x="8274050" y="4749800"/>
          <p14:tracePt t="33115" x="8235950" y="4749800"/>
          <p14:tracePt t="33130" x="8197850" y="4749800"/>
          <p14:tracePt t="33136" x="8159750" y="4749800"/>
          <p14:tracePt t="33145" x="8121650" y="4749800"/>
          <p14:tracePt t="33162" x="8083550" y="4749800"/>
          <p14:tracePt t="33179" x="7988300" y="4749800"/>
          <p14:tracePt t="33196" x="7950200" y="4749800"/>
          <p14:tracePt t="33213" x="7848600" y="4749800"/>
          <p14:tracePt t="33229" x="7721600" y="4749800"/>
          <p14:tracePt t="33245" x="7664450" y="4749800"/>
          <p14:tracePt t="33262" x="7550150" y="4756150"/>
          <p14:tracePt t="33279" x="7429500" y="4756150"/>
          <p14:tracePt t="33295" x="7391400" y="4756150"/>
          <p14:tracePt t="33311" x="7302500" y="4768850"/>
          <p14:tracePt t="33328" x="7219950" y="4781550"/>
          <p14:tracePt t="33346" x="7150100" y="4794250"/>
          <p14:tracePt t="33362" x="7118350" y="4800600"/>
          <p14:tracePt t="33378" x="7086600" y="4806950"/>
          <p14:tracePt t="33396" x="7054850" y="4819650"/>
          <p14:tracePt t="33412" x="7029450" y="4832350"/>
          <p14:tracePt t="33428" x="7016750" y="4845050"/>
          <p14:tracePt t="33445" x="6997700" y="4851400"/>
          <p14:tracePt t="33461" x="6991350" y="4857750"/>
          <p14:tracePt t="33478" x="6985000" y="4857750"/>
          <p14:tracePt t="33495" x="6972300" y="4864100"/>
          <p14:tracePt t="33511" x="6972300" y="4870450"/>
          <p14:tracePt t="33528" x="6959600" y="4870450"/>
          <p14:tracePt t="33561" x="6953250" y="4870450"/>
          <p14:tracePt t="33578" x="6946900" y="4876800"/>
          <p14:tracePt t="33594" x="6940550" y="4876800"/>
          <p14:tracePt t="33611" x="6940550" y="4883150"/>
          <p14:tracePt t="33634" x="6934200" y="4889500"/>
          <p14:tracePt t="33644" x="6927850" y="4889500"/>
          <p14:tracePt t="34206" x="6908800" y="4889500"/>
          <p14:tracePt t="34220" x="6889750" y="4889500"/>
          <p14:tracePt t="34228" x="6877050" y="4889500"/>
          <p14:tracePt t="34242" x="6858000" y="4889500"/>
          <p14:tracePt t="34259" x="6819900" y="4889500"/>
          <p14:tracePt t="34276" x="6813550" y="4889500"/>
          <p14:tracePt t="34291" x="6788150" y="4895850"/>
          <p14:tracePt t="34308" x="6781800" y="4895850"/>
          <p14:tracePt t="34326" x="6769100" y="4895850"/>
          <p14:tracePt t="34358" x="6762750" y="4895850"/>
          <p14:tracePt t="34718" x="6769100" y="4895850"/>
          <p14:tracePt t="34803" x="6775450" y="4895850"/>
          <p14:tracePt t="34838" x="6781800" y="4895850"/>
          <p14:tracePt t="34859" x="6788150" y="4895850"/>
          <p14:tracePt t="34880" x="6794500" y="4895850"/>
          <p14:tracePt t="34887" x="6800850" y="4889500"/>
          <p14:tracePt t="34901" x="6813550" y="4883150"/>
          <p14:tracePt t="34909" x="6819900" y="4876800"/>
          <p14:tracePt t="34923" x="6838950" y="4876800"/>
          <p14:tracePt t="34940" x="6851650" y="4864100"/>
          <p14:tracePt t="34957" x="6889750" y="4845050"/>
          <p14:tracePt t="34972" x="6902450" y="4845050"/>
          <p14:tracePt t="34989" x="6908800" y="4838700"/>
          <p14:tracePt t="35006" x="6934200" y="4826000"/>
          <p14:tracePt t="35023" x="6940550" y="4826000"/>
          <p14:tracePt t="35056" x="6946900" y="4826000"/>
          <p14:tracePt t="35083" x="6953250" y="4826000"/>
          <p14:tracePt t="35132" x="6959600" y="4819650"/>
          <p14:tracePt t="35832" x="6965950" y="4819650"/>
          <p14:tracePt t="35839" x="6978650" y="4826000"/>
          <p14:tracePt t="35860" x="6991350" y="4826000"/>
          <p14:tracePt t="35874" x="7004050" y="4832350"/>
          <p14:tracePt t="35886" x="7010400" y="4832350"/>
          <p14:tracePt t="35916" x="7023100" y="4832350"/>
          <p14:tracePt t="35923" x="7035800" y="4832350"/>
          <p14:tracePt t="35937" x="7042150" y="4832350"/>
          <p14:tracePt t="35952" x="7061200" y="4832350"/>
          <p14:tracePt t="35969" x="7067550" y="4826000"/>
          <p14:tracePt t="35986" x="7099300" y="4819650"/>
          <p14:tracePt t="36002" x="7124700" y="4813300"/>
          <p14:tracePt t="36019" x="7143750" y="4806950"/>
          <p14:tracePt t="36037" x="7169150" y="4794250"/>
          <p14:tracePt t="36052" x="7188200" y="4787900"/>
          <p14:tracePt t="36085" x="7194550" y="4787900"/>
          <p14:tracePt t="36113" x="7200900" y="4781550"/>
          <p14:tracePt t="36183" x="7207250" y="4781550"/>
          <p14:tracePt t="36190" x="7213600" y="4781550"/>
          <p14:tracePt t="36232" x="7219950" y="4781550"/>
          <p14:tracePt t="36253" x="7226300" y="4781550"/>
          <p14:tracePt t="36260" x="7232650" y="4781550"/>
          <p14:tracePt t="36281" x="7245350" y="4781550"/>
          <p14:tracePt t="36295" x="7251700" y="4781550"/>
          <p14:tracePt t="36305" x="7264400" y="4781550"/>
          <p14:tracePt t="36318" x="7283450" y="4781550"/>
          <p14:tracePt t="36335" x="7334250" y="4768850"/>
          <p14:tracePt t="36352" x="7404100" y="4762500"/>
          <p14:tracePt t="36368" x="7429500" y="4756150"/>
          <p14:tracePt t="36385" x="7473950" y="4749800"/>
          <p14:tracePt t="36401" x="7569200" y="4743450"/>
          <p14:tracePt t="36417" x="7600950" y="4743450"/>
          <p14:tracePt t="36435" x="7620000" y="4743450"/>
          <p14:tracePt t="36451" x="7658100" y="4743450"/>
          <p14:tracePt t="36468" x="7677150" y="4743450"/>
          <p14:tracePt t="36485" x="7689850" y="4743450"/>
          <p14:tracePt t="36527" x="7696200" y="4743450"/>
          <p14:tracePt t="36604" x="7689850" y="4743450"/>
          <p14:tracePt t="36653" x="7683500" y="4743450"/>
          <p14:tracePt t="36695" x="7677150" y="4743450"/>
          <p14:tracePt t="36723" x="7670800" y="4749800"/>
          <p14:tracePt t="36744" x="7664450" y="4756150"/>
          <p14:tracePt t="36751" x="7658100" y="4762500"/>
          <p14:tracePt t="36765" x="7645400" y="4768850"/>
          <p14:tracePt t="36772" x="7626350" y="4781550"/>
          <p14:tracePt t="36787" x="7594600" y="4787900"/>
          <p14:tracePt t="36800" x="7562850" y="4806950"/>
          <p14:tracePt t="36816" x="7480300" y="4832350"/>
          <p14:tracePt t="36833" x="7423150" y="4851400"/>
          <p14:tracePt t="36850" x="7315200" y="4876800"/>
          <p14:tracePt t="36866" x="7194550" y="4902200"/>
          <p14:tracePt t="36884" x="7156450" y="4914900"/>
          <p14:tracePt t="36900" x="7080250" y="4927600"/>
          <p14:tracePt t="36916" x="7029450" y="4946650"/>
          <p14:tracePt t="36933" x="6997700" y="4953000"/>
          <p14:tracePt t="36949" x="6997700" y="4959350"/>
          <p14:tracePt t="36966" x="6985000" y="4959350"/>
          <p14:tracePt t="36983" x="6978650" y="4953000"/>
          <p14:tracePt t="36999" x="6978650" y="4946650"/>
          <p14:tracePt t="37032" x="6985000" y="4940300"/>
          <p14:tracePt t="37530" x="6953250" y="4927600"/>
          <p14:tracePt t="37544" x="6896100" y="4895850"/>
          <p14:tracePt t="37558" x="6819900" y="4876800"/>
          <p14:tracePt t="37567" x="6737350" y="4857750"/>
          <p14:tracePt t="37581" x="6635750" y="4826000"/>
          <p14:tracePt t="37597" x="6515100" y="4794250"/>
          <p14:tracePt t="37614" x="6178550" y="4686300"/>
          <p14:tracePt t="37630" x="6089650" y="4654550"/>
          <p14:tracePt t="37647" x="5994400" y="4616450"/>
          <p14:tracePt t="37664" x="5683250" y="4533900"/>
          <p14:tracePt t="37680" x="5581650" y="4502150"/>
          <p14:tracePt t="37697" x="5473700" y="4457700"/>
          <p14:tracePt t="37713" x="5302250" y="4400550"/>
          <p14:tracePt t="37730" x="5168900" y="4349750"/>
          <p14:tracePt t="37748" x="5048250" y="4324350"/>
          <p14:tracePt t="37763" x="5003800" y="4311650"/>
          <p14:tracePt t="37780" x="4908550" y="4279900"/>
          <p14:tracePt t="37797" x="4826000" y="4254500"/>
          <p14:tracePt t="37813" x="4768850" y="4222750"/>
          <p14:tracePt t="37830" x="4686300" y="4197350"/>
          <p14:tracePt t="37846" x="4584700" y="4171950"/>
          <p14:tracePt t="37863" x="4533900" y="4165600"/>
          <p14:tracePt t="37879" x="4413250" y="4127500"/>
          <p14:tracePt t="37896" x="4292600" y="4089400"/>
          <p14:tracePt t="37913" x="4235450" y="4064000"/>
          <p14:tracePt t="37930" x="4127500" y="3987800"/>
          <p14:tracePt t="37946" x="4044950" y="3886200"/>
          <p14:tracePt t="37962" x="4013200" y="3816350"/>
          <p14:tracePt t="37979" x="3968750" y="3670300"/>
          <p14:tracePt t="37996" x="3956050" y="3581400"/>
          <p14:tracePt t="37999" x="3937000" y="3486150"/>
          <p14:tracePt t="38012" x="3917950" y="3371850"/>
          <p14:tracePt t="38029" x="3860800" y="3111500"/>
          <p14:tracePt t="38045" x="3822700" y="2908300"/>
          <p14:tracePt t="38062" x="3663950" y="2457450"/>
          <p14:tracePt t="38078" x="3594100" y="2247900"/>
          <p14:tracePt t="38095" x="3467100" y="1854200"/>
          <p14:tracePt t="38113" x="3429000" y="1625600"/>
          <p14:tracePt t="38129" x="3409950" y="1543050"/>
          <p14:tracePt t="38145" x="3390900" y="1435100"/>
          <p14:tracePt t="38162" x="3390900" y="1403350"/>
          <p14:tracePt t="38178" x="3384550" y="1384300"/>
          <p14:tracePt t="38225" x="3384550" y="1377950"/>
          <p14:tracePt t="38246" x="3390900" y="1371600"/>
          <p14:tracePt t="38267" x="3390900" y="1365250"/>
          <p14:tracePt t="38281" x="3390900" y="1358900"/>
          <p14:tracePt t="38287" x="3390900" y="1339850"/>
          <p14:tracePt t="38298" x="3390900" y="1320800"/>
          <p14:tracePt t="38311" x="3390900" y="1270000"/>
          <p14:tracePt t="38328" x="3390900" y="1231900"/>
          <p14:tracePt t="38344" x="3390900" y="1104900"/>
          <p14:tracePt t="38361" x="3371850" y="971550"/>
          <p14:tracePt t="38378" x="3371850" y="908050"/>
          <p14:tracePt t="38394" x="3359150" y="781050"/>
          <p14:tracePt t="38411" x="3359150" y="685800"/>
          <p14:tracePt t="38428" x="3359150" y="622300"/>
          <p14:tracePt t="38444" x="3359150" y="596900"/>
          <p14:tracePt t="38461" x="3384550" y="558800"/>
          <p14:tracePt t="38478" x="3416300" y="501650"/>
          <p14:tracePt t="38494" x="3435350" y="482600"/>
          <p14:tracePt t="38511" x="3505200" y="431800"/>
          <p14:tracePt t="38527" x="3556000" y="387350"/>
          <p14:tracePt t="38544" x="3587750" y="368300"/>
          <p14:tracePt t="38561" x="3613150" y="342900"/>
          <p14:tracePt t="38576" x="3632200" y="330200"/>
          <p14:tracePt t="38632" x="3638550" y="330200"/>
          <p14:tracePt t="38639" x="3638550" y="336550"/>
          <p14:tracePt t="38647" x="3638550" y="355600"/>
          <p14:tracePt t="38661" x="3638550" y="374650"/>
          <p14:tracePt t="38677" x="3644900" y="393700"/>
          <p14:tracePt t="38693" x="3657600" y="495300"/>
          <p14:tracePt t="38710" x="3683000" y="692150"/>
          <p14:tracePt t="38726" x="3708400" y="819150"/>
          <p14:tracePt t="38744" x="3771900" y="1181100"/>
          <p14:tracePt t="38760" x="3784600" y="1371600"/>
          <p14:tracePt t="38776" x="3835400" y="1784350"/>
          <p14:tracePt t="38793" x="3879850" y="2197100"/>
          <p14:tracePt t="38810" x="3898900" y="2520950"/>
          <p14:tracePt t="38826" x="3911600" y="2635250"/>
          <p14:tracePt t="38844" x="3911600" y="2851150"/>
          <p14:tracePt t="38859" x="3917950" y="3009900"/>
          <p14:tracePt t="38876" x="3930650" y="3073400"/>
          <p14:tracePt t="38893" x="3956050" y="3168650"/>
          <p14:tracePt t="38909" x="3962400" y="3213100"/>
          <p14:tracePt t="38926" x="4006850" y="3314700"/>
          <p14:tracePt t="38943" x="4013200" y="3346450"/>
          <p14:tracePt t="38959" x="4019550" y="3371850"/>
          <p14:tracePt t="38976" x="4025900" y="3416300"/>
          <p14:tracePt t="38992" x="4038600" y="3454400"/>
          <p14:tracePt t="39009" x="4044950" y="3467100"/>
          <p14:tracePt t="39012" x="4064000" y="3498850"/>
          <p14:tracePt t="39026" x="4070350" y="3530600"/>
          <p14:tracePt t="39042" x="4095750" y="3581400"/>
          <p14:tracePt t="39060" x="4121150" y="3625850"/>
          <p14:tracePt t="39075" x="4127500" y="3632200"/>
          <p14:tracePt t="41498" x="4133850" y="3632200"/>
          <p14:tracePt t="41505" x="4165600" y="3613150"/>
          <p14:tracePt t="41516" x="4197350" y="3600450"/>
          <p14:tracePt t="41534" x="4241800" y="3562350"/>
          <p14:tracePt t="41550" x="4286250" y="3543300"/>
          <p14:tracePt t="41567" x="4318000" y="3530600"/>
          <p14:tracePt t="41583" x="4413250" y="3467100"/>
          <p14:tracePt t="41600" x="4445000" y="3448050"/>
          <p14:tracePt t="41617" x="4489450" y="3435350"/>
          <p14:tracePt t="41633" x="4508500" y="3422650"/>
          <p14:tracePt t="41650" x="4527550" y="3409950"/>
          <p14:tracePt t="41667" x="4546600" y="3403600"/>
          <p14:tracePt t="41683" x="4559300" y="3397250"/>
          <p14:tracePt t="41700" x="4572000" y="3390900"/>
          <p14:tracePt t="41716" x="4578350" y="3384550"/>
          <p14:tracePt t="41733" x="4591050" y="3378200"/>
          <p14:tracePt t="41750" x="4597400" y="3371850"/>
          <p14:tracePt t="41766" x="4616450" y="3365500"/>
          <p14:tracePt t="41782" x="4622800" y="3365500"/>
          <p14:tracePt t="41800" x="4635500" y="3359150"/>
          <p14:tracePt t="41816" x="4648200" y="3352800"/>
          <p14:tracePt t="41832" x="4667250" y="3346450"/>
          <p14:tracePt t="41849" x="4673600" y="3340100"/>
          <p14:tracePt t="41866" x="4679950" y="3340100"/>
          <p14:tracePt t="41898" x="4686300" y="3333750"/>
          <p14:tracePt t="41996" x="4686300" y="3327400"/>
          <p14:tracePt t="42080" x="4692650" y="3327400"/>
          <p14:tracePt t="42150" x="4692650" y="3321050"/>
          <p14:tracePt t="42192" x="4699000" y="33210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Three Types of Methods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2640"/>
            <a:ext cx="9067800" cy="5902960"/>
          </a:xfrm>
        </p:spPr>
        <p:txBody>
          <a:bodyPr/>
          <a:lstStyle/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 smtClean="0">
                <a:solidFill>
                  <a:schemeClr val="bg1">
                    <a:lumMod val="75000"/>
                  </a:schemeClr>
                </a:solidFill>
              </a:rPr>
              <a:t>Simple methods belonging to the instance, which you invoke by calling them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These methods can be made private, but even then, they can still be invoked, as we’ll see later.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>
                <a:solidFill>
                  <a:srgbClr val="FF0000"/>
                </a:solidFill>
              </a:rPr>
              <a:t>Methods </a:t>
            </a:r>
            <a:r>
              <a:rPr lang="en-US" altLang="en-US" sz="3200" dirty="0" smtClean="0">
                <a:solidFill>
                  <a:srgbClr val="FF0000"/>
                </a:solidFill>
              </a:rPr>
              <a:t>belonging </a:t>
            </a:r>
            <a:r>
              <a:rPr lang="en-US" altLang="en-US" sz="3200" dirty="0">
                <a:solidFill>
                  <a:srgbClr val="FF0000"/>
                </a:solidFill>
              </a:rPr>
              <a:t>to </a:t>
            </a:r>
            <a:r>
              <a:rPr lang="en-US" altLang="en-US" sz="3200" dirty="0" smtClean="0">
                <a:solidFill>
                  <a:srgbClr val="FF0000"/>
                </a:solidFill>
              </a:rPr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class,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not </a:t>
            </a:r>
            <a:r>
              <a:rPr lang="en-US" altLang="en-US" sz="3200" dirty="0" smtClean="0">
                <a:solidFill>
                  <a:srgbClr val="FF0000"/>
                </a:solidFill>
              </a:rPr>
              <a:t>its </a:t>
            </a:r>
            <a:r>
              <a:rPr lang="en-US" altLang="en-US" sz="3200" dirty="0">
                <a:solidFill>
                  <a:srgbClr val="FF0000"/>
                </a:solidFill>
              </a:rPr>
              <a:t>instances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3000" dirty="0">
                <a:solidFill>
                  <a:srgbClr val="FF0000"/>
                </a:solidFill>
              </a:rPr>
              <a:t>These use </a:t>
            </a:r>
            <a:r>
              <a:rPr lang="en-US" altLang="en-US" sz="3000" dirty="0" err="1">
                <a:solidFill>
                  <a:srgbClr val="FF0000"/>
                </a:solidFill>
              </a:rPr>
              <a:t>staticmethod</a:t>
            </a:r>
            <a:r>
              <a:rPr lang="en-US" altLang="en-US" sz="3000" dirty="0">
                <a:solidFill>
                  <a:srgbClr val="FF0000"/>
                </a:solidFill>
              </a:rPr>
              <a:t>() or </a:t>
            </a:r>
            <a:r>
              <a:rPr lang="en-US" altLang="en-US" sz="3000" dirty="0" err="1">
                <a:solidFill>
                  <a:srgbClr val="FF0000"/>
                </a:solidFill>
              </a:rPr>
              <a:t>classmethod</a:t>
            </a:r>
            <a:r>
              <a:rPr lang="en-US" altLang="en-US" sz="3000" dirty="0">
                <a:solidFill>
                  <a:srgbClr val="FF0000"/>
                </a:solidFill>
              </a:rPr>
              <a:t>()</a:t>
            </a:r>
          </a:p>
          <a:p>
            <a:pPr marL="514350" indent="-514350" eaLnBrk="1" hangingPunct="1"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altLang="en-US" sz="3200" dirty="0" smtClean="0">
                <a:solidFill>
                  <a:schemeClr val="bg1">
                    <a:lumMod val="75000"/>
                  </a:schemeClr>
                </a:solidFill>
              </a:rPr>
              <a:t>Methods which are indirectly invoked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These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have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specific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names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that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Python</a:t>
            </a:r>
            <a:r>
              <a:rPr lang="en-US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understands</a:t>
            </a:r>
          </a:p>
          <a:p>
            <a:pPr marL="971550" lvl="2" indent="-227013" eaLnBrk="1" hangingPunct="1"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We already learned the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</a:rPr>
              <a:t>constructor,</a:t>
            </a:r>
            <a:r>
              <a:rPr lang="en-US" altLang="en-US" sz="28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800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8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__()</a:t>
            </a:r>
            <a:endParaRPr lang="en-US" altLang="en-US" sz="2800" spc="-100" dirty="0">
              <a:solidFill>
                <a:schemeClr val="bg1">
                  <a:lumMod val="75000"/>
                </a:schemeClr>
              </a:solidFill>
            </a:endParaRPr>
          </a:p>
          <a:p>
            <a:pPr lvl="3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(The constructor of a class is the method that executes when you create a new instance.) 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>
                <a:solidFill>
                  <a:schemeClr val="bg1">
                    <a:lumMod val="75000"/>
                  </a:schemeClr>
                </a:solidFill>
              </a:rPr>
              <a:t>These indirect methods all begin their names with “__” (but they are not the only things to do so).</a:t>
            </a:r>
            <a:endParaRPr lang="en-US" altLang="en-US" sz="32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34" spc="-9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</a:t>
            </a:r>
            <a:r>
              <a:rPr lang="en-US" sz="2434" spc="-94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12</a:t>
            </a: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</a:t>
            </a:r>
            <a:r>
              <a:rPr lang="en-US" sz="2434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#49</a:t>
            </a:r>
            <a:endParaRPr lang="en-US" sz="284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圓角矩形圖說文字 4"/>
          <p:cNvSpPr/>
          <p:nvPr/>
        </p:nvSpPr>
        <p:spPr bwMode="auto">
          <a:xfrm>
            <a:off x="0" y="4267200"/>
            <a:ext cx="3657601" cy="2590800"/>
          </a:xfrm>
          <a:prstGeom prst="wedgeRoundRectCallout">
            <a:avLst>
              <a:gd name="adj1" fmla="val 51874"/>
              <a:gd name="adj2" fmla="val -9567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865" tIns="42932" rIns="85865" bIns="42932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  <a:ea typeface="+mn-ea"/>
              </a:rPr>
              <a:t>Last week, we jumped over </a:t>
            </a:r>
            <a:br>
              <a:rPr lang="en-US" altLang="zh-TW" sz="3600" dirty="0" smtClean="0">
                <a:solidFill>
                  <a:srgbClr val="000000"/>
                </a:solidFill>
                <a:latin typeface="Times New Roman" charset="0"/>
                <a:ea typeface="+mn-ea"/>
              </a:rPr>
            </a:b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  <a:ea typeface="+mn-ea"/>
              </a:rPr>
              <a:t>this type</a:t>
            </a:r>
            <a:br>
              <a:rPr lang="en-US" altLang="zh-TW" sz="3600" dirty="0" smtClean="0">
                <a:solidFill>
                  <a:srgbClr val="000000"/>
                </a:solidFill>
                <a:latin typeface="Times New Roman" charset="0"/>
                <a:ea typeface="+mn-ea"/>
              </a:rPr>
            </a:b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  <a:ea typeface="+mn-ea"/>
              </a:rPr>
              <a:t>very quickly…</a:t>
            </a:r>
            <a:endParaRPr lang="zh-TW" altLang="en-US" sz="3600" dirty="0">
              <a:solidFill>
                <a:srgbClr val="000000"/>
              </a:solidFill>
              <a:latin typeface="Times New Roman" charset="0"/>
              <a:ea typeface="+mn-ea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94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15"/>
    </mc:Choice>
    <mc:Fallback>
      <p:transition spd="slow" advTm="16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53" x="4679950" y="3321050"/>
          <p14:tracePt t="2060" x="4648200" y="3327400"/>
          <p14:tracePt t="2067" x="4610100" y="3333750"/>
          <p14:tracePt t="2082" x="4578350" y="3352800"/>
          <p14:tracePt t="2096" x="4540250" y="3352800"/>
          <p14:tracePt t="2113" x="4445000" y="3359150"/>
          <p14:tracePt t="2129" x="4406900" y="3365500"/>
          <p14:tracePt t="2146" x="4324350" y="3384550"/>
          <p14:tracePt t="2163" x="4191000" y="3403600"/>
          <p14:tracePt t="2179" x="4114800" y="3409950"/>
          <p14:tracePt t="2196" x="3930650" y="3435350"/>
          <p14:tracePt t="2212" x="3765550" y="3460750"/>
          <p14:tracePt t="2229" x="3632200" y="3479800"/>
          <p14:tracePt t="2245" x="3568700" y="3498850"/>
          <p14:tracePt t="2262" x="3498850" y="3511550"/>
          <p14:tracePt t="2279" x="3302000" y="3530600"/>
          <p14:tracePt t="2295" x="3251200" y="3536950"/>
          <p14:tracePt t="2312" x="3168650" y="3536950"/>
          <p14:tracePt t="2328" x="3130550" y="3543300"/>
          <p14:tracePt t="2345" x="3079750" y="3556000"/>
          <p14:tracePt t="2362" x="3003550" y="3568700"/>
          <p14:tracePt t="2378" x="2965450" y="3568700"/>
          <p14:tracePt t="2395" x="2882900" y="3575050"/>
          <p14:tracePt t="2411" x="2781300" y="3575050"/>
          <p14:tracePt t="2428" x="2724150" y="3575050"/>
          <p14:tracePt t="2445" x="2622550" y="3562350"/>
          <p14:tracePt t="2461" x="2546350" y="3549650"/>
          <p14:tracePt t="2478" x="2514600" y="3536950"/>
          <p14:tracePt t="2495" x="2476500" y="3517900"/>
          <p14:tracePt t="2512" x="2425700" y="3511550"/>
          <p14:tracePt t="2529" x="2406650" y="3505200"/>
          <p14:tracePt t="2544" x="2355850" y="3498850"/>
          <p14:tracePt t="2561" x="2298700" y="3492500"/>
          <p14:tracePt t="2578" x="2260600" y="3486150"/>
          <p14:tracePt t="2594" x="2197100" y="3479800"/>
          <p14:tracePt t="2611" x="2152650" y="3479800"/>
          <p14:tracePt t="2628" x="2114550" y="3479800"/>
          <p14:tracePt t="2644" x="2101850" y="3479800"/>
          <p14:tracePt t="3034" x="2089150" y="3492500"/>
          <p14:tracePt t="3040" x="2070100" y="3511550"/>
          <p14:tracePt t="3054" x="2051050" y="3524250"/>
          <p14:tracePt t="3062" x="2025650" y="3556000"/>
          <p14:tracePt t="3077" x="1993900" y="3587750"/>
          <p14:tracePt t="3093" x="1917700" y="3683000"/>
          <p14:tracePt t="3110" x="1892300" y="3727450"/>
          <p14:tracePt t="3126" x="1816100" y="3829050"/>
          <p14:tracePt t="3142" x="1778000" y="3873500"/>
          <p14:tracePt t="3160" x="1682750" y="4000500"/>
          <p14:tracePt t="3175" x="1663700" y="4032250"/>
          <p14:tracePt t="3192" x="1651000" y="4051300"/>
          <p14:tracePt t="3196" x="1638300" y="4083050"/>
          <p14:tracePt t="3209" x="1619250" y="4114800"/>
          <p14:tracePt t="3226" x="1593850" y="4184650"/>
          <p14:tracePt t="3242" x="1581150" y="4229100"/>
          <p14:tracePt t="3258" x="1555750" y="4324350"/>
          <p14:tracePt t="3275" x="1536700" y="4394200"/>
          <p14:tracePt t="3292" x="1536700" y="4406900"/>
          <p14:tracePt t="3309" x="1530350" y="4432300"/>
          <p14:tracePt t="3325" x="1524000" y="4445000"/>
          <p14:tracePt t="3412" x="1524000" y="4451350"/>
          <p14:tracePt t="3433" x="1524000" y="4457700"/>
          <p14:tracePt t="3440" x="1524000" y="4464050"/>
          <p14:tracePt t="3461" x="1524000" y="4470400"/>
          <p14:tracePt t="3476" x="1524000" y="4476750"/>
          <p14:tracePt t="3497" x="1524000" y="4483100"/>
          <p14:tracePt t="3510" x="1524000" y="4489450"/>
          <p14:tracePt t="3532" x="1524000" y="4495800"/>
          <p14:tracePt t="3546" x="1524000" y="4502150"/>
          <p14:tracePt t="3573" x="1517650" y="4514850"/>
          <p14:tracePt t="3580" x="1517650" y="4527550"/>
          <p14:tracePt t="3595" x="1517650" y="4546600"/>
          <p14:tracePt t="3608" x="1517650" y="4572000"/>
          <p14:tracePt t="3624" x="1511300" y="4629150"/>
          <p14:tracePt t="3641" x="1511300" y="4667250"/>
          <p14:tracePt t="3658" x="1504950" y="4737100"/>
          <p14:tracePt t="3673" x="1504950" y="4813300"/>
          <p14:tracePt t="3690" x="1504950" y="4838700"/>
          <p14:tracePt t="3694" x="1498600" y="4870450"/>
          <p14:tracePt t="3707" x="1498600" y="4895850"/>
          <p14:tracePt t="3724" x="1485900" y="4946650"/>
          <p14:tracePt t="3741" x="1485900" y="4978400"/>
          <p14:tracePt t="3757" x="1473200" y="5029200"/>
          <p14:tracePt t="3773" x="1473200" y="5048250"/>
          <p14:tracePt t="3791" x="1460500" y="5118100"/>
          <p14:tracePt t="3807" x="1454150" y="5137150"/>
          <p14:tracePt t="3824" x="1447800" y="5162550"/>
          <p14:tracePt t="3840" x="1447800" y="5200650"/>
          <p14:tracePt t="3857" x="1447800" y="5226050"/>
          <p14:tracePt t="3876" x="1447800" y="5245100"/>
          <p14:tracePt t="3906" x="1447800" y="5257800"/>
          <p14:tracePt t="3940" x="1447800" y="5264150"/>
          <p14:tracePt t="4043" x="1447800" y="5257800"/>
          <p14:tracePt t="4057" x="1447800" y="5251450"/>
          <p14:tracePt t="4072" x="1447800" y="5245100"/>
          <p14:tracePt t="4093" x="1454150" y="5238750"/>
          <p14:tracePt t="4107" x="1454150" y="5232400"/>
          <p14:tracePt t="4114" x="1460500" y="5226050"/>
          <p14:tracePt t="4128" x="1466850" y="5219700"/>
          <p14:tracePt t="4138" x="1473200" y="5213350"/>
          <p14:tracePt t="4157" x="1504950" y="5194300"/>
          <p14:tracePt t="4173" x="1524000" y="5181600"/>
          <p14:tracePt t="4189" x="1587500" y="5162550"/>
          <p14:tracePt t="4206" x="1695450" y="5124450"/>
          <p14:tracePt t="4222" x="1765300" y="5111750"/>
          <p14:tracePt t="4238" x="1892300" y="5092700"/>
          <p14:tracePt t="4255" x="2019300" y="5092700"/>
          <p14:tracePt t="4272" x="2076450" y="5092700"/>
          <p14:tracePt t="4289" x="2152650" y="5092700"/>
          <p14:tracePt t="4305" x="2209800" y="5092700"/>
          <p14:tracePt t="4321" x="2222500" y="5092700"/>
          <p14:tracePt t="4339" x="2241550" y="5092700"/>
          <p14:tracePt t="4355" x="2247900" y="5092700"/>
          <p14:tracePt t="4409" x="2241550" y="5099050"/>
          <p14:tracePt t="4415" x="2235200" y="5105400"/>
          <p14:tracePt t="4424" x="2222500" y="5124450"/>
          <p14:tracePt t="4438" x="2209800" y="5137150"/>
          <p14:tracePt t="4454" x="2190750" y="5168900"/>
          <p14:tracePt t="4471" x="2114550" y="5251450"/>
          <p14:tracePt t="4488" x="2032000" y="5353050"/>
          <p14:tracePt t="4504" x="1974850" y="5410200"/>
          <p14:tracePt t="4521" x="1854200" y="5518150"/>
          <p14:tracePt t="4538" x="1752600" y="5613400"/>
          <p14:tracePt t="4554" x="1701800" y="5676900"/>
          <p14:tracePt t="4571" x="1625600" y="5778500"/>
          <p14:tracePt t="4587" x="1562100" y="5892800"/>
          <p14:tracePt t="4605" x="1517650" y="5981700"/>
          <p14:tracePt t="4621" x="1498600" y="6019800"/>
          <p14:tracePt t="4637" x="1485900" y="6070600"/>
          <p14:tracePt t="4654" x="1479550" y="6102350"/>
          <p14:tracePt t="4670" x="1473200" y="6127750"/>
          <p14:tracePt t="4687" x="1473200" y="6140450"/>
          <p14:tracePt t="4704" x="1473200" y="6159500"/>
          <p14:tracePt t="4720" x="1473200" y="6165850"/>
          <p14:tracePt t="4760" x="1473200" y="6172200"/>
          <p14:tracePt t="4809" x="1479550" y="6172200"/>
          <p14:tracePt t="4816" x="1485900" y="6172200"/>
          <p14:tracePt t="4829" x="1492250" y="6172200"/>
          <p14:tracePt t="4839" x="1504950" y="6172200"/>
          <p14:tracePt t="4853" x="1511300" y="6165850"/>
          <p14:tracePt t="4870" x="1543050" y="6159500"/>
          <p14:tracePt t="4887" x="1606550" y="6153150"/>
          <p14:tracePt t="4903" x="1663700" y="6146800"/>
          <p14:tracePt t="4920" x="1771650" y="6127750"/>
          <p14:tracePt t="4936" x="1898650" y="6108700"/>
          <p14:tracePt t="4953" x="1968500" y="6089650"/>
          <p14:tracePt t="4970" x="2076450" y="6051550"/>
          <p14:tracePt t="4986" x="2197100" y="6007100"/>
          <p14:tracePt t="5003" x="2254250" y="5975350"/>
          <p14:tracePt t="5020" x="2393950" y="5905500"/>
          <p14:tracePt t="5036" x="2463800" y="5867400"/>
          <p14:tracePt t="5052" x="2590800" y="5759450"/>
          <p14:tracePt t="5069" x="2711450" y="5651500"/>
          <p14:tracePt t="5086" x="2781300" y="5581650"/>
          <p14:tracePt t="5103" x="2959100" y="5441950"/>
          <p14:tracePt t="5119" x="3124200" y="5327650"/>
          <p14:tracePt t="5135" x="3206750" y="5276850"/>
          <p14:tracePt t="5153" x="3308350" y="5213350"/>
          <p14:tracePt t="5169" x="3352800" y="5187950"/>
          <p14:tracePt t="5185" x="3365500" y="5181600"/>
          <p14:tracePt t="5202" x="3371850" y="5175250"/>
          <p14:tracePt t="5264" x="3371850" y="5168900"/>
          <p14:tracePt t="5356" x="3378200" y="5168900"/>
          <p14:tracePt t="5412" x="3378200" y="5162550"/>
          <p14:tracePt t="5475" x="3378200" y="5156200"/>
          <p14:tracePt t="5566" x="3378200" y="5149850"/>
          <p14:tracePt t="5615" x="3378200" y="5143500"/>
          <p14:tracePt t="6010" x="3403600" y="5118100"/>
          <p14:tracePt t="6017" x="3441700" y="5060950"/>
          <p14:tracePt t="6030" x="3479800" y="5003800"/>
          <p14:tracePt t="6038" x="3524250" y="4921250"/>
          <p14:tracePt t="6052" x="3575050" y="4826000"/>
          <p14:tracePt t="6068" x="3625850" y="4743450"/>
          <p14:tracePt t="6082" x="3689350" y="4540250"/>
          <p14:tracePt t="6099" x="3721100" y="4419600"/>
          <p14:tracePt t="6116" x="3759200" y="4216400"/>
          <p14:tracePt t="6132" x="3771900" y="4057650"/>
          <p14:tracePt t="6150" x="3771900" y="3968750"/>
          <p14:tracePt t="6165" x="3771900" y="3949700"/>
          <p14:tracePt t="6182" x="3771900" y="3905250"/>
          <p14:tracePt t="6199" x="3746500" y="3848100"/>
          <p14:tracePt t="6216" x="3740150" y="3816350"/>
          <p14:tracePt t="6232" x="3721100" y="3721100"/>
          <p14:tracePt t="6249" x="3708400" y="3651250"/>
          <p14:tracePt t="6265" x="3702050" y="3625850"/>
          <p14:tracePt t="6281" x="3695700" y="3594100"/>
          <p14:tracePt t="6298" x="3676650" y="3505200"/>
          <p14:tracePt t="6315" x="3670300" y="3486150"/>
          <p14:tracePt t="6332" x="3657600" y="3435350"/>
          <p14:tracePt t="6348" x="3657600" y="3416300"/>
          <p14:tracePt t="6364" x="3644900" y="3390900"/>
          <p14:tracePt t="6382" x="3632200" y="3352800"/>
          <p14:tracePt t="6398" x="3625850" y="3333750"/>
          <p14:tracePt t="6415" x="3613150" y="3302000"/>
          <p14:tracePt t="6432" x="3594100" y="3276600"/>
          <p14:tracePt t="6447" x="3594100" y="3263900"/>
          <p14:tracePt t="6465" x="3594100" y="3244850"/>
          <p14:tracePt t="6480" x="3594100" y="3225800"/>
          <p14:tracePt t="6497" x="3594100" y="3213100"/>
          <p14:tracePt t="6515" x="3594100" y="3200400"/>
          <p14:tracePt t="6531" x="3594100" y="3181350"/>
          <p14:tracePt t="6547" x="3600450" y="3175000"/>
          <p14:tracePt t="6564" x="3606800" y="3168650"/>
          <p14:tracePt t="6580" x="3619500" y="3149600"/>
          <p14:tracePt t="6597" x="3625850" y="3143250"/>
          <p14:tracePt t="6614" x="3632200" y="3130550"/>
          <p14:tracePt t="6631" x="3644900" y="3124200"/>
          <p14:tracePt t="6648" x="3670300" y="3117850"/>
          <p14:tracePt t="6664" x="3683000" y="3111500"/>
          <p14:tracePt t="6681" x="3695700" y="3111500"/>
          <p14:tracePt t="6697" x="3721100" y="3111500"/>
          <p14:tracePt t="6713" x="3759200" y="3111500"/>
          <p14:tracePt t="6730" x="3778250" y="3111500"/>
          <p14:tracePt t="6733" x="3810000" y="3111500"/>
          <p14:tracePt t="6747" x="3829050" y="3111500"/>
          <p14:tracePt t="6763" x="3879850" y="3111500"/>
          <p14:tracePt t="6780" x="3905250" y="3111500"/>
          <p14:tracePt t="6796" x="3962400" y="3111500"/>
          <p14:tracePt t="6813" x="4025900" y="3111500"/>
          <p14:tracePt t="6830" x="4095750" y="3117850"/>
          <p14:tracePt t="6847" x="4165600" y="3124200"/>
          <p14:tracePt t="6863" x="4292600" y="3111500"/>
          <p14:tracePt t="6880" x="4438650" y="3092450"/>
          <p14:tracePt t="6896" x="4514850" y="3086100"/>
          <p14:tracePt t="6913" x="4591050" y="3073400"/>
          <p14:tracePt t="6929" x="4749800" y="3067050"/>
          <p14:tracePt t="6946" x="4787900" y="3067050"/>
          <p14:tracePt t="6963" x="4851400" y="3060700"/>
          <p14:tracePt t="6980" x="4876800" y="3060700"/>
          <p14:tracePt t="6995" x="4902200" y="3060700"/>
          <p14:tracePt t="7013" x="4921250" y="3054350"/>
          <p14:tracePt t="7029" x="4927600" y="3054350"/>
          <p14:tracePt t="7045" x="4940300" y="3054350"/>
          <p14:tracePt t="7063" x="4953000" y="3060700"/>
          <p14:tracePt t="7079" x="4965700" y="3060700"/>
          <p14:tracePt t="7463" x="4984750" y="3060700"/>
          <p14:tracePt t="7469" x="5016500" y="3060700"/>
          <p14:tracePt t="7484" x="5054600" y="3060700"/>
          <p14:tracePt t="7494" x="5092700" y="3060700"/>
          <p14:tracePt t="7510" x="5143500" y="3060700"/>
          <p14:tracePt t="7527" x="5257800" y="3060700"/>
          <p14:tracePt t="7544" x="5340350" y="3060700"/>
          <p14:tracePt t="7561" x="5410200" y="3054350"/>
          <p14:tracePt t="7578" x="5435600" y="3054350"/>
          <p14:tracePt t="7594" x="5467350" y="3048000"/>
          <p14:tracePt t="7611" x="5524500" y="3048000"/>
          <p14:tracePt t="7627" x="5537200" y="3048000"/>
          <p14:tracePt t="7644" x="5549900" y="3048000"/>
          <p14:tracePt t="7660" x="5556250" y="3048000"/>
          <p14:tracePt t="7680" x="5562600" y="3048000"/>
          <p14:tracePt t="7856" x="5568950" y="3048000"/>
          <p14:tracePt t="7863" x="5575300" y="3048000"/>
          <p14:tracePt t="7878" x="5581650" y="3048000"/>
          <p14:tracePt t="7893" x="5594350" y="3048000"/>
          <p14:tracePt t="7909" x="5645150" y="3041650"/>
          <p14:tracePt t="7926" x="5759450" y="3035300"/>
          <p14:tracePt t="7943" x="5835650" y="3035300"/>
          <p14:tracePt t="7959" x="6026150" y="3016250"/>
          <p14:tracePt t="7976" x="6254750" y="2997200"/>
          <p14:tracePt t="7992" x="6381750" y="2984500"/>
          <p14:tracePt t="8009" x="6604000" y="2952750"/>
          <p14:tracePt t="8025" x="6781800" y="2933700"/>
          <p14:tracePt t="8042" x="6845300" y="2921000"/>
          <p14:tracePt t="8059" x="6908800" y="2914650"/>
          <p14:tracePt t="8075" x="6934200" y="2914650"/>
          <p14:tracePt t="8109" x="6940550" y="2914650"/>
          <p14:tracePt t="8158" x="6934200" y="2914650"/>
          <p14:tracePt t="8164" x="6927850" y="2914650"/>
          <p14:tracePt t="8214" x="6921500" y="2908300"/>
          <p14:tracePt t="8277" x="6915150" y="2908300"/>
          <p14:tracePt t="8284" x="6908800" y="2908300"/>
          <p14:tracePt t="8298" x="6896100" y="2908300"/>
          <p14:tracePt t="8307" x="6877050" y="2908300"/>
          <p14:tracePt t="8325" x="6845300" y="2908300"/>
          <p14:tracePt t="8341" x="6718300" y="2921000"/>
          <p14:tracePt t="8358" x="6489700" y="2927350"/>
          <p14:tracePt t="8375" x="6115050" y="2965450"/>
          <p14:tracePt t="8391" x="5867400" y="3009900"/>
          <p14:tracePt t="8407" x="5295900" y="3086100"/>
          <p14:tracePt t="8425" x="4673600" y="3168650"/>
          <p14:tracePt t="8441" x="4375150" y="3232150"/>
          <p14:tracePt t="8457" x="3816350" y="3340100"/>
          <p14:tracePt t="8474" x="3314700" y="3429000"/>
          <p14:tracePt t="8490" x="3111500" y="3479800"/>
          <p14:tracePt t="8508" x="2800350" y="3568700"/>
          <p14:tracePt t="8523" x="2559050" y="3651250"/>
          <p14:tracePt t="8540" x="2457450" y="3695700"/>
          <p14:tracePt t="8558" x="2292350" y="3778250"/>
          <p14:tracePt t="8574" x="2190750" y="3848100"/>
          <p14:tracePt t="8590" x="2159000" y="3867150"/>
          <p14:tracePt t="8607" x="2108200" y="3886200"/>
          <p14:tracePt t="8623" x="2095500" y="3892550"/>
          <p14:tracePt t="8640" x="2070100" y="3892550"/>
          <p14:tracePt t="8657" x="2057400" y="3898900"/>
          <p14:tracePt t="8673" x="2051050" y="3898900"/>
          <p14:tracePt t="8690" x="2038350" y="3898900"/>
          <p14:tracePt t="8706" x="2025650" y="3898900"/>
          <p14:tracePt t="8723" x="2019300" y="3898900"/>
          <p14:tracePt t="8740" x="2006600" y="3898900"/>
          <p14:tracePt t="8756" x="1993900" y="3898900"/>
          <p14:tracePt t="8773" x="1987550" y="3898900"/>
          <p14:tracePt t="8776" x="1974850" y="3892550"/>
          <p14:tracePt t="8789" x="1968500" y="3892550"/>
          <p14:tracePt t="8806" x="1955800" y="3886200"/>
          <p14:tracePt t="8823" x="1955800" y="3879850"/>
          <p14:tracePt t="8856" x="1949450" y="3873500"/>
          <p14:tracePt t="8876" x="1949450" y="3867150"/>
          <p14:tracePt t="8889" x="1949450" y="3860800"/>
          <p14:tracePt t="8906" x="1955800" y="3848100"/>
          <p14:tracePt t="8923" x="1974850" y="3841750"/>
          <p14:tracePt t="8939" x="2025650" y="3810000"/>
          <p14:tracePt t="8956" x="2070100" y="3784600"/>
          <p14:tracePt t="8972" x="2171700" y="3727450"/>
          <p14:tracePt t="8989" x="2298700" y="3670300"/>
          <p14:tracePt t="9006" x="2419350" y="3613150"/>
          <p14:tracePt t="9022" x="2501900" y="3581400"/>
          <p14:tracePt t="9039" x="2622550" y="3543300"/>
          <p14:tracePt t="9055" x="2679700" y="3530600"/>
          <p14:tracePt t="9072" x="2749550" y="3511550"/>
          <p14:tracePt t="9088" x="2787650" y="3505200"/>
          <p14:tracePt t="9105" x="2800350" y="3498850"/>
          <p14:tracePt t="9121" x="2806700" y="3498850"/>
          <p14:tracePt t="9154" x="2813050" y="3498850"/>
          <p14:tracePt t="9237" x="2819400" y="3498850"/>
          <p14:tracePt t="9288" x="2825750" y="3498850"/>
          <p14:tracePt t="9294" x="2832100" y="3505200"/>
          <p14:tracePt t="9308" x="2838450" y="3505200"/>
          <p14:tracePt t="9322" x="2851150" y="3511550"/>
          <p14:tracePt t="9338" x="2882900" y="3517900"/>
          <p14:tracePt t="9354" x="2914650" y="3524250"/>
          <p14:tracePt t="9371" x="2997200" y="3543300"/>
          <p14:tracePt t="9387" x="3086100" y="3549650"/>
          <p14:tracePt t="9404" x="3130550" y="3556000"/>
          <p14:tracePt t="9421" x="3238500" y="3587750"/>
          <p14:tracePt t="9438" x="3333750" y="3613150"/>
          <p14:tracePt t="9454" x="3378200" y="3619500"/>
          <p14:tracePt t="9470" x="3448050" y="3638550"/>
          <p14:tracePt t="9487" x="3486150" y="3644900"/>
          <p14:tracePt t="9504" x="3549650" y="3651250"/>
          <p14:tracePt t="9521" x="3594100" y="3657600"/>
          <p14:tracePt t="9537" x="3606800" y="3657600"/>
          <p14:tracePt t="9554" x="3638550" y="3657600"/>
          <p14:tracePt t="9570" x="3663950" y="3657600"/>
          <p14:tracePt t="9587" x="3670300" y="3657600"/>
          <p14:tracePt t="9603" x="3695700" y="3657600"/>
          <p14:tracePt t="9620" x="3721100" y="3657600"/>
          <p14:tracePt t="9637" x="3733800" y="3657600"/>
          <p14:tracePt t="9653" x="3759200" y="3657600"/>
          <p14:tracePt t="9670" x="3790950" y="3651250"/>
          <p14:tracePt t="9687" x="3822700" y="3644900"/>
          <p14:tracePt t="9703" x="3841750" y="3644900"/>
          <p14:tracePt t="9720" x="3898900" y="3638550"/>
          <p14:tracePt t="9737" x="3968750" y="3638550"/>
          <p14:tracePt t="9753" x="4006850" y="3638550"/>
          <p14:tracePt t="9770" x="4057650" y="3638550"/>
          <p14:tracePt t="9773" x="4114800" y="3638550"/>
          <p14:tracePt t="9785" x="4165600" y="3638550"/>
          <p14:tracePt t="9803" x="4279900" y="3638550"/>
          <p14:tracePt t="9820" x="4406900" y="3638550"/>
          <p14:tracePt t="9836" x="4470400" y="3638550"/>
          <p14:tracePt t="9853" x="4578350" y="3638550"/>
          <p14:tracePt t="9869" x="4641850" y="3638550"/>
          <p14:tracePt t="9885" x="4673600" y="3638550"/>
          <p14:tracePt t="9903" x="4711700" y="3638550"/>
          <p14:tracePt t="9919" x="4756150" y="3632200"/>
          <p14:tracePt t="9935" x="4768850" y="3632200"/>
          <p14:tracePt t="9953" x="4775200" y="3632200"/>
          <p14:tracePt t="9969" x="4781550" y="3625850"/>
          <p14:tracePt t="10002" x="4787900" y="3625850"/>
          <p14:tracePt t="10018" x="4787900" y="3632200"/>
          <p14:tracePt t="10035" x="4787900" y="3644900"/>
          <p14:tracePt t="10052" x="4787900" y="3663950"/>
          <p14:tracePt t="11238" x="4870450" y="3663950"/>
          <p14:tracePt t="11252" x="4959350" y="3663950"/>
          <p14:tracePt t="11259" x="5048250" y="3657600"/>
          <p14:tracePt t="11273" x="5137150" y="3657600"/>
          <p14:tracePt t="11281" x="5226050" y="3651250"/>
          <p14:tracePt t="11297" x="5302250" y="3651250"/>
          <p14:tracePt t="11315" x="5454650" y="3651250"/>
          <p14:tracePt t="11330" x="5600700" y="3632200"/>
          <p14:tracePt t="11347" x="5664200" y="3632200"/>
          <p14:tracePt t="11364" x="5715000" y="3632200"/>
          <p14:tracePt t="11380" x="5835650" y="3600450"/>
          <p14:tracePt t="11397" x="5873750" y="3594100"/>
          <p14:tracePt t="11414" x="5988050" y="3581400"/>
          <p14:tracePt t="11430" x="6013450" y="3581400"/>
          <p14:tracePt t="11447" x="6045200" y="3568700"/>
          <p14:tracePt t="11463" x="6102350" y="3568700"/>
          <p14:tracePt t="11480" x="6134100" y="3568700"/>
          <p14:tracePt t="11497" x="6191250" y="3575050"/>
          <p14:tracePt t="11513" x="6216650" y="3575050"/>
          <p14:tracePt t="11530" x="6248400" y="3581400"/>
          <p14:tracePt t="11547" x="6299200" y="3581400"/>
          <p14:tracePt t="11563" x="6324600" y="3587750"/>
          <p14:tracePt t="11580" x="6343650" y="3587750"/>
          <p14:tracePt t="11596" x="6388100" y="3587750"/>
          <p14:tracePt t="11613" x="6407150" y="3587750"/>
          <p14:tracePt t="11630" x="6438900" y="3581400"/>
          <p14:tracePt t="11646" x="6464300" y="3581400"/>
          <p14:tracePt t="11663" x="6483350" y="3581400"/>
          <p14:tracePt t="11680" x="6521450" y="3581400"/>
          <p14:tracePt t="11695" x="6540500" y="3581400"/>
          <p14:tracePt t="11713" x="6565900" y="3581400"/>
          <p14:tracePt t="11729" x="6623050" y="3581400"/>
          <p14:tracePt t="11746" x="6648450" y="3581400"/>
          <p14:tracePt t="11763" x="6724650" y="3587750"/>
          <p14:tracePt t="11779" x="6756400" y="3594100"/>
          <p14:tracePt t="11796" x="6794500" y="3594100"/>
          <p14:tracePt t="11813" x="6864350" y="3594100"/>
          <p14:tracePt t="11829" x="6902450" y="3606800"/>
          <p14:tracePt t="11846" x="6921500" y="3606800"/>
          <p14:tracePt t="11862" x="6978650" y="3606800"/>
          <p14:tracePt t="11879" x="6997700" y="3606800"/>
          <p14:tracePt t="11896" x="7035800" y="3606800"/>
          <p14:tracePt t="11912" x="7054850" y="3613150"/>
          <p14:tracePt t="11929" x="7067550" y="3613150"/>
          <p14:tracePt t="11946" x="7092950" y="3619500"/>
          <p14:tracePt t="11962" x="7105650" y="3625850"/>
          <p14:tracePt t="11978" x="7112000" y="3625850"/>
          <p14:tracePt t="11996" x="7118350" y="3625850"/>
          <p14:tracePt t="12012" x="7137400" y="3625850"/>
          <p14:tracePt t="12028" x="7150100" y="3625850"/>
          <p14:tracePt t="12963" x="7080250" y="3625850"/>
          <p14:tracePt t="12978" x="6965950" y="3625850"/>
          <p14:tracePt t="12992" x="6838950" y="3625850"/>
          <p14:tracePt t="13006" x="6699250" y="3625850"/>
          <p14:tracePt t="13013" x="6527800" y="3625850"/>
          <p14:tracePt t="13028" x="6343650" y="3625850"/>
          <p14:tracePt t="13042" x="6134100" y="3625850"/>
          <p14:tracePt t="13058" x="5975350" y="3619500"/>
          <p14:tracePt t="13075" x="5689600" y="3606800"/>
          <p14:tracePt t="13091" x="5575300" y="3606800"/>
          <p14:tracePt t="13108" x="5448300" y="3606800"/>
          <p14:tracePt t="13125" x="5334000" y="3600450"/>
          <p14:tracePt t="13141" x="5130800" y="3575050"/>
          <p14:tracePt t="13158" x="4902200" y="3543300"/>
          <p14:tracePt t="13174" x="4730750" y="3517900"/>
          <p14:tracePt t="13191" x="4648200" y="3498850"/>
          <p14:tracePt t="13208" x="4616450" y="3492500"/>
          <p14:tracePt t="13224" x="4527550" y="3467100"/>
          <p14:tracePt t="13240" x="4502150" y="3460750"/>
          <p14:tracePt t="13258" x="4445000" y="3454400"/>
          <p14:tracePt t="13274" x="4400550" y="3441700"/>
          <p14:tracePt t="13291" x="4362450" y="3435350"/>
          <p14:tracePt t="13307" x="4311650" y="3416300"/>
          <p14:tracePt t="13324" x="4279900" y="3409950"/>
          <p14:tracePt t="13340" x="4222750" y="3403600"/>
          <p14:tracePt t="13358" x="4184650" y="3390900"/>
          <p14:tracePt t="13374" x="4159250" y="3390900"/>
          <p14:tracePt t="13392" x="4127500" y="3390900"/>
          <p14:tracePt t="13406" x="4102100" y="3390900"/>
          <p14:tracePt t="13440" x="4095750" y="3390900"/>
          <p14:tracePt t="13456" x="4089400" y="3390900"/>
          <p14:tracePt t="13546" x="4095750" y="3390900"/>
          <p14:tracePt t="13553" x="4102100" y="3390900"/>
          <p14:tracePt t="13567" x="4114800" y="3390900"/>
          <p14:tracePt t="13576" x="4140200" y="3397250"/>
          <p14:tracePt t="13590" x="4178300" y="3403600"/>
          <p14:tracePt t="13606" x="4229100" y="3403600"/>
          <p14:tracePt t="13623" x="4521200" y="3435350"/>
          <p14:tracePt t="13639" x="4648200" y="3435350"/>
          <p14:tracePt t="13656" x="4794250" y="3454400"/>
          <p14:tracePt t="13673" x="5105400" y="3454400"/>
          <p14:tracePt t="13689" x="5410200" y="3467100"/>
          <p14:tracePt t="13707" x="5664200" y="3467100"/>
          <p14:tracePt t="13722" x="5778500" y="3467100"/>
          <p14:tracePt t="13739" x="5943600" y="3467100"/>
          <p14:tracePt t="13757" x="6070600" y="3467100"/>
          <p14:tracePt t="13772" x="6115050" y="3467100"/>
          <p14:tracePt t="13789" x="6153150" y="3467100"/>
          <p14:tracePt t="13806" x="6191250" y="3467100"/>
          <p14:tracePt t="13822" x="6210300" y="3467100"/>
          <p14:tracePt t="13839" x="6235700" y="3467100"/>
          <p14:tracePt t="13842" x="6248400" y="3467100"/>
          <p14:tracePt t="13856" x="6254750" y="3467100"/>
          <p14:tracePt t="13872" x="6267450" y="3467100"/>
          <p14:tracePt t="13890" x="6273800" y="3467100"/>
          <p14:tracePt t="13995" x="6267450" y="3467100"/>
          <p14:tracePt t="14009" x="6254750" y="3467100"/>
          <p14:tracePt t="14023" x="6242050" y="3467100"/>
          <p14:tracePt t="14029" x="6223000" y="3467100"/>
          <p14:tracePt t="14038" x="6191250" y="3460750"/>
          <p14:tracePt t="14054" x="6140450" y="3448050"/>
          <p14:tracePt t="14072" x="5988050" y="3448050"/>
          <p14:tracePt t="14088" x="5772150" y="3448050"/>
          <p14:tracePt t="14104" x="5645150" y="3454400"/>
          <p14:tracePt t="14121" x="5378450" y="3467100"/>
          <p14:tracePt t="14138" x="5092700" y="3511550"/>
          <p14:tracePt t="14154" x="4965700" y="3530600"/>
          <p14:tracePt t="14171" x="4724400" y="3562350"/>
          <p14:tracePt t="14187" x="4527550" y="3594100"/>
          <p14:tracePt t="14205" x="4400550" y="3600450"/>
          <p14:tracePt t="14221" x="4368800" y="3606800"/>
          <p14:tracePt t="14237" x="4337050" y="3606800"/>
          <p14:tracePt t="14254" x="4324350" y="3606800"/>
          <p14:tracePt t="14287" x="4318000" y="3606800"/>
          <p14:tracePt t="14338" x="4318000" y="3613150"/>
          <p14:tracePt t="14444" x="4318000" y="3619500"/>
          <p14:tracePt t="14465" x="4318000" y="3625850"/>
          <p14:tracePt t="14492" x="4318000" y="3632200"/>
          <p14:tracePt t="14598" x="4324350" y="3638550"/>
          <p14:tracePt t="14605" x="4337050" y="3638550"/>
          <p14:tracePt t="14620" x="4356100" y="3638550"/>
          <p14:tracePt t="14626" x="4375150" y="3644900"/>
          <p14:tracePt t="14640" x="4413250" y="3644900"/>
          <p14:tracePt t="14653" x="4470400" y="3644900"/>
          <p14:tracePt t="14669" x="4622800" y="3663950"/>
          <p14:tracePt t="14686" x="4724400" y="3676650"/>
          <p14:tracePt t="14703" x="4953000" y="3695700"/>
          <p14:tracePt t="14719" x="5168900" y="3714750"/>
          <p14:tracePt t="14736" x="5270500" y="3714750"/>
          <p14:tracePt t="14753" x="5448300" y="3727450"/>
          <p14:tracePt t="14769" x="5594350" y="3721100"/>
          <p14:tracePt t="14785" x="5657850" y="3721100"/>
          <p14:tracePt t="14802" x="5765800" y="3702050"/>
          <p14:tracePt t="14819" x="5816600" y="3695700"/>
          <p14:tracePt t="14836" x="5861050" y="3676650"/>
          <p14:tracePt t="14851" x="5949950" y="3676650"/>
          <p14:tracePt t="14868" x="5988050" y="3676650"/>
          <p14:tracePt t="14886" x="6083300" y="3676650"/>
          <p14:tracePt t="14902" x="6134100" y="3676650"/>
          <p14:tracePt t="14918" x="6172200" y="3670300"/>
          <p14:tracePt t="14935" x="6242050" y="3670300"/>
          <p14:tracePt t="14952" x="6280150" y="3670300"/>
          <p14:tracePt t="14968" x="6311900" y="3670300"/>
          <p14:tracePt t="14985" x="6388100" y="3670300"/>
          <p14:tracePt t="15001" x="6413500" y="3670300"/>
          <p14:tracePt t="15019" x="6477000" y="3663950"/>
          <p14:tracePt t="15034" x="6496050" y="3663950"/>
          <p14:tracePt t="15051" x="6515100" y="3663950"/>
          <p14:tracePt t="15068" x="6534150" y="3663950"/>
          <p14:tracePt t="15084" x="6540500" y="3657600"/>
          <p14:tracePt t="15101" x="6559550" y="3657600"/>
          <p14:tracePt t="15118" x="6572250" y="36576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FF996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FF996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FF996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6926424" y="5932569"/>
            <a:ext cx="2217577" cy="925431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5865" tIns="42932" rIns="85865" bIns="42932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629" i="1" dirty="0">
                <a:solidFill>
                  <a:srgbClr val="000000"/>
                </a:solidFill>
                <a:latin typeface="Times New Roman" charset="0"/>
                <a:ea typeface="+mn-ea"/>
              </a:rPr>
              <a:t>These all </a:t>
            </a:r>
          </a:p>
          <a:p>
            <a:pPr algn="ctr"/>
            <a:r>
              <a:rPr lang="en-US" altLang="zh-TW" sz="2629" i="1" dirty="0">
                <a:solidFill>
                  <a:srgbClr val="000000"/>
                </a:solidFill>
                <a:latin typeface="Times New Roman" charset="0"/>
                <a:ea typeface="+mn-ea"/>
              </a:rPr>
              <a:t>involve classes.</a:t>
            </a:r>
            <a:endParaRPr lang="zh-TW" altLang="en-US" sz="2629" i="1" dirty="0">
              <a:solidFill>
                <a:srgbClr val="000000"/>
              </a:solidFill>
              <a:latin typeface="Times New Roman" charset="0"/>
              <a:ea typeface="+mn-ea"/>
            </a:endParaRPr>
          </a:p>
        </p:txBody>
      </p: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34" spc="-9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#87</a:t>
            </a:r>
            <a:endParaRPr lang="en-US" sz="284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3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5181">
        <p14:ripple/>
      </p:transition>
    </mc:Choice>
    <mc:Fallback>
      <p:transition spd="slow" advTm="151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6" x="6546850" y="3657600"/>
          <p14:tracePt t="681" x="6527800" y="3651250"/>
          <p14:tracePt t="698" x="6527800" y="3644900"/>
          <p14:tracePt t="715" x="6515100" y="3644900"/>
          <p14:tracePt t="731" x="6489700" y="3632200"/>
          <p14:tracePt t="748" x="6483350" y="3625850"/>
          <p14:tracePt t="765" x="6457950" y="3619500"/>
          <p14:tracePt t="781" x="6445250" y="3613150"/>
          <p14:tracePt t="798" x="6432550" y="3606800"/>
          <p14:tracePt t="814" x="6407150" y="3594100"/>
          <p14:tracePt t="831" x="6394450" y="3587750"/>
          <p14:tracePt t="847" x="6381750" y="3581400"/>
          <p14:tracePt t="851" x="6369050" y="3575050"/>
          <p14:tracePt t="864" x="6356350" y="3575050"/>
          <p14:tracePt t="881" x="6350000" y="3562350"/>
          <p14:tracePt t="899" x="6324600" y="3549650"/>
          <p14:tracePt t="914" x="6311900" y="3543300"/>
          <p14:tracePt t="930" x="6280150" y="3524250"/>
          <p14:tracePt t="948" x="6223000" y="3498850"/>
          <p14:tracePt t="963" x="6159500" y="3479800"/>
          <p14:tracePt t="980" x="6115050" y="3460750"/>
          <p14:tracePt t="998" x="6032500" y="3422650"/>
          <p14:tracePt t="1015" x="5988050" y="3397250"/>
          <p14:tracePt t="1030" x="5873750" y="3352800"/>
          <p14:tracePt t="1047" x="5753100" y="3295650"/>
          <p14:tracePt t="1063" x="5695950" y="3263900"/>
          <p14:tracePt t="1081" x="5454650" y="3155950"/>
          <p14:tracePt t="1096" x="5372100" y="3105150"/>
          <p14:tracePt t="1114" x="5276850" y="3060700"/>
          <p14:tracePt t="1130" x="5092700" y="2990850"/>
          <p14:tracePt t="1148" x="4921250" y="2895600"/>
          <p14:tracePt t="1165" x="4730750" y="2813050"/>
          <p14:tracePt t="1180" x="4641850" y="2774950"/>
          <p14:tracePt t="1196" x="4464050" y="2673350"/>
          <p14:tracePt t="1215" x="4305300" y="2590800"/>
          <p14:tracePt t="1229" x="4222750" y="2546350"/>
          <p14:tracePt t="1246" x="4038600" y="2470150"/>
          <p14:tracePt t="1264" x="3867150" y="2425700"/>
          <p14:tracePt t="1279" x="3790950" y="2406650"/>
          <p14:tracePt t="1296" x="3683000" y="2387600"/>
          <p14:tracePt t="1314" x="3613150" y="2381250"/>
          <p14:tracePt t="1330" x="3575050" y="2374900"/>
          <p14:tracePt t="1348" x="3524250" y="2374900"/>
          <p14:tracePt t="1362" x="3498850" y="2381250"/>
          <p14:tracePt t="1379" x="3473450" y="2393950"/>
          <p14:tracePt t="1396" x="3454400" y="2406650"/>
          <p14:tracePt t="1413" x="3454400" y="2413000"/>
          <p14:tracePt t="1928" x="3619500" y="2419350"/>
          <p14:tracePt t="1944" x="3727450" y="2432050"/>
          <p14:tracePt t="1962" x="3911600" y="2432050"/>
          <p14:tracePt t="1977" x="4070350" y="2432050"/>
          <p14:tracePt t="1994" x="4146550" y="2432050"/>
          <p14:tracePt t="2010" x="4298950" y="2444750"/>
          <p14:tracePt t="2026" x="4425950" y="2444750"/>
          <p14:tracePt t="2043" x="4476750" y="2444750"/>
          <p14:tracePt t="2061" x="4559300" y="2444750"/>
          <p14:tracePt t="2077" x="4629150" y="2425700"/>
          <p14:tracePt t="2093" x="4699000" y="2406650"/>
          <p14:tracePt t="2110" x="4730750" y="2381250"/>
          <p14:tracePt t="2126" x="4756150" y="2374900"/>
          <p14:tracePt t="2144" x="4832350" y="2355850"/>
          <p14:tracePt t="2159" x="4851400" y="2349500"/>
          <p14:tracePt t="2177" x="4876800" y="2343150"/>
          <p14:tracePt t="2193" x="4921250" y="2317750"/>
          <p14:tracePt t="2209" x="4972050" y="2298700"/>
          <p14:tracePt t="2227" x="4991100" y="2286000"/>
          <p14:tracePt t="2243" x="5041900" y="2260600"/>
          <p14:tracePt t="2259" x="5092700" y="2235200"/>
          <p14:tracePt t="2277" x="5156200" y="2203450"/>
          <p14:tracePt t="2292" x="5187950" y="2178050"/>
          <p14:tracePt t="2309" x="5289550" y="2120900"/>
          <p14:tracePt t="2327" x="5403850" y="2057400"/>
          <p14:tracePt t="2342" x="5473700" y="2006600"/>
          <p14:tracePt t="2359" x="5632450" y="1905000"/>
          <p14:tracePt t="2375" x="5797550" y="1822450"/>
          <p14:tracePt t="2392" x="5892800" y="1771650"/>
          <p14:tracePt t="2409" x="5969000" y="1733550"/>
          <p14:tracePt t="2425" x="6134100" y="1651000"/>
          <p14:tracePt t="2442" x="6254750" y="1593850"/>
          <p14:tracePt t="2459" x="6394450" y="1543050"/>
          <p14:tracePt t="2475" x="6432550" y="1536700"/>
          <p14:tracePt t="2492" x="6527800" y="1511300"/>
          <p14:tracePt t="2509" x="6578600" y="1492250"/>
          <p14:tracePt t="2525" x="6610350" y="1485900"/>
          <p14:tracePt t="2541" x="6648450" y="1479550"/>
          <p14:tracePt t="2558" x="6686550" y="1473200"/>
          <p14:tracePt t="2575" x="6705600" y="1473200"/>
          <p14:tracePt t="2591" x="6762750" y="1466850"/>
          <p14:tracePt t="2973" x="6788150" y="1466850"/>
          <p14:tracePt t="2990" x="6858000" y="1460500"/>
          <p14:tracePt t="3007" x="6940550" y="1447800"/>
          <p14:tracePt t="3023" x="6978650" y="1441450"/>
          <p14:tracePt t="3041" x="7061200" y="1435100"/>
          <p14:tracePt t="3056" x="7112000" y="1422400"/>
          <p14:tracePt t="3073" x="7194550" y="1416050"/>
          <p14:tracePt t="3090" x="7283450" y="1416050"/>
          <p14:tracePt t="3106" x="7327900" y="1409700"/>
          <p14:tracePt t="3123" x="7397750" y="1409700"/>
          <p14:tracePt t="3140" x="7442200" y="1409700"/>
          <p14:tracePt t="3156" x="7467600" y="1409700"/>
          <p14:tracePt t="3173" x="7499350" y="1409700"/>
          <p14:tracePt t="3189" x="7537450" y="1409700"/>
          <p14:tracePt t="3208" x="7556500" y="1416050"/>
          <p14:tracePt t="3223" x="7600950" y="1428750"/>
          <p14:tracePt t="3239" x="7626350" y="1435100"/>
          <p14:tracePt t="3256" x="7645400" y="1441450"/>
          <p14:tracePt t="3273" x="7677150" y="1454150"/>
          <p14:tracePt t="3289" x="7702550" y="1454150"/>
          <p14:tracePt t="3306" x="7734300" y="1454150"/>
          <p14:tracePt t="3322" x="7759700" y="1447800"/>
          <p14:tracePt t="3339" x="7772400" y="1447800"/>
          <p14:tracePt t="3357" x="7829550" y="1435100"/>
          <p14:tracePt t="3372" x="7842250" y="1435100"/>
          <p14:tracePt t="3389" x="7854950" y="1435100"/>
          <p14:tracePt t="3392" x="7861300" y="1435100"/>
          <p14:tracePt t="3405" x="7867650" y="1435100"/>
          <p14:tracePt t="3421" x="7874000" y="1435100"/>
          <p14:tracePt t="3438" x="7880350" y="1435100"/>
          <p14:tracePt t="3489" x="7880350" y="1428750"/>
          <p14:tracePt t="3521" x="7874000" y="1422400"/>
          <p14:tracePt t="3539" x="7861300" y="1422400"/>
          <p14:tracePt t="3555" x="7854950" y="1422400"/>
          <p14:tracePt t="3571" x="7835900" y="1422400"/>
          <p14:tracePt t="3588" x="7785100" y="1441450"/>
          <p14:tracePt t="3605" x="7740650" y="1454150"/>
          <p14:tracePt t="3621" x="7689850" y="1466850"/>
          <p14:tracePt t="3638" x="7461250" y="1555750"/>
          <p14:tracePt t="3654" x="7353300" y="1600200"/>
          <p14:tracePt t="3672" x="7118350" y="1695450"/>
          <p14:tracePt t="3687" x="6985000" y="1752600"/>
          <p14:tracePt t="3704" x="6699250" y="1879600"/>
          <p14:tracePt t="3721" x="6400800" y="2044700"/>
          <p14:tracePt t="3737" x="6248400" y="2133600"/>
          <p14:tracePt t="3755" x="5969000" y="2298700"/>
          <p14:tracePt t="3771" x="5715000" y="2451100"/>
          <p14:tracePt t="3787" x="5607050" y="2514600"/>
          <p14:tracePt t="3805" x="5397500" y="2641600"/>
          <p14:tracePt t="3821" x="5175250" y="2794000"/>
          <p14:tracePt t="3837" x="5092700" y="2870200"/>
          <p14:tracePt t="3854" x="4953000" y="3003550"/>
          <p14:tracePt t="3870" x="4876800" y="3079750"/>
          <p14:tracePt t="3887" x="4857750" y="3105150"/>
          <p14:tracePt t="3904" x="4819650" y="3155950"/>
          <p14:tracePt t="3920" x="4819650" y="3175000"/>
          <p14:tracePt t="4236" x="4648200" y="3175000"/>
          <p14:tracePt t="4252" x="4521200" y="3175000"/>
          <p14:tracePt t="4269" x="4229100" y="3175000"/>
          <p14:tracePt t="4286" x="3975100" y="3175000"/>
          <p14:tracePt t="4302" x="3721100" y="3232150"/>
          <p14:tracePt t="4321" x="3448050" y="3295650"/>
          <p14:tracePt t="4336" x="3314700" y="3340100"/>
          <p14:tracePt t="4352" x="3105150" y="3448050"/>
          <p14:tracePt t="4369" x="2876550" y="3556000"/>
          <p14:tracePt t="4385" x="2774950" y="3594100"/>
          <p14:tracePt t="4402" x="2565400" y="3689350"/>
          <p14:tracePt t="4420" x="2400300" y="3822700"/>
          <p14:tracePt t="4435" x="2305050" y="3886200"/>
          <p14:tracePt t="4452" x="2082800" y="4051300"/>
          <p14:tracePt t="4468" x="1892300" y="4197350"/>
          <p14:tracePt t="4485" x="1809750" y="4273550"/>
          <p14:tracePt t="4502" x="1663700" y="4464050"/>
          <p14:tracePt t="4518" x="1562100" y="4635500"/>
          <p14:tracePt t="4535" x="1511300" y="4718050"/>
          <p14:tracePt t="4551" x="1447800" y="4870450"/>
          <p14:tracePt t="4568" x="1435100" y="4959350"/>
          <p14:tracePt t="4586" x="1435100" y="5054600"/>
          <p14:tracePt t="4601" x="1441450" y="5092700"/>
          <p14:tracePt t="4618" x="1479550" y="5207000"/>
          <p14:tracePt t="4636" x="1543050" y="5321300"/>
          <p14:tracePt t="4651" x="1574800" y="5372100"/>
          <p14:tracePt t="4667" x="1612900" y="5435600"/>
          <p14:tracePt t="4684" x="1676400" y="5511800"/>
          <p14:tracePt t="4701" x="1746250" y="5581650"/>
          <p14:tracePt t="4717" x="1803400" y="5632450"/>
          <p14:tracePt t="4734" x="1968500" y="5734050"/>
          <p14:tracePt t="4751" x="2178050" y="5861050"/>
          <p14:tracePt t="4769" x="2374900" y="5930900"/>
          <p14:tracePt t="4784" x="2482850" y="5962650"/>
          <p14:tracePt t="4800" x="2711450" y="5981700"/>
          <p14:tracePt t="4818" x="2914650" y="5962650"/>
          <p14:tracePt t="4834" x="3028950" y="5937250"/>
          <p14:tracePt t="4851" x="3213100" y="5854700"/>
          <p14:tracePt t="4868" x="3403600" y="5765800"/>
          <p14:tracePt t="4883" x="3486150" y="5702300"/>
          <p14:tracePt t="4900" x="3556000" y="5664200"/>
          <p14:tracePt t="4917" x="3708400" y="5518150"/>
          <p14:tracePt t="4934" x="3727450" y="5473700"/>
          <p14:tracePt t="4937" x="3746500" y="5441950"/>
          <p14:tracePt t="4967" x="3765550" y="5308600"/>
          <p14:tracePt t="4984" x="3765550" y="5168900"/>
          <p14:tracePt t="5000" x="3752850" y="5092700"/>
          <p14:tracePt t="5016" x="3702050" y="4895850"/>
          <p14:tracePt t="5033" x="3594100" y="4641850"/>
          <p14:tracePt t="5050" x="3435350" y="4368800"/>
          <p14:tracePt t="5067" x="3371850" y="4241800"/>
          <p14:tracePt t="5083" x="3244850" y="4076700"/>
          <p14:tracePt t="5099" x="3143250" y="3981450"/>
          <p14:tracePt t="5116" x="3086100" y="3943350"/>
          <p14:tracePt t="5133" x="3009900" y="3924300"/>
          <p14:tracePt t="5149" x="2914650" y="3917950"/>
          <p14:tracePt t="5166" x="2851150" y="3937000"/>
          <p14:tracePt t="5183" x="2724150" y="4000500"/>
          <p14:tracePt t="5199" x="2616200" y="4133850"/>
          <p14:tracePt t="5216" x="2540000" y="4229100"/>
          <p14:tracePt t="5233" x="2444750" y="4425950"/>
          <p14:tracePt t="5249" x="2419350" y="4527550"/>
          <p14:tracePt t="5267" x="2362200" y="4737100"/>
          <p14:tracePt t="5282" x="2343150" y="4927600"/>
          <p14:tracePt t="5299" x="2343150" y="5016500"/>
          <p14:tracePt t="5317" x="2355850" y="5175250"/>
          <p14:tracePt t="5332" x="2374900" y="5302250"/>
          <p14:tracePt t="5349" x="2393950" y="5372100"/>
          <p14:tracePt t="5365" x="2425700" y="5448300"/>
          <p14:tracePt t="5382" x="2457450" y="5511800"/>
          <p14:tracePt t="5398" x="2508250" y="5575300"/>
          <p14:tracePt t="5415" x="2540000" y="5600700"/>
          <p14:tracePt t="5431" x="2609850" y="5657850"/>
          <p14:tracePt t="5449" x="2660650" y="5683250"/>
          <p14:tracePt t="5465" x="2705100" y="5689600"/>
          <p14:tracePt t="5481" x="2806700" y="5689600"/>
          <p14:tracePt t="5498" x="2914650" y="5670550"/>
          <p14:tracePt t="5514" x="2959100" y="5651500"/>
          <p14:tracePt t="5532" x="3022600" y="5619750"/>
          <p14:tracePt t="5548" x="3200400" y="5486400"/>
          <p14:tracePt t="5564" x="3238500" y="5441950"/>
          <p14:tracePt t="5582" x="3263900" y="5372100"/>
          <p14:tracePt t="5597" x="3282950" y="5207000"/>
          <p14:tracePt t="5614" x="3282950" y="5092700"/>
          <p14:tracePt t="5632" x="3194050" y="4826000"/>
          <p14:tracePt t="5647" x="3003550" y="4565650"/>
          <p14:tracePt t="5664" x="2895600" y="4445000"/>
          <p14:tracePt t="5681" x="2635250" y="4229100"/>
          <p14:tracePt t="5697" x="2527300" y="4165600"/>
          <p14:tracePt t="5714" x="2305050" y="4070350"/>
          <p14:tracePt t="5730" x="2108200" y="4019550"/>
          <p14:tracePt t="5747" x="2019300" y="4006850"/>
          <p14:tracePt t="5764" x="1816100" y="3994150"/>
          <p14:tracePt t="5780" x="1657350" y="4038600"/>
          <p14:tracePt t="5797" x="1587500" y="4089400"/>
          <p14:tracePt t="5814" x="1492250" y="4203700"/>
          <p14:tracePt t="5830" x="1428750" y="4368800"/>
          <p14:tracePt t="5847" x="1422400" y="4457700"/>
          <p14:tracePt t="5864" x="1422400" y="4660900"/>
          <p14:tracePt t="5880" x="1454150" y="4749800"/>
          <p14:tracePt t="5898" x="1612900" y="5048250"/>
          <p14:tracePt t="5913" x="1708150" y="5143500"/>
          <p14:tracePt t="5930" x="1803400" y="5213350"/>
          <p14:tracePt t="5947" x="2000250" y="5308600"/>
          <p14:tracePt t="5963" x="2159000" y="5327650"/>
          <p14:tracePt t="5966" x="2235200" y="5314950"/>
          <p14:tracePt t="5996" x="2438400" y="5213350"/>
          <p14:tracePt t="6014" x="2667000" y="5003800"/>
          <p14:tracePt t="6030" x="2774950" y="4845050"/>
          <p14:tracePt t="6046" x="2971800" y="4425950"/>
          <p14:tracePt t="6063" x="3073400" y="4064000"/>
          <p14:tracePt t="6081" x="3181350" y="2901950"/>
          <p14:tracePt t="6096" x="3168650" y="2559050"/>
          <p14:tracePt t="6113" x="3092450" y="2012950"/>
          <p14:tracePt t="6129" x="3016250" y="1784350"/>
          <p14:tracePt t="6146" x="2978150" y="1714500"/>
          <p14:tracePt t="6163" x="2940050" y="1670050"/>
          <p14:tracePt t="6179" x="2762250" y="1574800"/>
          <p14:tracePt t="6196" x="2692400" y="1555750"/>
          <p14:tracePt t="6213" x="2616200" y="1536700"/>
          <p14:tracePt t="6228" x="2444750" y="1536700"/>
          <p14:tracePt t="6245" x="2254250" y="1600200"/>
          <p14:tracePt t="6263" x="2051050" y="1727200"/>
          <p14:tracePt t="6278" x="1955800" y="1822450"/>
          <p14:tracePt t="6295" x="1790700" y="2101850"/>
          <p14:tracePt t="6312" x="1676400" y="2514600"/>
          <p14:tracePt t="6328" x="1631950" y="2768600"/>
          <p14:tracePt t="6346" x="1619250" y="3289300"/>
          <p14:tracePt t="6362" x="1670050" y="3803650"/>
          <p14:tracePt t="6378" x="1733550" y="4064000"/>
          <p14:tracePt t="6395" x="2012950" y="4635500"/>
          <p14:tracePt t="6411" x="2305050" y="5029200"/>
          <p14:tracePt t="6428" x="2451100" y="5181600"/>
          <p14:tracePt t="6445" x="2730500" y="5403850"/>
          <p14:tracePt t="6461" x="3060700" y="5600700"/>
          <p14:tracePt t="6478" x="3232150" y="5695950"/>
          <p14:tracePt t="6481" x="3352800" y="5753100"/>
          <p14:tracePt t="6495" x="3454400" y="5772150"/>
          <p14:tracePt t="6511" x="3536950" y="5791200"/>
          <p14:tracePt t="6529" x="3841750" y="5778500"/>
          <p14:tracePt t="6544" x="3930650" y="5753100"/>
          <p14:tracePt t="6561" x="4000500" y="5715000"/>
          <p14:tracePt t="6578" x="4102100" y="5651500"/>
          <p14:tracePt t="6594" x="4146550" y="5626100"/>
          <p14:tracePt t="6611" x="4152900" y="5613400"/>
          <p14:tracePt t="6627" x="4178300" y="5568950"/>
          <p14:tracePt t="6644" x="4184650" y="5537200"/>
          <p14:tracePt t="6661" x="4191000" y="5511800"/>
          <p14:tracePt t="6677" x="4191000" y="5505450"/>
          <p14:tracePt t="6694" x="4191000" y="5499100"/>
          <p14:tracePt t="6743" x="4184650" y="5499100"/>
          <p14:tracePt t="6761" x="4178300" y="5511800"/>
          <p14:tracePt t="6793" x="4178300" y="5524500"/>
          <p14:tracePt t="6810" x="4171950" y="5524500"/>
          <p14:tracePt t="7177" x="4305300" y="5594350"/>
          <p14:tracePt t="7192" x="4540250" y="5670550"/>
          <p14:tracePt t="7210" x="4724400" y="5721350"/>
          <p14:tracePt t="7226" x="5137150" y="5835650"/>
          <p14:tracePt t="7242" x="5359400" y="5873750"/>
          <p14:tracePt t="7258" x="5638800" y="5924550"/>
          <p14:tracePt t="7275" x="5918200" y="5981700"/>
          <p14:tracePt t="7292" x="6451600" y="6108700"/>
          <p14:tracePt t="7309" x="6724650" y="6153150"/>
          <p14:tracePt t="7325" x="7188200" y="6267450"/>
          <p14:tracePt t="7342" x="7429500" y="6311900"/>
          <p14:tracePt t="7358" x="7524750" y="6337300"/>
          <p14:tracePt t="7375" x="7747000" y="6369050"/>
          <p14:tracePt t="7392" x="7785100" y="6369050"/>
          <p14:tracePt t="7410" x="7886700" y="6375400"/>
          <p14:tracePt t="7424" x="7956550" y="6381750"/>
          <p14:tracePt t="7441" x="7988300" y="6394450"/>
          <p14:tracePt t="7458" x="8045450" y="6394450"/>
          <p14:tracePt t="7474" x="8077200" y="6407150"/>
          <p14:tracePt t="7491" x="8108950" y="6407150"/>
          <p14:tracePt t="7494" x="8121650" y="6413500"/>
          <p14:tracePt t="7508" x="8134350" y="6413500"/>
          <p14:tracePt t="7525" x="8159750" y="6419850"/>
          <p14:tracePt t="7542" x="8185150" y="6426200"/>
          <p14:tracePt t="7557" x="8204200" y="6426200"/>
          <p14:tracePt t="7574" x="8216900" y="6432550"/>
          <p14:tracePt t="7591" x="8280400" y="6451600"/>
          <p14:tracePt t="7607" x="8299450" y="6457950"/>
          <p14:tracePt t="7625" x="8312150" y="6464300"/>
          <p14:tracePt t="7641" x="8324850" y="6464300"/>
          <p14:tracePt t="7690" x="8318500" y="6464300"/>
          <p14:tracePt t="7707" x="8286750" y="6451600"/>
          <p14:tracePt t="7726" x="8235950" y="6432550"/>
          <p14:tracePt t="7740" x="8185150" y="6426200"/>
          <p14:tracePt t="7757" x="8051800" y="6394450"/>
          <p14:tracePt t="7774" x="7867650" y="6362700"/>
          <p14:tracePt t="7790" x="7766050" y="6356350"/>
          <p14:tracePt t="7807" x="7537450" y="6343650"/>
          <p14:tracePt t="7825" x="7270750" y="6350000"/>
          <p14:tracePt t="7840" x="7137400" y="6350000"/>
          <p14:tracePt t="7857" x="6845300" y="6350000"/>
          <p14:tracePt t="7873" x="6718300" y="6356350"/>
          <p14:tracePt t="7890" x="6502400" y="6356350"/>
          <p14:tracePt t="7908" x="6318250" y="6388100"/>
          <p14:tracePt t="7924" x="6254750" y="6400800"/>
          <p14:tracePt t="7940" x="6134100" y="6413500"/>
          <p14:tracePt t="7956" x="6064250" y="6413500"/>
          <p14:tracePt t="7973" x="6045200" y="6413500"/>
          <p14:tracePt t="7989" x="6026150" y="6413500"/>
          <p14:tracePt t="8041" x="6019800" y="6407150"/>
          <p14:tracePt t="8072" x="6019800" y="6400800"/>
          <p14:tracePt t="8105" x="6019800" y="6394450"/>
          <p14:tracePt t="8155" x="6000750" y="6388100"/>
          <p14:tracePt t="8172" x="5988050" y="6381750"/>
          <p14:tracePt t="8189" x="5949950" y="6362700"/>
          <p14:tracePt t="8205" x="5924550" y="6356350"/>
          <p14:tracePt t="8223" x="5791200" y="6305550"/>
          <p14:tracePt t="8239" x="5740400" y="6292850"/>
          <p14:tracePt t="8255" x="5670550" y="6273800"/>
          <p14:tracePt t="8272" x="5543550" y="6248400"/>
          <p14:tracePt t="8288" x="5397500" y="6235700"/>
          <p14:tracePt t="8305" x="5321300" y="6216650"/>
          <p14:tracePt t="8321" x="5149850" y="6197600"/>
          <p14:tracePt t="8338" x="5060950" y="6184900"/>
          <p14:tracePt t="8357" x="4851400" y="6127750"/>
          <p14:tracePt t="8372" x="4781550" y="6108700"/>
          <p14:tracePt t="8388" x="4673600" y="6083300"/>
          <p14:tracePt t="8406" x="4578350" y="6057900"/>
          <p14:tracePt t="8421" x="4533900" y="6038850"/>
          <p14:tracePt t="8438" x="4464050" y="6026150"/>
          <p14:tracePt t="8455" x="4406900" y="6007100"/>
          <p14:tracePt t="8471" x="4381500" y="6000750"/>
          <p14:tracePt t="8488" x="4362450" y="5994400"/>
          <p14:tracePt t="8504" x="4311650" y="5988050"/>
          <p14:tracePt t="8521" x="4298950" y="5988050"/>
          <p14:tracePt t="8524" x="4286250" y="5988050"/>
          <p14:tracePt t="8554" x="4260850" y="5988050"/>
          <p14:tracePt t="8571" x="4254500" y="5981700"/>
          <p14:tracePt t="8620" x="4254500" y="5975350"/>
          <p14:tracePt t="8687" x="4286250" y="5969000"/>
          <p14:tracePt t="8704" x="4298950" y="5969000"/>
          <p14:tracePt t="8721" x="4368800" y="5969000"/>
          <p14:tracePt t="8737" x="4457700" y="5969000"/>
          <p14:tracePt t="8754" x="4508500" y="5969000"/>
          <p14:tracePt t="8771" x="4603750" y="5988050"/>
          <p14:tracePt t="8787" x="4686300" y="6007100"/>
          <p14:tracePt t="8804" x="4730750" y="6019800"/>
          <p14:tracePt t="8820" x="4743450" y="6026150"/>
          <p14:tracePt t="8836" x="4749800" y="6032500"/>
          <p14:tracePt t="8854" x="4730750" y="6045200"/>
          <p14:tracePt t="8869" x="4686300" y="6045200"/>
          <p14:tracePt t="8887" x="4597400" y="6045200"/>
          <p14:tracePt t="8904" x="4171950" y="6045200"/>
          <p14:tracePt t="8919" x="3981450" y="6057900"/>
          <p14:tracePt t="8936" x="3797300" y="6057900"/>
          <p14:tracePt t="8953" x="3238500" y="6038850"/>
          <p14:tracePt t="8969" x="3098800" y="6038850"/>
          <p14:tracePt t="8988" x="2921000" y="6038850"/>
          <p14:tracePt t="9002" x="2794000" y="6038850"/>
          <p14:tracePt t="9019" x="2749550" y="6045200"/>
          <p14:tracePt t="9022" x="2717800" y="6064250"/>
          <p14:tracePt t="9052" x="2692400" y="6064250"/>
          <p14:tracePt t="9069" x="2686050" y="6064250"/>
          <p14:tracePt t="9086" x="2692400" y="6064250"/>
          <p14:tracePt t="9402" x="2514600" y="6038850"/>
          <p14:tracePt t="9418" x="2324100" y="6019800"/>
          <p14:tracePt t="9434" x="2235200" y="6019800"/>
          <p14:tracePt t="9451" x="2044700" y="6026150"/>
          <p14:tracePt t="9468" x="1905000" y="6032500"/>
          <p14:tracePt t="9484" x="1835150" y="6032500"/>
          <p14:tracePt t="9501" x="1771650" y="6038850"/>
          <p14:tracePt t="9517" x="1746250" y="6038850"/>
          <p14:tracePt t="9535" x="1739900" y="6038850"/>
          <p14:tracePt t="9551" x="1739900" y="6045200"/>
          <p14:tracePt t="9567" x="1739900" y="6051550"/>
          <p14:tracePt t="9584" x="1790700" y="6096000"/>
          <p14:tracePt t="9600" x="1847850" y="6127750"/>
          <p14:tracePt t="9617" x="2044700" y="6197600"/>
          <p14:tracePt t="9634" x="2413000" y="6273800"/>
          <p14:tracePt t="9650" x="2743200" y="6299200"/>
          <p14:tracePt t="9667" x="2876550" y="6299200"/>
          <p14:tracePt t="9684" x="3143250" y="6280150"/>
          <p14:tracePt t="9700" x="3289300" y="6261100"/>
          <p14:tracePt t="9717" x="3416300" y="6229350"/>
          <p14:tracePt t="9733" x="3657600" y="6172200"/>
          <p14:tracePt t="9750" x="3765550" y="6153150"/>
          <p14:tracePt t="9767" x="3854450" y="6134100"/>
          <p14:tracePt t="9783" x="3924300" y="6115050"/>
          <p14:tracePt t="9800" x="3975100" y="6102350"/>
          <p14:tracePt t="9816" x="3994150" y="6102350"/>
          <p14:tracePt t="9833" x="4000500" y="6102350"/>
          <p14:tracePt t="9850" x="4006850" y="6096000"/>
          <p14:tracePt t="9866" x="3994150" y="6096000"/>
          <p14:tracePt t="9883" x="3879850" y="6083300"/>
          <p14:tracePt t="9901" x="3663950" y="6064250"/>
          <p14:tracePt t="9916" x="3536950" y="6064250"/>
          <p14:tracePt t="9932" x="3270250" y="6064250"/>
          <p14:tracePt t="9949" x="3003550" y="6070600"/>
          <p14:tracePt t="9966" x="2889250" y="6076950"/>
          <p14:tracePt t="9983" x="2673350" y="6108700"/>
          <p14:tracePt t="9999" x="2584450" y="6127750"/>
          <p14:tracePt t="10016" x="2425700" y="6172200"/>
          <p14:tracePt t="10032" x="2368550" y="6197600"/>
          <p14:tracePt t="10049" x="2324100" y="6210300"/>
          <p14:tracePt t="10098" x="2349500" y="6210300"/>
          <p14:tracePt t="10115" x="2413000" y="6210300"/>
          <p14:tracePt t="10132" x="2724150" y="6203950"/>
          <p14:tracePt t="10148" x="2965450" y="6191250"/>
          <p14:tracePt t="10165" x="3181350" y="6165850"/>
          <p14:tracePt t="10182" x="3549650" y="6115050"/>
          <p14:tracePt t="10198" x="3676650" y="6083300"/>
          <p14:tracePt t="10216" x="3810000" y="6045200"/>
          <p14:tracePt t="10231" x="3860800" y="6038850"/>
          <p14:tracePt t="10248" x="3873500" y="6032500"/>
          <p14:tracePt t="10265" x="3879850" y="6019800"/>
          <p14:tracePt t="10281" x="3879850" y="6007100"/>
          <p14:tracePt t="10315" x="3873500" y="6000750"/>
          <p14:tracePt t="10331" x="3835400" y="5994400"/>
          <p14:tracePt t="10348" x="3714750" y="5956300"/>
          <p14:tracePt t="10364" x="3625850" y="5937250"/>
          <p14:tracePt t="10381" x="3403600" y="5918200"/>
          <p14:tracePt t="10398" x="3124200" y="5918200"/>
          <p14:tracePt t="10414" x="2997200" y="5918200"/>
          <p14:tracePt t="10431" x="2882900" y="5918200"/>
          <p14:tracePt t="10448" x="2590800" y="5949950"/>
          <p14:tracePt t="10464" x="2514600" y="5962650"/>
          <p14:tracePt t="10481" x="2444750" y="5969000"/>
          <p14:tracePt t="10497" x="2374900" y="5981700"/>
          <p14:tracePt t="10514" x="2368550" y="5981700"/>
          <p14:tracePt t="10597" x="2393950" y="5981700"/>
          <p14:tracePt t="10614" x="2501900" y="6000750"/>
          <p14:tracePt t="10630" x="2679700" y="6032500"/>
          <p14:tracePt t="10647" x="2806700" y="6038850"/>
          <p14:tracePt t="10664" x="3149600" y="6064250"/>
          <p14:tracePt t="10680" x="3441700" y="6057900"/>
          <p14:tracePt t="10697" x="3556000" y="6057900"/>
          <p14:tracePt t="10714" x="3752850" y="6038850"/>
          <p14:tracePt t="10730" x="3917950" y="6032500"/>
          <p14:tracePt t="10746" x="3981450" y="6013450"/>
          <p14:tracePt t="10763" x="4114800" y="5981700"/>
          <p14:tracePt t="10780" x="4159250" y="5969000"/>
          <p14:tracePt t="10797" x="4191000" y="5949950"/>
          <p14:tracePt t="10814" x="4222750" y="5937250"/>
          <p14:tracePt t="10831" x="4229100" y="5937250"/>
          <p14:tracePt t="10880" x="4241800" y="5943600"/>
          <p14:tracePt t="13371" x="4121150" y="5937250"/>
          <p14:tracePt t="13387" x="3930650" y="5930900"/>
          <p14:tracePt t="13404" x="3803650" y="5918200"/>
          <p14:tracePt t="13420" x="3562350" y="5886450"/>
          <p14:tracePt t="13437" x="3346450" y="5867400"/>
          <p14:tracePt t="13454" x="3244850" y="5854700"/>
          <p14:tracePt t="13472" x="3054350" y="5854700"/>
          <p14:tracePt t="13487" x="2876550" y="5848350"/>
          <p14:tracePt t="13504" x="2787650" y="5835650"/>
          <p14:tracePt t="13521" x="2635250" y="5835650"/>
          <p14:tracePt t="13537" x="2489200" y="5842000"/>
          <p14:tracePt t="13553" x="2400300" y="5842000"/>
          <p14:tracePt t="13557" x="2324100" y="5848350"/>
          <p14:tracePt t="13586" x="2139950" y="5861050"/>
          <p14:tracePt t="13603" x="2089150" y="5861050"/>
          <p14:tracePt t="13620" x="2025650" y="5861050"/>
          <p14:tracePt t="13637" x="1993900" y="5861050"/>
          <p14:tracePt t="13655" x="1898650" y="5861050"/>
          <p14:tracePt t="13670" x="1873250" y="5861050"/>
          <p14:tracePt t="13686" x="1847850" y="5861050"/>
          <p14:tracePt t="13703" x="1816100" y="5861050"/>
          <p14:tracePt t="13720" x="1797050" y="5861050"/>
          <p14:tracePt t="13737" x="1778000" y="5854700"/>
          <p14:tracePt t="13753" x="1758950" y="5848350"/>
          <p14:tracePt t="13769" x="1739900" y="5842000"/>
          <p14:tracePt t="13786" x="1720850" y="5835650"/>
          <p14:tracePt t="13802" x="1714500" y="5835650"/>
          <p14:tracePt t="13819" x="1701800" y="5835650"/>
          <p14:tracePt t="13836" x="1695450" y="5835650"/>
          <p14:tracePt t="14550" x="1701800" y="5842000"/>
          <p14:tracePt t="14553" x="1708150" y="5848350"/>
          <p14:tracePt t="14567" x="1727200" y="5848350"/>
          <p14:tracePt t="14583" x="1739900" y="5861050"/>
          <p14:tracePt t="14600" x="1778000" y="5880100"/>
          <p14:tracePt t="14616" x="1809750" y="5892800"/>
          <p14:tracePt t="14633" x="1879600" y="5911850"/>
          <p14:tracePt t="14650" x="1981200" y="5943600"/>
          <p14:tracePt t="14666" x="2019300" y="5949950"/>
          <p14:tracePt t="14683" x="2108200" y="5975350"/>
          <p14:tracePt t="14700" x="2178050" y="5988050"/>
          <p14:tracePt t="14716" x="2197100" y="5994400"/>
          <p14:tracePt t="14733" x="2216150" y="6000750"/>
          <p14:tracePt t="14784" x="2222500" y="6000750"/>
          <p14:tracePt t="14799" x="2235200" y="5994400"/>
          <p14:tracePt t="14815" x="2241550" y="59880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.__doc__)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5445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1917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9142"/>
    </mc:Choice>
    <mc:Fallback>
      <p:transition advTm="9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20" x="2241550" y="5975350"/>
          <p14:tracePt t="1136" x="2235200" y="5956300"/>
          <p14:tracePt t="1153" x="2222500" y="5930900"/>
          <p14:tracePt t="1169" x="2209800" y="5918200"/>
          <p14:tracePt t="1186" x="2197100" y="5886450"/>
          <p14:tracePt t="1204" x="2178050" y="5861050"/>
          <p14:tracePt t="1219" x="2165350" y="5848350"/>
          <p14:tracePt t="1236" x="2159000" y="5829300"/>
          <p14:tracePt t="1252" x="2146300" y="5816600"/>
          <p14:tracePt t="1285" x="2146300" y="5810250"/>
          <p14:tracePt t="1319" x="2139950" y="5810250"/>
          <p14:tracePt t="1451" x="2146300" y="5810250"/>
          <p14:tracePt t="1469" x="2165350" y="5829300"/>
          <p14:tracePt t="1485" x="2178050" y="5842000"/>
          <p14:tracePt t="1504" x="2190750" y="5861050"/>
          <p14:tracePt t="1519" x="2247900" y="5918200"/>
          <p14:tracePt t="1535" x="2330450" y="6000750"/>
          <p14:tracePt t="1551" x="2374900" y="6026150"/>
          <p14:tracePt t="1568" x="2489200" y="6115050"/>
          <p14:tracePt t="1584" x="2533650" y="6159500"/>
          <p14:tracePt t="1601" x="2590800" y="6197600"/>
          <p14:tracePt t="1618" x="2749550" y="6299200"/>
          <p14:tracePt t="1634" x="2800350" y="6337300"/>
          <p14:tracePt t="1652" x="2882900" y="6400800"/>
          <p14:tracePt t="1667" x="2895600" y="6413500"/>
          <p14:tracePt t="1684" x="2921000" y="6426200"/>
          <p14:tracePt t="1702" x="2940050" y="6438900"/>
          <p14:tracePt t="1717" x="2946400" y="6438900"/>
          <p14:tracePt t="1750" x="2952750" y="6445250"/>
          <p14:tracePt t="1817" x="2959100" y="6451600"/>
          <p14:tracePt t="1916" x="2965450" y="6451600"/>
          <p14:tracePt t="2980" x="2971800" y="6451600"/>
          <p14:tracePt t="3030" x="2978150" y="6445250"/>
          <p14:tracePt t="3046" x="2984500" y="6438900"/>
          <p14:tracePt t="3063" x="2997200" y="6426200"/>
          <p14:tracePt t="3079" x="3009900" y="6419850"/>
          <p14:tracePt t="3098" x="3035300" y="6394450"/>
          <p14:tracePt t="3112" x="3067050" y="6381750"/>
          <p14:tracePt t="3129" x="3143250" y="6305550"/>
          <p14:tracePt t="3146" x="3251200" y="6235700"/>
          <p14:tracePt t="3162" x="3308350" y="6172200"/>
          <p14:tracePt t="3179" x="3378200" y="6115050"/>
          <p14:tracePt t="3196" x="3530600" y="6000750"/>
          <p14:tracePt t="3212" x="3683000" y="5867400"/>
          <p14:tracePt t="3229" x="3841750" y="5721350"/>
          <p14:tracePt t="3245" x="3981450" y="5613400"/>
          <p14:tracePt t="3262" x="4038600" y="5562600"/>
          <p14:tracePt t="3280" x="4146550" y="5448300"/>
          <p14:tracePt t="3296" x="4235450" y="5340350"/>
          <p14:tracePt t="3312" x="4273550" y="5283200"/>
          <p14:tracePt t="3329" x="4324350" y="5175250"/>
          <p14:tracePt t="3345" x="4356100" y="5118100"/>
          <p14:tracePt t="3363" x="4387850" y="5029200"/>
          <p14:tracePt t="3378" x="4413250" y="4959350"/>
          <p14:tracePt t="3395" x="4432300" y="4927600"/>
          <p14:tracePt t="3413" x="4451350" y="4883150"/>
          <p14:tracePt t="3428" x="4514850" y="4845050"/>
          <p14:tracePt t="6817" x="4483100" y="4895850"/>
          <p14:tracePt t="6833" x="4445000" y="4959350"/>
          <p14:tracePt t="6849" x="4413250" y="5016500"/>
          <p14:tracePt t="6867" x="4343400" y="5118100"/>
          <p14:tracePt t="6883" x="4254500" y="5245100"/>
          <p14:tracePt t="6900" x="4191000" y="5302250"/>
          <p14:tracePt t="6916" x="4089400" y="5397500"/>
          <p14:tracePt t="6932" x="4044950" y="5435600"/>
          <p14:tracePt t="6949" x="3949700" y="5499100"/>
          <p14:tracePt t="6966" x="3873500" y="5562600"/>
          <p14:tracePt t="6982" x="3829050" y="5588000"/>
          <p14:tracePt t="7001" x="3771900" y="5645150"/>
          <p14:tracePt t="7016" x="3733800" y="5695950"/>
          <p14:tracePt t="7032" x="3721100" y="5715000"/>
          <p14:tracePt t="7049" x="3695700" y="5765800"/>
          <p14:tracePt t="7066" x="3676650" y="5810250"/>
          <p14:tracePt t="7082" x="3670300" y="5822950"/>
          <p14:tracePt t="7100" x="3657600" y="5867400"/>
          <p14:tracePt t="7116" x="3644900" y="5905500"/>
          <p14:tracePt t="7132" x="3632200" y="5930900"/>
          <p14:tracePt t="7149" x="3613150" y="5981700"/>
          <p14:tracePt t="7165" x="3600450" y="6026150"/>
          <p14:tracePt t="7183" x="3575050" y="6070600"/>
          <p14:tracePt t="7198" x="3568700" y="6102350"/>
          <p14:tracePt t="7217" x="3562350" y="6121400"/>
          <p14:tracePt t="7232" x="3543300" y="6165850"/>
          <p14:tracePt t="7249" x="3543300" y="6172200"/>
          <p14:tracePt t="7265" x="3543300" y="6178550"/>
          <p14:tracePt t="7281" x="3536950" y="6184900"/>
          <p14:tracePt t="7530" x="3536950" y="6203950"/>
          <p14:tracePt t="7549" x="3562350" y="6254750"/>
          <p14:tracePt t="7564" x="3575050" y="6286500"/>
          <p14:tracePt t="7580" x="3613150" y="6369050"/>
          <p14:tracePt t="7597" x="3657600" y="6470650"/>
          <p14:tracePt t="7614" x="3683000" y="6515100"/>
          <p14:tracePt t="7630" x="3727450" y="6616700"/>
          <p14:tracePt t="7647" x="3759200" y="6686550"/>
          <p14:tracePt t="7663" x="3771900" y="6705600"/>
          <p14:tracePt t="7681" x="3803650" y="6731000"/>
          <p14:tracePt t="7697" x="3810000" y="6737350"/>
          <p14:tracePt t="7730" x="3822700" y="6737350"/>
          <p14:tracePt t="7780" x="3835400" y="6731000"/>
          <p14:tracePt t="7796" x="3835400" y="6718300"/>
          <p14:tracePt t="7813" x="3841750" y="6711950"/>
          <p14:tracePt t="7846" x="3848100" y="6705600"/>
          <p14:tracePt t="7865" x="3854450" y="6692900"/>
          <p14:tracePt t="7896" x="3854450" y="6686550"/>
          <p14:tracePt t="7929" x="3860800" y="6686550"/>
          <p14:tracePt t="7946" x="3860800" y="6680200"/>
          <p14:tracePt t="7979" x="3867150" y="6680200"/>
          <p14:tracePt t="8029" x="3873500" y="6673850"/>
          <p14:tracePt t="8080" x="3879850" y="6667500"/>
          <p14:tracePt t="8095" x="3892550" y="6661150"/>
          <p14:tracePt t="8112" x="3898900" y="6661150"/>
          <p14:tracePt t="8129" x="3917950" y="6648450"/>
          <p14:tracePt t="8145" x="3956050" y="6629400"/>
          <p14:tracePt t="8162" x="3987800" y="6604000"/>
          <p14:tracePt t="8179" x="4102100" y="6546850"/>
          <p14:tracePt t="8195" x="4159250" y="6508750"/>
          <p14:tracePt t="8211" x="4324350" y="6419850"/>
          <p14:tracePt t="8228" x="4476750" y="6305550"/>
          <p14:tracePt t="8245" x="4559300" y="6242050"/>
          <p14:tracePt t="8262" x="4699000" y="6121400"/>
          <p14:tracePt t="8278" x="4762500" y="6051550"/>
          <p14:tracePt t="8294" x="4832350" y="5949950"/>
          <p14:tracePt t="8312" x="4870450" y="5905500"/>
          <p14:tracePt t="8328" x="4895850" y="5867400"/>
          <p14:tracePt t="8344" x="4921250" y="5816600"/>
          <p14:tracePt t="8362" x="4933950" y="5784850"/>
          <p14:tracePt t="8378" x="4940300" y="5765800"/>
          <p14:tracePt t="8395" x="4940300" y="57594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classmethod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Help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12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class method.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class method receives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as implicit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prstClr val="white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just like an instance method receives the instance.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To declare a class method, use this idiom: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@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def f(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, arg1, arg2, ...):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f())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 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  <a:r>
              <a:rPr lang="en-US" altLang="zh-TW" sz="2400" spc="-17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6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derived</a:t>
            </a:r>
            <a:endParaRPr lang="en-US" altLang="zh-TW" sz="2400" spc="-17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class object </a:t>
            </a:r>
            <a:r>
              <a:rPr lang="en-US" altLang="zh-TW" sz="2400" spc="-150" dirty="0">
                <a:solidFill>
                  <a:srgbClr val="9F9F9F"/>
                </a:solidFill>
                <a:latin typeface="Consolas" panose="020B0609020204030204" pitchFamily="49" charset="0"/>
              </a:rPr>
              <a:t>is passed as the implied first argument.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Class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methods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differ</a:t>
            </a:r>
            <a:r>
              <a:rPr lang="en-US" altLang="zh-TW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C++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Java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methods.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If you want those, see the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29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04395">
        <p:blinds dir="vert"/>
      </p:transition>
    </mc:Choice>
    <mc:Fallback>
      <p:transition spd="slow" advTm="104395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97" x="4940300" y="5734050"/>
          <p14:tracePt t="711" x="4933950" y="5695950"/>
          <p14:tracePt t="718" x="4927600" y="5651500"/>
          <p14:tracePt t="734" x="4908550" y="5600700"/>
          <p14:tracePt t="747" x="4902200" y="5556250"/>
          <p14:tracePt t="764" x="4870450" y="5461000"/>
          <p14:tracePt t="781" x="4838700" y="5353050"/>
          <p14:tracePt t="797" x="4826000" y="5283200"/>
          <p14:tracePt t="814" x="4781550" y="5149850"/>
          <p14:tracePt t="830" x="4730750" y="5041900"/>
          <p14:tracePt t="847" x="4705350" y="4972050"/>
          <p14:tracePt t="864" x="4648200" y="4832350"/>
          <p14:tracePt t="880" x="4591050" y="4743450"/>
          <p14:tracePt t="897" x="4552950" y="4673600"/>
          <p14:tracePt t="914" x="4451350" y="4508500"/>
          <p14:tracePt t="930" x="4330700" y="4279900"/>
          <p14:tracePt t="947" x="4267200" y="4178300"/>
          <p14:tracePt t="964" x="4102100" y="3879850"/>
          <p14:tracePt t="980" x="4044950" y="3778250"/>
          <p14:tracePt t="997" x="3943350" y="3613150"/>
          <p14:tracePt t="1013" x="3848100" y="3486150"/>
          <p14:tracePt t="1030" x="3790950" y="3422650"/>
          <p14:tracePt t="1047" x="3594100" y="3219450"/>
          <p14:tracePt t="1063" x="3524250" y="3136900"/>
          <p14:tracePt t="1080" x="3441700" y="3067050"/>
          <p14:tracePt t="1096" x="3257550" y="2908300"/>
          <p14:tracePt t="1113" x="3092450" y="2762250"/>
          <p14:tracePt t="1129" x="2997200" y="2698750"/>
          <p14:tracePt t="1146" x="2857500" y="2552700"/>
          <p14:tracePt t="1163" x="2698750" y="2413000"/>
          <p14:tracePt t="1181" x="2584450" y="2279650"/>
          <p14:tracePt t="1196" x="2533650" y="2235200"/>
          <p14:tracePt t="1212" x="2432050" y="2139950"/>
          <p14:tracePt t="1230" x="2305050" y="2051050"/>
          <p14:tracePt t="1246" x="2241550" y="1993900"/>
          <p14:tracePt t="1262" x="2197100" y="1943100"/>
          <p14:tracePt t="1279" x="2101850" y="1860550"/>
          <p14:tracePt t="1296" x="2057400" y="1835150"/>
          <p14:tracePt t="1312" x="1968500" y="1758950"/>
          <p14:tracePt t="1329" x="1892300" y="1720850"/>
          <p14:tracePt t="1345" x="1860550" y="1695450"/>
          <p14:tracePt t="1363" x="1771650" y="1651000"/>
          <p14:tracePt t="1378" x="1752600" y="1638300"/>
          <p14:tracePt t="1395" x="1714500" y="1625600"/>
          <p14:tracePt t="1412" x="1651000" y="1612900"/>
          <p14:tracePt t="1428" x="1631950" y="1606550"/>
          <p14:tracePt t="1445" x="1574800" y="1600200"/>
          <p14:tracePt t="1462" x="1524000" y="1581150"/>
          <p14:tracePt t="1478" x="1485900" y="1587500"/>
          <p14:tracePt t="1495" x="1479550" y="1587500"/>
          <p14:tracePt t="1511" x="1485900" y="1587500"/>
          <p14:tracePt t="2091" x="1492250" y="1600200"/>
          <p14:tracePt t="2099" x="1504950" y="1612900"/>
          <p14:tracePt t="2112" x="1517650" y="1625600"/>
          <p14:tracePt t="2126" x="1530350" y="1631950"/>
          <p14:tracePt t="2142" x="1574800" y="1657350"/>
          <p14:tracePt t="2160" x="1593850" y="1663700"/>
          <p14:tracePt t="2176" x="1638300" y="1695450"/>
          <p14:tracePt t="2193" x="1689100" y="1714500"/>
          <p14:tracePt t="2210" x="1714500" y="1733550"/>
          <p14:tracePt t="2226" x="1758950" y="1752600"/>
          <p14:tracePt t="2243" x="1803400" y="1758950"/>
          <p14:tracePt t="2259" x="1835150" y="1765300"/>
          <p14:tracePt t="2276" x="1854200" y="1771650"/>
          <p14:tracePt t="2293" x="1866900" y="1771650"/>
          <p14:tracePt t="2309" x="1917700" y="1784350"/>
          <p14:tracePt t="2325" x="1936750" y="1790700"/>
          <p14:tracePt t="2342" x="1955800" y="1790700"/>
          <p14:tracePt t="2359" x="2012950" y="1797050"/>
          <p14:tracePt t="2376" x="2070100" y="1797050"/>
          <p14:tracePt t="2393" x="2095500" y="1797050"/>
          <p14:tracePt t="2409" x="2165350" y="1797050"/>
          <p14:tracePt t="2425" x="2241550" y="1784350"/>
          <p14:tracePt t="2442" x="2286000" y="1784350"/>
          <p14:tracePt t="2459" x="2355850" y="1778000"/>
          <p14:tracePt t="2475" x="2413000" y="1771650"/>
          <p14:tracePt t="2492" x="2451100" y="1778000"/>
          <p14:tracePt t="2509" x="2463800" y="1778000"/>
          <p14:tracePt t="2525" x="2508250" y="1778000"/>
          <p14:tracePt t="2541" x="2520950" y="1778000"/>
          <p14:tracePt t="2558" x="2540000" y="1778000"/>
          <p14:tracePt t="2575" x="2552700" y="1778000"/>
          <p14:tracePt t="2591" x="2578100" y="1778000"/>
          <p14:tracePt t="2608" x="2590800" y="1778000"/>
          <p14:tracePt t="2625" x="2609850" y="1778000"/>
          <p14:tracePt t="2641" x="2616200" y="1778000"/>
          <p14:tracePt t="2658" x="2641600" y="1778000"/>
          <p14:tracePt t="2674" x="2660650" y="1778000"/>
          <p14:tracePt t="2691" x="2673350" y="1778000"/>
          <p14:tracePt t="2708" x="2705100" y="1778000"/>
          <p14:tracePt t="2724" x="2724150" y="1771650"/>
          <p14:tracePt t="2740" x="2724150" y="1765300"/>
          <p14:tracePt t="2757" x="2736850" y="1765300"/>
          <p14:tracePt t="2814" x="2743200" y="1765300"/>
          <p14:tracePt t="2856" x="2749550" y="1765300"/>
          <p14:tracePt t="3316" x="2755900" y="1765300"/>
          <p14:tracePt t="3323" x="2762250" y="1765300"/>
          <p14:tracePt t="3336" x="2768600" y="1765300"/>
          <p14:tracePt t="3344" x="2774950" y="1765300"/>
          <p14:tracePt t="3355" x="2787650" y="1758950"/>
          <p14:tracePt t="3372" x="2806700" y="1758950"/>
          <p14:tracePt t="3388" x="2819400" y="1758950"/>
          <p14:tracePt t="3405" x="2825750" y="1752600"/>
          <p14:tracePt t="3422" x="2857500" y="1752600"/>
          <p14:tracePt t="3438" x="2870200" y="1746250"/>
          <p14:tracePt t="3456" x="2914650" y="1746250"/>
          <p14:tracePt t="3471" x="2940050" y="1739900"/>
          <p14:tracePt t="3488" x="3022600" y="1727200"/>
          <p14:tracePt t="3505" x="3124200" y="1727200"/>
          <p14:tracePt t="3521" x="3175000" y="1727200"/>
          <p14:tracePt t="3538" x="3257550" y="1727200"/>
          <p14:tracePt t="3554" x="3314700" y="1727200"/>
          <p14:tracePt t="3571" x="3346450" y="1727200"/>
          <p14:tracePt t="3589" x="3384550" y="1727200"/>
          <p14:tracePt t="3604" x="3409950" y="1720850"/>
          <p14:tracePt t="3621" x="3422650" y="1720850"/>
          <p14:tracePt t="3638" x="3441700" y="1720850"/>
          <p14:tracePt t="3654" x="3448050" y="1714500"/>
          <p14:tracePt t="3671" x="3454400" y="1714500"/>
          <p14:tracePt t="3704" x="3460750" y="1714500"/>
          <p14:tracePt t="3736" x="3467100" y="1714500"/>
          <p14:tracePt t="3757" x="3473450" y="1714500"/>
          <p14:tracePt t="3764" x="3479800" y="1714500"/>
          <p14:tracePt t="3773" x="3486150" y="1714500"/>
          <p14:tracePt t="3792" x="3498850" y="1714500"/>
          <p14:tracePt t="3807" x="3505200" y="1708150"/>
          <p14:tracePt t="3820" x="3517900" y="1708150"/>
          <p14:tracePt t="3837" x="3549650" y="1701800"/>
          <p14:tracePt t="3853" x="3562350" y="1695450"/>
          <p14:tracePt t="3870" x="3587750" y="1695450"/>
          <p14:tracePt t="3887" x="3606800" y="1689100"/>
          <p14:tracePt t="3904" x="3613150" y="1689100"/>
          <p14:tracePt t="3919" x="3613150" y="1682750"/>
          <p14:tracePt t="3936" x="3619500" y="1682750"/>
          <p14:tracePt t="3975" x="3625850" y="1682750"/>
          <p14:tracePt t="4052" x="3625850" y="1689100"/>
          <p14:tracePt t="4080" x="3625850" y="1695450"/>
          <p14:tracePt t="4093" x="3619500" y="1695450"/>
          <p14:tracePt t="4426" x="3632200" y="1701800"/>
          <p14:tracePt t="4433" x="3663950" y="1708150"/>
          <p14:tracePt t="4447" x="3708400" y="1720850"/>
          <p14:tracePt t="4454" x="3759200" y="1720850"/>
          <p14:tracePt t="4471" x="3797300" y="1720850"/>
          <p14:tracePt t="4484" x="3873500" y="1720850"/>
          <p14:tracePt t="4501" x="3892550" y="1720850"/>
          <p14:tracePt t="4518" x="3949700" y="1720850"/>
          <p14:tracePt t="4534" x="3975100" y="1720850"/>
          <p14:tracePt t="4551" x="4006850" y="1714500"/>
          <p14:tracePt t="4568" x="4038600" y="1701800"/>
          <p14:tracePt t="4584" x="4051300" y="1701800"/>
          <p14:tracePt t="4601" x="4064000" y="1701800"/>
          <p14:tracePt t="4617" x="4070350" y="1701800"/>
          <p14:tracePt t="4679" x="4076700" y="1701800"/>
          <p14:tracePt t="4959" x="4083050" y="1701800"/>
          <p14:tracePt t="4994" x="4089400" y="1701800"/>
          <p14:tracePt t="5036" x="4095750" y="1701800"/>
          <p14:tracePt t="5078" x="4102100" y="1701800"/>
          <p14:tracePt t="5112" x="4108450" y="1701800"/>
          <p14:tracePt t="5155" x="4114800" y="1701800"/>
          <p14:tracePt t="5169" x="4121150" y="1701800"/>
          <p14:tracePt t="5176" x="4127500" y="1695450"/>
          <p14:tracePt t="5185" x="4140200" y="1695450"/>
          <p14:tracePt t="5199" x="4146550" y="1695450"/>
          <p14:tracePt t="5216" x="4152900" y="1695450"/>
          <p14:tracePt t="5232" x="4171950" y="1695450"/>
          <p14:tracePt t="5248" x="4216400" y="1695450"/>
          <p14:tracePt t="5266" x="4235450" y="1695450"/>
          <p14:tracePt t="5282" x="4286250" y="1695450"/>
          <p14:tracePt t="5298" x="4330700" y="1689100"/>
          <p14:tracePt t="5315" x="4368800" y="1689100"/>
          <p14:tracePt t="5331" x="4425950" y="1676400"/>
          <p14:tracePt t="5348" x="4521200" y="1676400"/>
          <p14:tracePt t="5366" x="4597400" y="1670050"/>
          <p14:tracePt t="5381" x="4641850" y="1670050"/>
          <p14:tracePt t="5398" x="4730750" y="1663700"/>
          <p14:tracePt t="5415" x="4838700" y="1644650"/>
          <p14:tracePt t="5431" x="4889500" y="1644650"/>
          <p14:tracePt t="5448" x="4933950" y="1638300"/>
          <p14:tracePt t="5465" x="5010150" y="1619250"/>
          <p14:tracePt t="5481" x="5029200" y="1625600"/>
          <p14:tracePt t="5497" x="5054600" y="1625600"/>
          <p14:tracePt t="5514" x="5086350" y="1625600"/>
          <p14:tracePt t="5531" x="5099050" y="1625600"/>
          <p14:tracePt t="5549" x="5118100" y="1625600"/>
          <p14:tracePt t="5564" x="5124450" y="1631950"/>
          <p14:tracePt t="5581" x="5149850" y="1638300"/>
          <p14:tracePt t="5598" x="5168900" y="1644650"/>
          <p14:tracePt t="5614" x="5175250" y="1644650"/>
          <p14:tracePt t="5630" x="5187950" y="1644650"/>
          <p14:tracePt t="5647" x="5200650" y="1644650"/>
          <p14:tracePt t="5681" x="5207000" y="1644650"/>
          <p14:tracePt t="5730" x="5213350" y="1644650"/>
          <p14:tracePt t="6886" x="5207000" y="1644650"/>
          <p14:tracePt t="6900" x="5200650" y="1651000"/>
          <p14:tracePt t="6907" x="5194300" y="1651000"/>
          <p14:tracePt t="6921" x="5181600" y="1651000"/>
          <p14:tracePt t="6929" x="5168900" y="1657350"/>
          <p14:tracePt t="6943" x="5156200" y="1657350"/>
          <p14:tracePt t="6959" x="5124450" y="1663700"/>
          <p14:tracePt t="6976" x="5073650" y="1670050"/>
          <p14:tracePt t="6992" x="5048250" y="1676400"/>
          <p14:tracePt t="7009" x="5010150" y="1676400"/>
          <p14:tracePt t="7027" x="4845050" y="1714500"/>
          <p14:tracePt t="7042" x="4781550" y="1733550"/>
          <p14:tracePt t="7059" x="4699000" y="1765300"/>
          <p14:tracePt t="7076" x="4540250" y="1816100"/>
          <p14:tracePt t="7092" x="4356100" y="1885950"/>
          <p14:tracePt t="7096" x="4260850" y="1924050"/>
          <p14:tracePt t="7112" x="4184650" y="1955800"/>
          <p14:tracePt t="7125" x="4089400" y="1987550"/>
          <p14:tracePt t="7142" x="3956050" y="2038350"/>
          <p14:tracePt t="7159" x="3822700" y="2063750"/>
          <p14:tracePt t="7175" x="3746500" y="2076450"/>
          <p14:tracePt t="7192" x="3587750" y="2101850"/>
          <p14:tracePt t="7209" x="3435350" y="2120900"/>
          <p14:tracePt t="7225" x="3371850" y="2120900"/>
          <p14:tracePt t="7242" x="3225800" y="2139950"/>
          <p14:tracePt t="7258" x="3117850" y="2152650"/>
          <p14:tracePt t="7275" x="3054350" y="2159000"/>
          <p14:tracePt t="7292" x="2927350" y="2171700"/>
          <p14:tracePt t="7308" x="2800350" y="2171700"/>
          <p14:tracePt t="7325" x="2743200" y="2178050"/>
          <p14:tracePt t="7342" x="2635250" y="2197100"/>
          <p14:tracePt t="7358" x="2552700" y="2222500"/>
          <p14:tracePt t="7374" x="2514600" y="2228850"/>
          <p14:tracePt t="7391" x="2463800" y="2235200"/>
          <p14:tracePt t="7408" x="2432050" y="2247900"/>
          <p14:tracePt t="7425" x="2381250" y="2254250"/>
          <p14:tracePt t="7441" x="2330450" y="2260600"/>
          <p14:tracePt t="7457" x="2311400" y="2266950"/>
          <p14:tracePt t="7475" x="2286000" y="2273300"/>
          <p14:tracePt t="7491" x="2279650" y="2273300"/>
          <p14:tracePt t="7507" x="2279650" y="2279650"/>
          <p14:tracePt t="7566" x="2292350" y="2279650"/>
          <p14:tracePt t="7580" x="2305050" y="2279650"/>
          <p14:tracePt t="7586" x="2336800" y="2273300"/>
          <p14:tracePt t="7600" x="2368550" y="2266950"/>
          <p14:tracePt t="7610" x="2393950" y="2254250"/>
          <p14:tracePt t="7624" x="2425700" y="2241550"/>
          <p14:tracePt t="7640" x="2482850" y="2228850"/>
          <p14:tracePt t="7657" x="2616200" y="2190750"/>
          <p14:tracePt t="7673" x="2673350" y="2171700"/>
          <p14:tracePt t="7690" x="2736850" y="2159000"/>
          <p14:tracePt t="7707" x="2844800" y="2139950"/>
          <p14:tracePt t="7723" x="2940050" y="2139950"/>
          <p14:tracePt t="7740" x="2990850" y="2133600"/>
          <p14:tracePt t="7756" x="3086100" y="2133600"/>
          <p14:tracePt t="7773" x="3187700" y="2146300"/>
          <p14:tracePt t="7790" x="3295650" y="2165350"/>
          <p14:tracePt t="7806" x="3346450" y="2171700"/>
          <p14:tracePt t="7823" x="3441700" y="2190750"/>
          <p14:tracePt t="7840" x="3549650" y="2197100"/>
          <p14:tracePt t="7856" x="3587750" y="2203450"/>
          <p14:tracePt t="7873" x="3683000" y="2203450"/>
          <p14:tracePt t="7889" x="3746500" y="2203450"/>
          <p14:tracePt t="7906" x="3790950" y="2216150"/>
          <p14:tracePt t="7923" x="3860800" y="2222500"/>
          <p14:tracePt t="7939" x="3937000" y="2228850"/>
          <p14:tracePt t="7955" x="3975100" y="2228850"/>
          <p14:tracePt t="7973" x="4070350" y="2228850"/>
          <p14:tracePt t="7989" x="4108450" y="2228850"/>
          <p14:tracePt t="8006" x="4191000" y="2222500"/>
          <p14:tracePt t="8022" x="4279900" y="2222500"/>
          <p14:tracePt t="8039" x="4343400" y="2222500"/>
          <p14:tracePt t="8056" x="4464050" y="2228850"/>
          <p14:tracePt t="8071" x="4597400" y="2260600"/>
          <p14:tracePt t="8089" x="4660900" y="2266950"/>
          <p14:tracePt t="8092" x="4705350" y="2279650"/>
          <p14:tracePt t="8106" x="4743450" y="2279650"/>
          <p14:tracePt t="8122" x="4813300" y="2279650"/>
          <p14:tracePt t="8138" x="4832350" y="2286000"/>
          <p14:tracePt t="8155" x="4870450" y="2286000"/>
          <p14:tracePt t="8172" x="4895850" y="2292350"/>
          <p14:tracePt t="8188" x="4902200" y="2292350"/>
          <p14:tracePt t="8205" x="4940300" y="2298700"/>
          <p14:tracePt t="8221" x="4953000" y="2298700"/>
          <p14:tracePt t="8239" x="4978400" y="2298700"/>
          <p14:tracePt t="8271" x="4984750" y="2298700"/>
          <p14:tracePt t="8288" x="5010150" y="2298700"/>
          <p14:tracePt t="8304" x="5016500" y="2298700"/>
          <p14:tracePt t="8321" x="5016500" y="2292350"/>
          <p14:tracePt t="8338" x="5029200" y="2292350"/>
          <p14:tracePt t="8355" x="5041900" y="2292350"/>
          <p14:tracePt t="8372" x="5048250" y="2292350"/>
          <p14:tracePt t="8387" x="5054600" y="2292350"/>
          <p14:tracePt t="8422" x="5060950" y="2292350"/>
          <p14:tracePt t="8449" x="5073650" y="2286000"/>
          <p14:tracePt t="8470" x="5080000" y="2286000"/>
          <p14:tracePt t="8484" x="5086350" y="2286000"/>
          <p14:tracePt t="8491" x="5092700" y="2286000"/>
          <p14:tracePt t="8513" x="5105400" y="2279650"/>
          <p14:tracePt t="8521" x="5118100" y="2279650"/>
          <p14:tracePt t="8537" x="5137150" y="2273300"/>
          <p14:tracePt t="8555" x="5187950" y="2273300"/>
          <p14:tracePt t="8571" x="5245100" y="2260600"/>
          <p14:tracePt t="8587" x="5270500" y="2254250"/>
          <p14:tracePt t="8591" x="5314950" y="2254250"/>
          <p14:tracePt t="8606" x="5340350" y="2241550"/>
          <p14:tracePt t="8620" x="5372100" y="2235200"/>
          <p14:tracePt t="8637" x="5429250" y="2222500"/>
          <p14:tracePt t="8654" x="5473700" y="2216150"/>
          <p14:tracePt t="8670" x="5486400" y="2216150"/>
          <p14:tracePt t="8688" x="5499100" y="2209800"/>
          <p14:tracePt t="8703" x="5518150" y="2203450"/>
          <p14:tracePt t="8720" x="5524500" y="2197100"/>
          <p14:tracePt t="8737" x="5537200" y="2197100"/>
          <p14:tracePt t="8753" x="5549900" y="2197100"/>
          <p14:tracePt t="8786" x="5562600" y="2197100"/>
          <p14:tracePt t="8803" x="5575300" y="2197100"/>
          <p14:tracePt t="8820" x="5581650" y="2197100"/>
          <p14:tracePt t="8836" x="5588000" y="2197100"/>
          <p14:tracePt t="8853" x="5600700" y="2197100"/>
          <p14:tracePt t="8870" x="5607050" y="2203450"/>
          <p14:tracePt t="8886" x="5613400" y="2203450"/>
          <p14:tracePt t="8903" x="5619750" y="2203450"/>
          <p14:tracePt t="8919" x="5626100" y="2203450"/>
          <p14:tracePt t="8975" x="5632450" y="2203450"/>
          <p14:tracePt t="8988" x="5638800" y="2203450"/>
          <p14:tracePt t="9031" x="5645150" y="2203450"/>
          <p14:tracePt t="9059" x="5651500" y="2203450"/>
          <p14:tracePt t="9081" x="5657850" y="2203450"/>
          <p14:tracePt t="9101" x="5664200" y="2203450"/>
          <p14:tracePt t="9150" x="5676900" y="2203450"/>
          <p14:tracePt t="9171" x="5683250" y="2203450"/>
          <p14:tracePt t="9193" x="5689600" y="2203450"/>
          <p14:tracePt t="9214" x="5695950" y="2203450"/>
          <p14:tracePt t="9242" x="5702300" y="2203450"/>
          <p14:tracePt t="9263" x="5708650" y="2203450"/>
          <p14:tracePt t="9305" x="5715000" y="2203450"/>
          <p14:tracePt t="9333" x="5727700" y="2209800"/>
          <p14:tracePt t="11024" x="5721350" y="2209800"/>
          <p14:tracePt t="11038" x="5702300" y="2209800"/>
          <p14:tracePt t="11048" x="5683250" y="2203450"/>
          <p14:tracePt t="11062" x="5651500" y="2190750"/>
          <p14:tracePt t="11078" x="5581650" y="2165350"/>
          <p14:tracePt t="11095" x="5486400" y="2159000"/>
          <p14:tracePt t="11111" x="5435600" y="2159000"/>
          <p14:tracePt t="11129" x="5372100" y="2152650"/>
          <p14:tracePt t="11144" x="5175250" y="2120900"/>
          <p14:tracePt t="11161" x="4946650" y="2076450"/>
          <p14:tracePt t="11179" x="4711700" y="2044700"/>
          <p14:tracePt t="11194" x="4508500" y="2038350"/>
          <p14:tracePt t="11211" x="4419600" y="2025650"/>
          <p14:tracePt t="11228" x="4254500" y="1993900"/>
          <p14:tracePt t="11244" x="4171950" y="1974850"/>
          <p14:tracePt t="11261" x="4038600" y="1949450"/>
          <p14:tracePt t="11278" x="3911600" y="1930400"/>
          <p14:tracePt t="11294" x="3867150" y="1911350"/>
          <p14:tracePt t="11311" x="3803650" y="1885950"/>
          <p14:tracePt t="11327" x="3778250" y="1873250"/>
          <p14:tracePt t="11344" x="3771900" y="1873250"/>
          <p14:tracePt t="11361" x="3765550" y="1866900"/>
          <p14:tracePt t="11377" x="3746500" y="1854200"/>
          <p14:tracePt t="11394" x="3733800" y="1847850"/>
          <p14:tracePt t="11411" x="3714750" y="1835150"/>
          <p14:tracePt t="11427" x="3663950" y="1828800"/>
          <p14:tracePt t="11444" x="3613150" y="1822450"/>
          <p14:tracePt t="11460" x="3587750" y="1822450"/>
          <p14:tracePt t="11477" x="3536950" y="1816100"/>
          <p14:tracePt t="11494" x="3486150" y="1803400"/>
          <p14:tracePt t="11510" x="3467100" y="1797050"/>
          <p14:tracePt t="11527" x="3448050" y="1790700"/>
          <p14:tracePt t="11543" x="3384550" y="1771650"/>
          <p14:tracePt t="11560" x="3371850" y="1765300"/>
          <p14:tracePt t="11577" x="3359150" y="1758950"/>
          <p14:tracePt t="11593" x="3346450" y="1752600"/>
          <p14:tracePt t="11610" x="3340100" y="1752600"/>
          <p14:tracePt t="11627" x="3333750" y="1752600"/>
          <p14:tracePt t="11697" x="3333750" y="1746250"/>
          <p14:tracePt t="11746" x="3346450" y="1746250"/>
          <p14:tracePt t="11753" x="3352800" y="1746250"/>
          <p14:tracePt t="11767" x="3371850" y="1746250"/>
          <p14:tracePt t="11777" x="3397250" y="1746250"/>
          <p14:tracePt t="11792" x="3448050" y="1746250"/>
          <p14:tracePt t="11810" x="3600450" y="1746250"/>
          <p14:tracePt t="11825" x="3803650" y="1758950"/>
          <p14:tracePt t="11842" x="3905250" y="1771650"/>
          <p14:tracePt t="11859" x="4133850" y="1771650"/>
          <p14:tracePt t="11876" x="4235450" y="1765300"/>
          <p14:tracePt t="11892" x="4425950" y="1746250"/>
          <p14:tracePt t="11909" x="4572000" y="1733550"/>
          <p14:tracePt t="11925" x="4635500" y="1733550"/>
          <p14:tracePt t="11942" x="4718050" y="1708150"/>
          <p14:tracePt t="11958" x="4768850" y="1695450"/>
          <p14:tracePt t="11975" x="4787900" y="1689100"/>
          <p14:tracePt t="11992" x="4813300" y="1682750"/>
          <p14:tracePt t="12008" x="4826000" y="1676400"/>
          <p14:tracePt t="12025" x="4832350" y="1676400"/>
          <p14:tracePt t="12042" x="4838700" y="1676400"/>
          <p14:tracePt t="12058" x="4845050" y="1676400"/>
          <p14:tracePt t="12078" x="4845050" y="1682750"/>
          <p14:tracePt t="12146" x="4851400" y="1682750"/>
          <p14:tracePt t="12216" x="4851400" y="1676400"/>
          <p14:tracePt t="12286" x="4845050" y="1670050"/>
          <p14:tracePt t="12309" x="4838700" y="1670050"/>
          <p14:tracePt t="12335" x="4832350" y="1670050"/>
          <p14:tracePt t="12349" x="4826000" y="1670050"/>
          <p14:tracePt t="12356" x="4819650" y="1670050"/>
          <p14:tracePt t="12370" x="4813300" y="1670050"/>
          <p14:tracePt t="12384" x="4800600" y="1676400"/>
          <p14:tracePt t="12398" x="4787900" y="1682750"/>
          <p14:tracePt t="12407" x="4756150" y="1689100"/>
          <p14:tracePt t="12423" x="4724400" y="1695450"/>
          <p14:tracePt t="12441" x="4629150" y="1739900"/>
          <p14:tracePt t="12457" x="4489450" y="1809750"/>
          <p14:tracePt t="12474" x="4419600" y="1847850"/>
          <p14:tracePt t="12491" x="4248150" y="1955800"/>
          <p14:tracePt t="12508" x="4165600" y="2012950"/>
          <p14:tracePt t="12524" x="3854450" y="2216150"/>
          <p14:tracePt t="12539" x="3733800" y="2286000"/>
          <p14:tracePt t="12557" x="3613150" y="2349500"/>
          <p14:tracePt t="12574" x="3378200" y="2482850"/>
          <p14:tracePt t="12590" x="3181350" y="2584450"/>
          <p14:tracePt t="12593" x="3086100" y="2641600"/>
          <p14:tracePt t="12623" x="2914650" y="2711450"/>
          <p14:tracePt t="12640" x="2755900" y="2768600"/>
          <p14:tracePt t="12656" x="2698750" y="2787650"/>
          <p14:tracePt t="12673" x="2609850" y="2800350"/>
          <p14:tracePt t="12690" x="2559050" y="2800350"/>
          <p14:tracePt t="12707" x="2527300" y="2794000"/>
          <p14:tracePt t="12722" x="2514600" y="2787650"/>
          <p14:tracePt t="12739" x="2495550" y="2781300"/>
          <p14:tracePt t="12756" x="2476500" y="2781300"/>
          <p14:tracePt t="12772" x="2470150" y="2781300"/>
          <p14:tracePt t="12789" x="2451100" y="2774950"/>
          <p14:tracePt t="12807" x="2425700" y="2768600"/>
          <p14:tracePt t="12822" x="2419350" y="2768600"/>
          <p14:tracePt t="12840" x="2393950" y="2768600"/>
          <p14:tracePt t="12855" x="2368550" y="2762250"/>
          <p14:tracePt t="12872" x="2355850" y="2762250"/>
          <p14:tracePt t="12890" x="2330450" y="2749550"/>
          <p14:tracePt t="12906" x="2324100" y="2749550"/>
          <p14:tracePt t="12922" x="2298700" y="2749550"/>
          <p14:tracePt t="12938" x="2286000" y="2749550"/>
          <p14:tracePt t="12955" x="2273300" y="2749550"/>
          <p14:tracePt t="12972" x="2247900" y="2743200"/>
          <p14:tracePt t="12988" x="2228850" y="2743200"/>
          <p14:tracePt t="13005" x="2216150" y="2743200"/>
          <p14:tracePt t="13023" x="2209800" y="2743200"/>
          <p14:tracePt t="13038" x="2203450" y="2743200"/>
          <p14:tracePt t="13055" x="2197100" y="2743200"/>
          <p14:tracePt t="13086" x="2190750" y="2743200"/>
          <p14:tracePt t="13190" x="2184400" y="2743200"/>
          <p14:tracePt t="13275" x="2190750" y="2743200"/>
          <p14:tracePt t="13289" x="2197100" y="2743200"/>
          <p14:tracePt t="13296" x="2203450" y="2743200"/>
          <p14:tracePt t="13317" x="2209800" y="2743200"/>
          <p14:tracePt t="13331" x="2216150" y="2749550"/>
          <p14:tracePt t="13340" x="2228850" y="2749550"/>
          <p14:tracePt t="13354" x="2241550" y="2749550"/>
          <p14:tracePt t="13370" x="2266950" y="2755900"/>
          <p14:tracePt t="13387" x="2317750" y="2755900"/>
          <p14:tracePt t="13403" x="2343150" y="2755900"/>
          <p14:tracePt t="13420" x="2413000" y="2755900"/>
          <p14:tracePt t="13437" x="2489200" y="2755900"/>
          <p14:tracePt t="13454" x="2540000" y="2755900"/>
          <p14:tracePt t="13471" x="2641600" y="2755900"/>
          <p14:tracePt t="13487" x="2692400" y="2755900"/>
          <p14:tracePt t="13503" x="2800350" y="2755900"/>
          <p14:tracePt t="13520" x="2889250" y="2755900"/>
          <p14:tracePt t="13537" x="2933700" y="2755900"/>
          <p14:tracePt t="13553" x="2984500" y="2755900"/>
          <p14:tracePt t="13570" x="3022600" y="2755900"/>
          <p14:tracePt t="13603" x="3035300" y="2755900"/>
          <p14:tracePt t="13702" x="3041650" y="2755900"/>
          <p14:tracePt t="13751" x="3048000" y="2755900"/>
          <p14:tracePt t="13807" x="3054350" y="2755900"/>
          <p14:tracePt t="13842" x="3060700" y="2755900"/>
          <p14:tracePt t="13877" x="3067050" y="2755900"/>
          <p14:tracePt t="13899" x="3073400" y="2755900"/>
          <p14:tracePt t="13912" x="3079750" y="2755900"/>
          <p14:tracePt t="13921" x="3086100" y="2755900"/>
          <p14:tracePt t="13940" x="3092450" y="2755900"/>
          <p14:tracePt t="13951" x="3098800" y="2749550"/>
          <p14:tracePt t="13969" x="3105150" y="2749550"/>
          <p14:tracePt t="13984" x="3111500" y="2749550"/>
          <p14:tracePt t="14001" x="3130550" y="2749550"/>
          <p14:tracePt t="14018" x="3162300" y="2749550"/>
          <p14:tracePt t="14035" x="3194050" y="2749550"/>
          <p14:tracePt t="14052" x="3219450" y="2749550"/>
          <p14:tracePt t="14067" x="3276600" y="2749550"/>
          <p14:tracePt t="14085" x="3308350" y="2749550"/>
          <p14:tracePt t="14102" x="3365500" y="2749550"/>
          <p14:tracePt t="14118" x="3422650" y="2749550"/>
          <p14:tracePt t="14134" x="3441700" y="2749550"/>
          <p14:tracePt t="14151" x="3505200" y="2749550"/>
          <p14:tracePt t="14168" x="3517900" y="2749550"/>
          <p14:tracePt t="14184" x="3543300" y="2743200"/>
          <p14:tracePt t="14201" x="3562350" y="2743200"/>
          <p14:tracePt t="14235" x="3575050" y="2743200"/>
          <p14:tracePt t="14251" x="3587750" y="2743200"/>
          <p14:tracePt t="14267" x="3594100" y="2743200"/>
          <p14:tracePt t="14284" x="3600450" y="2743200"/>
          <p14:tracePt t="14300" x="3606800" y="2743200"/>
          <p14:tracePt t="14320" x="3613150" y="2736850"/>
          <p14:tracePt t="14368" x="3619500" y="2736850"/>
          <p14:tracePt t="14389" x="3625850" y="2730500"/>
          <p14:tracePt t="14410" x="3632200" y="2730500"/>
          <p14:tracePt t="14438" x="3638550" y="2730500"/>
          <p14:tracePt t="14459" x="3644900" y="2730500"/>
          <p14:tracePt t="14473" x="3651250" y="2730500"/>
          <p14:tracePt t="14487" x="3657600" y="2730500"/>
          <p14:tracePt t="14494" x="3670300" y="2730500"/>
          <p14:tracePt t="14503" x="3683000" y="2730500"/>
          <p14:tracePt t="14517" x="3702050" y="2730500"/>
          <p14:tracePt t="14533" x="3721100" y="2730500"/>
          <p14:tracePt t="14550" x="3778250" y="2730500"/>
          <p14:tracePt t="14566" x="3816350" y="2730500"/>
          <p14:tracePt t="14583" x="3854450" y="2730500"/>
          <p14:tracePt t="14600" x="3962400" y="2736850"/>
          <p14:tracePt t="14616" x="4013200" y="2736850"/>
          <p14:tracePt t="14633" x="4064000" y="2736850"/>
          <p14:tracePt t="14649" x="4152900" y="2736850"/>
          <p14:tracePt t="14666" x="4210050" y="2743200"/>
          <p14:tracePt t="14683" x="4267200" y="2743200"/>
          <p14:tracePt t="14699" x="4286250" y="2743200"/>
          <p14:tracePt t="14716" x="4305300" y="2749550"/>
          <p14:tracePt t="14733" x="4337050" y="2749550"/>
          <p14:tracePt t="14749" x="4349750" y="2749550"/>
          <p14:tracePt t="14766" x="4362450" y="2749550"/>
          <p14:tracePt t="14782" x="4381500" y="2749550"/>
          <p14:tracePt t="14799" x="4387850" y="2749550"/>
          <p14:tracePt t="14815" x="4394200" y="2743200"/>
          <p14:tracePt t="14832" x="4406900" y="2743200"/>
          <p14:tracePt t="14848" x="4419600" y="2743200"/>
          <p14:tracePt t="14867" x="4438650" y="2736850"/>
          <p14:tracePt t="14882" x="4451350" y="2736850"/>
          <p14:tracePt t="14915" x="4476750" y="2730500"/>
          <p14:tracePt t="14932" x="4489450" y="2730500"/>
          <p14:tracePt t="14948" x="4502150" y="2730500"/>
          <p14:tracePt t="14965" x="4521200" y="2724150"/>
          <p14:tracePt t="14981" x="4540250" y="2717800"/>
          <p14:tracePt t="14999" x="4597400" y="2717800"/>
          <p14:tracePt t="15014" x="4635500" y="2711450"/>
          <p14:tracePt t="15031" x="4667250" y="2711450"/>
          <p14:tracePt t="15048" x="4724400" y="2711450"/>
          <p14:tracePt t="15065" x="4743450" y="2711450"/>
          <p14:tracePt t="15080" x="4775200" y="2711450"/>
          <p14:tracePt t="15098" x="4806950" y="2711450"/>
          <p14:tracePt t="15114" x="4819650" y="2711450"/>
          <p14:tracePt t="15131" x="4832350" y="2711450"/>
          <p14:tracePt t="15148" x="4845050" y="2711450"/>
          <p14:tracePt t="15164" x="4851400" y="2711450"/>
          <p14:tracePt t="15182" x="4864100" y="2711450"/>
          <p14:tracePt t="15197" x="4870450" y="2711450"/>
          <p14:tracePt t="15214" x="4876800" y="2711450"/>
          <p14:tracePt t="15231" x="4883150" y="2711450"/>
          <p14:tracePt t="15247" x="4889500" y="2711450"/>
          <p14:tracePt t="15264" x="4895850" y="2711450"/>
          <p14:tracePt t="15281" x="4902200" y="2711450"/>
          <p14:tracePt t="15297" x="4908550" y="2711450"/>
          <p14:tracePt t="15317" x="4914900" y="2711450"/>
          <p14:tracePt t="15398" x="4921250" y="2711450"/>
          <p14:tracePt t="15433" x="4921250" y="2705100"/>
          <p14:tracePt t="15790" x="4953000" y="2705100"/>
          <p14:tracePt t="15804" x="4997450" y="2705100"/>
          <p14:tracePt t="15811" x="5048250" y="2705100"/>
          <p14:tracePt t="15826" x="5124450" y="2698750"/>
          <p14:tracePt t="15832" x="5175250" y="2698750"/>
          <p14:tracePt t="15845" x="5238750" y="2698750"/>
          <p14:tracePt t="15861" x="5359400" y="2698750"/>
          <p14:tracePt t="15878" x="5410200" y="2698750"/>
          <p14:tracePt t="15896" x="5499100" y="2705100"/>
          <p14:tracePt t="15912" x="5594350" y="2705100"/>
          <p14:tracePt t="15928" x="5632450" y="2705100"/>
          <p14:tracePt t="15945" x="5689600" y="2711450"/>
          <p14:tracePt t="15961" x="5721350" y="2724150"/>
          <p14:tracePt t="15978" x="5772150" y="2730500"/>
          <p14:tracePt t="15995" x="5803900" y="2730500"/>
          <p14:tracePt t="16012" x="5822950" y="2736850"/>
          <p14:tracePt t="16029" x="5848350" y="2736850"/>
          <p14:tracePt t="16044" x="5867400" y="2736850"/>
          <p14:tracePt t="16078" x="5873750" y="2736850"/>
          <p14:tracePt t="16112" x="5880100" y="2736850"/>
          <p14:tracePt t="16225" x="5886450" y="2736850"/>
          <p14:tracePt t="16274" x="5892800" y="2736850"/>
          <p14:tracePt t="16302" x="5899150" y="2736850"/>
          <p14:tracePt t="16315" x="5905500" y="2736850"/>
          <p14:tracePt t="16323" x="5911850" y="2736850"/>
          <p14:tracePt t="16330" x="5918200" y="2736850"/>
          <p14:tracePt t="16346" x="5930900" y="2736850"/>
          <p14:tracePt t="16360" x="5937250" y="2736850"/>
          <p14:tracePt t="16377" x="5962650" y="2736850"/>
          <p14:tracePt t="16394" x="6000750" y="2736850"/>
          <p14:tracePt t="16410" x="6026150" y="2736850"/>
          <p14:tracePt t="16427" x="6076950" y="2736850"/>
          <p14:tracePt t="16443" x="6153150" y="2736850"/>
          <p14:tracePt t="16460" x="6197600" y="2736850"/>
          <p14:tracePt t="16477" x="6273800" y="2736850"/>
          <p14:tracePt t="16493" x="6318250" y="2736850"/>
          <p14:tracePt t="16509" x="6343650" y="2730500"/>
          <p14:tracePt t="16527" x="6394450" y="2724150"/>
          <p14:tracePt t="16543" x="6413500" y="2724150"/>
          <p14:tracePt t="16560" x="6438900" y="2724150"/>
          <p14:tracePt t="16576" x="6445250" y="2724150"/>
          <p14:tracePt t="16593" x="6451600" y="2717800"/>
          <p14:tracePt t="16610" x="6457950" y="2717800"/>
          <p14:tracePt t="16643" x="6464300" y="2717800"/>
          <p14:tracePt t="16884" x="6477000" y="2717800"/>
          <p14:tracePt t="16898" x="6483350" y="2717800"/>
          <p14:tracePt t="16905" x="6496050" y="2717800"/>
          <p14:tracePt t="16919" x="6508750" y="2717800"/>
          <p14:tracePt t="16933" x="6527800" y="2717800"/>
          <p14:tracePt t="16941" x="6559550" y="2717800"/>
          <p14:tracePt t="16958" x="6597650" y="2717800"/>
          <p14:tracePt t="16975" x="6635750" y="2717800"/>
          <p14:tracePt t="16991" x="6743700" y="2730500"/>
          <p14:tracePt t="17007" x="6807200" y="2730500"/>
          <p14:tracePt t="17025" x="6858000" y="2736850"/>
          <p14:tracePt t="17041" x="6985000" y="2736850"/>
          <p14:tracePt t="17058" x="7035800" y="2736850"/>
          <p14:tracePt t="17074" x="7131050" y="2736850"/>
          <p14:tracePt t="17091" x="7181850" y="2736850"/>
          <p14:tracePt t="17108" x="7219950" y="2736850"/>
          <p14:tracePt t="17124" x="7302500" y="2717800"/>
          <p14:tracePt t="17141" x="7334250" y="2717800"/>
          <p14:tracePt t="17157" x="7359650" y="2717800"/>
          <p14:tracePt t="17174" x="7423150" y="2705100"/>
          <p14:tracePt t="17191" x="7448550" y="2705100"/>
          <p14:tracePt t="17207" x="7505700" y="2698750"/>
          <p14:tracePt t="17224" x="7518400" y="2692400"/>
          <p14:tracePt t="17241" x="7550150" y="2692400"/>
          <p14:tracePt t="17257" x="7588250" y="2692400"/>
          <p14:tracePt t="17274" x="7607300" y="2692400"/>
          <p14:tracePt t="17291" x="7645400" y="2686050"/>
          <p14:tracePt t="17307" x="7658100" y="2686050"/>
          <p14:tracePt t="17323" x="7677150" y="2686050"/>
          <p14:tracePt t="17340" x="7708900" y="2686050"/>
          <p14:tracePt t="17357" x="7727950" y="2679700"/>
          <p14:tracePt t="17373" x="7740650" y="2673350"/>
          <p14:tracePt t="17390" x="7785100" y="2654300"/>
          <p14:tracePt t="17407" x="7810500" y="2647950"/>
          <p14:tracePt t="17424" x="7861300" y="2647950"/>
          <p14:tracePt t="17440" x="7880350" y="2647950"/>
          <p14:tracePt t="17456" x="7905750" y="2641600"/>
          <p14:tracePt t="17473" x="7937500" y="2641600"/>
          <p14:tracePt t="17489" x="7950200" y="2641600"/>
          <p14:tracePt t="17523" x="7962900" y="2641600"/>
          <p14:tracePt t="17555" x="7969250" y="2641600"/>
          <p14:tracePt t="17754" x="7962900" y="2635250"/>
          <p14:tracePt t="17803" x="7956550" y="2635250"/>
          <p14:tracePt t="17859" x="7956550" y="2628900"/>
          <p14:tracePt t="17950" x="7950200" y="2622550"/>
          <p14:tracePt t="17992" x="7943850" y="2622550"/>
          <p14:tracePt t="18055" x="7943850" y="2616200"/>
          <p14:tracePt t="18118" x="7937500" y="2609850"/>
          <p14:tracePt t="18125" x="7924800" y="2603500"/>
          <p14:tracePt t="18153" x="7912100" y="2603500"/>
          <p14:tracePt t="18167" x="7899400" y="2597150"/>
          <p14:tracePt t="18174" x="7874000" y="2590800"/>
          <p14:tracePt t="18187" x="7842250" y="2584450"/>
          <p14:tracePt t="18204" x="7708900" y="2546350"/>
          <p14:tracePt t="18220" x="7607300" y="2533650"/>
          <p14:tracePt t="18237" x="7219950" y="2489200"/>
          <p14:tracePt t="18253" x="7029450" y="2476500"/>
          <p14:tracePt t="18269" x="6794500" y="2476500"/>
          <p14:tracePt t="18287" x="5956300" y="2451100"/>
          <p14:tracePt t="18303" x="5594350" y="2451100"/>
          <p14:tracePt t="18320" x="4883150" y="2413000"/>
          <p14:tracePt t="18336" x="4279900" y="2387600"/>
          <p14:tracePt t="18353" x="3987800" y="2368550"/>
          <p14:tracePt t="18370" x="3530600" y="2330450"/>
          <p14:tracePt t="18386" x="3232150" y="2292350"/>
          <p14:tracePt t="18403" x="3117850" y="2279650"/>
          <p14:tracePt t="18420" x="2914650" y="2273300"/>
          <p14:tracePt t="18436" x="2736850" y="2273300"/>
          <p14:tracePt t="18453" x="2686050" y="2273300"/>
          <p14:tracePt t="18469" x="2578100" y="2273300"/>
          <p14:tracePt t="18486" x="2552700" y="2279650"/>
          <p14:tracePt t="18503" x="2489200" y="2292350"/>
          <p14:tracePt t="18519" x="2470150" y="2298700"/>
          <p14:tracePt t="18536" x="2438400" y="2305050"/>
          <p14:tracePt t="18553" x="2374900" y="2324100"/>
          <p14:tracePt t="18569" x="2305050" y="2349500"/>
          <p14:tracePt t="18586" x="2260600" y="2368550"/>
          <p14:tracePt t="18602" x="2203450" y="2393950"/>
          <p14:tracePt t="18619" x="2159000" y="2413000"/>
          <p14:tracePt t="18636" x="2146300" y="2419350"/>
          <p14:tracePt t="18652" x="2139950" y="2419350"/>
          <p14:tracePt t="18668" x="2139950" y="2425700"/>
          <p14:tracePt t="18686" x="2139950" y="2432050"/>
          <p14:tracePt t="18714" x="2139950" y="2444750"/>
          <p14:tracePt t="18722" x="2146300" y="2457450"/>
          <p14:tracePt t="18735" x="2152650" y="2470150"/>
          <p14:tracePt t="18752" x="2184400" y="2501900"/>
          <p14:tracePt t="18769" x="2203450" y="2520950"/>
          <p14:tracePt t="18785" x="2305050" y="2590800"/>
          <p14:tracePt t="18801" x="2349500" y="2603500"/>
          <p14:tracePt t="18819" x="2438400" y="2660650"/>
          <p14:tracePt t="18835" x="2476500" y="2673350"/>
          <p14:tracePt t="18851" x="2578100" y="2730500"/>
          <p14:tracePt t="18868" x="2679700" y="2768600"/>
          <p14:tracePt t="18885" x="2730500" y="2794000"/>
          <p14:tracePt t="18901" x="2844800" y="2838450"/>
          <p14:tracePt t="18918" x="2952750" y="2889250"/>
          <p14:tracePt t="18934" x="2990850" y="2914650"/>
          <p14:tracePt t="18952" x="3028950" y="2927350"/>
          <p14:tracePt t="18967" x="3067050" y="2940050"/>
          <p14:tracePt t="18985" x="3079750" y="2940050"/>
          <p14:tracePt t="19002" x="3086100" y="2940050"/>
          <p14:tracePt t="19018" x="3092450" y="2940050"/>
          <p14:tracePt t="19034" x="3098800" y="2940050"/>
          <p14:tracePt t="19051" x="3105150" y="2940050"/>
          <p14:tracePt t="19067" x="3117850" y="2940050"/>
          <p14:tracePt t="19101" x="3124200" y="2940050"/>
          <p14:tracePt t="19121" x="3136900" y="2940050"/>
          <p14:tracePt t="19135" x="3181350" y="2940050"/>
          <p14:tracePt t="19150" x="3206750" y="2940050"/>
          <p14:tracePt t="19167" x="3244850" y="2940050"/>
          <p14:tracePt t="19184" x="3327400" y="2946400"/>
          <p14:tracePt t="19201" x="3416300" y="2946400"/>
          <p14:tracePt t="19204" x="3460750" y="2946400"/>
          <p14:tracePt t="19220" x="3498850" y="2940050"/>
          <p14:tracePt t="19233" x="3543300" y="2927350"/>
          <p14:tracePt t="19250" x="3606800" y="2921000"/>
          <p14:tracePt t="19267" x="3638550" y="2921000"/>
          <p14:tracePt t="19283" x="3695700" y="2908300"/>
          <p14:tracePt t="19300" x="3765550" y="2889250"/>
          <p14:tracePt t="19317" x="3803650" y="2889250"/>
          <p14:tracePt t="19333" x="3898900" y="2882900"/>
          <p14:tracePt t="19350" x="4013200" y="2870200"/>
          <p14:tracePt t="19366" x="4070350" y="2863850"/>
          <p14:tracePt t="19383" x="4146550" y="2857500"/>
          <p14:tracePt t="19400" x="4191000" y="2857500"/>
          <p14:tracePt t="19417" x="4273550" y="2857500"/>
          <p14:tracePt t="19433" x="4305300" y="2863850"/>
          <p14:tracePt t="19450" x="4356100" y="2870200"/>
          <p14:tracePt t="19466" x="4381500" y="2876550"/>
          <p14:tracePt t="19482" x="4438650" y="2882900"/>
          <p14:tracePt t="19500" x="4495800" y="2895600"/>
          <p14:tracePt t="19516" x="4521200" y="2895600"/>
          <p14:tracePt t="19532" x="4559300" y="2895600"/>
          <p14:tracePt t="19549" x="4591050" y="2895600"/>
          <p14:tracePt t="19565" x="4603750" y="2895600"/>
          <p14:tracePt t="19583" x="4641850" y="2889250"/>
          <p14:tracePt t="19599" x="4654550" y="2889250"/>
          <p14:tracePt t="19616" x="4667250" y="2882900"/>
          <p14:tracePt t="19632" x="4686300" y="2882900"/>
          <p14:tracePt t="19649" x="4705350" y="2876550"/>
          <p14:tracePt t="19682" x="4724400" y="2876550"/>
          <p14:tracePt t="19698" x="4737100" y="2876550"/>
          <p14:tracePt t="19716" x="4749800" y="2876550"/>
          <p14:tracePt t="19732" x="4768850" y="2876550"/>
          <p14:tracePt t="19748" x="4781550" y="2876550"/>
          <p14:tracePt t="19765" x="4826000" y="2876550"/>
          <p14:tracePt t="19781" x="4870450" y="2876550"/>
          <p14:tracePt t="19798" x="4895850" y="2876550"/>
          <p14:tracePt t="19814" x="4953000" y="2882900"/>
          <p14:tracePt t="19832" x="5016500" y="2889250"/>
          <p14:tracePt t="19848" x="5048250" y="2895600"/>
          <p14:tracePt t="19865" x="5118100" y="2901950"/>
          <p14:tracePt t="19881" x="5175250" y="2914650"/>
          <p14:tracePt t="19899" x="5245100" y="2921000"/>
          <p14:tracePt t="19914" x="5264150" y="2927350"/>
          <p14:tracePt t="19931" x="5321300" y="2933700"/>
          <p14:tracePt t="19948" x="5372100" y="2933700"/>
          <p14:tracePt t="19965" x="5403850" y="2933700"/>
          <p14:tracePt t="19981" x="5422900" y="2933700"/>
          <p14:tracePt t="19997" x="5499100" y="2933700"/>
          <p14:tracePt t="20014" x="5518150" y="2933700"/>
          <p14:tracePt t="20030" x="5556250" y="2933700"/>
          <p14:tracePt t="20047" x="5619750" y="2940050"/>
          <p14:tracePt t="20064" x="5645150" y="2952750"/>
          <p14:tracePt t="20081" x="5702300" y="2965450"/>
          <p14:tracePt t="20097" x="5746750" y="2965450"/>
          <p14:tracePt t="20114" x="5765800" y="2965450"/>
          <p14:tracePt t="20131" x="5791200" y="2971800"/>
          <p14:tracePt t="20147" x="5803900" y="2971800"/>
          <p14:tracePt t="20164" x="5816600" y="2971800"/>
          <p14:tracePt t="20180" x="5822950" y="2971800"/>
          <p14:tracePt t="20216" x="5816600" y="2959100"/>
          <p14:tracePt t="20230" x="5803900" y="2952750"/>
          <p14:tracePt t="20247" x="5797550" y="2946400"/>
          <p14:tracePt t="20263" x="5791200" y="2927350"/>
          <p14:tracePt t="20687" x="5822950" y="2927350"/>
          <p14:tracePt t="20700" x="5880100" y="2914650"/>
          <p14:tracePt t="20707" x="5943600" y="2908300"/>
          <p14:tracePt t="20722" x="6007100" y="2895600"/>
          <p14:tracePt t="20731" x="6064250" y="2895600"/>
          <p14:tracePt t="20744" x="6115050" y="2889250"/>
          <p14:tracePt t="20762" x="6197600" y="2882900"/>
          <p14:tracePt t="20778" x="6286500" y="2870200"/>
          <p14:tracePt t="20795" x="6330950" y="2863850"/>
          <p14:tracePt t="20812" x="6369050" y="2863850"/>
          <p14:tracePt t="20828" x="6502400" y="2857500"/>
          <p14:tracePt t="20845" x="6553200" y="2857500"/>
          <p14:tracePt t="20862" x="6642100" y="2857500"/>
          <p14:tracePt t="20878" x="6686550" y="2844800"/>
          <p14:tracePt t="20894" x="6781800" y="2832100"/>
          <p14:tracePt t="20911" x="6851650" y="2806700"/>
          <p14:tracePt t="20928" x="6896100" y="2800350"/>
          <p14:tracePt t="20944" x="6953250" y="2781300"/>
          <p14:tracePt t="20961" x="7023100" y="2768600"/>
          <p14:tracePt t="20977" x="7054850" y="2768600"/>
          <p14:tracePt t="20995" x="7092950" y="2768600"/>
          <p14:tracePt t="21010" x="7131050" y="2768600"/>
          <p14:tracePt t="21027" x="7156450" y="2774950"/>
          <p14:tracePt t="21044" x="7188200" y="2781300"/>
          <p14:tracePt t="21060" x="7226300" y="2787650"/>
          <p14:tracePt t="21077" x="7258050" y="2794000"/>
          <p14:tracePt t="21094" x="7302500" y="2800350"/>
          <p14:tracePt t="21110" x="7346950" y="2813050"/>
          <p14:tracePt t="21129" x="7397750" y="2819400"/>
          <p14:tracePt t="21143" x="7410450" y="2819400"/>
          <p14:tracePt t="21160" x="7429500" y="2819400"/>
          <p14:tracePt t="21177" x="7486650" y="2819400"/>
          <p14:tracePt t="21193" x="7505700" y="2819400"/>
          <p14:tracePt t="21210" x="7512050" y="2819400"/>
          <p14:tracePt t="21227" x="7524750" y="2813050"/>
          <p14:tracePt t="21243" x="7531100" y="2813050"/>
          <p14:tracePt t="21290" x="7537450" y="2806700"/>
          <p14:tracePt t="21339" x="7537450" y="2800350"/>
          <p14:tracePt t="21402" x="7531100" y="2800350"/>
          <p14:tracePt t="21430" x="7524750" y="2794000"/>
          <p14:tracePt t="21444" x="7518400" y="2794000"/>
          <p14:tracePt t="21450" x="7512050" y="2794000"/>
          <p14:tracePt t="21459" x="7499350" y="2794000"/>
          <p14:tracePt t="21475" x="7480300" y="2794000"/>
          <p14:tracePt t="21493" x="7410450" y="2794000"/>
          <p14:tracePt t="21509" x="7372350" y="2794000"/>
          <p14:tracePt t="21525" x="7283450" y="2794000"/>
          <p14:tracePt t="21542" x="7162800" y="2800350"/>
          <p14:tracePt t="21559" x="7099300" y="2806700"/>
          <p14:tracePt t="21576" x="7004050" y="2832100"/>
          <p14:tracePt t="21591" x="6908800" y="2851150"/>
          <p14:tracePt t="21608" x="6889750" y="2857500"/>
          <p14:tracePt t="21626" x="6838950" y="2870200"/>
          <p14:tracePt t="21641" x="6813550" y="2882900"/>
          <p14:tracePt t="21658" x="6800850" y="2889250"/>
          <p14:tracePt t="21675" x="6781800" y="2895600"/>
          <p14:tracePt t="21692" x="6769100" y="2908300"/>
          <p14:tracePt t="21726" x="6762750" y="2908300"/>
          <p14:tracePt t="21808" x="6756400" y="2908300"/>
          <p14:tracePt t="21942" x="6762750" y="2901950"/>
          <p14:tracePt t="21948" x="6762750" y="2895600"/>
          <p14:tracePt t="21963" x="6769100" y="2895600"/>
          <p14:tracePt t="21974" x="6775450" y="2895600"/>
          <p14:tracePt t="21991" x="6788150" y="2889250"/>
          <p14:tracePt t="22008" x="6794500" y="2882900"/>
          <p14:tracePt t="22025" x="6832600" y="2863850"/>
          <p14:tracePt t="22041" x="6877050" y="2838450"/>
          <p14:tracePt t="22057" x="6902450" y="2825750"/>
          <p14:tracePt t="22074" x="6965950" y="2800350"/>
          <p14:tracePt t="22091" x="7035800" y="2787650"/>
          <p14:tracePt t="22108" x="7080250" y="2781300"/>
          <p14:tracePt t="22124" x="7169150" y="2762250"/>
          <p14:tracePt t="22140" x="7213600" y="2762250"/>
          <p14:tracePt t="22157" x="7270750" y="2762250"/>
          <p14:tracePt t="22173" x="7308850" y="2755900"/>
          <p14:tracePt t="22190" x="7321550" y="2755900"/>
          <p14:tracePt t="22208" x="7334250" y="2755900"/>
          <p14:tracePt t="22313" x="7334250" y="2749550"/>
          <p14:tracePt t="22362" x="7327900" y="2743200"/>
          <p14:tracePt t="22425" x="7321550" y="2743200"/>
          <p14:tracePt t="23635" x="7315200" y="2743200"/>
          <p14:tracePt t="23642" x="7308850" y="2736850"/>
          <p14:tracePt t="23655" x="7296150" y="2736850"/>
          <p14:tracePt t="23668" x="7283450" y="2730500"/>
          <p14:tracePt t="23685" x="7245350" y="2724150"/>
          <p14:tracePt t="23701" x="7226300" y="2717800"/>
          <p14:tracePt t="23718" x="7181850" y="2698750"/>
          <p14:tracePt t="23734" x="7112000" y="2660650"/>
          <p14:tracePt t="23751" x="7067550" y="2635250"/>
          <p14:tracePt t="23754" x="7010400" y="2609850"/>
          <p14:tracePt t="23768" x="6953250" y="2578100"/>
          <p14:tracePt t="23784" x="6838950" y="2514600"/>
          <p14:tracePt t="23801" x="6781800" y="2489200"/>
          <p14:tracePt t="23818" x="6661150" y="2432050"/>
          <p14:tracePt t="23834" x="6591300" y="2400300"/>
          <p14:tracePt t="23851" x="6521450" y="2368550"/>
          <p14:tracePt t="23867" x="6362700" y="2330450"/>
          <p14:tracePt t="23883" x="6286500" y="2311400"/>
          <p14:tracePt t="23901" x="6102350" y="2273300"/>
          <p14:tracePt t="23917" x="6013450" y="2260600"/>
          <p14:tracePt t="23934" x="5937250" y="2241550"/>
          <p14:tracePt t="23951" x="5842000" y="2216150"/>
          <p14:tracePt t="23967" x="5810250" y="2216150"/>
          <p14:tracePt t="23984" x="5778500" y="2209800"/>
          <p14:tracePt t="24000" x="5740400" y="2197100"/>
          <p14:tracePt t="24016" x="5702300" y="2197100"/>
          <p14:tracePt t="24033" x="5670550" y="2197100"/>
          <p14:tracePt t="24050" x="5632450" y="2190750"/>
          <p14:tracePt t="24067" x="5537200" y="2190750"/>
          <p14:tracePt t="24084" x="5499100" y="2184400"/>
          <p14:tracePt t="24100" x="5391150" y="2178050"/>
          <p14:tracePt t="24117" x="5340350" y="2178050"/>
          <p14:tracePt t="24133" x="5289550" y="2178050"/>
          <p14:tracePt t="24150" x="5156200" y="2190750"/>
          <p14:tracePt t="24167" x="5092700" y="2197100"/>
          <p14:tracePt t="24183" x="4972050" y="2235200"/>
          <p14:tracePt t="24199" x="4914900" y="2254250"/>
          <p14:tracePt t="24217" x="4826000" y="2273300"/>
          <p14:tracePt t="24233" x="4826000" y="2279650"/>
          <p14:tracePt t="24249" x="4813300" y="2279650"/>
          <p14:tracePt t="25855" x="4800600" y="2279650"/>
          <p14:tracePt t="25869" x="4768850" y="2292350"/>
          <p14:tracePt t="25883" x="4737100" y="2305050"/>
          <p14:tracePt t="25890" x="4718050" y="2317750"/>
          <p14:tracePt t="25905" x="4686300" y="2336800"/>
          <p14:tracePt t="25918" x="4648200" y="2343150"/>
          <p14:tracePt t="25933" x="4603750" y="2362200"/>
          <p14:tracePt t="25943" x="4546600" y="2381250"/>
          <p14:tracePt t="25961" x="4425950" y="2419350"/>
          <p14:tracePt t="25977" x="4279900" y="2444750"/>
          <p14:tracePt t="25993" x="4203700" y="2463800"/>
          <p14:tracePt t="26010" x="4070350" y="2495550"/>
          <p14:tracePt t="26027" x="4019550" y="2495550"/>
          <p14:tracePt t="26044" x="3886200" y="2501900"/>
          <p14:tracePt t="26061" x="3848100" y="2501900"/>
          <p14:tracePt t="26077" x="3816350" y="2508250"/>
          <p14:tracePt t="26093" x="3752850" y="2508250"/>
          <p14:tracePt t="26110" x="3683000" y="2514600"/>
          <p14:tracePt t="26127" x="3657600" y="2514600"/>
          <p14:tracePt t="26143" x="3613150" y="2514600"/>
          <p14:tracePt t="26160" x="3581400" y="2514600"/>
          <p14:tracePt t="26176" x="3568700" y="2514600"/>
          <p14:tracePt t="26193" x="3536950" y="2520950"/>
          <p14:tracePt t="26209" x="3498850" y="2540000"/>
          <p14:tracePt t="26227" x="3467100" y="2552700"/>
          <p14:tracePt t="26243" x="3448050" y="2552700"/>
          <p14:tracePt t="26260" x="3397250" y="2565400"/>
          <p14:tracePt t="26276" x="3333750" y="2590800"/>
          <p14:tracePt t="26292" x="3314700" y="2603500"/>
          <p14:tracePt t="26309" x="3282950" y="2622550"/>
          <p14:tracePt t="26326" x="3206750" y="2686050"/>
          <p14:tracePt t="26342" x="3187700" y="2705100"/>
          <p14:tracePt t="26360" x="3143250" y="2743200"/>
          <p14:tracePt t="26375" x="3117850" y="2768600"/>
          <p14:tracePt t="26392" x="3092450" y="2794000"/>
          <p14:tracePt t="26409" x="3067050" y="2813050"/>
          <p14:tracePt t="26425" x="3060700" y="2819400"/>
          <p14:tracePt t="26442" x="3035300" y="2838450"/>
          <p14:tracePt t="26459" x="3022600" y="2851150"/>
          <p14:tracePt t="26475" x="3009900" y="2857500"/>
          <p14:tracePt t="26492" x="3009900" y="2870200"/>
          <p14:tracePt t="26508" x="2997200" y="2870200"/>
          <p14:tracePt t="26542" x="2990850" y="2876550"/>
          <p14:tracePt t="26593" x="2984500" y="2876550"/>
          <p14:tracePt t="26627" x="2978150" y="2882900"/>
          <p14:tracePt t="26669" x="2971800" y="2882900"/>
          <p14:tracePt t="26676" x="2971800" y="2889250"/>
          <p14:tracePt t="26697" x="2965450" y="2889250"/>
          <p14:tracePt t="26711" x="2959100" y="2889250"/>
          <p14:tracePt t="26717" x="2952750" y="2889250"/>
          <p14:tracePt t="26739" x="2946400" y="2895600"/>
          <p14:tracePt t="26746" x="2940050" y="2895600"/>
          <p14:tracePt t="26761" x="2933700" y="2895600"/>
          <p14:tracePt t="26788" x="2927350" y="2895600"/>
          <p14:tracePt t="26809" x="2921000" y="2895600"/>
          <p14:tracePt t="26815" x="2914650" y="2895600"/>
          <p14:tracePt t="26837" x="2908300" y="2895600"/>
          <p14:tracePt t="26851" x="2901950" y="2895600"/>
          <p14:tracePt t="26921" x="2901950" y="2901950"/>
          <p14:tracePt t="26942" x="2908300" y="2908300"/>
          <p14:tracePt t="26949" x="2914650" y="2908300"/>
          <p14:tracePt t="26957" x="2927350" y="2908300"/>
          <p14:tracePt t="26973" x="2933700" y="2908300"/>
          <p14:tracePt t="26990" x="2971800" y="2908300"/>
          <p14:tracePt t="27007" x="2997200" y="2921000"/>
          <p14:tracePt t="27023" x="3067050" y="2921000"/>
          <p14:tracePt t="27040" x="3155950" y="2927350"/>
          <p14:tracePt t="27056" x="3213100" y="2927350"/>
          <p14:tracePt t="27073" x="3314700" y="2927350"/>
          <p14:tracePt t="27090" x="3429000" y="2921000"/>
          <p14:tracePt t="27106" x="3492500" y="2921000"/>
          <p14:tracePt t="27123" x="3600450" y="2908300"/>
          <p14:tracePt t="27139" x="3695700" y="2889250"/>
          <p14:tracePt t="27156" x="3733800" y="2889250"/>
          <p14:tracePt t="27173" x="3841750" y="2882900"/>
          <p14:tracePt t="27189" x="3917950" y="2882900"/>
          <p14:tracePt t="27206" x="3956050" y="2882900"/>
          <p14:tracePt t="27223" x="4019550" y="2882900"/>
          <p14:tracePt t="27239" x="4064000" y="2895600"/>
          <p14:tracePt t="27256" x="4089400" y="2901950"/>
          <p14:tracePt t="27273" x="4140200" y="2908300"/>
          <p14:tracePt t="27289" x="4165600" y="2908300"/>
          <p14:tracePt t="27306" x="4241800" y="2914650"/>
          <p14:tracePt t="27322" x="4279900" y="2914650"/>
          <p14:tracePt t="27339" x="4311650" y="2914650"/>
          <p14:tracePt t="27356" x="4387850" y="2914650"/>
          <p14:tracePt t="27372" x="4445000" y="2914650"/>
          <p14:tracePt t="27389" x="4464050" y="2908300"/>
          <p14:tracePt t="27405" x="4508500" y="2908300"/>
          <p14:tracePt t="27422" x="4540250" y="2901950"/>
          <p14:tracePt t="27438" x="4546600" y="2901950"/>
          <p14:tracePt t="27455" x="4559300" y="2895600"/>
          <p14:tracePt t="27472" x="4565650" y="2895600"/>
          <p14:tracePt t="27671" x="4559300" y="2895600"/>
          <p14:tracePt t="27678" x="4546600" y="2895600"/>
          <p14:tracePt t="27692" x="4527550" y="2889250"/>
          <p14:tracePt t="27704" x="4495800" y="2889250"/>
          <p14:tracePt t="27720" x="4419600" y="2876550"/>
          <p14:tracePt t="27737" x="4362450" y="2876550"/>
          <p14:tracePt t="27755" x="4248150" y="2876550"/>
          <p14:tracePt t="27770" x="4121150" y="2876550"/>
          <p14:tracePt t="27787" x="4057650" y="2876550"/>
          <p14:tracePt t="27804" x="3949700" y="2889250"/>
          <p14:tracePt t="27820" x="3873500" y="2889250"/>
          <p14:tracePt t="27837" x="3841750" y="2895600"/>
          <p14:tracePt t="27854" x="3810000" y="2895600"/>
          <p14:tracePt t="27870" x="3784600" y="2901950"/>
          <p14:tracePt t="27903" x="3778250" y="2901950"/>
          <p14:tracePt t="27920" x="3771900" y="2901950"/>
          <p14:tracePt t="27940" x="3771900" y="2908300"/>
          <p14:tracePt t="27959" x="3759200" y="2908300"/>
          <p14:tracePt t="27973" x="3752850" y="2908300"/>
          <p14:tracePt t="27987" x="3746500" y="2908300"/>
          <p14:tracePt t="28003" x="3733800" y="2908300"/>
          <p14:tracePt t="28036" x="3727450" y="2908300"/>
          <p14:tracePt t="28056" x="3721100" y="2908300"/>
          <p14:tracePt t="28099" x="3714750" y="2908300"/>
          <p14:tracePt t="28120" x="3708400" y="2908300"/>
          <p14:tracePt t="28141" x="3702050" y="2908300"/>
          <p14:tracePt t="28169" x="3695700" y="2908300"/>
          <p14:tracePt t="28204" x="3689350" y="2908300"/>
          <p14:tracePt t="28253" x="3702050" y="2908300"/>
          <p14:tracePt t="28260" x="3708400" y="2908300"/>
          <p14:tracePt t="28274" x="3721100" y="2908300"/>
          <p14:tracePt t="28285" x="3740150" y="2908300"/>
          <p14:tracePt t="28303" x="3803650" y="2908300"/>
          <p14:tracePt t="28319" x="3848100" y="2908300"/>
          <p14:tracePt t="28335" x="3962400" y="2908300"/>
          <p14:tracePt t="28352" x="4070350" y="2901950"/>
          <p14:tracePt t="28368" x="4133850" y="2889250"/>
          <p14:tracePt t="28386" x="4241800" y="2882900"/>
          <p14:tracePt t="28401" x="4318000" y="2870200"/>
          <p14:tracePt t="28418" x="4349750" y="2863850"/>
          <p14:tracePt t="28435" x="4400550" y="2857500"/>
          <p14:tracePt t="28451" x="4425950" y="2851150"/>
          <p14:tracePt t="28468" x="4432300" y="2851150"/>
          <p14:tracePt t="28485" x="4432300" y="2844800"/>
          <p14:tracePt t="28501" x="4438650" y="2844800"/>
          <p14:tracePt t="28518" x="4445000" y="2844800"/>
          <p14:tracePt t="28535" x="4451350" y="2844800"/>
          <p14:tracePt t="28551" x="4457700" y="2844800"/>
          <p14:tracePt t="28568" x="4470400" y="2844800"/>
          <p14:tracePt t="28584" x="4476750" y="2844800"/>
          <p14:tracePt t="28601" x="4483100" y="2844800"/>
          <p14:tracePt t="28617" x="4508500" y="2838450"/>
          <p14:tracePt t="28634" x="4527550" y="2838450"/>
          <p14:tracePt t="28651" x="4546600" y="2838450"/>
          <p14:tracePt t="28667" x="4578350" y="2832100"/>
          <p14:tracePt t="28684" x="4603750" y="2832100"/>
          <p14:tracePt t="28702" x="4622800" y="2832100"/>
          <p14:tracePt t="28717" x="4629150" y="2832100"/>
          <p14:tracePt t="28734" x="4635500" y="2832100"/>
          <p14:tracePt t="28767" x="4641850" y="2832100"/>
          <p14:tracePt t="28849" x="4648200" y="2825750"/>
          <p14:tracePt t="28912" x="4635500" y="2825750"/>
          <p14:tracePt t="28940" x="4629150" y="2825750"/>
          <p14:tracePt t="28961" x="4622800" y="2825750"/>
          <p14:tracePt t="28975" x="4616450" y="2825750"/>
          <p14:tracePt t="28982" x="4610100" y="2825750"/>
          <p14:tracePt t="28989" x="4603750" y="2825750"/>
          <p14:tracePt t="29003" x="4591050" y="2825750"/>
          <p14:tracePt t="29017" x="4572000" y="2825750"/>
          <p14:tracePt t="29033" x="4540250" y="2825750"/>
          <p14:tracePt t="29049" x="4521200" y="2825750"/>
          <p14:tracePt t="29067" x="4489450" y="2825750"/>
          <p14:tracePt t="29083" x="4464050" y="2825750"/>
          <p14:tracePt t="29099" x="4451350" y="2825750"/>
          <p14:tracePt t="29116" x="4432300" y="2832100"/>
          <p14:tracePt t="29133" x="4425950" y="2832100"/>
          <p14:tracePt t="29164" x="4419600" y="2832100"/>
          <p14:tracePt t="29305" x="4425950" y="2832100"/>
          <p14:tracePt t="29311" x="4432300" y="2832100"/>
          <p14:tracePt t="29325" x="4445000" y="2832100"/>
          <p14:tracePt t="29340" x="4457700" y="2832100"/>
          <p14:tracePt t="29354" x="4464050" y="2832100"/>
          <p14:tracePt t="29365" x="4476750" y="2832100"/>
          <p14:tracePt t="29382" x="4514850" y="2825750"/>
          <p14:tracePt t="29398" x="4533900" y="2825750"/>
          <p14:tracePt t="29415" x="4572000" y="2819400"/>
          <p14:tracePt t="29432" x="4616450" y="2813050"/>
          <p14:tracePt t="29448" x="4635500" y="2813050"/>
          <p14:tracePt t="29466" x="4679950" y="2800350"/>
          <p14:tracePt t="29481" x="4705350" y="2787650"/>
          <p14:tracePt t="29498" x="4718050" y="2781300"/>
          <p14:tracePt t="29515" x="4724400" y="2774950"/>
          <p14:tracePt t="29531" x="4724400" y="2768600"/>
          <p14:tracePt t="29565" x="4730750" y="2762250"/>
          <p14:tracePt t="29620" x="4724400" y="2762250"/>
          <p14:tracePt t="29641" x="4718050" y="2762250"/>
          <p14:tracePt t="29655" x="4711700" y="2762250"/>
          <p14:tracePt t="29662" x="4705350" y="2762250"/>
          <p14:tracePt t="29676" x="4699000" y="2762250"/>
          <p14:tracePt t="29690" x="4692650" y="2762250"/>
          <p14:tracePt t="29704" x="4673600" y="2768600"/>
          <p14:tracePt t="29713" x="4660900" y="2768600"/>
          <p14:tracePt t="29730" x="4641850" y="2774950"/>
          <p14:tracePt t="29748" x="4578350" y="2781300"/>
          <p14:tracePt t="29764" x="4533900" y="2794000"/>
          <p14:tracePt t="29781" x="4489450" y="2806700"/>
          <p14:tracePt t="29797" x="4476750" y="2813050"/>
          <p14:tracePt t="29813" x="4464050" y="2813050"/>
          <p14:tracePt t="29830" x="4445000" y="2819400"/>
          <p14:tracePt t="29863" x="4438650" y="2825750"/>
          <p14:tracePt t="29915" x="4438650" y="2832100"/>
          <p14:tracePt t="30027" x="4445000" y="2832100"/>
          <p14:tracePt t="30041" x="4451350" y="2832100"/>
          <p14:tracePt t="30062" x="4457700" y="2832100"/>
          <p14:tracePt t="30083" x="4464050" y="2832100"/>
          <p14:tracePt t="30104" x="4470400" y="2832100"/>
          <p14:tracePt t="30125" x="4476750" y="2832100"/>
          <p14:tracePt t="30132" x="4483100" y="2825750"/>
          <p14:tracePt t="30149" x="4489450" y="2825750"/>
          <p14:tracePt t="30162" x="4502150" y="2825750"/>
          <p14:tracePt t="30179" x="4527550" y="2819400"/>
          <p14:tracePt t="30196" x="4559300" y="2813050"/>
          <p14:tracePt t="30212" x="4572000" y="2813050"/>
          <p14:tracePt t="30229" x="4591050" y="2806700"/>
          <p14:tracePt t="30246" x="4603750" y="2800350"/>
          <p14:tracePt t="30262" x="4610100" y="2800350"/>
          <p14:tracePt t="30279" x="4616450" y="2800350"/>
          <p14:tracePt t="30315" x="4616450" y="2794000"/>
          <p14:tracePt t="30356" x="4616450" y="2787650"/>
          <p14:tracePt t="30363" x="4610100" y="2787650"/>
          <p14:tracePt t="30391" x="4610100" y="2781300"/>
          <p14:tracePt t="30417" x="4603750" y="2781300"/>
          <p14:tracePt t="30447" x="4597400" y="2781300"/>
          <p14:tracePt t="30504" x="4597400" y="2774950"/>
          <p14:tracePt t="30553" x="4591050" y="2774950"/>
          <p14:tracePt t="30588" x="4584700" y="2774950"/>
          <p14:tracePt t="30616" x="4578350" y="2774950"/>
          <p14:tracePt t="30644" x="4572000" y="2774950"/>
          <p14:tracePt t="30756" x="4572000" y="2781300"/>
          <p14:tracePt t="30784" x="4565650" y="2781300"/>
          <p14:tracePt t="30805" x="4559300" y="2787650"/>
          <p14:tracePt t="30812" x="4552950" y="2794000"/>
          <p14:tracePt t="30826" x="4546600" y="2794000"/>
          <p14:tracePt t="30833" x="4540250" y="2794000"/>
          <p14:tracePt t="30854" x="4533900" y="2800350"/>
          <p14:tracePt t="30924" x="4527550" y="2800350"/>
          <p14:tracePt t="30945" x="4521200" y="2800350"/>
          <p14:tracePt t="31043" x="4521200" y="2806700"/>
          <p14:tracePt t="31064" x="4527550" y="2806700"/>
          <p14:tracePt t="31128" x="4533900" y="2806700"/>
          <p14:tracePt t="31156" x="4546600" y="2806700"/>
          <p14:tracePt t="31177" x="4552950" y="2806700"/>
          <p14:tracePt t="31184" x="4559300" y="2806700"/>
          <p14:tracePt t="31198" x="4565650" y="2806700"/>
          <p14:tracePt t="31209" x="4572000" y="2800350"/>
          <p14:tracePt t="31226" x="4584700" y="2794000"/>
          <p14:tracePt t="31242" x="4597400" y="2787650"/>
          <p14:tracePt t="31258" x="4622800" y="2774950"/>
          <p14:tracePt t="31275" x="4648200" y="2768600"/>
          <p14:tracePt t="31292" x="4660900" y="2762250"/>
          <p14:tracePt t="31309" x="4679950" y="2749550"/>
          <p14:tracePt t="31325" x="4686300" y="2749550"/>
          <p14:tracePt t="31359" x="4692650" y="2749550"/>
          <p14:tracePt t="31394" x="4699000" y="2743200"/>
          <p14:tracePt t="31506" x="4692650" y="2743200"/>
          <p14:tracePt t="31534" x="4686300" y="2743200"/>
          <p14:tracePt t="32249" x="4679950" y="2749550"/>
          <p14:tracePt t="32256" x="4673600" y="2755900"/>
          <p14:tracePt t="32270" x="4667250" y="2755900"/>
          <p14:tracePt t="32276" x="4667250" y="2762250"/>
          <p14:tracePt t="32288" x="4660900" y="2762250"/>
          <p14:tracePt t="32306" x="4648200" y="2768600"/>
          <p14:tracePt t="32338" x="4641850" y="2768600"/>
          <p14:tracePt t="32355" x="4641850" y="2781300"/>
          <p14:tracePt t="32411" x="4635500" y="2781300"/>
          <p14:tracePt t="32466" x="4635500" y="2787650"/>
          <p14:tracePt t="32670" x="4641850" y="2794000"/>
          <p14:tracePt t="32747" x="4641850" y="2800350"/>
          <p14:tracePt t="32810" x="4648200" y="2800350"/>
          <p14:tracePt t="32837" x="4648200" y="2806700"/>
          <p14:tracePt t="32887" x="4654550" y="2813050"/>
          <p14:tracePt t="32908" x="4660900" y="2813050"/>
          <p14:tracePt t="32936" x="4667250" y="2813050"/>
          <p14:tracePt t="32950" x="4673600" y="2819400"/>
          <p14:tracePt t="32971" x="4679950" y="2819400"/>
          <p14:tracePt t="32978" x="4692650" y="2825750"/>
          <p14:tracePt t="32986" x="4705350" y="2825750"/>
          <p14:tracePt t="33002" x="4718050" y="2825750"/>
          <p14:tracePt t="33020" x="4730750" y="2825750"/>
          <p14:tracePt t="33036" x="4749800" y="2825750"/>
          <p14:tracePt t="33053" x="4787900" y="2825750"/>
          <p14:tracePt t="33070" x="4813300" y="2825750"/>
          <p14:tracePt t="33102" x="4838700" y="2819400"/>
          <p14:tracePt t="33119" x="4864100" y="2819400"/>
          <p14:tracePt t="33135" x="4876800" y="2813050"/>
          <p14:tracePt t="33153" x="4895850" y="2806700"/>
          <p14:tracePt t="33169" x="4908550" y="2800350"/>
          <p14:tracePt t="33202" x="4914900" y="2800350"/>
          <p14:tracePt t="33231" x="4914900" y="2794000"/>
          <p14:tracePt t="33483" x="4921250" y="2794000"/>
          <p14:tracePt t="33504" x="4927600" y="2787650"/>
          <p14:tracePt t="33519" x="4933950" y="2781300"/>
          <p14:tracePt t="33539" x="4940300" y="2781300"/>
          <p14:tracePt t="33553" x="4946650" y="2768600"/>
          <p14:tracePt t="33568" x="4953000" y="2762250"/>
          <p14:tracePt t="33581" x="4965700" y="2749550"/>
          <p14:tracePt t="33588" x="4965700" y="2743200"/>
          <p14:tracePt t="33604" x="4978400" y="2730500"/>
          <p14:tracePt t="33618" x="4991100" y="2717800"/>
          <p14:tracePt t="33634" x="4997450" y="2705100"/>
          <p14:tracePt t="33651" x="5022850" y="2686050"/>
          <p14:tracePt t="33666" x="5035550" y="2679700"/>
          <p14:tracePt t="33683" x="5035550" y="2673350"/>
          <p14:tracePt t="33701" x="5035550" y="2667000"/>
          <p14:tracePt t="33716" x="5041900" y="2660650"/>
          <p14:tracePt t="33733" x="5048250" y="2660650"/>
          <p14:tracePt t="33757" x="5048250" y="2654300"/>
          <p14:tracePt t="33806" x="5054600" y="2654300"/>
          <p14:tracePt t="34107" x="5048250" y="2654300"/>
          <p14:tracePt t="34121" x="5041900" y="2654300"/>
          <p14:tracePt t="34149" x="5035550" y="2654300"/>
          <p14:tracePt t="34163" x="5029200" y="2660650"/>
          <p14:tracePt t="34170" x="5022850" y="2660650"/>
          <p14:tracePt t="34181" x="5016500" y="2667000"/>
          <p14:tracePt t="34199" x="4991100" y="2679700"/>
          <p14:tracePt t="34215" x="4978400" y="2686050"/>
          <p14:tracePt t="34231" x="4959350" y="2698750"/>
          <p14:tracePt t="34248" x="4876800" y="2743200"/>
          <p14:tracePt t="34264" x="4832350" y="2755900"/>
          <p14:tracePt t="34282" x="4781550" y="2781300"/>
          <p14:tracePt t="34298" x="4762500" y="2787650"/>
          <p14:tracePt t="34314" x="4737100" y="2806700"/>
          <p14:tracePt t="34332" x="4711700" y="2819400"/>
          <p14:tracePt t="34365" x="4699000" y="2819400"/>
          <p14:tracePt t="34479" x="4705350" y="2819400"/>
          <p14:tracePt t="34500" x="4711700" y="2819400"/>
          <p14:tracePt t="34527" x="4718050" y="2819400"/>
          <p14:tracePt t="34549" x="4724400" y="2819400"/>
          <p14:tracePt t="34563" x="4730750" y="2819400"/>
          <p14:tracePt t="34570" x="4737100" y="2813050"/>
          <p14:tracePt t="34584" x="4743450" y="2813050"/>
          <p14:tracePt t="34597" x="4749800" y="2813050"/>
          <p14:tracePt t="34613" x="4756150" y="2806700"/>
          <p14:tracePt t="34630" x="4787900" y="2794000"/>
          <p14:tracePt t="34647" x="4819650" y="2781300"/>
          <p14:tracePt t="34663" x="4870450" y="2755900"/>
          <p14:tracePt t="34680" x="4914900" y="2755900"/>
          <p14:tracePt t="34697" x="4940300" y="2743200"/>
          <p14:tracePt t="34713" x="5003800" y="2711450"/>
          <p14:tracePt t="34730" x="5035550" y="2705100"/>
          <p14:tracePt t="34746" x="5054600" y="2692400"/>
          <p14:tracePt t="34763" x="5092700" y="2673350"/>
          <p14:tracePt t="34780" x="5099050" y="2673350"/>
          <p14:tracePt t="34796" x="5105400" y="2667000"/>
          <p14:tracePt t="35096" x="5099050" y="2673350"/>
          <p14:tracePt t="35103" x="5092700" y="2679700"/>
          <p14:tracePt t="35111" x="5092700" y="2686050"/>
          <p14:tracePt t="35132" x="5086350" y="2692400"/>
          <p14:tracePt t="35148" x="5086350" y="2698750"/>
          <p14:tracePt t="35162" x="5080000" y="2705100"/>
          <p14:tracePt t="35178" x="5080000" y="2711450"/>
          <p14:tracePt t="35195" x="5073650" y="2724150"/>
          <p14:tracePt t="35222" x="5073650" y="2730500"/>
          <p14:tracePt t="35250" x="5073650" y="2736850"/>
          <p14:tracePt t="35271" x="5073650" y="2743200"/>
          <p14:tracePt t="35292" x="5073650" y="2749550"/>
          <p14:tracePt t="35299" x="5073650" y="2755900"/>
          <p14:tracePt t="35320" x="5073650" y="2762250"/>
          <p14:tracePt t="35362" x="5073650" y="2768600"/>
          <p14:tracePt t="35389" x="5073650" y="2774950"/>
          <p14:tracePt t="35439" x="5073650" y="2781300"/>
          <p14:tracePt t="35460" x="5073650" y="2787650"/>
          <p14:tracePt t="35495" x="5073650" y="2794000"/>
          <p14:tracePt t="35502" x="5073650" y="2800350"/>
          <p14:tracePt t="35523" x="5073650" y="2806700"/>
          <p14:tracePt t="35530" x="5080000" y="2806700"/>
          <p14:tracePt t="35547" x="5086350" y="2813050"/>
          <p14:tracePt t="35560" x="5086350" y="2819400"/>
          <p14:tracePt t="35577" x="5092700" y="2832100"/>
          <p14:tracePt t="35594" x="5105400" y="2838450"/>
          <p14:tracePt t="35610" x="5105400" y="2844800"/>
          <p14:tracePt t="35627" x="5105400" y="2851150"/>
          <p14:tracePt t="35643" x="5111750" y="2851150"/>
          <p14:tracePt t="35660" x="5111750" y="2857500"/>
          <p14:tracePt t="35693" x="5124450" y="2863850"/>
          <p14:tracePt t="35727" x="5137150" y="2863850"/>
          <p14:tracePt t="35743" x="5143500" y="2863850"/>
          <p14:tracePt t="35783" x="5149850" y="2863850"/>
          <p14:tracePt t="35825" x="5156200" y="2863850"/>
          <p14:tracePt t="35831" x="5162550" y="2863850"/>
          <p14:tracePt t="35861" x="5162550" y="2857500"/>
          <p14:tracePt t="35881" x="5162550" y="2851150"/>
          <p14:tracePt t="35902" x="5156200" y="2844800"/>
          <p14:tracePt t="35923" x="5149850" y="2838450"/>
          <p14:tracePt t="35930" x="5149850" y="2832100"/>
          <p14:tracePt t="35945" x="5143500" y="2825750"/>
          <p14:tracePt t="35959" x="5137150" y="2813050"/>
          <p14:tracePt t="35976" x="5111750" y="2794000"/>
          <p14:tracePt t="35993" x="5099050" y="2781300"/>
          <p14:tracePt t="36009" x="5086350" y="2755900"/>
          <p14:tracePt t="36026" x="5080000" y="2749550"/>
          <p14:tracePt t="36042" x="5067300" y="2736850"/>
          <p14:tracePt t="36058" x="5067300" y="2724150"/>
          <p14:tracePt t="36075" x="5067300" y="2717800"/>
          <p14:tracePt t="36092" x="5067300" y="2711450"/>
          <p14:tracePt t="36108" x="5067300" y="2698750"/>
          <p14:tracePt t="36126" x="5067300" y="2692400"/>
          <p14:tracePt t="36142" x="5080000" y="2660650"/>
          <p14:tracePt t="36158" x="5092700" y="2635250"/>
          <p14:tracePt t="36175" x="5105400" y="2622550"/>
          <p14:tracePt t="36191" x="5143500" y="2578100"/>
          <p14:tracePt t="36208" x="5156200" y="2559050"/>
          <p14:tracePt t="36225" x="5187950" y="2533650"/>
          <p14:tracePt t="36242" x="5200650" y="2527300"/>
          <p14:tracePt t="36259" x="5207000" y="2520950"/>
          <p14:tracePt t="36274" x="5219700" y="2514600"/>
          <p14:tracePt t="36351" x="5213350" y="2514600"/>
          <p14:tracePt t="36372" x="5207000" y="2520950"/>
          <p14:tracePt t="36386" x="5207000" y="2527300"/>
          <p14:tracePt t="36394" x="5207000" y="2540000"/>
          <p14:tracePt t="36409" x="5194300" y="2552700"/>
          <p14:tracePt t="36424" x="5181600" y="2616200"/>
          <p14:tracePt t="36441" x="5175250" y="2641600"/>
          <p14:tracePt t="36458" x="5175250" y="2692400"/>
          <p14:tracePt t="36475" x="5175250" y="2724150"/>
          <p14:tracePt t="36491" x="5226050" y="2768600"/>
          <p14:tracePt t="36507" x="5257800" y="2787650"/>
          <p14:tracePt t="36524" x="5283200" y="2787650"/>
          <p14:tracePt t="36540" x="5353050" y="2794000"/>
          <p14:tracePt t="36557" x="5448300" y="2794000"/>
          <p14:tracePt t="36575" x="5518150" y="2774950"/>
          <p14:tracePt t="36590" x="5556250" y="2768600"/>
          <p14:tracePt t="36607" x="5626100" y="2762250"/>
          <p14:tracePt t="36624" x="5676900" y="2762250"/>
          <p14:tracePt t="36657" x="5702300" y="2762250"/>
          <p14:tracePt t="36674" x="5746750" y="2743200"/>
          <p14:tracePt t="36706" x="5778500" y="2743200"/>
          <p14:tracePt t="36723" x="5810250" y="2730500"/>
          <p14:tracePt t="36739" x="5822950" y="2717800"/>
          <p14:tracePt t="36757" x="5829300" y="2717800"/>
          <p14:tracePt t="36773" x="5835650" y="2711450"/>
          <p14:tracePt t="36789" x="5835650" y="2705100"/>
          <p14:tracePt t="36807" x="5835650" y="2698750"/>
          <p14:tracePt t="36838" x="5835650" y="2692400"/>
          <p14:tracePt t="36856" x="5835650" y="2686050"/>
          <p14:tracePt t="36884" x="5835650" y="2679700"/>
          <p14:tracePt t="36919" x="5835650" y="2673350"/>
          <p14:tracePt t="36946" x="5835650" y="2667000"/>
          <p14:tracePt t="37094" x="5842000" y="2667000"/>
          <p14:tracePt t="37115" x="5842000" y="2673350"/>
          <p14:tracePt t="37128" x="5848350" y="2686050"/>
          <p14:tracePt t="37143" x="5848350" y="2692400"/>
          <p14:tracePt t="37150" x="5848350" y="2711450"/>
          <p14:tracePt t="37158" x="5848350" y="2730500"/>
          <p14:tracePt t="37173" x="5842000" y="2743200"/>
          <p14:tracePt t="37188" x="5822950" y="2794000"/>
          <p14:tracePt t="37205" x="5803900" y="2825750"/>
          <p14:tracePt t="37221" x="5772150" y="2870200"/>
          <p14:tracePt t="37238" x="5734050" y="2889250"/>
          <p14:tracePt t="37255" x="5721350" y="2889250"/>
          <p14:tracePt t="37271" x="5695950" y="2895600"/>
          <p14:tracePt t="37288" x="5689600" y="2895600"/>
          <p14:tracePt t="37304" x="5683250" y="2895600"/>
          <p14:tracePt t="37337" x="5676900" y="2901950"/>
          <p14:tracePt t="37444" x="5683250" y="2901950"/>
          <p14:tracePt t="37472" x="5683250" y="2895600"/>
          <p14:tracePt t="37500" x="5689600" y="2882900"/>
          <p14:tracePt t="37507" x="5695950" y="2876550"/>
          <p14:tracePt t="37535" x="5695950" y="2870200"/>
          <p14:tracePt t="37550" x="5695950" y="2863850"/>
          <p14:tracePt t="37557" x="5695950" y="2851150"/>
          <p14:tracePt t="37573" x="5695950" y="2838450"/>
          <p14:tracePt t="37586" x="5702300" y="2825750"/>
          <p14:tracePt t="37603" x="5702300" y="2813050"/>
          <p14:tracePt t="37620" x="5702300" y="2781300"/>
          <p14:tracePt t="37637" x="5702300" y="2768600"/>
          <p14:tracePt t="37653" x="5702300" y="2762250"/>
          <p14:tracePt t="37670" x="5702300" y="2743200"/>
          <p14:tracePt t="37686" x="5683250" y="2730500"/>
          <p14:tracePt t="37703" x="5657850" y="2711450"/>
          <p14:tracePt t="37719" x="5638800" y="2698750"/>
          <p14:tracePt t="37736" x="5626100" y="2692400"/>
          <p14:tracePt t="37753" x="5575300" y="2692400"/>
          <p14:tracePt t="37769" x="5549900" y="2679700"/>
          <p14:tracePt t="37786" x="5518150" y="2679700"/>
          <p14:tracePt t="37803" x="5461000" y="2692400"/>
          <p14:tracePt t="37819" x="5429250" y="2698750"/>
          <p14:tracePt t="37836" x="5391150" y="2705100"/>
          <p14:tracePt t="37852" x="5334000" y="2711450"/>
          <p14:tracePt t="37869" x="5283200" y="2724150"/>
          <p14:tracePt t="37886" x="5238750" y="2724150"/>
          <p14:tracePt t="37902" x="5226050" y="2724150"/>
          <p14:tracePt t="37919" x="5207000" y="2724150"/>
          <p14:tracePt t="37936" x="5175250" y="2717800"/>
          <p14:tracePt t="37952" x="5162550" y="2717800"/>
          <p14:tracePt t="37969" x="5156200" y="2717800"/>
          <p14:tracePt t="37985" x="5130800" y="2717800"/>
          <p14:tracePt t="38012" x="5118100" y="2717800"/>
          <p14:tracePt t="38021" x="5105400" y="2717800"/>
          <p14:tracePt t="38035" x="5092700" y="2717800"/>
          <p14:tracePt t="38052" x="5067300" y="2717800"/>
          <p14:tracePt t="38069" x="5035550" y="2717800"/>
          <p14:tracePt t="38085" x="5022850" y="2717800"/>
          <p14:tracePt t="38101" x="5010150" y="2717800"/>
          <p14:tracePt t="38118" x="5003800" y="2717800"/>
          <p14:tracePt t="38135" x="4997450" y="2717800"/>
          <p14:tracePt t="38166" x="4997450" y="2724150"/>
          <p14:tracePt t="38243" x="5003800" y="2724150"/>
          <p14:tracePt t="38258" x="5016500" y="2724150"/>
          <p14:tracePt t="38264" x="5022850" y="2724150"/>
          <p14:tracePt t="38279" x="5041900" y="2724150"/>
          <p14:tracePt t="38293" x="5067300" y="2724150"/>
          <p14:tracePt t="38307" x="5099050" y="2724150"/>
          <p14:tracePt t="38317" x="5124450" y="2724150"/>
          <p14:tracePt t="38334" x="5162550" y="2724150"/>
          <p14:tracePt t="38350" x="5257800" y="2724150"/>
          <p14:tracePt t="38367" x="5308600" y="2724150"/>
          <p14:tracePt t="38384" x="5346700" y="2724150"/>
          <p14:tracePt t="38400" x="5416550" y="2724150"/>
          <p14:tracePt t="38417" x="5441950" y="2724150"/>
          <p14:tracePt t="38434" x="5454650" y="2724150"/>
          <p14:tracePt t="38450" x="5480050" y="2711450"/>
          <p14:tracePt t="38467" x="5492750" y="2711450"/>
          <p14:tracePt t="38483" x="5505450" y="2711450"/>
          <p14:tracePt t="38517" x="5505450" y="2705100"/>
          <p14:tracePt t="38533" x="5499100" y="2698750"/>
          <p14:tracePt t="38549" x="5492750" y="2698750"/>
          <p14:tracePt t="38573" x="5480050" y="2698750"/>
          <p14:tracePt t="38583" x="5473700" y="2698750"/>
          <p14:tracePt t="38600" x="5467350" y="2698750"/>
          <p14:tracePt t="38616" x="5441950" y="2698750"/>
          <p14:tracePt t="38633" x="5403850" y="2717800"/>
          <p14:tracePt t="38651" x="5365750" y="2724150"/>
          <p14:tracePt t="38666" x="5321300" y="2730500"/>
          <p14:tracePt t="38683" x="5302250" y="2736850"/>
          <p14:tracePt t="38700" x="5257800" y="2749550"/>
          <p14:tracePt t="38716" x="5245100" y="2755900"/>
          <p14:tracePt t="38733" x="5213350" y="2762250"/>
          <p14:tracePt t="38749" x="5213350" y="2768600"/>
          <p14:tracePt t="39715" x="5200650" y="2768600"/>
          <p14:tracePt t="39722" x="5187950" y="2768600"/>
          <p14:tracePt t="39736" x="5175250" y="2768600"/>
          <p14:tracePt t="39746" x="5162550" y="2768600"/>
          <p14:tracePt t="39762" x="5143500" y="2768600"/>
          <p14:tracePt t="39779" x="5124450" y="2768600"/>
          <p14:tracePt t="39795" x="5118100" y="2768600"/>
          <p14:tracePt t="39841" x="5111750" y="2768600"/>
          <p14:tracePt t="39953" x="5105400" y="2768600"/>
          <p14:tracePt t="40073" x="5099050" y="2774950"/>
          <p14:tracePt t="40094" x="5092700" y="2774950"/>
          <p14:tracePt t="40114" x="5086350" y="2774950"/>
          <p14:tracePt t="40247" x="5086350" y="2781300"/>
          <p14:tracePt t="40276" x="5080000" y="2781300"/>
          <p14:tracePt t="40282" x="5073650" y="2781300"/>
          <p14:tracePt t="43967" x="5073650" y="2787650"/>
          <p14:tracePt t="44003" x="5067300" y="2794000"/>
          <p14:tracePt t="44037" x="5060950" y="2794000"/>
          <p14:tracePt t="44059" x="5060950" y="2800350"/>
          <p14:tracePt t="44080" x="5060950" y="2806700"/>
          <p14:tracePt t="44101" x="5054600" y="2813050"/>
          <p14:tracePt t="44129" x="5054600" y="2819400"/>
          <p14:tracePt t="44213" x="5054600" y="2825750"/>
          <p14:tracePt t="44452" x="5054600" y="2832100"/>
          <p14:tracePt t="44472" x="5060950" y="2832100"/>
          <p14:tracePt t="44480" x="5067300" y="2832100"/>
          <p14:tracePt t="44495" x="5054600" y="2825750"/>
          <p14:tracePt t="45778" x="5048250" y="2825750"/>
          <p14:tracePt t="45799" x="5048250" y="2819400"/>
          <p14:tracePt t="45827" x="5048250" y="2813050"/>
          <p14:tracePt t="45848" x="5048250" y="2806700"/>
          <p14:tracePt t="45869" x="5048250" y="2800350"/>
          <p14:tracePt t="45897" x="5048250" y="2794000"/>
          <p14:tracePt t="45939" x="5048250" y="2787650"/>
          <p14:tracePt t="45981" x="5048250" y="2781300"/>
          <p14:tracePt t="46030" x="5048250" y="2774950"/>
          <p14:tracePt t="46150" x="5054600" y="2768600"/>
          <p14:tracePt t="46157" x="5054600" y="2762250"/>
          <p14:tracePt t="46178" x="5054600" y="2755900"/>
          <p14:tracePt t="46213" x="5054600" y="2749550"/>
          <p14:tracePt t="46226" x="5060950" y="2749550"/>
          <p14:tracePt t="46262" x="5067300" y="2743200"/>
          <p14:tracePt t="46269" x="5067300" y="2736850"/>
          <p14:tracePt t="46291" x="5067300" y="2730500"/>
          <p14:tracePt t="46318" x="5073650" y="2724150"/>
          <p14:tracePt t="46339" x="5080000" y="2724150"/>
          <p14:tracePt t="46353" x="5086350" y="2724150"/>
          <p14:tracePt t="46360" x="5092700" y="2724150"/>
          <p14:tracePt t="46373" x="5099050" y="2717800"/>
          <p14:tracePt t="46389" x="5105400" y="2717800"/>
          <p14:tracePt t="46409" x="5118100" y="2717800"/>
          <p14:tracePt t="46425" x="5130800" y="2717800"/>
          <p14:tracePt t="46439" x="5162550" y="2717800"/>
          <p14:tracePt t="46456" x="5194300" y="2717800"/>
          <p14:tracePt t="46473" x="5245100" y="2730500"/>
          <p14:tracePt t="46489" x="5283200" y="2736850"/>
          <p14:tracePt t="46506" x="5340350" y="2743200"/>
          <p14:tracePt t="46522" x="5384800" y="2743200"/>
          <p14:tracePt t="46539" x="5403850" y="2743200"/>
          <p14:tracePt t="46556" x="5435600" y="2743200"/>
          <p14:tracePt t="46572" x="5441950" y="2743200"/>
          <p14:tracePt t="46589" x="5448300" y="2743200"/>
          <p14:tracePt t="46704" x="5448300" y="2736850"/>
          <p14:tracePt t="46780" x="5435600" y="2730500"/>
          <p14:tracePt t="46787" x="5429250" y="2730500"/>
          <p14:tracePt t="46808" x="5416550" y="2730500"/>
          <p14:tracePt t="46822" x="5410200" y="2730500"/>
          <p14:tracePt t="46830" x="5397500" y="2730500"/>
          <p14:tracePt t="46843" x="5372100" y="2717800"/>
          <p14:tracePt t="46854" x="5346700" y="2717800"/>
          <p14:tracePt t="46872" x="5314950" y="2717800"/>
          <p14:tracePt t="46888" x="5251450" y="2711450"/>
          <p14:tracePt t="46905" x="5181600" y="2711450"/>
          <p14:tracePt t="46921" x="5130800" y="2711450"/>
          <p14:tracePt t="46938" x="5111750" y="2711450"/>
          <p14:tracePt t="46955" x="5080000" y="2711450"/>
          <p14:tracePt t="46971" x="5060950" y="2711450"/>
          <p14:tracePt t="46991" x="5054600" y="2711450"/>
          <p14:tracePt t="47920" x="5060950" y="2711450"/>
          <p14:tracePt t="47962" x="5067300" y="2711450"/>
          <p14:tracePt t="47969" x="5073650" y="2711450"/>
          <p14:tracePt t="47990" x="5080000" y="2711450"/>
          <p14:tracePt t="48012" x="5086350" y="2711450"/>
          <p14:tracePt t="48025" x="5092700" y="2711450"/>
          <p14:tracePt t="48039" x="5099050" y="2711450"/>
          <p14:tracePt t="48061" x="5105400" y="2711450"/>
          <p14:tracePt t="48103" x="5111750" y="2711450"/>
          <p14:tracePt t="48145" x="5118100" y="2711450"/>
          <p14:tracePt t="48151" x="5124450" y="2711450"/>
          <p14:tracePt t="48173" x="5130800" y="2711450"/>
          <p14:tracePt t="48201" x="5137150" y="2711450"/>
          <p14:tracePt t="48222" x="5137150" y="2717800"/>
          <p14:tracePt t="48236" x="5143500" y="2717800"/>
          <p14:tracePt t="48242" x="5149850" y="2717800"/>
          <p14:tracePt t="48264" x="5156200" y="2717800"/>
          <p14:tracePt t="48271" x="5162550" y="2717800"/>
          <p14:tracePt t="48286" x="5168900" y="2717800"/>
          <p14:tracePt t="48300" x="5181600" y="2724150"/>
          <p14:tracePt t="48316" x="5194300" y="2724150"/>
          <p14:tracePt t="48334" x="5219700" y="2730500"/>
          <p14:tracePt t="48349" x="5238750" y="2730500"/>
          <p14:tracePt t="48366" x="5276850" y="2736850"/>
          <p14:tracePt t="48383" x="5308600" y="2736850"/>
          <p14:tracePt t="48399" x="5321300" y="2736850"/>
          <p14:tracePt t="48416" x="5334000" y="2736850"/>
          <p14:tracePt t="48433" x="5340350" y="2736850"/>
          <p14:tracePt t="48465" x="5346700" y="2736850"/>
          <p14:tracePt t="48530" x="5353050" y="2736850"/>
          <p14:tracePt t="48593" x="5353050" y="2730500"/>
          <p14:tracePt t="49673" x="5346700" y="2724150"/>
          <p14:tracePt t="49953" x="5340350" y="2724150"/>
          <p14:tracePt t="50023" x="5334000" y="2717800"/>
          <p14:tracePt t="50176" x="5327650" y="2717800"/>
          <p14:tracePt t="50184" x="5321300" y="2717800"/>
          <p14:tracePt t="50198" x="5314950" y="2717800"/>
          <p14:tracePt t="50213" x="5308600" y="2717800"/>
          <p14:tracePt t="50229" x="5302250" y="2724150"/>
          <p14:tracePt t="50283" x="5295900" y="2724150"/>
          <p14:tracePt t="50304" x="5289550" y="2724150"/>
          <p14:tracePt t="50325" x="5283200" y="2730500"/>
          <p14:tracePt t="50345" x="5276850" y="2730500"/>
          <p14:tracePt t="50374" x="5264150" y="2730500"/>
          <p14:tracePt t="50395" x="5257800" y="2730500"/>
          <p14:tracePt t="50423" x="5251450" y="2730500"/>
          <p14:tracePt t="50437" x="5245100" y="2730500"/>
          <p14:tracePt t="50445" x="5238750" y="2730500"/>
          <p14:tracePt t="50465" x="5232400" y="2730500"/>
          <p14:tracePt t="50486" x="5226050" y="2730500"/>
          <p14:tracePt t="50495" x="5219700" y="2730500"/>
          <p14:tracePt t="50535" x="5213350" y="2730500"/>
          <p14:tracePt t="50556" x="5207000" y="2730500"/>
          <p14:tracePt t="50577" x="5200650" y="2730500"/>
          <p14:tracePt t="50584" x="5194300" y="2730500"/>
          <p14:tracePt t="50605" x="5187950" y="2730500"/>
          <p14:tracePt t="50626" x="5181600" y="2730500"/>
          <p14:tracePt t="50654" x="5168900" y="2730500"/>
          <p14:tracePt t="50676" x="5162550" y="2730500"/>
          <p14:tracePt t="50696" x="5156200" y="2730500"/>
          <p14:tracePt t="50724" x="5149850" y="2730500"/>
          <p14:tracePt t="50744" x="5143500" y="2730500"/>
          <p14:tracePt t="50766" x="5137150" y="2730500"/>
          <p14:tracePt t="50808" x="5130800" y="2730500"/>
          <p14:tracePt t="50864" x="5124450" y="2730500"/>
          <p14:tracePt t="50885" x="5118100" y="2730500"/>
          <p14:tracePt t="50906" x="5111750" y="2730500"/>
          <p14:tracePt t="50955" x="5105400" y="2730500"/>
          <p14:tracePt t="51046" x="5099050" y="2730500"/>
          <p14:tracePt t="52927" x="5099050" y="2736850"/>
          <p14:tracePt t="52948" x="5099050" y="2743200"/>
          <p14:tracePt t="52969" x="5092700" y="2749550"/>
          <p14:tracePt t="52996" x="5092700" y="2755900"/>
          <p14:tracePt t="53039" x="5086350" y="2755900"/>
          <p14:tracePt t="53088" x="5086350" y="2762250"/>
          <p14:tracePt t="53151" x="5080000" y="2768600"/>
          <p14:tracePt t="53179" x="5080000" y="2774950"/>
          <p14:tracePt t="53221" x="5073650" y="2781300"/>
          <p14:tracePt t="53256" x="5067300" y="2787650"/>
          <p14:tracePt t="53277" x="5067300" y="2794000"/>
          <p14:tracePt t="53368" x="5060950" y="2800350"/>
          <p14:tracePt t="53396" x="5060950" y="2806700"/>
          <p14:tracePt t="58014" x="5060950" y="2813050"/>
          <p14:tracePt t="58056" x="5054600" y="2819400"/>
          <p14:tracePt t="58077" x="5048250" y="2825750"/>
          <p14:tracePt t="58084" x="5041900" y="2825750"/>
          <p14:tracePt t="58105" x="5035550" y="2825750"/>
          <p14:tracePt t="58119" x="5029200" y="2825750"/>
          <p14:tracePt t="58134" x="5022850" y="2825750"/>
          <p14:tracePt t="58174" x="5016500" y="2825750"/>
          <p14:tracePt t="58196" x="5010150" y="2832100"/>
          <p14:tracePt t="58224" x="5003800" y="2832100"/>
          <p14:tracePt t="58245" x="4997450" y="2832100"/>
          <p14:tracePt t="58267" x="4991100" y="2832100"/>
          <p14:tracePt t="58294" x="4984750" y="2832100"/>
          <p14:tracePt t="58343" x="4978400" y="2832100"/>
          <p14:tracePt t="58378" x="4972050" y="2832100"/>
          <p14:tracePt t="58406" x="4965700" y="2838450"/>
          <p14:tracePt t="58413" x="4959350" y="2838450"/>
          <p14:tracePt t="58434" x="4953000" y="2838450"/>
          <p14:tracePt t="58455" x="4946650" y="2838450"/>
          <p14:tracePt t="59136" x="4940300" y="2838450"/>
          <p14:tracePt t="59381" x="4933950" y="2838450"/>
          <p14:tracePt t="59605" x="4940300" y="2838450"/>
          <p14:tracePt t="59886" x="4933950" y="2838450"/>
          <p14:tracePt t="59956" x="4927600" y="2838450"/>
          <p14:tracePt t="60040" x="4921250" y="2838450"/>
          <p14:tracePt t="60117" x="4921250" y="2832100"/>
          <p14:tracePt t="60180" x="4921250" y="2825750"/>
          <p14:tracePt t="60221" x="4921250" y="2819400"/>
          <p14:tracePt t="60327" x="4914900" y="2813050"/>
          <p14:tracePt t="60397" x="4914900" y="2806700"/>
          <p14:tracePt t="60440" x="4908550" y="2800350"/>
          <p14:tracePt t="60447" x="4902200" y="2800350"/>
          <p14:tracePt t="60467" x="4895850" y="2800350"/>
          <p14:tracePt t="60482" x="4889500" y="2800350"/>
          <p14:tracePt t="60491" x="4876800" y="2794000"/>
          <p14:tracePt t="60507" x="4864100" y="2787650"/>
          <p14:tracePt t="60524" x="4813300" y="2768600"/>
          <p14:tracePt t="60540" x="4781550" y="2755900"/>
          <p14:tracePt t="60559" x="4603750" y="2698750"/>
          <p14:tracePt t="60574" x="4540250" y="2692400"/>
          <p14:tracePt t="60591" x="4368800" y="2641600"/>
          <p14:tracePt t="60608" x="4191000" y="2609850"/>
          <p14:tracePt t="60624" x="4108450" y="2578100"/>
          <p14:tracePt t="60640" x="4032250" y="2559050"/>
          <p14:tracePt t="60657" x="3886200" y="2520950"/>
          <p14:tracePt t="60674" x="3816350" y="2501900"/>
          <p14:tracePt t="60692" x="3746500" y="2476500"/>
          <p14:tracePt t="60707" x="3721100" y="2470150"/>
          <p14:tracePt t="60723" x="3708400" y="2463800"/>
          <p14:tracePt t="60740" x="3695700" y="2457450"/>
          <p14:tracePt t="60825" x="3695700" y="2451100"/>
          <p14:tracePt t="60888" x="3695700" y="2444750"/>
          <p14:tracePt t="60895" x="3702050" y="2444750"/>
          <p14:tracePt t="60924" x="3708400" y="2438400"/>
          <p14:tracePt t="60937" x="3714750" y="2438400"/>
          <p14:tracePt t="60944" x="3721100" y="2438400"/>
          <p14:tracePt t="60959" x="3721100" y="2432050"/>
          <p14:tracePt t="60987" x="3727450" y="2432050"/>
          <p14:tracePt t="60993" x="3727450" y="2425700"/>
          <p14:tracePt t="61021" x="3733800" y="2419350"/>
          <p14:tracePt t="61028" x="3740150" y="2419350"/>
          <p14:tracePt t="61071" x="3746500" y="2413000"/>
          <p14:tracePt t="61119" x="3752850" y="2406650"/>
          <p14:tracePt t="61127" x="3759200" y="2406650"/>
          <p14:tracePt t="61142" x="3759200" y="2400300"/>
          <p14:tracePt t="61162" x="3759200" y="2387600"/>
          <p14:tracePt t="61171" x="3752850" y="2381250"/>
          <p14:tracePt t="61189" x="3746500" y="2368550"/>
          <p14:tracePt t="61205" x="3727450" y="2324100"/>
          <p14:tracePt t="61222" x="3695700" y="2266950"/>
          <p14:tracePt t="61239" x="3644900" y="2209800"/>
          <p14:tracePt t="61255" x="3619500" y="2178050"/>
          <p14:tracePt t="61271" x="3587750" y="2139950"/>
          <p14:tracePt t="61288" x="3486150" y="2057400"/>
          <p14:tracePt t="61305" x="3454400" y="2032000"/>
          <p14:tracePt t="61321" x="3422650" y="2019300"/>
          <p14:tracePt t="61338" x="3359150" y="1987550"/>
          <p14:tracePt t="61354" x="3314700" y="1962150"/>
          <p14:tracePt t="61372" x="3282950" y="1936750"/>
          <p14:tracePt t="61388" x="3276600" y="1930400"/>
          <p14:tracePt t="61404" x="3257550" y="1924050"/>
          <p14:tracePt t="61421" x="3257550" y="1917700"/>
          <p14:tracePt t="61437" x="3251200" y="1917700"/>
          <p14:tracePt t="61610" x="3257550" y="1917700"/>
          <p14:tracePt t="61652" x="3257550" y="1924050"/>
          <p14:tracePt t="61680" x="3263900" y="1924050"/>
          <p14:tracePt t="61723" x="3270250" y="1930400"/>
          <p14:tracePt t="61765" x="3270250" y="1936750"/>
          <p14:tracePt t="61792" x="3276600" y="1943100"/>
          <p14:tracePt t="61835" x="3282950" y="1943100"/>
          <p14:tracePt t="61848" x="3289300" y="1943100"/>
          <p14:tracePt t="61863" x="3289300" y="1949450"/>
          <p14:tracePt t="61872" x="3295650" y="1955800"/>
          <p14:tracePt t="61886" x="3302000" y="1962150"/>
          <p14:tracePt t="61906" x="3308350" y="1968500"/>
          <p14:tracePt t="61919" x="3333750" y="1993900"/>
          <p14:tracePt t="61936" x="3352800" y="2006600"/>
          <p14:tracePt t="61952" x="3384550" y="2032000"/>
          <p14:tracePt t="61968" x="3492500" y="2108200"/>
          <p14:tracePt t="61985" x="3562350" y="2165350"/>
          <p14:tracePt t="62003" x="3733800" y="2279650"/>
          <p14:tracePt t="62019" x="3841750" y="2343150"/>
          <p14:tracePt t="62036" x="3937000" y="2393950"/>
          <p14:tracePt t="62052" x="4114800" y="2508250"/>
          <p14:tracePt t="62068" x="4191000" y="2552700"/>
          <p14:tracePt t="62085" x="4273550" y="2590800"/>
          <p14:tracePt t="62089" x="4330700" y="2622550"/>
          <p14:tracePt t="62102" x="4400550" y="2641600"/>
          <p14:tracePt t="62118" x="4425950" y="2654300"/>
          <p14:tracePt t="62136" x="4451350" y="2660650"/>
          <p14:tracePt t="62151" x="4457700" y="2660650"/>
          <p14:tracePt t="62168" x="4464050" y="2660650"/>
          <p14:tracePt t="62201" x="4470400" y="2660650"/>
          <p14:tracePt t="62221" x="4483100" y="2654300"/>
          <p14:tracePt t="62237" x="4489450" y="2654300"/>
          <p14:tracePt t="62252" x="4495800" y="2654300"/>
          <p14:tracePt t="62269" x="4514850" y="2654300"/>
          <p14:tracePt t="62285" x="4546600" y="2654300"/>
          <p14:tracePt t="62301" x="4572000" y="2654300"/>
          <p14:tracePt t="62318" x="4591050" y="2654300"/>
          <p14:tracePt t="62334" x="4660900" y="2654300"/>
          <p14:tracePt t="62351" x="4699000" y="2654300"/>
          <p14:tracePt t="62368" x="4845050" y="2660650"/>
          <p14:tracePt t="62384" x="4883150" y="2673350"/>
          <p14:tracePt t="62401" x="4959350" y="2686050"/>
          <p14:tracePt t="62417" x="4997450" y="2692400"/>
          <p14:tracePt t="62434" x="5016500" y="2698750"/>
          <p14:tracePt t="62451" x="5029200" y="2698750"/>
          <p14:tracePt t="62467" x="5035550" y="2698750"/>
          <p14:tracePt t="62536" x="5041900" y="2698750"/>
          <p14:tracePt t="62599" x="5048250" y="2698750"/>
          <p14:tracePt t="62620" x="5054600" y="2705100"/>
          <p14:tracePt t="65620" x="5060950" y="2705100"/>
          <p14:tracePt t="65627" x="5073650" y="2705100"/>
          <p14:tracePt t="65640" x="5086350" y="2698750"/>
          <p14:tracePt t="65656" x="5111750" y="2686050"/>
          <p14:tracePt t="65673" x="5124450" y="2679700"/>
          <p14:tracePt t="65690" x="5143500" y="2673350"/>
          <p14:tracePt t="65706" x="5149850" y="2673350"/>
          <p14:tracePt t="65723" x="5149850" y="2667000"/>
          <p14:tracePt t="65739" x="5156200" y="2667000"/>
          <p14:tracePt t="65756" x="5162550" y="2660650"/>
          <p14:tracePt t="65772" x="5162550" y="2654300"/>
          <p14:tracePt t="65789" x="5168900" y="2647950"/>
          <p14:tracePt t="65817" x="5175250" y="2641600"/>
          <p14:tracePt t="65845" x="5175250" y="2635250"/>
          <p14:tracePt t="65865" x="5181600" y="2635250"/>
          <p14:tracePt t="65886" x="5181600" y="2628900"/>
          <p14:tracePt t="65915" x="5187950" y="2622550"/>
          <p14:tracePt t="66195" x="5181600" y="2622550"/>
          <p14:tracePt t="66797" x="5175250" y="2622550"/>
          <p14:tracePt t="74398" x="5162550" y="2622550"/>
          <p14:tracePt t="74412" x="5156200" y="2622550"/>
          <p14:tracePt t="74419" x="5149850" y="2622550"/>
          <p14:tracePt t="74428" x="5143500" y="2622550"/>
          <p14:tracePt t="74442" x="5130800" y="2622550"/>
          <p14:tracePt t="74459" x="5111750" y="2622550"/>
          <p14:tracePt t="74476" x="5086350" y="2622550"/>
          <p14:tracePt t="74492" x="5067300" y="2628900"/>
          <p14:tracePt t="74509" x="5041900" y="2628900"/>
          <p14:tracePt t="74526" x="4997450" y="2635250"/>
          <p14:tracePt t="74542" x="4972050" y="2635250"/>
          <p14:tracePt t="74560" x="4946650" y="2635250"/>
          <p14:tracePt t="74575" x="4933950" y="2635250"/>
          <p14:tracePt t="74592" x="4927600" y="2635250"/>
          <p14:tracePt t="74609" x="4921250" y="2635250"/>
          <p14:tracePt t="74630" x="4914900" y="2635250"/>
          <p14:tracePt t="74875" x="4908550" y="2641600"/>
          <p14:tracePt t="75100" x="4895850" y="2641600"/>
          <p14:tracePt t="75120" x="4883150" y="2641600"/>
          <p14:tracePt t="75127" x="4870450" y="2647950"/>
          <p14:tracePt t="75141" x="4851400" y="2647950"/>
          <p14:tracePt t="75157" x="4826000" y="2654300"/>
          <p14:tracePt t="75173" x="4800600" y="2654300"/>
          <p14:tracePt t="75190" x="4749800" y="2660650"/>
          <p14:tracePt t="75206" x="4718050" y="2667000"/>
          <p14:tracePt t="75223" x="4673600" y="2667000"/>
          <p14:tracePt t="75240" x="4622800" y="2667000"/>
          <p14:tracePt t="75257" x="4584700" y="2660650"/>
          <p14:tracePt t="75274" x="4527550" y="2647950"/>
          <p14:tracePt t="75290" x="4489450" y="2641600"/>
          <p14:tracePt t="75306" x="4451350" y="2628900"/>
          <p14:tracePt t="75324" x="4413250" y="2628900"/>
          <p14:tracePt t="75339" x="4394200" y="2628900"/>
          <p14:tracePt t="75356" x="4381500" y="2622550"/>
          <p14:tracePt t="75373" x="4349750" y="2616200"/>
          <p14:tracePt t="75391" x="4337050" y="2609850"/>
          <p14:tracePt t="75407" x="4324350" y="2609850"/>
          <p14:tracePt t="75423" x="4305300" y="2603500"/>
          <p14:tracePt t="75439" x="4292600" y="2603500"/>
          <p14:tracePt t="75457" x="4273550" y="2603500"/>
          <p14:tracePt t="75473" x="4260850" y="2603500"/>
          <p14:tracePt t="75490" x="4241800" y="2603500"/>
          <p14:tracePt t="75506" x="4229100" y="2603500"/>
          <p14:tracePt t="75522" x="4222750" y="2609850"/>
          <p14:tracePt t="75539" x="4216400" y="2616200"/>
          <p14:tracePt t="75556" x="4197350" y="2622550"/>
          <p14:tracePt t="75591" x="4191000" y="2622550"/>
          <p14:tracePt t="76050" x="4184650" y="2628900"/>
          <p14:tracePt t="76057" x="4171950" y="2635250"/>
          <p14:tracePt t="76072" x="4165600" y="2641600"/>
          <p14:tracePt t="76087" x="4152900" y="2641600"/>
          <p14:tracePt t="76104" x="4121150" y="2654300"/>
          <p14:tracePt t="76120" x="4089400" y="2660650"/>
          <p14:tracePt t="76137" x="4057650" y="2667000"/>
          <p14:tracePt t="76154" x="4025900" y="2667000"/>
          <p14:tracePt t="76170" x="3994150" y="2673350"/>
          <p14:tracePt t="76187" x="3981450" y="2673350"/>
          <p14:tracePt t="76204" x="3949700" y="2673350"/>
          <p14:tracePt t="76220" x="3917950" y="2673350"/>
          <p14:tracePt t="76237" x="3911600" y="2673350"/>
          <p14:tracePt t="76253" x="3886200" y="2673350"/>
          <p14:tracePt t="76269" x="3867150" y="2673350"/>
          <p14:tracePt t="76286" x="3860800" y="2673350"/>
          <p14:tracePt t="76303" x="3854450" y="2673350"/>
          <p14:tracePt t="76319" x="3841750" y="2673350"/>
          <p14:tracePt t="76338" x="3829050" y="2673350"/>
          <p14:tracePt t="76352" x="3822700" y="2673350"/>
          <p14:tracePt t="76421" x="3816350" y="2673350"/>
          <p14:tracePt t="76449" x="3810000" y="2673350"/>
          <p14:tracePt t="76491" x="3803650" y="2673350"/>
          <p14:tracePt t="76519" x="3790950" y="2673350"/>
          <p14:tracePt t="76540" x="3784600" y="2673350"/>
          <p14:tracePt t="76568" x="3778250" y="2673350"/>
          <p14:tracePt t="76582" x="3771900" y="2673350"/>
          <p14:tracePt t="76589" x="3765550" y="2673350"/>
          <p14:tracePt t="76611" x="3759200" y="2673350"/>
          <p14:tracePt t="76619" x="3752850" y="2667000"/>
          <p14:tracePt t="76634" x="3746500" y="2667000"/>
          <p14:tracePt t="76655" x="3733800" y="2667000"/>
          <p14:tracePt t="76668" x="3721100" y="2667000"/>
          <p14:tracePt t="76685" x="3695700" y="2667000"/>
          <p14:tracePt t="76702" x="3663950" y="2667000"/>
          <p14:tracePt t="76718" x="3651250" y="2667000"/>
          <p14:tracePt t="76735" x="3625850" y="2660650"/>
          <p14:tracePt t="76751" x="3613150" y="2660650"/>
          <p14:tracePt t="76768" x="3606800" y="2660650"/>
          <p14:tracePt t="76813" x="3600450" y="2660650"/>
          <p14:tracePt t="77122" x="3600450" y="2654300"/>
          <p14:tracePt t="77261" x="3600450" y="2647950"/>
          <p14:tracePt t="77318" x="3606800" y="2647950"/>
          <p14:tracePt t="77382" x="3613150" y="2647950"/>
          <p14:tracePt t="77452" x="3619500" y="2641600"/>
          <p14:tracePt t="77543" x="3625850" y="2641600"/>
          <p14:tracePt t="77599" x="3632200" y="2641600"/>
          <p14:tracePt t="77753" x="3625850" y="2647950"/>
          <p14:tracePt t="77795" x="3619500" y="2654300"/>
          <p14:tracePt t="77830" x="3613150" y="2654300"/>
          <p14:tracePt t="77864" x="3606800" y="2654300"/>
          <p14:tracePt t="77900" x="3606800" y="2660650"/>
          <p14:tracePt t="77935" x="3600450" y="2660650"/>
          <p14:tracePt t="77970" x="3594100" y="2667000"/>
          <p14:tracePt t="77984" x="3594100" y="2673350"/>
          <p14:tracePt t="77991" x="3587750" y="2673350"/>
          <p14:tracePt t="78005" x="3581400" y="2673350"/>
          <p14:tracePt t="78014" x="3575050" y="2679700"/>
          <p14:tracePt t="78030" x="3568700" y="2679700"/>
          <p14:tracePt t="78047" x="3568700" y="2686050"/>
          <p14:tracePt t="78064" x="3562350" y="2692400"/>
          <p14:tracePt t="78079" x="3556000" y="2692400"/>
          <p14:tracePt t="78097" x="3549650" y="2698750"/>
          <p14:tracePt t="78113" x="3543300" y="2705100"/>
          <p14:tracePt t="78147" x="3530600" y="2705100"/>
          <p14:tracePt t="78163" x="3530600" y="2711450"/>
          <p14:tracePt t="78180" x="3524250" y="2717800"/>
          <p14:tracePt t="78212" x="3517900" y="2724150"/>
          <p14:tracePt t="78230" x="3505200" y="2730500"/>
          <p14:tracePt t="78264" x="3498850" y="2730500"/>
          <p14:tracePt t="78279" x="3492500" y="2736850"/>
          <p14:tracePt t="78296" x="3492500" y="2743200"/>
          <p14:tracePt t="78321" x="3486150" y="2743200"/>
          <p14:tracePt t="78356" x="3479800" y="2743200"/>
          <p14:tracePt t="78364" x="3479800" y="2749550"/>
          <p14:tracePt t="78384" x="3479800" y="2755900"/>
          <p14:tracePt t="78390" x="3473450" y="2755900"/>
          <p14:tracePt t="78413" x="3467100" y="2762250"/>
          <p14:tracePt t="78433" x="3460750" y="2768600"/>
          <p14:tracePt t="78475" x="3460750" y="2774950"/>
          <p14:tracePt t="78482" x="3460750" y="2781300"/>
          <p14:tracePt t="78552" x="3460750" y="2787650"/>
          <p14:tracePt t="78573" x="3460750" y="2794000"/>
          <p14:tracePt t="78580" x="3460750" y="2800350"/>
          <p14:tracePt t="78594" x="3460750" y="2806700"/>
          <p14:tracePt t="78601" x="3460750" y="2813050"/>
          <p14:tracePt t="78615" x="3467100" y="2819400"/>
          <p14:tracePt t="78636" x="3473450" y="2819400"/>
          <p14:tracePt t="78645" x="3479800" y="2825750"/>
          <p14:tracePt t="78662" x="3486150" y="2832100"/>
          <p14:tracePt t="78678" x="3524250" y="2851150"/>
          <p14:tracePt t="78694" x="3581400" y="2876550"/>
          <p14:tracePt t="78711" x="3638550" y="2882900"/>
          <p14:tracePt t="78728" x="3721100" y="2908300"/>
          <p14:tracePt t="78744" x="3816350" y="2921000"/>
          <p14:tracePt t="78761" x="3854450" y="2921000"/>
          <p14:tracePt t="78778" x="3924300" y="2921000"/>
          <p14:tracePt t="78794" x="3975100" y="2908300"/>
          <p14:tracePt t="78812" x="4006850" y="2895600"/>
          <p14:tracePt t="78827" x="4019550" y="2889250"/>
          <p14:tracePt t="78844" x="4032250" y="2889250"/>
          <p14:tracePt t="78861" x="4044950" y="2882900"/>
          <p14:tracePt t="78894" x="4044950" y="2876550"/>
          <p14:tracePt t="78924" x="4051300" y="2870200"/>
          <p14:tracePt t="79043" x="4051300" y="2863850"/>
          <p14:tracePt t="79274" x="4051300" y="2857500"/>
          <p14:tracePt t="79281" x="4051300" y="2851150"/>
          <p14:tracePt t="79296" x="4044950" y="2844800"/>
          <p14:tracePt t="79309" x="4038600" y="2844800"/>
          <p14:tracePt t="79326" x="4025900" y="2832100"/>
          <p14:tracePt t="79329" x="4019550" y="2819400"/>
          <p14:tracePt t="79345" x="4006850" y="2806700"/>
          <p14:tracePt t="79359" x="3994150" y="2787650"/>
          <p14:tracePt t="79376" x="3962400" y="2743200"/>
          <p14:tracePt t="79393" x="3917950" y="2698750"/>
          <p14:tracePt t="79409" x="3898900" y="2667000"/>
          <p14:tracePt t="79425" x="3835400" y="2609850"/>
          <p14:tracePt t="79442" x="3746500" y="2552700"/>
          <p14:tracePt t="79458" x="3702050" y="2514600"/>
          <p14:tracePt t="79475" x="3644900" y="2476500"/>
          <p14:tracePt t="79492" x="3448050" y="2362200"/>
          <p14:tracePt t="79509" x="3390900" y="2324100"/>
          <p14:tracePt t="79525" x="3340100" y="2305050"/>
          <p14:tracePt t="79541" x="3213100" y="2247900"/>
          <p14:tracePt t="79558" x="3079750" y="2190750"/>
          <p14:tracePt t="79575" x="2940050" y="2101850"/>
          <p14:tracePt t="79591" x="2844800" y="2044700"/>
          <p14:tracePt t="79608" x="2679700" y="1936750"/>
          <p14:tracePt t="79625" x="2540000" y="1847850"/>
          <p14:tracePt t="79641" x="2476500" y="1816100"/>
          <p14:tracePt t="79658" x="2368550" y="1797050"/>
          <p14:tracePt t="79675" x="2273300" y="1778000"/>
          <p14:tracePt t="79691" x="2235200" y="1778000"/>
          <p14:tracePt t="79708" x="2184400" y="1778000"/>
          <p14:tracePt t="79724" x="2139950" y="1790700"/>
          <p14:tracePt t="79741" x="2127250" y="1797050"/>
          <p14:tracePt t="79758" x="2095500" y="1803400"/>
          <p14:tracePt t="79774" x="2082800" y="1809750"/>
          <p14:tracePt t="79791" x="2076450" y="1816100"/>
          <p14:tracePt t="79807" x="2063750" y="1816100"/>
          <p14:tracePt t="79824" x="2051050" y="1822450"/>
          <p14:tracePt t="79842" x="2019300" y="1828800"/>
          <p14:tracePt t="79857" x="2006600" y="1828800"/>
          <p14:tracePt t="79873" x="2000250" y="1828800"/>
          <p14:tracePt t="79891" x="1974850" y="1828800"/>
          <p14:tracePt t="79907" x="1936750" y="1828800"/>
          <p14:tracePt t="79924" x="1917700" y="1828800"/>
          <p14:tracePt t="79940" x="1866900" y="1822450"/>
          <p14:tracePt t="79957" x="1822450" y="1816100"/>
          <p14:tracePt t="79973" x="1790700" y="1816100"/>
          <p14:tracePt t="79990" x="1746250" y="1816100"/>
          <p14:tracePt t="80007" x="1701800" y="1816100"/>
          <p14:tracePt t="80024" x="1663700" y="1816100"/>
          <p14:tracePt t="80040" x="1638300" y="1816100"/>
          <p14:tracePt t="80056" x="1600200" y="1816100"/>
          <p14:tracePt t="80073" x="1562100" y="1809750"/>
          <p14:tracePt t="80090" x="1530350" y="1803400"/>
          <p14:tracePt t="80106" x="1492250" y="1803400"/>
          <p14:tracePt t="80123" x="1435100" y="1803400"/>
          <p14:tracePt t="80139" x="1409700" y="1803400"/>
          <p14:tracePt t="80158" x="1352550" y="1809750"/>
          <p14:tracePt t="80172" x="1308100" y="1809750"/>
          <p14:tracePt t="80189" x="1282700" y="1809750"/>
          <p14:tracePt t="80207" x="1238250" y="1809750"/>
          <p14:tracePt t="80222" x="1212850" y="1809750"/>
          <p14:tracePt t="80239" x="1181100" y="1809750"/>
          <p14:tracePt t="80256" x="1149350" y="1803400"/>
          <p14:tracePt t="80272" x="1130300" y="1797050"/>
          <p14:tracePt t="80289" x="1111250" y="1797050"/>
          <p14:tracePt t="80306" x="1085850" y="1790700"/>
          <p14:tracePt t="80322" x="1079500" y="1790700"/>
          <p14:tracePt t="80339" x="1073150" y="1784350"/>
          <p14:tracePt t="80356" x="1060450" y="1778000"/>
          <p14:tracePt t="80372" x="1054100" y="1771650"/>
          <p14:tracePt t="80389" x="1047750" y="1765300"/>
          <p14:tracePt t="80421" x="1041400" y="1765300"/>
          <p14:tracePt t="80438" x="1035050" y="1765300"/>
          <p14:tracePt t="81012" x="1041400" y="1765300"/>
          <p14:tracePt t="81034" x="1054100" y="1765300"/>
          <p14:tracePt t="81062" x="1060450" y="1765300"/>
          <p14:tracePt t="81097" x="1066800" y="1765300"/>
          <p14:tracePt t="81166" x="1073150" y="1765300"/>
          <p14:tracePt t="81202" x="1079500" y="1765300"/>
          <p14:tracePt t="81496" x="1085850" y="1765300"/>
          <p14:tracePt t="81503" x="1092200" y="1765300"/>
          <p14:tracePt t="81517" x="1098550" y="1765300"/>
          <p14:tracePt t="81524" x="1104900" y="1771650"/>
          <p14:tracePt t="81545" x="1117600" y="1778000"/>
          <p14:tracePt t="81559" x="1130300" y="1784350"/>
          <p14:tracePt t="81568" x="1143000" y="1790700"/>
          <p14:tracePt t="81584" x="1174750" y="1797050"/>
          <p14:tracePt t="81602" x="1238250" y="1828800"/>
          <p14:tracePt t="81618" x="1333500" y="1866900"/>
          <p14:tracePt t="81634" x="1390650" y="1892300"/>
          <p14:tracePt t="81651" x="1504950" y="1936750"/>
          <p14:tracePt t="81668" x="1600200" y="1981200"/>
          <p14:tracePt t="81684" x="1657350" y="2012950"/>
          <p14:tracePt t="81701" x="1771650" y="2070100"/>
          <p14:tracePt t="81717" x="1816100" y="2095500"/>
          <p14:tracePt t="81735" x="1949450" y="2165350"/>
          <p14:tracePt t="81750" x="1993900" y="2190750"/>
          <p14:tracePt t="81768" x="2025650" y="2216150"/>
          <p14:tracePt t="81784" x="2089150" y="2247900"/>
          <p14:tracePt t="81800" x="2139950" y="2279650"/>
          <p14:tracePt t="81817" x="2152650" y="2298700"/>
          <p14:tracePt t="81834" x="2197100" y="2317750"/>
          <p14:tracePt t="81850" x="2241550" y="2349500"/>
          <p14:tracePt t="81868" x="2292350" y="2381250"/>
          <p14:tracePt t="81884" x="2311400" y="2393950"/>
          <p14:tracePt t="81900" x="2349500" y="2413000"/>
          <p14:tracePt t="81917" x="2387600" y="2425700"/>
          <p14:tracePt t="81933" x="2413000" y="2432050"/>
          <p14:tracePt t="81950" x="2451100" y="2444750"/>
          <p14:tracePt t="81967" x="2495550" y="2451100"/>
          <p14:tracePt t="81984" x="2508250" y="2451100"/>
          <p14:tracePt t="82000" x="2540000" y="2457450"/>
          <p14:tracePt t="82016" x="2559050" y="2457450"/>
          <p14:tracePt t="82050" x="2565400" y="2457450"/>
          <p14:tracePt t="82099" x="2578100" y="2463800"/>
          <p14:tracePt t="82106" x="2584450" y="2463800"/>
          <p14:tracePt t="82120" x="2590800" y="2463800"/>
          <p14:tracePt t="82133" x="2597150" y="2463800"/>
          <p14:tracePt t="82149" x="2603500" y="2463800"/>
          <p14:tracePt t="82166" x="2609850" y="2463800"/>
          <p14:tracePt t="82516" x="2609850" y="2457450"/>
          <p14:tracePt t="82529" x="2609850" y="2432050"/>
          <p14:tracePt t="82537" x="2603500" y="2419350"/>
          <p14:tracePt t="82551" x="2597150" y="2400300"/>
          <p14:tracePt t="82565" x="2590800" y="2381250"/>
          <p14:tracePt t="82581" x="2578100" y="2324100"/>
          <p14:tracePt t="82598" x="2559050" y="2279650"/>
          <p14:tracePt t="82615" x="2533650" y="2197100"/>
          <p14:tracePt t="82631" x="2508250" y="2082800"/>
          <p14:tracePt t="82648" x="2489200" y="2032000"/>
          <p14:tracePt t="82664" x="2451100" y="1924050"/>
          <p14:tracePt t="82681" x="2425700" y="1835150"/>
          <p14:tracePt t="82698" x="2387600" y="1771650"/>
          <p14:tracePt t="82714" x="2374900" y="1739900"/>
          <p14:tracePt t="82731" x="2349500" y="1708150"/>
          <p14:tracePt t="82748" x="2324100" y="1670050"/>
          <p14:tracePt t="82764" x="2305050" y="1651000"/>
          <p14:tracePt t="82780" x="2286000" y="1638300"/>
          <p14:tracePt t="82798" x="2216150" y="1600200"/>
          <p14:tracePt t="82814" x="2190750" y="1593850"/>
          <p14:tracePt t="82831" x="2146300" y="1581150"/>
          <p14:tracePt t="82847" x="2120900" y="1581150"/>
          <p14:tracePt t="82863" x="2063750" y="1587500"/>
          <p14:tracePt t="82880" x="1993900" y="1606550"/>
          <p14:tracePt t="82897" x="1949450" y="1612900"/>
          <p14:tracePt t="82900" x="1911350" y="1631950"/>
          <p14:tracePt t="82913" x="1841500" y="1638300"/>
          <p14:tracePt t="82931" x="1689100" y="1651000"/>
          <p14:tracePt t="82947" x="1625600" y="1651000"/>
          <p14:tracePt t="82963" x="1498600" y="1657350"/>
          <p14:tracePt t="82979" x="1416050" y="1657350"/>
          <p14:tracePt t="82996" x="1397000" y="1657350"/>
          <p14:tracePt t="83014" x="1371600" y="1651000"/>
          <p14:tracePt t="83030" x="1358900" y="1651000"/>
          <p14:tracePt t="83047" x="1352550" y="1651000"/>
          <p14:tracePt t="83273" x="1358900" y="1651000"/>
          <p14:tracePt t="83287" x="1371600" y="1651000"/>
          <p14:tracePt t="83301" x="1377950" y="1651000"/>
          <p14:tracePt t="83308" x="1390650" y="1651000"/>
          <p14:tracePt t="83322" x="1409700" y="1644650"/>
          <p14:tracePt t="83331" x="1447800" y="1631950"/>
          <p14:tracePt t="83345" x="1498600" y="1625600"/>
          <p14:tracePt t="83362" x="1631950" y="1574800"/>
          <p14:tracePt t="83378" x="1828800" y="1536700"/>
          <p14:tracePt t="83395" x="1917700" y="1517650"/>
          <p14:tracePt t="83412" x="2038350" y="1485900"/>
          <p14:tracePt t="83428" x="2368550" y="1454150"/>
          <p14:tracePt t="83444" x="2470150" y="1441450"/>
          <p14:tracePt t="83462" x="2647950" y="1447800"/>
          <p14:tracePt t="83478" x="2736850" y="1447800"/>
          <p14:tracePt t="83494" x="2889250" y="1454150"/>
          <p14:tracePt t="83511" x="3079750" y="1466850"/>
          <p14:tracePt t="83527" x="3168650" y="1466850"/>
          <p14:tracePt t="83544" x="3352800" y="1460500"/>
          <p14:tracePt t="83561" x="3492500" y="1454150"/>
          <p14:tracePt t="83578" x="3556000" y="1435100"/>
          <p14:tracePt t="83595" x="3663950" y="1422400"/>
          <p14:tracePt t="83610" x="3752850" y="1422400"/>
          <p14:tracePt t="83627" x="3810000" y="1422400"/>
          <p14:tracePt t="83644" x="3879850" y="1416050"/>
          <p14:tracePt t="83661" x="3924300" y="1428750"/>
          <p14:tracePt t="83677" x="3943350" y="1435100"/>
          <p14:tracePt t="83694" x="3981450" y="1460500"/>
          <p14:tracePt t="83710" x="4019550" y="1485900"/>
          <p14:tracePt t="83728" x="4038600" y="1498600"/>
          <p14:tracePt t="83744" x="4083050" y="1524000"/>
          <p14:tracePt t="83760" x="4095750" y="1530350"/>
          <p14:tracePt t="83777" x="4133850" y="1549400"/>
          <p14:tracePt t="83793" x="4184650" y="1562100"/>
          <p14:tracePt t="83810" x="4216400" y="1568450"/>
          <p14:tracePt t="83827" x="4273550" y="1581150"/>
          <p14:tracePt t="83843" x="4356100" y="1574800"/>
          <p14:tracePt t="83860" x="4394200" y="1574800"/>
          <p14:tracePt t="83877" x="4470400" y="1574800"/>
          <p14:tracePt t="83893" x="4540250" y="1568450"/>
          <p14:tracePt t="83910" x="4584700" y="1562100"/>
          <p14:tracePt t="83926" x="4603750" y="1562100"/>
          <p14:tracePt t="83943" x="4648200" y="1549400"/>
          <p14:tracePt t="83960" x="4673600" y="1543050"/>
          <p14:tracePt t="83976" x="4705350" y="1524000"/>
          <p14:tracePt t="83993" x="4724400" y="1524000"/>
          <p14:tracePt t="84010" x="4737100" y="1524000"/>
          <p14:tracePt t="84042" x="4743450" y="1524000"/>
          <p14:tracePt t="84261" x="4737100" y="1524000"/>
          <p14:tracePt t="84289" x="4730750" y="1524000"/>
          <p14:tracePt t="84310" x="4724400" y="1524000"/>
          <p14:tracePt t="85132" x="4718050" y="1524000"/>
          <p14:tracePt t="85146" x="4711700" y="1530350"/>
          <p14:tracePt t="85152" x="4705350" y="1543050"/>
          <p14:tracePt t="85160" x="4699000" y="1549400"/>
          <p14:tracePt t="85175" x="4692650" y="1562100"/>
          <p14:tracePt t="85189" x="4692650" y="1568450"/>
          <p14:tracePt t="85205" x="4679950" y="1574800"/>
          <p14:tracePt t="85223" x="4673600" y="1593850"/>
          <p14:tracePt t="85238" x="4667250" y="1600200"/>
          <p14:tracePt t="85255" x="4660900" y="1606550"/>
          <p14:tracePt t="85273" x="4648200" y="1625600"/>
          <p14:tracePt t="85305" x="4629150" y="1631950"/>
          <p14:tracePt t="85322" x="4622800" y="1644650"/>
          <p14:tracePt t="85338" x="4622800" y="1651000"/>
          <p14:tracePt t="85355" x="4616450" y="1651000"/>
          <p14:tracePt t="85372" x="4597400" y="1676400"/>
          <p14:tracePt t="85387" x="4584700" y="1676400"/>
          <p14:tracePt t="85405" x="4584700" y="1682750"/>
          <p14:tracePt t="85421" x="4565650" y="1701800"/>
          <p14:tracePt t="85438" x="4552950" y="1714500"/>
          <p14:tracePt t="85455" x="4533900" y="1739900"/>
          <p14:tracePt t="85472" x="4521200" y="1765300"/>
          <p14:tracePt t="85488" x="4502150" y="1797050"/>
          <p14:tracePt t="85504" x="4476750" y="1822450"/>
          <p14:tracePt t="85521" x="4464050" y="1847850"/>
          <p14:tracePt t="85538" x="4451350" y="1873250"/>
          <p14:tracePt t="85554" x="4438650" y="1898650"/>
          <p14:tracePt t="85572" x="4425950" y="1911350"/>
          <p14:tracePt t="85587" x="4419600" y="1924050"/>
          <p14:tracePt t="85604" x="4406900" y="1943100"/>
          <p14:tracePt t="85620" x="4400550" y="1949450"/>
          <p14:tracePt t="85637" x="4394200" y="1968500"/>
          <p14:tracePt t="85654" x="4394200" y="2000250"/>
          <p14:tracePt t="85672" x="4387850" y="2038350"/>
          <p14:tracePt t="85687" x="4375150" y="2057400"/>
          <p14:tracePt t="85704" x="4368800" y="2076450"/>
          <p14:tracePt t="85721" x="4343400" y="2184400"/>
          <p14:tracePt t="85737" x="4337050" y="2228850"/>
          <p14:tracePt t="85753" x="4318000" y="2286000"/>
          <p14:tracePt t="85771" x="4273550" y="2444750"/>
          <p14:tracePt t="85787" x="4248150" y="2514600"/>
          <p14:tracePt t="85803" x="4229100" y="2584450"/>
          <p14:tracePt t="85819" x="4171950" y="2692400"/>
          <p14:tracePt t="85836" x="4102100" y="2819400"/>
          <p14:tracePt t="85854" x="4038600" y="2933700"/>
          <p14:tracePt t="85870" x="3987800" y="3003550"/>
          <p14:tracePt t="85886" x="3886200" y="3143250"/>
          <p14:tracePt t="85903" x="3810000" y="3257550"/>
          <p14:tracePt t="85919" x="3771900" y="3302000"/>
          <p14:tracePt t="85936" x="3714750" y="3384550"/>
          <p14:tracePt t="85953" x="3651250" y="3441700"/>
          <p14:tracePt t="85970" x="3632200" y="3473450"/>
          <p14:tracePt t="85973" x="3606800" y="3505200"/>
          <p14:tracePt t="85989" x="3587750" y="3536950"/>
          <p14:tracePt t="86003" x="3543300" y="3594100"/>
          <p14:tracePt t="86019" x="3517900" y="3625850"/>
          <p14:tracePt t="86036" x="3479800" y="3670300"/>
          <p14:tracePt t="86052" x="3448050" y="3683000"/>
          <p14:tracePt t="86070" x="3390900" y="3714750"/>
          <p14:tracePt t="86086" x="3327400" y="3740150"/>
          <p14:tracePt t="86102" x="3295650" y="3752850"/>
          <p14:tracePt t="86119" x="3244850" y="3771900"/>
          <p14:tracePt t="86136" x="3200400" y="3790950"/>
          <p14:tracePt t="86152" x="3181350" y="3803650"/>
          <p14:tracePt t="86169" x="3155950" y="3822700"/>
          <p14:tracePt t="86186" x="3117850" y="3841750"/>
          <p14:tracePt t="86202" x="3111500" y="3841750"/>
          <p14:tracePt t="86219" x="3098800" y="3860800"/>
          <p14:tracePt t="86234" x="3079750" y="3867150"/>
          <p14:tracePt t="86251" x="3073400" y="3873500"/>
          <p14:tracePt t="86268" x="3060700" y="3886200"/>
          <p14:tracePt t="86285" x="3041650" y="3886200"/>
          <p14:tracePt t="86302" x="3022600" y="3911600"/>
          <p14:tracePt t="86319" x="3003550" y="3924300"/>
          <p14:tracePt t="86335" x="2984500" y="3937000"/>
          <p14:tracePt t="86352" x="2921000" y="3981450"/>
          <p14:tracePt t="86368" x="2901950" y="3994150"/>
          <p14:tracePt t="86385" x="2876550" y="4006850"/>
          <p14:tracePt t="86402" x="2844800" y="4044950"/>
          <p14:tracePt t="86418" x="2825750" y="4070350"/>
          <p14:tracePt t="86434" x="2800350" y="4083050"/>
          <p14:tracePt t="86451" x="2787650" y="4121150"/>
          <p14:tracePt t="86468" x="2781300" y="4140200"/>
          <p14:tracePt t="86485" x="2781300" y="4165600"/>
          <p14:tracePt t="86488" x="2781300" y="4178300"/>
          <p14:tracePt t="86501" x="2781300" y="4191000"/>
          <p14:tracePt t="86518" x="2800350" y="4210050"/>
          <p14:tracePt t="86535" x="2819400" y="4235450"/>
          <p14:tracePt t="86551" x="2838450" y="4248150"/>
          <p14:tracePt t="86567" x="2901950" y="4267200"/>
          <p14:tracePt t="86584" x="2971800" y="4292600"/>
          <p14:tracePt t="86600" x="3009900" y="4292600"/>
          <p14:tracePt t="86619" x="3092450" y="4292600"/>
          <p14:tracePt t="86634" x="3162300" y="4273550"/>
          <p14:tracePt t="86650" x="3206750" y="4267200"/>
          <p14:tracePt t="86667" x="3289300" y="4235450"/>
          <p14:tracePt t="86683" x="3346450" y="4197350"/>
          <p14:tracePt t="86700" x="3416300" y="4127500"/>
          <p14:tracePt t="86717" x="3479800" y="4044950"/>
          <p14:tracePt t="86733" x="3486150" y="4006850"/>
          <p14:tracePt t="86751" x="3511550" y="3943350"/>
          <p14:tracePt t="86767" x="3492500" y="3873500"/>
          <p14:tracePt t="86783" x="3454400" y="3822700"/>
          <p14:tracePt t="86800" x="3340100" y="3740150"/>
          <p14:tracePt t="86816" x="3181350" y="3657600"/>
          <p14:tracePt t="86833" x="3086100" y="3625850"/>
          <p14:tracePt t="86850" x="2933700" y="3594100"/>
          <p14:tracePt t="86866" x="2787650" y="3594100"/>
          <p14:tracePt t="86883" x="2724150" y="3600450"/>
          <p14:tracePt t="86899" x="2590800" y="3638550"/>
          <p14:tracePt t="86916" x="2489200" y="3683000"/>
          <p14:tracePt t="86933" x="2413000" y="3733800"/>
          <p14:tracePt t="86949" x="2381250" y="3771900"/>
          <p14:tracePt t="86966" x="2343150" y="3790950"/>
          <p14:tracePt t="86983" x="2279650" y="3879850"/>
          <p14:tracePt t="86998" x="2260600" y="3911600"/>
          <p14:tracePt t="87016" x="2241550" y="3943350"/>
          <p14:tracePt t="87033" x="2222500" y="3994150"/>
          <p14:tracePt t="87049" x="2197100" y="4057650"/>
          <p14:tracePt t="87066" x="2190750" y="4083050"/>
          <p14:tracePt t="87082" x="2171700" y="4159250"/>
          <p14:tracePt t="87099" x="2171700" y="4197350"/>
          <p14:tracePt t="87116" x="2171700" y="4248150"/>
          <p14:tracePt t="87132" x="2184400" y="4267200"/>
          <p14:tracePt t="87149" x="2203450" y="4311650"/>
          <p14:tracePt t="87165" x="2247900" y="4356100"/>
          <p14:tracePt t="87182" x="2279650" y="4381500"/>
          <p14:tracePt t="87199" x="2349500" y="4425950"/>
          <p14:tracePt t="87215" x="2425700" y="4470400"/>
          <p14:tracePt t="87232" x="2470150" y="4495800"/>
          <p14:tracePt t="87249" x="2578100" y="4533900"/>
          <p14:tracePt t="87265" x="2711450" y="4552950"/>
          <p14:tracePt t="87281" x="2787650" y="4559300"/>
          <p14:tracePt t="87299" x="2901950" y="4559300"/>
          <p14:tracePt t="87315" x="2952750" y="4559300"/>
          <p14:tracePt t="87331" x="3041650" y="4527550"/>
          <p14:tracePt t="87348" x="3098800" y="4476750"/>
          <p14:tracePt t="87365" x="3117850" y="4457700"/>
          <p14:tracePt t="87382" x="3143250" y="4406900"/>
          <p14:tracePt t="87398" x="3155950" y="4343400"/>
          <p14:tracePt t="87414" x="3162300" y="4318000"/>
          <p14:tracePt t="87431" x="3162300" y="4267200"/>
          <p14:tracePt t="87447" x="3155950" y="4210050"/>
          <p14:tracePt t="87464" x="3149600" y="4178300"/>
          <p14:tracePt t="87481" x="3105150" y="4114800"/>
          <p14:tracePt t="87497" x="3073400" y="4064000"/>
          <p14:tracePt t="87514" x="3048000" y="4044950"/>
          <p14:tracePt t="87530" x="2978150" y="4013200"/>
          <p14:tracePt t="87547" x="2882900" y="4006850"/>
          <p14:tracePt t="87564" x="2768600" y="4006850"/>
          <p14:tracePt t="87580" x="2705100" y="4006850"/>
          <p14:tracePt t="87597" x="2635250" y="4019550"/>
          <p14:tracePt t="87614" x="2476500" y="4064000"/>
          <p14:tracePt t="87630" x="2432050" y="4070350"/>
          <p14:tracePt t="87647" x="2400300" y="4083050"/>
          <p14:tracePt t="87663" x="2349500" y="4095750"/>
          <p14:tracePt t="87680" x="2317750" y="4102100"/>
          <p14:tracePt t="87698" x="2305050" y="4108450"/>
          <p14:tracePt t="87713" x="2298700" y="4108450"/>
          <p14:tracePt t="87730" x="2286000" y="4108450"/>
          <p14:tracePt t="87747" x="2266950" y="4102100"/>
          <p14:tracePt t="87763" x="2254250" y="4095750"/>
          <p14:tracePt t="87780" x="2235200" y="4076700"/>
          <p14:tracePt t="87797" x="2216150" y="4051300"/>
          <p14:tracePt t="87813" x="2203450" y="4044950"/>
          <p14:tracePt t="87830" x="2184400" y="4019550"/>
          <p14:tracePt t="87846" x="2171700" y="4000500"/>
          <p14:tracePt t="87863" x="2159000" y="3987800"/>
          <p14:tracePt t="87880" x="2139950" y="3956050"/>
          <p14:tracePt t="87896" x="2108200" y="3924300"/>
          <p14:tracePt t="87912" x="2095500" y="3905250"/>
          <p14:tracePt t="87930" x="2070100" y="3860800"/>
          <p14:tracePt t="87946" x="2044700" y="3835400"/>
          <p14:tracePt t="87962" x="2032000" y="3822700"/>
          <p14:tracePt t="87979" x="2019300" y="3790950"/>
          <p14:tracePt t="88027" x="2025650" y="3790950"/>
          <p14:tracePt t="88034" x="2044700" y="3790950"/>
          <p14:tracePt t="88049" x="2057400" y="3803650"/>
          <p14:tracePt t="88063" x="2076450" y="3816350"/>
          <p14:tracePt t="88079" x="2127250" y="3873500"/>
          <p14:tracePt t="88096" x="2152650" y="3917950"/>
          <p14:tracePt t="88112" x="2203450" y="4006850"/>
          <p14:tracePt t="88128" x="2241550" y="4102100"/>
          <p14:tracePt t="88146" x="2247900" y="4152900"/>
          <p14:tracePt t="88162" x="2260600" y="4248150"/>
          <p14:tracePt t="88178" x="2254250" y="4318000"/>
          <p14:tracePt t="88196" x="2254250" y="4368800"/>
          <p14:tracePt t="88211" x="2254250" y="4381500"/>
          <p14:tracePt t="88228" x="2254250" y="4387850"/>
          <p14:tracePt t="88245" x="2305050" y="4438650"/>
          <p14:tracePt t="88261" x="2343150" y="4451350"/>
          <p14:tracePt t="88278" x="2400300" y="4470400"/>
          <p14:tracePt t="88295" x="2540000" y="4476750"/>
          <p14:tracePt t="88311" x="2692400" y="4470400"/>
          <p14:tracePt t="88328" x="2851150" y="4432300"/>
          <p14:tracePt t="88344" x="2933700" y="4406900"/>
          <p14:tracePt t="88361" x="3060700" y="4337050"/>
          <p14:tracePt t="88378" x="3136900" y="4254500"/>
          <p14:tracePt t="88394" x="3168650" y="4197350"/>
          <p14:tracePt t="88411" x="3187700" y="4102100"/>
          <p14:tracePt t="88428" x="3181350" y="4013200"/>
          <p14:tracePt t="88444" x="3155950" y="3968750"/>
          <p14:tracePt t="88461" x="3086100" y="3873500"/>
          <p14:tracePt t="88477" x="2946400" y="3784600"/>
          <p14:tracePt t="88494" x="2863850" y="3746500"/>
          <p14:tracePt t="88511" x="2705100" y="3683000"/>
          <p14:tracePt t="88527" x="2584450" y="3644900"/>
          <p14:tracePt t="88544" x="2527300" y="3638550"/>
          <p14:tracePt t="88561" x="2451100" y="3638550"/>
          <p14:tracePt t="88577" x="2419350" y="3644900"/>
          <p14:tracePt t="88593" x="2368550" y="3676650"/>
          <p14:tracePt t="88610" x="2298700" y="3727450"/>
          <p14:tracePt t="88627" x="2279650" y="3746500"/>
          <p14:tracePt t="88644" x="2190750" y="3822700"/>
          <p14:tracePt t="88660" x="2171700" y="3841750"/>
          <p14:tracePt t="88677" x="2146300" y="3867150"/>
          <p14:tracePt t="88693" x="2114550" y="3892550"/>
          <p14:tracePt t="88710" x="2076450" y="3924300"/>
          <p14:tracePt t="88727" x="2070100" y="3937000"/>
          <p14:tracePt t="88743" x="2051050" y="3962400"/>
          <p14:tracePt t="88760" x="2038350" y="3975100"/>
          <p14:tracePt t="88778" x="2032000" y="3981450"/>
          <p14:tracePt t="88793" x="2025650" y="3981450"/>
          <p14:tracePt t="88897" x="2032000" y="3981450"/>
          <p14:tracePt t="88911" x="2044700" y="3981450"/>
          <p14:tracePt t="88918" x="2057400" y="3981450"/>
          <p14:tracePt t="88932" x="2070100" y="3987800"/>
          <p14:tracePt t="88942" x="2082800" y="3987800"/>
          <p14:tracePt t="88959" x="2101850" y="4000500"/>
          <p14:tracePt t="88975" x="2159000" y="4013200"/>
          <p14:tracePt t="88992" x="2241550" y="4038600"/>
          <p14:tracePt t="89009" x="2330450" y="4070350"/>
          <p14:tracePt t="89026" x="2349500" y="4089400"/>
          <p14:tracePt t="89042" x="2393950" y="4114800"/>
          <p14:tracePt t="89059" x="2425700" y="4140200"/>
          <p14:tracePt t="89075" x="2425700" y="4152900"/>
          <p14:tracePt t="89092" x="2425700" y="4171950"/>
          <p14:tracePt t="89108" x="2406650" y="4191000"/>
          <p14:tracePt t="89125" x="2381250" y="4197350"/>
          <p14:tracePt t="89142" x="2336800" y="4210050"/>
          <p14:tracePt t="89158" x="2266950" y="4210050"/>
          <p14:tracePt t="89176" x="2190750" y="4210050"/>
          <p14:tracePt t="89192" x="2159000" y="4210050"/>
          <p14:tracePt t="89208" x="2108200" y="4197350"/>
          <p14:tracePt t="89224" x="2082800" y="4191000"/>
          <p14:tracePt t="89241" x="2044700" y="4178300"/>
          <p14:tracePt t="89258" x="2032000" y="4171950"/>
          <p14:tracePt t="89276" x="2012950" y="4159250"/>
          <p14:tracePt t="89291" x="2012950" y="4146550"/>
          <p14:tracePt t="89308" x="2012950" y="4133850"/>
          <p14:tracePt t="89324" x="2025650" y="4102100"/>
          <p14:tracePt t="89341" x="2057400" y="4057650"/>
          <p14:tracePt t="89358" x="2089150" y="4032250"/>
          <p14:tracePt t="89375" x="2178050" y="3968750"/>
          <p14:tracePt t="89391" x="2305050" y="3911600"/>
          <p14:tracePt t="89408" x="2413000" y="3873500"/>
          <p14:tracePt t="89424" x="2463800" y="3867150"/>
          <p14:tracePt t="89440" x="2571750" y="3867150"/>
          <p14:tracePt t="89458" x="2628900" y="3867150"/>
          <p14:tracePt t="89474" x="2647950" y="3873500"/>
          <p14:tracePt t="89491" x="2667000" y="3879850"/>
          <p14:tracePt t="89494" x="2692400" y="3898900"/>
          <p14:tracePt t="89507" x="2717800" y="3924300"/>
          <p14:tracePt t="89523" x="2730500" y="3943350"/>
          <p14:tracePt t="89541" x="2743200" y="3968750"/>
          <p14:tracePt t="89556" x="2768600" y="3994150"/>
          <p14:tracePt t="89574" x="2781300" y="4025900"/>
          <p14:tracePt t="89591" x="2787650" y="4032250"/>
          <p14:tracePt t="89607" x="2794000" y="4051300"/>
          <p14:tracePt t="89642" x="2800350" y="4051300"/>
          <p14:tracePt t="89657" x="2800350" y="4057650"/>
          <p14:tracePt t="89673" x="2813050" y="4057650"/>
          <p14:tracePt t="89690" x="2832100" y="4057650"/>
          <p14:tracePt t="89707" x="2844800" y="4057650"/>
          <p14:tracePt t="89723" x="2901950" y="4057650"/>
          <p14:tracePt t="89739" x="3009900" y="4019550"/>
          <p14:tracePt t="89756" x="3067050" y="3994150"/>
          <p14:tracePt t="89773" x="3232150" y="3911600"/>
          <p14:tracePt t="89790" x="3378200" y="3835400"/>
          <p14:tracePt t="89806" x="3448050" y="3784600"/>
          <p14:tracePt t="89823" x="3543300" y="3708400"/>
          <p14:tracePt t="89839" x="3562350" y="3689350"/>
          <p14:tracePt t="89857" x="3568700" y="3625850"/>
          <p14:tracePt t="89872" x="3536950" y="3600450"/>
          <p14:tracePt t="89889" x="3492500" y="3575050"/>
          <p14:tracePt t="89906" x="3327400" y="3543300"/>
          <p14:tracePt t="89922" x="3086100" y="3536950"/>
          <p14:tracePt t="89939" x="2927350" y="3536950"/>
          <p14:tracePt t="89956" x="2647950" y="3562350"/>
          <p14:tracePt t="89972" x="2406650" y="3600450"/>
          <p14:tracePt t="89990" x="2197100" y="3632200"/>
          <p14:tracePt t="90006" x="2082800" y="3663950"/>
          <p14:tracePt t="90023" x="1924050" y="3714750"/>
          <p14:tracePt t="90039" x="1816100" y="3740150"/>
          <p14:tracePt t="90056" x="1771650" y="3759200"/>
          <p14:tracePt t="90072" x="1733550" y="3784600"/>
          <p14:tracePt t="90089" x="1701800" y="3803650"/>
          <p14:tracePt t="90105" x="1695450" y="3810000"/>
          <p14:tracePt t="90123" x="1682750" y="3848100"/>
          <p14:tracePt t="90138" x="1682750" y="3886200"/>
          <p14:tracePt t="90155" x="1682750" y="3898900"/>
          <p14:tracePt t="90172" x="1682750" y="3924300"/>
          <p14:tracePt t="90188" x="1689100" y="3943350"/>
          <p14:tracePt t="90733" x="1682750" y="3943350"/>
          <p14:tracePt t="90740" x="1670050" y="3930650"/>
          <p14:tracePt t="90755" x="1657350" y="3924300"/>
          <p14:tracePt t="90769" x="1638300" y="3905250"/>
          <p14:tracePt t="90786" x="1625600" y="3898900"/>
          <p14:tracePt t="90803" x="1606550" y="3892550"/>
          <p14:tracePt t="90819" x="1593850" y="3892550"/>
          <p14:tracePt t="90836" x="1581150" y="3892550"/>
          <p14:tracePt t="90853" x="1555750" y="3892550"/>
          <p14:tracePt t="90869" x="1543050" y="3892550"/>
          <p14:tracePt t="90886" x="1524000" y="3898900"/>
          <p14:tracePt t="90902" x="1517650" y="3905250"/>
          <p14:tracePt t="90919" x="1511300" y="3905250"/>
          <p14:tracePt t="90952" x="1530350" y="3911600"/>
          <p14:tracePt t="90969" x="1562100" y="3911600"/>
          <p14:tracePt t="90986" x="1676400" y="3905250"/>
          <p14:tracePt t="91002" x="1873250" y="3879850"/>
          <p14:tracePt t="91018" x="1993900" y="3873500"/>
          <p14:tracePt t="91035" x="2292350" y="3848100"/>
          <p14:tracePt t="91052" x="2546350" y="3829050"/>
          <p14:tracePt t="91069" x="2736850" y="3810000"/>
          <p14:tracePt t="91084" x="2794000" y="3810000"/>
          <p14:tracePt t="91101" x="2819400" y="3803650"/>
          <p14:tracePt t="91118" x="2844800" y="3803650"/>
          <p14:tracePt t="91151" x="2832100" y="3803650"/>
          <p14:tracePt t="91168" x="2717800" y="3816350"/>
          <p14:tracePt t="91185" x="2501900" y="3860800"/>
          <p14:tracePt t="91202" x="2349500" y="3892550"/>
          <p14:tracePt t="91218" x="2044700" y="3981450"/>
          <p14:tracePt t="91234" x="1803400" y="4076700"/>
          <p14:tracePt t="91252" x="1625600" y="4159250"/>
          <p14:tracePt t="91268" x="1568450" y="4197350"/>
          <p14:tracePt t="91284" x="1511300" y="4241800"/>
          <p14:tracePt t="91301" x="1498600" y="4286250"/>
          <p14:tracePt t="91317" x="1498600" y="4305300"/>
          <p14:tracePt t="91334" x="1524000" y="4337050"/>
          <p14:tracePt t="91351" x="1670050" y="4368800"/>
          <p14:tracePt t="91367" x="1758950" y="4381500"/>
          <p14:tracePt t="91385" x="1987550" y="4375150"/>
          <p14:tracePt t="91400" x="2178050" y="4349750"/>
          <p14:tracePt t="91417" x="2247900" y="4330700"/>
          <p14:tracePt t="91434" x="2362200" y="4311650"/>
          <p14:tracePt t="91450" x="2387600" y="4292600"/>
          <p14:tracePt t="91467" x="2419350" y="4286250"/>
          <p14:tracePt t="91484" x="2425700" y="4279900"/>
          <p14:tracePt t="91504" x="2425700" y="4273550"/>
          <p14:tracePt t="91517" x="2413000" y="4273550"/>
          <p14:tracePt t="91533" x="2374900" y="4267200"/>
          <p14:tracePt t="91550" x="2330450" y="4254500"/>
          <p14:tracePt t="91567" x="2216150" y="4254500"/>
          <p14:tracePt t="91583" x="2108200" y="4267200"/>
          <p14:tracePt t="91600" x="2057400" y="4286250"/>
          <p14:tracePt t="91617" x="1955800" y="4330700"/>
          <p14:tracePt t="91633" x="1911350" y="4381500"/>
          <p14:tracePt t="91650" x="1885950" y="4400550"/>
          <p14:tracePt t="91666" x="1885950" y="4425950"/>
          <p14:tracePt t="91683" x="1905000" y="4445000"/>
          <p14:tracePt t="91700" x="1993900" y="4470400"/>
          <p14:tracePt t="91716" x="2070100" y="4476750"/>
          <p14:tracePt t="91733" x="2159000" y="4489450"/>
          <p14:tracePt t="91750" x="2432050" y="4432300"/>
          <p14:tracePt t="91766" x="2501900" y="4394200"/>
          <p14:tracePt t="91782" x="2571750" y="4343400"/>
          <p14:tracePt t="91799" x="2667000" y="4248150"/>
          <p14:tracePt t="91816" x="2698750" y="4184650"/>
          <p14:tracePt t="91833" x="2705100" y="4140200"/>
          <p14:tracePt t="91849" x="2705100" y="4114800"/>
          <p14:tracePt t="91866" x="2692400" y="4083050"/>
          <p14:tracePt t="91883" x="2667000" y="4057650"/>
          <p14:tracePt t="91899" x="2635250" y="4051300"/>
          <p14:tracePt t="91915" x="2559050" y="4051300"/>
          <p14:tracePt t="91932" x="2438400" y="4051300"/>
          <p14:tracePt t="91949" x="2374900" y="4070350"/>
          <p14:tracePt t="91966" x="2235200" y="4127500"/>
          <p14:tracePt t="91981" x="2127250" y="4178300"/>
          <p14:tracePt t="91998" x="2070100" y="4191000"/>
          <p14:tracePt t="92002" x="2025650" y="4210050"/>
          <p14:tracePt t="92018" x="2000250" y="4216400"/>
          <p14:tracePt t="92032" x="1955800" y="4229100"/>
          <p14:tracePt t="92048" x="1949450" y="4235450"/>
          <p14:tracePt t="92065" x="1936750" y="4248150"/>
          <p14:tracePt t="92098" x="1930400" y="4254500"/>
          <p14:tracePt t="92131" x="1930400" y="4260850"/>
          <p14:tracePt t="92156" x="1930400" y="4267200"/>
          <p14:tracePt t="92226" x="1917700" y="4267200"/>
          <p14:tracePt t="92233" x="1911350" y="4267200"/>
          <p14:tracePt t="92240" x="1905000" y="4267200"/>
          <p14:tracePt t="92254" x="1898650" y="4267200"/>
          <p14:tracePt t="92264" x="1892300" y="4267200"/>
          <p14:tracePt t="92282" x="1860550" y="4260850"/>
          <p14:tracePt t="92297" x="1841500" y="4254500"/>
          <p14:tracePt t="92314" x="1784350" y="4241800"/>
          <p14:tracePt t="92331" x="1714500" y="4222750"/>
          <p14:tracePt t="92347" x="1682750" y="4216400"/>
          <p14:tracePt t="92364" x="1651000" y="4197350"/>
          <p14:tracePt t="92381" x="1587500" y="4178300"/>
          <p14:tracePt t="92398" x="1568450" y="4171950"/>
          <p14:tracePt t="92414" x="1555750" y="4159250"/>
          <p14:tracePt t="92430" x="1543050" y="4121150"/>
          <p14:tracePt t="92447" x="1543050" y="4076700"/>
          <p14:tracePt t="92464" x="1549400" y="4038600"/>
          <p14:tracePt t="92481" x="1555750" y="4025900"/>
          <p14:tracePt t="92497" x="1562100" y="4019550"/>
          <p14:tracePt t="92514" x="1574800" y="4013200"/>
          <p14:tracePt t="92556" x="1574800" y="4006850"/>
          <p14:tracePt t="92564" x="1574800" y="4000500"/>
          <p14:tracePt t="92591" x="1581150" y="4000500"/>
          <p14:tracePt t="92626" x="1581150" y="3994150"/>
          <p14:tracePt t="92654" x="1587500" y="3987800"/>
          <p14:tracePt t="92675" x="1593850" y="3987800"/>
          <p14:tracePt t="92681" x="1600200" y="3987800"/>
          <p14:tracePt t="92699" x="1612900" y="3987800"/>
          <p14:tracePt t="92712" x="1625600" y="3987800"/>
          <p14:tracePt t="92729" x="1689100" y="3968750"/>
          <p14:tracePt t="92746" x="1803400" y="3968750"/>
          <p14:tracePt t="92762" x="1879600" y="3962400"/>
          <p14:tracePt t="92780" x="2012950" y="3949700"/>
          <p14:tracePt t="92796" x="2152650" y="3930650"/>
          <p14:tracePt t="92812" x="2203450" y="3930650"/>
          <p14:tracePt t="92829" x="2286000" y="3924300"/>
          <p14:tracePt t="92846" x="2336800" y="3924300"/>
          <p14:tracePt t="92862" x="2349500" y="3924300"/>
          <p14:tracePt t="92879" x="2362200" y="3924300"/>
          <p14:tracePt t="93012" x="2368550" y="3917950"/>
          <p14:tracePt t="93046" x="2374900" y="3917950"/>
          <p14:tracePt t="93053" x="2381250" y="3911600"/>
          <p14:tracePt t="93067" x="2393950" y="3911600"/>
          <p14:tracePt t="93078" x="2400300" y="3911600"/>
          <p14:tracePt t="93095" x="2419350" y="3905250"/>
          <p14:tracePt t="93112" x="2476500" y="3898900"/>
          <p14:tracePt t="93128" x="2578100" y="3873500"/>
          <p14:tracePt t="93145" x="2711450" y="3854450"/>
          <p14:tracePt t="93161" x="2774950" y="3854450"/>
          <p14:tracePt t="93178" x="2882900" y="3835400"/>
          <p14:tracePt t="93195" x="2971800" y="3835400"/>
          <p14:tracePt t="93211" x="2997200" y="3835400"/>
          <p14:tracePt t="93228" x="3041650" y="3829050"/>
          <p14:tracePt t="93245" x="3054350" y="3829050"/>
          <p14:tracePt t="93306" x="3048000" y="3829050"/>
          <p14:tracePt t="93313" x="3035300" y="3829050"/>
          <p14:tracePt t="93328" x="3016250" y="3829050"/>
          <p14:tracePt t="93334" x="2997200" y="3829050"/>
          <p14:tracePt t="93348" x="2952750" y="3829050"/>
          <p14:tracePt t="93360" x="2901950" y="3841750"/>
          <p14:tracePt t="93377" x="2768600" y="3867150"/>
          <p14:tracePt t="93394" x="2692400" y="3898900"/>
          <p14:tracePt t="93411" x="2508250" y="3949700"/>
          <p14:tracePt t="93427" x="2355850" y="4006850"/>
          <p14:tracePt t="93444" x="2292350" y="4038600"/>
          <p14:tracePt t="93461" x="2178050" y="4102100"/>
          <p14:tracePt t="93477" x="2108200" y="4165600"/>
          <p14:tracePt t="93493" x="2082800" y="4197350"/>
          <p14:tracePt t="93510" x="2070100" y="4248150"/>
          <p14:tracePt t="93527" x="2063750" y="4305300"/>
          <p14:tracePt t="93544" x="2076450" y="4356100"/>
          <p14:tracePt t="93560" x="2082800" y="4375150"/>
          <p14:tracePt t="93576" x="2114550" y="4400550"/>
          <p14:tracePt t="93593" x="2171700" y="4432300"/>
          <p14:tracePt t="93610" x="2216150" y="4445000"/>
          <p14:tracePt t="93626" x="2266950" y="4451350"/>
          <p14:tracePt t="93643" x="2501900" y="4445000"/>
          <p14:tracePt t="93660" x="2590800" y="4419600"/>
          <p14:tracePt t="93676" x="2660650" y="4400550"/>
          <p14:tracePt t="93692" x="2781300" y="4330700"/>
          <p14:tracePt t="93709" x="2851150" y="4273550"/>
          <p14:tracePt t="93727" x="2882900" y="4235450"/>
          <p14:tracePt t="93742" x="2889250" y="4222750"/>
          <p14:tracePt t="93759" x="2889250" y="4210050"/>
          <p14:tracePt t="93776" x="2870200" y="4197350"/>
          <p14:tracePt t="93792" x="2844800" y="4191000"/>
          <p14:tracePt t="93809" x="2781300" y="4171950"/>
          <p14:tracePt t="93826" x="2660650" y="4152900"/>
          <p14:tracePt t="93842" x="2597150" y="4140200"/>
          <p14:tracePt t="93859" x="2444750" y="4140200"/>
          <p14:tracePt t="93875" x="2286000" y="4165600"/>
          <p14:tracePt t="93892" x="2235200" y="4171950"/>
          <p14:tracePt t="93909" x="2146300" y="4210050"/>
          <p14:tracePt t="93925" x="2114550" y="4235450"/>
          <p14:tracePt t="93942" x="2108200" y="4248150"/>
          <p14:tracePt t="93959" x="2108200" y="4267200"/>
          <p14:tracePt t="93975" x="2108200" y="4273550"/>
          <p14:tracePt t="93992" x="2108200" y="4279900"/>
          <p14:tracePt t="94008" x="2133600" y="4298950"/>
          <p14:tracePt t="94025" x="2152650" y="4318000"/>
          <p14:tracePt t="94042" x="2222500" y="4330700"/>
          <p14:tracePt t="94058" x="2374900" y="4337050"/>
          <p14:tracePt t="94075" x="2470150" y="4337050"/>
          <p14:tracePt t="94091" x="2660650" y="4318000"/>
          <p14:tracePt t="94108" x="2851150" y="4273550"/>
          <p14:tracePt t="94124" x="2959100" y="4254500"/>
          <p14:tracePt t="94141" x="3130550" y="4184650"/>
          <p14:tracePt t="94157" x="3257550" y="4127500"/>
          <p14:tracePt t="94175" x="3333750" y="4083050"/>
          <p14:tracePt t="94191" x="3352800" y="4070350"/>
          <p14:tracePt t="94207" x="3365500" y="4064000"/>
          <p14:tracePt t="94240" x="3365500" y="4057650"/>
          <p14:tracePt t="94257" x="3359150" y="4057650"/>
          <p14:tracePt t="94274" x="3321050" y="4057650"/>
          <p14:tracePt t="94290" x="3282950" y="4057650"/>
          <p14:tracePt t="94308" x="3155950" y="4051300"/>
          <p14:tracePt t="94323" x="2990850" y="4051300"/>
          <p14:tracePt t="94340" x="2901950" y="4051300"/>
          <p14:tracePt t="94358" x="2762250" y="4051300"/>
          <p14:tracePt t="94374" x="2698750" y="4051300"/>
          <p14:tracePt t="94390" x="2578100" y="4064000"/>
          <p14:tracePt t="94407" x="2501900" y="4064000"/>
          <p14:tracePt t="94423" x="2470150" y="4070350"/>
          <p14:tracePt t="94440" x="2413000" y="4089400"/>
          <p14:tracePt t="94457" x="2381250" y="4102100"/>
          <p14:tracePt t="94490" x="2374900" y="4108450"/>
          <p14:tracePt t="94596" x="2381250" y="4108450"/>
          <p14:tracePt t="94603" x="2387600" y="4108450"/>
          <p14:tracePt t="94617" x="2406650" y="4102100"/>
          <p14:tracePt t="94625" x="2425700" y="4089400"/>
          <p14:tracePt t="94639" x="2457450" y="4083050"/>
          <p14:tracePt t="94656" x="2514600" y="4064000"/>
          <p14:tracePt t="94673" x="2635250" y="4025900"/>
          <p14:tracePt t="94689" x="2743200" y="3987800"/>
          <p14:tracePt t="94706" x="2787650" y="3975100"/>
          <p14:tracePt t="94722" x="2851150" y="3937000"/>
          <p14:tracePt t="94739" x="2889250" y="3917950"/>
          <p14:tracePt t="94756" x="2889250" y="3911600"/>
          <p14:tracePt t="94772" x="2895600" y="3905250"/>
          <p14:tracePt t="94834" x="2889250" y="3911600"/>
          <p14:tracePt t="94848" x="2882900" y="3917950"/>
          <p14:tracePt t="94856" x="2876550" y="3930650"/>
          <p14:tracePt t="94869" x="2863850" y="3943350"/>
          <p14:tracePt t="94876" x="2863850" y="3956050"/>
          <p14:tracePt t="94891" x="2857500" y="3968750"/>
          <p14:tracePt t="94905" x="2844800" y="4019550"/>
          <p14:tracePt t="94922" x="2832100" y="4044950"/>
          <p14:tracePt t="94939" x="2825750" y="4095750"/>
          <p14:tracePt t="94955" x="2819400" y="4108450"/>
          <p14:tracePt t="94972" x="2806700" y="4146550"/>
          <p14:tracePt t="94989" x="2794000" y="4152900"/>
          <p14:tracePt t="95005" x="2787650" y="4152900"/>
          <p14:tracePt t="95021" x="2755900" y="4152900"/>
          <p14:tracePt t="95038" x="2705100" y="4146550"/>
          <p14:tracePt t="95054" x="2673350" y="4140200"/>
          <p14:tracePt t="95072" x="2609850" y="4114800"/>
          <p14:tracePt t="95088" x="2578100" y="4095750"/>
          <p14:tracePt t="95104" x="2565400" y="4089400"/>
          <p14:tracePt t="95121" x="2552700" y="4083050"/>
          <p14:tracePt t="95138" x="2552700" y="4076700"/>
          <p14:tracePt t="95171" x="2559050" y="4070350"/>
          <p14:tracePt t="95188" x="2584450" y="4057650"/>
          <p14:tracePt t="95204" x="2603500" y="4051300"/>
          <p14:tracePt t="95221" x="2698750" y="4025900"/>
          <p14:tracePt t="95237" x="2755900" y="4006850"/>
          <p14:tracePt t="95255" x="2959100" y="3981450"/>
          <p14:tracePt t="95270" x="3035300" y="3981450"/>
          <p14:tracePt t="95288" x="3105150" y="3981450"/>
          <p14:tracePt t="95304" x="3232150" y="3994150"/>
          <p14:tracePt t="95321" x="3340100" y="4032250"/>
          <p14:tracePt t="95337" x="3384550" y="4044950"/>
          <p14:tracePt t="95354" x="3467100" y="4108450"/>
          <p14:tracePt t="95370" x="3498850" y="4146550"/>
          <p14:tracePt t="95388" x="3517900" y="4165600"/>
          <p14:tracePt t="95403" x="3517900" y="4171950"/>
          <p14:tracePt t="95420" x="3524250" y="4171950"/>
          <p14:tracePt t="95437" x="3530600" y="4171950"/>
          <p14:tracePt t="95500" x="3536950" y="4165600"/>
          <p14:tracePt t="95528" x="3536950" y="4159250"/>
          <p14:tracePt t="95534" x="3536950" y="4152900"/>
          <p14:tracePt t="95549" x="3536950" y="4146550"/>
          <p14:tracePt t="95556" x="3536950" y="4140200"/>
          <p14:tracePt t="95572" x="3536950" y="4133850"/>
          <p14:tracePt t="95586" x="3536950" y="4127500"/>
          <p14:tracePt t="95602" x="3536950" y="4114800"/>
          <p14:tracePt t="95619" x="3536950" y="4095750"/>
          <p14:tracePt t="95636" x="3530600" y="4083050"/>
          <p14:tracePt t="95653" x="3524250" y="4025900"/>
          <p14:tracePt t="95669" x="3498850" y="3943350"/>
          <p14:tracePt t="95686" x="3486150" y="3879850"/>
          <p14:tracePt t="95703" x="3448050" y="3746500"/>
          <p14:tracePt t="95719" x="3390900" y="3619500"/>
          <p14:tracePt t="95735" x="3365500" y="3562350"/>
          <p14:tracePt t="95752" x="3302000" y="3460750"/>
          <p14:tracePt t="95769" x="3238500" y="3390900"/>
          <p14:tracePt t="95786" x="3194050" y="3365500"/>
          <p14:tracePt t="95802" x="3117850" y="3327400"/>
          <p14:tracePt t="95819" x="3009900" y="3295650"/>
          <p14:tracePt t="95835" x="2959100" y="3295650"/>
          <p14:tracePt t="95852" x="2832100" y="3308350"/>
          <p14:tracePt t="95869" x="2749550" y="3321050"/>
          <p14:tracePt t="95886" x="2552700" y="3359150"/>
          <p14:tracePt t="95902" x="2501900" y="3365500"/>
          <p14:tracePt t="95918" x="2470150" y="3371850"/>
          <p14:tracePt t="95935" x="2432050" y="3390900"/>
          <p14:tracePt t="95951" x="2406650" y="3390900"/>
          <p14:tracePt t="95984" x="2400300" y="3390900"/>
          <p14:tracePt t="96002" x="2400300" y="3378200"/>
          <p14:tracePt t="96019" x="2400300" y="3365500"/>
          <p14:tracePt t="96036" x="2400300" y="3359150"/>
          <p14:tracePt t="96051" x="2406650" y="3352800"/>
          <p14:tracePt t="96068" x="2406650" y="3295650"/>
          <p14:tracePt t="96084" x="2406650" y="3270250"/>
          <p14:tracePt t="96101" x="2413000" y="3155950"/>
          <p14:tracePt t="96118" x="2419350" y="3028950"/>
          <p14:tracePt t="96135" x="2438400" y="2946400"/>
          <p14:tracePt t="96151" x="2457450" y="2825750"/>
          <p14:tracePt t="96167" x="2476500" y="2743200"/>
          <p14:tracePt t="96184" x="2482850" y="2717800"/>
          <p14:tracePt t="96201" x="2501900" y="2673350"/>
          <p14:tracePt t="96217" x="2501900" y="2654300"/>
          <p14:tracePt t="96234" x="2520950" y="2616200"/>
          <p14:tracePt t="96252" x="2533650" y="2609850"/>
          <p14:tracePt t="96267" x="2540000" y="2603500"/>
          <p14:tracePt t="96306" x="2540000" y="2609850"/>
          <p14:tracePt t="96320" x="2540000" y="2616200"/>
          <p14:tracePt t="96334" x="2540000" y="2622550"/>
          <p14:tracePt t="96350" x="2540000" y="2647950"/>
          <p14:tracePt t="96367" x="2546350" y="2667000"/>
          <p14:tracePt t="96383" x="2565400" y="2736850"/>
          <p14:tracePt t="96400" x="2578100" y="2857500"/>
          <p14:tracePt t="96417" x="2597150" y="2921000"/>
          <p14:tracePt t="96434" x="2609850" y="3079750"/>
          <p14:tracePt t="96450" x="2609850" y="3206750"/>
          <p14:tracePt t="96467" x="2603500" y="3333750"/>
          <p14:tracePt t="96483" x="2603500" y="3384550"/>
          <p14:tracePt t="96499" x="2609850" y="3429000"/>
          <p14:tracePt t="96517" x="2616200" y="3511550"/>
          <p14:tracePt t="96533" x="2622550" y="3530600"/>
          <p14:tracePt t="96550" x="2622550" y="3543300"/>
          <p14:tracePt t="96553" x="2628900" y="3549650"/>
          <p14:tracePt t="96567" x="2635250" y="3562350"/>
          <p14:tracePt t="96582" x="2641600" y="3575050"/>
          <p14:tracePt t="96600" x="2647950" y="3581400"/>
          <p14:tracePt t="96616" x="2647950" y="3587750"/>
          <p14:tracePt t="96632" x="2654300" y="3594100"/>
          <p14:tracePt t="96650" x="2660650" y="3594100"/>
          <p14:tracePt t="96666" x="2667000" y="3594100"/>
          <p14:tracePt t="96682" x="2673350" y="3594100"/>
          <p14:tracePt t="96699" x="2686050" y="3587750"/>
          <p14:tracePt t="96732" x="2686050" y="3581400"/>
          <p14:tracePt t="96749" x="2692400" y="3568700"/>
          <p14:tracePt t="96766" x="2698750" y="3549650"/>
          <p14:tracePt t="96783" x="2705100" y="3498850"/>
          <p14:tracePt t="96798" x="2724150" y="3409950"/>
          <p14:tracePt t="96815" x="2724150" y="3352800"/>
          <p14:tracePt t="96832" x="2724150" y="3251200"/>
          <p14:tracePt t="96848" x="2724150" y="3200400"/>
          <p14:tracePt t="96865" x="2711450" y="3117850"/>
          <p14:tracePt t="96882" x="2698750" y="3067050"/>
          <p14:tracePt t="96898" x="2692400" y="3054350"/>
          <p14:tracePt t="96915" x="2686050" y="3041650"/>
          <p14:tracePt t="96931" x="2679700" y="3041650"/>
          <p14:tracePt t="96948" x="2679700" y="3048000"/>
          <p14:tracePt t="96965" x="2673350" y="3054350"/>
          <p14:tracePt t="96981" x="2647950" y="3060700"/>
          <p14:tracePt t="96998" x="2635250" y="3067050"/>
          <p14:tracePt t="97014" x="2584450" y="3086100"/>
          <p14:tracePt t="97031" x="2520950" y="3130550"/>
          <p14:tracePt t="97048" x="2489200" y="3143250"/>
          <p14:tracePt t="97064" x="2432050" y="3168650"/>
          <p14:tracePt t="97081" x="2406650" y="3181350"/>
          <p14:tracePt t="97098" x="2393950" y="3181350"/>
          <p14:tracePt t="97114" x="2387600" y="3181350"/>
          <p14:tracePt t="97148" x="2381250" y="3155950"/>
          <p14:tracePt t="97164" x="2374900" y="3130550"/>
          <p14:tracePt t="97181" x="2355850" y="3098800"/>
          <p14:tracePt t="97197" x="2317750" y="2984500"/>
          <p14:tracePt t="97214" x="2273300" y="2838450"/>
          <p14:tracePt t="97231" x="2222500" y="2679700"/>
          <p14:tracePt t="97247" x="2203450" y="2616200"/>
          <p14:tracePt t="97264" x="2152650" y="2501900"/>
          <p14:tracePt t="97281" x="2120900" y="2425700"/>
          <p14:tracePt t="97297" x="2108200" y="2400300"/>
          <p14:tracePt t="97313" x="2082800" y="2355850"/>
          <p14:tracePt t="97330" x="2057400" y="2311400"/>
          <p14:tracePt t="97347" x="2051050" y="2298700"/>
          <p14:tracePt t="97364" x="2032000" y="2260600"/>
          <p14:tracePt t="97380" x="2012950" y="2222500"/>
          <p14:tracePt t="97397" x="2006600" y="2197100"/>
          <p14:tracePt t="97414" x="1987550" y="2159000"/>
          <p14:tracePt t="97430" x="1974850" y="2120900"/>
          <p14:tracePt t="97446" x="1968500" y="2101850"/>
          <p14:tracePt t="97463" x="1955800" y="2070100"/>
          <p14:tracePt t="97479" x="1936750" y="2044700"/>
          <p14:tracePt t="97496" x="1924050" y="2019300"/>
          <p14:tracePt t="97513" x="1917700" y="2012950"/>
          <p14:tracePt t="97529" x="1911350" y="2012950"/>
          <p14:tracePt t="97547" x="1905000" y="2012950"/>
          <p14:tracePt t="97562" x="1885950" y="2012950"/>
          <p14:tracePt t="97579" x="1866900" y="2012950"/>
          <p14:tracePt t="97596" x="1816100" y="2025650"/>
          <p14:tracePt t="97612" x="1746250" y="2032000"/>
          <p14:tracePt t="97629" x="1695450" y="2032000"/>
          <p14:tracePt t="97646" x="1593850" y="2038350"/>
          <p14:tracePt t="97662" x="1498600" y="2038350"/>
          <p14:tracePt t="97679" x="1460500" y="2038350"/>
          <p14:tracePt t="97696" x="1397000" y="2025650"/>
          <p14:tracePt t="97712" x="1352550" y="1993900"/>
          <p14:tracePt t="97729" x="1320800" y="1968500"/>
          <p14:tracePt t="97745" x="1308100" y="1962150"/>
          <p14:tracePt t="97762" x="1289050" y="1943100"/>
          <p14:tracePt t="97779" x="1270000" y="1930400"/>
          <p14:tracePt t="97795" x="1263650" y="1917700"/>
          <p14:tracePt t="97812" x="1257300" y="1911350"/>
          <p14:tracePt t="97828" x="1244600" y="1892300"/>
          <p14:tracePt t="97845" x="1231900" y="1885950"/>
          <p14:tracePt t="97862" x="1219200" y="1866900"/>
          <p14:tracePt t="97878" x="1212850" y="1860550"/>
          <p14:tracePt t="97895" x="1206500" y="1847850"/>
          <p14:tracePt t="97912" x="1193800" y="1847850"/>
          <p14:tracePt t="97928" x="1187450" y="1841500"/>
          <p14:tracePt t="97945" x="1174750" y="1841500"/>
          <p14:tracePt t="97961" x="1168400" y="1841500"/>
          <p14:tracePt t="97978" x="1162050" y="1841500"/>
          <p14:tracePt t="98010" x="1155700" y="1835150"/>
          <p14:tracePt t="98031" x="1155700" y="1828800"/>
          <p14:tracePt t="98045" x="1155700" y="1822450"/>
          <p14:tracePt t="98060" x="1155700" y="1816100"/>
          <p14:tracePt t="98081" x="1155700" y="1809750"/>
          <p14:tracePt t="98096" x="1162050" y="1809750"/>
          <p14:tracePt t="98115" x="1174750" y="1803400"/>
          <p14:tracePt t="98127" x="1200150" y="1790700"/>
          <p14:tracePt t="98144" x="1257300" y="1765300"/>
          <p14:tracePt t="98160" x="1301750" y="1752600"/>
          <p14:tracePt t="98178" x="1409700" y="1720850"/>
          <p14:tracePt t="98194" x="1555750" y="1689100"/>
          <p14:tracePt t="98210" x="1619250" y="1682750"/>
          <p14:tracePt t="98227" x="1752600" y="1663700"/>
          <p14:tracePt t="98243" x="1835150" y="1644650"/>
          <p14:tracePt t="98260" x="1873250" y="1644650"/>
          <p14:tracePt t="98277" x="1917700" y="1638300"/>
          <p14:tracePt t="98294" x="1930400" y="1638300"/>
          <p14:tracePt t="98327" x="1936750" y="1638300"/>
          <p14:tracePt t="98444" x="1930400" y="1638300"/>
          <p14:tracePt t="98451" x="1924050" y="1638300"/>
          <p14:tracePt t="98487" x="1917700" y="1638300"/>
          <p14:tracePt t="98951" x="1892300" y="1638300"/>
          <p14:tracePt t="98965" x="1860550" y="1638300"/>
          <p14:tracePt t="98972" x="1809750" y="1625600"/>
          <p14:tracePt t="98986" x="1771650" y="1625600"/>
          <p14:tracePt t="98994" x="1727200" y="1625600"/>
          <p14:tracePt t="99008" x="1701800" y="1625600"/>
          <p14:tracePt t="99025" x="1644650" y="1619250"/>
          <p14:tracePt t="99042" x="1625600" y="1619250"/>
          <p14:tracePt t="99057" x="1574800" y="1619250"/>
          <p14:tracePt t="99074" x="1524000" y="1619250"/>
          <p14:tracePt t="99091" x="1479550" y="1619250"/>
          <p14:tracePt t="99107" x="1447800" y="1619250"/>
          <p14:tracePt t="99124" x="1422400" y="1619250"/>
          <p14:tracePt t="99141" x="1339850" y="1619250"/>
          <p14:tracePt t="99157" x="1320800" y="1619250"/>
          <p14:tracePt t="99174" x="1295400" y="1619250"/>
          <p14:tracePt t="99190" x="1206500" y="1625600"/>
          <p14:tracePt t="99207" x="1181100" y="1625600"/>
          <p14:tracePt t="99224" x="1136650" y="1625600"/>
          <p14:tracePt t="99241" x="1117600" y="1625600"/>
          <p14:tracePt t="99257" x="1085850" y="1631950"/>
          <p14:tracePt t="99274" x="1060450" y="1631950"/>
          <p14:tracePt t="99290" x="1047750" y="1631950"/>
          <p14:tracePt t="99306" x="1022350" y="1631950"/>
          <p14:tracePt t="99324" x="1009650" y="1638300"/>
          <p14:tracePt t="99340" x="996950" y="1638300"/>
          <p14:tracePt t="99357" x="977900" y="1644650"/>
          <p14:tracePt t="99373" x="952500" y="1651000"/>
          <p14:tracePt t="99389" x="946150" y="1657350"/>
          <p14:tracePt t="99407" x="927100" y="1663700"/>
          <p14:tracePt t="99423" x="920750" y="1670050"/>
          <p14:tracePt t="99440" x="914400" y="1670050"/>
          <p14:tracePt t="99457" x="908050" y="1670050"/>
          <p14:tracePt t="99554" x="914400" y="1676400"/>
          <p14:tracePt t="99561" x="920750" y="1676400"/>
          <p14:tracePt t="99575" x="946150" y="1676400"/>
          <p14:tracePt t="99589" x="971550" y="1676400"/>
          <p14:tracePt t="99606" x="1098550" y="1651000"/>
          <p14:tracePt t="99622" x="1181100" y="1638300"/>
          <p14:tracePt t="99639" x="1384300" y="1606550"/>
          <p14:tracePt t="99656" x="1600200" y="1568450"/>
          <p14:tracePt t="99673" x="1809750" y="1543050"/>
          <p14:tracePt t="99688" x="1911350" y="1536700"/>
          <p14:tracePt t="99705" x="2051050" y="1536700"/>
          <p14:tracePt t="99722" x="2114550" y="1536700"/>
          <p14:tracePt t="99738" x="2203450" y="1536700"/>
          <p14:tracePt t="99755" x="2235200" y="1536700"/>
          <p14:tracePt t="99772" x="2330450" y="1549400"/>
          <p14:tracePt t="99788" x="2355850" y="1549400"/>
          <p14:tracePt t="99805" x="2374900" y="1555750"/>
          <p14:tracePt t="99821" x="2413000" y="1562100"/>
          <p14:tracePt t="99838" x="2457450" y="1562100"/>
          <p14:tracePt t="99855" x="2495550" y="1574800"/>
          <p14:tracePt t="99871" x="2514600" y="1574800"/>
          <p14:tracePt t="99888" x="2552700" y="1574800"/>
          <p14:tracePt t="99905" x="2565400" y="1574800"/>
          <p14:tracePt t="99921" x="2571750" y="1574800"/>
          <p14:tracePt t="99955" x="2578100" y="1574800"/>
          <p14:tracePt t="100044" x="2571750" y="1574800"/>
          <p14:tracePt t="100052" x="2565400" y="1574800"/>
          <p14:tracePt t="100115" x="2559050" y="1574800"/>
          <p14:tracePt t="100122" x="2552700" y="1574800"/>
          <p14:tracePt t="100142" x="2546350" y="1581150"/>
          <p14:tracePt t="100178" x="2540000" y="1581150"/>
          <p14:tracePt t="100184" x="2540000" y="1587500"/>
          <p14:tracePt t="100192" x="2540000" y="1600200"/>
          <p14:tracePt t="100207" x="2540000" y="1606550"/>
          <p14:tracePt t="100220" x="2540000" y="1619250"/>
          <p14:tracePt t="100237" x="2540000" y="1644650"/>
          <p14:tracePt t="100253" x="2540000" y="1663700"/>
          <p14:tracePt t="100270" x="2559050" y="1695450"/>
          <p14:tracePt t="100287" x="2597150" y="1733550"/>
          <p14:tracePt t="100304" x="2673350" y="1771650"/>
          <p14:tracePt t="100320" x="2711450" y="1784350"/>
          <p14:tracePt t="100336" x="2781300" y="1797050"/>
          <p14:tracePt t="100353" x="2863850" y="1816100"/>
          <p14:tracePt t="100369" x="2895600" y="1816100"/>
          <p14:tracePt t="100386" x="2927350" y="1816100"/>
          <p14:tracePt t="100403" x="2990850" y="1784350"/>
          <p14:tracePt t="100419" x="3003550" y="1771650"/>
          <p14:tracePt t="100437" x="3016250" y="1758950"/>
          <p14:tracePt t="100452" x="3028950" y="1733550"/>
          <p14:tracePt t="100469" x="3035300" y="1714500"/>
          <p14:tracePt t="100486" x="3035300" y="1682750"/>
          <p14:tracePt t="100502" x="3035300" y="1676400"/>
          <p14:tracePt t="100519" x="3035300" y="1651000"/>
          <p14:tracePt t="100536" x="3035300" y="1644650"/>
          <p14:tracePt t="100552" x="3035300" y="1631950"/>
          <p14:tracePt t="100569" x="3035300" y="1625600"/>
          <p14:tracePt t="100602" x="3035300" y="1619250"/>
          <p14:tracePt t="100669" x="3041650" y="1619250"/>
          <p14:tracePt t="100683" x="3048000" y="1619250"/>
          <p14:tracePt t="100696" x="3060700" y="1619250"/>
          <p14:tracePt t="100705" x="3067050" y="1625600"/>
          <p14:tracePt t="100719" x="3079750" y="1625600"/>
          <p14:tracePt t="100735" x="3098800" y="1631950"/>
          <p14:tracePt t="100752" x="3187700" y="1651000"/>
          <p14:tracePt t="100768" x="3232150" y="1670050"/>
          <p14:tracePt t="100785" x="3289300" y="1689100"/>
          <p14:tracePt t="100802" x="3429000" y="1733550"/>
          <p14:tracePt t="100818" x="3454400" y="1746250"/>
          <p14:tracePt t="100834" x="3498850" y="1758950"/>
          <p14:tracePt t="100851" x="3556000" y="1765300"/>
          <p14:tracePt t="100868" x="3587750" y="1765300"/>
          <p14:tracePt t="100884" x="3600450" y="1758950"/>
          <p14:tracePt t="100901" x="3613150" y="1746250"/>
          <p14:tracePt t="100917" x="3613150" y="1727200"/>
          <p14:tracePt t="100935" x="3613150" y="1714500"/>
          <p14:tracePt t="100951" x="3606800" y="1701800"/>
          <p14:tracePt t="100967" x="3594100" y="1682750"/>
          <p14:tracePt t="100984" x="3562350" y="1670050"/>
          <p14:tracePt t="101001" x="3543300" y="1663700"/>
          <p14:tracePt t="101017" x="3524250" y="1657350"/>
          <p14:tracePt t="101034" x="3441700" y="1651000"/>
          <p14:tracePt t="101050" x="3416300" y="1657350"/>
          <p14:tracePt t="101068" x="3371850" y="1676400"/>
          <p14:tracePt t="101084" x="3352800" y="1695450"/>
          <p14:tracePt t="101100" x="3340100" y="1708150"/>
          <p14:tracePt t="101117" x="3340100" y="1733550"/>
          <p14:tracePt t="101134" x="3340100" y="1746250"/>
          <p14:tracePt t="101150" x="3359150" y="1790700"/>
          <p14:tracePt t="101167" x="3403600" y="1828800"/>
          <p14:tracePt t="101183" x="3435350" y="1854200"/>
          <p14:tracePt t="101201" x="3505200" y="1892300"/>
          <p14:tracePt t="101217" x="3562350" y="1917700"/>
          <p14:tracePt t="101233" x="3594100" y="1924050"/>
          <p14:tracePt t="101250" x="3644900" y="1930400"/>
          <p14:tracePt t="101266" x="3676650" y="1930400"/>
          <p14:tracePt t="101283" x="3689350" y="1924050"/>
          <p14:tracePt t="101300" x="3702050" y="1911350"/>
          <p14:tracePt t="101333" x="3702050" y="1905000"/>
          <p14:tracePt t="101349" x="3702050" y="1898650"/>
          <p14:tracePt t="101370" x="3702050" y="1892300"/>
          <p14:tracePt t="101594" x="3708400" y="1892300"/>
          <p14:tracePt t="101636" x="3714750" y="1892300"/>
          <p14:tracePt t="101657" x="3721100" y="1892300"/>
          <p14:tracePt t="101685" x="3727450" y="1892300"/>
          <p14:tracePt t="101720" x="3733800" y="1892300"/>
          <p14:tracePt t="101734" x="3740150" y="1892300"/>
          <p14:tracePt t="101755" x="3746500" y="1892300"/>
          <p14:tracePt t="101769" x="3752850" y="1892300"/>
          <p14:tracePt t="101776" x="3765550" y="1892300"/>
          <p14:tracePt t="101790" x="3778250" y="1892300"/>
          <p14:tracePt t="101799" x="3797300" y="1892300"/>
          <p14:tracePt t="101815" x="3829050" y="1892300"/>
          <p14:tracePt t="101832" x="3886200" y="1898650"/>
          <p14:tracePt t="101848" x="3968750" y="1905000"/>
          <p14:tracePt t="101864" x="4006850" y="1905000"/>
          <p14:tracePt t="101881" x="4133850" y="1911350"/>
          <p14:tracePt t="101897" x="4279900" y="1911350"/>
          <p14:tracePt t="101915" x="4343400" y="1911350"/>
          <p14:tracePt t="101931" x="4495800" y="1879600"/>
          <p14:tracePt t="101948" x="4629150" y="1860550"/>
          <p14:tracePt t="101966" x="4737100" y="1835150"/>
          <p14:tracePt t="101981" x="4781550" y="1816100"/>
          <p14:tracePt t="101997" x="4813300" y="1809750"/>
          <p14:tracePt t="102014" x="4864100" y="1790700"/>
          <p14:tracePt t="102031" x="4895850" y="1771650"/>
          <p14:tracePt t="102047" x="4902200" y="1771650"/>
          <p14:tracePt t="102064" x="4914900" y="1765300"/>
          <p14:tracePt t="102080" x="4914900" y="1758950"/>
          <p14:tracePt t="102100" x="4914900" y="1752600"/>
          <p14:tracePt t="102127" x="4908550" y="1752600"/>
          <p14:tracePt t="102155" x="4902200" y="1752600"/>
          <p14:tracePt t="102239" x="4914900" y="1752600"/>
          <p14:tracePt t="102260" x="4927600" y="1752600"/>
          <p14:tracePt t="102267" x="4940300" y="1752600"/>
          <p14:tracePt t="102282" x="4959350" y="1752600"/>
          <p14:tracePt t="102296" x="5016500" y="1752600"/>
          <p14:tracePt t="102313" x="5060950" y="1752600"/>
          <p14:tracePt t="102330" x="5137150" y="1752600"/>
          <p14:tracePt t="102346" x="5175250" y="1752600"/>
          <p14:tracePt t="102363" x="5219700" y="1752600"/>
          <p14:tracePt t="102379" x="5238750" y="1746250"/>
          <p14:tracePt t="102412" x="5232400" y="1739900"/>
          <p14:tracePt t="102430" x="5181600" y="1727200"/>
          <p14:tracePt t="102446" x="5124450" y="1720850"/>
          <p14:tracePt t="102463" x="5010150" y="1708150"/>
          <p14:tracePt t="102479" x="4902200" y="1708150"/>
          <p14:tracePt t="102495" x="4864100" y="1720850"/>
          <p14:tracePt t="102513" x="4819650" y="1727200"/>
          <p14:tracePt t="102529" x="4800600" y="1739900"/>
          <p14:tracePt t="102564" x="4813300" y="1752600"/>
          <p14:tracePt t="102578" x="4883150" y="1778000"/>
          <p14:tracePt t="102595" x="4940300" y="1790700"/>
          <p14:tracePt t="102612" x="5092700" y="1816100"/>
          <p14:tracePt t="102628" x="5187950" y="1828800"/>
          <p14:tracePt t="102646" x="5378450" y="1835150"/>
          <p14:tracePt t="102662" x="5422900" y="1828800"/>
          <p14:tracePt t="102678" x="5454650" y="1809750"/>
          <p14:tracePt t="102695" x="5473700" y="1784350"/>
          <p14:tracePt t="102711" x="5473700" y="1758950"/>
          <p14:tracePt t="102728" x="5461000" y="1746250"/>
          <p14:tracePt t="102745" x="5422900" y="1714500"/>
          <p14:tracePt t="102762" x="5340350" y="1676400"/>
          <p14:tracePt t="102779" x="5232400" y="1644650"/>
          <p14:tracePt t="102794" x="5187950" y="1638300"/>
          <p14:tracePt t="102811" x="5111750" y="1638300"/>
          <p14:tracePt t="102828" x="5060950" y="1638300"/>
          <p14:tracePt t="102844" x="5048250" y="1651000"/>
          <p14:tracePt t="102861" x="5029200" y="1682750"/>
          <p14:tracePt t="102878" x="5029200" y="1714500"/>
          <p14:tracePt t="102894" x="5029200" y="1727200"/>
          <p14:tracePt t="102911" x="5041900" y="1739900"/>
          <p14:tracePt t="102927" x="5118100" y="1784350"/>
          <p14:tracePt t="102944" x="5156200" y="1790700"/>
          <p14:tracePt t="102961" x="5238750" y="1816100"/>
          <p14:tracePt t="102977" x="5270500" y="1822450"/>
          <p14:tracePt t="102994" x="5327650" y="1822450"/>
          <p14:tracePt t="103011" x="5359400" y="1822450"/>
          <p14:tracePt t="103027" x="5365750" y="1822450"/>
          <p14:tracePt t="103044" x="5372100" y="1822450"/>
          <p14:tracePt t="103060" x="5365750" y="1809750"/>
          <p14:tracePt t="103094" x="5359400" y="1809750"/>
          <p14:tracePt t="103110" x="5340350" y="1809750"/>
          <p14:tracePt t="103127" x="5327650" y="18097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400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03225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495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832"/>
    </mc:Choice>
    <mc:Fallback>
      <p:transition advTm="88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72" x="5283200" y="1822450"/>
          <p14:tracePt t="1589" x="5251450" y="1854200"/>
          <p14:tracePt t="1606" x="5162550" y="1930400"/>
          <p14:tracePt t="1622" x="5054600" y="2025650"/>
          <p14:tracePt t="1640" x="4933950" y="2178050"/>
          <p14:tracePt t="1655" x="4870450" y="2260600"/>
          <p14:tracePt t="1672" x="4794250" y="2368550"/>
          <p14:tracePt t="1690" x="4540250" y="2851150"/>
          <p14:tracePt t="1705" x="4464050" y="3022600"/>
          <p14:tracePt t="1722" x="4381500" y="3213100"/>
          <p14:tracePt t="1738" x="4184650" y="3752850"/>
          <p14:tracePt t="1755" x="4108450" y="3924300"/>
          <p14:tracePt t="1759" x="4044950" y="4089400"/>
          <p14:tracePt t="1788" x="3930650" y="4406900"/>
          <p14:tracePt t="1805" x="3841750" y="4660900"/>
          <p14:tracePt t="1822" x="3752850" y="4902200"/>
          <p14:tracePt t="1838" x="3708400" y="5060950"/>
          <p14:tracePt t="1855" x="3619500" y="5283200"/>
          <p14:tracePt t="1872" x="3536950" y="5480050"/>
          <p14:tracePt t="1888" x="3505200" y="5594350"/>
          <p14:tracePt t="1904" x="3422650" y="5772150"/>
          <p14:tracePt t="1921" x="3359150" y="5905500"/>
          <p14:tracePt t="1938" x="3321050" y="5943600"/>
          <p14:tracePt t="1956" x="3263900" y="6000750"/>
          <p14:tracePt t="1971" x="3187700" y="6070600"/>
          <p14:tracePt t="1988" x="3143250" y="6102350"/>
          <p14:tracePt t="2004" x="3048000" y="6159500"/>
          <p14:tracePt t="2021" x="3016250" y="6172200"/>
          <p14:tracePt t="2038" x="2965450" y="6203950"/>
          <p14:tracePt t="2054" x="2933700" y="6223000"/>
          <p14:tracePt t="2070" x="2927350" y="6235700"/>
          <p14:tracePt t="2087" x="2927350" y="6229350"/>
          <p14:tracePt t="2901" x="2946400" y="6184900"/>
          <p14:tracePt t="2918" x="2978150" y="6127750"/>
          <p14:tracePt t="2934" x="3009900" y="6089650"/>
          <p14:tracePt t="2951" x="3022600" y="6064250"/>
          <p14:tracePt t="2968" x="3048000" y="6026150"/>
          <p14:tracePt t="2984" x="3060700" y="5988050"/>
          <p14:tracePt t="3001" x="3073400" y="5975350"/>
          <p14:tracePt t="3018" x="3079750" y="5956300"/>
          <p14:tracePt t="3034" x="3086100" y="5956300"/>
          <p14:tracePt t="3067" x="3086100" y="5949950"/>
          <p14:tracePt t="3083" x="3086100" y="5943600"/>
          <p14:tracePt t="3134" x="3086100" y="5937250"/>
          <p14:tracePt t="3166" x="3092450" y="5930900"/>
          <p14:tracePt t="3217" x="3092450" y="5924550"/>
          <p14:tracePt t="3267" x="3098800" y="5924550"/>
          <p14:tracePt t="3349" x="3098800" y="5930900"/>
          <p14:tracePt t="3366" x="3098800" y="5937250"/>
          <p14:tracePt t="3383" x="3092450" y="5943600"/>
          <p14:tracePt t="3399" x="3086100" y="5943600"/>
          <p14:tracePt t="3416" x="3086100" y="5949950"/>
          <p14:tracePt t="3433" x="3079750" y="5949950"/>
          <p14:tracePt t="3449" x="3073400" y="5949950"/>
          <p14:tracePt t="3499" x="3067050" y="5956300"/>
          <p14:tracePt t="3532" x="3060700" y="5962650"/>
          <p14:tracePt t="3550" x="3054350" y="5962650"/>
          <p14:tracePt t="3565" x="3054350" y="5969000"/>
          <p14:tracePt t="3665" x="3073400" y="5969000"/>
          <p14:tracePt t="3682" x="3092450" y="5962650"/>
          <p14:tracePt t="3698" x="3098800" y="5956300"/>
          <p14:tracePt t="3715" x="3111500" y="5949950"/>
          <p14:tracePt t="3733" x="3194050" y="5918200"/>
          <p14:tracePt t="3748" x="3225800" y="5911850"/>
          <p14:tracePt t="3765" x="3257550" y="5899150"/>
          <p14:tracePt t="3781" x="3314700" y="5873750"/>
          <p14:tracePt t="3798" x="3378200" y="5861050"/>
          <p14:tracePt t="3801" x="3397250" y="5854700"/>
          <p14:tracePt t="3831" x="3429000" y="5842000"/>
          <p14:tracePt t="3848" x="3441700" y="5835650"/>
          <p14:tracePt t="3866" x="3454400" y="5835650"/>
          <p14:tracePt t="3881" x="3454400" y="5829300"/>
          <p14:tracePt t="3981" x="3460750" y="5829300"/>
          <p14:tracePt t="4014" x="3460750" y="5822950"/>
          <p14:tracePt t="4097" x="3473450" y="5816600"/>
          <p14:tracePt t="4114" x="3479800" y="5816600"/>
          <p14:tracePt t="4132" x="3486150" y="5816600"/>
          <p14:tracePt t="4147" x="3498850" y="5810250"/>
          <p14:tracePt t="4181" x="3517900" y="5810250"/>
          <p14:tracePt t="4196" x="3543300" y="5797550"/>
          <p14:tracePt t="4213" x="3562350" y="5784850"/>
          <p14:tracePt t="4230" x="3600450" y="5778500"/>
          <p14:tracePt t="4246" x="3632200" y="5772150"/>
          <p14:tracePt t="4263" x="3651250" y="5765800"/>
          <p14:tracePt t="4280" x="3670300" y="5759450"/>
          <p14:tracePt t="4296" x="3683000" y="5753100"/>
          <p14:tracePt t="4364" x="3689350" y="57531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staticmethod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static method.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6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does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rec</a:t>
            </a:r>
            <a:r>
              <a:rPr lang="en-US" altLang="zh-TW" sz="2400" spc="-250" dirty="0">
                <a:solidFill>
                  <a:schemeClr val="bg1"/>
                </a:solidFill>
                <a:latin typeface="Consolas" panose="020B0609020204030204" pitchFamily="49" charset="0"/>
              </a:rPr>
              <a:t>ei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ve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implicit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260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rst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To declare a static method, use this idiom: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@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def f(arg1, arg2, ...):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    ...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50" dirty="0" smtClean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| 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Static methods in Python are similar to those </a:t>
            </a:r>
            <a:r>
              <a:rPr lang="en-US" altLang="zh-TW" sz="2400" spc="-2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of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Java or C++.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For a more advanced concept, see the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9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1119">
        <p:blinds dir="vert"/>
      </p:transition>
    </mc:Choice>
    <mc:Fallback>
      <p:transition spd="slow" advTm="21119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0" x="3689350" y="5740400"/>
          <p14:tracePt t="186" x="3689350" y="5721350"/>
          <p14:tracePt t="200" x="3695700" y="5676900"/>
          <p14:tracePt t="216" x="3702050" y="5638800"/>
          <p14:tracePt t="232" x="3714750" y="5594350"/>
          <p14:tracePt t="250" x="3727450" y="5524500"/>
          <p14:tracePt t="266" x="3733800" y="5467350"/>
          <p14:tracePt t="283" x="3733800" y="5397500"/>
          <p14:tracePt t="299" x="3733800" y="5270500"/>
          <p14:tracePt t="316" x="3721100" y="5175250"/>
          <p14:tracePt t="332" x="3714750" y="5080000"/>
          <p14:tracePt t="349" x="3714750" y="4927600"/>
          <p14:tracePt t="366" x="3702050" y="4806950"/>
          <p14:tracePt t="383" x="3702050" y="4667250"/>
          <p14:tracePt t="399" x="3689350" y="4572000"/>
          <p14:tracePt t="416" x="3676650" y="4470400"/>
          <p14:tracePt t="432" x="3644900" y="4305300"/>
          <p14:tracePt t="449" x="3613150" y="4184650"/>
          <p14:tracePt t="465" x="3587750" y="4076700"/>
          <p14:tracePt t="482" x="3530600" y="3898900"/>
          <p14:tracePt t="498" x="3467100" y="3784600"/>
          <p14:tracePt t="516" x="3327400" y="3575050"/>
          <p14:tracePt t="532" x="3225800" y="3435350"/>
          <p14:tracePt t="548" x="3092450" y="3295650"/>
          <p14:tracePt t="565" x="2901950" y="3092450"/>
          <p14:tracePt t="582" x="2781300" y="2984500"/>
          <p14:tracePt t="598" x="2679700" y="2908300"/>
          <p14:tracePt t="615" x="2533650" y="2819400"/>
          <p14:tracePt t="631" x="2438400" y="2781300"/>
          <p14:tracePt t="649" x="2298700" y="2724150"/>
          <p14:tracePt t="664" x="2235200" y="2692400"/>
          <p14:tracePt t="681" x="2171700" y="2660650"/>
          <p14:tracePt t="698" x="2127250" y="2647950"/>
          <p14:tracePt t="714" x="2101850" y="2635250"/>
          <p14:tracePt t="731" x="2089150" y="2609850"/>
          <p14:tracePt t="748" x="2063750" y="2590800"/>
          <p14:tracePt t="764" x="2051050" y="2578100"/>
          <p14:tracePt t="781" x="2044700" y="2565400"/>
          <p14:tracePt t="797" x="2012950" y="2533650"/>
          <p14:tracePt t="814" x="1993900" y="2514600"/>
          <p14:tracePt t="831" x="1955800" y="2495550"/>
          <p14:tracePt t="847" x="1905000" y="2457450"/>
          <p14:tracePt t="864" x="1847850" y="2425700"/>
          <p14:tracePt t="868" x="1828800" y="2413000"/>
          <p14:tracePt t="881" x="1784350" y="2381250"/>
          <p14:tracePt t="897" x="1746250" y="2362200"/>
          <p14:tracePt t="914" x="1708150" y="2336800"/>
          <p14:tracePt t="931" x="1670050" y="2292350"/>
          <p14:tracePt t="947" x="1657350" y="2273300"/>
          <p14:tracePt t="965" x="1638300" y="2247900"/>
          <p14:tracePt t="980" x="1625600" y="2241550"/>
          <p14:tracePt t="997" x="1619250" y="2228850"/>
          <p14:tracePt t="1014" x="1612900" y="2228850"/>
          <p14:tracePt t="1140" x="1606550" y="2228850"/>
          <p14:tracePt t="1196" x="1600200" y="2222500"/>
          <p14:tracePt t="1203" x="1593850" y="2222500"/>
          <p14:tracePt t="1217" x="1587500" y="2222500"/>
          <p14:tracePt t="1230" x="1587500" y="2216150"/>
          <p14:tracePt t="1246" x="1581150" y="2216150"/>
          <p14:tracePt t="1273" x="1581150" y="2209800"/>
          <p14:tracePt t="1308" x="1574800" y="2209800"/>
          <p14:tracePt t="1336" x="1568450" y="2209800"/>
          <p14:tracePt t="1357" x="1568450" y="2203450"/>
          <p14:tracePt t="1378" x="1568450" y="2197100"/>
          <p14:tracePt t="1385" x="1568450" y="2190750"/>
          <p14:tracePt t="1399" x="1568450" y="2184400"/>
          <p14:tracePt t="1411" x="1568450" y="2178050"/>
          <p14:tracePt t="1434" x="1568450" y="2171700"/>
          <p14:tracePt t="1819" x="1600200" y="2171700"/>
          <p14:tracePt t="1824" x="1670050" y="2171700"/>
          <p14:tracePt t="1832" x="1733550" y="2171700"/>
          <p14:tracePt t="1843" x="1797050" y="2159000"/>
          <p14:tracePt t="1861" x="2006600" y="2120900"/>
          <p14:tracePt t="1877" x="2152650" y="2095500"/>
          <p14:tracePt t="1893" x="2279650" y="2095500"/>
          <p14:tracePt t="1910" x="2438400" y="2089150"/>
          <p14:tracePt t="1927" x="2520950" y="2101850"/>
          <p14:tracePt t="1944" x="2609850" y="2108200"/>
          <p14:tracePt t="1960" x="2647950" y="2108200"/>
          <p14:tracePt t="1977" x="2673350" y="2114550"/>
          <p14:tracePt t="1994" x="2711450" y="2127250"/>
          <p14:tracePt t="2010" x="2724150" y="2127250"/>
          <p14:tracePt t="2026" x="2743200" y="2133600"/>
          <p14:tracePt t="2043" x="2762250" y="2133600"/>
          <p14:tracePt t="2060" x="2774950" y="2139950"/>
          <p14:tracePt t="2076" x="2787650" y="2139950"/>
          <p14:tracePt t="2093" x="2794000" y="2139950"/>
          <p14:tracePt t="2246" x="2800350" y="2139950"/>
          <p14:tracePt t="2252" x="2806700" y="2139950"/>
          <p14:tracePt t="2262" x="2813050" y="2139950"/>
          <p14:tracePt t="2276" x="2838450" y="2139950"/>
          <p14:tracePt t="2293" x="2870200" y="2139950"/>
          <p14:tracePt t="2310" x="2940050" y="2159000"/>
          <p14:tracePt t="2327" x="2997200" y="2159000"/>
          <p14:tracePt t="2342" x="3048000" y="2165350"/>
          <p14:tracePt t="2359" x="3124200" y="2152650"/>
          <p14:tracePt t="2375" x="3168650" y="2146300"/>
          <p14:tracePt t="2393" x="3206750" y="2139950"/>
          <p14:tracePt t="2409" x="3244850" y="2127250"/>
          <p14:tracePt t="2426" x="3263900" y="2114550"/>
          <p14:tracePt t="2442" x="3276600" y="2108200"/>
          <p14:tracePt t="2458" x="3282950" y="2108200"/>
          <p14:tracePt t="2492" x="3282950" y="2101850"/>
          <p14:tracePt t="2646" x="3289300" y="2101850"/>
          <p14:tracePt t="3113" x="3327400" y="2101850"/>
          <p14:tracePt t="3120" x="3378200" y="2089150"/>
          <p14:tracePt t="3126" x="3422650" y="2076450"/>
          <p14:tracePt t="3139" x="3486150" y="2044700"/>
          <p14:tracePt t="3157" x="3670300" y="1968500"/>
          <p14:tracePt t="3173" x="3778250" y="1911350"/>
          <p14:tracePt t="3190" x="3962400" y="1860550"/>
          <p14:tracePt t="3206" x="4083050" y="1828800"/>
          <p14:tracePt t="3222" x="4298950" y="1765300"/>
          <p14:tracePt t="3240" x="4470400" y="1746250"/>
          <p14:tracePt t="3256" x="4546600" y="1746250"/>
          <p14:tracePt t="3272" x="4673600" y="1746250"/>
          <p14:tracePt t="3289" x="4800600" y="1752600"/>
          <p14:tracePt t="3305" x="4845050" y="1765300"/>
          <p14:tracePt t="3323" x="4914900" y="1784350"/>
          <p14:tracePt t="3339" x="4965700" y="1790700"/>
          <p14:tracePt t="3355" x="4991100" y="1790700"/>
          <p14:tracePt t="3359" x="5003800" y="1797050"/>
          <p14:tracePt t="3374" x="5029200" y="1803400"/>
          <p14:tracePt t="3388" x="5054600" y="1803400"/>
          <p14:tracePt t="3405" x="5067300" y="1809750"/>
          <p14:tracePt t="3422" x="5080000" y="1816100"/>
          <p14:tracePt t="3438" x="5086350" y="1822450"/>
          <p14:tracePt t="3456" x="5105400" y="1828800"/>
          <p14:tracePt t="3472" x="5111750" y="1835150"/>
          <p14:tracePt t="3488" x="5118100" y="1841500"/>
          <p14:tracePt t="3505" x="5130800" y="1854200"/>
          <p14:tracePt t="3521" x="5137150" y="1866900"/>
          <p14:tracePt t="3538" x="5143500" y="1866900"/>
          <p14:tracePt t="3555" x="5143500" y="1873250"/>
          <p14:tracePt t="3632" x="5143500" y="1879600"/>
          <p14:tracePt t="3737" x="5137150" y="1879600"/>
          <p14:tracePt t="5031" x="5111750" y="1879600"/>
          <p14:tracePt t="5038" x="5067300" y="1879600"/>
          <p14:tracePt t="5052" x="5003800" y="1892300"/>
          <p14:tracePt t="5066" x="4940300" y="1911350"/>
          <p14:tracePt t="5083" x="4781550" y="1949450"/>
          <p14:tracePt t="5099" x="4699000" y="1968500"/>
          <p14:tracePt t="5116" x="4514850" y="2019300"/>
          <p14:tracePt t="5132" x="4324350" y="2070100"/>
          <p14:tracePt t="5150" x="4114800" y="2133600"/>
          <p14:tracePt t="5166" x="3994150" y="2184400"/>
          <p14:tracePt t="5182" x="3797300" y="2305050"/>
          <p14:tracePt t="5199" x="3600450" y="2387600"/>
          <p14:tracePt t="5215" x="3505200" y="2451100"/>
          <p14:tracePt t="5232" x="3397250" y="2489200"/>
          <p14:tracePt t="5248" x="3175000" y="2628900"/>
          <p14:tracePt t="5265" x="3124200" y="2660650"/>
          <p14:tracePt t="5282" x="3073400" y="2698750"/>
          <p14:tracePt t="5298" x="2997200" y="2736850"/>
          <p14:tracePt t="5315" x="2921000" y="2781300"/>
          <p14:tracePt t="5333" x="2863850" y="2813050"/>
          <p14:tracePt t="5348" x="2832100" y="2825750"/>
          <p14:tracePt t="5365" x="2762250" y="2863850"/>
          <p14:tracePt t="5382" x="2724150" y="2889250"/>
          <p14:tracePt t="5398" x="2698750" y="2914650"/>
          <p14:tracePt t="5415" x="2647950" y="2959100"/>
          <p14:tracePt t="5431" x="2584450" y="3028950"/>
          <p14:tracePt t="5448" x="2552700" y="3060700"/>
          <p14:tracePt t="5465" x="2501900" y="3117850"/>
          <p14:tracePt t="5481" x="2457450" y="3162300"/>
          <p14:tracePt t="5498" x="2444750" y="3175000"/>
          <p14:tracePt t="5515" x="2413000" y="3200400"/>
          <p14:tracePt t="5530" x="2393950" y="3238500"/>
          <p14:tracePt t="5548" x="2381250" y="3244850"/>
          <p14:tracePt t="5565" x="2368550" y="3270250"/>
          <p14:tracePt t="5581" x="2355850" y="3289300"/>
          <p14:tracePt t="5598" x="2349500" y="3308350"/>
          <p14:tracePt t="5614" x="2349500" y="3321050"/>
          <p14:tracePt t="6032" x="2362200" y="3321050"/>
          <p14:tracePt t="6039" x="2393950" y="3314700"/>
          <p14:tracePt t="6053" x="2425700" y="3302000"/>
          <p14:tracePt t="6062" x="2463800" y="3295650"/>
          <p14:tracePt t="6079" x="2520950" y="3282950"/>
          <p14:tracePt t="6096" x="2628900" y="3244850"/>
          <p14:tracePt t="6114" x="2774950" y="3219450"/>
          <p14:tracePt t="6129" x="2851150" y="3200400"/>
          <p14:tracePt t="6145" x="3009900" y="3181350"/>
          <p14:tracePt t="6162" x="3073400" y="3168650"/>
          <p14:tracePt t="6180" x="3282950" y="3162300"/>
          <p14:tracePt t="6195" x="3359150" y="3149600"/>
          <p14:tracePt t="6212" x="3422650" y="3149600"/>
          <p14:tracePt t="6229" x="3556000" y="3130550"/>
          <p14:tracePt t="6245" x="3644900" y="3111500"/>
          <p14:tracePt t="6262" x="3689350" y="3111500"/>
          <p14:tracePt t="6279" x="3765550" y="3117850"/>
          <p14:tracePt t="6302" x="3835400" y="3124200"/>
          <p14:tracePt t="6314" x="3905250" y="3124200"/>
          <p14:tracePt t="6329" x="3943350" y="3124200"/>
          <p14:tracePt t="6346" x="4006850" y="3124200"/>
          <p14:tracePt t="6362" x="4076700" y="3124200"/>
          <p14:tracePt t="6378" x="4095750" y="3124200"/>
          <p14:tracePt t="6395" x="4146550" y="3124200"/>
          <p14:tracePt t="6412" x="4191000" y="3124200"/>
          <p14:tracePt t="6428" x="4216400" y="3124200"/>
          <p14:tracePt t="6444" x="4241800" y="3130550"/>
          <p14:tracePt t="6462" x="4318000" y="3130550"/>
          <p14:tracePt t="6478" x="4349750" y="3130550"/>
          <p14:tracePt t="6495" x="4400550" y="3124200"/>
          <p14:tracePt t="6512" x="4419600" y="3117850"/>
          <p14:tracePt t="6527" x="4476750" y="3111500"/>
          <p14:tracePt t="6545" x="4527550" y="3098800"/>
          <p14:tracePt t="6561" x="4559300" y="3086100"/>
          <p14:tracePt t="6577" x="4610100" y="3073400"/>
          <p14:tracePt t="6594" x="4648200" y="3048000"/>
          <p14:tracePt t="6611" x="4679950" y="3041650"/>
          <p14:tracePt t="6628" x="4730750" y="3028950"/>
          <p14:tracePt t="6644" x="4787900" y="3016250"/>
          <p14:tracePt t="6661" x="4806950" y="3009900"/>
          <p14:tracePt t="6677" x="4857750" y="2990850"/>
          <p14:tracePt t="6694" x="4889500" y="2984500"/>
          <p14:tracePt t="6710" x="4914900" y="2984500"/>
          <p14:tracePt t="6727" x="4946650" y="2978150"/>
          <p14:tracePt t="6744" x="4972050" y="2971800"/>
          <p14:tracePt t="6761" x="4997450" y="2965450"/>
          <p14:tracePt t="6776" x="5003800" y="2965450"/>
          <p14:tracePt t="6811" x="5022850" y="2965450"/>
          <p14:tracePt t="6827" x="5035550" y="2965450"/>
          <p14:tracePt t="6860" x="5035550" y="2971800"/>
          <p14:tracePt t="7202" x="5092700" y="2971800"/>
          <p14:tracePt t="7216" x="5200650" y="2959100"/>
          <p14:tracePt t="7222" x="5314950" y="2946400"/>
          <p14:tracePt t="7237" x="5429250" y="2927350"/>
          <p14:tracePt t="7245" x="5543550" y="2908300"/>
          <p14:tracePt t="7258" x="5645150" y="2895600"/>
          <p14:tracePt t="7275" x="5861050" y="2876550"/>
          <p14:tracePt t="7292" x="5956300" y="2857500"/>
          <p14:tracePt t="7308" x="6146800" y="2838450"/>
          <p14:tracePt t="7325" x="6286500" y="2838450"/>
          <p14:tracePt t="7342" x="6400800" y="2825750"/>
          <p14:tracePt t="7358" x="6445250" y="2825750"/>
          <p14:tracePt t="7375" x="6483350" y="2825750"/>
          <p14:tracePt t="7392" x="6553200" y="2825750"/>
          <p14:tracePt t="7408" x="6572250" y="2825750"/>
          <p14:tracePt t="7425" x="6591300" y="2825750"/>
          <p14:tracePt t="7441" x="6635750" y="2819400"/>
          <p14:tracePt t="7458" x="6667500" y="2813050"/>
          <p14:tracePt t="7475" x="6705600" y="2806700"/>
          <p14:tracePt t="7491" x="6724650" y="2800350"/>
          <p14:tracePt t="7507" x="6756400" y="2800350"/>
          <p14:tracePt t="7525" x="6788150" y="2794000"/>
          <p14:tracePt t="7541" x="6819900" y="2794000"/>
          <p14:tracePt t="7557" x="6864350" y="2787650"/>
          <p14:tracePt t="7574" x="6915150" y="2787650"/>
          <p14:tracePt t="7591" x="6946900" y="2787650"/>
          <p14:tracePt t="7608" x="7004050" y="2794000"/>
          <p14:tracePt t="7624" x="7042150" y="2794000"/>
          <p14:tracePt t="7640" x="7112000" y="2800350"/>
          <p14:tracePt t="7658" x="7150100" y="2800350"/>
          <p14:tracePt t="7674" x="7219950" y="2819400"/>
          <p14:tracePt t="7690" x="7264400" y="2825750"/>
          <p14:tracePt t="7707" x="7334250" y="2844800"/>
          <p14:tracePt t="7724" x="7359650" y="2851150"/>
          <p14:tracePt t="7740" x="7423150" y="2863850"/>
          <p14:tracePt t="7757" x="7461250" y="2870200"/>
          <p14:tracePt t="7773" x="7480300" y="2870200"/>
          <p14:tracePt t="7790" x="7505700" y="2876550"/>
          <p14:tracePt t="7807" x="7531100" y="2876550"/>
          <p14:tracePt t="7823" x="7543800" y="2882900"/>
          <p14:tracePt t="7840" x="7562850" y="2889250"/>
          <p14:tracePt t="7856" x="7575550" y="2889250"/>
          <p14:tracePt t="7873" x="7575550" y="2895600"/>
          <p14:tracePt t="7890" x="7581900" y="2895600"/>
          <p14:tracePt t="7924" x="7588250" y="2895600"/>
          <p14:tracePt t="8036" x="7588250" y="2901950"/>
          <p14:tracePt t="8043" x="7588250" y="2908300"/>
          <p14:tracePt t="9778" x="7569200" y="2908300"/>
          <p14:tracePt t="9785" x="7531100" y="2895600"/>
          <p14:tracePt t="9802" x="7473950" y="2889250"/>
          <p14:tracePt t="9817" x="7366000" y="2863850"/>
          <p14:tracePt t="9833" x="7315200" y="2844800"/>
          <p14:tracePt t="9850" x="7169150" y="2806700"/>
          <p14:tracePt t="9866" x="7099300" y="2794000"/>
          <p14:tracePt t="9883" x="6959600" y="2774950"/>
          <p14:tracePt t="9899" x="6813550" y="2755900"/>
          <p14:tracePt t="9916" x="6762750" y="2749550"/>
          <p14:tracePt t="9933" x="6642100" y="2736850"/>
          <p14:tracePt t="9950" x="6489700" y="2730500"/>
          <p14:tracePt t="9966" x="6426200" y="2717800"/>
          <p14:tracePt t="9983" x="6273800" y="2717800"/>
          <p14:tracePt t="9999" x="6115050" y="2711450"/>
          <p14:tracePt t="10016" x="6064250" y="2711450"/>
          <p14:tracePt t="10033" x="5975350" y="2711450"/>
          <p14:tracePt t="10049" x="5829300" y="2711450"/>
          <p14:tracePt t="10067" x="5689600" y="2730500"/>
          <p14:tracePt t="10082" x="5613400" y="2730500"/>
          <p14:tracePt t="10099" x="5454650" y="2762250"/>
          <p14:tracePt t="10116" x="5340350" y="2768600"/>
          <p14:tracePt t="10132" x="5295900" y="2781300"/>
          <p14:tracePt t="10149" x="5270500" y="2781300"/>
          <p14:tracePt t="10166" x="5194300" y="2781300"/>
          <p14:tracePt t="10182" x="5162550" y="2787650"/>
          <p14:tracePt t="10200" x="5092700" y="2800350"/>
          <p14:tracePt t="10215" x="5060950" y="2800350"/>
          <p14:tracePt t="10231" x="5022850" y="2806700"/>
          <p14:tracePt t="10249" x="4984750" y="2819400"/>
          <p14:tracePt t="10265" x="4978400" y="2819400"/>
          <p14:tracePt t="10282" x="4953000" y="2819400"/>
          <p14:tracePt t="10298" x="4933950" y="2825750"/>
          <p14:tracePt t="10315" x="4927600" y="2832100"/>
          <p14:tracePt t="10331" x="4908550" y="2844800"/>
          <p14:tracePt t="10348" x="4889500" y="2857500"/>
          <p14:tracePt t="10365" x="4876800" y="2863850"/>
          <p14:tracePt t="10382" x="4864100" y="2870200"/>
          <p14:tracePt t="10397" x="4851400" y="2882900"/>
          <p14:tracePt t="10414" x="4838700" y="2895600"/>
          <p14:tracePt t="10431" x="4832350" y="2901950"/>
          <p14:tracePt t="10448" x="4826000" y="2914650"/>
          <p14:tracePt t="10467" x="4819650" y="2921000"/>
          <p14:tracePt t="10487" x="4819650" y="2933700"/>
          <p14:tracePt t="10508" x="4813300" y="2933700"/>
          <p14:tracePt t="10571" x="4806950" y="2940050"/>
          <p14:tracePt t="10606" x="4806950" y="2946400"/>
          <p14:tracePt t="10669" x="4800600" y="2946400"/>
          <p14:tracePt t="12264" x="4787900" y="2946400"/>
          <p14:tracePt t="12278" x="4768850" y="2946400"/>
          <p14:tracePt t="12292" x="4762500" y="2940050"/>
          <p14:tracePt t="12299" x="4749800" y="2940050"/>
          <p14:tracePt t="12313" x="4743450" y="2940050"/>
          <p14:tracePt t="12324" x="4737100" y="2933700"/>
          <p14:tracePt t="12341" x="4705350" y="2927350"/>
          <p14:tracePt t="12357" x="4686300" y="2927350"/>
          <p14:tracePt t="12374" x="4660900" y="2921000"/>
          <p14:tracePt t="12391" x="4616450" y="2914650"/>
          <p14:tracePt t="12407" x="4584700" y="2908300"/>
          <p14:tracePt t="12424" x="4527550" y="2895600"/>
          <p14:tracePt t="12440" x="4445000" y="2876550"/>
          <p14:tracePt t="12457" x="4400550" y="2857500"/>
          <p14:tracePt t="12474" x="4375150" y="2851150"/>
          <p14:tracePt t="12477" x="4343400" y="2838450"/>
          <p14:tracePt t="12490" x="4292600" y="2813050"/>
          <p14:tracePt t="12507" x="4267200" y="2800350"/>
          <p14:tracePt t="12524" x="4229100" y="2781300"/>
          <p14:tracePt t="12540" x="4210050" y="2768600"/>
          <p14:tracePt t="12557" x="4171950" y="2736850"/>
          <p14:tracePt t="12573" x="4127500" y="2692400"/>
          <p14:tracePt t="12590" x="4114800" y="2673350"/>
          <p14:tracePt t="12607" x="4070350" y="2628900"/>
          <p14:tracePt t="12623" x="4032250" y="2597150"/>
          <p14:tracePt t="12640" x="4019550" y="2578100"/>
          <p14:tracePt t="12657" x="3994150" y="2559050"/>
          <p14:tracePt t="12673" x="3975100" y="2546350"/>
          <p14:tracePt t="12690" x="3962400" y="2540000"/>
          <p14:tracePt t="12706" x="3949700" y="2527300"/>
          <p14:tracePt t="12723" x="3937000" y="2527300"/>
          <p14:tracePt t="12740" x="3924300" y="2520950"/>
          <p14:tracePt t="12756" x="3917950" y="2520950"/>
          <p14:tracePt t="12773" x="3898900" y="2514600"/>
          <p14:tracePt t="12790" x="3892550" y="2514600"/>
          <p14:tracePt t="12806" x="3886200" y="2508250"/>
          <p14:tracePt t="12822" x="3879850" y="2508250"/>
          <p14:tracePt t="12839" x="3848100" y="2495550"/>
          <p14:tracePt t="12856" x="3841750" y="2495550"/>
          <p14:tracePt t="12873" x="3835400" y="2489200"/>
          <p14:tracePt t="12889" x="3797300" y="2476500"/>
          <p14:tracePt t="12906" x="3778250" y="2470150"/>
          <p14:tracePt t="12923" x="3752850" y="2463800"/>
          <p14:tracePt t="12955" x="3733800" y="2463800"/>
          <p14:tracePt t="12959" x="3727450" y="2463800"/>
          <p14:tracePt t="12975" x="3721100" y="2463800"/>
          <p14:tracePt t="12988" x="3714750" y="2463800"/>
          <p14:tracePt t="13021" x="3708400" y="2463800"/>
          <p14:tracePt t="13042" x="3702050" y="2463800"/>
          <p14:tracePt t="13070" x="3689350" y="2470150"/>
          <p14:tracePt t="13091" x="3683000" y="2476500"/>
          <p14:tracePt t="13112" x="3676650" y="2476500"/>
          <p14:tracePt t="13119" x="3676650" y="2482850"/>
          <p14:tracePt t="13133" x="3670300" y="2482850"/>
          <p14:tracePt t="13161" x="3663950" y="2482850"/>
          <p14:tracePt t="13182" x="3657600" y="2482850"/>
          <p14:tracePt t="13189" x="3651250" y="2482850"/>
          <p14:tracePt t="13210" x="3638550" y="2489200"/>
          <p14:tracePt t="13231" x="3632200" y="2489200"/>
          <p14:tracePt t="13252" x="3625850" y="2495550"/>
          <p14:tracePt t="13301" x="3619500" y="2501900"/>
          <p14:tracePt t="13322" x="3613150" y="2501900"/>
          <p14:tracePt t="13350" x="3606800" y="2501900"/>
          <p14:tracePt t="13372" x="3600450" y="2508250"/>
          <p14:tracePt t="13399" x="3600450" y="2514600"/>
          <p14:tracePt t="13420" x="3600450" y="2520950"/>
          <p14:tracePt t="13441" x="3606800" y="2520950"/>
          <p14:tracePt t="13456" x="3613150" y="2520950"/>
          <p14:tracePt t="13463" x="3619500" y="2520950"/>
          <p14:tracePt t="13470" x="3625850" y="2527300"/>
          <p14:tracePt t="13490" x="3632200" y="2527300"/>
          <p14:tracePt t="13507" x="3632200" y="2533650"/>
          <p14:tracePt t="13520" x="3644900" y="2533650"/>
          <p14:tracePt t="13537" x="3663950" y="2540000"/>
          <p14:tracePt t="13554" x="3676650" y="2546350"/>
          <p14:tracePt t="13570" x="3702050" y="2552700"/>
          <p14:tracePt t="13587" x="3727450" y="2565400"/>
          <p14:tracePt t="13603" x="3759200" y="2571750"/>
          <p14:tracePt t="13620" x="3771900" y="2578100"/>
          <p14:tracePt t="13637" x="3816350" y="2584450"/>
          <p14:tracePt t="13654" x="3860800" y="2590800"/>
          <p14:tracePt t="13670" x="3886200" y="2590800"/>
          <p14:tracePt t="13687" x="3924300" y="2590800"/>
          <p14:tracePt t="13703" x="3962400" y="2597150"/>
          <p14:tracePt t="13719" x="3987800" y="2597150"/>
          <p14:tracePt t="13737" x="4013200" y="2597150"/>
          <p14:tracePt t="13753" x="4038600" y="2597150"/>
          <p14:tracePt t="13786" x="4057650" y="2597150"/>
          <p14:tracePt t="13803" x="4064000" y="2597150"/>
          <p14:tracePt t="13820" x="4083050" y="2584450"/>
          <p14:tracePt t="13853" x="4089400" y="2578100"/>
          <p14:tracePt t="13869" x="4102100" y="2578100"/>
          <p14:tracePt t="13885" x="4108450" y="2578100"/>
          <p14:tracePt t="13902" x="4114800" y="2571750"/>
          <p14:tracePt t="13936" x="4121150" y="2571750"/>
          <p14:tracePt t="13960" x="4121150" y="2565400"/>
          <p14:tracePt t="13981" x="4127500" y="2565400"/>
          <p14:tracePt t="14003" x="4133850" y="2559050"/>
          <p14:tracePt t="14023" x="4140200" y="2559050"/>
          <p14:tracePt t="14065" x="4146550" y="2559050"/>
          <p14:tracePt t="14100" x="4152900" y="2559050"/>
          <p14:tracePt t="14171" x="4159250" y="2559050"/>
          <p14:tracePt t="14213" x="4165600" y="2552700"/>
          <p14:tracePt t="14255" x="4171950" y="2552700"/>
          <p14:tracePt t="14367" x="4178300" y="2552700"/>
          <p14:tracePt t="15004" x="4184650" y="2552700"/>
          <p14:tracePt t="15012" x="4197350" y="2552700"/>
          <p14:tracePt t="15033" x="4210050" y="2552700"/>
          <p14:tracePt t="15047" x="4222750" y="2552700"/>
          <p14:tracePt t="15054" x="4235450" y="2552700"/>
          <p14:tracePt t="15068" x="4254500" y="2552700"/>
          <p14:tracePt t="15082" x="4298950" y="2559050"/>
          <p14:tracePt t="15098" x="4318000" y="2559050"/>
          <p14:tracePt t="15115" x="4330700" y="2559050"/>
          <p14:tracePt t="15131" x="4368800" y="2559050"/>
          <p14:tracePt t="15148" x="4394200" y="2559050"/>
          <p14:tracePt t="15165" x="4406900" y="2565400"/>
          <p14:tracePt t="15181" x="4425950" y="2565400"/>
          <p14:tracePt t="15198" x="4432300" y="2565400"/>
          <p14:tracePt t="15215" x="4438650" y="2565400"/>
          <p14:tracePt t="17610" x="4470400" y="2578100"/>
          <p14:tracePt t="17617" x="4527550" y="2603500"/>
          <p14:tracePt t="17631" x="4578350" y="2635250"/>
          <p14:tracePt t="17640" x="4660900" y="2654300"/>
          <p14:tracePt t="17656" x="4775200" y="2686050"/>
          <p14:tracePt t="17673" x="5029200" y="2730500"/>
          <p14:tracePt t="17689" x="5295900" y="2749550"/>
          <p14:tracePt t="17706" x="5422900" y="2762250"/>
          <p14:tracePt t="17723" x="5638800" y="2768600"/>
          <p14:tracePt t="17739" x="5803900" y="2768600"/>
          <p14:tracePt t="17756" x="5873750" y="2755900"/>
          <p14:tracePt t="17773" x="5981700" y="2730500"/>
          <p14:tracePt t="17789" x="6051550" y="2711450"/>
          <p14:tracePt t="17806" x="6089650" y="2711450"/>
          <p14:tracePt t="17822" x="6115050" y="2705100"/>
          <p14:tracePt t="17838" x="6127750" y="2705100"/>
          <p14:tracePt t="17856" x="6172200" y="2705100"/>
          <p14:tracePt t="17872" x="6184900" y="2705100"/>
          <p14:tracePt t="17888" x="6191250" y="2705100"/>
          <p14:tracePt t="17905" x="6216650" y="2698750"/>
          <p14:tracePt t="17922" x="6242050" y="2698750"/>
          <p14:tracePt t="17938" x="6261100" y="2698750"/>
          <p14:tracePt t="17955" x="6299200" y="2698750"/>
          <p14:tracePt t="17972" x="6318250" y="2698750"/>
          <p14:tracePt t="17989" x="6343650" y="2698750"/>
          <p14:tracePt t="18004" x="6350000" y="2698750"/>
          <p14:tracePt t="18021" x="6356350" y="2698750"/>
          <p14:tracePt t="18038" x="6362700" y="2717800"/>
          <p14:tracePt t="18055" x="6362700" y="2730500"/>
          <p14:tracePt t="18072" x="6356350" y="2743200"/>
          <p14:tracePt t="18088" x="6273800" y="2794000"/>
          <p14:tracePt t="18105" x="6216650" y="2825750"/>
          <p14:tracePt t="18121" x="6159500" y="2851150"/>
          <p14:tracePt t="18137" x="5994400" y="2927350"/>
          <p14:tracePt t="18154" x="5962650" y="2940050"/>
          <p14:tracePt t="18172" x="5924550" y="2952750"/>
          <p14:tracePt t="18187" x="5924550" y="2959100"/>
          <p14:tracePt t="18227" x="5943600" y="2959100"/>
          <p14:tracePt t="18241" x="5962650" y="2959100"/>
          <p14:tracePt t="18254" x="6000750" y="2959100"/>
          <p14:tracePt t="18271" x="6108700" y="2946400"/>
          <p14:tracePt t="18287" x="6172200" y="2940050"/>
          <p14:tracePt t="18304" x="6330950" y="2921000"/>
          <p14:tracePt t="18320" x="6394450" y="2908300"/>
          <p14:tracePt t="18337" x="6477000" y="2889250"/>
          <p14:tracePt t="18354" x="6591300" y="2870200"/>
          <p14:tracePt t="18370" x="6623050" y="2870200"/>
          <p14:tracePt t="18387" x="6642100" y="2870200"/>
          <p14:tracePt t="18404" x="6661150" y="2863850"/>
          <p14:tracePt t="18439" x="6654800" y="2857500"/>
          <p14:tracePt t="18453" x="6635750" y="2857500"/>
          <p14:tracePt t="18469" x="6597650" y="2857500"/>
          <p14:tracePt t="18487" x="6496050" y="2863850"/>
          <p14:tracePt t="18503" x="6457950" y="2863850"/>
          <p14:tracePt t="18519" x="6400800" y="2876550"/>
          <p14:tracePt t="18536" x="6299200" y="2876550"/>
          <p14:tracePt t="18553" x="6216650" y="2882900"/>
          <p14:tracePt t="18570" x="6197600" y="2882900"/>
          <p14:tracePt t="18586" x="6172200" y="2882900"/>
          <p14:tracePt t="18603" x="6165850" y="2889250"/>
          <p14:tracePt t="18620" x="6165850" y="2895600"/>
          <p14:tracePt t="18652" x="6172200" y="2895600"/>
          <p14:tracePt t="18669" x="6210300" y="2889250"/>
          <p14:tracePt t="18686" x="6235700" y="2889250"/>
          <p14:tracePt t="18703" x="6267450" y="2882900"/>
          <p14:tracePt t="18719" x="6388100" y="2857500"/>
          <p14:tracePt t="18735" x="6438900" y="2851150"/>
          <p14:tracePt t="18753" x="6559550" y="2832100"/>
          <p14:tracePt t="18768" x="6597650" y="2819400"/>
          <p14:tracePt t="18785" x="6616700" y="2819400"/>
          <p14:tracePt t="18802" x="6654800" y="2819400"/>
          <p14:tracePt t="18818" x="6654800" y="2813050"/>
          <p14:tracePt t="18835" x="6654800" y="2806700"/>
          <p14:tracePt t="18852" x="6654800" y="2787650"/>
          <p14:tracePt t="18868" x="6667500" y="2768600"/>
          <p14:tracePt t="19372" x="6623050" y="2743200"/>
          <p14:tracePt t="19379" x="6546850" y="2717800"/>
          <p14:tracePt t="19393" x="6451600" y="2673350"/>
          <p14:tracePt t="19403" x="6356350" y="2641600"/>
          <p14:tracePt t="19416" x="6267450" y="2609850"/>
          <p14:tracePt t="19433" x="6096000" y="2571750"/>
          <p14:tracePt t="19450" x="5930900" y="2540000"/>
          <p14:tracePt t="19466" x="5835650" y="2533650"/>
          <p14:tracePt t="19484" x="5657850" y="2501900"/>
          <p14:tracePt t="19499" x="5454650" y="2482850"/>
          <p14:tracePt t="19516" x="5353050" y="2470150"/>
          <p14:tracePt t="19533" x="5232400" y="2463800"/>
          <p14:tracePt t="19549" x="5010150" y="2451100"/>
          <p14:tracePt t="19566" x="4794250" y="2451100"/>
          <p14:tracePt t="19583" x="4629150" y="2451100"/>
          <p14:tracePt t="19599" x="4546600" y="2444750"/>
          <p14:tracePt t="19616" x="4419600" y="2413000"/>
          <p14:tracePt t="19632" x="4298950" y="2406650"/>
          <p14:tracePt t="19649" x="4248150" y="2393950"/>
          <p14:tracePt t="19666" x="4146550" y="2349500"/>
          <p14:tracePt t="19682" x="4044950" y="2305050"/>
          <p14:tracePt t="19699" x="3994150" y="2279650"/>
          <p14:tracePt t="19716" x="3898900" y="2260600"/>
          <p14:tracePt t="19732" x="3803650" y="2241550"/>
          <p14:tracePt t="19749" x="3752850" y="2241550"/>
          <p14:tracePt t="19765" x="3695700" y="2241550"/>
          <p14:tracePt t="19782" x="3657600" y="2260600"/>
          <p14:tracePt t="19799" x="3651250" y="2260600"/>
          <p14:tracePt t="19815" x="3657600" y="22606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Get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spc="-50" dirty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prstClr val="white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prstClr val="white"/>
                </a:solidFill>
                <a:latin typeface="Consolas" panose="020B0609020204030204" pitchFamily="49" charset="0"/>
              </a:rPr>
              <a:t>[0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915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2568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4350"/>
    </mc:Choice>
    <mc:Fallback>
      <p:transition advTm="14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28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22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06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28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22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13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8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'super']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04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prstClr val="white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spc="-94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88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524"/>
    </mc:Choice>
    <mc:Fallback>
      <p:transition advTm="11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805" x="4222750" y="4337050"/>
          <p14:tracePt t="2822" x="4095750" y="4451350"/>
          <p14:tracePt t="2837" x="3917950" y="4629150"/>
          <p14:tracePt t="2854" x="3816350" y="4711700"/>
          <p14:tracePt t="2871" x="3714750" y="4832350"/>
          <p14:tracePt t="2887" x="3549650" y="5003800"/>
          <p14:tracePt t="2905" x="3441700" y="5111750"/>
          <p14:tracePt t="2922" x="3295650" y="5213350"/>
          <p14:tracePt t="2937" x="3219450" y="5264150"/>
          <p14:tracePt t="2953" x="3162300" y="5314950"/>
          <p14:tracePt t="2971" x="3073400" y="5397500"/>
          <p14:tracePt t="2987" x="3016250" y="5454650"/>
          <p14:tracePt t="3004" x="2933700" y="5511800"/>
          <p14:tracePt t="3020" x="2870200" y="5562600"/>
          <p14:tracePt t="3036" x="2825750" y="5594350"/>
          <p14:tracePt t="3054" x="2787650" y="5619750"/>
          <p14:tracePt t="3070" x="2762250" y="5626100"/>
          <p14:tracePt t="3086" x="2743200" y="5638800"/>
          <p14:tracePt t="3105" x="2724150" y="5638800"/>
          <p14:tracePt t="3120" x="2717800" y="5638800"/>
          <p14:tracePt t="3136" x="2705100" y="5638800"/>
          <p14:tracePt t="3153" x="2692400" y="5638800"/>
          <p14:tracePt t="3203" x="2679700" y="5645150"/>
          <p14:tracePt t="3219" x="2673350" y="5651500"/>
          <p14:tracePt t="3237" x="2660650" y="5670550"/>
          <p14:tracePt t="3252" x="2647950" y="5683250"/>
          <p14:tracePt t="3269" x="2647950" y="5695950"/>
          <p14:tracePt t="3286" x="2647950" y="5708650"/>
          <p14:tracePt t="3302" x="2647950" y="5721350"/>
          <p14:tracePt t="3319" x="2647950" y="5740400"/>
          <p14:tracePt t="3336" x="2647950" y="5765800"/>
          <p14:tracePt t="3352" x="2654300" y="5797550"/>
          <p14:tracePt t="3369" x="2692400" y="5854700"/>
          <p14:tracePt t="3385" x="2730500" y="5899150"/>
          <p14:tracePt t="3402" x="2794000" y="5949950"/>
          <p14:tracePt t="3419" x="2914650" y="6007100"/>
          <p14:tracePt t="3435" x="2984500" y="6026150"/>
          <p14:tracePt t="3438" x="3022600" y="6032500"/>
          <p14:tracePt t="3452" x="3060700" y="6032500"/>
          <p14:tracePt t="3468" x="3155950" y="6032500"/>
          <p14:tracePt t="3485" x="3244850" y="6007100"/>
          <p14:tracePt t="3502" x="3371850" y="5962650"/>
          <p14:tracePt t="3518" x="3435350" y="5930900"/>
          <p14:tracePt t="3535" x="3479800" y="5918200"/>
          <p14:tracePt t="3552" x="3524250" y="5911850"/>
          <p14:tracePt t="3568" x="3530600" y="5911850"/>
          <p14:tracePt t="3618" x="3479800" y="5911850"/>
          <p14:tracePt t="3635" x="3371850" y="5905500"/>
          <p14:tracePt t="3651" x="3206750" y="5905500"/>
          <p14:tracePt t="3668" x="3041650" y="5905500"/>
          <p14:tracePt t="3684" x="2882900" y="5924550"/>
          <p14:tracePt t="3701" x="2673350" y="5956300"/>
          <p14:tracePt t="3717" x="2578100" y="5969000"/>
          <p14:tracePt t="3734" x="2444750" y="5988050"/>
          <p14:tracePt t="3751" x="2374900" y="5994400"/>
          <p14:tracePt t="3767" x="2317750" y="6007100"/>
          <p14:tracePt t="3784" x="2254250" y="6026150"/>
          <p14:tracePt t="3800" x="2222500" y="6026150"/>
          <p14:tracePt t="3817" x="2203450" y="6026150"/>
          <p14:tracePt t="3834" x="2184400" y="6026150"/>
          <p14:tracePt t="3850" x="2178050" y="6026150"/>
          <p14:tracePt t="3884" x="2178050" y="6032500"/>
          <p14:tracePt t="3900" x="2184400" y="6038850"/>
          <p14:tracePt t="3917" x="2203450" y="6038850"/>
          <p14:tracePt t="4399" x="2298700" y="6026150"/>
          <p14:tracePt t="4415" x="2413000" y="5988050"/>
          <p14:tracePt t="4432" x="2540000" y="5943600"/>
          <p14:tracePt t="4448" x="2622550" y="5930900"/>
          <p14:tracePt t="4465" x="2736850" y="5918200"/>
          <p14:tracePt t="4482" x="2959100" y="5911850"/>
          <p14:tracePt t="4498" x="3111500" y="5899150"/>
          <p14:tracePt t="4516" x="3232150" y="5892800"/>
          <p14:tracePt t="4532" x="3346450" y="5880100"/>
          <p14:tracePt t="4548" x="3397250" y="5880100"/>
          <p14:tracePt t="4567" x="3454400" y="5892800"/>
          <p14:tracePt t="4581" x="3467100" y="5892800"/>
          <p14:tracePt t="4598" x="3473450" y="5892800"/>
          <p14:tracePt t="4648" x="3435350" y="5892800"/>
          <p14:tracePt t="4664" x="3263900" y="5886450"/>
          <p14:tracePt t="4681" x="3073400" y="5892800"/>
          <p14:tracePt t="4698" x="2667000" y="5911850"/>
          <p14:tracePt t="4714" x="2425700" y="5924550"/>
          <p14:tracePt t="4730" x="2247900" y="5943600"/>
          <p14:tracePt t="4748" x="2012950" y="5949950"/>
          <p14:tracePt t="4764" x="1885950" y="5949950"/>
          <p14:tracePt t="4780" x="1816100" y="5949950"/>
          <p14:tracePt t="4797" x="1758950" y="5949950"/>
          <p14:tracePt t="4814" x="1739900" y="5949950"/>
          <p14:tracePt t="4831" x="1739900" y="5956300"/>
          <p14:tracePt t="4881" x="1746250" y="5956300"/>
          <p14:tracePt t="4897" x="1784350" y="5949950"/>
          <p14:tracePt t="4913" x="1866900" y="5930900"/>
          <p14:tracePt t="4930" x="2152650" y="5880100"/>
          <p14:tracePt t="4947" x="2470150" y="5822950"/>
          <p14:tracePt t="4950" x="2647950" y="5784850"/>
          <p14:tracePt t="4963" x="2774950" y="5759450"/>
          <p14:tracePt t="4980" x="3200400" y="5683250"/>
          <p14:tracePt t="4996" x="3378200" y="5645150"/>
          <p14:tracePt t="5013" x="3594100" y="5588000"/>
          <p14:tracePt t="5029" x="3695700" y="5575300"/>
          <p14:tracePt t="5046" x="3765550" y="5575300"/>
          <p14:tracePt t="5063" x="3829050" y="5575300"/>
          <p14:tracePt t="5079" x="3835400" y="5575300"/>
          <p14:tracePt t="5113" x="3759200" y="5581650"/>
          <p14:tracePt t="5129" x="3606800" y="5581650"/>
          <p14:tracePt t="5148" x="3206750" y="5632450"/>
          <p14:tracePt t="5163" x="2876550" y="5708650"/>
          <p14:tracePt t="5179" x="2482850" y="5772150"/>
          <p14:tracePt t="5197" x="2146300" y="5867400"/>
          <p14:tracePt t="5212" x="1949450" y="5930900"/>
          <p14:tracePt t="5229" x="1841500" y="5956300"/>
          <p14:tracePt t="5246" x="1746250" y="6000750"/>
          <p14:tracePt t="5263" x="1733550" y="6000750"/>
          <p14:tracePt t="5312" x="1739900" y="6000750"/>
          <p14:tracePt t="5330" x="1860550" y="5988050"/>
          <p14:tracePt t="5345" x="2025650" y="5956300"/>
          <p14:tracePt t="5362" x="2324100" y="5911850"/>
          <p14:tracePt t="5379" x="2921000" y="5803900"/>
          <p14:tracePt t="5395" x="3340100" y="5734050"/>
          <p14:tracePt t="5412" x="3625850" y="5702300"/>
          <p14:tracePt t="5428" x="3994150" y="5638800"/>
          <p14:tracePt t="5446" x="4178300" y="5600700"/>
          <p14:tracePt t="5449" x="4254500" y="5568950"/>
          <p14:tracePt t="5462" x="4362450" y="5549900"/>
          <p14:tracePt t="5478" x="4432300" y="5543550"/>
          <p14:tracePt t="5495" x="4457700" y="5537200"/>
          <p14:tracePt t="5513" x="4489450" y="5530850"/>
          <p14:tracePt t="5561" x="4483100" y="5530850"/>
          <p14:tracePt t="5578" x="4464050" y="5518150"/>
          <p14:tracePt t="5594" x="4451350" y="5518150"/>
          <p14:tracePt t="5611" x="4387850" y="5492750"/>
          <p14:tracePt t="5627" x="4343400" y="5467350"/>
          <p14:tracePt t="5645" x="4298950" y="5454650"/>
          <p14:tracePt t="5661" x="4279900" y="5448300"/>
          <p14:tracePt t="5744" x="4273550" y="5473700"/>
          <p14:tracePt t="5760" x="4248150" y="5505450"/>
          <p14:tracePt t="5778" x="4146550" y="5581650"/>
          <p14:tracePt t="5794" x="4006850" y="5670550"/>
          <p14:tracePt t="5810" x="3784600" y="5740400"/>
          <p14:tracePt t="5828" x="3416300" y="5861050"/>
          <p14:tracePt t="5843" x="3162300" y="5918200"/>
          <p14:tracePt t="5860" x="2921000" y="5924550"/>
          <p14:tracePt t="5877" x="2660650" y="5930900"/>
          <p14:tracePt t="5894" x="2559050" y="5930900"/>
          <p14:tracePt t="5912" x="2495550" y="5924550"/>
          <p14:tracePt t="5943" x="2489200" y="5924550"/>
          <p14:tracePt t="5993" x="2495550" y="5924550"/>
          <p14:tracePt t="6011" x="2552700" y="5924550"/>
          <p14:tracePt t="6027" x="2616200" y="5924550"/>
          <p14:tracePt t="6043" x="2813050" y="5924550"/>
          <p14:tracePt t="6059" x="3111500" y="5886450"/>
          <p14:tracePt t="6076" x="3289300" y="5848350"/>
          <p14:tracePt t="6093" x="3524250" y="5797550"/>
          <p14:tracePt t="6109" x="3663950" y="5791200"/>
          <p14:tracePt t="6126" x="3695700" y="5791200"/>
          <p14:tracePt t="6143" x="3733800" y="5791200"/>
          <p14:tracePt t="6159" x="3746500" y="5784850"/>
          <p14:tracePt t="6209" x="3727450" y="5778500"/>
          <p14:tracePt t="6228" x="3536950" y="5759450"/>
          <p14:tracePt t="6242" x="3435350" y="5765800"/>
          <p14:tracePt t="6259" x="3308350" y="5772150"/>
          <p14:tracePt t="6276" x="3016250" y="5816600"/>
          <p14:tracePt t="6292" x="2813050" y="5861050"/>
          <p14:tracePt t="6309" x="2755900" y="5880100"/>
          <p14:tracePt t="6325" x="2705100" y="5892800"/>
          <p14:tracePt t="6342" x="2692400" y="5899150"/>
          <p14:tracePt t="6359" x="2698750" y="5905500"/>
          <p14:tracePt t="6375" x="2705100" y="5905500"/>
          <p14:tracePt t="6391" x="2787650" y="5905500"/>
          <p14:tracePt t="6409" x="3003550" y="5905500"/>
          <p14:tracePt t="6425" x="3162300" y="5886450"/>
          <p14:tracePt t="6441" x="3556000" y="5835650"/>
          <p14:tracePt t="6458" x="3854450" y="5791200"/>
          <p14:tracePt t="6474" x="3968750" y="5772150"/>
          <p14:tracePt t="6492" x="4051300" y="5740400"/>
          <p14:tracePt t="6508" x="4159250" y="5695950"/>
          <p14:tracePt t="6525" x="4165600" y="5695950"/>
          <p14:tracePt t="6542" x="4171950" y="5695950"/>
          <p14:tracePt t="6558" x="4184650" y="5695950"/>
          <p14:tracePt t="6574" x="4191000" y="5683250"/>
          <p14:tracePt t="6591" x="4203700" y="5695950"/>
          <p14:tracePt t="7504" x="4178300" y="5670550"/>
          <p14:tracePt t="7521" x="4159250" y="5645150"/>
          <p14:tracePt t="7538" x="4095750" y="5575300"/>
          <p14:tracePt t="7554" x="3994150" y="5429250"/>
          <p14:tracePt t="7572" x="3917950" y="5321300"/>
          <p14:tracePt t="7587" x="3752850" y="5099050"/>
          <p14:tracePt t="7604" x="3619500" y="4902200"/>
          <p14:tracePt t="7622" x="3479800" y="4724400"/>
          <p14:tracePt t="7637" x="3422650" y="4654550"/>
          <p14:tracePt t="7654" x="3302000" y="4533900"/>
          <p14:tracePt t="7671" x="3187700" y="4425950"/>
          <p14:tracePt t="7687" x="3136900" y="4387850"/>
          <p14:tracePt t="7704" x="3073400" y="4330700"/>
          <p14:tracePt t="7720" x="3016250" y="4279900"/>
          <p14:tracePt t="7737" x="2997200" y="4267200"/>
          <p14:tracePt t="7755" x="2978150" y="4241800"/>
          <p14:tracePt t="7770" x="2946400" y="4222750"/>
          <p14:tracePt t="7804" x="2921000" y="4222750"/>
          <p14:tracePt t="7820" x="2908300" y="4229100"/>
          <p14:tracePt t="7836" x="2863850" y="4273550"/>
          <p14:tracePt t="7853" x="2819400" y="4362450"/>
          <p14:tracePt t="7870" x="2800350" y="4432300"/>
          <p14:tracePt t="7886" x="2781300" y="4572000"/>
          <p14:tracePt t="7903" x="2781300" y="4724400"/>
          <p14:tracePt t="7920" x="2781300" y="4775200"/>
          <p14:tracePt t="7936" x="2781300" y="4838700"/>
          <p14:tracePt t="7953" x="2787650" y="4864100"/>
          <p14:tracePt t="7986" x="2787650" y="4870450"/>
          <p14:tracePt t="8003" x="2800350" y="4845050"/>
          <p14:tracePt t="8019" x="2813050" y="4813300"/>
          <p14:tracePt t="8036" x="2832100" y="4692650"/>
          <p14:tracePt t="8053" x="2838450" y="4514850"/>
          <p14:tracePt t="8070" x="2844800" y="4311650"/>
          <p14:tracePt t="8086" x="2844800" y="4222750"/>
          <p14:tracePt t="8102" x="2838450" y="4133850"/>
          <p14:tracePt t="8119" x="2813050" y="3968750"/>
          <p14:tracePt t="8135" x="2806700" y="3949700"/>
          <p14:tracePt t="8153" x="2806700" y="3943350"/>
          <p14:tracePt t="8169" x="2800350" y="3937000"/>
          <p14:tracePt t="8185" x="2800350" y="3949700"/>
          <p14:tracePt t="8203" x="2800350" y="3994150"/>
          <p14:tracePt t="8218" x="2800350" y="4044950"/>
          <p14:tracePt t="8235" x="2800350" y="4165600"/>
          <p14:tracePt t="8252" x="2800350" y="4292600"/>
          <p14:tracePt t="8269" x="2813050" y="4356100"/>
          <p14:tracePt t="8285" x="2838450" y="4489450"/>
          <p14:tracePt t="8302" x="2857500" y="4597400"/>
          <p14:tracePt t="8318" x="2863850" y="4635500"/>
          <p14:tracePt t="8336" x="2876550" y="4673600"/>
          <p14:tracePt t="8352" x="2882900" y="4679950"/>
          <p14:tracePt t="8385" x="2895600" y="4654550"/>
          <p14:tracePt t="8401" x="2914650" y="4565650"/>
          <p14:tracePt t="8418" x="2921000" y="4495800"/>
          <p14:tracePt t="8435" x="2933700" y="4356100"/>
          <p14:tracePt t="8451" x="2940050" y="4292600"/>
          <p14:tracePt t="8469" x="2940050" y="4165600"/>
          <p14:tracePt t="8501" x="2940050" y="4159250"/>
          <p14:tracePt t="8534" x="2933700" y="4203700"/>
          <p14:tracePt t="8551" x="2933700" y="4254500"/>
          <p14:tracePt t="8568" x="2927350" y="4394200"/>
          <p14:tracePt t="8584" x="2927350" y="4559300"/>
          <p14:tracePt t="8601" x="2946400" y="4629150"/>
          <p14:tracePt t="8617" x="2971800" y="4737100"/>
          <p14:tracePt t="8634" x="3035300" y="4800600"/>
          <p14:tracePt t="8651" x="3117850" y="4826000"/>
          <p14:tracePt t="8667" x="3181350" y="4826000"/>
          <p14:tracePt t="8684" x="3340100" y="4806950"/>
          <p14:tracePt t="8701" x="3498850" y="4737100"/>
          <p14:tracePt t="8716" x="3581400" y="4673600"/>
          <p14:tracePt t="8734" x="3663950" y="4610100"/>
          <p14:tracePt t="8750" x="3962400" y="4387850"/>
          <p14:tracePt t="8767" x="4057650" y="4324350"/>
          <p14:tracePt t="8784" x="4146550" y="4286250"/>
          <p14:tracePt t="8800" x="4324350" y="4222750"/>
          <p14:tracePt t="8817" x="4527550" y="4171950"/>
          <p14:tracePt t="8835" x="4699000" y="4140200"/>
          <p14:tracePt t="8850" x="4749800" y="4133850"/>
          <p14:tracePt t="8866" x="4895850" y="4083050"/>
          <p14:tracePt t="8883" x="5041900" y="4051300"/>
          <p14:tracePt t="8901" x="5137150" y="4032250"/>
          <p14:tracePt t="8918" x="5283200" y="3987800"/>
          <p14:tracePt t="8933" x="5403850" y="3956050"/>
          <p14:tracePt t="8949" x="5441950" y="3937000"/>
          <p14:tracePt t="8967" x="5505450" y="3930650"/>
          <p14:tracePt t="8983" x="5543550" y="3930650"/>
          <p14:tracePt t="8999" x="5568950" y="3930650"/>
          <p14:tracePt t="9016" x="5600700" y="38925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12954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</a:t>
            </a:r>
            <a:r>
              <a:rPr lang="en-US" altLang="en-US" sz="4400" dirty="0" smtClean="0">
                <a:latin typeface="Elephant" panose="02020904090505020303" pitchFamily="18" charset="0"/>
              </a:rPr>
              <a:t>a Class Attribute that is a Function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6106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total=0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def status():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print("</a:t>
            </a:r>
            <a:r>
              <a:rPr lang="en-US" altLang="en-US" sz="2400" dirty="0">
                <a:latin typeface="Lucida Console" panose="020B0609040504020204" pitchFamily="49" charset="0"/>
              </a:rPr>
              <a:t>Total critters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",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Critter.total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        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 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800" dirty="0" smtClean="0"/>
              <a:t>You can call this function through the class name or an instance</a:t>
            </a:r>
            <a:endParaRPr lang="en-US" altLang="en-US" sz="2400" dirty="0"/>
          </a:p>
          <a:p>
            <a:pPr lvl="1" eaLnBrk="1" hangingPunct="1"/>
            <a:r>
              <a:rPr lang="en-US" altLang="en-US" sz="2800" dirty="0" err="1" smtClean="0"/>
              <a:t>Eg</a:t>
            </a:r>
            <a:r>
              <a:rPr lang="en-US" altLang="en-US" sz="2800" dirty="0" smtClean="0"/>
              <a:t>. </a:t>
            </a:r>
            <a:r>
              <a:rPr lang="en-US" altLang="en-US" sz="28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Critter.status</a:t>
            </a:r>
            <a:r>
              <a:rPr lang="en-US" altLang="en-US" sz="28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endParaRPr lang="en-US" altLang="en-US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1" eaLnBrk="1" hangingPunct="1"/>
            <a:r>
              <a:rPr lang="en-US" altLang="en-US" sz="2800" dirty="0" smtClean="0"/>
              <a:t>But it is an attribute, not a method.</a:t>
            </a:r>
          </a:p>
          <a:p>
            <a:pPr lvl="2" eaLnBrk="1" hangingPunct="1"/>
            <a:r>
              <a:rPr lang="en-US" altLang="en-US" sz="2600" dirty="0" smtClean="0"/>
              <a:t>This difference doesn't affect your ability to call it.</a:t>
            </a:r>
          </a:p>
          <a:p>
            <a:pPr lvl="2" eaLnBrk="1" hangingPunct="1"/>
            <a:r>
              <a:rPr lang="en-US" altLang="en-US" sz="2600" dirty="0" smtClean="0"/>
              <a:t>But it </a:t>
            </a:r>
            <a:r>
              <a:rPr lang="en-US" altLang="en-US" sz="2600" dirty="0" smtClean="0"/>
              <a:t>will have small differences, such as with inheritance by subclasses that want a method. 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69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101"/>
    </mc:Choice>
    <mc:Fallback>
      <p:transition spd="slow" advTm="1231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249" x="4502150" y="3721100"/>
          <p14:tracePt t="9255" x="4514850" y="3721100"/>
          <p14:tracePt t="9265" x="4546600" y="3721100"/>
          <p14:tracePt t="9281" x="4559300" y="3721100"/>
          <p14:tracePt t="9295" x="4610100" y="3714750"/>
          <p14:tracePt t="9312" x="4660900" y="3695700"/>
          <p14:tracePt t="9329" x="4730750" y="3689350"/>
          <p14:tracePt t="9345" x="4768850" y="3689350"/>
          <p14:tracePt t="9349" x="4787900" y="3689350"/>
          <p14:tracePt t="9361" x="4819650" y="3683000"/>
          <p14:tracePt t="9378" x="4895850" y="3670300"/>
          <p14:tracePt t="9394" x="4965700" y="3663950"/>
          <p14:tracePt t="9412" x="5035550" y="3644900"/>
          <p14:tracePt t="9428" x="5137150" y="3625850"/>
          <p14:tracePt t="9445" x="5187950" y="3606800"/>
          <p14:tracePt t="9461" x="5238750" y="3594100"/>
          <p14:tracePt t="9477" x="5283200" y="3581400"/>
          <p14:tracePt t="9494" x="5321300" y="3568700"/>
          <p14:tracePt t="9511" x="5353050" y="3556000"/>
          <p14:tracePt t="9528" x="5391150" y="3543300"/>
          <p14:tracePt t="9545" x="5422900" y="3524250"/>
          <p14:tracePt t="9561" x="5454650" y="3511550"/>
          <p14:tracePt t="9577" x="5473700" y="3498850"/>
          <p14:tracePt t="9594" x="5492750" y="3492500"/>
          <p14:tracePt t="9611" x="5505450" y="3473450"/>
          <p14:tracePt t="9627" x="5505450" y="3467100"/>
          <p14:tracePt t="9645" x="5511800" y="3460750"/>
          <p14:tracePt t="9660" x="5518150" y="3454400"/>
          <p14:tracePt t="9677" x="5518150" y="3448050"/>
          <p14:tracePt t="9694" x="5518150" y="3441700"/>
          <p14:tracePt t="9727" x="5518150" y="3429000"/>
          <p14:tracePt t="9744" x="5518150" y="3416300"/>
          <p14:tracePt t="9760" x="5518150" y="3390900"/>
          <p14:tracePt t="9776" x="5518150" y="3365500"/>
          <p14:tracePt t="9793" x="5518150" y="3308350"/>
          <p14:tracePt t="9810" x="5518150" y="3257550"/>
          <p14:tracePt t="9827" x="5511800" y="3187700"/>
          <p14:tracePt t="9843" x="5505450" y="3136900"/>
          <p14:tracePt t="9860" x="5486400" y="3079750"/>
          <p14:tracePt t="9863" x="5473700" y="3048000"/>
          <p14:tracePt t="9877" x="5448300" y="2984500"/>
          <p14:tracePt t="9893" x="5422900" y="2927350"/>
          <p14:tracePt t="9909" x="5403850" y="2876550"/>
          <p14:tracePt t="9926" x="5372100" y="2825750"/>
          <p14:tracePt t="9943" x="5359400" y="2806700"/>
          <p14:tracePt t="9960" x="5340350" y="2768600"/>
          <p14:tracePt t="9975" x="5308600" y="2736850"/>
          <p14:tracePt t="10697" x="5308600" y="2730500"/>
          <p14:tracePt t="10704" x="5308600" y="2724150"/>
          <p14:tracePt t="10718" x="5308600" y="2717800"/>
          <p14:tracePt t="10726" x="5308600" y="2698750"/>
          <p14:tracePt t="10741" x="5308600" y="2660650"/>
          <p14:tracePt t="10756" x="5321300" y="2590800"/>
          <p14:tracePt t="10774" x="5327650" y="2565400"/>
          <p14:tracePt t="10789" x="5340350" y="2501900"/>
          <p14:tracePt t="10806" x="5340350" y="2463800"/>
          <p14:tracePt t="10823" x="5353050" y="2368550"/>
          <p14:tracePt t="10839" x="5353050" y="2336800"/>
          <p14:tracePt t="10856" x="5346700" y="2311400"/>
          <p14:tracePt t="10873" x="5346700" y="2228850"/>
          <p14:tracePt t="10889" x="5334000" y="2133600"/>
          <p14:tracePt t="10906" x="5334000" y="2095500"/>
          <p14:tracePt t="10909" x="5327650" y="2070100"/>
          <p14:tracePt t="10922" x="5327650" y="2025650"/>
          <p14:tracePt t="10939" x="5308600" y="1968500"/>
          <p14:tracePt t="10956" x="5302250" y="1898650"/>
          <p14:tracePt t="10972" x="5295900" y="1873250"/>
          <p14:tracePt t="10989" x="5257800" y="1784350"/>
          <p14:tracePt t="11006" x="5226050" y="1708150"/>
          <p14:tracePt t="11022" x="5213350" y="1670050"/>
          <p14:tracePt t="11039" x="5181600" y="1612900"/>
          <p14:tracePt t="11056" x="5149850" y="1581150"/>
          <p14:tracePt t="11072" x="5137150" y="1568450"/>
          <p14:tracePt t="11089" x="5124450" y="1562100"/>
          <p14:tracePt t="11105" x="5111750" y="1549400"/>
          <p14:tracePt t="11139" x="5105400" y="1543050"/>
          <p14:tracePt t="11209" x="5099050" y="1536700"/>
          <p14:tracePt t="11216" x="5099050" y="1530350"/>
          <p14:tracePt t="11230" x="5092700" y="1530350"/>
          <p14:tracePt t="11238" x="5086350" y="1530350"/>
          <p14:tracePt t="11254" x="5080000" y="1530350"/>
          <p14:tracePt t="11272" x="5067300" y="1517650"/>
          <p14:tracePt t="11288" x="5022850" y="1492250"/>
          <p14:tracePt t="11304" x="4991100" y="1479550"/>
          <p14:tracePt t="11321" x="4914900" y="1447800"/>
          <p14:tracePt t="11338" x="4845050" y="1422400"/>
          <p14:tracePt t="11354" x="4806950" y="1416050"/>
          <p14:tracePt t="11371" x="4724400" y="1397000"/>
          <p14:tracePt t="11387" x="4629150" y="1390650"/>
          <p14:tracePt t="11404" x="4591050" y="1390650"/>
          <p14:tracePt t="11408" x="4533900" y="1390650"/>
          <p14:tracePt t="11421" x="4483100" y="1403350"/>
          <p14:tracePt t="11437" x="4425950" y="1409700"/>
          <p14:tracePt t="11454" x="4343400" y="1428750"/>
          <p14:tracePt t="11471" x="4267200" y="1466850"/>
          <p14:tracePt t="11487" x="4222750" y="1492250"/>
          <p14:tracePt t="11504" x="4108450" y="1581150"/>
          <p14:tracePt t="11520" x="4000500" y="1689100"/>
          <p14:tracePt t="11537" x="3956050" y="1746250"/>
          <p14:tracePt t="11554" x="3867150" y="1873250"/>
          <p14:tracePt t="11570" x="3803650" y="1955800"/>
          <p14:tracePt t="11588" x="3746500" y="2019300"/>
          <p14:tracePt t="11603" x="3727450" y="2032000"/>
          <p14:tracePt t="11620" x="3689350" y="2070100"/>
          <p14:tracePt t="11637" x="3670300" y="2089150"/>
          <p14:tracePt t="11653" x="3663950" y="2095500"/>
          <p14:tracePt t="11670" x="3651250" y="2101850"/>
          <p14:tracePt t="11687" x="3638550" y="2108200"/>
          <p14:tracePt t="11703" x="3632200" y="2114550"/>
          <p14:tracePt t="11720" x="3606800" y="2120900"/>
          <p14:tracePt t="11736" x="3581400" y="2127250"/>
          <p14:tracePt t="11753" x="3568700" y="2133600"/>
          <p14:tracePt t="11771" x="3543300" y="2146300"/>
          <p14:tracePt t="11786" x="3517900" y="2152650"/>
          <p14:tracePt t="11803" x="3498850" y="2159000"/>
          <p14:tracePt t="11819" x="3454400" y="2165350"/>
          <p14:tracePt t="11836" x="3435350" y="2165350"/>
          <p14:tracePt t="11853" x="3384550" y="2178050"/>
          <p14:tracePt t="11869" x="3327400" y="2178050"/>
          <p14:tracePt t="11886" x="3289300" y="2171700"/>
          <p14:tracePt t="11903" x="3143250" y="2146300"/>
          <p14:tracePt t="11919" x="3086100" y="2139950"/>
          <p14:tracePt t="11936" x="3035300" y="2127250"/>
          <p14:tracePt t="11952" x="2952750" y="2101850"/>
          <p14:tracePt t="11969" x="2901950" y="2089150"/>
          <p14:tracePt t="11985" x="2870200" y="2089150"/>
          <p14:tracePt t="12002" x="2832100" y="2082800"/>
          <p14:tracePt t="12019" x="2806700" y="2076450"/>
          <p14:tracePt t="12035" x="2800350" y="2076450"/>
          <p14:tracePt t="12052" x="2794000" y="2070100"/>
          <p14:tracePt t="12068" x="2794000" y="2063750"/>
          <p14:tracePt t="12086" x="2800350" y="2057400"/>
          <p14:tracePt t="12450" x="2889250" y="2044700"/>
          <p14:tracePt t="12456" x="3022600" y="2006600"/>
          <p14:tracePt t="12471" x="3187700" y="1962150"/>
          <p14:tracePt t="12485" x="3352800" y="1898650"/>
          <p14:tracePt t="12500" x="3733800" y="1746250"/>
          <p14:tracePt t="12517" x="3949700" y="1644650"/>
          <p14:tracePt t="12534" x="4330700" y="1435100"/>
          <p14:tracePt t="12550" x="4667250" y="1206500"/>
          <p14:tracePt t="12567" x="4800600" y="1060450"/>
          <p14:tracePt t="12583" x="4965700" y="850900"/>
          <p14:tracePt t="12601" x="5060950" y="749300"/>
          <p14:tracePt t="12618" x="5092700" y="711200"/>
          <p14:tracePt t="12633" x="5099050" y="711200"/>
          <p14:tracePt t="12649" x="5099050" y="698500"/>
          <p14:tracePt t="12667" x="5086350" y="704850"/>
          <p14:tracePt t="12683" x="5073650" y="711200"/>
          <p14:tracePt t="12700" x="5067300" y="723900"/>
          <p14:tracePt t="12717" x="5054600" y="742950"/>
          <p14:tracePt t="12751" x="5048250" y="749300"/>
          <p14:tracePt t="12766" x="5041900" y="762000"/>
          <p14:tracePt t="12783" x="5022850" y="768350"/>
          <p14:tracePt t="12800" x="4984750" y="781050"/>
          <p14:tracePt t="12816" x="4953000" y="800100"/>
          <p14:tracePt t="12833" x="4876800" y="825500"/>
          <p14:tracePt t="12850" x="4781550" y="857250"/>
          <p14:tracePt t="12866" x="4737100" y="876300"/>
          <p14:tracePt t="12883" x="4622800" y="933450"/>
          <p14:tracePt t="12899" x="4502150" y="1009650"/>
          <p14:tracePt t="12916" x="4419600" y="1060450"/>
          <p14:tracePt t="12919" x="4349750" y="1092200"/>
          <p14:tracePt t="12933" x="4279900" y="1130300"/>
          <p14:tracePt t="12949" x="4152900" y="1193800"/>
          <p14:tracePt t="12965" x="4095750" y="1225550"/>
          <p14:tracePt t="12983" x="3987800" y="1282700"/>
          <p14:tracePt t="12999" x="3911600" y="1301750"/>
          <p14:tracePt t="13015" x="3892550" y="1320800"/>
          <p14:tracePt t="13032" x="3841750" y="1339850"/>
          <p14:tracePt t="13049" x="3816350" y="1339850"/>
          <p14:tracePt t="13065" x="3771900" y="1358900"/>
          <p14:tracePt t="13082" x="3727450" y="1377950"/>
          <p14:tracePt t="13098" x="3708400" y="1390650"/>
          <p14:tracePt t="13115" x="3657600" y="1422400"/>
          <p14:tracePt t="13132" x="3600450" y="1454150"/>
          <p14:tracePt t="13148" x="3575050" y="1473200"/>
          <p14:tracePt t="13165" x="3530600" y="1498600"/>
          <p14:tracePt t="13181" x="3492500" y="1530350"/>
          <p14:tracePt t="13198" x="3473450" y="1543050"/>
          <p14:tracePt t="13215" x="3448050" y="1555750"/>
          <p14:tracePt t="13231" x="3409950" y="1574800"/>
          <p14:tracePt t="13249" x="3378200" y="1593850"/>
          <p14:tracePt t="13264" x="3359150" y="1600200"/>
          <p14:tracePt t="13281" x="3314700" y="1600200"/>
          <p14:tracePt t="13298" x="3282950" y="1606550"/>
          <p14:tracePt t="13314" x="3270250" y="1612900"/>
          <p14:tracePt t="13331" x="3263900" y="1612900"/>
          <p14:tracePt t="13348" x="3251200" y="1612900"/>
          <p14:tracePt t="13480" x="3244850" y="1619250"/>
          <p14:tracePt t="13487" x="3238500" y="1619250"/>
          <p14:tracePt t="13501" x="3232150" y="1619250"/>
          <p14:tracePt t="13513" x="3219450" y="1625600"/>
          <p14:tracePt t="13530" x="3187700" y="1631950"/>
          <p14:tracePt t="13547" x="3155950" y="1631950"/>
          <p14:tracePt t="13564" x="3079750" y="1644650"/>
          <p14:tracePt t="13580" x="2959100" y="1676400"/>
          <p14:tracePt t="13597" x="2908300" y="1676400"/>
          <p14:tracePt t="13614" x="2774950" y="1701800"/>
          <p14:tracePt t="13630" x="2641600" y="1714500"/>
          <p14:tracePt t="13646" x="2578100" y="1714500"/>
          <p14:tracePt t="13663" x="2476500" y="1727200"/>
          <p14:tracePt t="13680" x="2406650" y="1727200"/>
          <p14:tracePt t="13697" x="2393950" y="1727200"/>
          <p14:tracePt t="13713" x="2368550" y="1727200"/>
          <p14:tracePt t="13729" x="2362200" y="1720850"/>
          <p14:tracePt t="13747" x="2355850" y="1720850"/>
          <p14:tracePt t="13831" x="2355850" y="1727200"/>
          <p14:tracePt t="13852" x="2355850" y="1733550"/>
          <p14:tracePt t="13859" x="2362200" y="1733550"/>
          <p14:tracePt t="13873" x="2374900" y="1739900"/>
          <p14:tracePt t="13882" x="2387600" y="1739900"/>
          <p14:tracePt t="13895" x="2400300" y="1746250"/>
          <p14:tracePt t="13912" x="2457450" y="1752600"/>
          <p14:tracePt t="13929" x="2540000" y="1758950"/>
          <p14:tracePt t="13945" x="2578100" y="1771650"/>
          <p14:tracePt t="13962" x="2660650" y="1771650"/>
          <p14:tracePt t="13979" x="2717800" y="1771650"/>
          <p14:tracePt t="13995" x="2736850" y="1771650"/>
          <p14:tracePt t="14012" x="2755900" y="1778000"/>
          <p14:tracePt t="14028" x="2768600" y="1778000"/>
          <p14:tracePt t="14062" x="2781300" y="1784350"/>
          <p14:tracePt t="14078" x="2787650" y="1797050"/>
          <p14:tracePt t="14095" x="2813050" y="1835150"/>
          <p14:tracePt t="14112" x="2863850" y="1879600"/>
          <p14:tracePt t="14128" x="2889250" y="1924050"/>
          <p14:tracePt t="14145" x="2959100" y="2000250"/>
          <p14:tracePt t="14161" x="3041650" y="2076450"/>
          <p14:tracePt t="14178" x="3067050" y="2108200"/>
          <p14:tracePt t="14195" x="3130550" y="2159000"/>
          <p14:tracePt t="14211" x="3175000" y="2184400"/>
          <p14:tracePt t="14228" x="3187700" y="2190750"/>
          <p14:tracePt t="14245" x="3213100" y="2197100"/>
          <p14:tracePt t="14261" x="3238500" y="2203450"/>
          <p14:tracePt t="14278" x="3244850" y="2203450"/>
          <p14:tracePt t="14294" x="3276600" y="2203450"/>
          <p14:tracePt t="14311" x="3289300" y="2197100"/>
          <p14:tracePt t="14328" x="3314700" y="2165350"/>
          <p14:tracePt t="14344" x="3384550" y="2063750"/>
          <p14:tracePt t="14361" x="3416300" y="1981200"/>
          <p14:tracePt t="14378" x="3498850" y="1797050"/>
          <p14:tracePt t="14394" x="3587750" y="1574800"/>
          <p14:tracePt t="14410" x="3619500" y="1473200"/>
          <p14:tracePt t="14427" x="3657600" y="1289050"/>
          <p14:tracePt t="14443" x="3663950" y="1111250"/>
          <p14:tracePt t="14461" x="3663950" y="952500"/>
          <p14:tracePt t="14477" x="3657600" y="901700"/>
          <p14:tracePt t="14493" x="3638550" y="806450"/>
          <p14:tracePt t="14511" x="3619500" y="711200"/>
          <p14:tracePt t="14527" x="3619500" y="673100"/>
          <p14:tracePt t="14543" x="3619500" y="622300"/>
          <p14:tracePt t="14560" x="3619500" y="577850"/>
          <p14:tracePt t="14576" x="3619500" y="546100"/>
          <p14:tracePt t="14593" x="3619500" y="527050"/>
          <p14:tracePt t="14610" x="3625850" y="463550"/>
          <p14:tracePt t="14626" x="3632200" y="450850"/>
          <p14:tracePt t="14644" x="3638550" y="431800"/>
          <p14:tracePt t="14659" x="3651250" y="425450"/>
          <p14:tracePt t="14676" x="3663950" y="412750"/>
          <p14:tracePt t="14693" x="3683000" y="393700"/>
          <p14:tracePt t="14709" x="3689350" y="381000"/>
          <p14:tracePt t="14726" x="3708400" y="355600"/>
          <p14:tracePt t="14743" x="3727450" y="342900"/>
          <p14:tracePt t="14759" x="3733800" y="342900"/>
          <p14:tracePt t="14776" x="3746500" y="342900"/>
          <p14:tracePt t="14793" x="3759200" y="342900"/>
          <p14:tracePt t="14833" x="3765550" y="342900"/>
          <p14:tracePt t="14854" x="3771900" y="342900"/>
          <p14:tracePt t="14862" x="3778250" y="342900"/>
          <p14:tracePt t="14878" x="3784600" y="342900"/>
          <p14:tracePt t="14892" x="3810000" y="342900"/>
          <p14:tracePt t="14909" x="3822700" y="342900"/>
          <p14:tracePt t="14925" x="3879850" y="342900"/>
          <p14:tracePt t="14942" x="3917950" y="342900"/>
          <p14:tracePt t="14946" x="3956050" y="342900"/>
          <p14:tracePt t="14960" x="4044950" y="342900"/>
          <p14:tracePt t="14975" x="4108450" y="342900"/>
          <p14:tracePt t="14992" x="4165600" y="336550"/>
          <p14:tracePt t="15009" x="4267200" y="336550"/>
          <p14:tracePt t="15025" x="4356100" y="330200"/>
          <p14:tracePt t="15042" x="4413250" y="317500"/>
          <p14:tracePt t="15058" x="4483100" y="311150"/>
          <p14:tracePt t="15075" x="4540250" y="304800"/>
          <p14:tracePt t="15092" x="4572000" y="304800"/>
          <p14:tracePt t="15108" x="4622800" y="298450"/>
          <p14:tracePt t="15125" x="4660900" y="298450"/>
          <p14:tracePt t="15142" x="4692650" y="298450"/>
          <p14:tracePt t="15158" x="4711700" y="298450"/>
          <p14:tracePt t="15174" x="4749800" y="298450"/>
          <p14:tracePt t="15191" x="4787900" y="298450"/>
          <p14:tracePt t="15208" x="4806950" y="298450"/>
          <p14:tracePt t="15224" x="4826000" y="298450"/>
          <p14:tracePt t="15241" x="4883150" y="304800"/>
          <p14:tracePt t="15257" x="4895850" y="304800"/>
          <p14:tracePt t="15275" x="4927600" y="304800"/>
          <p14:tracePt t="15291" x="4946650" y="304800"/>
          <p14:tracePt t="15308" x="4984750" y="317500"/>
          <p14:tracePt t="15324" x="5029200" y="323850"/>
          <p14:tracePt t="15340" x="5054600" y="323850"/>
          <p14:tracePt t="15357" x="5080000" y="323850"/>
          <p14:tracePt t="15374" x="5137150" y="330200"/>
          <p14:tracePt t="15390" x="5168900" y="336550"/>
          <p14:tracePt t="15409" x="5213350" y="349250"/>
          <p14:tracePt t="15423" x="5238750" y="349250"/>
          <p14:tracePt t="15440" x="5264150" y="355600"/>
          <p14:tracePt t="15444" x="5283200" y="355600"/>
          <p14:tracePt t="15460" x="5308600" y="355600"/>
          <p14:tracePt t="15473" x="5327650" y="355600"/>
          <p14:tracePt t="15490" x="5346700" y="355600"/>
          <p14:tracePt t="15507" x="5378450" y="361950"/>
          <p14:tracePt t="15523" x="5391150" y="361950"/>
          <p14:tracePt t="15540" x="5410200" y="361950"/>
          <p14:tracePt t="15556" x="5435600" y="368300"/>
          <p14:tracePt t="15573" x="5448300" y="374650"/>
          <p14:tracePt t="15590" x="5473700" y="381000"/>
          <p14:tracePt t="15607" x="5499100" y="387350"/>
          <p14:tracePt t="15623" x="5511800" y="387350"/>
          <p14:tracePt t="15640" x="5543550" y="393700"/>
          <p14:tracePt t="15656" x="5568950" y="400050"/>
          <p14:tracePt t="15673" x="5613400" y="406400"/>
          <p14:tracePt t="15689" x="5670550" y="419100"/>
          <p14:tracePt t="15706" x="5721350" y="425450"/>
          <p14:tracePt t="15723" x="5772150" y="431800"/>
          <p14:tracePt t="15739" x="5791200" y="438150"/>
          <p14:tracePt t="15755" x="5848350" y="444500"/>
          <p14:tracePt t="15773" x="5892800" y="444500"/>
          <p14:tracePt t="15789" x="5911850" y="444500"/>
          <p14:tracePt t="15806" x="5949950" y="450850"/>
          <p14:tracePt t="15823" x="5994400" y="450850"/>
          <p14:tracePt t="15839" x="6019800" y="457200"/>
          <p14:tracePt t="15857" x="6057900" y="457200"/>
          <p14:tracePt t="15872" x="6096000" y="457200"/>
          <p14:tracePt t="15889" x="6115050" y="457200"/>
          <p14:tracePt t="15906" x="6146800" y="463550"/>
          <p14:tracePt t="15922" x="6172200" y="469900"/>
          <p14:tracePt t="15939" x="6203950" y="469900"/>
          <p14:tracePt t="15956" x="6235700" y="488950"/>
          <p14:tracePt t="15972" x="6254750" y="488950"/>
          <p14:tracePt t="15988" x="6299200" y="488950"/>
          <p14:tracePt t="16005" x="6350000" y="482600"/>
          <p14:tracePt t="16022" x="6369050" y="482600"/>
          <p14:tracePt t="16038" x="6400800" y="476250"/>
          <p14:tracePt t="16055" x="6426200" y="476250"/>
          <p14:tracePt t="16072" x="6432550" y="476250"/>
          <p14:tracePt t="16089" x="6438900" y="476250"/>
          <p14:tracePt t="16222" x="6432550" y="476250"/>
          <p14:tracePt t="16256" x="6426200" y="476250"/>
          <p14:tracePt t="16264" x="6419850" y="476250"/>
          <p14:tracePt t="16278" x="6413500" y="476250"/>
          <p14:tracePt t="16287" x="6400800" y="476250"/>
          <p14:tracePt t="16304" x="6394450" y="476250"/>
          <p14:tracePt t="16320" x="6343650" y="482600"/>
          <p14:tracePt t="16337" x="6248400" y="495300"/>
          <p14:tracePt t="16354" x="6172200" y="508000"/>
          <p14:tracePt t="16371" x="6000750" y="533400"/>
          <p14:tracePt t="16387" x="5810250" y="577850"/>
          <p14:tracePt t="16404" x="5588000" y="628650"/>
          <p14:tracePt t="16420" x="5454650" y="673100"/>
          <p14:tracePt t="16437" x="5226050" y="736600"/>
          <p14:tracePt t="16454" x="4991100" y="819150"/>
          <p14:tracePt t="16470" x="4883150" y="863600"/>
          <p14:tracePt t="16474" x="4781550" y="895350"/>
          <p14:tracePt t="16490" x="4679950" y="927100"/>
          <p14:tracePt t="16503" x="4483100" y="990600"/>
          <p14:tracePt t="16520" x="4387850" y="1022350"/>
          <p14:tracePt t="16537" x="4216400" y="1079500"/>
          <p14:tracePt t="16553" x="4127500" y="1098550"/>
          <p14:tracePt t="16570" x="3917950" y="1143000"/>
          <p14:tracePt t="16587" x="3727450" y="1174750"/>
          <p14:tracePt t="16603" x="3644900" y="1193800"/>
          <p14:tracePt t="16619" x="3536950" y="1231900"/>
          <p14:tracePt t="16636" x="3460750" y="1244600"/>
          <p14:tracePt t="16653" x="3435350" y="1244600"/>
          <p14:tracePt t="16670" x="3409950" y="1244600"/>
          <p14:tracePt t="16702" x="3403600" y="1250950"/>
          <p14:tracePt t="16719" x="3397250" y="1257300"/>
          <p14:tracePt t="16736" x="3384550" y="1270000"/>
          <p14:tracePt t="16752" x="3371850" y="1282700"/>
          <p14:tracePt t="16769" x="3365500" y="1295400"/>
          <p14:tracePt t="16785" x="3352800" y="1314450"/>
          <p14:tracePt t="16803" x="3346450" y="1320800"/>
          <p14:tracePt t="16819" x="3333750" y="1320800"/>
          <p14:tracePt t="16853" x="3327400" y="1333500"/>
          <p14:tracePt t="16869" x="3327400" y="1339850"/>
          <p14:tracePt t="16902" x="3333750" y="1346200"/>
          <p14:tracePt t="16918" x="3346450" y="1346200"/>
          <p14:tracePt t="16935" x="3352800" y="1346200"/>
          <p14:tracePt t="16952" x="3371850" y="1346200"/>
          <p14:tracePt t="16968" x="3403600" y="1346200"/>
          <p14:tracePt t="16985" x="3435350" y="1339850"/>
          <p14:tracePt t="17002" x="3511550" y="1339850"/>
          <p14:tracePt t="17018" x="3613150" y="1327150"/>
          <p14:tracePt t="17035" x="3746500" y="1320800"/>
          <p14:tracePt t="17051" x="3797300" y="1320800"/>
          <p14:tracePt t="17068" x="3898900" y="1320800"/>
          <p14:tracePt t="17085" x="3981450" y="1308100"/>
          <p14:tracePt t="17101" x="4013200" y="1301750"/>
          <p14:tracePt t="17118" x="4019550" y="1301750"/>
          <p14:tracePt t="17134" x="4076700" y="1301750"/>
          <p14:tracePt t="17151" x="4095750" y="1301750"/>
          <p14:tracePt t="17168" x="4121150" y="1301750"/>
          <p14:tracePt t="17184" x="4133850" y="1308100"/>
          <p14:tracePt t="17201" x="4152900" y="1308100"/>
          <p14:tracePt t="17218" x="4184650" y="1308100"/>
          <p14:tracePt t="17234" x="4197350" y="1308100"/>
          <p14:tracePt t="17251" x="4229100" y="1301750"/>
          <p14:tracePt t="17267" x="4267200" y="1301750"/>
          <p14:tracePt t="17284" x="4298950" y="1301750"/>
          <p14:tracePt t="17301" x="4343400" y="1295400"/>
          <p14:tracePt t="17317" x="4394200" y="1289050"/>
          <p14:tracePt t="17334" x="4419600" y="1282700"/>
          <p14:tracePt t="17351" x="4451350" y="1282700"/>
          <p14:tracePt t="17366" x="4483100" y="1282700"/>
          <p14:tracePt t="17384" x="4495800" y="1282700"/>
          <p14:tracePt t="17400" x="4521200" y="1276350"/>
          <p14:tracePt t="17417" x="4533900" y="1276350"/>
          <p14:tracePt t="17434" x="4546600" y="1276350"/>
          <p14:tracePt t="17450" x="4559300" y="1276350"/>
          <p14:tracePt t="17466" x="4572000" y="1270000"/>
          <p14:tracePt t="17484" x="4584700" y="1270000"/>
          <p14:tracePt t="17500" x="4591050" y="1270000"/>
          <p14:tracePt t="17516" x="4597400" y="1263650"/>
          <p14:tracePt t="17533" x="4603750" y="1263650"/>
          <p14:tracePt t="17549" x="4616450" y="1257300"/>
          <p14:tracePt t="17583" x="4629150" y="1257300"/>
          <p14:tracePt t="17599" x="4641850" y="1250950"/>
          <p14:tracePt t="17618" x="4667250" y="1250950"/>
          <p14:tracePt t="17633" x="4673600" y="1250950"/>
          <p14:tracePt t="17649" x="4718050" y="1238250"/>
          <p14:tracePt t="17666" x="4762500" y="1231900"/>
          <p14:tracePt t="17683" x="4787900" y="1231900"/>
          <p14:tracePt t="17699" x="4826000" y="1231900"/>
          <p14:tracePt t="17716" x="4870450" y="1225550"/>
          <p14:tracePt t="17732" x="4883150" y="1225550"/>
          <p14:tracePt t="17749" x="4902200" y="1225550"/>
          <p14:tracePt t="17766" x="4940300" y="1225550"/>
          <p14:tracePt t="17782" x="4953000" y="1225550"/>
          <p14:tracePt t="17800" x="4965700" y="1225550"/>
          <p14:tracePt t="17815" x="4972050" y="1225550"/>
          <p14:tracePt t="17832" x="4978400" y="1225550"/>
          <p14:tracePt t="17849" x="4984750" y="1225550"/>
          <p14:tracePt t="17865" x="4997450" y="1225550"/>
          <p14:tracePt t="17882" x="5003800" y="1225550"/>
          <p14:tracePt t="17899" x="5010150" y="1225550"/>
          <p14:tracePt t="17925" x="5016500" y="1225550"/>
          <p14:tracePt t="17946" x="5022850" y="1225550"/>
          <p14:tracePt t="17968" x="5029200" y="1225550"/>
          <p14:tracePt t="17996" x="5035550" y="1225550"/>
          <p14:tracePt t="18017" x="5041900" y="1225550"/>
          <p14:tracePt t="18066" x="5048250" y="1225550"/>
          <p14:tracePt t="18114" x="5054600" y="1225550"/>
          <p14:tracePt t="18136" x="5060950" y="1225550"/>
          <p14:tracePt t="18157" x="5067300" y="1219200"/>
          <p14:tracePt t="18178" x="5073650" y="1219200"/>
          <p14:tracePt t="18255" x="5080000" y="1219200"/>
          <p14:tracePt t="18340" x="5086350" y="1219200"/>
          <p14:tracePt t="18396" x="5092700" y="1219200"/>
          <p14:tracePt t="18459" x="5099050" y="1219200"/>
          <p14:tracePt t="18501" x="5105400" y="1219200"/>
          <p14:tracePt t="18620" x="5111750" y="1212850"/>
          <p14:tracePt t="18880" x="5118100" y="1212850"/>
          <p14:tracePt t="18922" x="5124450" y="1212850"/>
          <p14:tracePt t="18957" x="5130800" y="1212850"/>
          <p14:tracePt t="19020" x="5137150" y="1206500"/>
          <p14:tracePt t="19027" x="5143500" y="1206500"/>
          <p14:tracePt t="19069" x="5143500" y="1200150"/>
          <p14:tracePt t="19167" x="5137150" y="1200150"/>
          <p14:tracePt t="22453" x="5124450" y="1206500"/>
          <p14:tracePt t="22467" x="5105400" y="1219200"/>
          <p14:tracePt t="22474" x="5086350" y="1231900"/>
          <p14:tracePt t="22488" x="5060950" y="1250950"/>
          <p14:tracePt t="22499" x="5035550" y="1257300"/>
          <p14:tracePt t="22517" x="4927600" y="1276350"/>
          <p14:tracePt t="22533" x="4870450" y="1282700"/>
          <p14:tracePt t="22549" x="4705350" y="1289050"/>
          <p14:tracePt t="22566" x="4489450" y="1289050"/>
          <p14:tracePt t="22582" x="4375150" y="1276350"/>
          <p14:tracePt t="22599" x="4133850" y="1270000"/>
          <p14:tracePt t="22616" x="3879850" y="1238250"/>
          <p14:tracePt t="22632" x="3765550" y="1212850"/>
          <p14:tracePt t="22649" x="3536950" y="1162050"/>
          <p14:tracePt t="22665" x="3340100" y="1143000"/>
          <p14:tracePt t="22682" x="3276600" y="1130300"/>
          <p14:tracePt t="22699" x="3117850" y="1079500"/>
          <p14:tracePt t="22715" x="2959100" y="1041400"/>
          <p14:tracePt t="22732" x="2895600" y="1035050"/>
          <p14:tracePt t="22749" x="2787650" y="1022350"/>
          <p14:tracePt t="22765" x="2768600" y="1022350"/>
          <p14:tracePt t="22782" x="2736850" y="1022350"/>
          <p14:tracePt t="22798" x="2724150" y="1022350"/>
          <p14:tracePt t="22818" x="2717800" y="1022350"/>
          <p14:tracePt t="22832" x="2717800" y="1016000"/>
          <p14:tracePt t="22853" x="2711450" y="1016000"/>
          <p14:tracePt t="22874" x="2705100" y="1016000"/>
          <p14:tracePt t="22888" x="2698750" y="1016000"/>
          <p14:tracePt t="22897" x="2692400" y="1009650"/>
          <p14:tracePt t="22914" x="2686050" y="1009650"/>
          <p14:tracePt t="22931" x="2673350" y="1009650"/>
          <p14:tracePt t="22948" x="2660650" y="1009650"/>
          <p14:tracePt t="22966" x="2641600" y="1022350"/>
          <p14:tracePt t="22981" x="2628900" y="1035050"/>
          <p14:tracePt t="22997" x="2597150" y="1073150"/>
          <p14:tracePt t="23014" x="2546350" y="1117600"/>
          <p14:tracePt t="23030" x="2520950" y="1162050"/>
          <p14:tracePt t="23047" x="2482850" y="1219200"/>
          <p14:tracePt t="23064" x="2362200" y="1428750"/>
          <p14:tracePt t="23081" x="2324100" y="1498600"/>
          <p14:tracePt t="23099" x="2266950" y="1606550"/>
          <p14:tracePt t="23114" x="2254250" y="1651000"/>
          <p14:tracePt t="23130" x="2228850" y="1695450"/>
          <p14:tracePt t="23148" x="2228850" y="1714500"/>
          <p14:tracePt t="23164" x="2228850" y="1720850"/>
          <p14:tracePt t="23260" x="2222500" y="1720850"/>
          <p14:tracePt t="23266" x="2222500" y="1727200"/>
          <p14:tracePt t="23288" x="2222500" y="1733550"/>
          <p14:tracePt t="23316" x="2216150" y="1739900"/>
          <p14:tracePt t="23344" x="2216150" y="1746250"/>
          <p14:tracePt t="23414" x="2216150" y="1752600"/>
          <p14:tracePt t="23477" x="2222500" y="1752600"/>
          <p14:tracePt t="23484" x="2228850" y="1752600"/>
          <p14:tracePt t="23499" x="2235200" y="1752600"/>
          <p14:tracePt t="23512" x="2241550" y="1752600"/>
          <p14:tracePt t="23529" x="2266950" y="1758950"/>
          <p14:tracePt t="23545" x="2292350" y="1758950"/>
          <p14:tracePt t="23562" x="2343150" y="1758950"/>
          <p14:tracePt t="23579" x="2406650" y="1758950"/>
          <p14:tracePt t="23597" x="2476500" y="1765300"/>
          <p14:tracePt t="23612" x="2508250" y="1765300"/>
          <p14:tracePt t="23628" x="2584450" y="1758950"/>
          <p14:tracePt t="23646" x="2679700" y="1746250"/>
          <p14:tracePt t="23662" x="2743200" y="1733550"/>
          <p14:tracePt t="23678" x="2800350" y="1727200"/>
          <p14:tracePt t="23695" x="2927350" y="1695450"/>
          <p14:tracePt t="23712" x="2946400" y="1682750"/>
          <p14:tracePt t="23728" x="2959100" y="1682750"/>
          <p14:tracePt t="23745" x="2965450" y="1682750"/>
          <p14:tracePt t="23898" x="2959100" y="1689100"/>
          <p14:tracePt t="24362" x="2940050" y="1727200"/>
          <p14:tracePt t="24368" x="2901950" y="1784350"/>
          <p14:tracePt t="24376" x="2863850" y="1828800"/>
          <p14:tracePt t="24392" x="2813050" y="1885950"/>
          <p14:tracePt t="24410" x="2774950" y="1943100"/>
          <p14:tracePt t="24426" x="2711450" y="2032000"/>
          <p14:tracePt t="24442" x="2660650" y="2101850"/>
          <p14:tracePt t="24460" x="2628900" y="2133600"/>
          <p14:tracePt t="24475" x="2603500" y="2152650"/>
          <p14:tracePt t="24492" x="2578100" y="2171700"/>
          <p14:tracePt t="24509" x="2559050" y="2184400"/>
          <p14:tracePt t="24525" x="2552700" y="2184400"/>
          <p14:tracePt t="24542" x="2546350" y="2190750"/>
          <p14:tracePt t="24559" x="2540000" y="2190750"/>
          <p14:tracePt t="24592" x="2540000" y="2197100"/>
          <p14:tracePt t="25020" x="2546350" y="2197100"/>
          <p14:tracePt t="25042" x="2552700" y="2197100"/>
          <p14:tracePt t="25049" x="2559050" y="2197100"/>
          <p14:tracePt t="25062" x="2571750" y="2197100"/>
          <p14:tracePt t="25073" x="2584450" y="2197100"/>
          <p14:tracePt t="25091" x="2622550" y="2203450"/>
          <p14:tracePt t="25107" x="2660650" y="2203450"/>
          <p14:tracePt t="25124" x="2730500" y="2216150"/>
          <p14:tracePt t="25142" x="2787650" y="2222500"/>
          <p14:tracePt t="25157" x="2819400" y="2222500"/>
          <p14:tracePt t="25173" x="2851150" y="2222500"/>
          <p14:tracePt t="25190" x="2876550" y="2228850"/>
          <p14:tracePt t="25206" x="2882900" y="2228850"/>
          <p14:tracePt t="25239" x="2889250" y="2228850"/>
          <p14:tracePt t="25280" x="2895600" y="2228850"/>
          <p14:tracePt t="25329" x="2901950" y="2228850"/>
          <p14:tracePt t="25399" x="2901950" y="2235200"/>
          <p14:tracePt t="25427" x="2914650" y="2235200"/>
          <p14:tracePt t="25441" x="2921000" y="2235200"/>
          <p14:tracePt t="25462" x="2927350" y="2241550"/>
          <p14:tracePt t="25483" x="2927350" y="2247900"/>
          <p14:tracePt t="25490" x="2933700" y="2247900"/>
          <p14:tracePt t="25497" x="2940050" y="2254250"/>
          <p14:tracePt t="25512" x="2946400" y="2254250"/>
          <p14:tracePt t="25522" x="2952750" y="2260600"/>
          <p14:tracePt t="25539" x="2971800" y="2273300"/>
          <p14:tracePt t="25572" x="2990850" y="2286000"/>
          <p14:tracePt t="25589" x="3009900" y="2292350"/>
          <p14:tracePt t="25610" x="3022600" y="2298700"/>
          <p14:tracePt t="25625" x="3028950" y="2298700"/>
          <p14:tracePt t="25659" x="3035300" y="2305050"/>
          <p14:tracePt t="25680" x="3041650" y="2311400"/>
          <p14:tracePt t="25694" x="3048000" y="2311400"/>
          <p14:tracePt t="25700" x="3054350" y="2317750"/>
          <p14:tracePt t="25708" x="3073400" y="2324100"/>
          <p14:tracePt t="25724" x="3092450" y="2336800"/>
          <p14:tracePt t="25738" x="3105150" y="2343150"/>
          <p14:tracePt t="25755" x="3168650" y="2374900"/>
          <p14:tracePt t="25772" x="3213100" y="2400300"/>
          <p14:tracePt t="25788" x="3238500" y="2413000"/>
          <p14:tracePt t="25804" x="3276600" y="2425700"/>
          <p14:tracePt t="25821" x="3302000" y="2438400"/>
          <p14:tracePt t="25838" x="3308350" y="2444750"/>
          <p14:tracePt t="25855" x="3314700" y="2444750"/>
          <p14:tracePt t="26094" x="3302000" y="2444750"/>
          <p14:tracePt t="26100" x="3295650" y="2444750"/>
          <p14:tracePt t="26114" x="3282950" y="2438400"/>
          <p14:tracePt t="26123" x="3263900" y="2438400"/>
          <p14:tracePt t="26136" x="3244850" y="2432050"/>
          <p14:tracePt t="26153" x="3162300" y="2413000"/>
          <p14:tracePt t="26170" x="3111500" y="2413000"/>
          <p14:tracePt t="26186" x="2990850" y="2393950"/>
          <p14:tracePt t="26204" x="2882900" y="2374900"/>
          <p14:tracePt t="26220" x="2794000" y="2368550"/>
          <p14:tracePt t="26236" x="2762250" y="2362200"/>
          <p14:tracePt t="26253" x="2736850" y="2362200"/>
          <p14:tracePt t="26270" x="2673350" y="2355850"/>
          <p14:tracePt t="26286" x="2660650" y="2355850"/>
          <p14:tracePt t="26303" x="2641600" y="2349500"/>
          <p14:tracePt t="26319" x="2622550" y="2349500"/>
          <p14:tracePt t="26336" x="2603500" y="2343150"/>
          <p14:tracePt t="26353" x="2578100" y="2343150"/>
          <p14:tracePt t="26369" x="2571750" y="2336800"/>
          <p14:tracePt t="26386" x="2559050" y="2336800"/>
          <p14:tracePt t="26402" x="2540000" y="2330450"/>
          <p14:tracePt t="26419" x="2533650" y="2330450"/>
          <p14:tracePt t="26436" x="2520950" y="2330450"/>
          <p14:tracePt t="26452" x="2495550" y="2330450"/>
          <p14:tracePt t="26469" x="2482850" y="2330450"/>
          <p14:tracePt t="26487" x="2451100" y="2336800"/>
          <p14:tracePt t="26502" x="2413000" y="2343150"/>
          <p14:tracePt t="26518" x="2400300" y="2343150"/>
          <p14:tracePt t="26536" x="2393950" y="2349500"/>
          <p14:tracePt t="26552" x="2381250" y="2349500"/>
          <p14:tracePt t="26587" x="2374900" y="2349500"/>
          <p14:tracePt t="26682" x="2374900" y="2355850"/>
          <p14:tracePt t="26893" x="2362200" y="2355850"/>
          <p14:tracePt t="26899" x="2343150" y="2355850"/>
          <p14:tracePt t="26914" x="2311400" y="2355850"/>
          <p14:tracePt t="26921" x="2286000" y="2349500"/>
          <p14:tracePt t="26937" x="2254250" y="2349500"/>
          <p14:tracePt t="26950" x="2209800" y="2336800"/>
          <p14:tracePt t="26967" x="2184400" y="2330450"/>
          <p14:tracePt t="26984" x="2152650" y="2330450"/>
          <p14:tracePt t="27000" x="2146300" y="2330450"/>
          <p14:tracePt t="27017" x="2139950" y="2324100"/>
          <p14:tracePt t="27033" x="2133600" y="2324100"/>
          <p14:tracePt t="27062" x="2133600" y="2330450"/>
          <p14:tracePt t="27083" x="2133600" y="2336800"/>
          <p14:tracePt t="27089" x="2133600" y="2343150"/>
          <p14:tracePt t="27103" x="2139950" y="2349500"/>
          <p14:tracePt t="27118" x="2146300" y="2355850"/>
          <p14:tracePt t="27133" x="2171700" y="2381250"/>
          <p14:tracePt t="27150" x="2203450" y="2393950"/>
          <p14:tracePt t="27167" x="2266950" y="2419350"/>
          <p14:tracePt t="27183" x="2374900" y="2444750"/>
          <p14:tracePt t="27200" x="2425700" y="2451100"/>
          <p14:tracePt t="27216" x="2559050" y="2463800"/>
          <p14:tracePt t="27233" x="2622550" y="2457450"/>
          <p14:tracePt t="27250" x="2717800" y="2444750"/>
          <p14:tracePt t="27266" x="2787650" y="2425700"/>
          <p14:tracePt t="27282" x="2813050" y="2425700"/>
          <p14:tracePt t="27300" x="2857500" y="2419350"/>
          <p14:tracePt t="27316" x="2895600" y="2419350"/>
          <p14:tracePt t="27332" x="2921000" y="2419350"/>
          <p14:tracePt t="27349" x="2978150" y="2425700"/>
          <p14:tracePt t="27365" x="3035300" y="2451100"/>
          <p14:tracePt t="27382" x="3067050" y="2457450"/>
          <p14:tracePt t="27399" x="3143250" y="2489200"/>
          <p14:tracePt t="27415" x="3206750" y="2495550"/>
          <p14:tracePt t="27433" x="3270250" y="2514600"/>
          <p14:tracePt t="27449" x="3282950" y="2514600"/>
          <p14:tracePt t="27465" x="3295650" y="2514600"/>
          <p14:tracePt t="27482" x="3314700" y="2514600"/>
          <p14:tracePt t="27499" x="3314700" y="2520950"/>
          <p14:tracePt t="27515" x="3321050" y="2520950"/>
          <p14:tracePt t="27532" x="3327400" y="2520950"/>
          <p14:tracePt t="27565" x="3333750" y="2520950"/>
          <p14:tracePt t="27587" x="3340100" y="2520950"/>
          <p14:tracePt t="27616" x="3346450" y="2520950"/>
          <p14:tracePt t="27622" x="3359150" y="2520950"/>
          <p14:tracePt t="27636" x="3365500" y="2520950"/>
          <p14:tracePt t="27648" x="3378200" y="2520950"/>
          <p14:tracePt t="27665" x="3416300" y="2527300"/>
          <p14:tracePt t="27681" x="3448050" y="2527300"/>
          <p14:tracePt t="27698" x="3505200" y="2527300"/>
          <p14:tracePt t="27714" x="3549650" y="2540000"/>
          <p14:tracePt t="27731" x="3575050" y="2540000"/>
          <p14:tracePt t="27748" x="3600450" y="2540000"/>
          <p14:tracePt t="27764" x="3613150" y="2540000"/>
          <p14:tracePt t="27798" x="3619500" y="2540000"/>
          <p14:tracePt t="32773" x="3606800" y="2540000"/>
          <p14:tracePt t="32782" x="3594100" y="2546350"/>
          <p14:tracePt t="32794" x="3581400" y="2552700"/>
          <p14:tracePt t="32801" x="3568700" y="2552700"/>
          <p14:tracePt t="32817" x="3556000" y="2559050"/>
          <p14:tracePt t="32830" x="3524250" y="2559050"/>
          <p14:tracePt t="32847" x="3517900" y="2565400"/>
          <p14:tracePt t="32864" x="3505200" y="2565400"/>
          <p14:tracePt t="32880" x="3492500" y="2565400"/>
          <p14:tracePt t="32896" x="3473450" y="2565400"/>
          <p14:tracePt t="32914" x="3467100" y="2565400"/>
          <p14:tracePt t="32946" x="3460750" y="2565400"/>
          <p14:tracePt t="32984" x="3454400" y="2565400"/>
          <p14:tracePt t="33033" x="3448050" y="2565400"/>
          <p14:tracePt t="33060" x="3441700" y="2565400"/>
          <p14:tracePt t="33082" x="3435350" y="2565400"/>
          <p14:tracePt t="33103" x="3429000" y="2565400"/>
          <p14:tracePt t="33131" x="3422650" y="2565400"/>
          <p14:tracePt t="33144" x="3416300" y="2565400"/>
          <p14:tracePt t="33173" x="3409950" y="2565400"/>
          <p14:tracePt t="33201" x="3403600" y="2565400"/>
          <p14:tracePt t="33222" x="3397250" y="2565400"/>
          <p14:tracePt t="33250" x="3390900" y="2565400"/>
          <p14:tracePt t="33292" x="3384550" y="2565400"/>
          <p14:tracePt t="33320" x="3378200" y="2559050"/>
          <p14:tracePt t="33362" x="3371850" y="2552700"/>
          <p14:tracePt t="33404" x="3365500" y="2546350"/>
          <p14:tracePt t="33432" x="3365500" y="2540000"/>
          <p14:tracePt t="33460" x="3365500" y="2533650"/>
          <p14:tracePt t="33601" x="3365500" y="2527300"/>
          <p14:tracePt t="33713" x="3371850" y="2527300"/>
          <p14:tracePt t="33741" x="3378200" y="2520950"/>
          <p14:tracePt t="33755" x="3378200" y="2514600"/>
          <p14:tracePt t="33763" x="3378200" y="2508250"/>
          <p14:tracePt t="33778" x="3384550" y="2501900"/>
          <p14:tracePt t="33793" x="3384550" y="2495550"/>
          <p14:tracePt t="33811" x="3390900" y="2470150"/>
          <p14:tracePt t="33826" x="3397250" y="2457450"/>
          <p14:tracePt t="33843" x="3397250" y="2444750"/>
          <p14:tracePt t="33860" x="3409950" y="2413000"/>
          <p14:tracePt t="33877" x="3422650" y="2368550"/>
          <p14:tracePt t="33893" x="3422650" y="2355850"/>
          <p14:tracePt t="33909" x="3429000" y="2324100"/>
          <p14:tracePt t="33926" x="3429000" y="2305050"/>
          <p14:tracePt t="33943" x="3429000" y="2286000"/>
          <p14:tracePt t="34007" x="3429000" y="2279650"/>
          <p14:tracePt t="34112" x="3422650" y="2279650"/>
          <p14:tracePt t="34302" x="3422650" y="2286000"/>
          <p14:tracePt t="34323" x="3422650" y="2292350"/>
          <p14:tracePt t="34358" x="3422650" y="2298700"/>
          <p14:tracePt t="34414" x="3422650" y="2305050"/>
          <p14:tracePt t="34484" x="3422650" y="2311400"/>
          <p14:tracePt t="34533" x="3422650" y="2317750"/>
          <p14:tracePt t="35017" x="3422650" y="2324100"/>
          <p14:tracePt t="35059" x="3416300" y="2330450"/>
          <p14:tracePt t="35094" x="3416300" y="2336800"/>
          <p14:tracePt t="35129" x="3409950" y="2343150"/>
          <p14:tracePt t="35164" x="3409950" y="2349500"/>
          <p14:tracePt t="35199" x="3409950" y="2355850"/>
          <p14:tracePt t="35234" x="3409950" y="2362200"/>
          <p14:tracePt t="35248" x="3409950" y="2368550"/>
          <p14:tracePt t="35277" x="3409950" y="2374900"/>
          <p14:tracePt t="35305" x="3409950" y="2381250"/>
          <p14:tracePt t="35326" x="3409950" y="2387600"/>
          <p14:tracePt t="35347" x="3409950" y="2393950"/>
          <p14:tracePt t="35396" x="3409950" y="2400300"/>
          <p14:tracePt t="35424" x="3409950" y="2406650"/>
          <p14:tracePt t="35459" x="3409950" y="2413000"/>
          <p14:tracePt t="35487" x="3409950" y="2419350"/>
          <p14:tracePt t="35494" x="3409950" y="2425700"/>
          <p14:tracePt t="35508" x="3409950" y="2432050"/>
          <p14:tracePt t="35556" x="3409950" y="2438400"/>
          <p14:tracePt t="35564" x="3409950" y="2444750"/>
          <p14:tracePt t="35578" x="3403600" y="2444750"/>
          <p14:tracePt t="35587" x="3403600" y="2451100"/>
          <p14:tracePt t="35604" x="3403600" y="2457450"/>
          <p14:tracePt t="35621" x="3390900" y="2476500"/>
          <p14:tracePt t="35637" x="3371850" y="2495550"/>
          <p14:tracePt t="35654" x="3359150" y="2514600"/>
          <p14:tracePt t="35670" x="3321050" y="2559050"/>
          <p14:tracePt t="35687" x="3282950" y="2590800"/>
          <p14:tracePt t="35704" x="3263900" y="2622550"/>
          <p14:tracePt t="35720" x="3251200" y="2635250"/>
          <p14:tracePt t="35736" x="3244850" y="2641600"/>
          <p14:tracePt t="35753" x="3232150" y="2647950"/>
          <p14:tracePt t="35796" x="3232150" y="2654300"/>
          <p14:tracePt t="36027" x="3238500" y="2654300"/>
          <p14:tracePt t="36041" x="3244850" y="2654300"/>
          <p14:tracePt t="36048" x="3251200" y="2654300"/>
          <p14:tracePt t="36055" x="3257550" y="2654300"/>
          <p14:tracePt t="36072" x="3263900" y="2654300"/>
          <p14:tracePt t="36085" x="3282950" y="2647950"/>
          <p14:tracePt t="36102" x="3321050" y="2647950"/>
          <p14:tracePt t="36119" x="3371850" y="2647950"/>
          <p14:tracePt t="36136" x="3390900" y="2647950"/>
          <p14:tracePt t="36152" x="3429000" y="2641600"/>
          <p14:tracePt t="36168" x="3467100" y="2628900"/>
          <p14:tracePt t="36185" x="3479800" y="2628900"/>
          <p14:tracePt t="36189" x="3492500" y="2622550"/>
          <p14:tracePt t="36209" x="3505200" y="2622550"/>
          <p14:tracePt t="36218" x="3517900" y="2622550"/>
          <p14:tracePt t="36235" x="3524250" y="2622550"/>
          <p14:tracePt t="36252" x="3549650" y="2616200"/>
          <p14:tracePt t="36268" x="3575050" y="2616200"/>
          <p14:tracePt t="36285" x="3587750" y="2616200"/>
          <p14:tracePt t="36302" x="3600450" y="2609850"/>
          <p14:tracePt t="36318" x="3613150" y="2609850"/>
          <p14:tracePt t="36335" x="3619500" y="2609850"/>
          <p14:tracePt t="36441" x="3619500" y="2616200"/>
          <p14:tracePt t="36560" x="3613150" y="2616200"/>
          <p14:tracePt t="36679" x="3606800" y="2616200"/>
          <p14:tracePt t="36966" x="3613150" y="2616200"/>
          <p14:tracePt t="37009" x="3625850" y="2616200"/>
          <p14:tracePt t="37023" x="3632200" y="2616200"/>
          <p14:tracePt t="37036" x="3638550" y="2616200"/>
          <p14:tracePt t="37051" x="3651250" y="2616200"/>
          <p14:tracePt t="37057" x="3657600" y="2616200"/>
          <p14:tracePt t="37072" x="3663950" y="2616200"/>
          <p14:tracePt t="37082" x="3676650" y="2616200"/>
          <p14:tracePt t="37099" x="3695700" y="2616200"/>
          <p14:tracePt t="37116" x="3746500" y="2609850"/>
          <p14:tracePt t="37132" x="3790950" y="2609850"/>
          <p14:tracePt t="37149" x="3835400" y="2603500"/>
          <p14:tracePt t="37165" x="3867150" y="2603500"/>
          <p14:tracePt t="37182" x="3917950" y="2603500"/>
          <p14:tracePt t="37198" x="3962400" y="2603500"/>
          <p14:tracePt t="37215" x="3994150" y="2603500"/>
          <p14:tracePt t="37232" x="4019550" y="2603500"/>
          <p14:tracePt t="37248" x="4108450" y="2590800"/>
          <p14:tracePt t="37265" x="4127500" y="2590800"/>
          <p14:tracePt t="37282" x="4146550" y="2590800"/>
          <p14:tracePt t="37298" x="4191000" y="2584450"/>
          <p14:tracePt t="37315" x="4222750" y="2584450"/>
          <p14:tracePt t="37332" x="4254500" y="2584450"/>
          <p14:tracePt t="37348" x="4267200" y="2584450"/>
          <p14:tracePt t="37364" x="4286250" y="2584450"/>
          <p14:tracePt t="37381" x="4305300" y="2584450"/>
          <p14:tracePt t="37415" x="4318000" y="2584450"/>
          <p14:tracePt t="37431" x="4324350" y="2584450"/>
          <p14:tracePt t="37447" x="4330700" y="2584450"/>
          <p14:tracePt t="37464" x="4337050" y="2584450"/>
          <p14:tracePt t="37481" x="4343400" y="2584450"/>
          <p14:tracePt t="37514" x="4356100" y="2584450"/>
          <p14:tracePt t="37531" x="4362450" y="2584450"/>
          <p14:tracePt t="37547" x="4375150" y="2584450"/>
          <p14:tracePt t="37563" x="4387850" y="2584450"/>
          <p14:tracePt t="37580" x="4394200" y="2584450"/>
          <p14:tracePt t="37598" x="4464050" y="2584450"/>
          <p14:tracePt t="37614" x="4495800" y="2584450"/>
          <p14:tracePt t="37630" x="4533900" y="2578100"/>
          <p14:tracePt t="37647" x="4610100" y="2578100"/>
          <p14:tracePt t="37663" x="4679950" y="2578100"/>
          <p14:tracePt t="37680" x="4718050" y="2578100"/>
          <p14:tracePt t="37697" x="4787900" y="2578100"/>
          <p14:tracePt t="37713" x="4857750" y="2578100"/>
          <p14:tracePt t="37730" x="4883150" y="2578100"/>
          <p14:tracePt t="37746" x="4902200" y="2578100"/>
          <p14:tracePt t="37763" x="4946650" y="2578100"/>
          <p14:tracePt t="37780" x="4959350" y="2578100"/>
          <p14:tracePt t="37796" x="4984750" y="2571750"/>
          <p14:tracePt t="37813" x="4991100" y="2571750"/>
          <p14:tracePt t="37830" x="4991100" y="2565400"/>
          <p14:tracePt t="37921" x="4984750" y="2565400"/>
          <p14:tracePt t="37935" x="4972050" y="2565400"/>
          <p14:tracePt t="37941" x="4959350" y="2552700"/>
          <p14:tracePt t="37949" x="4940300" y="2552700"/>
          <p14:tracePt t="37965" x="4921250" y="2552700"/>
          <p14:tracePt t="37979" x="4889500" y="2546350"/>
          <p14:tracePt t="37995" x="4806950" y="2533650"/>
          <p14:tracePt t="38012" x="4686300" y="2514600"/>
          <p14:tracePt t="38029" x="4622800" y="2501900"/>
          <p14:tracePt t="38046" x="4521200" y="2501900"/>
          <p14:tracePt t="38062" x="4438650" y="2501900"/>
          <p14:tracePt t="38078" x="4400550" y="2501900"/>
          <p14:tracePt t="38096" x="4343400" y="2508250"/>
          <p14:tracePt t="38112" x="4279900" y="2527300"/>
          <p14:tracePt t="38128" x="4248150" y="2546350"/>
          <p14:tracePt t="38145" x="4165600" y="2571750"/>
          <p14:tracePt t="38162" x="4070350" y="2597150"/>
          <p14:tracePt t="38178" x="4013200" y="2616200"/>
          <p14:tracePt t="38195" x="3886200" y="2635250"/>
          <p14:tracePt t="38212" x="3829050" y="2641600"/>
          <p14:tracePt t="38229" x="3600450" y="2654300"/>
          <p14:tracePt t="38245" x="3536950" y="2647950"/>
          <p14:tracePt t="38261" x="3467100" y="2641600"/>
          <p14:tracePt t="38278" x="3359150" y="2622550"/>
          <p14:tracePt t="38294" x="3302000" y="2616200"/>
          <p14:tracePt t="38311" x="3289300" y="2609850"/>
          <p14:tracePt t="38327" x="3282950" y="2609850"/>
          <p14:tracePt t="38344" x="3276600" y="2609850"/>
          <p14:tracePt t="38496" x="3276600" y="2603500"/>
          <p14:tracePt t="38509" x="3276600" y="2597150"/>
          <p14:tracePt t="38531" x="3276600" y="2590800"/>
          <p14:tracePt t="38545" x="3276600" y="2584450"/>
          <p14:tracePt t="38566" x="3276600" y="2578100"/>
          <p14:tracePt t="38580" x="3282950" y="2565400"/>
          <p14:tracePt t="38595" x="3282950" y="2559050"/>
          <p14:tracePt t="38601" x="3282950" y="2540000"/>
          <p14:tracePt t="38615" x="3282950" y="2527300"/>
          <p14:tracePt t="38626" x="3282950" y="2514600"/>
          <p14:tracePt t="38644" x="3289300" y="2476500"/>
          <p14:tracePt t="38660" x="3302000" y="2451100"/>
          <p14:tracePt t="38677" x="3308350" y="2400300"/>
          <p14:tracePt t="38693" x="3308350" y="2368550"/>
          <p14:tracePt t="38710" x="3308350" y="2355850"/>
          <p14:tracePt t="38727" x="3308350" y="2349500"/>
          <p14:tracePt t="38743" x="3308350" y="2343150"/>
          <p14:tracePt t="38832" x="3308350" y="2349500"/>
          <p14:tracePt t="38860" x="3302000" y="2349500"/>
          <p14:tracePt t="38874" x="3302000" y="2355850"/>
          <p14:tracePt t="38881" x="3302000" y="2362200"/>
          <p14:tracePt t="38902" x="3295650" y="2368550"/>
          <p14:tracePt t="38923" x="3295650" y="2381250"/>
          <p14:tracePt t="38945" x="3295650" y="2387600"/>
          <p14:tracePt t="38951" x="3295650" y="2393950"/>
          <p14:tracePt t="38966" x="3289300" y="2393950"/>
          <p14:tracePt t="38975" x="3282950" y="2400300"/>
          <p14:tracePt t="38992" x="3282950" y="2413000"/>
          <p14:tracePt t="39009" x="3276600" y="2432050"/>
          <p14:tracePt t="39025" x="3270250" y="2457450"/>
          <p14:tracePt t="39043" x="3257550" y="2470150"/>
          <p14:tracePt t="39058" x="3251200" y="2476500"/>
          <p14:tracePt t="39075" x="3244850" y="2495550"/>
          <p14:tracePt t="39092" x="3238500" y="2501900"/>
          <p14:tracePt t="39108" x="3238500" y="2508250"/>
          <p14:tracePt t="39141" x="3238500" y="2514600"/>
          <p14:tracePt t="39158" x="3232150" y="2514600"/>
          <p14:tracePt t="39197" x="3232150" y="2520950"/>
          <p14:tracePt t="39232" x="3232150" y="2527300"/>
          <p14:tracePt t="39274" x="3232150" y="2533650"/>
          <p14:tracePt t="39344" x="3225800" y="2533650"/>
          <p14:tracePt t="39393" x="3225800" y="2527300"/>
          <p14:tracePt t="39414" x="3219450" y="2520950"/>
          <p14:tracePt t="39421" x="3213100" y="2520950"/>
          <p14:tracePt t="39435" x="3206750" y="2514600"/>
          <p14:tracePt t="39444" x="3200400" y="2514600"/>
          <p14:tracePt t="39458" x="3187700" y="2501900"/>
          <p14:tracePt t="39477" x="3175000" y="2489200"/>
          <p14:tracePt t="39491" x="3136900" y="2457450"/>
          <p14:tracePt t="39507" x="3124200" y="2444750"/>
          <p14:tracePt t="39523" x="3105150" y="2425700"/>
          <p14:tracePt t="39541" x="3067050" y="2381250"/>
          <p14:tracePt t="39557" x="3028950" y="2343150"/>
          <p14:tracePt t="39573" x="3009900" y="2324100"/>
          <p14:tracePt t="39589" x="2971800" y="2273300"/>
          <p14:tracePt t="39607" x="2921000" y="2203450"/>
          <p14:tracePt t="39624" x="2895600" y="2171700"/>
          <p14:tracePt t="39640" x="2851150" y="2114550"/>
          <p14:tracePt t="39657" x="2819400" y="2076450"/>
          <p14:tracePt t="39674" x="2794000" y="2038350"/>
          <p14:tracePt t="39691" x="2787650" y="2025650"/>
          <p14:tracePt t="39707" x="2768600" y="2000250"/>
          <p14:tracePt t="39723" x="2749550" y="1974850"/>
          <p14:tracePt t="39739" x="2730500" y="1949450"/>
          <p14:tracePt t="39756" x="2711450" y="1936750"/>
          <p14:tracePt t="39773" x="2635250" y="1885950"/>
          <p14:tracePt t="39790" x="2603500" y="1854200"/>
          <p14:tracePt t="39807" x="2514600" y="1809750"/>
          <p14:tracePt t="39822" x="2482850" y="1790700"/>
          <p14:tracePt t="39839" x="2406650" y="1752600"/>
          <p14:tracePt t="39856" x="2343150" y="1720850"/>
          <p14:tracePt t="39873" x="2317750" y="1708150"/>
          <p14:tracePt t="39890" x="2273300" y="1689100"/>
          <p14:tracePt t="39906" x="2247900" y="1676400"/>
          <p14:tracePt t="39922" x="2235200" y="1670050"/>
          <p14:tracePt t="39939" x="2197100" y="1651000"/>
          <p14:tracePt t="39955" x="2184400" y="1638300"/>
          <p14:tracePt t="39972" x="2171700" y="1631950"/>
          <p14:tracePt t="39989" x="2152650" y="1619250"/>
          <p14:tracePt t="40005" x="2133600" y="1619250"/>
          <p14:tracePt t="40022" x="2133600" y="1612900"/>
          <p14:tracePt t="40039" x="2120900" y="1612900"/>
          <p14:tracePt t="40055" x="2114550" y="1606550"/>
          <p14:tracePt t="40089" x="2108200" y="1606550"/>
          <p14:tracePt t="40105" x="2101850" y="1606550"/>
          <p14:tracePt t="40158" x="2095500" y="1606550"/>
          <p14:tracePt t="40179" x="2089150" y="1612900"/>
          <p14:tracePt t="40185" x="2089150" y="1619250"/>
          <p14:tracePt t="40192" x="2089150" y="1631950"/>
          <p14:tracePt t="40208" x="2089150" y="1644650"/>
          <p14:tracePt t="40221" x="2089150" y="1663700"/>
          <p14:tracePt t="40238" x="2089150" y="1727200"/>
          <p14:tracePt t="40256" x="2095500" y="1835150"/>
          <p14:tracePt t="40271" x="2101850" y="1885950"/>
          <p14:tracePt t="40288" x="2114550" y="2019300"/>
          <p14:tracePt t="40305" x="2127250" y="2089150"/>
          <p14:tracePt t="40321" x="2127250" y="2114550"/>
          <p14:tracePt t="40337" x="2133600" y="2139950"/>
          <p14:tracePt t="40354" x="2139950" y="2159000"/>
          <p14:tracePt t="40387" x="2146300" y="2165350"/>
          <p14:tracePt t="40459" x="2146300" y="2159000"/>
          <p14:tracePt t="40473" x="2146300" y="2152650"/>
          <p14:tracePt t="40488" x="2146300" y="2133600"/>
          <p14:tracePt t="40493" x="2139950" y="2120900"/>
          <p14:tracePt t="40508" x="2133600" y="2095500"/>
          <p14:tracePt t="40520" x="2108200" y="2070100"/>
          <p14:tracePt t="40537" x="2051050" y="1968500"/>
          <p14:tracePt t="40553" x="2012950" y="1911350"/>
          <p14:tracePt t="40571" x="1930400" y="1790700"/>
          <p14:tracePt t="40586" x="1841500" y="1676400"/>
          <p14:tracePt t="40603" x="1803400" y="1619250"/>
          <p14:tracePt t="40620" x="1739900" y="1543050"/>
          <p14:tracePt t="40636" x="1701800" y="1485900"/>
          <p14:tracePt t="40653" x="1695450" y="1473200"/>
          <p14:tracePt t="40670" x="1689100" y="1454150"/>
          <p14:tracePt t="40767" x="1682750" y="1454150"/>
          <p14:tracePt t="40817" x="1689100" y="1460500"/>
          <p14:tracePt t="40823" x="1689100" y="1466850"/>
          <p14:tracePt t="40839" x="1701800" y="1473200"/>
          <p14:tracePt t="40852" x="1714500" y="1485900"/>
          <p14:tracePt t="40869" x="1816100" y="1562100"/>
          <p14:tracePt t="40886" x="1968500" y="1695450"/>
          <p14:tracePt t="40902" x="2082800" y="1778000"/>
          <p14:tracePt t="40919" x="2336800" y="2000250"/>
          <p14:tracePt t="40936" x="2565400" y="2197100"/>
          <p14:tracePt t="40952" x="2647950" y="2266950"/>
          <p14:tracePt t="40969" x="2768600" y="2362200"/>
          <p14:tracePt t="40985" x="2819400" y="2413000"/>
          <p14:tracePt t="41002" x="2832100" y="2419350"/>
          <p14:tracePt t="41018" x="2838450" y="2425700"/>
          <p14:tracePt t="41035" x="2844800" y="2432050"/>
          <p14:tracePt t="41076" x="2844800" y="2425700"/>
          <p14:tracePt t="41090" x="2844800" y="2419350"/>
          <p14:tracePt t="41097" x="2838450" y="2406650"/>
          <p14:tracePt t="41104" x="2825750" y="2400300"/>
          <p14:tracePt t="41121" x="2813050" y="2387600"/>
          <p14:tracePt t="41135" x="2794000" y="2374900"/>
          <p14:tracePt t="41151" x="2705100" y="2311400"/>
          <p14:tracePt t="41168" x="2578100" y="2216150"/>
          <p14:tracePt t="41184" x="2508250" y="2165350"/>
          <p14:tracePt t="41202" x="2317750" y="2038350"/>
          <p14:tracePt t="41218" x="2108200" y="1911350"/>
          <p14:tracePt t="41234" x="2025650" y="1847850"/>
          <p14:tracePt t="41251" x="1866900" y="1727200"/>
          <p14:tracePt t="41268" x="1752600" y="1606550"/>
          <p14:tracePt t="41284" x="1714500" y="1562100"/>
          <p14:tracePt t="41301" x="1644650" y="1492250"/>
          <p14:tracePt t="41317" x="1600200" y="1447800"/>
          <p14:tracePt t="41335" x="1587500" y="1428750"/>
          <p14:tracePt t="41350" x="1581150" y="1428750"/>
          <p14:tracePt t="41454" x="1587500" y="1428750"/>
          <p14:tracePt t="41476" x="1593850" y="1435100"/>
          <p14:tracePt t="41511" x="1593850" y="1441450"/>
          <p14:tracePt t="41518" x="1600200" y="1441450"/>
          <p14:tracePt t="41546" x="1606550" y="1441450"/>
          <p14:tracePt t="41588" x="1619250" y="1454150"/>
          <p14:tracePt t="41616" x="1625600" y="1460500"/>
          <p14:tracePt t="41637" x="1631950" y="1460500"/>
          <p14:tracePt t="41651" x="1638300" y="1466850"/>
          <p14:tracePt t="41664" x="1644650" y="1473200"/>
          <p14:tracePt t="41686" x="1657350" y="1479550"/>
          <p14:tracePt t="41701" x="1663700" y="1485900"/>
          <p14:tracePt t="41707" x="1670050" y="1492250"/>
          <p14:tracePt t="41721" x="1689100" y="1511300"/>
          <p14:tracePt t="41732" x="1708150" y="1524000"/>
          <p14:tracePt t="41749" x="1797050" y="1600200"/>
          <p14:tracePt t="41766" x="1866900" y="1651000"/>
          <p14:tracePt t="41783" x="2070100" y="1809750"/>
          <p14:tracePt t="41799" x="2457450" y="2133600"/>
          <p14:tracePt t="41816" x="2692400" y="2305050"/>
          <p14:tracePt t="41833" x="3187700" y="2641600"/>
          <p14:tracePt t="41849" x="3638550" y="2882900"/>
          <p14:tracePt t="41865" x="3829050" y="2965450"/>
          <p14:tracePt t="41882" x="4102100" y="3041650"/>
          <p14:tracePt t="41899" x="4286250" y="3086100"/>
          <p14:tracePt t="41915" x="4337050" y="3092450"/>
          <p14:tracePt t="41932" x="4394200" y="3092450"/>
          <p14:tracePt t="41949" x="4419600" y="3092450"/>
          <p14:tracePt t="41966" x="4425950" y="3092450"/>
          <p14:tracePt t="41982" x="4451350" y="3086100"/>
          <p14:tracePt t="41998" x="4464050" y="3079750"/>
          <p14:tracePt t="42015" x="4527550" y="3048000"/>
          <p14:tracePt t="42032" x="4559300" y="3041650"/>
          <p14:tracePt t="42050" x="4641850" y="3016250"/>
          <p14:tracePt t="42065" x="4699000" y="2997200"/>
          <p14:tracePt t="42082" x="4832350" y="2965450"/>
          <p14:tracePt t="42098" x="4908550" y="2959100"/>
          <p14:tracePt t="42115" x="5137150" y="2914650"/>
          <p14:tracePt t="42131" x="5378450" y="2895600"/>
          <p14:tracePt t="42149" x="5632450" y="2876550"/>
          <p14:tracePt t="42164" x="5759450" y="2863850"/>
          <p14:tracePt t="42181" x="5988050" y="2844800"/>
          <p14:tracePt t="42198" x="6178550" y="2832100"/>
          <p14:tracePt t="42214" x="6267450" y="2825750"/>
          <p14:tracePt t="42231" x="6337300" y="2813050"/>
          <p14:tracePt t="42248" x="6559550" y="2781300"/>
          <p14:tracePt t="42264" x="6597650" y="2781300"/>
          <p14:tracePt t="42281" x="6635750" y="2781300"/>
          <p14:tracePt t="42297" x="6699250" y="2781300"/>
          <p14:tracePt t="42314" x="6711950" y="2781300"/>
          <p14:tracePt t="42331" x="6718300" y="2781300"/>
          <p14:tracePt t="42347" x="6724650" y="2781300"/>
          <p14:tracePt t="42493" x="6724650" y="2787650"/>
          <p14:tracePt t="42499" x="6718300" y="2787650"/>
          <p14:tracePt t="42520" x="6718300" y="2794000"/>
          <p14:tracePt t="42534" x="6711950" y="2794000"/>
          <p14:tracePt t="42972" x="6731000" y="2794000"/>
          <p14:tracePt t="42980" x="6756400" y="2794000"/>
          <p14:tracePt t="42993" x="6813550" y="2794000"/>
          <p14:tracePt t="43000" x="6838950" y="2787650"/>
          <p14:tracePt t="43012" x="6877050" y="2787650"/>
          <p14:tracePt t="43028" x="6927850" y="2781300"/>
          <p14:tracePt t="43045" x="6946900" y="2781300"/>
          <p14:tracePt t="43061" x="6959600" y="2781300"/>
          <p14:tracePt t="43078" x="6978650" y="2781300"/>
          <p14:tracePt t="43098" x="6985000" y="2781300"/>
          <p14:tracePt t="43147" x="6991350" y="2781300"/>
          <p14:tracePt t="43533" x="6985000" y="2781300"/>
          <p14:tracePt t="43540" x="6978650" y="2781300"/>
          <p14:tracePt t="43568" x="6972300" y="2781300"/>
          <p14:tracePt t="43603" x="6972300" y="2787650"/>
          <p14:tracePt t="43632" x="6965950" y="2787650"/>
          <p14:tracePt t="43659" x="6959600" y="2787650"/>
          <p14:tracePt t="43681" x="6953250" y="2787650"/>
          <p14:tracePt t="43708" x="6946900" y="2787650"/>
          <p14:tracePt t="43744" x="6940550" y="2787650"/>
          <p14:tracePt t="43961" x="6934200" y="2787650"/>
          <p14:tracePt t="44031" x="6927850" y="2787650"/>
          <p14:tracePt t="44059" x="6921500" y="2794000"/>
          <p14:tracePt t="44073" x="6915150" y="2794000"/>
          <p14:tracePt t="44094" x="6908800" y="2794000"/>
          <p14:tracePt t="44101" x="6902450" y="2800350"/>
          <p14:tracePt t="44122" x="6896100" y="2800350"/>
          <p14:tracePt t="44150" x="6889750" y="2800350"/>
          <p14:tracePt t="44171" x="6883400" y="2800350"/>
          <p14:tracePt t="44192" x="6877050" y="2800350"/>
          <p14:tracePt t="44220" x="6870700" y="2806700"/>
          <p14:tracePt t="44242" x="6864350" y="2806700"/>
          <p14:tracePt t="44269" x="6858000" y="2813050"/>
          <p14:tracePt t="44326" x="6851650" y="2813050"/>
          <p14:tracePt t="44332" x="6845300" y="2813050"/>
          <p14:tracePt t="44381" x="6838950" y="2813050"/>
          <p14:tracePt t="44402" x="6832600" y="2813050"/>
          <p14:tracePt t="44431" x="6826250" y="2813050"/>
          <p14:tracePt t="44480" x="6819900" y="2813050"/>
          <p14:tracePt t="44501" x="6813550" y="2806700"/>
          <p14:tracePt t="44515" x="6807200" y="2806700"/>
          <p14:tracePt t="44522" x="6800850" y="2806700"/>
          <p14:tracePt t="44529" x="6800850" y="2800350"/>
          <p14:tracePt t="44550" x="6788150" y="2794000"/>
          <p14:tracePt t="44571" x="6775450" y="2794000"/>
          <p14:tracePt t="44585" x="6769100" y="2787650"/>
          <p14:tracePt t="44593" x="6762750" y="2787650"/>
          <p14:tracePt t="44606" x="6756400" y="2781300"/>
          <p14:tracePt t="44623" x="6743700" y="2781300"/>
          <p14:tracePt t="44639" x="6737350" y="2774950"/>
          <p14:tracePt t="44656" x="6724650" y="2768600"/>
          <p14:tracePt t="44672" x="6718300" y="2768600"/>
          <p14:tracePt t="44704" x="6711950" y="2768600"/>
          <p14:tracePt t="44711" x="6711950" y="2762250"/>
          <p14:tracePt t="44726" x="6705600" y="2762250"/>
          <p14:tracePt t="44739" x="6699250" y="2762250"/>
          <p14:tracePt t="44755" x="6680200" y="2749550"/>
          <p14:tracePt t="44772" x="6667500" y="2743200"/>
          <p14:tracePt t="44776" x="6648450" y="2736850"/>
          <p14:tracePt t="44788" x="6616700" y="2711450"/>
          <p14:tracePt t="44805" x="6540500" y="2673350"/>
          <p14:tracePt t="44822" x="6496050" y="2647950"/>
          <p14:tracePt t="44838" x="6381750" y="2559050"/>
          <p14:tracePt t="44855" x="6229350" y="2457450"/>
          <p14:tracePt t="44873" x="6026150" y="2330450"/>
          <p14:tracePt t="44888" x="5886450" y="2235200"/>
          <p14:tracePt t="44905" x="5461000" y="2012950"/>
          <p14:tracePt t="44922" x="4895850" y="1771650"/>
          <p14:tracePt t="44938" x="4578350" y="1657350"/>
          <p14:tracePt t="44955" x="3898900" y="1416050"/>
          <p14:tracePt t="44971" x="3263900" y="1187450"/>
          <p14:tracePt t="44988" x="3003550" y="1092200"/>
          <p14:tracePt t="45005" x="2559050" y="965200"/>
          <p14:tracePt t="45021" x="2273300" y="882650"/>
          <p14:tracePt t="45038" x="2171700" y="863600"/>
          <p14:tracePt t="45055" x="1962150" y="812800"/>
          <p14:tracePt t="45071" x="1841500" y="793750"/>
          <p14:tracePt t="45088" x="1803400" y="793750"/>
          <p14:tracePt t="45104" x="1727200" y="793750"/>
          <p14:tracePt t="45554" x="1746250" y="850900"/>
          <p14:tracePt t="45567" x="1790700" y="920750"/>
          <p14:tracePt t="45575" x="1828800" y="977900"/>
          <p14:tracePt t="45586" x="1854200" y="1035050"/>
          <p14:tracePt t="45603" x="1866900" y="1066800"/>
          <p14:tracePt t="45619" x="1917700" y="1111250"/>
          <p14:tracePt t="45636" x="1924050" y="1123950"/>
          <p14:tracePt t="45653" x="1949450" y="1143000"/>
          <p14:tracePt t="45669" x="1955800" y="1149350"/>
          <p14:tracePt t="45702" x="1968500" y="1162050"/>
          <p14:tracePt t="45719" x="1981200" y="1187450"/>
          <p14:tracePt t="45736" x="2012950" y="1212850"/>
          <p14:tracePt t="45752" x="2019300" y="1231900"/>
          <p14:tracePt t="45769" x="2038350" y="1257300"/>
          <p14:tracePt t="45786" x="2051050" y="1276350"/>
          <p14:tracePt t="45802" x="2057400" y="1282700"/>
          <p14:tracePt t="45818" x="2057400" y="1289050"/>
          <p14:tracePt t="45836" x="2057400" y="1295400"/>
          <p14:tracePt t="45862" x="2063750" y="1301750"/>
          <p14:tracePt t="45883" x="2070100" y="1301750"/>
          <p14:tracePt t="45918" x="2076450" y="1301750"/>
          <p14:tracePt t="45932" x="2082800" y="1301750"/>
          <p14:tracePt t="45953" x="2095500" y="1301750"/>
          <p14:tracePt t="45974" x="2108200" y="1301750"/>
          <p14:tracePt t="45989" x="2139950" y="1301750"/>
          <p14:tracePt t="45995" x="2165350" y="1308100"/>
          <p14:tracePt t="46004" x="2222500" y="1320800"/>
          <p14:tracePt t="46018" x="2273300" y="1327150"/>
          <p14:tracePt t="46035" x="2368550" y="1346200"/>
          <p14:tracePt t="46052" x="2667000" y="1422400"/>
          <p14:tracePt t="46068" x="2755900" y="1428750"/>
          <p14:tracePt t="46084" x="2844800" y="1447800"/>
          <p14:tracePt t="46101" x="2990850" y="1466850"/>
          <p14:tracePt t="46117" x="3067050" y="1479550"/>
          <p14:tracePt t="46134" x="3092450" y="1479550"/>
          <p14:tracePt t="46151" x="3117850" y="1485900"/>
          <p14:tracePt t="46167" x="3117850" y="1492250"/>
          <p14:tracePt t="46200" x="3117850" y="1498600"/>
          <p14:tracePt t="46248" x="3117850" y="1504950"/>
          <p14:tracePt t="46318" x="3117850" y="1511300"/>
          <p14:tracePt t="46332" x="3117850" y="1517650"/>
          <p14:tracePt t="46353" x="3124200" y="1524000"/>
          <p14:tracePt t="46368" x="3130550" y="1524000"/>
          <p14:tracePt t="46374" x="3143250" y="1536700"/>
          <p14:tracePt t="46388" x="3168650" y="1543050"/>
          <p14:tracePt t="46400" x="3194050" y="1555750"/>
          <p14:tracePt t="46417" x="3346450" y="1644650"/>
          <p14:tracePt t="46433" x="3473450" y="1727200"/>
          <p14:tracePt t="46450" x="3924300" y="1987550"/>
          <p14:tracePt t="46467" x="4622800" y="2298700"/>
          <p14:tracePt t="46484" x="5022850" y="2476500"/>
          <p14:tracePt t="46500" x="5778500" y="2743200"/>
          <p14:tracePt t="46515" x="6426200" y="2927350"/>
          <p14:tracePt t="46533" x="6699250" y="2971800"/>
          <p14:tracePt t="46550" x="7035800" y="3009900"/>
          <p14:tracePt t="46566" x="7156450" y="3009900"/>
          <p14:tracePt t="46583" x="7346950" y="3003550"/>
          <p14:tracePt t="46600" x="7467600" y="2984500"/>
          <p14:tracePt t="46617" x="7512050" y="2978150"/>
          <p14:tracePt t="46633" x="7550150" y="2965450"/>
          <p14:tracePt t="46649" x="7569200" y="2959100"/>
          <p14:tracePt t="46666" x="7575550" y="2959100"/>
          <p14:tracePt t="46683" x="7575550" y="2946400"/>
          <p14:tracePt t="46700" x="7569200" y="2927350"/>
          <p14:tracePt t="46715" x="7556500" y="2876550"/>
          <p14:tracePt t="46732" x="7550150" y="2838450"/>
          <p14:tracePt t="47037" x="7524750" y="2832100"/>
          <p14:tracePt t="47044" x="7499350" y="2825750"/>
          <p14:tracePt t="47058" x="7454900" y="2806700"/>
          <p14:tracePt t="47067" x="7416800" y="2800350"/>
          <p14:tracePt t="47081" x="7372350" y="2781300"/>
          <p14:tracePt t="47098" x="7315200" y="2774950"/>
          <p14:tracePt t="47116" x="7194550" y="2749550"/>
          <p14:tracePt t="47131" x="7156450" y="2749550"/>
          <p14:tracePt t="47147" x="7124700" y="2743200"/>
          <p14:tracePt t="47163" x="7029450" y="2730500"/>
          <p14:tracePt t="47180" x="6940550" y="2724150"/>
          <p14:tracePt t="47198" x="6896100" y="2717800"/>
          <p14:tracePt t="47214" x="6807200" y="2717800"/>
          <p14:tracePt t="47230" x="6756400" y="2717800"/>
          <p14:tracePt t="47248" x="6724650" y="2717800"/>
          <p14:tracePt t="47263" x="6711950" y="2724150"/>
          <p14:tracePt t="47280" x="6686550" y="2724150"/>
          <p14:tracePt t="47297" x="6667500" y="2724150"/>
          <p14:tracePt t="47314" x="6661150" y="2724150"/>
          <p14:tracePt t="47360" x="6654800" y="2724150"/>
          <p14:tracePt t="47465" x="6661150" y="2724150"/>
          <p14:tracePt t="47486" x="6667500" y="2724150"/>
          <p14:tracePt t="47500" x="6673850" y="2717800"/>
          <p14:tracePt t="47507" x="6680200" y="2717800"/>
          <p14:tracePt t="47521" x="6686550" y="2717800"/>
          <p14:tracePt t="47530" x="6699250" y="2717800"/>
          <p14:tracePt t="47546" x="6718300" y="2717800"/>
          <p14:tracePt t="47563" x="6794500" y="2711450"/>
          <p14:tracePt t="47579" x="6940550" y="2711450"/>
          <p14:tracePt t="47596" x="7042150" y="2711450"/>
          <p14:tracePt t="47613" x="7245350" y="2698750"/>
          <p14:tracePt t="47629" x="7429500" y="2698750"/>
          <p14:tracePt t="47645" x="7518400" y="2698750"/>
          <p14:tracePt t="47662" x="7626350" y="2698750"/>
          <p14:tracePt t="47679" x="7677150" y="2692400"/>
          <p14:tracePt t="47696" x="7702550" y="2692400"/>
          <p14:tracePt t="47747" x="7696200" y="2692400"/>
          <p14:tracePt t="47767" x="7683500" y="2692400"/>
          <p14:tracePt t="47788" x="7677150" y="2698750"/>
          <p14:tracePt t="47802" x="7670800" y="2698750"/>
          <p14:tracePt t="47808" x="7664450" y="2698750"/>
          <p14:tracePt t="47815" x="7658100" y="2698750"/>
          <p14:tracePt t="47837" x="7651750" y="2705100"/>
          <p14:tracePt t="47851" x="7645400" y="2705100"/>
          <p14:tracePt t="47861" x="7639050" y="2705100"/>
          <p14:tracePt t="47879" x="7613650" y="2711450"/>
          <p14:tracePt t="47894" x="7594600" y="2711450"/>
          <p14:tracePt t="47911" x="7543800" y="2711450"/>
          <p14:tracePt t="47928" x="7480300" y="2711450"/>
          <p14:tracePt t="47944" x="7442200" y="2717800"/>
          <p14:tracePt t="47961" x="7372350" y="2717800"/>
          <p14:tracePt t="47978" x="7321550" y="2717800"/>
          <p14:tracePt t="47994" x="7302500" y="2724150"/>
          <p14:tracePt t="48011" x="7283450" y="2724150"/>
          <p14:tracePt t="48027" x="7258050" y="2736850"/>
          <p14:tracePt t="48044" x="7251700" y="2736850"/>
          <p14:tracePt t="48089" x="7258050" y="2736850"/>
          <p14:tracePt t="48096" x="7264400" y="2736850"/>
          <p14:tracePt t="48112" x="7277100" y="2736850"/>
          <p14:tracePt t="48131" x="7289800" y="2736850"/>
          <p14:tracePt t="48138" x="7308850" y="2736850"/>
          <p14:tracePt t="48152" x="7321550" y="2736850"/>
          <p14:tracePt t="48160" x="7353300" y="2736850"/>
          <p14:tracePt t="48177" x="7391400" y="2736850"/>
          <p14:tracePt t="48194" x="7505700" y="2730500"/>
          <p14:tracePt t="48210" x="7651750" y="2711450"/>
          <p14:tracePt t="48227" x="7702550" y="2711450"/>
          <p14:tracePt t="48243" x="7772400" y="2698750"/>
          <p14:tracePt t="48260" x="7816850" y="2686050"/>
          <p14:tracePt t="48293" x="7823200" y="2686050"/>
          <p14:tracePt t="48314" x="7829550" y="2679700"/>
          <p14:tracePt t="48330" x="7829550" y="2673350"/>
          <p14:tracePt t="51035" x="7823200" y="2673350"/>
          <p14:tracePt t="51042" x="7797800" y="2673350"/>
          <p14:tracePt t="51056" x="7778750" y="2673350"/>
          <p14:tracePt t="51067" x="7759700" y="2673350"/>
          <p14:tracePt t="51084" x="7721600" y="2673350"/>
          <p14:tracePt t="51100" x="7689850" y="2673350"/>
          <p14:tracePt t="51116" x="7651750" y="2673350"/>
          <p14:tracePt t="51134" x="7600950" y="2673350"/>
          <p14:tracePt t="51150" x="7569200" y="2673350"/>
          <p14:tracePt t="51167" x="7512050" y="2679700"/>
          <p14:tracePt t="51183" x="7454900" y="2686050"/>
          <p14:tracePt t="51200" x="7423150" y="2692400"/>
          <p14:tracePt t="51218" x="7378700" y="2692400"/>
          <p14:tracePt t="51233" x="7334250" y="2692400"/>
          <p14:tracePt t="51250" x="7308850" y="2692400"/>
          <p14:tracePt t="51267" x="7258050" y="2692400"/>
          <p14:tracePt t="51283" x="7226300" y="2692400"/>
          <p14:tracePt t="51299" x="7169150" y="2692400"/>
          <p14:tracePt t="51316" x="7112000" y="2692400"/>
          <p14:tracePt t="51333" x="7086600" y="2705100"/>
          <p14:tracePt t="51350" x="7029450" y="2705100"/>
          <p14:tracePt t="51365" x="6972300" y="2705100"/>
          <p14:tracePt t="51383" x="6953250" y="2705100"/>
          <p14:tracePt t="51400" x="6902450" y="2698750"/>
          <p14:tracePt t="51416" x="6845300" y="2692400"/>
          <p14:tracePt t="51433" x="6826250" y="2692400"/>
          <p14:tracePt t="51449" x="6788150" y="2692400"/>
          <p14:tracePt t="51466" x="6775450" y="2692400"/>
          <p14:tracePt t="51482" x="6762750" y="2692400"/>
          <p14:tracePt t="51499" x="6756400" y="2692400"/>
          <p14:tracePt t="51515" x="6743700" y="2692400"/>
          <p14:tracePt t="51554" x="6743700" y="2698750"/>
          <p14:tracePt t="52512" x="6731000" y="2698750"/>
          <p14:tracePt t="52518" x="6711950" y="2698750"/>
          <p14:tracePt t="52532" x="6699250" y="2705100"/>
          <p14:tracePt t="52545" x="6686550" y="2705100"/>
          <p14:tracePt t="52562" x="6667500" y="2711450"/>
          <p14:tracePt t="52610" x="6661150" y="2711450"/>
          <p14:tracePt t="52631" x="6654800" y="2711450"/>
          <p14:tracePt t="52638" x="6648450" y="2711450"/>
          <p14:tracePt t="52652" x="6642100" y="2705100"/>
          <p14:tracePt t="52661" x="6629400" y="2705100"/>
          <p14:tracePt t="52678" x="6623050" y="2705100"/>
          <p14:tracePt t="52695" x="6610350" y="2705100"/>
          <p14:tracePt t="52711" x="6591300" y="2705100"/>
          <p14:tracePt t="52729" x="6565900" y="2692400"/>
          <p14:tracePt t="52744" x="6553200" y="2692400"/>
          <p14:tracePt t="52761" x="6534150" y="2679700"/>
          <p14:tracePt t="52778" x="6470650" y="2667000"/>
          <p14:tracePt t="52794" x="6375400" y="2641600"/>
          <p14:tracePt t="52811" x="6324600" y="2628900"/>
          <p14:tracePt t="52828" x="6203950" y="2622550"/>
          <p14:tracePt t="52844" x="6076950" y="2609850"/>
          <p14:tracePt t="52861" x="6013450" y="2609850"/>
          <p14:tracePt t="52877" x="5880100" y="2616200"/>
          <p14:tracePt t="52894" x="5740400" y="2622550"/>
          <p14:tracePt t="52911" x="5600700" y="2628900"/>
          <p14:tracePt t="52927" x="5530850" y="2628900"/>
          <p14:tracePt t="52944" x="5391150" y="2622550"/>
          <p14:tracePt t="52961" x="5245100" y="2590800"/>
          <p14:tracePt t="52977" x="5181600" y="2571750"/>
          <p14:tracePt t="52994" x="5124450" y="2565400"/>
          <p14:tracePt t="53010" x="4946650" y="2457450"/>
          <p14:tracePt t="53026" x="4876800" y="2438400"/>
          <p14:tracePt t="53043" x="4826000" y="2432050"/>
          <p14:tracePt t="53060" x="4813300" y="2425700"/>
          <p14:tracePt t="53356" x="4699000" y="2387600"/>
          <p14:tracePt t="53364" x="4521200" y="2349500"/>
          <p14:tracePt t="53376" x="4362450" y="2298700"/>
          <p14:tracePt t="53393" x="4076700" y="2222500"/>
          <p14:tracePt t="53409" x="3962400" y="2197100"/>
          <p14:tracePt t="53427" x="3778250" y="2159000"/>
          <p14:tracePt t="53442" x="3613150" y="2127250"/>
          <p14:tracePt t="53459" x="3524250" y="2127250"/>
          <p14:tracePt t="53476" x="3371850" y="2120900"/>
          <p14:tracePt t="53492" x="3302000" y="2120900"/>
          <p14:tracePt t="53509" x="3200400" y="2108200"/>
          <p14:tracePt t="53525" x="3149600" y="2108200"/>
          <p14:tracePt t="53542" x="3124200" y="2120900"/>
          <p14:tracePt t="53559" x="3079750" y="2139950"/>
          <p14:tracePt t="53575" x="3035300" y="2152650"/>
          <p14:tracePt t="53592" x="3016250" y="2159000"/>
          <p14:tracePt t="53609" x="2997200" y="2165350"/>
          <p14:tracePt t="53625" x="2990850" y="2165350"/>
          <p14:tracePt t="53642" x="2984500" y="2171700"/>
          <p14:tracePt t="53658" x="2978150" y="2171700"/>
          <p14:tracePt t="53675" x="2971800" y="2171700"/>
          <p14:tracePt t="53708" x="2971800" y="2165350"/>
          <p14:tracePt t="53756" x="2971800" y="2159000"/>
          <p14:tracePt t="53826" x="2971800" y="2152650"/>
          <p14:tracePt t="53861" x="2971800" y="2146300"/>
          <p14:tracePt t="53903" x="2971800" y="2139950"/>
          <p14:tracePt t="53973" x="2971800" y="2133600"/>
          <p14:tracePt t="54016" x="2978150" y="2127250"/>
          <p14:tracePt t="54072" x="2984500" y="2127250"/>
          <p14:tracePt t="54128" x="2978150" y="2127250"/>
          <p14:tracePt t="54134" x="2971800" y="2133600"/>
          <p14:tracePt t="54143" x="2965450" y="2146300"/>
          <p14:tracePt t="54158" x="2952750" y="2152650"/>
          <p14:tracePt t="54173" x="2933700" y="2171700"/>
          <p14:tracePt t="54192" x="2863850" y="2241550"/>
          <p14:tracePt t="54206" x="2762250" y="2362200"/>
          <p14:tracePt t="54223" x="2705100" y="2444750"/>
          <p14:tracePt t="54240" x="2552700" y="2622550"/>
          <p14:tracePt t="54256" x="2406650" y="2813050"/>
          <p14:tracePt t="54273" x="2324100" y="2882900"/>
          <p14:tracePt t="54290" x="2178050" y="3028950"/>
          <p14:tracePt t="54306" x="2076450" y="3124200"/>
          <p14:tracePt t="54322" x="2032000" y="3149600"/>
          <p14:tracePt t="54339" x="1962150" y="3206750"/>
          <p14:tracePt t="54356" x="1924050" y="3238500"/>
          <p14:tracePt t="54374" x="1879600" y="3244850"/>
          <p14:tracePt t="54389" x="1866900" y="3251200"/>
          <p14:tracePt t="54406" x="1847850" y="3244850"/>
          <p14:tracePt t="54422" x="1835150" y="3232150"/>
          <p14:tracePt t="54439" x="1835150" y="3225800"/>
          <p14:tracePt t="54455" x="1841500" y="3225800"/>
          <p14:tracePt t="54737" x="1841500" y="3213100"/>
          <p14:tracePt t="54745" x="1841500" y="3194050"/>
          <p14:tracePt t="54759" x="1841500" y="3168650"/>
          <p14:tracePt t="54770" x="1841500" y="3130550"/>
          <p14:tracePt t="54788" x="1860550" y="3073400"/>
          <p14:tracePt t="54804" x="1866900" y="3041650"/>
          <p14:tracePt t="54823" x="1911350" y="2876550"/>
          <p14:tracePt t="54837" x="1930400" y="2819400"/>
          <p14:tracePt t="54854" x="1949450" y="2768600"/>
          <p14:tracePt t="54871" x="1974850" y="2647950"/>
          <p14:tracePt t="54887" x="1993900" y="2565400"/>
          <p14:tracePt t="54903" x="2000250" y="2533650"/>
          <p14:tracePt t="54921" x="2019300" y="2495550"/>
          <p14:tracePt t="54937" x="2038350" y="2476500"/>
          <p14:tracePt t="54953" x="2044700" y="2470150"/>
          <p14:tracePt t="54970" x="2063750" y="2463800"/>
          <p14:tracePt t="54987" x="2070100" y="2463800"/>
          <p14:tracePt t="55004" x="2076450" y="2463800"/>
          <p14:tracePt t="55020" x="2089150" y="2463800"/>
          <p14:tracePt t="55037" x="2095500" y="2470150"/>
          <p14:tracePt t="55054" x="2120900" y="2495550"/>
          <p14:tracePt t="55070" x="2139950" y="2508250"/>
          <p14:tracePt t="55086" x="2152650" y="2527300"/>
          <p14:tracePt t="55103" x="2203450" y="2603500"/>
          <p14:tracePt t="55120" x="2266950" y="2717800"/>
          <p14:tracePt t="55137" x="2336800" y="2832100"/>
          <p14:tracePt t="55153" x="2349500" y="2876550"/>
          <p14:tracePt t="55169" x="2374900" y="2927350"/>
          <p14:tracePt t="55187" x="2381250" y="2946400"/>
          <p14:tracePt t="55229" x="2374900" y="2940050"/>
          <p14:tracePt t="55239" x="2368550" y="2927350"/>
          <p14:tracePt t="55252" x="2343150" y="2895600"/>
          <p14:tracePt t="55269" x="2286000" y="2794000"/>
          <p14:tracePt t="55286" x="2209800" y="2654300"/>
          <p14:tracePt t="55303" x="2171700" y="2597150"/>
          <p14:tracePt t="55320" x="2127250" y="2495550"/>
          <p14:tracePt t="55335" x="2095500" y="2457450"/>
          <p14:tracePt t="55352" x="2095500" y="2451100"/>
          <p14:tracePt t="55369" x="2089150" y="2444750"/>
          <p14:tracePt t="55405" x="2089150" y="2451100"/>
          <p14:tracePt t="55420" x="2089150" y="2457450"/>
          <p14:tracePt t="55439" x="2089150" y="2463800"/>
          <p14:tracePt t="55452" x="2089150" y="2470150"/>
          <p14:tracePt t="55468" x="2101850" y="2482850"/>
          <p14:tracePt t="55485" x="2101850" y="2489200"/>
          <p14:tracePt t="55502" x="2108200" y="2495550"/>
          <p14:tracePt t="55608" x="2108200" y="2501900"/>
          <p14:tracePt t="55614" x="2095500" y="2501900"/>
          <p14:tracePt t="55636" x="2082800" y="2501900"/>
          <p14:tracePt t="55649" x="2063750" y="2501900"/>
          <p14:tracePt t="55657" x="2038350" y="2508250"/>
          <p14:tracePt t="55671" x="1993900" y="2520950"/>
          <p14:tracePt t="55685" x="1835150" y="2546350"/>
          <p14:tracePt t="55701" x="1758950" y="2559050"/>
          <p14:tracePt t="55718" x="1644650" y="2578100"/>
          <p14:tracePt t="55734" x="1403350" y="2622550"/>
          <p14:tracePt t="55751" x="1104900" y="2692400"/>
          <p14:tracePt t="55768" x="965200" y="2736850"/>
          <p14:tracePt t="55784" x="628650" y="2838450"/>
          <p14:tracePt t="55801" x="254000" y="2952750"/>
          <p14:tracePt t="56066" x="44450" y="4635500"/>
          <p14:tracePt t="56084" x="158750" y="4711700"/>
          <p14:tracePt t="56099" x="190500" y="4743450"/>
          <p14:tracePt t="56116" x="196850" y="4743450"/>
          <p14:tracePt t="56133" x="203200" y="4737100"/>
          <p14:tracePt t="56149" x="203200" y="4673600"/>
          <p14:tracePt t="56166" x="203200" y="4622800"/>
          <p14:tracePt t="56183" x="203200" y="4565650"/>
          <p14:tracePt t="56199" x="196850" y="4540250"/>
          <p14:tracePt t="56216" x="190500" y="4533900"/>
          <p14:tracePt t="56249" x="184150" y="4546600"/>
          <p14:tracePt t="56267" x="184150" y="4565650"/>
          <p14:tracePt t="56282" x="184150" y="4597400"/>
          <p14:tracePt t="56299" x="190500" y="4648200"/>
          <p14:tracePt t="56316" x="241300" y="4851400"/>
          <p14:tracePt t="56332" x="266700" y="4927600"/>
          <p14:tracePt t="56349" x="298450" y="4997450"/>
          <p14:tracePt t="56365" x="349250" y="5086350"/>
          <p14:tracePt t="56382" x="406400" y="5137150"/>
          <p14:tracePt t="56399" x="425450" y="5143500"/>
          <p14:tracePt t="56415" x="463550" y="5149850"/>
          <p14:tracePt t="56432" x="514350" y="5137150"/>
          <p14:tracePt t="56449" x="603250" y="5080000"/>
          <p14:tracePt t="56465" x="660400" y="5016500"/>
          <p14:tracePt t="56481" x="806450" y="4838700"/>
          <p14:tracePt t="56498" x="990600" y="4603750"/>
          <p14:tracePt t="56515" x="1073150" y="4508500"/>
          <p14:tracePt t="56531" x="1174750" y="4381500"/>
          <p14:tracePt t="56548" x="1212850" y="4330700"/>
          <p14:tracePt t="56564" x="1225550" y="4318000"/>
          <p14:tracePt t="56582" x="1225550" y="4311650"/>
          <p14:tracePt t="56610" x="1225550" y="4318000"/>
          <p14:tracePt t="56617" x="1219200" y="4330700"/>
          <p14:tracePt t="56634" x="1212850" y="4337050"/>
          <p14:tracePt t="56648" x="1206500" y="4362450"/>
          <p14:tracePt t="56664" x="1181100" y="4470400"/>
          <p14:tracePt t="56681" x="1149350" y="4660900"/>
          <p14:tracePt t="56697" x="1136650" y="4762500"/>
          <p14:tracePt t="56715" x="1117600" y="4933950"/>
          <p14:tracePt t="56730" x="1117600" y="5022850"/>
          <p14:tracePt t="56747" x="1111250" y="5048250"/>
          <p14:tracePt t="56781" x="1111250" y="5035550"/>
          <p14:tracePt t="56797" x="1111250" y="4991100"/>
          <p14:tracePt t="56814" x="1085850" y="4724400"/>
          <p14:tracePt t="56830" x="1028700" y="4260850"/>
          <p14:tracePt t="56847" x="984250" y="4038600"/>
          <p14:tracePt t="56864" x="933450" y="3841750"/>
          <p14:tracePt t="56881" x="901700" y="3771900"/>
          <p14:tracePt t="56898" x="895350" y="3765550"/>
          <p14:tracePt t="56913" x="889000" y="3765550"/>
          <p14:tracePt t="56930" x="889000" y="3778250"/>
          <p14:tracePt t="56934" x="889000" y="3790950"/>
          <p14:tracePt t="56947" x="882650" y="3822700"/>
          <p14:tracePt t="56963" x="882650" y="3860800"/>
          <p14:tracePt t="56980" x="889000" y="3911600"/>
          <p14:tracePt t="56997" x="914400" y="4032250"/>
          <p14:tracePt t="57013" x="952500" y="4165600"/>
          <p14:tracePt t="57031" x="996950" y="4292600"/>
          <p14:tracePt t="57046" x="1028700" y="4337050"/>
          <p14:tracePt t="57063" x="1054100" y="4368800"/>
          <p14:tracePt t="57080" x="1066800" y="4375150"/>
          <p14:tracePt t="57096" x="1066800" y="4368800"/>
          <p14:tracePt t="57113" x="1073150" y="4337050"/>
          <p14:tracePt t="57129" x="1073150" y="4286250"/>
          <p14:tracePt t="57146" x="1073150" y="4267200"/>
          <p14:tracePt t="57163" x="1066800" y="4235450"/>
          <p14:tracePt t="57180" x="1060450" y="4222750"/>
          <p14:tracePt t="57196" x="1054100" y="4216400"/>
          <p14:tracePt t="57214" x="1041400" y="4203700"/>
          <p14:tracePt t="57229" x="1028700" y="4184650"/>
          <p14:tracePt t="57246" x="1022350" y="4171950"/>
          <p14:tracePt t="57263" x="1009650" y="4127500"/>
          <p14:tracePt t="57279" x="1003300" y="4114800"/>
          <p14:tracePt t="57295" x="996950" y="4083050"/>
          <p14:tracePt t="57312" x="996950" y="4064000"/>
          <p14:tracePt t="57346" x="996950" y="4057650"/>
          <p14:tracePt t="57362" x="996950" y="4051300"/>
          <p14:tracePt t="57403" x="996950" y="4044950"/>
          <p14:tracePt t="57409" x="1003300" y="4044950"/>
          <p14:tracePt t="57431" x="1003300" y="4038600"/>
          <p14:tracePt t="57438" x="1003300" y="4032250"/>
          <p14:tracePt t="57452" x="1009650" y="4013200"/>
          <p14:tracePt t="57461" x="1016000" y="3994150"/>
          <p14:tracePt t="57478" x="1035050" y="3956050"/>
          <p14:tracePt t="57495" x="1073150" y="3797300"/>
          <p14:tracePt t="57511" x="1130300" y="3524250"/>
          <p14:tracePt t="57529" x="1193800" y="3130550"/>
          <p14:tracePt t="57544" x="1219200" y="2908300"/>
          <p14:tracePt t="57561" x="1250950" y="2686050"/>
          <p14:tracePt t="57578" x="1320800" y="2235200"/>
          <p14:tracePt t="57595" x="1327150" y="2146300"/>
          <p14:tracePt t="57612" x="1339850" y="2082800"/>
          <p14:tracePt t="57629" x="1352550" y="1987550"/>
          <p14:tracePt t="57644" x="1358900" y="1955800"/>
          <p14:tracePt t="57662" x="1358900" y="1943100"/>
          <p14:tracePt t="57677" x="1358900" y="1936750"/>
          <p14:tracePt t="57809" x="1358900" y="1943100"/>
          <p14:tracePt t="57829" x="1358900" y="1949450"/>
          <p14:tracePt t="57837" x="1365250" y="1962150"/>
          <p14:tracePt t="57852" x="1365250" y="1981200"/>
          <p14:tracePt t="57860" x="1384300" y="2025650"/>
          <p14:tracePt t="57876" x="1390650" y="2076450"/>
          <p14:tracePt t="57894" x="1454150" y="2286000"/>
          <p14:tracePt t="57910" x="1498600" y="2432050"/>
          <p14:tracePt t="57927" x="1593850" y="2730500"/>
          <p14:tracePt t="57943" x="1670050" y="2959100"/>
          <p14:tracePt t="57960" x="1689100" y="3041650"/>
          <p14:tracePt t="57978" x="1708150" y="3270250"/>
          <p14:tracePt t="57993" x="1708150" y="3321050"/>
          <p14:tracePt t="58010" x="1695450" y="3378200"/>
          <p14:tracePt t="58027" x="1663700" y="3454400"/>
          <p14:tracePt t="58043" x="1638300" y="3492500"/>
          <p14:tracePt t="58059" x="1631950" y="3498850"/>
          <p14:tracePt t="58076" x="1619250" y="3505200"/>
          <p14:tracePt t="58093" x="1606550" y="3505200"/>
          <p14:tracePt t="58109" x="1600200" y="3498850"/>
          <p14:tracePt t="58126" x="1593850" y="3498850"/>
          <p14:tracePt t="58143" x="1593850" y="3486150"/>
          <p14:tracePt t="58160" x="1587500" y="3479800"/>
          <p14:tracePt t="58192" x="1581150" y="3479800"/>
          <p14:tracePt t="58212" x="1574800" y="3486150"/>
          <p14:tracePt t="58226" x="1568450" y="3492500"/>
          <p14:tracePt t="58243" x="1562100" y="3498850"/>
          <p14:tracePt t="58259" x="1549400" y="3524250"/>
          <p14:tracePt t="58275" x="1511300" y="3587750"/>
          <p14:tracePt t="58293" x="1498600" y="3632200"/>
          <p14:tracePt t="58308" x="1441450" y="3721100"/>
          <p14:tracePt t="58325" x="1390650" y="3810000"/>
          <p14:tracePt t="58343" x="1346200" y="3886200"/>
          <p14:tracePt t="58359" x="1333500" y="3905250"/>
          <p14:tracePt t="58375" x="1320800" y="3930650"/>
          <p14:tracePt t="58392" x="1314450" y="3937000"/>
          <p14:tracePt t="58425" x="1308100" y="3937000"/>
          <p14:tracePt t="58442" x="1301750" y="3892550"/>
          <p14:tracePt t="58458" x="1295400" y="3867150"/>
          <p14:tracePt t="58476" x="1270000" y="3765550"/>
          <p14:tracePt t="58491" x="1250950" y="3695700"/>
          <p14:tracePt t="58508" x="1238250" y="3676650"/>
          <p14:tracePt t="58525" x="1225550" y="3644900"/>
          <p14:tracePt t="58541" x="1225550" y="3638550"/>
          <p14:tracePt t="58558" x="1219200" y="3632200"/>
          <p14:tracePt t="58574" x="1212850" y="3632200"/>
          <p14:tracePt t="58591" x="1212850" y="3638550"/>
          <p14:tracePt t="58608" x="1212850" y="3644900"/>
          <p14:tracePt t="58624" x="1212850" y="3657600"/>
          <p14:tracePt t="58641" x="1212850" y="3670300"/>
          <p14:tracePt t="58658" x="1212850" y="3689350"/>
          <p14:tracePt t="58674" x="1212850" y="3721100"/>
          <p14:tracePt t="58691" x="1212850" y="3740150"/>
          <p14:tracePt t="58707" x="1212850" y="3797300"/>
          <p14:tracePt t="58724" x="1219200" y="3854450"/>
          <p14:tracePt t="58740" x="1219200" y="3873500"/>
          <p14:tracePt t="58757" x="1244600" y="3911600"/>
          <p14:tracePt t="58774" x="1257300" y="3917950"/>
          <p14:tracePt t="58791" x="1276350" y="3924300"/>
          <p14:tracePt t="58807" x="1295400" y="3924300"/>
          <p14:tracePt t="58823" x="1320800" y="3924300"/>
          <p14:tracePt t="58841" x="1422400" y="3892550"/>
          <p14:tracePt t="58857" x="1460500" y="3886200"/>
          <p14:tracePt t="58873" x="1479550" y="3879850"/>
          <p14:tracePt t="58890" x="1543050" y="3860800"/>
          <p14:tracePt t="58906" x="1600200" y="3841750"/>
          <p14:tracePt t="58924" x="1631950" y="3822700"/>
          <p14:tracePt t="58940" x="1695450" y="3803650"/>
          <p14:tracePt t="58956" x="1758950" y="3759200"/>
          <p14:tracePt t="58973" x="1790700" y="3746500"/>
          <p14:tracePt t="58989" x="1841500" y="3702050"/>
          <p14:tracePt t="59006" x="1885950" y="3663950"/>
          <p14:tracePt t="59023" x="1917700" y="3625850"/>
          <p14:tracePt t="59039" x="1930400" y="3613150"/>
          <p14:tracePt t="59056" x="1943100" y="3594100"/>
          <p14:tracePt t="59073" x="1949450" y="3581400"/>
          <p14:tracePt t="59089" x="1949450" y="3575050"/>
          <p14:tracePt t="59107" x="1949450" y="3562350"/>
          <p14:tracePt t="59122" x="1949450" y="3556000"/>
          <p14:tracePt t="59156" x="1949450" y="3549650"/>
          <p14:tracePt t="59177" x="1949450" y="3543300"/>
          <p14:tracePt t="59212" x="1943100" y="3543300"/>
          <p14:tracePt t="59233" x="1936750" y="3543300"/>
          <p14:tracePt t="59247" x="1930400" y="3543300"/>
          <p14:tracePt t="59282" x="1917700" y="3536950"/>
          <p14:tracePt t="59303" x="1911350" y="3536950"/>
          <p14:tracePt t="59331" x="1911350" y="3530600"/>
          <p14:tracePt t="59366" x="1905000" y="3530600"/>
          <p14:tracePt t="59415" x="1905000" y="3524250"/>
          <p14:tracePt t="59436" x="1911350" y="3524250"/>
          <p14:tracePt t="59443" x="1924050" y="3524250"/>
          <p14:tracePt t="59465" x="1936750" y="3524250"/>
          <p14:tracePt t="59474" x="1949450" y="3524250"/>
          <p14:tracePt t="59488" x="1968500" y="3524250"/>
          <p14:tracePt t="59504" x="1987550" y="3524250"/>
          <p14:tracePt t="59521" x="2057400" y="3530600"/>
          <p14:tracePt t="59538" x="2152650" y="3543300"/>
          <p14:tracePt t="59554" x="2216150" y="3549650"/>
          <p14:tracePt t="59571" x="2374900" y="3568700"/>
          <p14:tracePt t="59587" x="2540000" y="3587750"/>
          <p14:tracePt t="59605" x="2711450" y="3619500"/>
          <p14:tracePt t="59621" x="2787650" y="3632200"/>
          <p14:tracePt t="59637" x="2933700" y="3657600"/>
          <p14:tracePt t="59654" x="3048000" y="3676650"/>
          <p14:tracePt t="59671" x="3086100" y="3676650"/>
          <p14:tracePt t="59687" x="3155950" y="3676650"/>
          <p14:tracePt t="59704" x="3200400" y="3676650"/>
          <p14:tracePt t="59720" x="3219450" y="3676650"/>
          <p14:tracePt t="59738" x="3244850" y="3663950"/>
          <p14:tracePt t="59753" x="3270250" y="3651250"/>
          <p14:tracePt t="59770" x="3289300" y="3638550"/>
          <p14:tracePt t="59788" x="3327400" y="3613150"/>
          <p14:tracePt t="59803" x="3352800" y="3606800"/>
          <p14:tracePt t="59820" x="3429000" y="3568700"/>
          <p14:tracePt t="59837" x="3486150" y="3536950"/>
          <p14:tracePt t="59853" x="3530600" y="3511550"/>
          <p14:tracePt t="59870" x="3657600" y="3435350"/>
          <p14:tracePt t="59886" x="3810000" y="3333750"/>
          <p14:tracePt t="59903" x="3867150" y="3282950"/>
          <p14:tracePt t="59921" x="4013200" y="3149600"/>
          <p14:tracePt t="59936" x="4083050" y="3092450"/>
          <p14:tracePt t="59953" x="4210050" y="2978150"/>
          <p14:tracePt t="59970" x="4305300" y="2908300"/>
          <p14:tracePt t="59986" x="4375150" y="2838450"/>
          <p14:tracePt t="60002" x="4406900" y="2813050"/>
          <p14:tracePt t="60019" x="4464050" y="2774950"/>
          <p14:tracePt t="60036" x="4502150" y="2749550"/>
          <p14:tracePt t="60053" x="4527550" y="2743200"/>
          <p14:tracePt t="60069" x="4552950" y="2736850"/>
          <p14:tracePt t="60086" x="4565650" y="2736850"/>
          <p14:tracePt t="60103" x="4597400" y="2736850"/>
          <p14:tracePt t="60119" x="4610100" y="2736850"/>
          <p14:tracePt t="60136" x="4622800" y="2736850"/>
          <p14:tracePt t="60153" x="4648200" y="2743200"/>
          <p14:tracePt t="60169" x="4667250" y="2743200"/>
          <p14:tracePt t="60186" x="4673600" y="2749550"/>
          <p14:tracePt t="60202" x="4686300" y="2755900"/>
          <p14:tracePt t="60219" x="4686300" y="2762250"/>
          <p14:tracePt t="60243" x="4686300" y="2768600"/>
          <p14:tracePt t="60264" x="4679950" y="2768600"/>
          <p14:tracePt t="60271" x="4673600" y="2774950"/>
          <p14:tracePt t="60574" x="4737100" y="2774950"/>
          <p14:tracePt t="60588" x="4838700" y="2774950"/>
          <p14:tracePt t="60595" x="4953000" y="2774950"/>
          <p14:tracePt t="60609" x="5105400" y="2774950"/>
          <p14:tracePt t="60617" x="5314950" y="2774950"/>
          <p14:tracePt t="60633" x="5492750" y="2774950"/>
          <p14:tracePt t="60651" x="5822950" y="2755900"/>
          <p14:tracePt t="60667" x="6089650" y="2762250"/>
          <p14:tracePt t="60684" x="6197600" y="2768600"/>
          <p14:tracePt t="60701" x="6299200" y="2768600"/>
          <p14:tracePt t="60717" x="6350000" y="2768600"/>
          <p14:tracePt t="60733" x="6369050" y="2768600"/>
          <p14:tracePt t="60750" x="6388100" y="2768600"/>
          <p14:tracePt t="60767" x="6394450" y="2774950"/>
          <p14:tracePt t="60784" x="6400800" y="2781300"/>
          <p14:tracePt t="60805" x="6413500" y="2781300"/>
          <p14:tracePt t="60890" x="6419850" y="2787650"/>
          <p14:tracePt t="60917" x="6426200" y="2787650"/>
          <p14:tracePt t="60925" x="6438900" y="2787650"/>
          <p14:tracePt t="60939" x="6445250" y="2787650"/>
          <p14:tracePt t="60949" x="6457950" y="2787650"/>
          <p14:tracePt t="60967" x="6477000" y="2787650"/>
          <p14:tracePt t="60983" x="6483350" y="2787650"/>
          <p14:tracePt t="60999" x="6489700" y="2787650"/>
          <p14:tracePt t="61033" x="6483350" y="2787650"/>
          <p14:tracePt t="61052" x="6477000" y="2787650"/>
          <p14:tracePt t="61066" x="6464300" y="2787650"/>
          <p14:tracePt t="61082" x="6457950" y="2787650"/>
          <p14:tracePt t="61100" x="6451600" y="2781300"/>
          <p14:tracePt t="61132" x="6445250" y="2781300"/>
          <p14:tracePt t="61156" x="6438900" y="2781300"/>
          <p14:tracePt t="61177" x="6432550" y="2781300"/>
          <p14:tracePt t="61199" x="6426200" y="2774950"/>
          <p14:tracePt t="61240" x="6419850" y="2774950"/>
          <p14:tracePt t="61268" x="6419850" y="2768600"/>
          <p14:tracePt t="61296" x="6419850" y="2762250"/>
          <p14:tracePt t="61344" x="6426200" y="2762250"/>
          <p14:tracePt t="61358" x="6432550" y="2762250"/>
          <p14:tracePt t="61367" x="6438900" y="2762250"/>
          <p14:tracePt t="61382" x="6445250" y="2762250"/>
          <p14:tracePt t="61401" x="6451600" y="2762250"/>
          <p14:tracePt t="61415" x="6477000" y="2762250"/>
          <p14:tracePt t="61431" x="6496050" y="2762250"/>
          <p14:tracePt t="61448" x="6521450" y="2768600"/>
          <p14:tracePt t="61465" x="6584950" y="2774950"/>
          <p14:tracePt t="61481" x="6654800" y="2781300"/>
          <p14:tracePt t="61498" x="6692900" y="2781300"/>
          <p14:tracePt t="61514" x="6762750" y="2787650"/>
          <p14:tracePt t="61531" x="6832600" y="2787650"/>
          <p14:tracePt t="61548" x="6870700" y="2787650"/>
          <p14:tracePt t="61563" x="6927850" y="2787650"/>
          <p14:tracePt t="61580" x="6978650" y="2787650"/>
          <p14:tracePt t="61598" x="7023100" y="2781300"/>
          <p14:tracePt t="61614" x="7048500" y="2781300"/>
          <p14:tracePt t="61631" x="7086600" y="2781300"/>
          <p14:tracePt t="61647" x="7131050" y="2787650"/>
          <p14:tracePt t="61664" x="7143750" y="2787650"/>
          <p14:tracePt t="61680" x="7156450" y="2794000"/>
          <p14:tracePt t="61697" x="7207250" y="2794000"/>
          <p14:tracePt t="61713" x="7219950" y="2794000"/>
          <p14:tracePt t="61731" x="7258050" y="2800350"/>
          <p14:tracePt t="61747" x="7270750" y="2800350"/>
          <p14:tracePt t="61764" x="7283450" y="2806700"/>
          <p14:tracePt t="61780" x="7302500" y="2806700"/>
          <p14:tracePt t="61796" x="7315200" y="2806700"/>
          <p14:tracePt t="61813" x="7321550" y="2806700"/>
          <p14:tracePt t="61830" x="7327900" y="2806700"/>
          <p14:tracePt t="61846" x="7334250" y="2806700"/>
          <p14:tracePt t="61906" x="7340600" y="2806700"/>
          <p14:tracePt t="61941" x="7346950" y="2806700"/>
          <p14:tracePt t="61962" x="7353300" y="2806700"/>
          <p14:tracePt t="61976" x="7359650" y="2806700"/>
          <p14:tracePt t="61989" x="7366000" y="2806700"/>
          <p14:tracePt t="62018" x="7372350" y="2800350"/>
          <p14:tracePt t="62039" x="7378700" y="2800350"/>
          <p14:tracePt t="62047" x="7385050" y="2800350"/>
          <p14:tracePt t="62054" x="7391400" y="2800350"/>
          <p14:tracePt t="62062" x="7397750" y="2800350"/>
          <p14:tracePt t="62079" x="7410450" y="2800350"/>
          <p14:tracePt t="62096" x="7423150" y="2800350"/>
          <p14:tracePt t="62112" x="7454900" y="2794000"/>
          <p14:tracePt t="62129" x="7467600" y="2794000"/>
          <p14:tracePt t="62145" x="7493000" y="2787650"/>
          <p14:tracePt t="62162" x="7505700" y="2787650"/>
          <p14:tracePt t="62179" x="7518400" y="2787650"/>
          <p14:tracePt t="62882" x="7556500" y="2787650"/>
          <p14:tracePt t="62889" x="7594600" y="2787650"/>
          <p14:tracePt t="62903" x="7620000" y="2787650"/>
          <p14:tracePt t="62912" x="7645400" y="2787650"/>
          <p14:tracePt t="62926" x="7670800" y="2787650"/>
          <p14:tracePt t="62942" x="7696200" y="2787650"/>
          <p14:tracePt t="62960" x="7727950" y="2781300"/>
          <p14:tracePt t="62976" x="7734300" y="2781300"/>
          <p14:tracePt t="62993" x="7747000" y="2781300"/>
          <p14:tracePt t="63009" x="7759700" y="2781300"/>
          <p14:tracePt t="63051" x="7766050" y="2781300"/>
          <p14:tracePt t="63100" x="7772400" y="2787650"/>
          <p14:tracePt t="63169" x="7778750" y="2787650"/>
          <p14:tracePt t="63191" x="7785100" y="2787650"/>
          <p14:tracePt t="63205" x="7791450" y="2787650"/>
          <p14:tracePt t="63212" x="7797800" y="2787650"/>
          <p14:tracePt t="63233" x="7804150" y="2787650"/>
          <p14:tracePt t="63241" x="7823200" y="2787650"/>
          <p14:tracePt t="63258" x="7835900" y="2787650"/>
          <p14:tracePt t="63275" x="7886700" y="2787650"/>
          <p14:tracePt t="63291" x="7950200" y="2787650"/>
          <p14:tracePt t="63308" x="7988300" y="2787650"/>
          <p14:tracePt t="63325" x="8083550" y="2787650"/>
          <p14:tracePt t="63341" x="8121650" y="2787650"/>
          <p14:tracePt t="63358" x="8216900" y="2787650"/>
          <p14:tracePt t="63374" x="8280400" y="2787650"/>
          <p14:tracePt t="63391" x="8312150" y="2787650"/>
          <p14:tracePt t="63408" x="8369300" y="2787650"/>
          <p14:tracePt t="63424" x="8401050" y="2787650"/>
          <p14:tracePt t="63441" x="8413750" y="2787650"/>
          <p14:tracePt t="63457" x="8420100" y="2787650"/>
          <p14:tracePt t="63474" x="8426450" y="2794000"/>
          <p14:tracePt t="63520" x="8432800" y="2794000"/>
          <p14:tracePt t="63590" x="8439150" y="2794000"/>
          <p14:tracePt t="63702" x="8432800" y="2794000"/>
          <p14:tracePt t="63745" x="8420100" y="2794000"/>
          <p14:tracePt t="63772" x="8413750" y="2794000"/>
          <p14:tracePt t="63794" x="8407400" y="2794000"/>
          <p14:tracePt t="63801" x="8401050" y="2794000"/>
          <p14:tracePt t="63815" x="8394700" y="2794000"/>
          <p14:tracePt t="63836" x="8388350" y="2794000"/>
          <p14:tracePt t="63843" x="8382000" y="2794000"/>
          <p14:tracePt t="63864" x="8369300" y="2800350"/>
          <p14:tracePt t="63873" x="8356600" y="2806700"/>
          <p14:tracePt t="63889" x="8324850" y="2813050"/>
          <p14:tracePt t="63906" x="8204200" y="2838450"/>
          <p14:tracePt t="63923" x="8001000" y="2870200"/>
          <p14:tracePt t="63939" x="7854950" y="2908300"/>
          <p14:tracePt t="63956" x="7404100" y="2990850"/>
          <p14:tracePt t="63973" x="7099300" y="3035300"/>
          <p14:tracePt t="63990" x="6083300" y="3149600"/>
          <p14:tracePt t="64005" x="5734050" y="3200400"/>
          <p14:tracePt t="64022" x="5391150" y="3232150"/>
          <p14:tracePt t="64039" x="4756150" y="3282950"/>
          <p14:tracePt t="64055" x="4267200" y="3340100"/>
          <p14:tracePt t="64072" x="4076700" y="3352800"/>
          <p14:tracePt t="64076" x="3886200" y="3365500"/>
          <p14:tracePt t="64089" x="3746500" y="3378200"/>
          <p14:tracePt t="64105" x="3467100" y="3384550"/>
          <p14:tracePt t="64122" x="3340100" y="3397250"/>
          <p14:tracePt t="64138" x="3111500" y="3409950"/>
          <p14:tracePt t="64155" x="2882900" y="3403600"/>
          <p14:tracePt t="64172" x="2692400" y="3390900"/>
          <p14:tracePt t="64189" x="2616200" y="3384550"/>
          <p14:tracePt t="64205" x="2476500" y="3365500"/>
          <p14:tracePt t="64222" x="2305050" y="3352800"/>
          <p14:tracePt t="64237" x="2216150" y="3352800"/>
          <p14:tracePt t="64255" x="2114550" y="3346450"/>
          <p14:tracePt t="64272" x="1835150" y="3333750"/>
          <p14:tracePt t="64288" x="1758950" y="3333750"/>
          <p14:tracePt t="64305" x="1581150" y="3327400"/>
          <p14:tracePt t="64321" x="1403350" y="3302000"/>
          <p14:tracePt t="64337" x="1301750" y="3302000"/>
          <p14:tracePt t="64355" x="1143000" y="3295650"/>
          <p14:tracePt t="64371" x="1054100" y="3295650"/>
          <p14:tracePt t="64388" x="914400" y="3295650"/>
          <p14:tracePt t="64404" x="787400" y="3295650"/>
          <p14:tracePt t="64421" x="742950" y="3295650"/>
          <p14:tracePt t="64437" x="704850" y="3295650"/>
          <p14:tracePt t="64454" x="692150" y="3282950"/>
          <p14:tracePt t="64471" x="692150" y="3276600"/>
          <p14:tracePt t="64489" x="717550" y="3257550"/>
          <p14:tracePt t="64504" x="730250" y="3251200"/>
          <p14:tracePt t="64786" x="730250" y="3270250"/>
          <p14:tracePt t="64792" x="730250" y="3289300"/>
          <p14:tracePt t="64807" x="730250" y="3308350"/>
          <p14:tracePt t="64820" x="730250" y="3327400"/>
          <p14:tracePt t="64836" x="723900" y="3371850"/>
          <p14:tracePt t="64853" x="717550" y="3384550"/>
          <p14:tracePt t="64870" x="704850" y="3422650"/>
          <p14:tracePt t="64886" x="692150" y="3454400"/>
          <p14:tracePt t="64903" x="692150" y="3460750"/>
          <p14:tracePt t="64919" x="685800" y="3479800"/>
          <p14:tracePt t="64936" x="685800" y="3486150"/>
          <p14:tracePt t="64952" x="685800" y="3492500"/>
          <p14:tracePt t="64975" x="685800" y="3498850"/>
          <p14:tracePt t="64985" x="685800" y="3505200"/>
          <p14:tracePt t="65024" x="692150" y="3511550"/>
          <p14:tracePt t="65038" x="698500" y="3511550"/>
          <p14:tracePt t="65045" x="704850" y="3511550"/>
          <p14:tracePt t="65055" x="711200" y="3511550"/>
          <p14:tracePt t="65068" x="717550" y="3511550"/>
          <p14:tracePt t="65085" x="723900" y="3511550"/>
          <p14:tracePt t="65108" x="730250" y="3511550"/>
          <p14:tracePt t="65118" x="736600" y="3511550"/>
          <p14:tracePt t="65136" x="768350" y="3511550"/>
          <p14:tracePt t="65152" x="787400" y="3511550"/>
          <p14:tracePt t="65168" x="838200" y="3505200"/>
          <p14:tracePt t="65185" x="882650" y="3505200"/>
          <p14:tracePt t="65202" x="895350" y="3505200"/>
          <p14:tracePt t="65218" x="908050" y="3505200"/>
          <p14:tracePt t="65251" x="908050" y="3498850"/>
          <p14:tracePt t="65270" x="901700" y="3498850"/>
          <p14:tracePt t="65284" x="876300" y="3498850"/>
          <p14:tracePt t="65301" x="863600" y="3498850"/>
          <p14:tracePt t="65318" x="825500" y="3498850"/>
          <p14:tracePt t="65334" x="774700" y="3498850"/>
          <p14:tracePt t="65351" x="755650" y="3498850"/>
          <p14:tracePt t="65368" x="730250" y="3498850"/>
          <p14:tracePt t="65384" x="717550" y="3498850"/>
          <p14:tracePt t="65401" x="698500" y="3505200"/>
          <p14:tracePt t="65445" x="704850" y="3498850"/>
          <p14:tracePt t="65459" x="711200" y="3498850"/>
          <p14:tracePt t="65467" x="723900" y="3492500"/>
          <p14:tracePt t="65487" x="749300" y="3492500"/>
          <p14:tracePt t="65501" x="774700" y="3486150"/>
          <p14:tracePt t="65517" x="850900" y="3479800"/>
          <p14:tracePt t="65534" x="889000" y="3479800"/>
          <p14:tracePt t="65550" x="939800" y="3479800"/>
          <p14:tracePt t="65567" x="984250" y="3473450"/>
          <p14:tracePt t="65600" x="990600" y="3473450"/>
          <p14:tracePt t="65648" x="984250" y="3473450"/>
          <p14:tracePt t="65655" x="977900" y="3473450"/>
          <p14:tracePt t="65669" x="971550" y="3473450"/>
          <p14:tracePt t="65683" x="965200" y="3479800"/>
          <p14:tracePt t="65699" x="939800" y="3479800"/>
          <p14:tracePt t="65716" x="939800" y="3486150"/>
          <p14:tracePt t="65733" x="908050" y="3492500"/>
          <p14:tracePt t="65749" x="882650" y="3498850"/>
          <p14:tracePt t="65766" x="869950" y="3498850"/>
          <p14:tracePt t="65783" x="850900" y="3498850"/>
          <p14:tracePt t="65799" x="838200" y="3498850"/>
          <p14:tracePt t="65819" x="831850" y="3498850"/>
          <p14:tracePt t="65893" x="831850" y="3492500"/>
          <p14:tracePt t="65915" x="831850" y="3486150"/>
          <p14:tracePt t="65985" x="825500" y="3486150"/>
          <p14:tracePt t="66091" x="831850" y="3486150"/>
          <p14:tracePt t="66097" x="838200" y="3486150"/>
          <p14:tracePt t="66104" x="850900" y="3486150"/>
          <p14:tracePt t="66118" x="857250" y="3486150"/>
          <p14:tracePt t="66131" x="869950" y="3486150"/>
          <p14:tracePt t="66148" x="908050" y="3498850"/>
          <p14:tracePt t="66165" x="939800" y="3498850"/>
          <p14:tracePt t="66182" x="1003300" y="3505200"/>
          <p14:tracePt t="66198" x="1085850" y="3505200"/>
          <p14:tracePt t="66215" x="1123950" y="3505200"/>
          <p14:tracePt t="66232" x="1193800" y="3505200"/>
          <p14:tracePt t="66248" x="1238250" y="3492500"/>
          <p14:tracePt t="66265" x="1263650" y="3486150"/>
          <p14:tracePt t="66281" x="1295400" y="3486150"/>
          <p14:tracePt t="66298" x="1308100" y="3479800"/>
          <p14:tracePt t="66315" x="1320800" y="3479800"/>
          <p14:tracePt t="66347" x="1327150" y="3479800"/>
          <p14:tracePt t="66364" x="1339850" y="3479800"/>
          <p14:tracePt t="66381" x="1352550" y="3479800"/>
          <p14:tracePt t="66397" x="1358900" y="3479800"/>
          <p14:tracePt t="66414" x="1371600" y="3479800"/>
          <p14:tracePt t="66431" x="1390650" y="3479800"/>
          <p14:tracePt t="66448" x="1409700" y="3479800"/>
          <p14:tracePt t="66463" x="1409700" y="3486150"/>
          <p14:tracePt t="66480" x="1435100" y="3486150"/>
          <p14:tracePt t="66497" x="1466850" y="3492500"/>
          <p14:tracePt t="66513" x="1479550" y="3492500"/>
          <p14:tracePt t="66530" x="1524000" y="3498850"/>
          <p14:tracePt t="66547" x="1562100" y="3511550"/>
          <p14:tracePt t="66563" x="1587500" y="3517900"/>
          <p14:tracePt t="66580" x="1606550" y="3530600"/>
          <p14:tracePt t="66596" x="1657350" y="3536950"/>
          <p14:tracePt t="66613" x="1670050" y="3536950"/>
          <p14:tracePt t="66631" x="1695450" y="3536950"/>
          <p14:tracePt t="66646" x="1701800" y="3536950"/>
          <p14:tracePt t="66663" x="1727200" y="3536950"/>
          <p14:tracePt t="66680" x="1752600" y="3536950"/>
          <p14:tracePt t="66697" x="1765300" y="3536950"/>
          <p14:tracePt t="66713" x="1790700" y="3543300"/>
          <p14:tracePt t="66730" x="1803400" y="3543300"/>
          <p14:tracePt t="66746" x="1809750" y="3543300"/>
          <p14:tracePt t="66764" x="1828800" y="3543300"/>
          <p14:tracePt t="66779" x="1835150" y="3543300"/>
          <p14:tracePt t="66795" x="1841500" y="3543300"/>
          <p14:tracePt t="66813" x="1860550" y="3543300"/>
          <p14:tracePt t="66829" x="1879600" y="3543300"/>
          <p14:tracePt t="66862" x="1898650" y="3543300"/>
          <p14:tracePt t="66879" x="1930400" y="3543300"/>
          <p14:tracePt t="66895" x="1943100" y="3543300"/>
          <p14:tracePt t="66912" x="1987550" y="3549650"/>
          <p14:tracePt t="66929" x="2006600" y="3549650"/>
          <p14:tracePt t="66946" x="2057400" y="3556000"/>
          <p14:tracePt t="66962" x="2076450" y="3556000"/>
          <p14:tracePt t="66979" x="2089150" y="3556000"/>
          <p14:tracePt t="66995" x="2114550" y="3556000"/>
          <p14:tracePt t="67012" x="2133600" y="3556000"/>
          <p14:tracePt t="67028" x="2146300" y="3556000"/>
          <p14:tracePt t="67045" x="2165350" y="3556000"/>
          <p14:tracePt t="67062" x="2178050" y="3556000"/>
          <p14:tracePt t="67080" x="2190750" y="3549650"/>
          <p14:tracePt t="67111" x="2197100" y="3549650"/>
          <p14:tracePt t="67131" x="2203450" y="3549650"/>
          <p14:tracePt t="67199" x="2209800" y="3549650"/>
          <p14:tracePt t="67241" x="2216150" y="3556000"/>
          <p14:tracePt t="67332" x="2222500" y="3556000"/>
          <p14:tracePt t="67893" x="2216150" y="3556000"/>
          <p14:tracePt t="67963" x="2209800" y="3556000"/>
          <p14:tracePt t="68019" x="2209800" y="3549650"/>
          <p14:tracePt t="68054" x="2216150" y="3543300"/>
          <p14:tracePt t="68174" x="2222500" y="3536950"/>
          <p14:tracePt t="68209" x="2228850" y="3536950"/>
          <p14:tracePt t="68230" x="2235200" y="3536950"/>
          <p14:tracePt t="68251" x="2241550" y="3530600"/>
          <p14:tracePt t="68272" x="2247900" y="3524250"/>
          <p14:tracePt t="68279" x="2254250" y="3524250"/>
          <p14:tracePt t="68294" x="2266950" y="3517900"/>
          <p14:tracePt t="68307" x="2279650" y="3517900"/>
          <p14:tracePt t="68324" x="2330450" y="3498850"/>
          <p14:tracePt t="68341" x="2374900" y="3479800"/>
          <p14:tracePt t="68357" x="2482850" y="3454400"/>
          <p14:tracePt t="68374" x="2654300" y="3403600"/>
          <p14:tracePt t="68391" x="2914650" y="3346450"/>
          <p14:tracePt t="68407" x="3092450" y="3308350"/>
          <p14:tracePt t="68424" x="3594100" y="3219450"/>
          <p14:tracePt t="68440" x="3892550" y="3155950"/>
          <p14:tracePt t="68457" x="4502150" y="3048000"/>
          <p14:tracePt t="68474" x="4826000" y="2997200"/>
          <p14:tracePt t="68490" x="5454650" y="2882900"/>
          <p14:tracePt t="68507" x="6000750" y="2794000"/>
          <p14:tracePt t="68524" x="6419850" y="2736850"/>
          <p14:tracePt t="68540" x="6559550" y="2724150"/>
          <p14:tracePt t="68556" x="6788150" y="2705100"/>
          <p14:tracePt t="68573" x="6978650" y="2686050"/>
          <p14:tracePt t="68590" x="7067550" y="2673350"/>
          <p14:tracePt t="68606" x="7188200" y="2654300"/>
          <p14:tracePt t="68623" x="7258050" y="2641600"/>
          <p14:tracePt t="68640" x="7277100" y="2635250"/>
          <p14:tracePt t="68657" x="7308850" y="2635250"/>
          <p14:tracePt t="68673" x="7346950" y="2635250"/>
          <p14:tracePt t="68689" x="7359650" y="2635250"/>
          <p14:tracePt t="68706" x="7372350" y="2635250"/>
          <p14:tracePt t="68723" x="7385050" y="2635250"/>
          <p14:tracePt t="68739" x="7391400" y="2635250"/>
          <p14:tracePt t="68756" x="7410450" y="2635250"/>
          <p14:tracePt t="68773" x="7416800" y="2635250"/>
          <p14:tracePt t="68789" x="7423150" y="2635250"/>
          <p14:tracePt t="68826" x="7429500" y="2635250"/>
          <p14:tracePt t="68861" x="7435850" y="2635250"/>
          <p14:tracePt t="68882" x="7442200" y="2635250"/>
          <p14:tracePt t="68903" x="7454900" y="2635250"/>
          <p14:tracePt t="68910" x="7467600" y="2635250"/>
          <p14:tracePt t="68925" x="7486650" y="2635250"/>
          <p14:tracePt t="68939" x="7518400" y="2641600"/>
          <p14:tracePt t="68955" x="7600950" y="2647950"/>
          <p14:tracePt t="68972" x="7677150" y="2654300"/>
          <p14:tracePt t="68988" x="7829550" y="2667000"/>
          <p14:tracePt t="69005" x="7924800" y="2673350"/>
          <p14:tracePt t="69022" x="8115300" y="2686050"/>
          <p14:tracePt t="69038" x="8191500" y="2686050"/>
          <p14:tracePt t="69055" x="8331200" y="2686050"/>
          <p14:tracePt t="69072" x="8420100" y="2686050"/>
          <p14:tracePt t="69088" x="8451850" y="2686050"/>
          <p14:tracePt t="69105" x="8470900" y="2686050"/>
          <p14:tracePt t="69121" x="8515350" y="2692400"/>
          <p14:tracePt t="69137" x="8521700" y="2692400"/>
          <p14:tracePt t="69156" x="8534400" y="2692400"/>
          <p14:tracePt t="69394" x="8528050" y="2692400"/>
          <p14:tracePt t="69429" x="8521700" y="2692400"/>
          <p14:tracePt t="69443" x="8515350" y="2692400"/>
          <p14:tracePt t="69449" x="8509000" y="2692400"/>
          <p14:tracePt t="69456" x="8483600" y="2692400"/>
          <p14:tracePt t="69473" x="8445500" y="2692400"/>
          <p14:tracePt t="69486" x="8267700" y="2705100"/>
          <p14:tracePt t="69503" x="8140700" y="2724150"/>
          <p14:tracePt t="69520" x="7632700" y="2768600"/>
          <p14:tracePt t="69536" x="6813550" y="2838450"/>
          <p14:tracePt t="69553" x="6292850" y="2876550"/>
          <p14:tracePt t="69570" x="5207000" y="2895600"/>
          <p14:tracePt t="69586" x="4121150" y="2882900"/>
          <p14:tracePt t="69603" x="3632200" y="2882900"/>
          <p14:tracePt t="69619" x="2787650" y="2813050"/>
          <p14:tracePt t="69636" x="2076450" y="2743200"/>
          <p14:tracePt t="69654" x="1454150" y="2667000"/>
          <p14:tracePt t="69669" x="1187450" y="2647950"/>
          <p14:tracePt t="69686" x="679450" y="2609850"/>
          <p14:tracePt t="69703" x="292100" y="2565400"/>
          <p14:tracePt t="69719" x="152400" y="2565400"/>
          <p14:tracePt t="69736" x="31750" y="2565400"/>
          <p14:tracePt t="70116" x="44450" y="3079750"/>
          <p14:tracePt t="70123" x="127000" y="3098800"/>
          <p14:tracePt t="70138" x="190500" y="3117850"/>
          <p14:tracePt t="70152" x="254000" y="3130550"/>
          <p14:tracePt t="70167" x="355600" y="3162300"/>
          <p14:tracePt t="70184" x="387350" y="3181350"/>
          <p14:tracePt t="70201" x="438150" y="3206750"/>
          <p14:tracePt t="70218" x="463550" y="3219450"/>
          <p14:tracePt t="70234" x="469900" y="3225800"/>
          <p14:tracePt t="70251" x="476250" y="3244850"/>
          <p14:tracePt t="70267" x="469900" y="3244850"/>
          <p14:tracePt t="70284" x="463550" y="3251200"/>
          <p14:tracePt t="70317" x="450850" y="3251200"/>
          <p14:tracePt t="70334" x="450850" y="3257550"/>
          <p14:tracePt t="70397" x="457200" y="3257550"/>
          <p14:tracePt t="70404" x="463550" y="3257550"/>
          <p14:tracePt t="70420" x="476250" y="3257550"/>
          <p14:tracePt t="70433" x="501650" y="3257550"/>
          <p14:tracePt t="70450" x="565150" y="3244850"/>
          <p14:tracePt t="70467" x="622300" y="3232150"/>
          <p14:tracePt t="70483" x="793750" y="3187700"/>
          <p14:tracePt t="70500" x="1041400" y="3092450"/>
          <p14:tracePt t="70517" x="1384300" y="2921000"/>
          <p14:tracePt t="70533" x="1530350" y="2844800"/>
          <p14:tracePt t="70549" x="1790700" y="2692400"/>
          <p14:tracePt t="70566" x="1962150" y="2609850"/>
          <p14:tracePt t="70583" x="2032000" y="2571750"/>
          <p14:tracePt t="70600" x="2108200" y="2533650"/>
          <p14:tracePt t="70616" x="2146300" y="2514600"/>
          <p14:tracePt t="70633" x="2146300" y="2508250"/>
          <p14:tracePt t="70649" x="2152650" y="2508250"/>
          <p14:tracePt t="70698" x="2139950" y="2508250"/>
          <p14:tracePt t="70705" x="2133600" y="2508250"/>
          <p14:tracePt t="70719" x="2127250" y="2508250"/>
          <p14:tracePt t="70733" x="2120900" y="2508250"/>
          <p14:tracePt t="70749" x="2108200" y="2508250"/>
          <p14:tracePt t="70765" x="2101850" y="2508250"/>
          <p14:tracePt t="70783" x="2063750" y="2489200"/>
          <p14:tracePt t="70799" x="2006600" y="2432050"/>
          <p14:tracePt t="70816" x="1962150" y="2387600"/>
          <p14:tracePt t="70832" x="1873250" y="2279650"/>
          <p14:tracePt t="70849" x="1778000" y="2139950"/>
          <p14:tracePt t="70866" x="1727200" y="2057400"/>
          <p14:tracePt t="70881" x="1587500" y="1879600"/>
          <p14:tracePt t="70898" x="1422400" y="1701800"/>
          <p14:tracePt t="70916" x="1238250" y="1543050"/>
          <p14:tracePt t="70932" x="1155700" y="1479550"/>
          <p14:tracePt t="70949" x="1066800" y="1409700"/>
          <p14:tracePt t="70965" x="1028700" y="1377950"/>
          <p14:tracePt t="71007" x="1041400" y="1390650"/>
          <p14:tracePt t="71015" x="1085850" y="1435100"/>
          <p14:tracePt t="71031" x="1168400" y="1504950"/>
          <p14:tracePt t="71050" x="1568450" y="1860550"/>
          <p14:tracePt t="71065" x="1866900" y="2120900"/>
          <p14:tracePt t="71081" x="2400300" y="2571750"/>
          <p14:tracePt t="71099" x="2692400" y="2762250"/>
          <p14:tracePt t="71114" x="2762250" y="2800350"/>
          <p14:tracePt t="71131" x="2838450" y="2844800"/>
          <p14:tracePt t="71148" x="2863850" y="2851150"/>
          <p14:tracePt t="71165" x="2870200" y="2857500"/>
          <p14:tracePt t="71181" x="2876550" y="2863850"/>
          <p14:tracePt t="71217" x="2870200" y="2870200"/>
          <p14:tracePt t="71231" x="2863850" y="2870200"/>
          <p14:tracePt t="71247" x="2857500" y="2870200"/>
          <p14:tracePt t="71263" x="2851150" y="2870200"/>
          <p14:tracePt t="71281" x="2838450" y="2863850"/>
          <p14:tracePt t="71297" x="2825750" y="2851150"/>
          <p14:tracePt t="71313" x="2813050" y="2838450"/>
          <p14:tracePt t="71330" x="2768600" y="2800350"/>
          <p14:tracePt t="71347" x="2724150" y="2768600"/>
          <p14:tracePt t="71365" x="2520950" y="2597150"/>
          <p14:tracePt t="71380" x="2438400" y="2546350"/>
          <p14:tracePt t="71397" x="2355850" y="2470150"/>
          <p14:tracePt t="71414" x="2190750" y="2349500"/>
          <p14:tracePt t="71430" x="2012950" y="2235200"/>
          <p14:tracePt t="71446" x="1943100" y="2197100"/>
          <p14:tracePt t="71464" x="1841500" y="2139950"/>
          <p14:tracePt t="71481" x="1784350" y="2108200"/>
          <p14:tracePt t="71496" x="1765300" y="2095500"/>
          <p14:tracePt t="71513" x="1758950" y="2089150"/>
          <p14:tracePt t="71549" x="1765300" y="2089150"/>
          <p14:tracePt t="71568" x="1771650" y="2095500"/>
          <p14:tracePt t="71579" x="1784350" y="2101850"/>
          <p14:tracePt t="71596" x="1828800" y="2108200"/>
          <p14:tracePt t="71613" x="1854200" y="2114550"/>
          <p14:tracePt t="71629" x="1898650" y="2120900"/>
          <p14:tracePt t="71646" x="2120900" y="2260600"/>
          <p14:tracePt t="71663" x="2203450" y="2324100"/>
          <p14:tracePt t="71681" x="2362200" y="2438400"/>
          <p14:tracePt t="71695" x="2438400" y="2501900"/>
          <p14:tracePt t="71712" x="2533650" y="2590800"/>
          <p14:tracePt t="71716" x="2565400" y="2616200"/>
          <p14:tracePt t="71732" x="2578100" y="2641600"/>
          <p14:tracePt t="71745" x="2584450" y="2654300"/>
          <p14:tracePt t="71762" x="2590800" y="2660650"/>
          <p14:tracePt t="71795" x="2578100" y="2647950"/>
          <p14:tracePt t="71812" x="2559050" y="2635250"/>
          <p14:tracePt t="71829" x="2495550" y="2590800"/>
          <p14:tracePt t="71845" x="2451100" y="2527300"/>
          <p14:tracePt t="71862" x="2279650" y="2349500"/>
          <p14:tracePt t="71878" x="2012950" y="2063750"/>
          <p14:tracePt t="71895" x="1860550" y="1917700"/>
          <p14:tracePt t="71913" x="1625600" y="1657350"/>
          <p14:tracePt t="71928" x="1485900" y="1504950"/>
          <p14:tracePt t="71945" x="1435100" y="1466850"/>
          <p14:tracePt t="71962" x="1403350" y="1435100"/>
          <p14:tracePt t="71978" x="1397000" y="1435100"/>
          <p14:tracePt t="72011" x="1397000" y="1447800"/>
          <p14:tracePt t="72028" x="1397000" y="1454150"/>
          <p14:tracePt t="72045" x="1422400" y="1492250"/>
          <p14:tracePt t="72061" x="1543050" y="1625600"/>
          <p14:tracePt t="72078" x="1631950" y="1720850"/>
          <p14:tracePt t="72095" x="1962150" y="2057400"/>
          <p14:tracePt t="72111" x="2349500" y="2495550"/>
          <p14:tracePt t="72127" x="2533650" y="2686050"/>
          <p14:tracePt t="72144" x="2800350" y="2959100"/>
          <p14:tracePt t="72161" x="2933700" y="3086100"/>
          <p14:tracePt t="72178" x="2959100" y="3124200"/>
          <p14:tracePt t="72194" x="2959100" y="3130550"/>
          <p14:tracePt t="72241" x="2952750" y="3130550"/>
          <p14:tracePt t="72249" x="2952750" y="3136900"/>
          <p14:tracePt t="72270" x="2940050" y="3136900"/>
          <p14:tracePt t="72298" x="2927350" y="3136900"/>
          <p14:tracePt t="72319" x="2921000" y="3136900"/>
          <p14:tracePt t="72340" x="2914650" y="3136900"/>
          <p14:tracePt t="72382" x="2908300" y="3136900"/>
          <p14:tracePt t="72417" x="2901950" y="3136900"/>
          <p14:tracePt t="72473" x="2895600" y="3130550"/>
          <p14:tracePt t="72522" x="2889250" y="3130550"/>
          <p14:tracePt t="72550" x="2882900" y="3130550"/>
          <p14:tracePt t="72571" x="2876550" y="3130550"/>
          <p14:tracePt t="72585" x="2876550" y="3124200"/>
          <p14:tracePt t="73501" x="2870200" y="3124200"/>
          <p14:tracePt t="73550" x="2870200" y="3117850"/>
          <p14:tracePt t="73613" x="2870200" y="3111500"/>
          <p14:tracePt t="73669" x="2870200" y="3105150"/>
          <p14:tracePt t="73732" x="2870200" y="3098800"/>
          <p14:tracePt t="73740" x="2870200" y="3092450"/>
          <p14:tracePt t="73774" x="2870200" y="3086100"/>
          <p14:tracePt t="73781" x="2870200" y="3079750"/>
          <p14:tracePt t="73803" x="2870200" y="3073400"/>
          <p14:tracePt t="73809" x="2870200" y="3067050"/>
          <p14:tracePt t="73845" x="2863850" y="3060700"/>
          <p14:tracePt t="73851" x="2863850" y="3048000"/>
          <p14:tracePt t="73866" x="2857500" y="3035300"/>
          <p14:tracePt t="73875" x="2844800" y="3022600"/>
          <p14:tracePt t="73888" x="2838450" y="2997200"/>
          <p14:tracePt t="73905" x="2806700" y="2946400"/>
          <p14:tracePt t="73922" x="2755900" y="2882900"/>
          <p14:tracePt t="73938" x="2730500" y="2851150"/>
          <p14:tracePt t="73955" x="2686050" y="2787650"/>
          <p14:tracePt t="73971" x="2635250" y="2730500"/>
          <p14:tracePt t="73988" x="2622550" y="2711450"/>
          <p14:tracePt t="74005" x="2603500" y="2692400"/>
          <p14:tracePt t="74021" x="2552700" y="2667000"/>
          <p14:tracePt t="74038" x="2540000" y="2667000"/>
          <p14:tracePt t="74055" x="2514600" y="2660650"/>
          <p14:tracePt t="74070" x="2508250" y="2660650"/>
          <p14:tracePt t="74087" x="2495550" y="2667000"/>
          <p14:tracePt t="74104" x="2476500" y="2679700"/>
          <p14:tracePt t="74121" x="2463800" y="2686050"/>
          <p14:tracePt t="74137" x="2444750" y="2705100"/>
          <p14:tracePt t="74154" x="2400300" y="2730500"/>
          <p14:tracePt t="74171" x="2381250" y="2736850"/>
          <p14:tracePt t="74187" x="2330450" y="2774950"/>
          <p14:tracePt t="74203" x="2266950" y="2819400"/>
          <p14:tracePt t="74220" x="2222500" y="2844800"/>
          <p14:tracePt t="74238" x="2139950" y="2895600"/>
          <p14:tracePt t="74254" x="2089150" y="2933700"/>
          <p14:tracePt t="74270" x="2063750" y="2959100"/>
          <p14:tracePt t="74287" x="2025650" y="2984500"/>
          <p14:tracePt t="74303" x="1981200" y="3028950"/>
          <p14:tracePt t="74320" x="1955800" y="3048000"/>
          <p14:tracePt t="74337" x="1898650" y="3105150"/>
          <p14:tracePt t="74353" x="1885950" y="3149600"/>
          <p14:tracePt t="74371" x="1854200" y="3206750"/>
          <p14:tracePt t="74386" x="1841500" y="3206750"/>
          <p14:tracePt t="76442" x="1828800" y="3206750"/>
          <p14:tracePt t="76449" x="1803400" y="3206750"/>
          <p14:tracePt t="76465" x="1784350" y="3200400"/>
          <p14:tracePt t="76479" x="1758950" y="3187700"/>
          <p14:tracePt t="76495" x="1720850" y="3175000"/>
          <p14:tracePt t="76513" x="1695450" y="3168650"/>
          <p14:tracePt t="76529" x="1682750" y="3162300"/>
          <p14:tracePt t="76546" x="1670050" y="3155950"/>
          <p14:tracePt t="76562" x="1663700" y="3149600"/>
          <p14:tracePt t="76596" x="1663700" y="3136900"/>
          <p14:tracePt t="76612" x="1663700" y="3130550"/>
          <p14:tracePt t="76628" x="1670050" y="3124200"/>
          <p14:tracePt t="76646" x="1676400" y="3117850"/>
          <p14:tracePt t="76662" x="1682750" y="3117850"/>
          <p14:tracePt t="76678" x="1689100" y="3098800"/>
          <p14:tracePt t="76695" x="1714500" y="3079750"/>
          <p14:tracePt t="76712" x="1720850" y="3067050"/>
          <p14:tracePt t="76728" x="1758950" y="3022600"/>
          <p14:tracePt t="76745" x="1809750" y="2952750"/>
          <p14:tracePt t="76762" x="1835150" y="2921000"/>
          <p14:tracePt t="76778" x="1873250" y="2857500"/>
          <p14:tracePt t="76794" x="1911350" y="2813050"/>
          <p14:tracePt t="76811" x="1930400" y="2794000"/>
          <p14:tracePt t="76828" x="1955800" y="2768600"/>
          <p14:tracePt t="76844" x="1955800" y="2755900"/>
          <p14:tracePt t="76861" x="1962150" y="2749550"/>
          <p14:tracePt t="76894" x="1962150" y="2743200"/>
          <p14:tracePt t="76914" x="1955800" y="2743200"/>
          <p14:tracePt t="76927" x="1949450" y="2749550"/>
          <p14:tracePt t="76944" x="1943100" y="2749550"/>
          <p14:tracePt t="76961" x="1930400" y="2762250"/>
          <p14:tracePt t="76977" x="1924050" y="2762250"/>
          <p14:tracePt t="76994" x="1917700" y="2762250"/>
          <p14:tracePt t="77011" x="1879600" y="2755900"/>
          <p14:tracePt t="77027" x="1866900" y="2749550"/>
          <p14:tracePt t="77044" x="1835150" y="2730500"/>
          <p14:tracePt t="77061" x="1758950" y="2673350"/>
          <p14:tracePt t="77077" x="1670050" y="2565400"/>
          <p14:tracePt t="77095" x="1549400" y="2425700"/>
          <p14:tracePt t="77111" x="1498600" y="2343150"/>
          <p14:tracePt t="77127" x="1409700" y="2190750"/>
          <p14:tracePt t="77144" x="1327150" y="2051050"/>
          <p14:tracePt t="77160" x="1308100" y="2000250"/>
          <p14:tracePt t="77177" x="1276350" y="1936750"/>
          <p14:tracePt t="77193" x="1263650" y="1911350"/>
          <p14:tracePt t="77256" x="1263650" y="1917700"/>
          <p14:tracePt t="77263" x="1263650" y="1924050"/>
          <p14:tracePt t="77279" x="1270000" y="1930400"/>
          <p14:tracePt t="77293" x="1270000" y="1936750"/>
          <p14:tracePt t="77310" x="1282700" y="1955800"/>
          <p14:tracePt t="77327" x="1295400" y="1981200"/>
          <p14:tracePt t="77344" x="1301750" y="1993900"/>
          <p14:tracePt t="77359" x="1352550" y="2070100"/>
          <p14:tracePt t="77376" x="1441450" y="2235200"/>
          <p14:tracePt t="77393" x="1498600" y="2349500"/>
          <p14:tracePt t="77410" x="1587500" y="2616200"/>
          <p14:tracePt t="77426" x="1657350" y="2838450"/>
          <p14:tracePt t="77443" x="1689100" y="2933700"/>
          <p14:tracePt t="77459" x="1708150" y="3048000"/>
          <p14:tracePt t="77476" x="1720850" y="3105150"/>
          <p14:tracePt t="77492" x="1720850" y="3124200"/>
          <p14:tracePt t="77509" x="1727200" y="3130550"/>
          <p14:tracePt t="77526" x="1727200" y="3136900"/>
          <p14:tracePt t="77545" x="1727200" y="3130550"/>
          <p14:tracePt t="77559" x="1727200" y="3124200"/>
          <p14:tracePt t="77575" x="1727200" y="3117850"/>
          <p14:tracePt t="77592" x="1727200" y="3098800"/>
          <p14:tracePt t="77608" x="1727200" y="3086100"/>
          <p14:tracePt t="77625" x="1733550" y="3067050"/>
          <p14:tracePt t="77642" x="1733550" y="3022600"/>
          <p14:tracePt t="77659" x="1733550" y="2940050"/>
          <p14:tracePt t="77675" x="1733550" y="2863850"/>
          <p14:tracePt t="77692" x="1733550" y="2622550"/>
          <p14:tracePt t="77708" x="1714500" y="2203450"/>
          <p14:tracePt t="77726" x="1689100" y="1803400"/>
          <p14:tracePt t="77742" x="1682750" y="1663700"/>
          <p14:tracePt t="77759" x="1670050" y="1485900"/>
          <p14:tracePt t="77775" x="1663700" y="1441450"/>
          <p14:tracePt t="77791" x="1663700" y="1435100"/>
          <p14:tracePt t="77808" x="1657350" y="1428750"/>
          <p14:tracePt t="77825" x="1657350" y="1447800"/>
          <p14:tracePt t="77841" x="1657350" y="1460500"/>
          <p14:tracePt t="77858" x="1651000" y="1466850"/>
          <p14:tracePt t="77874" x="1651000" y="1492250"/>
          <p14:tracePt t="77891" x="1644650" y="1504950"/>
          <p14:tracePt t="77908" x="1644650" y="1606550"/>
          <p14:tracePt t="77924" x="1651000" y="1822450"/>
          <p14:tracePt t="77941" x="1670050" y="1987550"/>
          <p14:tracePt t="77958" x="1708150" y="2317750"/>
          <p14:tracePt t="77974" x="1733550" y="2514600"/>
          <p14:tracePt t="77990" x="1765300" y="2787650"/>
          <p14:tracePt t="78007" x="1784350" y="2959100"/>
          <p14:tracePt t="78024" x="1784350" y="3009900"/>
          <p14:tracePt t="78041" x="1784350" y="3098800"/>
          <p14:tracePt t="78057" x="1797050" y="3143250"/>
          <p14:tracePt t="78074" x="1797050" y="3149600"/>
          <p14:tracePt t="78090" x="1797050" y="3162300"/>
          <p14:tracePt t="78107" x="1797050" y="3168650"/>
          <p14:tracePt t="78141" x="1797050" y="3175000"/>
          <p14:tracePt t="78175" x="1803400" y="3181350"/>
          <p14:tracePt t="78188" x="1809750" y="3181350"/>
          <p14:tracePt t="78195" x="1809750" y="3187700"/>
          <p14:tracePt t="78210" x="1816100" y="3187700"/>
          <p14:tracePt t="78223" x="1822450" y="3187700"/>
          <p14:tracePt t="78287" x="1828800" y="3187700"/>
          <p14:tracePt t="78336" x="1828800" y="3181350"/>
          <p14:tracePt t="78342" x="1822450" y="3181350"/>
          <p14:tracePt t="78780" x="1822450" y="3206750"/>
          <p14:tracePt t="78787" x="1822450" y="3282950"/>
          <p14:tracePt t="78794" x="1822450" y="3359150"/>
          <p14:tracePt t="78808" x="1822450" y="3435350"/>
          <p14:tracePt t="78820" x="1822450" y="3524250"/>
          <p14:tracePt t="78837" x="1822450" y="3702050"/>
          <p14:tracePt t="78854" x="1835150" y="3784600"/>
          <p14:tracePt t="78871" x="1828800" y="3937000"/>
          <p14:tracePt t="78887" x="1822450" y="4114800"/>
          <p14:tracePt t="78904" x="1822450" y="4178300"/>
          <p14:tracePt t="78921" x="1822450" y="4279900"/>
          <p14:tracePt t="78937" x="1822450" y="4362450"/>
          <p14:tracePt t="78954" x="1828800" y="4387850"/>
          <p14:tracePt t="78971" x="1847850" y="4419600"/>
          <p14:tracePt t="78987" x="1847850" y="4425950"/>
          <p14:tracePt t="79005" x="1847850" y="4438650"/>
          <p14:tracePt t="79060" x="1847850" y="4432300"/>
          <p14:tracePt t="79117" x="1854200" y="4432300"/>
          <p14:tracePt t="80126" x="1873250" y="4432300"/>
          <p14:tracePt t="80141" x="1911350" y="4432300"/>
          <p14:tracePt t="80147" x="1974850" y="4432300"/>
          <p14:tracePt t="80161" x="2038350" y="4432300"/>
          <p14:tracePt t="80170" x="2120900" y="4419600"/>
          <p14:tracePt t="80184" x="2197100" y="4406900"/>
          <p14:tracePt t="80200" x="2387600" y="4387850"/>
          <p14:tracePt t="80218" x="2628900" y="4343400"/>
          <p14:tracePt t="80233" x="2762250" y="4324350"/>
          <p14:tracePt t="80249" x="2863850" y="4305300"/>
          <p14:tracePt t="80267" x="3098800" y="4235450"/>
          <p14:tracePt t="80283" x="3181350" y="4216400"/>
          <p14:tracePt t="80299" x="3232150" y="4203700"/>
          <p14:tracePt t="80316" x="3314700" y="4178300"/>
          <p14:tracePt t="80333" x="3371850" y="4165600"/>
          <p14:tracePt t="80336" x="3384550" y="4159250"/>
          <p14:tracePt t="80352" x="3397250" y="4152900"/>
          <p14:tracePt t="80366" x="3403600" y="4152900"/>
          <p14:tracePt t="80382" x="3422650" y="4152900"/>
          <p14:tracePt t="80400" x="3448050" y="4152900"/>
          <p14:tracePt t="80416" x="3454400" y="4152900"/>
          <p14:tracePt t="80432" x="3486150" y="4159250"/>
          <p14:tracePt t="80449" x="3524250" y="4165600"/>
          <p14:tracePt t="80465" x="3549650" y="4165600"/>
          <p14:tracePt t="80482" x="3606800" y="4165600"/>
          <p14:tracePt t="80499" x="3695700" y="4171950"/>
          <p14:tracePt t="80515" x="3746500" y="4171950"/>
          <p14:tracePt t="80532" x="3797300" y="4171950"/>
          <p14:tracePt t="80548" x="3968750" y="4171950"/>
          <p14:tracePt t="80565" x="4032250" y="4165600"/>
          <p14:tracePt t="80582" x="4146550" y="4159250"/>
          <p14:tracePt t="80598" x="4203700" y="4140200"/>
          <p14:tracePt t="80615" x="4298950" y="4133850"/>
          <p14:tracePt t="80632" x="4368800" y="4108450"/>
          <p14:tracePt t="80648" x="4413250" y="4102100"/>
          <p14:tracePt t="80665" x="4457700" y="4089400"/>
          <p14:tracePt t="80681" x="4483100" y="4083050"/>
          <p14:tracePt t="80698" x="4495800" y="4076700"/>
          <p14:tracePt t="80716" x="4502150" y="4070350"/>
          <p14:tracePt t="80731" x="4508500" y="4070350"/>
          <p14:tracePt t="80748" x="4508500" y="4064000"/>
          <p14:tracePt t="80764" x="4508500" y="4057650"/>
          <p14:tracePt t="80781" x="4502150" y="4057650"/>
          <p14:tracePt t="80798" x="4502150" y="4051300"/>
          <p14:tracePt t="80815" x="4495800" y="4051300"/>
          <p14:tracePt t="81261" x="4451350" y="4051300"/>
          <p14:tracePt t="81268" x="4387850" y="4051300"/>
          <p14:tracePt t="81282" x="4324350" y="4051300"/>
          <p14:tracePt t="81296" x="4222750" y="4051300"/>
          <p14:tracePt t="81312" x="4019550" y="4051300"/>
          <p14:tracePt t="81329" x="3917950" y="4057650"/>
          <p14:tracePt t="81346" x="3689350" y="4070350"/>
          <p14:tracePt t="81363" x="3460750" y="4083050"/>
          <p14:tracePt t="81380" x="3270250" y="4108450"/>
          <p14:tracePt t="81395" x="3187700" y="4121150"/>
          <p14:tracePt t="81412" x="3035300" y="4159250"/>
          <p14:tracePt t="81429" x="2876550" y="4191000"/>
          <p14:tracePt t="81445" x="2787650" y="4210050"/>
          <p14:tracePt t="81462" x="2641600" y="4210050"/>
          <p14:tracePt t="81479" x="2578100" y="4216400"/>
          <p14:tracePt t="81495" x="2546350" y="4235450"/>
          <p14:tracePt t="81512" x="2514600" y="4241800"/>
          <p14:tracePt t="81528" x="2489200" y="4254500"/>
          <p14:tracePt t="81545" x="2470150" y="4267200"/>
          <p14:tracePt t="81563" x="2451100" y="4267200"/>
          <p14:tracePt t="81578" x="2451100" y="4273550"/>
          <p14:tracePt t="81595" x="2438400" y="4273550"/>
          <p14:tracePt t="81612" x="2432050" y="4273550"/>
          <p14:tracePt t="81628" x="2419350" y="4273550"/>
          <p14:tracePt t="81644" x="2393950" y="4273550"/>
          <p14:tracePt t="81661" x="2368550" y="4273550"/>
          <p14:tracePt t="83255" x="2368550" y="4286250"/>
          <p14:tracePt t="83262" x="2368550" y="4324350"/>
          <p14:tracePt t="83276" x="2368550" y="4368800"/>
          <p14:tracePt t="83289" x="2368550" y="4394200"/>
          <p14:tracePt t="83306" x="2368550" y="4470400"/>
          <p14:tracePt t="83322" x="2362200" y="4514850"/>
          <p14:tracePt t="83339" x="2362200" y="4572000"/>
          <p14:tracePt t="83355" x="2362200" y="4616450"/>
          <p14:tracePt t="83372" x="2362200" y="4641850"/>
          <p14:tracePt t="83389" x="2362200" y="4686300"/>
          <p14:tracePt t="83405" x="2362200" y="4737100"/>
          <p14:tracePt t="83422" x="2355850" y="4768850"/>
          <p14:tracePt t="83438" x="2355850" y="4826000"/>
          <p14:tracePt t="83455" x="2355850" y="4851400"/>
          <p14:tracePt t="83472" x="2349500" y="4895850"/>
          <p14:tracePt t="83488" x="2343150" y="4940300"/>
          <p14:tracePt t="83505" x="2336800" y="4965700"/>
          <p14:tracePt t="83521" x="2330450" y="4991100"/>
          <p14:tracePt t="83538" x="2317750" y="5010150"/>
          <p14:tracePt t="83571" x="2311400" y="5022850"/>
          <p14:tracePt t="83605" x="2305050" y="5029200"/>
          <p14:tracePt t="83668" x="2298700" y="5035550"/>
          <p14:tracePt t="83746" x="2311400" y="5035550"/>
          <p14:tracePt t="83752" x="2317750" y="5035550"/>
          <p14:tracePt t="83766" x="2324100" y="5035550"/>
          <p14:tracePt t="83774" x="2330450" y="5035550"/>
          <p14:tracePt t="83790" x="2336800" y="5035550"/>
          <p14:tracePt t="83804" x="2349500" y="5035550"/>
          <p14:tracePt t="83820" x="2400300" y="5035550"/>
          <p14:tracePt t="83837" x="2514600" y="5035550"/>
          <p14:tracePt t="83853" x="2565400" y="5041900"/>
          <p14:tracePt t="83870" x="2705100" y="5041900"/>
          <p14:tracePt t="83887" x="2844800" y="5041900"/>
          <p14:tracePt t="83903" x="2908300" y="5041900"/>
          <p14:tracePt t="83921" x="3016250" y="5041900"/>
          <p14:tracePt t="83937" x="3105150" y="5041900"/>
          <p14:tracePt t="83953" x="3136900" y="5041900"/>
          <p14:tracePt t="83970" x="3168650" y="5041900"/>
          <p14:tracePt t="83986" x="3194050" y="5041900"/>
          <p14:tracePt t="84026" x="3200400" y="5041900"/>
          <p14:tracePt t="84075" x="3206750" y="5041900"/>
          <p14:tracePt t="84117" x="3213100" y="5041900"/>
          <p14:tracePt t="84138" x="3219450" y="5041900"/>
          <p14:tracePt t="84145" x="3225800" y="5041900"/>
          <p14:tracePt t="84159" x="3232150" y="5041900"/>
          <p14:tracePt t="84169" x="3238500" y="5041900"/>
          <p14:tracePt t="84186" x="3251200" y="5041900"/>
          <p14:tracePt t="84202" x="3295650" y="5048250"/>
          <p14:tracePt t="84220" x="3365500" y="5060950"/>
          <p14:tracePt t="84236" x="3467100" y="5073650"/>
          <p14:tracePt t="84252" x="3536950" y="5073650"/>
          <p14:tracePt t="84269" x="3663950" y="5092700"/>
          <p14:tracePt t="84286" x="3829050" y="5105400"/>
          <p14:tracePt t="84302" x="3911600" y="5111750"/>
          <p14:tracePt t="84321" x="4089400" y="5124450"/>
          <p14:tracePt t="84336" x="4254500" y="5124450"/>
          <p14:tracePt t="84352" x="4330700" y="5124450"/>
          <p14:tracePt t="84369" x="4470400" y="5124450"/>
          <p14:tracePt t="84385" x="4597400" y="5124450"/>
          <p14:tracePt t="84402" x="4667250" y="5124450"/>
          <p14:tracePt t="84420" x="4768850" y="5111750"/>
          <p14:tracePt t="84435" x="4819650" y="5105400"/>
          <p14:tracePt t="84452" x="4902200" y="5086350"/>
          <p14:tracePt t="84468" x="4965700" y="5080000"/>
          <p14:tracePt t="84484" x="4984750" y="5073650"/>
          <p14:tracePt t="84502" x="5010150" y="5067300"/>
          <p14:tracePt t="84518" x="5035550" y="5067300"/>
          <p14:tracePt t="84535" x="5041900" y="5060950"/>
          <p14:tracePt t="84552" x="5048250" y="5054600"/>
          <p14:tracePt t="84567" x="5054600" y="5054600"/>
          <p14:tracePt t="84650" x="5060950" y="5054600"/>
          <p14:tracePt t="84769" x="5054600" y="5054600"/>
          <p14:tracePt t="84797" x="5048250" y="5054600"/>
          <p14:tracePt t="84860" x="5041900" y="5060950"/>
          <p14:tracePt t="84917" x="5035550" y="5060950"/>
          <p14:tracePt t="84937" x="5029200" y="5060950"/>
          <p14:tracePt t="85001" x="5022850" y="5060950"/>
          <p14:tracePt t="85007" x="5016500" y="5060950"/>
          <p14:tracePt t="85028" x="5010150" y="5060950"/>
          <p14:tracePt t="85057" x="4997450" y="5060950"/>
          <p14:tracePt t="85070" x="4984750" y="5067300"/>
          <p14:tracePt t="85078" x="4959350" y="5067300"/>
          <p14:tracePt t="85086" x="4933950" y="5073650"/>
          <p14:tracePt t="85100" x="4895850" y="5073650"/>
          <p14:tracePt t="85116" x="4838700" y="5086350"/>
          <p14:tracePt t="85133" x="4686300" y="5105400"/>
          <p14:tracePt t="85149" x="4489450" y="5130800"/>
          <p14:tracePt t="85166" x="4387850" y="5143500"/>
          <p14:tracePt t="85183" x="4184650" y="5175250"/>
          <p14:tracePt t="85199" x="3994150" y="5194300"/>
          <p14:tracePt t="85216" x="3898900" y="5213350"/>
          <p14:tracePt t="85232" x="3733800" y="5232400"/>
          <p14:tracePt t="85249" x="3600450" y="5251450"/>
          <p14:tracePt t="85266" x="3536950" y="5251450"/>
          <p14:tracePt t="85282" x="3429000" y="5270500"/>
          <p14:tracePt t="85299" x="3314700" y="5289550"/>
          <p14:tracePt t="85316" x="3206750" y="5308600"/>
          <p14:tracePt t="85332" x="3162300" y="5327650"/>
          <p14:tracePt t="85348" x="3111500" y="5334000"/>
          <p14:tracePt t="85352" x="3041650" y="5353050"/>
          <p14:tracePt t="85365" x="2933700" y="5391150"/>
          <p14:tracePt t="85383" x="2863850" y="5397500"/>
          <p14:tracePt t="85399" x="2800350" y="5416550"/>
          <p14:tracePt t="85415" x="2692400" y="5435600"/>
          <p14:tracePt t="85431" x="2609850" y="5454650"/>
          <p14:tracePt t="85449" x="2552700" y="5454650"/>
          <p14:tracePt t="85465" x="2527300" y="5461000"/>
          <p14:tracePt t="85481" x="2495550" y="5461000"/>
          <p14:tracePt t="85499" x="2482850" y="5467350"/>
          <p14:tracePt t="85531" x="2470150" y="5467350"/>
          <p14:tracePt t="85548" x="2463800" y="5467350"/>
          <p14:tracePt t="85581" x="2457450" y="5461000"/>
          <p14:tracePt t="85597" x="2457450" y="5454650"/>
          <p14:tracePt t="85856" x="2463800" y="5448300"/>
          <p14:tracePt t="85891" x="2470150" y="5448300"/>
          <p14:tracePt t="85926" x="2476500" y="5448300"/>
          <p14:tracePt t="85961" x="2476500" y="5441950"/>
          <p14:tracePt t="85996" x="2482850" y="5435600"/>
          <p14:tracePt t="86066" x="2489200" y="5435600"/>
          <p14:tracePt t="86101" x="2495550" y="5435600"/>
          <p14:tracePt t="86136" x="2501900" y="5435600"/>
          <p14:tracePt t="86192" x="2508250" y="5435600"/>
          <p14:tracePt t="86248" x="2514600" y="5435600"/>
          <p14:tracePt t="86550" x="2520950" y="5435600"/>
          <p14:tracePt t="86556" x="2527300" y="5435600"/>
          <p14:tracePt t="86571" x="2533650" y="5435600"/>
          <p14:tracePt t="86580" x="2546350" y="5429250"/>
          <p14:tracePt t="86594" x="2552700" y="5429250"/>
          <p14:tracePt t="86611" x="2565400" y="5429250"/>
          <p14:tracePt t="86627" x="2647950" y="5435600"/>
          <p14:tracePt t="86644" x="2692400" y="5435600"/>
          <p14:tracePt t="86662" x="2806700" y="5441950"/>
          <p14:tracePt t="86677" x="2876550" y="5461000"/>
          <p14:tracePt t="86694" x="3054350" y="5480050"/>
          <p14:tracePt t="86711" x="3295650" y="5511800"/>
          <p14:tracePt t="86727" x="3435350" y="5524500"/>
          <p14:tracePt t="86744" x="3708400" y="5556250"/>
          <p14:tracePt t="86760" x="3962400" y="5581650"/>
          <p14:tracePt t="86777" x="4076700" y="5588000"/>
          <p14:tracePt t="86794" x="4267200" y="5600700"/>
          <p14:tracePt t="86810" x="4400550" y="5607050"/>
          <p14:tracePt t="86826" x="4464050" y="5607050"/>
          <p14:tracePt t="86844" x="4527550" y="5607050"/>
          <p14:tracePt t="86860" x="4578350" y="5607050"/>
          <p14:tracePt t="86876" x="4591050" y="5600700"/>
          <p14:tracePt t="86893" x="4616450" y="5600700"/>
          <p14:tracePt t="86910" x="4635500" y="5594350"/>
          <p14:tracePt t="86926" x="4648200" y="5594350"/>
          <p14:tracePt t="86943" x="4673600" y="5594350"/>
          <p14:tracePt t="86959" x="4686300" y="5594350"/>
          <p14:tracePt t="86977" x="4711700" y="5588000"/>
          <p14:tracePt t="86993" x="4724400" y="5588000"/>
          <p14:tracePt t="87009" x="4730750" y="5588000"/>
          <p14:tracePt t="87026" x="4756150" y="5588000"/>
          <p14:tracePt t="87043" x="4775200" y="5581650"/>
          <p14:tracePt t="87076" x="4787900" y="5581650"/>
          <p14:tracePt t="87092" x="4794250" y="5581650"/>
          <p14:tracePt t="87111" x="4806950" y="5581650"/>
          <p14:tracePt t="87142" x="4813300" y="5581650"/>
          <p14:tracePt t="87159" x="4819650" y="5581650"/>
          <p14:tracePt t="87978" x="4826000" y="5581650"/>
          <p14:tracePt t="87992" x="4832350" y="5581650"/>
          <p14:tracePt t="88020" x="4838700" y="5581650"/>
          <p14:tracePt t="88034" x="4845050" y="5581650"/>
          <p14:tracePt t="88042" x="4851400" y="5581650"/>
          <p14:tracePt t="88062" x="4857750" y="5581650"/>
          <p14:tracePt t="88073" x="4864100" y="5581650"/>
          <p14:tracePt t="88092" x="4870450" y="5581650"/>
          <p14:tracePt t="88111" x="4876800" y="5581650"/>
          <p14:tracePt t="88153" x="4883150" y="5581650"/>
          <p14:tracePt t="88160" x="4889500" y="5581650"/>
          <p14:tracePt t="88209" x="4895850" y="5581650"/>
          <p14:tracePt t="88315" x="4902200" y="5581650"/>
          <p14:tracePt t="88434" x="4902200" y="5588000"/>
          <p14:tracePt t="88862" x="4895850" y="5588000"/>
          <p14:tracePt t="88924" x="4889500" y="5588000"/>
          <p14:tracePt t="89002" x="4889500" y="5581650"/>
          <p14:tracePt t="89044" x="4889500" y="5575300"/>
          <p14:tracePt t="89072" x="4889500" y="5568950"/>
          <p14:tracePt t="89087" x="4883150" y="5562600"/>
          <p14:tracePt t="89093" x="4883150" y="5556250"/>
          <p14:tracePt t="89114" x="4876800" y="5549900"/>
          <p14:tracePt t="89122" x="4864100" y="5537200"/>
          <p14:tracePt t="89137" x="4845050" y="5511800"/>
          <p14:tracePt t="89152" x="4826000" y="5473700"/>
          <p14:tracePt t="89169" x="4718050" y="5340350"/>
          <p14:tracePt t="89185" x="4559300" y="5162550"/>
          <p14:tracePt t="89202" x="4438650" y="5029200"/>
          <p14:tracePt t="89219" x="4089400" y="4679950"/>
          <p14:tracePt t="89235" x="3492500" y="4140200"/>
          <p14:tracePt t="89252" x="3149600" y="3829050"/>
          <p14:tracePt t="89268" x="2355850" y="3168650"/>
          <p14:tracePt t="89285" x="1543050" y="2508250"/>
          <p14:tracePt t="89302" x="1174750" y="2209800"/>
          <p14:tracePt t="89318" x="469900" y="1689100"/>
          <p14:tracePt t="92746" x="4476750" y="3752850"/>
          <p14:tracePt t="92760" x="4438650" y="3797300"/>
          <p14:tracePt t="92767" x="4400550" y="3867150"/>
          <p14:tracePt t="92780" x="4349750" y="3949700"/>
          <p14:tracePt t="92797" x="4222750" y="4133850"/>
          <p14:tracePt t="92814" x="4171950" y="4241800"/>
          <p14:tracePt t="92831" x="4044950" y="4445000"/>
          <p14:tracePt t="92847" x="3917950" y="4641850"/>
          <p14:tracePt t="92865" x="3797300" y="4870450"/>
          <p14:tracePt t="92880" x="3721100" y="5016500"/>
          <p14:tracePt t="92897" x="3657600" y="5124450"/>
          <p14:tracePt t="92914" x="3511550" y="5321300"/>
          <p14:tracePt t="92930" x="3460750" y="5391150"/>
          <p14:tracePt t="92947" x="3422650" y="5461000"/>
          <p14:tracePt t="92964" x="3333750" y="5613400"/>
          <p14:tracePt t="92980" x="3251200" y="5740400"/>
          <p14:tracePt t="92997" x="3155950" y="5854700"/>
          <p14:tracePt t="93013" x="3117850" y="5911850"/>
          <p14:tracePt t="93030" x="3048000" y="5981700"/>
          <p14:tracePt t="93047" x="2990850" y="6038850"/>
          <p14:tracePt t="93063" x="2971800" y="6051550"/>
          <p14:tracePt t="93080" x="2940050" y="6070600"/>
          <p14:tracePt t="93096" x="2901950" y="6102350"/>
          <p14:tracePt t="93113" x="2876550" y="6108700"/>
          <p14:tracePt t="93129" x="2825750" y="6146800"/>
          <p14:tracePt t="93146" x="2749550" y="6197600"/>
          <p14:tracePt t="93163" x="2705100" y="6235700"/>
          <p14:tracePt t="93180" x="2628900" y="6286500"/>
          <p14:tracePt t="93196" x="2546350" y="6337300"/>
          <p14:tracePt t="93213" x="2514600" y="6362700"/>
          <p14:tracePt t="93229" x="2470150" y="6400800"/>
          <p14:tracePt t="93249" x="2457450" y="6413500"/>
          <p14:tracePt t="93264" x="2425700" y="6432550"/>
          <p14:tracePt t="93279" x="2419350" y="6432550"/>
          <p14:tracePt t="93312" x="2419350" y="6438900"/>
          <p14:tracePt t="93334" x="2413000" y="6438900"/>
          <p14:tracePt t="93425" x="2413000" y="6445250"/>
          <p14:tracePt t="93446" x="2425700" y="6445250"/>
          <p14:tracePt t="93460" x="2432050" y="6445250"/>
          <p14:tracePt t="93467" x="2451100" y="6445250"/>
          <p14:tracePt t="93478" x="2470150" y="6445250"/>
          <p14:tracePt t="93496" x="2527300" y="6445250"/>
          <p14:tracePt t="93511" x="2565400" y="6438900"/>
          <p14:tracePt t="93528" x="2609850" y="6438900"/>
          <p14:tracePt t="93545" x="2705100" y="6432550"/>
          <p14:tracePt t="93561" x="2730500" y="6432550"/>
          <p14:tracePt t="93578" x="2755900" y="6426200"/>
          <p14:tracePt t="93594" x="2794000" y="6426200"/>
          <p14:tracePt t="93611" x="2819400" y="6426200"/>
          <p14:tracePt t="93615" x="2832100" y="6426200"/>
          <p14:tracePt t="93630" x="2838450" y="6426200"/>
          <p14:tracePt t="93644" x="2844800" y="6426200"/>
          <p14:tracePt t="93660" x="2851150" y="6426200"/>
          <p14:tracePt t="93797" x="2857500" y="6426200"/>
          <p14:tracePt t="93812" x="2863850" y="6426200"/>
          <p14:tracePt t="93817" x="2876550" y="6426200"/>
          <p14:tracePt t="93827" x="2889250" y="6426200"/>
          <p14:tracePt t="93843" x="2901950" y="6426200"/>
          <p14:tracePt t="93860" x="2952750" y="6426200"/>
          <p14:tracePt t="93877" x="2984500" y="6426200"/>
          <p14:tracePt t="93894" x="3092450" y="6419850"/>
          <p14:tracePt t="93909" x="3124200" y="6419850"/>
          <p14:tracePt t="93927" x="3155950" y="6413500"/>
          <p14:tracePt t="93944" x="3213100" y="6413500"/>
          <p14:tracePt t="93960" x="3270250" y="6413500"/>
          <p14:tracePt t="93976" x="3295650" y="6413500"/>
          <p14:tracePt t="93993" x="3352800" y="6413500"/>
          <p14:tracePt t="94010" x="3409950" y="6413500"/>
          <p14:tracePt t="94027" x="3441700" y="6413500"/>
          <p14:tracePt t="94043" x="3486150" y="6413500"/>
          <p14:tracePt t="94059" x="3536950" y="6413500"/>
          <p14:tracePt t="94077" x="3575050" y="6413500"/>
          <p14:tracePt t="94093" x="3587750" y="6413500"/>
          <p14:tracePt t="94109" x="3619500" y="6413500"/>
          <p14:tracePt t="94126" x="3644900" y="6413500"/>
          <p14:tracePt t="94142" x="3657600" y="6407150"/>
          <p14:tracePt t="94159" x="3670300" y="6407150"/>
          <p14:tracePt t="94176" x="3708400" y="6394450"/>
          <p14:tracePt t="94193" x="3721100" y="6388100"/>
          <p14:tracePt t="94210" x="3759200" y="6381750"/>
          <p14:tracePt t="94226" x="3771900" y="6375400"/>
          <p14:tracePt t="94242" x="3810000" y="6362700"/>
          <p14:tracePt t="94259" x="3854450" y="6356350"/>
          <p14:tracePt t="94276" x="3873500" y="6356350"/>
          <p14:tracePt t="94292" x="3898900" y="6350000"/>
          <p14:tracePt t="94309" x="3917950" y="6350000"/>
          <p14:tracePt t="94325" x="3924300" y="6350000"/>
          <p14:tracePt t="94342" x="3930650" y="6350000"/>
          <p14:tracePt t="94358" x="3937000" y="6350000"/>
          <p14:tracePt t="94392" x="3949700" y="6343650"/>
          <p14:tracePt t="94448" x="3956050" y="6337300"/>
          <p14:tracePt t="94455" x="3962400" y="6337300"/>
          <p14:tracePt t="94511" x="3968750" y="6330950"/>
          <p14:tracePt t="94518" x="3975100" y="6330950"/>
          <p14:tracePt t="94527" x="3981450" y="6330950"/>
          <p14:tracePt t="94541" x="3987800" y="6330950"/>
          <p14:tracePt t="94558" x="3994150" y="6324600"/>
          <p14:tracePt t="94575" x="4006850" y="6318250"/>
          <p14:tracePt t="94591" x="4038600" y="6305550"/>
          <p14:tracePt t="94608" x="4051300" y="6299200"/>
          <p14:tracePt t="94624" x="4089400" y="6292850"/>
          <p14:tracePt t="94641" x="4127500" y="6273800"/>
          <p14:tracePt t="94657" x="4133850" y="6273800"/>
          <p14:tracePt t="94674" x="4152900" y="6261100"/>
          <p14:tracePt t="94691" x="4165600" y="6248400"/>
          <p14:tracePt t="94708" x="4171950" y="6223000"/>
          <p14:tracePt t="95909" x="4191000" y="6223000"/>
          <p14:tracePt t="95916" x="4222750" y="6223000"/>
          <p14:tracePt t="95931" x="4248150" y="6223000"/>
          <p14:tracePt t="95940" x="4279900" y="6223000"/>
          <p14:tracePt t="95953" x="4305300" y="6223000"/>
          <p14:tracePt t="95969" x="4337050" y="6223000"/>
          <p14:tracePt t="95987" x="4419600" y="6229350"/>
          <p14:tracePt t="96003" x="4445000" y="6229350"/>
          <p14:tracePt t="96019" x="4464050" y="6235700"/>
          <p14:tracePt t="96036" x="4495800" y="6235700"/>
          <p14:tracePt t="96053" x="4508500" y="6235700"/>
          <p14:tracePt t="96070" x="4514850" y="6235700"/>
          <p14:tracePt t="96169" x="4514850" y="6242050"/>
          <p14:tracePt t="96197" x="4514850" y="6248400"/>
          <p14:tracePt t="96232" x="4508500" y="6248400"/>
          <p14:tracePt t="96238" x="4502150" y="6254750"/>
          <p14:tracePt t="96260" x="4502150" y="6261100"/>
          <p14:tracePt t="96269" x="4495800" y="6261100"/>
          <p14:tracePt t="96288" x="4489450" y="6267450"/>
          <p14:tracePt t="96309" x="4489450" y="6273800"/>
          <p14:tracePt t="96330" x="4483100" y="6273800"/>
          <p14:tracePt t="96338" x="4483100" y="6280150"/>
          <p14:tracePt t="96358" x="4476750" y="6286500"/>
          <p14:tracePt t="96372" x="4470400" y="6299200"/>
          <p14:tracePt t="96385" x="4464050" y="6305550"/>
          <p14:tracePt t="96401" x="4445000" y="6330950"/>
          <p14:tracePt t="96418" x="4432300" y="6350000"/>
          <p14:tracePt t="96435" x="4406900" y="6375400"/>
          <p14:tracePt t="96451" x="4387850" y="6407150"/>
          <p14:tracePt t="96468" x="4381500" y="6413500"/>
          <p14:tracePt t="96484" x="4368800" y="6426200"/>
          <p14:tracePt t="96501" x="4362450" y="6438900"/>
          <p14:tracePt t="96517" x="4356100" y="6438900"/>
          <p14:tracePt t="96534" x="4349750" y="6451600"/>
          <p14:tracePt t="96551" x="4337050" y="6457950"/>
          <p14:tracePt t="96610" x="4337050" y="6464300"/>
          <p14:tracePt t="96652" x="4337050" y="6470650"/>
          <p14:tracePt t="96659" x="4343400" y="6470650"/>
          <p14:tracePt t="96672" x="4349750" y="6470650"/>
          <p14:tracePt t="96683" x="4356100" y="6477000"/>
          <p14:tracePt t="96701" x="4381500" y="6483350"/>
          <p14:tracePt t="96717" x="4400550" y="6489700"/>
          <p14:tracePt t="96733" x="4470400" y="6502400"/>
          <p14:tracePt t="96750" x="4565650" y="6534150"/>
          <p14:tracePt t="96767" x="4629150" y="6540500"/>
          <p14:tracePt t="96783" x="4737100" y="6553200"/>
          <p14:tracePt t="96800" x="4845050" y="6565900"/>
          <p14:tracePt t="96817" x="4883150" y="6565900"/>
          <p14:tracePt t="96834" x="4965700" y="6578600"/>
          <p14:tracePt t="96849" x="5035550" y="6584950"/>
          <p14:tracePt t="96867" x="5073650" y="6591300"/>
          <p14:tracePt t="96884" x="5124450" y="6597650"/>
          <p14:tracePt t="96900" x="5168900" y="6597650"/>
          <p14:tracePt t="96916" x="5181600" y="6597650"/>
          <p14:tracePt t="96933" x="5226050" y="6597650"/>
          <p14:tracePt t="96950" x="5245100" y="6597650"/>
          <p14:tracePt t="96968" x="5283200" y="6597650"/>
          <p14:tracePt t="96983" x="5295900" y="6597650"/>
          <p14:tracePt t="97016" x="5308600" y="6597650"/>
          <p14:tracePt t="97508" x="5353050" y="6597650"/>
          <p14:tracePt t="97522" x="5429250" y="6597650"/>
          <p14:tracePt t="97529" x="5492750" y="6597650"/>
          <p14:tracePt t="97543" x="5588000" y="6597650"/>
          <p14:tracePt t="97551" x="5651500" y="6584950"/>
          <p14:tracePt t="97567" x="5727700" y="6584950"/>
          <p14:tracePt t="97580" x="5842000" y="6584950"/>
          <p14:tracePt t="97597" x="5899150" y="6578600"/>
          <p14:tracePt t="97614" x="5969000" y="6559550"/>
          <p14:tracePt t="97630" x="5994400" y="6559550"/>
          <p14:tracePt t="97648" x="6051550" y="6546850"/>
          <p14:tracePt t="97663" x="6064250" y="6546850"/>
          <p14:tracePt t="97680" x="6083300" y="6546850"/>
          <p14:tracePt t="97697" x="6102350" y="6540500"/>
          <p14:tracePt t="97713" x="6134100" y="6534150"/>
          <p14:tracePt t="97730" x="6159500" y="6534150"/>
          <p14:tracePt t="97747" x="6210300" y="6521450"/>
          <p14:tracePt t="97763" x="6267450" y="6508750"/>
          <p14:tracePt t="97780" x="6299200" y="6496050"/>
          <p14:tracePt t="97796" x="6356350" y="6489700"/>
          <p14:tracePt t="97813" x="6407150" y="6483350"/>
          <p14:tracePt t="97830" x="6426200" y="6483350"/>
          <p14:tracePt t="97846" x="6470650" y="6477000"/>
          <p14:tracePt t="97863" x="6508750" y="6470650"/>
          <p14:tracePt t="97880" x="6534150" y="6464300"/>
          <p14:tracePt t="97896" x="6546850" y="6464300"/>
          <p14:tracePt t="97912" x="6559550" y="6457950"/>
          <p14:tracePt t="97929" x="6578600" y="6451600"/>
          <p14:tracePt t="97946" x="6578600" y="6445250"/>
          <p14:tracePt t="97979" x="6584950" y="6445250"/>
          <p14:tracePt t="98830" x="6565900" y="6445250"/>
          <p14:tracePt t="98844" x="6534150" y="6445250"/>
          <p14:tracePt t="98851" x="6508750" y="6445250"/>
          <p14:tracePt t="98865" x="6489700" y="6445250"/>
          <p14:tracePt t="98876" x="6457950" y="6445250"/>
          <p14:tracePt t="98893" x="6381750" y="6445250"/>
          <p14:tracePt t="98910" x="6343650" y="6445250"/>
          <p14:tracePt t="98927" x="6248400" y="6438900"/>
          <p14:tracePt t="98943" x="6159500" y="6432550"/>
          <p14:tracePt t="98959" x="6102350" y="6432550"/>
          <p14:tracePt t="98976" x="5988050" y="6419850"/>
          <p14:tracePt t="98992" x="5918200" y="6413500"/>
          <p14:tracePt t="99009" x="5886450" y="6407150"/>
          <p14:tracePt t="99026" x="5861050" y="6400800"/>
          <p14:tracePt t="99043" x="5848350" y="6394450"/>
          <p14:tracePt t="99059" x="5842000" y="6388100"/>
          <p14:tracePt t="99076" x="5822950" y="6381750"/>
          <p14:tracePt t="99092" x="5816600" y="6375400"/>
          <p14:tracePt t="99110" x="5803900" y="6362700"/>
          <p14:tracePt t="99125" x="5797550" y="6362700"/>
          <p14:tracePt t="99143" x="5791200" y="6362700"/>
          <p14:tracePt t="99159" x="5772150" y="6356350"/>
          <p14:tracePt t="99175" x="5753100" y="6350000"/>
          <p14:tracePt t="99192" x="5740400" y="6350000"/>
          <p14:tracePt t="99208" x="5708650" y="6324600"/>
          <p14:tracePt t="99225" x="5645150" y="6299200"/>
          <p14:tracePt t="99244" x="5568950" y="6242050"/>
          <p14:tracePt t="99258" x="5524500" y="6216650"/>
          <p14:tracePt t="99275" x="5448300" y="6165850"/>
          <p14:tracePt t="99292" x="5378450" y="6108700"/>
          <p14:tracePt t="99308" x="5346700" y="6083300"/>
          <p14:tracePt t="99325" x="5308600" y="6045200"/>
          <p14:tracePt t="99342" x="5276850" y="6019800"/>
          <p14:tracePt t="99358" x="5257800" y="6013450"/>
          <p14:tracePt t="99374" x="5245100" y="6000750"/>
          <p14:tracePt t="99391" x="5200650" y="5981700"/>
          <p14:tracePt t="99407" x="5187950" y="5962650"/>
          <p14:tracePt t="99426" x="5168900" y="5962650"/>
          <p14:tracePt t="99441" x="5156200" y="5956300"/>
          <p14:tracePt t="99458" x="5143500" y="5956300"/>
          <p14:tracePt t="99475" x="5124450" y="5949950"/>
          <p14:tracePt t="99491" x="5111750" y="5949950"/>
          <p14:tracePt t="99507" x="5080000" y="5937250"/>
          <p14:tracePt t="99524" x="5035550" y="5930900"/>
          <p14:tracePt t="99541" x="5016500" y="5918200"/>
          <p14:tracePt t="99558" x="4959350" y="5905500"/>
          <p14:tracePt t="99573" x="4895850" y="5880100"/>
          <p14:tracePt t="99590" x="4845050" y="5873750"/>
          <p14:tracePt t="99607" x="4775200" y="5848350"/>
          <p14:tracePt t="99623" x="4699000" y="5822950"/>
          <p14:tracePt t="99640" x="4660900" y="5816600"/>
          <p14:tracePt t="99657" x="4597400" y="5784850"/>
          <p14:tracePt t="99674" x="4546600" y="5765800"/>
          <p14:tracePt t="99691" x="4502150" y="5753100"/>
          <p14:tracePt t="99706" x="4489450" y="5746750"/>
          <p14:tracePt t="99723" x="4470400" y="5746750"/>
          <p14:tracePt t="99727" x="4451350" y="5746750"/>
          <p14:tracePt t="99740" x="4438650" y="5734050"/>
          <p14:tracePt t="99757" x="4413250" y="5734050"/>
          <p14:tracePt t="99773" x="4400550" y="5734050"/>
          <p14:tracePt t="99790" x="4381500" y="5740400"/>
          <p14:tracePt t="99806" x="4368800" y="5753100"/>
          <p14:tracePt t="99823" x="4362450" y="5765800"/>
          <p14:tracePt t="99840" x="4356100" y="5778500"/>
          <p14:tracePt t="99856" x="4337050" y="5791200"/>
          <p14:tracePt t="99873" x="4311650" y="5822950"/>
          <p14:tracePt t="99889" x="4286250" y="5835650"/>
          <p14:tracePt t="99906" x="4235450" y="5880100"/>
          <p14:tracePt t="99923" x="4165600" y="5930900"/>
          <p14:tracePt t="99939" x="4133850" y="5962650"/>
          <p14:tracePt t="99956" x="4076700" y="5994400"/>
          <p14:tracePt t="99972" x="4032250" y="6019800"/>
          <p14:tracePt t="99989" x="4019550" y="6026150"/>
          <p14:tracePt t="100022" x="4013200" y="6026150"/>
          <p14:tracePt t="100301" x="4019550" y="6026150"/>
          <p14:tracePt t="100322" x="4025900" y="6026150"/>
          <p14:tracePt t="100343" x="4032250" y="6019800"/>
          <p14:tracePt t="100371" x="4038600" y="6013450"/>
          <p14:tracePt t="100385" x="4044950" y="6013450"/>
          <p14:tracePt t="100392" x="4051300" y="6013450"/>
          <p14:tracePt t="100413" x="4057650" y="6013450"/>
          <p14:tracePt t="100427" x="4076700" y="6007100"/>
          <p14:tracePt t="100437" x="4095750" y="6007100"/>
          <p14:tracePt t="100455" x="4140200" y="6000750"/>
          <p14:tracePt t="100471" x="4165600" y="6000750"/>
          <p14:tracePt t="100487" x="4216400" y="5994400"/>
          <p14:tracePt t="100504" x="4260850" y="5988050"/>
          <p14:tracePt t="100520" x="4273550" y="5988050"/>
          <p14:tracePt t="100537" x="4298950" y="5981700"/>
          <p14:tracePt t="100554" x="4305300" y="5981700"/>
          <p14:tracePt t="100570" x="4311650" y="5981700"/>
          <p14:tracePt t="100588" x="4318000" y="5981700"/>
          <p14:tracePt t="100620" x="4318000" y="5975350"/>
          <p14:tracePt t="100644" x="4324350" y="5975350"/>
          <p14:tracePt t="100672" x="4330700" y="5975350"/>
          <p14:tracePt t="100679" x="4337050" y="5975350"/>
          <p14:tracePt t="100715" x="4343400" y="5975350"/>
          <p14:tracePt t="100721" x="4349750" y="5975350"/>
          <p14:tracePt t="100735" x="4362450" y="5975350"/>
          <p14:tracePt t="100742" x="4368800" y="5975350"/>
          <p14:tracePt t="100756" x="4381500" y="5975350"/>
          <p14:tracePt t="100770" x="4419600" y="5969000"/>
          <p14:tracePt t="100786" x="4438650" y="5969000"/>
          <p14:tracePt t="100803" x="4464050" y="5962650"/>
          <p14:tracePt t="100820" x="4483100" y="5962650"/>
          <p14:tracePt t="100836" x="4508500" y="5962650"/>
          <p14:tracePt t="100853" x="4514850" y="5962650"/>
          <p14:tracePt t="100869" x="4527550" y="5962650"/>
          <p14:tracePt t="100886" x="4540250" y="5956300"/>
          <p14:tracePt t="100919" x="4546600" y="5956300"/>
          <p14:tracePt t="100936" x="4559300" y="5949950"/>
          <p14:tracePt t="100953" x="4578350" y="5943600"/>
          <p14:tracePt t="100969" x="4591050" y="5937250"/>
          <p14:tracePt t="100986" x="4603750" y="5930900"/>
          <p14:tracePt t="101002" x="4629150" y="5911850"/>
          <p14:tracePt t="101019" x="4635500" y="5905500"/>
          <p14:tracePt t="101036" x="4635500" y="5899150"/>
          <p14:tracePt t="101052" x="4635500" y="5835650"/>
          <p14:tracePt t="101068" x="4603750" y="5702300"/>
          <p14:tracePt t="101086" x="4514850" y="5518150"/>
          <p14:tracePt t="101101" x="4457700" y="5397500"/>
          <p14:tracePt t="101118" x="4318000" y="5118100"/>
          <p14:tracePt t="101135" x="4165600" y="4800600"/>
          <p14:tracePt t="101152" x="4089400" y="4654550"/>
          <p14:tracePt t="101168" x="3975100" y="4368800"/>
          <p14:tracePt t="101185" x="3879850" y="4146550"/>
          <p14:tracePt t="101201" x="3848100" y="4057650"/>
          <p14:tracePt t="101219" x="3803650" y="3943350"/>
          <p14:tracePt t="101235" x="3784600" y="3873500"/>
          <p14:tracePt t="101252" x="3778250" y="3854450"/>
          <p14:tracePt t="101268" x="3771900" y="3822700"/>
          <p14:tracePt t="101284" x="3765550" y="3803650"/>
          <p14:tracePt t="101302" x="3765550" y="3797300"/>
          <p14:tracePt t="101373" x="3765550" y="3803650"/>
          <p14:tracePt t="101387" x="3765550" y="3810000"/>
          <p14:tracePt t="101408" x="3765550" y="3816350"/>
          <p14:tracePt t="101415" x="3765550" y="3822700"/>
          <p14:tracePt t="101422" x="3765550" y="3829050"/>
          <p14:tracePt t="101437" x="3771900" y="3835400"/>
          <p14:tracePt t="101450" x="3771900" y="3841750"/>
          <p14:tracePt t="101467" x="3784600" y="3867150"/>
          <p14:tracePt t="101486" x="3810000" y="3898900"/>
          <p14:tracePt t="101501" x="3829050" y="3937000"/>
          <p14:tracePt t="101517" x="3879850" y="4038600"/>
          <p14:tracePt t="101535" x="3949700" y="4152900"/>
          <p14:tracePt t="101550" x="3975100" y="4210050"/>
          <p14:tracePt t="101567" x="4025900" y="4273550"/>
          <p14:tracePt t="101584" x="4051300" y="4305300"/>
          <p14:tracePt t="101601" x="4064000" y="4311650"/>
          <p14:tracePt t="101617" x="4070350" y="4311650"/>
          <p14:tracePt t="101633" x="4089400" y="4298950"/>
          <p14:tracePt t="101649" x="4095750" y="4292600"/>
          <p14:tracePt t="101667" x="4102100" y="4273550"/>
          <p14:tracePt t="101683" x="4108450" y="4248150"/>
          <p14:tracePt t="101700" x="4108450" y="4184650"/>
          <p14:tracePt t="101717" x="4102100" y="4032250"/>
          <p14:tracePt t="101733" x="4070350" y="3924300"/>
          <p14:tracePt t="101736" x="4051300" y="3797300"/>
          <p14:tracePt t="101749" x="4006850" y="3644900"/>
          <p14:tracePt t="101766" x="3905250" y="3308350"/>
          <p14:tracePt t="101783" x="3860800" y="3175000"/>
          <p14:tracePt t="101801" x="3771900" y="2959100"/>
          <p14:tracePt t="101817" x="3714750" y="2787650"/>
          <p14:tracePt t="101832" x="3683000" y="2724150"/>
          <p14:tracePt t="101850" x="3638550" y="2622550"/>
          <p14:tracePt t="101865" x="3613150" y="2559050"/>
          <p14:tracePt t="101882" x="3600450" y="2527300"/>
          <p14:tracePt t="101899" x="3575050" y="2476500"/>
          <p14:tracePt t="101916" x="3543300" y="2432050"/>
          <p14:tracePt t="101934" x="3530600" y="2419350"/>
          <p14:tracePt t="101949" x="3517900" y="2406650"/>
          <p14:tracePt t="101966" x="3511550" y="2400300"/>
          <p14:tracePt t="101983" x="3473450" y="2362200"/>
          <p14:tracePt t="101999" x="3460750" y="2355850"/>
          <p14:tracePt t="102016" x="3435350" y="2343150"/>
          <p14:tracePt t="102032" x="3390900" y="2305050"/>
          <p14:tracePt t="102048" x="3359150" y="2273300"/>
          <p14:tracePt t="102065" x="3346450" y="2260600"/>
          <p14:tracePt t="102082" x="3327400" y="2241550"/>
          <p14:tracePt t="102098" x="3314700" y="2228850"/>
          <p14:tracePt t="102117" x="3308350" y="2228850"/>
          <p14:tracePt t="102228" x="3308350" y="2235200"/>
          <p14:tracePt t="102638" x="3308350" y="2247900"/>
          <p14:tracePt t="102644" x="3308350" y="2266950"/>
          <p14:tracePt t="102659" x="3308350" y="2279650"/>
          <p14:tracePt t="102666" x="3308350" y="2298700"/>
          <p14:tracePt t="102682" x="3302000" y="2311400"/>
          <p14:tracePt t="102696" x="3302000" y="2330450"/>
          <p14:tracePt t="102713" x="3302000" y="2336800"/>
          <p14:tracePt t="102730" x="3295650" y="2343150"/>
          <p14:tracePt t="102757" x="3295650" y="2349500"/>
          <p14:tracePt t="102827" x="3295650" y="2355850"/>
          <p14:tracePt t="102876" x="3295650" y="2362200"/>
          <p14:tracePt t="102890" x="3295650" y="2368550"/>
          <p14:tracePt t="102898" x="3295650" y="2374900"/>
          <p14:tracePt t="102918" x="3295650" y="2381250"/>
          <p14:tracePt t="102928" x="3295650" y="2387600"/>
          <p14:tracePt t="102946" x="3295650" y="2400300"/>
          <p14:tracePt t="102979" x="3289300" y="2413000"/>
          <p14:tracePt t="102996" x="3289300" y="2419350"/>
          <p14:tracePt t="103012" x="3289300" y="2425700"/>
          <p14:tracePt t="103045" x="3289300" y="2438400"/>
          <p14:tracePt t="103081" x="3289300" y="2444750"/>
          <p14:tracePt t="103107" x="3289300" y="2451100"/>
          <p14:tracePt t="103149" x="3289300" y="2457450"/>
          <p14:tracePt t="103177" x="3289300" y="2463800"/>
          <p14:tracePt t="103184" x="3295650" y="2470150"/>
          <p14:tracePt t="103227" x="3302000" y="2470150"/>
          <p14:tracePt t="103247" x="3302000" y="2476500"/>
          <p14:tracePt t="103275" x="3308350" y="2476500"/>
          <p14:tracePt t="103296" x="3314700" y="2476500"/>
          <p14:tracePt t="103381" x="3321050" y="2476500"/>
          <p14:tracePt t="103387" x="3327400" y="2476500"/>
          <p14:tracePt t="103850" x="3346450" y="2476500"/>
          <p14:tracePt t="103857" x="3365500" y="2482850"/>
          <p14:tracePt t="103871" x="3397250" y="2489200"/>
          <p14:tracePt t="103878" x="3429000" y="2508250"/>
          <p14:tracePt t="103892" x="3467100" y="2514600"/>
          <p14:tracePt t="103909" x="3543300" y="2527300"/>
          <p14:tracePt t="103925" x="3581400" y="2540000"/>
          <p14:tracePt t="103942" x="3657600" y="2559050"/>
          <p14:tracePt t="103958" x="3727450" y="2597150"/>
          <p14:tracePt t="103976" x="3797300" y="2641600"/>
          <p14:tracePt t="103991" x="3829050" y="2692400"/>
          <p14:tracePt t="104008" x="3867150" y="2736850"/>
          <p14:tracePt t="104026" x="3968750" y="2990850"/>
          <p14:tracePt t="104042" x="4000500" y="3092450"/>
          <p14:tracePt t="104058" x="4019550" y="3206750"/>
          <p14:tracePt t="104075" x="4019550" y="3422650"/>
          <p14:tracePt t="104091" x="4006850" y="3625850"/>
          <p14:tracePt t="104110" x="3956050" y="3860800"/>
          <p14:tracePt t="104124" x="3930650" y="3962400"/>
          <p14:tracePt t="104141" x="3879850" y="4146550"/>
          <p14:tracePt t="104159" x="3816350" y="4292600"/>
          <p14:tracePt t="104174" x="3784600" y="4337050"/>
          <p14:tracePt t="104191" x="3765550" y="4413250"/>
          <p14:tracePt t="104208" x="3759200" y="4432300"/>
          <p14:tracePt t="104224" x="3752850" y="4438650"/>
          <p14:tracePt t="104241" x="3746500" y="4438650"/>
          <p14:tracePt t="104488" x="3752850" y="4445000"/>
          <p14:tracePt t="104502" x="3765550" y="4445000"/>
          <p14:tracePt t="104510" x="3784600" y="4457700"/>
          <p14:tracePt t="104523" x="3803650" y="4457700"/>
          <p14:tracePt t="104540" x="3873500" y="4457700"/>
          <p14:tracePt t="104558" x="3975100" y="4457700"/>
          <p14:tracePt t="104573" x="4038600" y="4445000"/>
          <p14:tracePt t="104590" x="4146550" y="4413250"/>
          <p14:tracePt t="104607" x="4235450" y="4381500"/>
          <p14:tracePt t="104623" x="4254500" y="4375150"/>
          <p14:tracePt t="104639" x="4279900" y="4368800"/>
          <p14:tracePt t="104656" x="4298950" y="4343400"/>
          <p14:tracePt t="104922" x="4305300" y="4343400"/>
          <p14:tracePt t="104930" x="4311650" y="4343400"/>
          <p14:tracePt t="104938" x="4318000" y="4343400"/>
          <p14:tracePt t="104955" x="4330700" y="4343400"/>
          <p14:tracePt t="104972" x="4362450" y="4343400"/>
          <p14:tracePt t="104988" x="4387850" y="4343400"/>
          <p14:tracePt t="105007" x="4508500" y="4368800"/>
          <p14:tracePt t="105021" x="4552950" y="4375150"/>
          <p14:tracePt t="105038" x="4610100" y="4394200"/>
          <p14:tracePt t="105055" x="4749800" y="4476750"/>
          <p14:tracePt t="105071" x="4813300" y="4521200"/>
          <p14:tracePt t="105088" x="4857750" y="4572000"/>
          <p14:tracePt t="105105" x="4965700" y="4667250"/>
          <p14:tracePt t="105122" x="5054600" y="4749800"/>
          <p14:tracePt t="105138" x="5080000" y="4768850"/>
          <p14:tracePt t="105155" x="5130800" y="4800600"/>
          <p14:tracePt t="105171" x="5156200" y="4813300"/>
          <p14:tracePt t="105188" x="5168900" y="4813300"/>
          <p14:tracePt t="105205" x="5194300" y="4819650"/>
          <p14:tracePt t="105221" x="5213350" y="4826000"/>
          <p14:tracePt t="105238" x="5226050" y="4826000"/>
          <p14:tracePt t="105254" x="5232400" y="4826000"/>
          <p14:tracePt t="105271" x="5238750" y="4826000"/>
          <p14:tracePt t="105274" x="5245100" y="4826000"/>
          <p14:tracePt t="105289" x="5251450" y="4826000"/>
          <p14:tracePt t="105651" x="5245100" y="4826000"/>
          <p14:tracePt t="105707" x="5238750" y="4826000"/>
          <p14:tracePt t="105750" x="5232400" y="4826000"/>
          <p14:tracePt t="105820" x="5232400" y="4832350"/>
          <p14:tracePt t="105883" x="5226050" y="4832350"/>
          <p14:tracePt t="106254" x="5219700" y="4832350"/>
          <p14:tracePt t="106288" x="5213350" y="4832350"/>
          <p14:tracePt t="106310" x="5207000" y="4832350"/>
          <p14:tracePt t="106331" x="5200650" y="4832350"/>
          <p14:tracePt t="106352" x="5187950" y="4832350"/>
          <p14:tracePt t="106373" x="5175250" y="4826000"/>
          <p14:tracePt t="106380" x="5156200" y="4826000"/>
          <p14:tracePt t="106394" x="5130800" y="4819650"/>
          <p14:tracePt t="106403" x="5105400" y="4813300"/>
          <p14:tracePt t="106417" x="5048250" y="4794250"/>
          <p14:tracePt t="106433" x="4940300" y="4768850"/>
          <p14:tracePt t="106451" x="4819650" y="4749800"/>
          <p14:tracePt t="106467" x="4768850" y="4743450"/>
          <p14:tracePt t="106483" x="4673600" y="4724400"/>
          <p14:tracePt t="106500" x="4603750" y="4718050"/>
          <p14:tracePt t="106516" x="4572000" y="4705350"/>
          <p14:tracePt t="106533" x="4546600" y="4705350"/>
          <p14:tracePt t="106549" x="4476750" y="4705350"/>
          <p14:tracePt t="106566" x="4457700" y="4705350"/>
          <p14:tracePt t="106584" x="4432300" y="4705350"/>
          <p14:tracePt t="106599" x="4419600" y="4705350"/>
          <p14:tracePt t="106616" x="4400550" y="4705350"/>
          <p14:tracePt t="106633" x="4387850" y="4705350"/>
          <p14:tracePt t="106667" x="4381500" y="4711700"/>
          <p14:tracePt t="106683" x="4375150" y="4711700"/>
          <p14:tracePt t="106716" x="4375150" y="4718050"/>
          <p14:tracePt t="106745" x="4375150" y="4724400"/>
          <p14:tracePt t="106793" x="4368800" y="4737100"/>
          <p14:tracePt t="106814" x="4362450" y="4743450"/>
          <p14:tracePt t="106828" x="4356100" y="4749800"/>
          <p14:tracePt t="106843" x="4356100" y="4756150"/>
          <p14:tracePt t="106851" x="4356100" y="4762500"/>
          <p14:tracePt t="106865" x="4349750" y="4775200"/>
          <p14:tracePt t="106882" x="4349750" y="4787900"/>
          <p14:tracePt t="106899" x="4349750" y="4845050"/>
          <p14:tracePt t="106915" x="4349750" y="4876800"/>
          <p14:tracePt t="106932" x="4349750" y="4914900"/>
          <p14:tracePt t="106948" x="4368800" y="4984750"/>
          <p14:tracePt t="106965" x="4406900" y="5086350"/>
          <p14:tracePt t="106982" x="4413250" y="5124450"/>
          <p14:tracePt t="106998" x="4451350" y="5200650"/>
          <p14:tracePt t="107015" x="4483100" y="5245100"/>
          <p14:tracePt t="107032" x="4508500" y="5276850"/>
          <p14:tracePt t="107048" x="4521200" y="5295900"/>
          <p14:tracePt t="107064" x="4552950" y="5314950"/>
          <p14:tracePt t="107082" x="4578350" y="5334000"/>
          <p14:tracePt t="107098" x="4597400" y="5340350"/>
          <p14:tracePt t="107114" x="4616450" y="5353050"/>
          <p14:tracePt t="107131" x="4635500" y="5359400"/>
          <p14:tracePt t="107147" x="4648200" y="5365750"/>
          <p14:tracePt t="107165" x="4654550" y="5365750"/>
          <p14:tracePt t="107180" x="4711700" y="5372100"/>
          <p14:tracePt t="107197" x="4737100" y="5372100"/>
          <p14:tracePt t="107214" x="4768850" y="5372100"/>
          <p14:tracePt t="107231" x="4845050" y="5359400"/>
          <p14:tracePt t="107247" x="4876800" y="5353050"/>
          <p14:tracePt t="107264" x="4914900" y="5353050"/>
          <p14:tracePt t="107280" x="4927600" y="5353050"/>
          <p14:tracePt t="107298" x="4953000" y="5353050"/>
          <p14:tracePt t="107313" x="4978400" y="5346700"/>
          <p14:tracePt t="107330" x="4984750" y="5346700"/>
          <p14:tracePt t="107347" x="4991100" y="5346700"/>
          <p14:tracePt t="107363" x="4997450" y="5346700"/>
          <p14:tracePt t="107404" x="5003800" y="5346700"/>
          <p14:tracePt t="107607" x="5003800" y="5340350"/>
          <p14:tracePt t="107677" x="5003800" y="5334000"/>
          <p14:tracePt t="107705" x="4997450" y="5327650"/>
          <p14:tracePt t="107725" x="4997450" y="5321300"/>
          <p14:tracePt t="107747" x="4997450" y="5314950"/>
          <p14:tracePt t="107775" x="4997450" y="5308600"/>
          <p14:tracePt t="107810" x="4991100" y="5308600"/>
          <p14:tracePt t="107845" x="4991100" y="5302250"/>
          <p14:tracePt t="107866" x="4984750" y="5302250"/>
          <p14:tracePt t="107887" x="4972050" y="5302250"/>
          <p14:tracePt t="107901" x="4972050" y="5295900"/>
          <p14:tracePt t="107908" x="4965700" y="5295900"/>
          <p14:tracePt t="107922" x="4959350" y="5289550"/>
          <p14:tracePt t="107931" x="4953000" y="5283200"/>
          <p14:tracePt t="107945" x="4940300" y="5276850"/>
          <p14:tracePt t="107961" x="4876800" y="5238750"/>
          <p14:tracePt t="107978" x="4800600" y="5187950"/>
          <p14:tracePt t="107995" x="4743450" y="5149850"/>
          <p14:tracePt t="108012" x="4622800" y="5060950"/>
          <p14:tracePt t="108028" x="4521200" y="4972050"/>
          <p14:tracePt t="108044" x="4476750" y="4927600"/>
          <p14:tracePt t="108062" x="4394200" y="4838700"/>
          <p14:tracePt t="108077" x="4330700" y="4756150"/>
          <p14:tracePt t="108094" x="4305300" y="4724400"/>
          <p14:tracePt t="108112" x="4254500" y="4654550"/>
          <p14:tracePt t="108127" x="4241800" y="4629150"/>
          <p14:tracePt t="108144" x="4216400" y="4584700"/>
          <p14:tracePt t="108161" x="4203700" y="4540250"/>
          <p14:tracePt t="108177" x="4197350" y="4502150"/>
          <p14:tracePt t="108194" x="4178300" y="4419600"/>
          <p14:tracePt t="108210" x="4165600" y="4337050"/>
          <p14:tracePt t="108227" x="4146550" y="4305300"/>
          <p14:tracePt t="108245" x="4133850" y="4248150"/>
          <p14:tracePt t="108261" x="4121150" y="4191000"/>
          <p14:tracePt t="108277" x="4102100" y="4165600"/>
          <p14:tracePt t="108294" x="4089400" y="4114800"/>
          <p14:tracePt t="108310" x="4064000" y="4044950"/>
          <p14:tracePt t="108328" x="4057650" y="4000500"/>
          <p14:tracePt t="108343" x="4038600" y="3905250"/>
          <p14:tracePt t="108360" x="4038600" y="3841750"/>
          <p14:tracePt t="108377" x="4032250" y="3784600"/>
          <p14:tracePt t="108393" x="4032250" y="3752850"/>
          <p14:tracePt t="108410" x="4025900" y="3727450"/>
          <p14:tracePt t="108427" x="4019550" y="3663950"/>
          <p14:tracePt t="108443" x="4019550" y="3644900"/>
          <p14:tracePt t="108460" x="4019550" y="3632200"/>
          <p14:tracePt t="108476" x="4019550" y="3613150"/>
          <p14:tracePt t="108496" x="4019550" y="3606800"/>
          <p14:tracePt t="108553" x="4019550" y="3613150"/>
          <p14:tracePt t="108566" x="4019550" y="3619500"/>
          <p14:tracePt t="108580" x="4019550" y="3625850"/>
          <p14:tracePt t="108602" x="4019550" y="3632200"/>
          <p14:tracePt t="108630" x="4019550" y="3644900"/>
          <p14:tracePt t="108636" x="4019550" y="3657600"/>
          <p14:tracePt t="108651" x="4025900" y="3670300"/>
          <p14:tracePt t="108660" x="4044950" y="3702050"/>
          <p14:tracePt t="108675" x="4051300" y="3733800"/>
          <p14:tracePt t="108693" x="4102100" y="3867150"/>
          <p14:tracePt t="108708" x="4178300" y="4019550"/>
          <p14:tracePt t="108726" x="4210050" y="4095750"/>
          <p14:tracePt t="108742" x="4292600" y="4273550"/>
          <p14:tracePt t="108759" x="4324350" y="4362450"/>
          <p14:tracePt t="108775" x="4394200" y="4533900"/>
          <p14:tracePt t="108792" x="4445000" y="4679950"/>
          <p14:tracePt t="108808" x="4470400" y="4737100"/>
          <p14:tracePt t="108826" x="4502150" y="4826000"/>
          <p14:tracePt t="108842" x="4527550" y="4895850"/>
          <p14:tracePt t="108859" x="4540250" y="4908550"/>
          <p14:tracePt t="108875" x="4552950" y="4927600"/>
          <p14:tracePt t="108891" x="4559300" y="4940300"/>
          <p14:tracePt t="108925" x="4559300" y="4946650"/>
          <p14:tracePt t="108941" x="4565650" y="4946650"/>
          <p14:tracePt t="108973" x="4565650" y="4953000"/>
          <p14:tracePt t="108980" x="4565650" y="4959350"/>
          <p14:tracePt t="108991" x="4572000" y="4959350"/>
          <p14:tracePt t="109010" x="4572000" y="4965700"/>
          <p14:tracePt t="109029" x="4578350" y="4972050"/>
          <p14:tracePt t="109050" x="4578350" y="4978400"/>
          <p14:tracePt t="109092" x="4584700" y="4991100"/>
          <p14:tracePt t="109112" x="4584700" y="4997450"/>
          <p14:tracePt t="109120" x="4591050" y="5003800"/>
          <p14:tracePt t="109142" x="4597400" y="5003800"/>
          <p14:tracePt t="109148" x="4597400" y="5010150"/>
          <p14:tracePt t="109162" x="4610100" y="5016500"/>
          <p14:tracePt t="109174" x="4610100" y="5022850"/>
          <p14:tracePt t="109191" x="4635500" y="5041900"/>
          <p14:tracePt t="109207" x="4648200" y="5054600"/>
          <p14:tracePt t="109224" x="4673600" y="5080000"/>
          <p14:tracePt t="109240" x="4705350" y="5111750"/>
          <p14:tracePt t="109257" x="4711700" y="5118100"/>
          <p14:tracePt t="109274" x="4724400" y="5130800"/>
          <p14:tracePt t="109290" x="4737100" y="5137150"/>
          <p14:tracePt t="109323" x="4743450" y="5143500"/>
          <p14:tracePt t="109340" x="4749800" y="5143500"/>
          <p14:tracePt t="109456" x="4756150" y="5143500"/>
          <p14:tracePt t="109540" x="4762500" y="5137150"/>
          <p14:tracePt t="109568" x="4768850" y="5137150"/>
          <p14:tracePt t="109583" x="4775200" y="5137150"/>
          <p14:tracePt t="109596" x="4781550" y="5130800"/>
          <p14:tracePt t="109618" x="4787900" y="5124450"/>
          <p14:tracePt t="109632" x="4794250" y="5124450"/>
          <p14:tracePt t="109659" x="4794250" y="5118100"/>
          <p14:tracePt t="109666" x="4800600" y="5118100"/>
          <p14:tracePt t="109702" x="4806950" y="5111750"/>
          <p14:tracePt t="109730" x="4813300" y="5105400"/>
          <p14:tracePt t="109758" x="4819650" y="5105400"/>
          <p14:tracePt t="109793" x="4826000" y="5099050"/>
          <p14:tracePt t="109891" x="4826000" y="5105400"/>
          <p14:tracePt t="109898" x="4826000" y="5111750"/>
          <p14:tracePt t="109912" x="4826000" y="5118100"/>
          <p14:tracePt t="109921" x="4813300" y="5124450"/>
          <p14:tracePt t="109938" x="4813300" y="5130800"/>
          <p14:tracePt t="109955" x="4794250" y="5149850"/>
          <p14:tracePt t="109971" x="4743450" y="5187950"/>
          <p14:tracePt t="109989" x="4660900" y="5238750"/>
          <p14:tracePt t="110004" x="4616450" y="5264150"/>
          <p14:tracePt t="110021" x="4552950" y="5302250"/>
          <p14:tracePt t="110038" x="4368800" y="5378450"/>
          <p14:tracePt t="110054" x="4305300" y="5410200"/>
          <p14:tracePt t="110071" x="4248150" y="5435600"/>
          <p14:tracePt t="110087" x="4140200" y="5473700"/>
          <p14:tracePt t="110104" x="4076700" y="5505450"/>
          <p14:tracePt t="110121" x="4032250" y="5524500"/>
          <p14:tracePt t="110137" x="4025900" y="5530850"/>
          <p14:tracePt t="110154" x="4013200" y="5537200"/>
          <p14:tracePt t="110234" x="4013200" y="5543550"/>
          <p14:tracePt t="110269" x="4013200" y="5549900"/>
          <p14:tracePt t="110304" x="4019550" y="5549900"/>
          <p14:tracePt t="110311" x="4025900" y="5549900"/>
          <p14:tracePt t="110320" x="4032250" y="5549900"/>
          <p14:tracePt t="110337" x="4038600" y="5549900"/>
          <p14:tracePt t="110354" x="4064000" y="5562600"/>
          <p14:tracePt t="110370" x="4083050" y="5562600"/>
          <p14:tracePt t="110387" x="4146550" y="5594350"/>
          <p14:tracePt t="110403" x="4241800" y="5619750"/>
          <p14:tracePt t="110420" x="4305300" y="5638800"/>
          <p14:tracePt t="110438" x="4514850" y="5657850"/>
          <p14:tracePt t="110453" x="4578350" y="5657850"/>
          <p14:tracePt t="110469" x="4654550" y="5657850"/>
          <p14:tracePt t="110486" x="4787900" y="5670550"/>
          <p14:tracePt t="110503" x="4940300" y="5676900"/>
          <p14:tracePt t="110519" x="5016500" y="5676900"/>
          <p14:tracePt t="110536" x="5156200" y="5689600"/>
          <p14:tracePt t="110552" x="5295900" y="5689600"/>
          <p14:tracePt t="110569" x="5353050" y="5689600"/>
          <p14:tracePt t="110586" x="5441950" y="5689600"/>
          <p14:tracePt t="110603" x="5511800" y="5676900"/>
          <p14:tracePt t="110620" x="5562600" y="5683250"/>
          <p14:tracePt t="110635" x="5588000" y="5683250"/>
          <p14:tracePt t="110652" x="5619750" y="5683250"/>
          <p14:tracePt t="110669" x="5715000" y="5676900"/>
          <p14:tracePt t="110685" x="5746750" y="5670550"/>
          <p14:tracePt t="110702" x="5772150" y="5670550"/>
          <p14:tracePt t="110719" x="5854700" y="5657850"/>
          <p14:tracePt t="110735" x="5918200" y="5657850"/>
          <p14:tracePt t="110753" x="6013450" y="5657850"/>
          <p14:tracePt t="110768" x="6051550" y="5657850"/>
          <p14:tracePt t="110785" x="6165850" y="5657850"/>
          <p14:tracePt t="110802" x="6311900" y="5657850"/>
          <p14:tracePt t="110818" x="6388100" y="5657850"/>
          <p14:tracePt t="110835" x="6515100" y="5645150"/>
          <p14:tracePt t="110851" x="6616700" y="5645150"/>
          <p14:tracePt t="110868" x="6648450" y="5645150"/>
          <p14:tracePt t="110885" x="6699250" y="5645150"/>
          <p14:tracePt t="110901" x="6718300" y="5645150"/>
          <p14:tracePt t="110918" x="6731000" y="5645150"/>
          <p14:tracePt t="110935" x="6750050" y="5645150"/>
          <p14:tracePt t="110951" x="6769100" y="5645150"/>
          <p14:tracePt t="110968" x="6775450" y="5651500"/>
          <p14:tracePt t="110985" x="6781800" y="5657850"/>
          <p14:tracePt t="111001" x="6788150" y="5657850"/>
          <p14:tracePt t="111018" x="6794500" y="5657850"/>
          <p14:tracePt t="111034" x="6794500" y="5664200"/>
          <p14:tracePt t="111051" x="6800850" y="5670550"/>
          <p14:tracePt t="111068" x="6800850" y="5676900"/>
          <p14:tracePt t="111152" x="6800850" y="5670550"/>
          <p14:tracePt t="111159" x="6794500" y="5670550"/>
          <p14:tracePt t="111180" x="6788150" y="5664200"/>
          <p14:tracePt t="111194" x="6781800" y="5664200"/>
          <p14:tracePt t="111215" x="6769100" y="5664200"/>
          <p14:tracePt t="111222" x="6743700" y="5657850"/>
          <p14:tracePt t="111233" x="6724650" y="5657850"/>
          <p14:tracePt t="111251" x="6635750" y="5651500"/>
          <p14:tracePt t="111275" x="6483350" y="5638800"/>
          <p14:tracePt t="111285" x="6375400" y="5632450"/>
          <p14:tracePt t="111301" x="6165850" y="5632450"/>
          <p14:tracePt t="111317" x="6051550" y="5632450"/>
          <p14:tracePt t="111334" x="5810250" y="5645150"/>
          <p14:tracePt t="111350" x="5683250" y="5664200"/>
          <p14:tracePt t="111367" x="5429250" y="5695950"/>
          <p14:tracePt t="111384" x="5168900" y="5765800"/>
          <p14:tracePt t="111399" x="5054600" y="5797550"/>
          <p14:tracePt t="111417" x="4819650" y="5867400"/>
          <p14:tracePt t="111432" x="4648200" y="5930900"/>
          <p14:tracePt t="111449" x="4591050" y="5956300"/>
          <p14:tracePt t="111466" x="4514850" y="5988050"/>
          <p14:tracePt t="111483" x="4489450" y="6000750"/>
          <p14:tracePt t="111499" x="4483100" y="6000750"/>
          <p14:tracePt t="111517" x="4476750" y="6007100"/>
          <p14:tracePt t="111532" x="4464050" y="6026150"/>
          <p14:tracePt t="111549" x="4451350" y="6038850"/>
          <p14:tracePt t="111566" x="4419600" y="6057900"/>
          <p14:tracePt t="111582" x="4400550" y="6076950"/>
          <p14:tracePt t="111600" x="4394200" y="6083300"/>
          <p14:tracePt t="111617" x="4381500" y="6096000"/>
          <p14:tracePt t="111632" x="4375150" y="6102350"/>
          <p14:tracePt t="111650" x="4362450" y="6115050"/>
          <p14:tracePt t="111665" x="4356100" y="6115050"/>
          <p14:tracePt t="111681" x="4349750" y="6121400"/>
          <p14:tracePt t="111699" x="4343400" y="6134100"/>
          <p14:tracePt t="111715" x="4330700" y="6140450"/>
          <p14:tracePt t="111732" x="4324350" y="6146800"/>
          <p14:tracePt t="111748" x="4318000" y="6153150"/>
          <p14:tracePt t="111765" x="4311650" y="6159500"/>
          <p14:tracePt t="111798" x="4305300" y="6172200"/>
          <p14:tracePt t="111833" x="4305300" y="6178550"/>
          <p14:tracePt t="111853" x="4311650" y="6178550"/>
          <p14:tracePt t="111860" x="4318000" y="6178550"/>
          <p14:tracePt t="111874" x="4330700" y="6178550"/>
          <p14:tracePt t="111884" x="4349750" y="6178550"/>
          <p14:tracePt t="111897" x="4375150" y="6178550"/>
          <p14:tracePt t="111915" x="4419600" y="6178550"/>
          <p14:tracePt t="111931" x="4559300" y="6178550"/>
          <p14:tracePt t="111948" x="4610100" y="6178550"/>
          <p14:tracePt t="111965" x="4730750" y="6184900"/>
          <p14:tracePt t="111981" x="4781550" y="6184900"/>
          <p14:tracePt t="111997" x="4908550" y="6203950"/>
          <p14:tracePt t="112015" x="5029200" y="6216650"/>
          <p14:tracePt t="112031" x="5099050" y="6229350"/>
          <p14:tracePt t="112048" x="5200650" y="6235700"/>
          <p14:tracePt t="112064" x="5295900" y="6254750"/>
          <p14:tracePt t="112080" x="5327650" y="6254750"/>
          <p14:tracePt t="112098" x="5391150" y="6261100"/>
          <p14:tracePt t="112114" x="5435600" y="6261100"/>
          <p14:tracePt t="112131" x="5461000" y="6261100"/>
          <p14:tracePt t="112147" x="5511800" y="6261100"/>
          <p14:tracePt t="112164" x="5568950" y="6254750"/>
          <p14:tracePt t="112180" x="5594350" y="6254750"/>
          <p14:tracePt t="112197" x="5664200" y="6248400"/>
          <p14:tracePt t="112213" x="5715000" y="6248400"/>
          <p14:tracePt t="112231" x="5740400" y="6248400"/>
          <p14:tracePt t="112247" x="5797550" y="6248400"/>
          <p14:tracePt t="112264" x="5829300" y="6248400"/>
          <p14:tracePt t="112280" x="5930900" y="6235700"/>
          <p14:tracePt t="112297" x="5975350" y="6229350"/>
          <p14:tracePt t="112313" x="6000750" y="6223000"/>
          <p14:tracePt t="112330" x="6064250" y="6216650"/>
          <p14:tracePt t="112347" x="6121400" y="6203950"/>
          <p14:tracePt t="112350" x="6146800" y="6191250"/>
          <p14:tracePt t="112366" x="6178550" y="6191250"/>
          <p14:tracePt t="112380" x="6197600" y="6191250"/>
          <p14:tracePt t="112396" x="6242050" y="6191250"/>
          <p14:tracePt t="112413" x="6254750" y="6184900"/>
          <p14:tracePt t="112429" x="6261100" y="6184900"/>
          <p14:tracePt t="112491" x="6254750" y="6184900"/>
          <p14:tracePt t="112505" x="6248400" y="6184900"/>
          <p14:tracePt t="112511" x="6242050" y="6191250"/>
          <p14:tracePt t="112526" x="6229350" y="6191250"/>
          <p14:tracePt t="112532" x="6216650" y="6191250"/>
          <p14:tracePt t="112548" x="6203950" y="6191250"/>
          <p14:tracePt t="112562" x="6127750" y="6184900"/>
          <p14:tracePt t="112579" x="6051550" y="6184900"/>
          <p14:tracePt t="112596" x="5962650" y="6172200"/>
          <p14:tracePt t="112612" x="5746750" y="6165850"/>
          <p14:tracePt t="112629" x="5518150" y="6165850"/>
          <p14:tracePt t="112645" x="5289550" y="6178550"/>
          <p14:tracePt t="112662" x="5200650" y="6197600"/>
          <p14:tracePt t="112679" x="5029200" y="6229350"/>
          <p14:tracePt t="112695" x="4908550" y="6273800"/>
          <p14:tracePt t="112712" x="4864100" y="6292850"/>
          <p14:tracePt t="112729" x="4787900" y="6324600"/>
          <p14:tracePt t="112745" x="4699000" y="6369050"/>
          <p14:tracePt t="112761" x="4654550" y="6394450"/>
          <p14:tracePt t="112778" x="4584700" y="6426200"/>
          <p14:tracePt t="112794" x="4540250" y="6438900"/>
          <p14:tracePt t="112811" x="4527550" y="6451600"/>
          <p14:tracePt t="112828" x="4514850" y="6451600"/>
          <p14:tracePt t="112904" x="4521200" y="6451600"/>
          <p14:tracePt t="112912" x="4527550" y="6457950"/>
          <p14:tracePt t="112925" x="4533900" y="6457950"/>
          <p14:tracePt t="112953" x="4540250" y="6457950"/>
          <p14:tracePt t="112967" x="4546600" y="6457950"/>
          <p14:tracePt t="112981" x="4552950" y="6457950"/>
          <p14:tracePt t="113002" x="4565650" y="6457950"/>
          <p14:tracePt t="113023" x="4572000" y="6457950"/>
          <p14:tracePt t="113051" x="4578350" y="6457950"/>
          <p14:tracePt t="113073" x="4584700" y="6457950"/>
          <p14:tracePt t="113087" x="4597400" y="6457950"/>
          <p14:tracePt t="113095" x="4610100" y="6451600"/>
          <p14:tracePt t="113108" x="4622800" y="6445250"/>
          <p14:tracePt t="113114" x="4641850" y="6445250"/>
          <p14:tracePt t="113126" x="4673600" y="6438900"/>
          <p14:tracePt t="113143" x="4711700" y="6432550"/>
          <p14:tracePt t="113160" x="4743450" y="6426200"/>
          <p14:tracePt t="113177" x="4781550" y="6419850"/>
          <p14:tracePt t="113193" x="4819650" y="6413500"/>
          <p14:tracePt t="113210" x="4832350" y="6413500"/>
          <p14:tracePt t="113227" x="4838700" y="6413500"/>
          <p14:tracePt t="113243" x="4838700" y="6407150"/>
          <p14:tracePt t="113317" x="4832350" y="6407150"/>
          <p14:tracePt t="113324" x="4826000" y="6407150"/>
          <p14:tracePt t="113332" x="4813300" y="6407150"/>
          <p14:tracePt t="113346" x="4800600" y="6407150"/>
          <p14:tracePt t="113360" x="4781550" y="6413500"/>
          <p14:tracePt t="113376" x="4711700" y="6413500"/>
          <p14:tracePt t="113393" x="4660900" y="6419850"/>
          <p14:tracePt t="113409" x="4533900" y="6419850"/>
          <p14:tracePt t="113426" x="4394200" y="6419850"/>
          <p14:tracePt t="113444" x="4343400" y="6419850"/>
          <p14:tracePt t="113459" x="4210050" y="6432550"/>
          <p14:tracePt t="113476" x="4121150" y="6432550"/>
          <p14:tracePt t="113493" x="4019550" y="6432550"/>
          <p14:tracePt t="113509" x="3975100" y="6432550"/>
          <p14:tracePt t="113526" x="3924300" y="6432550"/>
          <p14:tracePt t="113542" x="3829050" y="6426200"/>
          <p14:tracePt t="113559" x="3810000" y="6426200"/>
          <p14:tracePt t="113575" x="3797300" y="6426200"/>
          <p14:tracePt t="113592" x="3771900" y="6426200"/>
          <p14:tracePt t="113608" x="3759200" y="6426200"/>
          <p14:tracePt t="113626" x="3752850" y="6426200"/>
          <p14:tracePt t="113642" x="3746500" y="6426200"/>
          <p14:tracePt t="113794" x="3740150" y="6426200"/>
          <p14:tracePt t="113809" x="3733800" y="6426200"/>
          <p14:tracePt t="113815" x="3727450" y="6426200"/>
          <p14:tracePt t="113824" x="3721100" y="6426200"/>
          <p14:tracePt t="113841" x="3714750" y="6426200"/>
          <p14:tracePt t="113858" x="3708400" y="6426200"/>
          <p14:tracePt t="113874" x="3702050" y="6426200"/>
          <p14:tracePt t="113891" x="3695700" y="6426200"/>
          <p14:tracePt t="115057" x="3670300" y="6432550"/>
          <p14:tracePt t="115065" x="3638550" y="6445250"/>
          <p14:tracePt t="115079" x="3606800" y="6457950"/>
          <p14:tracePt t="115087" x="3568700" y="6464300"/>
          <p14:tracePt t="115103" x="3524250" y="6477000"/>
          <p14:tracePt t="115121" x="3467100" y="6489700"/>
          <p14:tracePt t="115137" x="3429000" y="6502400"/>
          <p14:tracePt t="115153" x="3416300" y="6508750"/>
          <p14:tracePt t="115170" x="3403600" y="6515100"/>
          <p14:tracePt t="115186" x="3384550" y="6521450"/>
          <p14:tracePt t="115203" x="3378200" y="6527800"/>
          <p14:tracePt t="115220" x="3365500" y="6534150"/>
          <p14:tracePt t="115236" x="3359150" y="6534150"/>
          <p14:tracePt t="115254" x="3346450" y="6534150"/>
          <p14:tracePt t="115269" x="3340100" y="6534150"/>
          <p14:tracePt t="115286" x="3333750" y="6534150"/>
          <p14:tracePt t="115303" x="3327400" y="6534150"/>
          <p14:tracePt t="115319" x="3321050" y="6534150"/>
          <p14:tracePt t="115336" x="3321050" y="6540500"/>
          <p14:tracePt t="115394" x="3314700" y="6546850"/>
          <p14:tracePt t="116480" x="3321050" y="6546850"/>
          <p14:tracePt t="116487" x="3346450" y="6534150"/>
          <p14:tracePt t="116502" x="3359150" y="6527800"/>
          <p14:tracePt t="116515" x="3384550" y="6508750"/>
          <p14:tracePt t="116532" x="3397250" y="6502400"/>
          <p14:tracePt t="116548" x="3403600" y="6502400"/>
          <p14:tracePt t="116565" x="3422650" y="6483350"/>
          <p14:tracePt t="116581" x="3435350" y="6470650"/>
          <p14:tracePt t="116599" x="3448050" y="6457950"/>
          <p14:tracePt t="116615" x="3454400" y="6457950"/>
          <p14:tracePt t="116631" x="3467100" y="6432550"/>
          <p14:tracePt t="116648" x="3479800" y="6413500"/>
          <p14:tracePt t="116664" x="3486150" y="6400800"/>
          <p14:tracePt t="116681" x="3492500" y="6381750"/>
          <p14:tracePt t="116698" x="3498850" y="6375400"/>
          <p14:tracePt t="116714" x="3498850" y="6369050"/>
          <p14:tracePt t="116731" x="3498850" y="6362700"/>
          <p14:tracePt t="116768" x="3498850" y="6356350"/>
          <p14:tracePt t="116809" x="3498850" y="6350000"/>
          <p14:tracePt t="116816" x="3498850" y="6343650"/>
          <p14:tracePt t="116831" x="3498850" y="6337300"/>
          <p14:tracePt t="116852" x="3498850" y="6330950"/>
          <p14:tracePt t="116859" x="3505200" y="6324600"/>
          <p14:tracePt t="116879" x="3511550" y="6311900"/>
          <p14:tracePt t="116886" x="3517900" y="6299200"/>
          <p14:tracePt t="116901" x="3530600" y="6267450"/>
          <p14:tracePt t="116914" x="3556000" y="6223000"/>
          <p14:tracePt t="116930" x="3638550" y="6083300"/>
          <p14:tracePt t="116947" x="3676650" y="6000750"/>
          <p14:tracePt t="116964" x="3778250" y="5842000"/>
          <p14:tracePt t="116980" x="3860800" y="5702300"/>
          <p14:tracePt t="116997" x="3898900" y="5645150"/>
          <p14:tracePt t="117013" x="3949700" y="5575300"/>
          <p14:tracePt t="117030" x="3968750" y="5530850"/>
          <p14:tracePt t="117047" x="3981450" y="5518150"/>
          <p14:tracePt t="117063" x="3981450" y="5511800"/>
          <p14:tracePt t="117118" x="3975100" y="5511800"/>
          <p14:tracePt t="117132" x="3968750" y="5518150"/>
          <p14:tracePt t="117139" x="3962400" y="5518150"/>
          <p14:tracePt t="117167" x="3956050" y="5524500"/>
          <p14:tracePt t="117216" x="3949700" y="5530850"/>
          <p14:tracePt t="117251" x="3949700" y="5537200"/>
          <p14:tracePt t="117307" x="3943350" y="5543550"/>
          <p14:tracePt t="117355" x="3943350" y="5549900"/>
          <p14:tracePt t="117587" x="3943350" y="5556250"/>
          <p14:tracePt t="117651" x="3937000" y="5562600"/>
          <p14:tracePt t="117657" x="3937000" y="5568950"/>
          <p14:tracePt t="117672" x="3930650" y="5575300"/>
          <p14:tracePt t="117681" x="3930650" y="5581650"/>
          <p14:tracePt t="117694" x="3930650" y="5588000"/>
          <p14:tracePt t="117711" x="3911600" y="5600700"/>
          <p14:tracePt t="117728" x="3892550" y="5632450"/>
          <p14:tracePt t="117744" x="3867150" y="5651500"/>
          <p14:tracePt t="117761" x="3854450" y="5670550"/>
          <p14:tracePt t="117778" x="3797300" y="5727700"/>
          <p14:tracePt t="117794" x="3771900" y="5746750"/>
          <p14:tracePt t="117811" x="3740150" y="5765800"/>
          <p14:tracePt t="117827" x="3727450" y="5772150"/>
          <p14:tracePt t="117844" x="3702050" y="5784850"/>
          <p14:tracePt t="117861" x="3695700" y="5791200"/>
          <p14:tracePt t="117877" x="3683000" y="5791200"/>
          <p14:tracePt t="117911" x="3676650" y="5791200"/>
          <p14:tracePt t="118043" x="3676650" y="5784850"/>
          <p14:tracePt t="118050" x="3676650" y="5778500"/>
          <p14:tracePt t="118071" x="3676650" y="5772150"/>
          <p14:tracePt t="118092" x="3683000" y="5765800"/>
          <p14:tracePt t="118099" x="3683000" y="5759450"/>
          <p14:tracePt t="118113" x="3689350" y="5746750"/>
          <p14:tracePt t="118129" x="3702050" y="5715000"/>
          <p14:tracePt t="118143" x="3708400" y="5689600"/>
          <p14:tracePt t="118160" x="3721100" y="5664200"/>
          <p14:tracePt t="118176" x="3752850" y="5588000"/>
          <p14:tracePt t="118193" x="3759200" y="5575300"/>
          <p14:tracePt t="118209" x="3765550" y="5556250"/>
          <p14:tracePt t="118227" x="3771900" y="5530850"/>
          <p14:tracePt t="118242" x="3784600" y="5511800"/>
          <p14:tracePt t="118260" x="3790950" y="5505450"/>
          <p14:tracePt t="118303" x="3790950" y="5499100"/>
          <p14:tracePt t="118312" x="3790950" y="5492750"/>
          <p14:tracePt t="118373" x="3790950" y="5480050"/>
          <p14:tracePt t="118393" x="3797300" y="5473700"/>
          <p14:tracePt t="118429" x="3803650" y="5461000"/>
          <p14:tracePt t="118450" x="3803650" y="5454650"/>
          <p14:tracePt t="118471" x="3810000" y="5454650"/>
          <p14:tracePt t="118478" x="3810000" y="5448300"/>
          <p14:tracePt t="118499" x="3816350" y="5441950"/>
          <p14:tracePt t="118513" x="3816350" y="5435600"/>
          <p14:tracePt t="118534" x="3816350" y="5429250"/>
          <p14:tracePt t="118542" x="3816350" y="5422900"/>
          <p14:tracePt t="118558" x="3822700" y="5416550"/>
          <p14:tracePt t="118575" x="3835400" y="5403850"/>
          <p14:tracePt t="118591" x="3848100" y="5378450"/>
          <p14:tracePt t="118608" x="3854450" y="5372100"/>
          <p14:tracePt t="118625" x="3860800" y="5353050"/>
          <p14:tracePt t="118641" x="3867150" y="5340350"/>
          <p14:tracePt t="118658" x="3867150" y="5334000"/>
          <p14:tracePt t="118723" x="3867150" y="5327650"/>
          <p14:tracePt t="118793" x="3867150" y="5321300"/>
          <p14:tracePt t="118821" x="3873500" y="5308600"/>
          <p14:tracePt t="118828" x="3873500" y="5295900"/>
          <p14:tracePt t="118844" x="3879850" y="5283200"/>
          <p14:tracePt t="118857" x="3879850" y="5264150"/>
          <p14:tracePt t="118874" x="3879850" y="5162550"/>
          <p14:tracePt t="118891" x="3892550" y="4959350"/>
          <p14:tracePt t="118907" x="3892550" y="4819650"/>
          <p14:tracePt t="118923" x="3892550" y="4527550"/>
          <p14:tracePt t="118941" x="3886200" y="4159250"/>
          <p14:tracePt t="118957" x="3886200" y="4000500"/>
          <p14:tracePt t="118974" x="3892550" y="3733800"/>
          <p14:tracePt t="118990" x="3911600" y="3479800"/>
          <p14:tracePt t="119007" x="3930650" y="3378200"/>
          <p14:tracePt t="119024" x="3943350" y="3263900"/>
          <p14:tracePt t="119039" x="3994150" y="3079750"/>
          <p14:tracePt t="119056" x="4044950" y="2908300"/>
          <p14:tracePt t="119075" x="4083050" y="2787650"/>
          <p14:tracePt t="119090" x="4102100" y="2730500"/>
          <p14:tracePt t="119106" x="4127500" y="2622550"/>
          <p14:tracePt t="119123" x="4140200" y="2559050"/>
          <p14:tracePt t="119139" x="4146550" y="2540000"/>
          <p14:tracePt t="119156" x="4146550" y="2514600"/>
          <p14:tracePt t="119173" x="4146550" y="2501900"/>
          <p14:tracePt t="119189" x="4146550" y="2495550"/>
          <p14:tracePt t="119222" x="4140200" y="2476500"/>
          <p14:tracePt t="119239" x="4133850" y="2470150"/>
          <p14:tracePt t="119256" x="4108450" y="2444750"/>
          <p14:tracePt t="119273" x="4064000" y="2406650"/>
          <p14:tracePt t="119289" x="4032250" y="2381250"/>
          <p14:tracePt t="119306" x="3949700" y="2330450"/>
          <p14:tracePt t="119322" x="3854450" y="2298700"/>
          <p14:tracePt t="119339" x="3784600" y="2273300"/>
          <p14:tracePt t="119355" x="3759200" y="2273300"/>
          <p14:tracePt t="119372" x="3746500" y="2266950"/>
          <p14:tracePt t="119389" x="3727450" y="2273300"/>
          <p14:tracePt t="119406" x="3721100" y="2279650"/>
          <p14:tracePt t="119439" x="3714750" y="2292350"/>
          <p14:tracePt t="119455" x="3714750" y="2311400"/>
          <p14:tracePt t="119472" x="3721100" y="2317750"/>
          <p14:tracePt t="119488" x="3740150" y="2349500"/>
          <p14:tracePt t="119505" x="3797300" y="2393950"/>
          <p14:tracePt t="119522" x="3886200" y="2457450"/>
          <p14:tracePt t="119538" x="3917950" y="2482850"/>
          <p14:tracePt t="119555" x="3994150" y="2527300"/>
          <p14:tracePt t="119571" x="4038600" y="2540000"/>
          <p14:tracePt t="119588" x="4038600" y="2546350"/>
          <p14:tracePt t="119605" x="4044950" y="2552700"/>
          <p14:tracePt t="119690" x="4038600" y="2552700"/>
          <p14:tracePt t="119711" x="4025900" y="2552700"/>
          <p14:tracePt t="119725" x="4019550" y="2546350"/>
          <p14:tracePt t="119732" x="4013200" y="2540000"/>
          <p14:tracePt t="119740" x="3994150" y="2533650"/>
          <p14:tracePt t="119754" x="3981450" y="2527300"/>
          <p14:tracePt t="119770" x="3962400" y="2514600"/>
          <p14:tracePt t="119788" x="3886200" y="2482850"/>
          <p14:tracePt t="119804" x="3829050" y="2451100"/>
          <p14:tracePt t="119820" x="3784600" y="2432050"/>
          <p14:tracePt t="119837" x="3721100" y="2400300"/>
          <p14:tracePt t="119854" x="3670300" y="2381250"/>
          <p14:tracePt t="119870" x="3651250" y="2381250"/>
          <p14:tracePt t="119887" x="3606800" y="2362200"/>
          <p14:tracePt t="119903" x="3581400" y="2362200"/>
          <p14:tracePt t="119937" x="3575050" y="2362200"/>
          <p14:tracePt t="119953" x="3575050" y="2368550"/>
          <p14:tracePt t="119970" x="3575050" y="2381250"/>
          <p14:tracePt t="119987" x="3575050" y="2387600"/>
          <p14:tracePt t="120003" x="3581400" y="2400300"/>
          <p14:tracePt t="120020" x="3676650" y="2476500"/>
          <p14:tracePt t="120036" x="3746500" y="2527300"/>
          <p14:tracePt t="120053" x="3803650" y="2565400"/>
          <p14:tracePt t="120070" x="3949700" y="2660650"/>
          <p14:tracePt t="120086" x="4064000" y="2711450"/>
          <p14:tracePt t="120103" x="4108450" y="2730500"/>
          <p14:tracePt t="120119" x="4121150" y="2730500"/>
          <p14:tracePt t="120136" x="4127500" y="2730500"/>
          <p14:tracePt t="120153" x="4127500" y="2724150"/>
          <p14:tracePt t="120186" x="4127500" y="2717800"/>
          <p14:tracePt t="120203" x="4127500" y="2705100"/>
          <p14:tracePt t="120258" x="4127500" y="2698750"/>
          <p14:tracePt t="120293" x="4127500" y="26924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 Static Method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86106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total=0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def status():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print("</a:t>
            </a:r>
            <a:r>
              <a:rPr lang="en-US" altLang="en-US" sz="2400" dirty="0">
                <a:latin typeface="Lucida Console" panose="020B0609040504020204" pitchFamily="49" charset="0"/>
              </a:rPr>
              <a:t>Total critters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",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Critter.total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        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status = 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latin typeface="Lucida Console" panose="020B0609040504020204" pitchFamily="49" charset="0"/>
              </a:rPr>
              <a:t>(status)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 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400" dirty="0">
                <a:latin typeface="Lucida Console" panose="020B0609040504020204" pitchFamily="49" charset="0"/>
              </a:rPr>
              <a:t>status()</a:t>
            </a:r>
          </a:p>
          <a:p>
            <a:pPr lvl="1" eaLnBrk="1" hangingPunct="1"/>
            <a:r>
              <a:rPr lang="en-US" altLang="en-US" sz="2800" dirty="0"/>
              <a:t>Is </a:t>
            </a:r>
            <a:r>
              <a:rPr lang="en-US" altLang="en-US" sz="2800" dirty="0" smtClean="0"/>
              <a:t>a </a:t>
            </a:r>
            <a:r>
              <a:rPr lang="en-US" altLang="en-US" sz="28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1" eaLnBrk="1" hangingPunct="1"/>
            <a:r>
              <a:rPr lang="en-US" altLang="en-US" sz="2800" dirty="0" smtClean="0"/>
              <a:t>It doesn't have the </a:t>
            </a:r>
            <a:r>
              <a:rPr lang="en-US" altLang="en-US" sz="26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parameter </a:t>
            </a:r>
            <a:r>
              <a:rPr lang="en-US" altLang="en-US" sz="2800" dirty="0"/>
              <a:t>because </a:t>
            </a:r>
            <a:r>
              <a:rPr lang="en-US" altLang="en-US" sz="2800" dirty="0" smtClean="0"/>
              <a:t>it will be </a:t>
            </a:r>
            <a:r>
              <a:rPr lang="en-US" altLang="en-US" sz="2800" dirty="0"/>
              <a:t>invoked through </a:t>
            </a:r>
            <a:r>
              <a:rPr lang="en-US" altLang="en-US" sz="2800" dirty="0" smtClean="0"/>
              <a:t>the class </a:t>
            </a:r>
            <a:r>
              <a:rPr lang="en-US" altLang="en-US" sz="2800" dirty="0"/>
              <a:t>not </a:t>
            </a:r>
            <a:r>
              <a:rPr lang="en-US" altLang="en-US" sz="2800" dirty="0" smtClean="0"/>
              <a:t>the object</a:t>
            </a:r>
            <a:r>
              <a:rPr lang="en-US" altLang="en-US" sz="2800" dirty="0" smtClean="0"/>
              <a:t>.</a:t>
            </a:r>
            <a:endParaRPr lang="en-US" altLang="en-US" sz="26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57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85"/>
    </mc:Choice>
    <mc:Fallback>
      <p:transition spd="slow" advTm="36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606" x="4095750" y="2673350"/>
          <p14:tracePt t="1620" x="4051300" y="2641600"/>
          <p14:tracePt t="1627" x="4000500" y="2622550"/>
          <p14:tracePt t="1635" x="3943350" y="2597150"/>
          <p14:tracePt t="1652" x="3886200" y="2578100"/>
          <p14:tracePt t="1669" x="3778250" y="2533650"/>
          <p14:tracePt t="1685" x="3657600" y="2495550"/>
          <p14:tracePt t="1702" x="3600450" y="2489200"/>
          <p14:tracePt t="1719" x="3517900" y="2457450"/>
          <p14:tracePt t="1735" x="3486150" y="2451100"/>
          <p14:tracePt t="1752" x="3416300" y="2425700"/>
          <p14:tracePt t="1768" x="3359150" y="2419350"/>
          <p14:tracePt t="1785" x="3327400" y="2413000"/>
          <p14:tracePt t="1802" x="3270250" y="2406650"/>
          <p14:tracePt t="1819" x="3213100" y="2406650"/>
          <p14:tracePt t="1835" x="3181350" y="2400300"/>
          <p14:tracePt t="1852" x="3124200" y="2400300"/>
          <p14:tracePt t="1868" x="3079750" y="2393950"/>
          <p14:tracePt t="1885" x="3035300" y="2393950"/>
          <p14:tracePt t="1901" x="3016250" y="2387600"/>
          <p14:tracePt t="1918" x="2971800" y="2381250"/>
          <p14:tracePt t="1935" x="2914650" y="2368550"/>
          <p14:tracePt t="1951" x="2876550" y="2362200"/>
          <p14:tracePt t="1968" x="2832100" y="2355850"/>
          <p14:tracePt t="1985" x="2686050" y="2317750"/>
          <p14:tracePt t="2001" x="2628900" y="2298700"/>
          <p14:tracePt t="2020" x="2495550" y="2254250"/>
          <p14:tracePt t="2034" x="2413000" y="2235200"/>
          <p14:tracePt t="2051" x="2292350" y="2178050"/>
          <p14:tracePt t="2068" x="2203450" y="2139950"/>
          <p14:tracePt t="2084" x="2178050" y="2133600"/>
          <p14:tracePt t="2101" x="2146300" y="2127250"/>
          <p14:tracePt t="2118" x="2139950" y="2120900"/>
          <p14:tracePt t="2166" x="2133600" y="2120900"/>
          <p14:tracePt t="2215" x="2133600" y="2127250"/>
          <p14:tracePt t="2565" x="2139950" y="2120900"/>
          <p14:tracePt t="2580" x="2139950" y="2114550"/>
          <p14:tracePt t="2587" x="2152650" y="2101850"/>
          <p14:tracePt t="2599" x="2159000" y="2082800"/>
          <p14:tracePt t="2616" x="2190750" y="2057400"/>
          <p14:tracePt t="2632" x="2197100" y="2044700"/>
          <p14:tracePt t="2649" x="2216150" y="2025650"/>
          <p14:tracePt t="2665" x="2222500" y="2012950"/>
          <p14:tracePt t="2682" x="2222500" y="2006600"/>
          <p14:tracePt t="2699" x="2228850" y="2006600"/>
          <p14:tracePt t="2715" x="2235200" y="2006600"/>
          <p14:tracePt t="2769" x="2241550" y="2000250"/>
          <p14:tracePt t="2804" x="2247900" y="2000250"/>
          <p14:tracePt t="2825" x="2254250" y="2000250"/>
          <p14:tracePt t="2839" x="2260600" y="2000250"/>
          <p14:tracePt t="2853" x="2266950" y="1993900"/>
          <p14:tracePt t="2867" x="2279650" y="1993900"/>
          <p14:tracePt t="2874" x="2286000" y="1993900"/>
          <p14:tracePt t="2888" x="2305050" y="1993900"/>
          <p14:tracePt t="2898" x="2317750" y="1993900"/>
          <p14:tracePt t="2915" x="2343150" y="1987550"/>
          <p14:tracePt t="2931" x="2393950" y="1987550"/>
          <p14:tracePt t="2948" x="2451100" y="1981200"/>
          <p14:tracePt t="2965" x="2508250" y="1981200"/>
          <p14:tracePt t="2981" x="2540000" y="1981200"/>
          <p14:tracePt t="2998" x="2565400" y="1987550"/>
          <p14:tracePt t="3014" x="2616200" y="1987550"/>
          <p14:tracePt t="3031" x="2660650" y="2006600"/>
          <p14:tracePt t="3049" x="2698750" y="2019300"/>
          <p14:tracePt t="3064" x="2724150" y="2025650"/>
          <p14:tracePt t="3081" x="2749550" y="2038350"/>
          <p14:tracePt t="3098" x="2762250" y="2038350"/>
          <p14:tracePt t="3131" x="2781300" y="2044700"/>
          <p14:tracePt t="3148" x="2800350" y="2044700"/>
          <p14:tracePt t="3164" x="2813050" y="2051050"/>
          <p14:tracePt t="3181" x="2832100" y="2051050"/>
          <p14:tracePt t="3197" x="2870200" y="2051050"/>
          <p14:tracePt t="3214" x="2901950" y="2057400"/>
          <p14:tracePt t="3230" x="2927350" y="2057400"/>
          <p14:tracePt t="3247" x="3022600" y="2057400"/>
          <p14:tracePt t="3263" x="3054350" y="2057400"/>
          <p14:tracePt t="3281" x="3105150" y="2057400"/>
          <p14:tracePt t="3297" x="3124200" y="2057400"/>
          <p14:tracePt t="3313" x="3149600" y="2057400"/>
          <p14:tracePt t="3330" x="3162300" y="2057400"/>
          <p14:tracePt t="3347" x="3168650" y="2057400"/>
          <p14:tracePt t="3491" x="3162300" y="2057400"/>
          <p14:tracePt t="3519" x="3155950" y="2057400"/>
          <p14:tracePt t="3540" x="3149600" y="2057400"/>
          <p14:tracePt t="3547" x="3149600" y="2051050"/>
          <p14:tracePt t="3561" x="3143250" y="2051050"/>
          <p14:tracePt t="3568" x="3130550" y="2051050"/>
          <p14:tracePt t="3580" x="3130550" y="2044700"/>
          <p14:tracePt t="3596" x="3092450" y="2038350"/>
          <p14:tracePt t="3612" x="3073400" y="2038350"/>
          <p14:tracePt t="3629" x="3035300" y="2032000"/>
          <p14:tracePt t="3646" x="2914650" y="2006600"/>
          <p14:tracePt t="3662" x="2870200" y="2000250"/>
          <p14:tracePt t="3680" x="2787650" y="1987550"/>
          <p14:tracePt t="3695" x="2768600" y="1981200"/>
          <p14:tracePt t="3712" x="2717800" y="1981200"/>
          <p14:tracePt t="3729" x="2698750" y="1981200"/>
          <p14:tracePt t="3745" x="2692400" y="1981200"/>
          <p14:tracePt t="3800" x="2705100" y="1981200"/>
          <p14:tracePt t="3806" x="2711450" y="1981200"/>
          <p14:tracePt t="3821" x="2730500" y="1987550"/>
          <p14:tracePt t="3828" x="2768600" y="1993900"/>
          <p14:tracePt t="3844" x="2813050" y="2012950"/>
          <p14:tracePt t="3862" x="2971800" y="2051050"/>
          <p14:tracePt t="3878" x="3143250" y="2089150"/>
          <p14:tracePt t="3895" x="3206750" y="2108200"/>
          <p14:tracePt t="3912" x="3327400" y="2139950"/>
          <p14:tracePt t="3927" x="3371850" y="2146300"/>
          <p14:tracePt t="3944" x="3371850" y="2152650"/>
          <p14:tracePt t="3961" x="3378200" y="2152650"/>
          <p14:tracePt t="4003" x="3371850" y="2146300"/>
          <p14:tracePt t="4017" x="3359150" y="2146300"/>
          <p14:tracePt t="4031" x="3340100" y="2146300"/>
          <p14:tracePt t="4038" x="3308350" y="2139950"/>
          <p14:tracePt t="4052" x="3270250" y="2133600"/>
          <p14:tracePt t="4060" x="3200400" y="2120900"/>
          <p14:tracePt t="4077" x="3111500" y="2101850"/>
          <p14:tracePt t="4095" x="2895600" y="2070100"/>
          <p14:tracePt t="4111" x="2647950" y="2025650"/>
          <p14:tracePt t="4127" x="2533650" y="2019300"/>
          <p14:tracePt t="4144" x="2317750" y="1974850"/>
          <p14:tracePt t="4160" x="2146300" y="1955800"/>
          <p14:tracePt t="4178" x="2057400" y="1936750"/>
          <p14:tracePt t="4194" x="2032000" y="1936750"/>
          <p14:tracePt t="4210" x="2006600" y="1930400"/>
          <p14:tracePt t="4325" x="2006600" y="1936750"/>
          <p14:tracePt t="4346" x="2019300" y="1936750"/>
          <p14:tracePt t="4361" x="2025650" y="1943100"/>
          <p14:tracePt t="4367" x="2032000" y="1943100"/>
          <p14:tracePt t="4381" x="2038350" y="1949450"/>
          <p14:tracePt t="4393" x="2044700" y="1949450"/>
          <p14:tracePt t="4410" x="2070100" y="1955800"/>
          <p14:tracePt t="4427" x="2101850" y="1968500"/>
          <p14:tracePt t="4443" x="2184400" y="1987550"/>
          <p14:tracePt t="4460" x="2317750" y="2012950"/>
          <p14:tracePt t="4476" x="2393950" y="2032000"/>
          <p14:tracePt t="4479" x="2489200" y="2044700"/>
          <p14:tracePt t="4496" x="2578100" y="2063750"/>
          <p14:tracePt t="4509" x="2743200" y="2082800"/>
          <p14:tracePt t="4526" x="2838450" y="2095500"/>
          <p14:tracePt t="4543" x="2965450" y="2101850"/>
          <p14:tracePt t="4559" x="3016250" y="2114550"/>
          <p14:tracePt t="4576" x="3067050" y="2127250"/>
          <p14:tracePt t="4592" x="3092450" y="2133600"/>
          <p14:tracePt t="4626" x="3098800" y="2133600"/>
          <p14:tracePt t="4662" x="3098800" y="2127250"/>
          <p14:tracePt t="4760" x="3092450" y="2127250"/>
          <p14:tracePt t="4844" x="3086100" y="2127250"/>
          <p14:tracePt t="4865" x="3079750" y="2127250"/>
          <p14:tracePt t="6603" x="3098800" y="2127250"/>
          <p14:tracePt t="6610" x="3149600" y="2127250"/>
          <p14:tracePt t="6624" x="3200400" y="2127250"/>
          <p14:tracePt t="6635" x="3276600" y="2127250"/>
          <p14:tracePt t="6652" x="3416300" y="2146300"/>
          <p14:tracePt t="6668" x="3492500" y="2146300"/>
          <p14:tracePt t="6685" x="3702050" y="2178050"/>
          <p14:tracePt t="6702" x="3943350" y="2197100"/>
          <p14:tracePt t="6718" x="4057650" y="2216150"/>
          <p14:tracePt t="6735" x="4159250" y="2228850"/>
          <p14:tracePt t="6752" x="4406900" y="2266950"/>
          <p14:tracePt t="6768" x="4483100" y="2279650"/>
          <p14:tracePt t="6785" x="4641850" y="2317750"/>
          <p14:tracePt t="6801" x="4718050" y="2324100"/>
          <p14:tracePt t="6818" x="4838700" y="2355850"/>
          <p14:tracePt t="6835" x="4946650" y="2393950"/>
          <p14:tracePt t="6851" x="5003800" y="2419350"/>
          <p14:tracePt t="6868" x="5111750" y="2444750"/>
          <p14:tracePt t="6884" x="5181600" y="2463800"/>
          <p14:tracePt t="6901" x="5226050" y="2470150"/>
          <p14:tracePt t="6918" x="5276850" y="2476500"/>
          <p14:tracePt t="6934" x="5308600" y="2476500"/>
          <p14:tracePt t="6951" x="5321300" y="2476500"/>
          <p14:tracePt t="6968" x="5340350" y="2476500"/>
          <p14:tracePt t="6984" x="5353050" y="2476500"/>
          <p14:tracePt t="7000" x="5359400" y="2476500"/>
          <p14:tracePt t="7018" x="5372100" y="2476500"/>
          <p14:tracePt t="7034" x="5378450" y="2476500"/>
          <p14:tracePt t="7051" x="5391150" y="2476500"/>
          <p14:tracePt t="7067" x="5403850" y="2476500"/>
          <p14:tracePt t="7084" x="5416550" y="2476500"/>
          <p14:tracePt t="7101" x="5461000" y="2489200"/>
          <p14:tracePt t="7117" x="5480050" y="2489200"/>
          <p14:tracePt t="7133" x="5505450" y="2501900"/>
          <p14:tracePt t="7150" x="5543550" y="2508250"/>
          <p14:tracePt t="7167" x="5575300" y="2514600"/>
          <p14:tracePt t="7185" x="5600700" y="2514600"/>
          <p14:tracePt t="7200" x="5607050" y="2514600"/>
          <p14:tracePt t="7217" x="5613400" y="2514600"/>
          <p14:tracePt t="7262" x="5607050" y="2514600"/>
          <p14:tracePt t="7276" x="5600700" y="2514600"/>
          <p14:tracePt t="7297" x="5581650" y="2514600"/>
          <p14:tracePt t="7304" x="5549900" y="2514600"/>
          <p14:tracePt t="7316" x="5511800" y="2514600"/>
          <p14:tracePt t="7333" x="5359400" y="2501900"/>
          <p14:tracePt t="7349" x="5257800" y="2495550"/>
          <p14:tracePt t="7368" x="5029200" y="2482850"/>
          <p14:tracePt t="7383" x="4800600" y="2476500"/>
          <p14:tracePt t="7399" x="4699000" y="2476500"/>
          <p14:tracePt t="7417" x="4546600" y="2476500"/>
          <p14:tracePt t="7432" x="4495800" y="2476500"/>
          <p14:tracePt t="7449" x="4425950" y="2476500"/>
          <p14:tracePt t="7466" x="4394200" y="2476500"/>
          <p14:tracePt t="7482" x="4387850" y="2476500"/>
          <p14:tracePt t="7501" x="4362450" y="2482850"/>
          <p14:tracePt t="7515" x="4337050" y="2495550"/>
          <p14:tracePt t="7532" x="4318000" y="2495550"/>
          <p14:tracePt t="7549" x="4273550" y="2508250"/>
          <p14:tracePt t="7565" x="4241800" y="2508250"/>
          <p14:tracePt t="7582" x="4229100" y="2508250"/>
          <p14:tracePt t="7599" x="4197350" y="2508250"/>
          <p14:tracePt t="7615" x="4171950" y="2508250"/>
          <p14:tracePt t="7632" x="4159250" y="2501900"/>
          <p14:tracePt t="7649" x="4152900" y="2501900"/>
          <p14:tracePt t="7665" x="4146550" y="2501900"/>
          <p14:tracePt t="7682" x="4140200" y="2501900"/>
          <p14:tracePt t="7698" x="4133850" y="2501900"/>
          <p14:tracePt t="7732" x="4127500" y="2501900"/>
          <p14:tracePt t="7753" x="4121150" y="2508250"/>
          <p14:tracePt t="7795" x="4114800" y="2508250"/>
          <p14:tracePt t="7858" x="4121150" y="2508250"/>
          <p14:tracePt t="7865" x="4127500" y="2508250"/>
          <p14:tracePt t="7886" x="4140200" y="2508250"/>
          <p14:tracePt t="7893" x="4146550" y="2514600"/>
          <p14:tracePt t="7907" x="4152900" y="2514600"/>
          <p14:tracePt t="7917" x="4165600" y="2514600"/>
          <p14:tracePt t="7931" x="4197350" y="2520950"/>
          <p14:tracePt t="7947" x="4279900" y="2533650"/>
          <p14:tracePt t="7964" x="4400550" y="2559050"/>
          <p14:tracePt t="7981" x="4451350" y="2559050"/>
          <p14:tracePt t="7984" x="4514850" y="2578100"/>
          <p14:tracePt t="8000" x="4565650" y="2578100"/>
          <p14:tracePt t="8014" x="4629150" y="2590800"/>
          <p14:tracePt t="8031" x="4648200" y="2603500"/>
          <p14:tracePt t="8047" x="4667250" y="2603500"/>
          <p14:tracePt t="8097" x="4667250" y="2609850"/>
          <p14:tracePt t="8103" x="4648200" y="2609850"/>
          <p14:tracePt t="8117" x="4629150" y="2609850"/>
          <p14:tracePt t="8130" x="4597400" y="2609850"/>
          <p14:tracePt t="8146" x="4489450" y="2609850"/>
          <p14:tracePt t="8163" x="4394200" y="2622550"/>
          <p14:tracePt t="8180" x="4191000" y="2635250"/>
          <p14:tracePt t="8196" x="4000500" y="2641600"/>
          <p14:tracePt t="8213" x="3924300" y="2654300"/>
          <p14:tracePt t="8230" x="3816350" y="2660650"/>
          <p14:tracePt t="8246" x="3784600" y="2667000"/>
          <p14:tracePt t="8263" x="3778250" y="2667000"/>
          <p14:tracePt t="8306" x="3790950" y="2667000"/>
          <p14:tracePt t="8315" x="3797300" y="2667000"/>
          <p14:tracePt t="8329" x="3816350" y="2667000"/>
          <p14:tracePt t="8346" x="3841750" y="2667000"/>
          <p14:tracePt t="8363" x="4025900" y="2660650"/>
          <p14:tracePt t="8379" x="4140200" y="2660650"/>
          <p14:tracePt t="8396" x="4241800" y="2660650"/>
          <p14:tracePt t="8412" x="4445000" y="2673350"/>
          <p14:tracePt t="8429" x="4597400" y="2692400"/>
          <p14:tracePt t="8446" x="4679950" y="2698750"/>
          <p14:tracePt t="8462" x="4711700" y="2698750"/>
          <p14:tracePt t="8479" x="4737100" y="2705100"/>
          <p14:tracePt t="9360" x="4737100" y="2717800"/>
          <p14:tracePt t="9366" x="4724400" y="2743200"/>
          <p14:tracePt t="9375" x="4711700" y="2762250"/>
          <p14:tracePt t="9392" x="4705350" y="2794000"/>
          <p14:tracePt t="9409" x="4679950" y="2863850"/>
          <p14:tracePt t="9425" x="4679950" y="2901950"/>
          <p14:tracePt t="9442" x="4673600" y="2984500"/>
          <p14:tracePt t="9459" x="4673600" y="3067050"/>
          <p14:tracePt t="9475" x="4673600" y="3105150"/>
          <p14:tracePt t="9492" x="4667250" y="3206750"/>
          <p14:tracePt t="9508" x="4654550" y="3289300"/>
          <p14:tracePt t="9525" x="4648200" y="3314700"/>
          <p14:tracePt t="9542" x="4641850" y="3384550"/>
          <p14:tracePt t="9558" x="4622800" y="3479800"/>
          <p14:tracePt t="9575" x="4603750" y="3524250"/>
          <p14:tracePt t="9591" x="4572000" y="3619500"/>
          <p14:tracePt t="9608" x="4533900" y="3708400"/>
          <p14:tracePt t="9625" x="4521200" y="3727450"/>
          <p14:tracePt t="9641" x="4521200" y="3733800"/>
          <p14:tracePt t="12283" x="4521200" y="3752850"/>
          <p14:tracePt t="12289" x="4514850" y="3778250"/>
          <p14:tracePt t="12303" x="4508500" y="3810000"/>
          <p14:tracePt t="12315" x="4508500" y="3841750"/>
          <p14:tracePt t="12333" x="4502150" y="3898900"/>
          <p14:tracePt t="12348" x="4483100" y="3930650"/>
          <p14:tracePt t="12366" x="4476750" y="3968750"/>
          <p14:tracePt t="12381" x="4457700" y="4019550"/>
          <p14:tracePt t="12398" x="4438650" y="4051300"/>
          <p14:tracePt t="12416" x="4406900" y="4127500"/>
          <p14:tracePt t="12432" x="4368800" y="4203700"/>
          <p14:tracePt t="12449" x="4349750" y="4235450"/>
          <p14:tracePt t="12465" x="4311650" y="4286250"/>
          <p14:tracePt t="12481" x="4286250" y="4324350"/>
          <p14:tracePt t="12498" x="4273550" y="4337050"/>
          <p14:tracePt t="12515" x="4248150" y="4362450"/>
          <p14:tracePt t="12531" x="4235450" y="4375150"/>
          <p14:tracePt t="12549" x="4229100" y="4387850"/>
          <p14:tracePt t="12564" x="4222750" y="4387850"/>
          <p14:tracePt t="12647" x="4216400" y="4394200"/>
          <p14:tracePt t="12668" x="4210050" y="4400550"/>
          <p14:tracePt t="12683" x="4203700" y="4400550"/>
          <p14:tracePt t="12689" x="4197350" y="4406900"/>
          <p14:tracePt t="12710" x="4197350" y="4413250"/>
          <p14:tracePt t="12724" x="4191000" y="4413250"/>
          <p14:tracePt t="12733" x="4191000" y="4419600"/>
          <p14:tracePt t="12747" x="4184650" y="4419600"/>
          <p14:tracePt t="12763" x="4178300" y="4419600"/>
          <p14:tracePt t="12783" x="4178300" y="4425950"/>
          <p14:tracePt t="12801" x="4171950" y="4432300"/>
          <p14:tracePt t="12829" x="4165600" y="4438650"/>
          <p14:tracePt t="12864" x="4159250" y="4445000"/>
          <p14:tracePt t="12899" x="4159250" y="4451350"/>
          <p14:tracePt t="12920" x="4159250" y="4457700"/>
          <p14:tracePt t="12984" x="4152900" y="4457700"/>
          <p14:tracePt t="12990" x="4152900" y="4464050"/>
          <p14:tracePt t="13018" x="4152900" y="4470400"/>
          <p14:tracePt t="13054" x="4152900" y="4476750"/>
          <p14:tracePt t="13060" x="4159250" y="4476750"/>
          <p14:tracePt t="13068" x="4171950" y="4476750"/>
          <p14:tracePt t="13083" x="4178300" y="4483100"/>
          <p14:tracePt t="13096" x="4191000" y="4483100"/>
          <p14:tracePt t="13113" x="4229100" y="4495800"/>
          <p14:tracePt t="13130" x="4260850" y="4495800"/>
          <p14:tracePt t="13145" x="4343400" y="4514850"/>
          <p14:tracePt t="13162" x="4432300" y="4521200"/>
          <p14:tracePt t="13180" x="4527550" y="4521200"/>
          <p14:tracePt t="13196" x="4552950" y="4521200"/>
          <p14:tracePt t="13212" x="4610100" y="4508500"/>
          <p14:tracePt t="13229" x="4711700" y="4476750"/>
          <p14:tracePt t="13246" x="4730750" y="4464050"/>
          <p14:tracePt t="13263" x="4749800" y="4451350"/>
          <p14:tracePt t="13279" x="4781550" y="4432300"/>
          <p14:tracePt t="13295" x="4781550" y="4413250"/>
          <p14:tracePt t="13313" x="4787900" y="4406900"/>
          <p14:tracePt t="13329" x="4787900" y="4394200"/>
          <p14:tracePt t="13355" x="4787900" y="4387850"/>
          <p14:tracePt t="13365" x="4781550" y="4387850"/>
          <p14:tracePt t="13379" x="4781550" y="4381500"/>
          <p14:tracePt t="13395" x="4768850" y="4375150"/>
          <p14:tracePt t="13412" x="4756150" y="4362450"/>
          <p14:tracePt t="13428" x="4749800" y="4362450"/>
          <p14:tracePt t="13445" x="4730750" y="4356100"/>
          <p14:tracePt t="13462" x="4705350" y="4343400"/>
          <p14:tracePt t="13478" x="4686300" y="4343400"/>
          <p14:tracePt t="13495" x="4635500" y="4343400"/>
          <p14:tracePt t="13511" x="4572000" y="4337050"/>
          <p14:tracePt t="13528" x="4540250" y="4337050"/>
          <p14:tracePt t="13544" x="4464050" y="4349750"/>
          <p14:tracePt t="13561" x="4406900" y="4362450"/>
          <p14:tracePt t="13578" x="4387850" y="4368800"/>
          <p14:tracePt t="13595" x="4349750" y="4381500"/>
          <p14:tracePt t="13611" x="4337050" y="4394200"/>
          <p14:tracePt t="13628" x="4318000" y="4406900"/>
          <p14:tracePt t="13644" x="4311650" y="4419600"/>
          <p14:tracePt t="13661" x="4305300" y="4432300"/>
          <p14:tracePt t="13678" x="4292600" y="4438650"/>
          <p14:tracePt t="13694" x="4286250" y="4457700"/>
          <p14:tracePt t="13711" x="4279900" y="4470400"/>
          <p14:tracePt t="13727" x="4273550" y="4514850"/>
          <p14:tracePt t="13743" x="4254500" y="4552950"/>
          <p14:tracePt t="13762" x="4229100" y="4616450"/>
          <p14:tracePt t="13777" x="4222750" y="4654550"/>
          <p14:tracePt t="13793" x="4178300" y="4724400"/>
          <p14:tracePt t="13811" x="4121150" y="4781550"/>
          <p14:tracePt t="13827" x="4102100" y="4800600"/>
          <p14:tracePt t="13844" x="4076700" y="4826000"/>
          <p14:tracePt t="13860" x="4013200" y="4857750"/>
          <p14:tracePt t="13877" x="3994150" y="4876800"/>
          <p14:tracePt t="13894" x="3981450" y="4876800"/>
          <p14:tracePt t="13910" x="3949700" y="4883150"/>
          <p14:tracePt t="13926" x="3924300" y="4883150"/>
          <p14:tracePt t="13944" x="3898900" y="4889500"/>
          <p14:tracePt t="13960" x="3886200" y="4889500"/>
          <p14:tracePt t="13976" x="3867150" y="4895850"/>
          <p14:tracePt t="13993" x="3854450" y="4895850"/>
          <p14:tracePt t="14010" x="3848100" y="4895850"/>
          <p14:tracePt t="14090" x="3848100" y="4889500"/>
          <p14:tracePt t="14112" x="3848100" y="4883150"/>
          <p14:tracePt t="14133" x="3848100" y="4876800"/>
          <p14:tracePt t="14139" x="3848100" y="4870450"/>
          <p14:tracePt t="14161" x="3848100" y="4857750"/>
          <p14:tracePt t="14175" x="3854450" y="4845050"/>
          <p14:tracePt t="14181" x="3867150" y="4819650"/>
          <p14:tracePt t="14196" x="3873500" y="4781550"/>
          <p14:tracePt t="14209" x="3930650" y="4660900"/>
          <p14:tracePt t="14225" x="3962400" y="4552950"/>
          <p14:tracePt t="14242" x="4013200" y="4438650"/>
          <p14:tracePt t="14259" x="4140200" y="4114800"/>
          <p14:tracePt t="14275" x="4311650" y="3676650"/>
          <p14:tracePt t="14292" x="4406900" y="3441700"/>
          <p14:tracePt t="14309" x="4572000" y="3054350"/>
          <p14:tracePt t="14325" x="4667250" y="2819400"/>
          <p14:tracePt t="14342" x="4692650" y="2724150"/>
          <p14:tracePt t="14359" x="4756150" y="2578100"/>
          <p14:tracePt t="14375" x="4781550" y="2482850"/>
          <p14:tracePt t="14392" x="4806950" y="2400300"/>
          <p14:tracePt t="14408" x="4819650" y="2368550"/>
          <p14:tracePt t="14425" x="4832350" y="2317750"/>
          <p14:tracePt t="14442" x="4845050" y="2292350"/>
          <p14:tracePt t="14458" x="4845050" y="2279650"/>
          <p14:tracePt t="14492" x="4845050" y="2266950"/>
          <p14:tracePt t="14508" x="4845050" y="2260600"/>
          <p14:tracePt t="14525" x="4845050" y="2254250"/>
          <p14:tracePt t="14541" x="4845050" y="2247900"/>
          <p14:tracePt t="14558" x="4845050" y="2222500"/>
          <p14:tracePt t="14575" x="4845050" y="2203450"/>
          <p14:tracePt t="14592" x="4838700" y="2197100"/>
          <p14:tracePt t="14608" x="4826000" y="2171700"/>
          <p14:tracePt t="14611" x="4819650" y="2165350"/>
          <p14:tracePt t="14625" x="4806950" y="2159000"/>
          <p14:tracePt t="14641" x="4794250" y="2139950"/>
          <p14:tracePt t="14658" x="4768850" y="2127250"/>
          <p14:tracePt t="14674" x="4743450" y="2120900"/>
          <p14:tracePt t="14691" x="4737100" y="2120900"/>
          <p14:tracePt t="14708" x="4724400" y="2120900"/>
          <p14:tracePt t="14723" x="4718050" y="2127250"/>
          <p14:tracePt t="14757" x="4711700" y="2139950"/>
          <p14:tracePt t="14774" x="4711700" y="2152650"/>
          <p14:tracePt t="14834" x="4711700" y="2159000"/>
          <p14:tracePt t="14855" x="4718050" y="2165350"/>
          <p14:tracePt t="14862" x="4730750" y="2171700"/>
          <p14:tracePt t="14876" x="4749800" y="2178050"/>
          <p14:tracePt t="14890" x="4781550" y="2203450"/>
          <p14:tracePt t="14907" x="4883150" y="2247900"/>
          <p14:tracePt t="14923" x="4965700" y="2279650"/>
          <p14:tracePt t="14940" x="5124450" y="2349500"/>
          <p14:tracePt t="14956" x="5334000" y="2432050"/>
          <p14:tracePt t="14973" x="5435600" y="2463800"/>
          <p14:tracePt t="14989" x="5638800" y="2533650"/>
          <p14:tracePt t="15006" x="5784850" y="2584450"/>
          <p14:tracePt t="15024" x="5886450" y="2603500"/>
          <p14:tracePt t="15040" x="5930900" y="2609850"/>
          <p14:tracePt t="15056" x="5988050" y="2609850"/>
          <p14:tracePt t="15073" x="6032500" y="2609850"/>
          <p14:tracePt t="15089" x="6045200" y="2609850"/>
          <p14:tracePt t="15106" x="6064250" y="2609850"/>
          <p14:tracePt t="15123" x="6096000" y="2609850"/>
          <p14:tracePt t="15143" x="6108700" y="2603500"/>
          <p14:tracePt t="15164" x="6115050" y="2603500"/>
          <p14:tracePt t="15185" x="6115050" y="2609850"/>
          <p14:tracePt t="15207" x="6115050" y="2616200"/>
          <p14:tracePt t="15212" x="6108700" y="2622550"/>
          <p14:tracePt t="15227" x="6108700" y="2628900"/>
          <p14:tracePt t="15241" x="6102350" y="2641600"/>
          <p14:tracePt t="15255" x="6083300" y="2711450"/>
          <p14:tracePt t="15272" x="6064250" y="2774950"/>
          <p14:tracePt t="15289" x="5994400" y="2959100"/>
          <p14:tracePt t="15305" x="5861050" y="3263900"/>
          <p14:tracePt t="15322" x="5765800" y="3505200"/>
          <p14:tracePt t="15339" x="5518150" y="3911600"/>
          <p14:tracePt t="15355" x="5276850" y="4298950"/>
          <p14:tracePt t="15372" x="5156200" y="4457700"/>
          <p14:tracePt t="15388" x="4972050" y="4686300"/>
          <p14:tracePt t="15405" x="4819650" y="4832350"/>
          <p14:tracePt t="15422" x="4775200" y="4883150"/>
          <p14:tracePt t="15438" x="4718050" y="4927600"/>
          <p14:tracePt t="15455" x="4692650" y="4959350"/>
          <p14:tracePt t="15472" x="4679950" y="4959350"/>
          <p14:tracePt t="15504" x="4679950" y="4965700"/>
          <p14:tracePt t="15556" x="4679950" y="4972050"/>
          <p14:tracePt t="15675" x="4686300" y="4972050"/>
          <p14:tracePt t="15682" x="4686300" y="4978400"/>
          <p14:tracePt t="15696" x="4686300" y="4984750"/>
          <p14:tracePt t="15704" x="4692650" y="4984750"/>
          <p14:tracePt t="15720" x="4699000" y="4991100"/>
          <p14:tracePt t="15739" x="4718050" y="4997450"/>
          <p14:tracePt t="15753" x="4743450" y="5003800"/>
          <p14:tracePt t="15770" x="4762500" y="5010150"/>
          <p14:tracePt t="15787" x="4826000" y="5016500"/>
          <p14:tracePt t="15803" x="4864100" y="5016500"/>
          <p14:tracePt t="15820" x="4978400" y="5016500"/>
          <p14:tracePt t="15837" x="5105400" y="5016500"/>
          <p14:tracePt t="15853" x="5175250" y="5003800"/>
          <p14:tracePt t="15870" x="5295900" y="4978400"/>
          <p14:tracePt t="15886" x="5391150" y="4953000"/>
          <p14:tracePt t="15903" x="5416550" y="4940300"/>
          <p14:tracePt t="15920" x="5480050" y="4927600"/>
          <p14:tracePt t="15936" x="5505450" y="4921250"/>
          <p14:tracePt t="15953" x="5524500" y="4914900"/>
          <p14:tracePt t="15970" x="5575300" y="4902200"/>
          <p14:tracePt t="15986" x="5600700" y="4895850"/>
          <p14:tracePt t="16003" x="5619750" y="4883150"/>
          <p14:tracePt t="16019" x="5632450" y="4883150"/>
          <p14:tracePt t="16036" x="5651500" y="4876800"/>
          <p14:tracePt t="16053" x="5664200" y="4870450"/>
          <p14:tracePt t="16069" x="5676900" y="4864100"/>
          <p14:tracePt t="16103" x="5702300" y="4857750"/>
          <p14:tracePt t="16119" x="5708650" y="4857750"/>
          <p14:tracePt t="16136" x="5708650" y="4851400"/>
          <p14:tracePt t="16152" x="5721350" y="4851400"/>
          <p14:tracePt t="16699" x="5715000" y="4851400"/>
          <p14:tracePt t="16719" x="5708650" y="4851400"/>
          <p14:tracePt t="16726" x="5702300" y="4851400"/>
          <p14:tracePt t="16736" x="5695950" y="4851400"/>
          <p14:tracePt t="16750" x="5689600" y="4851400"/>
          <p14:tracePt t="16770" x="5676900" y="4845050"/>
          <p14:tracePt t="16783" x="5651500" y="4845050"/>
          <p14:tracePt t="16800" x="5613400" y="4838700"/>
          <p14:tracePt t="16817" x="5562600" y="4832350"/>
          <p14:tracePt t="16833" x="5543550" y="4826000"/>
          <p14:tracePt t="16850" x="5511800" y="4826000"/>
          <p14:tracePt t="16867" x="5486400" y="4819650"/>
          <p14:tracePt t="16883" x="5473700" y="4819650"/>
          <p14:tracePt t="16900" x="5461000" y="4813300"/>
          <p14:tracePt t="16937" x="5454650" y="4813300"/>
          <p14:tracePt t="16979" x="5454650" y="4806950"/>
          <p14:tracePt t="17007" x="5461000" y="4800600"/>
          <p14:tracePt t="17014" x="5467350" y="4800600"/>
          <p14:tracePt t="17035" x="5473700" y="4800600"/>
          <p14:tracePt t="17056" x="5480050" y="4794250"/>
          <p14:tracePt t="17077" x="5486400" y="4794250"/>
          <p14:tracePt t="17084" x="5492750" y="4794250"/>
          <p14:tracePt t="17098" x="5499100" y="4787900"/>
          <p14:tracePt t="17105" x="5511800" y="4781550"/>
          <p14:tracePt t="17119" x="5530850" y="4781550"/>
          <p14:tracePt t="17132" x="5549900" y="4775200"/>
          <p14:tracePt t="17149" x="5600700" y="4762500"/>
          <p14:tracePt t="17165" x="5645150" y="4749800"/>
          <p14:tracePt t="17169" x="5676900" y="4737100"/>
          <p14:tracePt t="17183" x="5715000" y="4737100"/>
          <p14:tracePt t="17199" x="5797550" y="4718050"/>
          <p14:tracePt t="17215" x="5835650" y="4711700"/>
          <p14:tracePt t="17232" x="5918200" y="4699000"/>
          <p14:tracePt t="17249" x="5969000" y="4692650"/>
          <p14:tracePt t="17266" x="6000750" y="4692650"/>
          <p14:tracePt t="17281" x="6013450" y="4686300"/>
          <p14:tracePt t="17298" x="6019800" y="4686300"/>
          <p14:tracePt t="17385" x="6013450" y="4686300"/>
          <p14:tracePt t="17406" x="6007100" y="4686300"/>
          <p14:tracePt t="17427" x="6000750" y="4692650"/>
          <p14:tracePt t="17434" x="5994400" y="4692650"/>
          <p14:tracePt t="17451" x="5988050" y="4692650"/>
          <p14:tracePt t="17465" x="5981700" y="4699000"/>
          <p14:tracePt t="17481" x="5949950" y="4705350"/>
          <p14:tracePt t="17498" x="5892800" y="4705350"/>
          <p14:tracePt t="17514" x="5842000" y="4705350"/>
          <p14:tracePt t="17531" x="5708650" y="4724400"/>
          <p14:tracePt t="17548" x="5556250" y="4724400"/>
          <p14:tracePt t="17564" x="5480050" y="4724400"/>
          <p14:tracePt t="17581" x="5314950" y="4743450"/>
          <p14:tracePt t="17598" x="5194300" y="4749800"/>
          <p14:tracePt t="17614" x="5156200" y="4762500"/>
          <p14:tracePt t="17631" x="5086350" y="4768850"/>
          <p14:tracePt t="17647" x="5035550" y="4781550"/>
          <p14:tracePt t="17664" x="5022850" y="4787900"/>
          <p14:tracePt t="17667" x="4997450" y="4794250"/>
          <p14:tracePt t="17682" x="4984750" y="4806950"/>
          <p14:tracePt t="17698" x="4972050" y="4813300"/>
          <p14:tracePt t="17713" x="4946650" y="4826000"/>
          <p14:tracePt t="17730" x="4940300" y="4832350"/>
          <p14:tracePt t="17747" x="4933950" y="4838700"/>
          <p14:tracePt t="17764" x="4927600" y="4845050"/>
          <p14:tracePt t="17780" x="4921250" y="4851400"/>
          <p14:tracePt t="17820" x="4914900" y="4851400"/>
          <p14:tracePt t="18731" x="4895850" y="4864100"/>
          <p14:tracePt t="18738" x="4876800" y="4883150"/>
          <p14:tracePt t="18752" x="4851400" y="4908550"/>
          <p14:tracePt t="18760" x="4838700" y="4921250"/>
          <p14:tracePt t="18776" x="4826000" y="4933950"/>
          <p14:tracePt t="18793" x="4806950" y="4959350"/>
          <p14:tracePt t="18809" x="4794250" y="4972050"/>
          <p14:tracePt t="18826" x="4794250" y="4978400"/>
          <p14:tracePt t="18843" x="4787900" y="4978400"/>
          <p14:tracePt t="18872" x="4787900" y="4984750"/>
          <p14:tracePt t="19734" x="4794250" y="4984750"/>
          <p14:tracePt t="19747" x="4800600" y="4984750"/>
          <p14:tracePt t="19783" x="4806950" y="4984750"/>
          <p14:tracePt t="19804" x="4813300" y="4984750"/>
          <p14:tracePt t="19818" x="4819650" y="4984750"/>
          <p14:tracePt t="19832" x="4826000" y="4978400"/>
          <p14:tracePt t="19853" x="4832350" y="4978400"/>
          <p14:tracePt t="19859" x="4838700" y="4978400"/>
          <p14:tracePt t="19876" x="4845050" y="4978400"/>
          <p14:tracePt t="19889" x="4845050" y="4972050"/>
          <p14:tracePt t="19905" x="4851400" y="4972050"/>
          <p14:tracePt t="19923" x="4857750" y="4972050"/>
          <p14:tracePt t="19939" x="4864100" y="4972050"/>
          <p14:tracePt t="19955" x="4870450" y="4972050"/>
          <p14:tracePt t="19979" x="4876800" y="4965700"/>
          <p14:tracePt t="20000" x="4883150" y="4965700"/>
          <p14:tracePt t="20028" x="4883150" y="4959350"/>
          <p14:tracePt t="20063" x="4889500" y="4959350"/>
          <p14:tracePt t="20098" x="4895850" y="4953000"/>
          <p14:tracePt t="20119" x="4902200" y="4953000"/>
          <p14:tracePt t="20140" x="4908550" y="4953000"/>
          <p14:tracePt t="20161" x="4914900" y="4953000"/>
          <p14:tracePt t="20190" x="4921250" y="4953000"/>
          <p14:tracePt t="20210" x="4927600" y="4953000"/>
          <p14:tracePt t="20224" x="4940300" y="4953000"/>
          <p14:tracePt t="20231" x="4953000" y="4953000"/>
          <p14:tracePt t="20240" x="4965700" y="4946650"/>
          <p14:tracePt t="20255" x="4984750" y="4946650"/>
          <p14:tracePt t="20271" x="5003800" y="4946650"/>
          <p14:tracePt t="20288" x="5048250" y="4933950"/>
          <p14:tracePt t="20304" x="5099050" y="4927600"/>
          <p14:tracePt t="20321" x="5111750" y="4921250"/>
          <p14:tracePt t="20337" x="5162550" y="4914900"/>
          <p14:tracePt t="20354" x="5194300" y="4908550"/>
          <p14:tracePt t="20371" x="5226050" y="4902200"/>
          <p14:tracePt t="20388" x="5245100" y="4902200"/>
          <p14:tracePt t="20404" x="5257800" y="4902200"/>
          <p14:tracePt t="20421" x="5270500" y="4895850"/>
          <p14:tracePt t="20463" x="5276850" y="4889500"/>
          <p14:tracePt t="23114" x="5251450" y="4889500"/>
          <p14:tracePt t="23129" x="5226050" y="4902200"/>
          <p14:tracePt t="23135" x="5200650" y="4914900"/>
          <p14:tracePt t="23144" x="5175250" y="4921250"/>
          <p14:tracePt t="23162" x="5149850" y="4927600"/>
          <p14:tracePt t="23178" x="5099050" y="4940300"/>
          <p14:tracePt t="23194" x="5080000" y="4946650"/>
          <p14:tracePt t="23212" x="5035550" y="4953000"/>
          <p14:tracePt t="23227" x="5022850" y="4953000"/>
          <p14:tracePt t="23244" x="5010150" y="4959350"/>
          <p14:tracePt t="23262" x="4984750" y="4959350"/>
          <p14:tracePt t="23278" x="4959350" y="4965700"/>
          <p14:tracePt t="23294" x="4946650" y="4965700"/>
          <p14:tracePt t="23310" x="4933950" y="4965700"/>
          <p14:tracePt t="23328" x="4908550" y="4972050"/>
          <p14:tracePt t="23344" x="4902200" y="4972050"/>
          <p14:tracePt t="23360" x="4889500" y="4972050"/>
          <p14:tracePt t="23377" x="4883150" y="4972050"/>
          <p14:tracePt t="23422" x="4876800" y="4972050"/>
          <p14:tracePt t="23465" x="4870450" y="4972050"/>
          <p14:tracePt t="23493" x="4864100" y="4972050"/>
          <p14:tracePt t="23549" x="4857750" y="4972050"/>
          <p14:tracePt t="23703" x="4857750" y="4965700"/>
          <p14:tracePt t="23766" x="4857750" y="4959350"/>
          <p14:tracePt t="23815" x="4864100" y="4959350"/>
          <p14:tracePt t="23857" x="4870450" y="4953000"/>
          <p14:tracePt t="23885" x="4876800" y="4953000"/>
          <p14:tracePt t="23913" x="4883150" y="4946650"/>
          <p14:tracePt t="23934" x="4883150" y="4940300"/>
          <p14:tracePt t="23969" x="4889500" y="4940300"/>
          <p14:tracePt t="23976" x="4895850" y="4933950"/>
          <p14:tracePt t="23983" x="4902200" y="4933950"/>
          <p14:tracePt t="24025" x="4908550" y="4933950"/>
          <p14:tracePt t="24046" x="4914900" y="4927600"/>
          <p14:tracePt t="24088" x="4914900" y="4921250"/>
          <p14:tracePt t="24095" x="4921250" y="4921250"/>
          <p14:tracePt t="24117" x="4927600" y="4921250"/>
          <p14:tracePt t="24159" x="4933950" y="4921250"/>
          <p14:tracePt t="24257" x="4940300" y="4921250"/>
          <p14:tracePt t="24334" x="4940300" y="4914900"/>
          <p14:tracePt t="24375" x="4940300" y="4908550"/>
          <p14:tracePt t="24418" x="4933950" y="4908550"/>
          <p14:tracePt t="24446" x="4927600" y="4908550"/>
          <p14:tracePt t="24474" x="4921250" y="4908550"/>
          <p14:tracePt t="24565" x="4914900" y="4908550"/>
          <p14:tracePt t="24600" x="4908550" y="4908550"/>
          <p14:tracePt t="24649" x="4902200" y="4914900"/>
          <p14:tracePt t="24657" x="4895850" y="4914900"/>
          <p14:tracePt t="24676" x="4889500" y="4921250"/>
          <p14:tracePt t="24684" x="4889500" y="4927600"/>
          <p14:tracePt t="24719" x="4889500" y="4933950"/>
          <p14:tracePt t="24726" x="4883150" y="4933950"/>
          <p14:tracePt t="24742" x="4883150" y="4940300"/>
          <p14:tracePt t="24755" x="4876800" y="4946650"/>
          <p14:tracePt t="24772" x="4870450" y="4953000"/>
          <p14:tracePt t="24790" x="4864100" y="4959350"/>
          <p14:tracePt t="24806" x="4857750" y="4965700"/>
          <p14:tracePt t="24838" x="4851400" y="4972050"/>
          <p14:tracePt t="24856" x="4851400" y="4978400"/>
          <p14:tracePt t="24873" x="4845050" y="4984750"/>
          <p14:tracePt t="24890" x="4845050" y="4991100"/>
          <p14:tracePt t="24906" x="4838700" y="4997450"/>
          <p14:tracePt t="24922" x="4832350" y="5003800"/>
          <p14:tracePt t="24965" x="4826000" y="5010150"/>
          <p14:tracePt t="24986" x="4826000" y="5016500"/>
          <p14:tracePt t="25007" x="4819650" y="5022850"/>
          <p14:tracePt t="25056" x="4813300" y="5029200"/>
          <p14:tracePt t="25077" x="4813300" y="5035550"/>
          <p14:tracePt t="25105" x="4813300" y="5041900"/>
          <p14:tracePt t="25140" x="4806950" y="5048250"/>
          <p14:tracePt t="25175" x="4806950" y="5054600"/>
          <p14:tracePt t="25266" x="4806950" y="5060950"/>
          <p14:tracePt t="25729" x="4813300" y="5054600"/>
          <p14:tracePt t="25771" x="4819650" y="5048250"/>
          <p14:tracePt t="25778" x="4826000" y="5048250"/>
          <p14:tracePt t="25820" x="4826000" y="5041900"/>
          <p14:tracePt t="25862" x="4832350" y="5041900"/>
          <p14:tracePt t="25918" x="4838700" y="5041900"/>
          <p14:tracePt t="25939" x="4845050" y="5035550"/>
          <p14:tracePt t="25981" x="4845050" y="5029200"/>
          <p14:tracePt t="26017" x="4845050" y="5022850"/>
          <p14:tracePt t="26072" x="4845050" y="5016500"/>
          <p14:tracePt t="26129" x="4845050" y="5010150"/>
          <p14:tracePt t="26269" x="4845050" y="5003800"/>
          <p14:tracePt t="26318" x="4851400" y="4997450"/>
          <p14:tracePt t="26367" x="4857750" y="4991100"/>
          <p14:tracePt t="26492" x="4864100" y="4984750"/>
          <p14:tracePt t="26577" x="4870450" y="4984750"/>
          <p14:tracePt t="26619" x="4870450" y="4978400"/>
          <p14:tracePt t="26647" x="4876800" y="4972050"/>
          <p14:tracePt t="26690" x="4883150" y="4972050"/>
          <p14:tracePt t="26711" x="4883150" y="4965700"/>
          <p14:tracePt t="26717" x="4889500" y="4959350"/>
          <p14:tracePt t="26739" x="4895850" y="4953000"/>
          <p14:tracePt t="26760" x="4902200" y="4953000"/>
          <p14:tracePt t="26774" x="4908550" y="4946650"/>
          <p14:tracePt t="26788" x="4914900" y="4940300"/>
          <p14:tracePt t="26809" x="4914900" y="4933950"/>
          <p14:tracePt t="26830" x="4921250" y="4933950"/>
          <p14:tracePt t="26844" x="4927600" y="4933950"/>
          <p14:tracePt t="26851" x="4927600" y="4927600"/>
          <p14:tracePt t="26865" x="4933950" y="4927600"/>
          <p14:tracePt t="26881" x="4940300" y="4921250"/>
          <p14:tracePt t="26901" x="4946650" y="4914900"/>
          <p14:tracePt t="26915" x="4953000" y="4914900"/>
          <p14:tracePt t="26932" x="4953000" y="4908550"/>
          <p14:tracePt t="26970" x="4959350" y="4908550"/>
          <p14:tracePt t="26998" x="4959350" y="4902200"/>
          <p14:tracePt t="27019" x="4965700" y="4895850"/>
          <p14:tracePt t="27055" x="4972050" y="4895850"/>
          <p14:tracePt t="27061" x="4978400" y="4895850"/>
          <p14:tracePt t="27103" x="4984750" y="4889500"/>
          <p14:tracePt t="27194" x="4991100" y="4889500"/>
          <p14:tracePt t="27461" x="4997450" y="4876800"/>
          <p14:tracePt t="27475" x="4997450" y="4870450"/>
          <p14:tracePt t="27483" x="4997450" y="4851400"/>
          <p14:tracePt t="27496" x="4997450" y="4832350"/>
          <p14:tracePt t="27513" x="5010150" y="4756150"/>
          <p14:tracePt t="27530" x="5010150" y="4686300"/>
          <p14:tracePt t="27546" x="5010150" y="4521200"/>
          <p14:tracePt t="27563" x="4984750" y="4279900"/>
          <p14:tracePt t="27580" x="4940300" y="3975100"/>
          <p14:tracePt t="27596" x="4883150" y="3790950"/>
          <p14:tracePt t="27613" x="4845050" y="3613150"/>
          <p14:tracePt t="27629" x="4756150" y="3346450"/>
          <p14:tracePt t="27646" x="4724400" y="3232150"/>
          <p14:tracePt t="27662" x="4648200" y="3067050"/>
          <p14:tracePt t="27679" x="4578350" y="2927350"/>
          <p14:tracePt t="27696" x="4514850" y="2838450"/>
          <p14:tracePt t="27713" x="4470400" y="2762250"/>
          <p14:tracePt t="27729" x="4457700" y="2743200"/>
          <p14:tracePt t="27745" x="4438650" y="2705100"/>
          <p14:tracePt t="27762" x="4425950" y="2698750"/>
          <p14:tracePt t="27795" x="4419600" y="2692400"/>
          <p14:tracePt t="28043" x="4419600" y="2698750"/>
          <p14:tracePt t="28077" x="4419600" y="2705100"/>
          <p14:tracePt t="28085" x="4419600" y="2711450"/>
          <p14:tracePt t="28106" x="4419600" y="2724150"/>
          <p14:tracePt t="28114" x="4419600" y="2736850"/>
          <p14:tracePt t="28128" x="4425950" y="2755900"/>
          <p14:tracePt t="28144" x="4451350" y="2844800"/>
          <p14:tracePt t="28161" x="4464050" y="2908300"/>
          <p14:tracePt t="28177" x="4502150" y="3092450"/>
          <p14:tracePt t="28194" x="4552950" y="3282950"/>
          <p14:tracePt t="28212" x="4597400" y="3505200"/>
          <p14:tracePt t="28228" x="4616450" y="3619500"/>
          <p14:tracePt t="28244" x="4622800" y="3721100"/>
          <p14:tracePt t="28247" x="4648200" y="3835400"/>
          <p14:tracePt t="28260" x="4667250" y="4038600"/>
          <p14:tracePt t="28277" x="4667250" y="4127500"/>
          <p14:tracePt t="28294" x="4667250" y="4273550"/>
          <p14:tracePt t="28310" x="4667250" y="4324350"/>
          <p14:tracePt t="28326" x="4667250" y="4394200"/>
          <p14:tracePt t="28344" x="4667250" y="4432300"/>
          <p14:tracePt t="28360" x="4660900" y="4438650"/>
          <p14:tracePt t="28377" x="4660900" y="4451350"/>
          <p14:tracePt t="28394" x="4660900" y="4464050"/>
          <p14:tracePt t="28428" x="4660900" y="4476750"/>
          <p14:tracePt t="28443" x="4660900" y="4483100"/>
          <p14:tracePt t="28460" x="4660900" y="4489450"/>
          <p14:tracePt t="28477" x="4660900" y="4502150"/>
          <p14:tracePt t="28493" x="4660900" y="4521200"/>
          <p14:tracePt t="28510" x="4660900" y="4527550"/>
          <p14:tracePt t="28527" x="4667250" y="4540250"/>
          <p14:tracePt t="28543" x="4667250" y="4546600"/>
          <p14:tracePt t="28617" x="4673600" y="4552950"/>
          <p14:tracePt t="29626" x="4673600" y="4578350"/>
          <p14:tracePt t="29633" x="4673600" y="4616450"/>
          <p14:tracePt t="29647" x="4673600" y="4648200"/>
          <p14:tracePt t="29655" x="4673600" y="4679950"/>
          <p14:tracePt t="29672" x="4673600" y="4711700"/>
          <p14:tracePt t="29689" x="4679950" y="4768850"/>
          <p14:tracePt t="29705" x="4686300" y="4813300"/>
          <p14:tracePt t="29722" x="4692650" y="4826000"/>
          <p14:tracePt t="29739" x="4699000" y="4838700"/>
          <p14:tracePt t="29775" x="4699000" y="4845050"/>
          <p14:tracePt t="29808" x="4699000" y="4851400"/>
          <p14:tracePt t="29815" x="4699000" y="4857750"/>
          <p14:tracePt t="29991" x="4686300" y="4864100"/>
          <p14:tracePt t="30103" x="4679950" y="4864100"/>
          <p14:tracePt t="30138" x="4679950" y="4857750"/>
          <p14:tracePt t="30144" x="4686300" y="4857750"/>
          <p14:tracePt t="30166" x="4686300" y="4851400"/>
          <p14:tracePt t="30174" x="4692650" y="4851400"/>
          <p14:tracePt t="30189" x="4699000" y="4845050"/>
          <p14:tracePt t="30208" x="4705350" y="4845050"/>
          <p14:tracePt t="30220" x="4711700" y="4845050"/>
          <p14:tracePt t="30237" x="4730750" y="4832350"/>
          <p14:tracePt t="30253" x="4743450" y="4832350"/>
          <p14:tracePt t="30270" x="4768850" y="4819650"/>
          <p14:tracePt t="30287" x="4800600" y="4794250"/>
          <p14:tracePt t="30303" x="4813300" y="4781550"/>
          <p14:tracePt t="30320" x="4838700" y="4768850"/>
          <p14:tracePt t="30336" x="4851400" y="4762500"/>
          <p14:tracePt t="30370" x="4857750" y="4762500"/>
          <p14:tracePt t="30386" x="4864100" y="4756150"/>
          <p14:tracePt t="30419" x="4870450" y="4749800"/>
          <p14:tracePt t="30446" x="4876800" y="4743450"/>
          <p14:tracePt t="30488" x="4883150" y="4737100"/>
          <p14:tracePt t="30495" x="4889500" y="4737100"/>
          <p14:tracePt t="30523" x="4895850" y="4737100"/>
          <p14:tracePt t="30559" x="4902200" y="4730750"/>
          <p14:tracePt t="30593" x="4908550" y="4730750"/>
          <p14:tracePt t="30614" x="4914900" y="4730750"/>
          <p14:tracePt t="32547" x="4921250" y="4730750"/>
          <p14:tracePt t="32568" x="4933950" y="4730750"/>
          <p14:tracePt t="32603" x="4946650" y="4724400"/>
          <p14:tracePt t="32701" x="4953000" y="4724400"/>
          <p14:tracePt t="32799" x="4959350" y="4724400"/>
          <p14:tracePt t="32919" x="4965700" y="4724400"/>
          <p14:tracePt t="32989" x="4972050" y="4724400"/>
          <p14:tracePt t="33059" x="4978400" y="4730750"/>
          <p14:tracePt t="33291" x="4984750" y="4737100"/>
          <p14:tracePt t="33438" x="4991100" y="4737100"/>
          <p14:tracePt t="33564" x="4997450" y="4737100"/>
          <p14:tracePt t="33599" x="5003800" y="4737100"/>
          <p14:tracePt t="33620" x="5010150" y="4737100"/>
          <p14:tracePt t="33634" x="5016500" y="4737100"/>
          <p14:tracePt t="33640" x="5022850" y="4737100"/>
          <p14:tracePt t="33669" x="5029200" y="4737100"/>
          <p14:tracePt t="33690" x="5035550" y="4737100"/>
          <p14:tracePt t="33704" x="5041900" y="4737100"/>
          <p14:tracePt t="33718" x="5048250" y="4737100"/>
          <p14:tracePt t="33739" x="5054600" y="4737100"/>
          <p14:tracePt t="33753" x="5060950" y="4737100"/>
          <p14:tracePt t="33781" x="5067300" y="4737100"/>
          <p14:tracePt t="33787" x="5073650" y="4737100"/>
          <p14:tracePt t="33809" x="5080000" y="4737100"/>
          <p14:tracePt t="33830" x="5092700" y="4737100"/>
          <p14:tracePt t="33850" x="5099050" y="4737100"/>
          <p14:tracePt t="33879" x="5105400" y="4737100"/>
          <p14:tracePt t="33914" x="5111750" y="4737100"/>
          <p14:tracePt t="33921" x="5118100" y="4737100"/>
          <p14:tracePt t="33949" x="5124450" y="4737100"/>
          <p14:tracePt t="33984" x="5130800" y="4737100"/>
          <p14:tracePt t="34019" x="5137150" y="4737100"/>
          <p14:tracePt t="34062" x="5143500" y="4737100"/>
          <p14:tracePt t="34069" x="5149850" y="4737100"/>
          <p14:tracePt t="34125" x="5156200" y="4737100"/>
          <p14:tracePt t="34153" x="5162550" y="4737100"/>
          <p14:tracePt t="34195" x="5168900" y="4737100"/>
          <p14:tracePt t="34230" x="5175250" y="4737100"/>
          <p14:tracePt t="34334" x="5181600" y="4737100"/>
          <p14:tracePt t="34405" x="5187950" y="4737100"/>
          <p14:tracePt t="34440" x="5194300" y="4737100"/>
          <p14:tracePt t="34489" x="5200650" y="4737100"/>
          <p14:tracePt t="34545" x="5207000" y="4737100"/>
          <p14:tracePt t="34573" x="5213350" y="4737100"/>
          <p14:tracePt t="34622" x="5226050" y="4737100"/>
          <p14:tracePt t="34643" x="5232400" y="4737100"/>
          <p14:tracePt t="34650" x="5238750" y="4737100"/>
          <p14:tracePt t="34665" x="5245100" y="4737100"/>
          <p14:tracePt t="34674" x="5245100" y="4730750"/>
          <p14:tracePt t="34688" x="5251450" y="4730750"/>
          <p14:tracePt t="34705" x="5257800" y="4724400"/>
          <p14:tracePt t="34721" x="5270500" y="4724400"/>
          <p14:tracePt t="34738" x="5270500" y="4718050"/>
          <p14:tracePt t="34755" x="5283200" y="4711700"/>
          <p14:tracePt t="34771" x="5289550" y="4711700"/>
          <p14:tracePt t="34807" x="5295900" y="4711700"/>
          <p14:tracePt t="34821" x="5302250" y="4711700"/>
          <p14:tracePt t="34838" x="5302250" y="4705350"/>
          <p14:tracePt t="34861" x="5308600" y="4699000"/>
          <p14:tracePt t="34882" x="5314950" y="4699000"/>
          <p14:tracePt t="34903" x="5314950" y="4692650"/>
          <p14:tracePt t="34931" x="5314950" y="4686300"/>
          <p14:tracePt t="34952" x="5314950" y="4679950"/>
          <p14:tracePt t="34973" x="5314950" y="4673600"/>
          <p14:tracePt t="35022" x="5308600" y="4667250"/>
          <p14:tracePt t="35050" x="5308600" y="4660900"/>
          <p14:tracePt t="35260" x="5314950" y="4654550"/>
          <p14:tracePt t="35274" x="5314950" y="464820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Invoking a Static Method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914400"/>
            <a:ext cx="80772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crit1 = Critter("critter 1")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crit2 = Critter("critter 2")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crit3 = Critter("critter 3")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Critter.status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Critter.status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lvl="1" eaLnBrk="1" hangingPunct="1"/>
            <a:r>
              <a:rPr lang="en-US" altLang="en-US" sz="2800" dirty="0"/>
              <a:t>Invokes static method </a:t>
            </a:r>
            <a:r>
              <a:rPr lang="en-US" altLang="en-US" dirty="0">
                <a:latin typeface="Lucida Console" panose="020B0609040504020204" pitchFamily="49" charset="0"/>
              </a:rPr>
              <a:t>status() </a:t>
            </a:r>
            <a:r>
              <a:rPr lang="en-US" altLang="en-US" sz="2800" dirty="0"/>
              <a:t>defined in</a:t>
            </a:r>
            <a:r>
              <a:rPr lang="en-US" altLang="en-US" sz="2800" dirty="0">
                <a:latin typeface="Courier New" pitchFamily="49" charset="0"/>
              </a:rPr>
              <a:t> </a:t>
            </a:r>
            <a:r>
              <a:rPr lang="en-US" altLang="en-US" dirty="0">
                <a:latin typeface="Lucida Console" panose="020B0609040504020204" pitchFamily="49" charset="0"/>
              </a:rPr>
              <a:t>Critter</a:t>
            </a:r>
          </a:p>
          <a:p>
            <a:pPr lvl="1" eaLnBrk="1" hangingPunct="1"/>
            <a:r>
              <a:rPr lang="en-US" altLang="en-US" sz="2800" dirty="0"/>
              <a:t>Prints a message stating that 3 critters exist</a:t>
            </a:r>
          </a:p>
          <a:p>
            <a:pPr lvl="1" eaLnBrk="1" hangingPunct="1"/>
            <a:r>
              <a:rPr lang="en-US" altLang="en-US" sz="2800" dirty="0"/>
              <a:t>Works because constructor increments class attribute </a:t>
            </a:r>
            <a:r>
              <a:rPr lang="en-US" altLang="en-US" dirty="0">
                <a:latin typeface="Lucida Console" panose="020B0609040504020204" pitchFamily="49" charset="0"/>
              </a:rPr>
              <a:t>total</a:t>
            </a:r>
            <a:r>
              <a:rPr lang="en-US" altLang="en-US" sz="2800" dirty="0"/>
              <a:t>, which </a:t>
            </a:r>
            <a:r>
              <a:rPr lang="en-US" altLang="en-US" dirty="0">
                <a:latin typeface="Lucida Console" panose="020B0609040504020204" pitchFamily="49" charset="0"/>
              </a:rPr>
              <a:t>status()</a:t>
            </a:r>
            <a:r>
              <a:rPr lang="en-US" altLang="en-US" dirty="0"/>
              <a:t> </a:t>
            </a:r>
            <a:r>
              <a:rPr lang="en-US" altLang="en-US" sz="2800" dirty="0"/>
              <a:t>displays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92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538"/>
    </mc:Choice>
    <mc:Fallback>
      <p:transition spd="slow" advTm="415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55" x="4324350" y="3721100"/>
          <p14:tracePt t="1071" x="4298950" y="3689350"/>
          <p14:tracePt t="1077" x="4273550" y="3644900"/>
          <p14:tracePt t="1091" x="4254500" y="3606800"/>
          <p14:tracePt t="1103" x="4216400" y="3556000"/>
          <p14:tracePt t="1120" x="4140200" y="3429000"/>
          <p14:tracePt t="1137" x="4102100" y="3365500"/>
          <p14:tracePt t="1154" x="4000500" y="3187700"/>
          <p14:tracePt t="1170" x="3898900" y="3022600"/>
          <p14:tracePt t="1186" x="3835400" y="2940050"/>
          <p14:tracePt t="1204" x="3752850" y="2794000"/>
          <p14:tracePt t="1219" x="3689350" y="2686050"/>
          <p14:tracePt t="1236" x="3663950" y="2654300"/>
          <p14:tracePt t="1253" x="3613150" y="2590800"/>
          <p14:tracePt t="1270" x="3562350" y="2514600"/>
          <p14:tracePt t="1287" x="3536950" y="2470150"/>
          <p14:tracePt t="1303" x="3473450" y="2374900"/>
          <p14:tracePt t="1319" x="3422650" y="2324100"/>
          <p14:tracePt t="1338" x="3378200" y="2266950"/>
          <p14:tracePt t="1353" x="3352800" y="2235200"/>
          <p14:tracePt t="1369" x="3327400" y="2197100"/>
          <p14:tracePt t="1387" x="3263900" y="2114550"/>
          <p14:tracePt t="1402" x="3251200" y="2095500"/>
          <p14:tracePt t="1419" x="3225800" y="2063750"/>
          <p14:tracePt t="1436" x="3187700" y="2006600"/>
          <p14:tracePt t="1452" x="3162300" y="1955800"/>
          <p14:tracePt t="1469" x="3143250" y="1936750"/>
          <p14:tracePt t="1485" x="3117850" y="1892300"/>
          <p14:tracePt t="1502" x="3098800" y="1847850"/>
          <p14:tracePt t="1519" x="3067050" y="1822450"/>
          <p14:tracePt t="1535" x="3060700" y="1809750"/>
          <p14:tracePt t="1552" x="3048000" y="1790700"/>
          <p14:tracePt t="1569" x="3041650" y="1778000"/>
          <p14:tracePt t="1585" x="3035300" y="1765300"/>
          <p14:tracePt t="1602" x="3003550" y="1746250"/>
          <p14:tracePt t="1619" x="2978150" y="1727200"/>
          <p14:tracePt t="1635" x="2959100" y="1701800"/>
          <p14:tracePt t="1652" x="2901950" y="1657350"/>
          <p14:tracePt t="1668" x="2838450" y="1619250"/>
          <p14:tracePt t="1685" x="2806700" y="1593850"/>
          <p14:tracePt t="1702" x="2762250" y="1562100"/>
          <p14:tracePt t="1718" x="2749550" y="1549400"/>
          <p14:tracePt t="1734" x="2724150" y="1536700"/>
          <p14:tracePt t="1751" x="2705100" y="1524000"/>
          <p14:tracePt t="1768" x="2698750" y="1517650"/>
          <p14:tracePt t="1771" x="2692400" y="1517650"/>
          <p14:tracePt t="1785" x="2679700" y="1511300"/>
          <p14:tracePt t="1801" x="2673350" y="1511300"/>
          <p14:tracePt t="1818" x="2667000" y="1511300"/>
          <p14:tracePt t="1835" x="2660650" y="1504950"/>
          <p14:tracePt t="1851" x="2654300" y="1504950"/>
          <p14:tracePt t="1884" x="2647950" y="1504950"/>
          <p14:tracePt t="1919" x="2641600" y="1504950"/>
          <p14:tracePt t="1961" x="2635250" y="1504950"/>
          <p14:tracePt t="1982" x="2628900" y="1504950"/>
          <p14:tracePt t="1988" x="2622550" y="1504950"/>
          <p14:tracePt t="2003" x="2616200" y="1504950"/>
          <p14:tracePt t="2017" x="2590800" y="1511300"/>
          <p14:tracePt t="2033" x="2578100" y="1517650"/>
          <p14:tracePt t="2050" x="2559050" y="1524000"/>
          <p14:tracePt t="2066" x="2514600" y="1549400"/>
          <p14:tracePt t="2083" x="2476500" y="1574800"/>
          <p14:tracePt t="2100" x="2451100" y="1587500"/>
          <p14:tracePt t="2117" x="2425700" y="1612900"/>
          <p14:tracePt t="2133" x="2406650" y="1638300"/>
          <p14:tracePt t="2150" x="2400300" y="1663700"/>
          <p14:tracePt t="2166" x="2400300" y="1670050"/>
          <p14:tracePt t="2183" x="2406650" y="1714500"/>
          <p14:tracePt t="2200" x="2438400" y="1778000"/>
          <p14:tracePt t="2216" x="2463800" y="1822450"/>
          <p14:tracePt t="2233" x="2508250" y="1911350"/>
          <p14:tracePt t="2250" x="2559050" y="1987550"/>
          <p14:tracePt t="2266" x="2584450" y="2019300"/>
          <p14:tracePt t="2284" x="2628900" y="2082800"/>
          <p14:tracePt t="2299" x="2654300" y="2139950"/>
          <p14:tracePt t="2315" x="2679700" y="2159000"/>
          <p14:tracePt t="2333" x="2705100" y="2203450"/>
          <p14:tracePt t="2349" x="2717800" y="2216150"/>
          <p14:tracePt t="2366" x="2749550" y="2241550"/>
          <p14:tracePt t="2383" x="2755900" y="2254250"/>
          <p14:tracePt t="2399" x="2762250" y="2260600"/>
          <p14:tracePt t="2416" x="2768600" y="2266950"/>
          <p14:tracePt t="2432" x="2774950" y="2266950"/>
          <p14:tracePt t="2466" x="2774950" y="2260600"/>
          <p14:tracePt t="2482" x="2781300" y="2247900"/>
          <p14:tracePt t="2502" x="2787650" y="2241550"/>
          <p14:tracePt t="2515" x="2787650" y="2235200"/>
          <p14:tracePt t="2532" x="2787650" y="2222500"/>
          <p14:tracePt t="2549" x="2794000" y="2209800"/>
          <p14:tracePt t="2565" x="2800350" y="2171700"/>
          <p14:tracePt t="2582" x="2825750" y="2089150"/>
          <p14:tracePt t="2599" x="2844800" y="1962150"/>
          <p14:tracePt t="2615" x="2851150" y="1892300"/>
          <p14:tracePt t="2631" x="2857500" y="1828800"/>
          <p14:tracePt t="2649" x="2895600" y="1657350"/>
          <p14:tracePt t="2664" x="2908300" y="1612900"/>
          <p14:tracePt t="2682" x="2908300" y="1574800"/>
          <p14:tracePt t="2698" x="2914650" y="1543050"/>
          <p14:tracePt t="2714" x="2921000" y="1524000"/>
          <p14:tracePt t="2733" x="2921000" y="1517650"/>
          <p14:tracePt t="2783" x="2914650" y="1524000"/>
          <p14:tracePt t="2789" x="2914650" y="1530350"/>
          <p14:tracePt t="2802" x="2908300" y="1536700"/>
          <p14:tracePt t="2815" x="2908300" y="1543050"/>
          <p14:tracePt t="2831" x="2895600" y="1555750"/>
          <p14:tracePt t="2848" x="2889250" y="1568450"/>
          <p14:tracePt t="2863" x="2882900" y="1619250"/>
          <p14:tracePt t="2881" x="2882900" y="1720850"/>
          <p14:tracePt t="2897" x="2882900" y="1784350"/>
          <p14:tracePt t="2915" x="2889250" y="1968500"/>
          <p14:tracePt t="2930" x="2908300" y="2159000"/>
          <p14:tracePt t="2947" x="2927350" y="2247900"/>
          <p14:tracePt t="2964" x="2946400" y="2381250"/>
          <p14:tracePt t="2980" x="2952750" y="2419350"/>
          <p14:tracePt t="2997" x="2965450" y="2470150"/>
          <p14:tracePt t="3014" x="2978150" y="2489200"/>
          <p14:tracePt t="3030" x="2978150" y="2495550"/>
          <p14:tracePt t="3047" x="2978150" y="2501900"/>
          <p14:tracePt t="3083" x="2984500" y="2501900"/>
          <p14:tracePt t="3097" x="2984500" y="2495550"/>
          <p14:tracePt t="3139" x="2984500" y="2489200"/>
          <p14:tracePt t="3182" x="2984500" y="2482850"/>
          <p14:tracePt t="3203" x="2984500" y="2476500"/>
          <p14:tracePt t="3209" x="2984500" y="2470150"/>
          <p14:tracePt t="3224" x="2984500" y="2463800"/>
          <p14:tracePt t="3232" x="2984500" y="2451100"/>
          <p14:tracePt t="3246" x="2984500" y="2438400"/>
          <p14:tracePt t="3262" x="2984500" y="2413000"/>
          <p14:tracePt t="3280" x="2990850" y="2292350"/>
          <p14:tracePt t="3296" x="3003550" y="2228850"/>
          <p14:tracePt t="3313" x="3003550" y="2165350"/>
          <p14:tracePt t="3329" x="3003550" y="2032000"/>
          <p14:tracePt t="3346" x="3003550" y="1943100"/>
          <p14:tracePt t="3362" x="3003550" y="1905000"/>
          <p14:tracePt t="3379" x="3003550" y="1854200"/>
          <p14:tracePt t="3395" x="3003550" y="1822450"/>
          <p14:tracePt t="3413" x="3003550" y="1803400"/>
          <p14:tracePt t="3445" x="3003550" y="1790700"/>
          <p14:tracePt t="3462" x="2997200" y="1790700"/>
          <p14:tracePt t="3494" x="2997200" y="1784350"/>
          <p14:tracePt t="3514" x="2984500" y="1778000"/>
          <p14:tracePt t="3532" x="2978150" y="1771650"/>
          <p14:tracePt t="3553" x="2971800" y="1765300"/>
          <p14:tracePt t="3562" x="2965450" y="1765300"/>
          <p14:tracePt t="3578" x="2959100" y="1758950"/>
          <p14:tracePt t="3595" x="2940050" y="1758950"/>
          <p14:tracePt t="3611" x="2927350" y="1752600"/>
          <p14:tracePt t="3628" x="2895600" y="1733550"/>
          <p14:tracePt t="3645" x="2844800" y="1714500"/>
          <p14:tracePt t="3662" x="2813050" y="1708150"/>
          <p14:tracePt t="3678" x="2755900" y="1695450"/>
          <p14:tracePt t="3695" x="2692400" y="1676400"/>
          <p14:tracePt t="3711" x="2673350" y="1676400"/>
          <p14:tracePt t="3728" x="2647950" y="1670050"/>
          <p14:tracePt t="3744" x="2635250" y="1670050"/>
          <p14:tracePt t="3785" x="2635250" y="1663700"/>
          <p14:tracePt t="3793" x="2647950" y="1663700"/>
          <p14:tracePt t="3810" x="2654300" y="1663700"/>
          <p14:tracePt t="3828" x="2686050" y="1663700"/>
          <p14:tracePt t="3844" x="2736850" y="1663700"/>
          <p14:tracePt t="3863" x="2832100" y="1670050"/>
          <p14:tracePt t="3878" x="2901950" y="1670050"/>
          <p14:tracePt t="3894" x="2965450" y="1676400"/>
          <p14:tracePt t="3911" x="3155950" y="1676400"/>
          <p14:tracePt t="3927" x="3194050" y="1676400"/>
          <p14:tracePt t="3943" x="3225800" y="1676400"/>
          <p14:tracePt t="3960" x="3263900" y="1676400"/>
          <p14:tracePt t="3977" x="3276600" y="1676400"/>
          <p14:tracePt t="4052" x="3276600" y="1682750"/>
          <p14:tracePt t="4065" x="3270250" y="1682750"/>
          <p14:tracePt t="4094" x="3263900" y="1689100"/>
          <p14:tracePt t="4107" x="3257550" y="1689100"/>
          <p14:tracePt t="4122" x="3251200" y="1689100"/>
          <p14:tracePt t="4136" x="3244850" y="1689100"/>
          <p14:tracePt t="4145" x="3238500" y="1695450"/>
          <p14:tracePt t="4159" x="3232150" y="1695450"/>
          <p14:tracePt t="4176" x="3225800" y="1695450"/>
          <p14:tracePt t="4193" x="3155950" y="1708150"/>
          <p14:tracePt t="4209" x="3117850" y="1720850"/>
          <p14:tracePt t="4227" x="3041650" y="1746250"/>
          <p14:tracePt t="4242" x="3003550" y="1752600"/>
          <p14:tracePt t="4259" x="2927350" y="1765300"/>
          <p14:tracePt t="4276" x="2889250" y="1790700"/>
          <p14:tracePt t="4292" x="2863850" y="1797050"/>
          <p14:tracePt t="4309" x="2851150" y="1809750"/>
          <p14:tracePt t="4326" x="2838450" y="1809750"/>
          <p14:tracePt t="4359" x="2838450" y="1816100"/>
          <p14:tracePt t="4376" x="2838450" y="1822450"/>
          <p14:tracePt t="4392" x="2844800" y="1828800"/>
          <p14:tracePt t="4409" x="2851150" y="1841500"/>
          <p14:tracePt t="4425" x="2876550" y="1854200"/>
          <p14:tracePt t="4442" x="2895600" y="1866900"/>
          <p14:tracePt t="4459" x="2933700" y="1892300"/>
          <p14:tracePt t="4475" x="2978150" y="1924050"/>
          <p14:tracePt t="4492" x="2990850" y="1936750"/>
          <p14:tracePt t="4508" x="3009900" y="1955800"/>
          <p14:tracePt t="4525" x="3016250" y="1968500"/>
          <p14:tracePt t="4542" x="3016250" y="1987550"/>
          <p14:tracePt t="4558" x="3009900" y="1993900"/>
          <p14:tracePt t="4575" x="2997200" y="2019300"/>
          <p14:tracePt t="4592" x="2978150" y="2051050"/>
          <p14:tracePt t="4608" x="2952750" y="2082800"/>
          <p14:tracePt t="4624" x="2940050" y="2095500"/>
          <p14:tracePt t="4641" x="2927350" y="2101850"/>
          <p14:tracePt t="4657" x="2921000" y="2108200"/>
          <p14:tracePt t="4691" x="2921000" y="2114550"/>
          <p14:tracePt t="4725" x="2921000" y="2120900"/>
          <p14:tracePt t="4746" x="2927350" y="2120900"/>
          <p14:tracePt t="4753" x="2933700" y="2120900"/>
          <p14:tracePt t="4767" x="2946400" y="2120900"/>
          <p14:tracePt t="4777" x="2952750" y="2120900"/>
          <p14:tracePt t="4790" x="2971800" y="2120900"/>
          <p14:tracePt t="4807" x="2984500" y="2120900"/>
          <p14:tracePt t="4824" x="3041650" y="2127250"/>
          <p14:tracePt t="4840" x="3054350" y="2127250"/>
          <p14:tracePt t="4859" x="3067050" y="2133600"/>
          <p14:tracePt t="4873" x="3073400" y="2133600"/>
          <p14:tracePt t="4908" x="3067050" y="2146300"/>
          <p14:tracePt t="4923" x="3054350" y="2146300"/>
          <p14:tracePt t="4940" x="3022600" y="2159000"/>
          <p14:tracePt t="4957" x="2971800" y="2178050"/>
          <p14:tracePt t="4973" x="2952750" y="2190750"/>
          <p14:tracePt t="4990" x="2889250" y="2222500"/>
          <p14:tracePt t="5007" x="2844800" y="2247900"/>
          <p14:tracePt t="5023" x="2832100" y="2260600"/>
          <p14:tracePt t="5040" x="2813050" y="2279650"/>
          <p14:tracePt t="5056" x="2800350" y="2286000"/>
          <p14:tracePt t="5073" x="2800350" y="2292350"/>
          <p14:tracePt t="5090" x="2806700" y="2292350"/>
          <p14:tracePt t="5106" x="2819400" y="2298700"/>
          <p14:tracePt t="5123" x="2838450" y="2305050"/>
          <p14:tracePt t="5139" x="2870200" y="2311400"/>
          <p14:tracePt t="5156" x="2901950" y="2330450"/>
          <p14:tracePt t="5173" x="2984500" y="2343150"/>
          <p14:tracePt t="5189" x="3073400" y="2355850"/>
          <p14:tracePt t="5206" x="3111500" y="2355850"/>
          <p14:tracePt t="5223" x="3168650" y="2355850"/>
          <p14:tracePt t="5239" x="3213100" y="2355850"/>
          <p14:tracePt t="5255" x="3225800" y="2355850"/>
          <p14:tracePt t="5272" x="3238500" y="2355850"/>
          <p14:tracePt t="5511" x="3232150" y="2355850"/>
          <p14:tracePt t="5539" x="3232150" y="2362200"/>
          <p14:tracePt t="5567" x="3232150" y="2368550"/>
          <p14:tracePt t="5588" x="3232150" y="2374900"/>
          <p14:tracePt t="5594" x="3232150" y="2381250"/>
          <p14:tracePt t="5616" x="3232150" y="2387600"/>
          <p14:tracePt t="5658" x="3238500" y="2387600"/>
          <p14:tracePt t="5700" x="3244850" y="2387600"/>
          <p14:tracePt t="5707" x="3244850" y="2381250"/>
          <p14:tracePt t="5723" x="3251200" y="2374900"/>
          <p14:tracePt t="5737" x="3257550" y="2343150"/>
          <p14:tracePt t="5754" x="3257550" y="2324100"/>
          <p14:tracePt t="5771" x="3263900" y="2254250"/>
          <p14:tracePt t="5787" x="3263900" y="2216150"/>
          <p14:tracePt t="5806" x="3263900" y="2032000"/>
          <p14:tracePt t="5821" x="3263900" y="1968500"/>
          <p14:tracePt t="5837" x="3263900" y="1905000"/>
          <p14:tracePt t="5841" x="3257550" y="1854200"/>
          <p14:tracePt t="5854" x="3257550" y="1797050"/>
          <p14:tracePt t="5870" x="3244850" y="1714500"/>
          <p14:tracePt t="5887" x="3238500" y="1676400"/>
          <p14:tracePt t="5904" x="3232150" y="1644650"/>
          <p14:tracePt t="5920" x="3232150" y="1625600"/>
          <p14:tracePt t="5937" x="3232150" y="1619250"/>
          <p14:tracePt t="5969" x="3219450" y="1619250"/>
          <p14:tracePt t="6009" x="3213100" y="1625600"/>
          <p14:tracePt t="6051" x="3213100" y="1631950"/>
          <p14:tracePt t="6100" x="3213100" y="1638300"/>
          <p14:tracePt t="6128" x="3206750" y="1644650"/>
          <p14:tracePt t="6156" x="3206750" y="1651000"/>
          <p14:tracePt t="6219" x="3200400" y="1657350"/>
          <p14:tracePt t="6240" x="3194050" y="1663700"/>
          <p14:tracePt t="6247" x="3187700" y="1663700"/>
          <p14:tracePt t="6290" x="3181350" y="1670050"/>
          <p14:tracePt t="6296" x="3175000" y="1670050"/>
          <p14:tracePt t="6332" x="3168650" y="1670050"/>
          <p14:tracePt t="6338" x="3168650" y="1676400"/>
          <p14:tracePt t="6479" x="3168650" y="1682750"/>
          <p14:tracePt t="6521" x="3175000" y="1682750"/>
          <p14:tracePt t="6528" x="3181350" y="1682750"/>
          <p14:tracePt t="6542" x="3187700" y="1682750"/>
          <p14:tracePt t="6551" x="3194050" y="1682750"/>
          <p14:tracePt t="6568" x="3200400" y="1682750"/>
          <p14:tracePt t="6584" x="3225800" y="1682750"/>
          <p14:tracePt t="6601" x="3282950" y="1682750"/>
          <p14:tracePt t="6618" x="3327400" y="1670050"/>
          <p14:tracePt t="6634" x="3416300" y="1663700"/>
          <p14:tracePt t="6651" x="3498850" y="1657350"/>
          <p14:tracePt t="6669" x="3581400" y="1638300"/>
          <p14:tracePt t="6684" x="3600450" y="1638300"/>
          <p14:tracePt t="6701" x="3619500" y="1631950"/>
          <p14:tracePt t="6718" x="3651250" y="1631950"/>
          <p14:tracePt t="6774" x="3651250" y="1638300"/>
          <p14:tracePt t="6781" x="3644900" y="1644650"/>
          <p14:tracePt t="6788" x="3632200" y="1657350"/>
          <p14:tracePt t="6803" x="3613150" y="1670050"/>
          <p14:tracePt t="6816" x="3587750" y="1689100"/>
          <p14:tracePt t="6833" x="3505200" y="1784350"/>
          <p14:tracePt t="6851" x="3416300" y="1898650"/>
          <p14:tracePt t="6867" x="3378200" y="1955800"/>
          <p14:tracePt t="6883" x="3295650" y="2063750"/>
          <p14:tracePt t="6900" x="3244850" y="2127250"/>
          <p14:tracePt t="6917" x="3232150" y="2146300"/>
          <p14:tracePt t="6933" x="3219450" y="2165350"/>
          <p14:tracePt t="6950" x="3219450" y="2178050"/>
          <p14:tracePt t="6966" x="3219450" y="2184400"/>
          <p14:tracePt t="6983" x="3225800" y="2184400"/>
          <p14:tracePt t="7000" x="3244850" y="2184400"/>
          <p14:tracePt t="7016" x="3251200" y="2184400"/>
          <p14:tracePt t="7033" x="3270250" y="2184400"/>
          <p14:tracePt t="7049" x="3308350" y="2184400"/>
          <p14:tracePt t="7066" x="3359150" y="2178050"/>
          <p14:tracePt t="7083" x="3441700" y="2171700"/>
          <p14:tracePt t="7099" x="3467100" y="2171700"/>
          <p14:tracePt t="7116" x="3511550" y="2159000"/>
          <p14:tracePt t="7132" x="3524250" y="2159000"/>
          <p14:tracePt t="7174" x="3517900" y="2159000"/>
          <p14:tracePt t="7182" x="3517900" y="2165350"/>
          <p14:tracePt t="7199" x="3505200" y="2171700"/>
          <p14:tracePt t="7216" x="3492500" y="2184400"/>
          <p14:tracePt t="7232" x="3467100" y="2209800"/>
          <p14:tracePt t="7249" x="3454400" y="2222500"/>
          <p14:tracePt t="7265" x="3429000" y="2266950"/>
          <p14:tracePt t="7282" x="3384550" y="2336800"/>
          <p14:tracePt t="7300" x="3352800" y="2400300"/>
          <p14:tracePt t="7315" x="3346450" y="2419350"/>
          <p14:tracePt t="7332" x="3340100" y="2444750"/>
          <p14:tracePt t="7350" x="3333750" y="2470150"/>
          <p14:tracePt t="7365" x="3333750" y="2482850"/>
          <p14:tracePt t="7398" x="3340100" y="2495550"/>
          <p14:tracePt t="7415" x="3352800" y="2501900"/>
          <p14:tracePt t="7448" x="3390900" y="2508250"/>
          <p14:tracePt t="7464" x="3422650" y="2514600"/>
          <p14:tracePt t="7482" x="3473450" y="2520950"/>
          <p14:tracePt t="7498" x="3498850" y="2520950"/>
          <p14:tracePt t="7515" x="3543300" y="2520950"/>
          <p14:tracePt t="7532" x="3562350" y="2520950"/>
          <p14:tracePt t="7548" x="3568700" y="2520950"/>
          <p14:tracePt t="7580" x="3568700" y="2514600"/>
          <p14:tracePt t="7601" x="3568700" y="2508250"/>
          <p14:tracePt t="7629" x="3562350" y="2501900"/>
          <p14:tracePt t="7644" x="3549650" y="2495550"/>
          <p14:tracePt t="7650" x="3536950" y="2489200"/>
          <p14:tracePt t="7667" x="3524250" y="2482850"/>
          <p14:tracePt t="7681" x="3505200" y="2476500"/>
          <p14:tracePt t="7697" x="3429000" y="2444750"/>
          <p14:tracePt t="7714" x="3314700" y="2400300"/>
          <p14:tracePt t="7730" x="3238500" y="2368550"/>
          <p14:tracePt t="7747" x="3105150" y="2330450"/>
          <p14:tracePt t="7764" x="2984500" y="2324100"/>
          <p14:tracePt t="7780" x="2933700" y="2324100"/>
          <p14:tracePt t="7797" x="2876550" y="2324100"/>
          <p14:tracePt t="7813" x="2844800" y="2349500"/>
          <p14:tracePt t="7830" x="2819400" y="2374900"/>
          <p14:tracePt t="7847" x="2800350" y="2432050"/>
          <p14:tracePt t="7863" x="2800350" y="2533650"/>
          <p14:tracePt t="7880" x="2800350" y="2603500"/>
          <p14:tracePt t="7883" x="2800350" y="2679700"/>
          <p14:tracePt t="7898" x="2832100" y="2768600"/>
          <p14:tracePt t="7913" x="2895600" y="2940050"/>
          <p14:tracePt t="7930" x="2921000" y="3009900"/>
          <p14:tracePt t="7946" x="2978150" y="3098800"/>
          <p14:tracePt t="7963" x="3022600" y="3149600"/>
          <p14:tracePt t="7980" x="3041650" y="3168650"/>
          <p14:tracePt t="7996" x="3048000" y="3168650"/>
          <p14:tracePt t="8013" x="3054350" y="3168650"/>
          <p14:tracePt t="8030" x="3067050" y="3168650"/>
          <p14:tracePt t="8062" x="3079750" y="3162300"/>
          <p14:tracePt t="8079" x="3086100" y="3149600"/>
          <p14:tracePt t="8096" x="3098800" y="3136900"/>
          <p14:tracePt t="8113" x="3111500" y="3124200"/>
          <p14:tracePt t="8129" x="3117850" y="3117850"/>
          <p14:tracePt t="8146" x="3130550" y="3092450"/>
          <p14:tracePt t="8163" x="3162300" y="3054350"/>
          <p14:tracePt t="8179" x="3175000" y="3022600"/>
          <p14:tracePt t="8195" x="3225800" y="2946400"/>
          <p14:tracePt t="8213" x="3257550" y="2882900"/>
          <p14:tracePt t="8229" x="3276600" y="2851150"/>
          <p14:tracePt t="8246" x="3282950" y="2825750"/>
          <p14:tracePt t="8261" x="3302000" y="2781300"/>
          <p14:tracePt t="8279" x="3314700" y="2768600"/>
          <p14:tracePt t="8296" x="3321050" y="2755900"/>
          <p14:tracePt t="8311" x="3321050" y="2749550"/>
          <p14:tracePt t="8415" x="3321050" y="2743200"/>
          <p14:tracePt t="8563" x="3321050" y="2749550"/>
          <p14:tracePt t="8569" x="3321050" y="2755900"/>
          <p14:tracePt t="8985" x="3276600" y="2768600"/>
          <p14:tracePt t="8993" x="3219450" y="2787650"/>
          <p14:tracePt t="9006" x="3175000" y="2806700"/>
          <p14:tracePt t="9013" x="3124200" y="2813050"/>
          <p14:tracePt t="9029" x="3067050" y="2832100"/>
          <p14:tracePt t="9042" x="3003550" y="2844800"/>
          <p14:tracePt t="9060" x="2870200" y="2882900"/>
          <p14:tracePt t="9077" x="2711450" y="2921000"/>
          <p14:tracePt t="9092" x="2622550" y="2940050"/>
          <p14:tracePt t="9109" x="2476500" y="2978150"/>
          <p14:tracePt t="9126" x="2311400" y="3041650"/>
          <p14:tracePt t="9142" x="2247900" y="3067050"/>
          <p14:tracePt t="9158" x="2108200" y="3117850"/>
          <p14:tracePt t="9176" x="2038350" y="3149600"/>
          <p14:tracePt t="9192" x="2012950" y="3155950"/>
          <p14:tracePt t="9210" x="1962150" y="3181350"/>
          <p14:tracePt t="9225" x="1924050" y="3200400"/>
          <p14:tracePt t="9242" x="1898650" y="3206750"/>
          <p14:tracePt t="9259" x="1860550" y="3219450"/>
          <p14:tracePt t="9275" x="1809750" y="3244850"/>
          <p14:tracePt t="9292" x="1784350" y="3251200"/>
          <p14:tracePt t="9309" x="1733550" y="3282950"/>
          <p14:tracePt t="9325" x="1714500" y="3289300"/>
          <p14:tracePt t="9343" x="1651000" y="3321050"/>
          <p14:tracePt t="9358" x="1631950" y="3327400"/>
          <p14:tracePt t="9375" x="1606550" y="3346450"/>
          <p14:tracePt t="9379" x="1593850" y="3359150"/>
          <p14:tracePt t="9392" x="1587500" y="3365500"/>
          <p14:tracePt t="9408" x="1574800" y="3371850"/>
          <p14:tracePt t="9441" x="1568450" y="3371850"/>
          <p14:tracePt t="9588" x="1562100" y="3378200"/>
          <p14:tracePt t="9806" x="1568450" y="3384550"/>
          <p14:tracePt t="9827" x="1574800" y="3384550"/>
          <p14:tracePt t="9834" x="1581150" y="3384550"/>
          <p14:tracePt t="9855" x="1587500" y="3384550"/>
          <p14:tracePt t="9869" x="1593850" y="3384550"/>
          <p14:tracePt t="9876" x="1600200" y="3384550"/>
          <p14:tracePt t="9890" x="1606550" y="3390900"/>
          <p14:tracePt t="9906" x="1638300" y="3397250"/>
          <p14:tracePt t="9923" x="1657350" y="3409950"/>
          <p14:tracePt t="9939" x="1708150" y="3422650"/>
          <p14:tracePt t="9957" x="1758950" y="3441700"/>
          <p14:tracePt t="9974" x="1809750" y="3460750"/>
          <p14:tracePt t="9989" x="1828800" y="3467100"/>
          <p14:tracePt t="10006" x="1847850" y="3473450"/>
          <p14:tracePt t="10023" x="1892300" y="3479800"/>
          <p14:tracePt t="10039" x="1924050" y="3486150"/>
          <p14:tracePt t="10056" x="1936750" y="3492500"/>
          <p14:tracePt t="10073" x="1968500" y="3492500"/>
          <p14:tracePt t="10089" x="1993900" y="3492500"/>
          <p14:tracePt t="10105" x="2006600" y="3492500"/>
          <p14:tracePt t="10122" x="2032000" y="3498850"/>
          <p14:tracePt t="10139" x="2057400" y="3498850"/>
          <p14:tracePt t="10156" x="2082800" y="3505200"/>
          <p14:tracePt t="10172" x="2095500" y="3505200"/>
          <p14:tracePt t="10189" x="2114550" y="3505200"/>
          <p14:tracePt t="10206" x="2120900" y="3505200"/>
          <p14:tracePt t="10238" x="2127250" y="3505200"/>
          <p14:tracePt t="10255" x="2133600" y="3511550"/>
          <p14:tracePt t="10311" x="2139950" y="3511550"/>
          <p14:tracePt t="10339" x="2146300" y="3511550"/>
          <p14:tracePt t="10367" x="2152650" y="3511550"/>
          <p14:tracePt t="10416" x="2159000" y="3511550"/>
          <p14:tracePt t="10437" x="2165350" y="3511550"/>
          <p14:tracePt t="10458" x="2171700" y="3511550"/>
          <p14:tracePt t="10486" x="2178050" y="3511550"/>
          <p14:tracePt t="10507" x="2184400" y="3511550"/>
          <p14:tracePt t="10549" x="2190750" y="3511550"/>
          <p14:tracePt t="10577" x="2197100" y="3511550"/>
          <p14:tracePt t="10584" x="2203450" y="3511550"/>
          <p14:tracePt t="10605" x="2209800" y="3511550"/>
          <p14:tracePt t="10619" x="2216150" y="3511550"/>
          <p14:tracePt t="10634" x="2222500" y="3511550"/>
          <p14:tracePt t="10655" x="2222500" y="3517900"/>
          <p14:tracePt t="10676" x="2228850" y="3517900"/>
          <p14:tracePt t="10703" x="2235200" y="3517900"/>
          <p14:tracePt t="10725" x="2241550" y="3517900"/>
          <p14:tracePt t="10767" x="2247900" y="3517900"/>
          <p14:tracePt t="10774" x="2254250" y="3517900"/>
          <p14:tracePt t="10809" x="2260600" y="3517900"/>
          <p14:tracePt t="10865" x="2266950" y="3517900"/>
          <p14:tracePt t="10887" x="2273300" y="3517900"/>
          <p14:tracePt t="10935" x="2279650" y="3517900"/>
          <p14:tracePt t="10970" x="2286000" y="3517900"/>
          <p14:tracePt t="10998" x="2292350" y="3517900"/>
          <p14:tracePt t="11005" x="2298700" y="3517900"/>
          <p14:tracePt t="11048" x="2305050" y="3517900"/>
          <p14:tracePt t="11188" x="2305050" y="3511550"/>
          <p14:tracePt t="11215" x="2305050" y="3505200"/>
          <p14:tracePt t="11872" x="2324100" y="3505200"/>
          <p14:tracePt t="11879" x="2362200" y="3505200"/>
          <p14:tracePt t="11893" x="2432050" y="3517900"/>
          <p14:tracePt t="11902" x="2508250" y="3517900"/>
          <p14:tracePt t="11916" x="2584450" y="3524250"/>
          <p14:tracePt t="11933" x="2774950" y="3536950"/>
          <p14:tracePt t="11949" x="2971800" y="3556000"/>
          <p14:tracePt t="11966" x="3060700" y="3556000"/>
          <p14:tracePt t="11982" x="3136900" y="3568700"/>
          <p14:tracePt t="11999" x="3314700" y="3562350"/>
          <p14:tracePt t="12015" x="3346450" y="3562350"/>
          <p14:tracePt t="12033" x="3378200" y="3562350"/>
          <p14:tracePt t="12049" x="3384550" y="3562350"/>
          <p14:tracePt t="12065" x="3390900" y="3562350"/>
          <p14:tracePt t="12159" x="3384550" y="3562350"/>
          <p14:tracePt t="12180" x="3378200" y="3562350"/>
          <p14:tracePt t="12209" x="3371850" y="3562350"/>
          <p14:tracePt t="12244" x="3365500" y="3562350"/>
          <p14:tracePt t="12272" x="3365500" y="3568700"/>
          <p14:tracePt t="12293" x="3359150" y="3568700"/>
          <p14:tracePt t="12300" x="3352800" y="3568700"/>
          <p14:tracePt t="12321" x="3340100" y="3568700"/>
          <p14:tracePt t="12328" x="3327400" y="3575050"/>
          <p14:tracePt t="12342" x="3314700" y="3575050"/>
          <p14:tracePt t="12351" x="3295650" y="3581400"/>
          <p14:tracePt t="12364" x="3263900" y="3587750"/>
          <p14:tracePt t="12381" x="3206750" y="3606800"/>
          <p14:tracePt t="12399" x="3098800" y="3632200"/>
          <p14:tracePt t="12415" x="2952750" y="3670300"/>
          <p14:tracePt t="12431" x="2889250" y="3689350"/>
          <p14:tracePt t="12434" x="2825750" y="3702050"/>
          <p14:tracePt t="12448" x="2768600" y="3708400"/>
          <p14:tracePt t="12464" x="2698750" y="3733800"/>
          <p14:tracePt t="12481" x="2673350" y="3740150"/>
          <p14:tracePt t="12497" x="2641600" y="3746500"/>
          <p14:tracePt t="12514" x="2635250" y="3752850"/>
          <p14:tracePt t="12622" x="2641600" y="3752850"/>
          <p14:tracePt t="12629" x="2647950" y="3752850"/>
          <p14:tracePt t="12644" x="2654300" y="3752850"/>
          <p14:tracePt t="12665" x="2667000" y="3752850"/>
          <p14:tracePt t="12686" x="2679700" y="3752850"/>
          <p14:tracePt t="12692" x="2698750" y="3752850"/>
          <p14:tracePt t="12700" x="2724150" y="3752850"/>
          <p14:tracePt t="12716" x="2762250" y="3752850"/>
          <p14:tracePt t="12730" x="2800350" y="3752850"/>
          <p14:tracePt t="12747" x="2901950" y="3746500"/>
          <p14:tracePt t="12764" x="3022600" y="3733800"/>
          <p14:tracePt t="12779" x="3086100" y="3733800"/>
          <p14:tracePt t="12796" x="3194050" y="3727450"/>
          <p14:tracePt t="12813" x="3263900" y="3714750"/>
          <p14:tracePt t="12830" x="3289300" y="3714750"/>
          <p14:tracePt t="12847" x="3321050" y="3714750"/>
          <p14:tracePt t="12863" x="3346450" y="3708400"/>
          <p14:tracePt t="12880" x="3352800" y="3708400"/>
          <p14:tracePt t="12896" x="3365500" y="3708400"/>
          <p14:tracePt t="12912" x="3371850" y="3708400"/>
          <p14:tracePt t="16066" x="3378200" y="3695700"/>
          <p14:tracePt t="16080" x="3384550" y="3683000"/>
          <p14:tracePt t="16088" x="3390900" y="3657600"/>
          <p14:tracePt t="16104" x="3403600" y="3638550"/>
          <p14:tracePt t="16119" x="3409950" y="3619500"/>
          <p14:tracePt t="16135" x="3429000" y="3575050"/>
          <p14:tracePt t="16152" x="3448050" y="3530600"/>
          <p14:tracePt t="16168" x="3448050" y="3505200"/>
          <p14:tracePt t="16185" x="3454400" y="3454400"/>
          <p14:tracePt t="16201" x="3460750" y="3416300"/>
          <p14:tracePt t="16218" x="3460750" y="3390900"/>
          <p14:tracePt t="16235" x="3460750" y="3371850"/>
          <p14:tracePt t="16251" x="3467100" y="3352800"/>
          <p14:tracePt t="16268" x="3467100" y="3346450"/>
          <p14:tracePt t="16284" x="3473450" y="3327400"/>
          <p14:tracePt t="16301" x="3473450" y="3314700"/>
          <p14:tracePt t="16368" x="3473450" y="3308350"/>
          <p14:tracePt t="16480" x="3467100" y="3314700"/>
          <p14:tracePt t="16501" x="3460750" y="3321050"/>
          <p14:tracePt t="16508" x="3460750" y="3327400"/>
          <p14:tracePt t="16522" x="3454400" y="3333750"/>
          <p14:tracePt t="16543" x="3448050" y="3346450"/>
          <p14:tracePt t="16553" x="3441700" y="3346450"/>
          <p14:tracePt t="16567" x="3429000" y="3359150"/>
          <p14:tracePt t="16583" x="3390900" y="3390900"/>
          <p14:tracePt t="16600" x="3365500" y="3422650"/>
          <p14:tracePt t="16616" x="3346450" y="3448050"/>
          <p14:tracePt t="16633" x="3314700" y="3479800"/>
          <p14:tracePt t="16650" x="3289300" y="3505200"/>
          <p14:tracePt t="16668" x="3282950" y="3524250"/>
          <p14:tracePt t="16683" x="3270250" y="3530600"/>
          <p14:tracePt t="16699" x="3270250" y="3536950"/>
          <p14:tracePt t="16733" x="3263900" y="3543300"/>
          <p14:tracePt t="16873" x="3257550" y="3536950"/>
          <p14:tracePt t="16880" x="3257550" y="3530600"/>
          <p14:tracePt t="16950" x="3257550" y="3524250"/>
          <p14:tracePt t="16978" x="3257550" y="3517900"/>
          <p14:tracePt t="16999" x="3257550" y="3511550"/>
          <p14:tracePt t="17020" x="3257550" y="3505200"/>
          <p14:tracePt t="17041" x="3257550" y="3498850"/>
          <p14:tracePt t="17050" x="3257550" y="3492500"/>
          <p14:tracePt t="17091" x="3257550" y="3486150"/>
          <p14:tracePt t="17112" x="3263900" y="3479800"/>
          <p14:tracePt t="17118" x="3263900" y="3473450"/>
          <p14:tracePt t="17140" x="3263900" y="3467100"/>
          <p14:tracePt t="17154" x="3270250" y="3467100"/>
          <p14:tracePt t="17175" x="3270250" y="3460750"/>
          <p14:tracePt t="17203" x="3270250" y="3454400"/>
          <p14:tracePt t="17259" x="3270250" y="3448050"/>
          <p14:tracePt t="17266" x="3263900" y="3448050"/>
          <p14:tracePt t="17273" x="3257550" y="3448050"/>
          <p14:tracePt t="17301" x="3238500" y="3441700"/>
          <p14:tracePt t="17315" x="3225800" y="3441700"/>
          <p14:tracePt t="17322" x="3206750" y="3441700"/>
          <p14:tracePt t="17330" x="3162300" y="3435350"/>
          <p14:tracePt t="17347" x="3111500" y="3435350"/>
          <p14:tracePt t="17364" x="3060700" y="3435350"/>
          <p14:tracePt t="17380" x="2927350" y="3416300"/>
          <p14:tracePt t="17397" x="2787650" y="3403600"/>
          <p14:tracePt t="17414" x="2686050" y="3403600"/>
          <p14:tracePt t="17430" x="2647950" y="3403600"/>
          <p14:tracePt t="17447" x="2565400" y="3403600"/>
          <p14:tracePt t="17463" x="2514600" y="3403600"/>
          <p14:tracePt t="17480" x="2495550" y="3403600"/>
          <p14:tracePt t="17497" x="2463800" y="3403600"/>
          <p14:tracePt t="17513" x="2444750" y="3403600"/>
          <p14:tracePt t="17530" x="2432050" y="3409950"/>
          <p14:tracePt t="17547" x="2425700" y="3409950"/>
          <p14:tracePt t="17563" x="2419350" y="3416300"/>
          <p14:tracePt t="17694" x="2413000" y="3416300"/>
          <p14:tracePt t="17792" x="2413000" y="3422650"/>
          <p14:tracePt t="17813" x="2419350" y="3422650"/>
          <p14:tracePt t="17820" x="2425700" y="3422650"/>
          <p14:tracePt t="17834" x="2432050" y="3422650"/>
          <p14:tracePt t="17845" x="2438400" y="3422650"/>
          <p14:tracePt t="17862" x="2457450" y="3422650"/>
          <p14:tracePt t="17879" x="2476500" y="3422650"/>
          <p14:tracePt t="17895" x="2527300" y="3422650"/>
          <p14:tracePt t="17912" x="2616200" y="3429000"/>
          <p14:tracePt t="17928" x="2679700" y="3429000"/>
          <p14:tracePt t="17945" x="2743200" y="3429000"/>
          <p14:tracePt t="17961" x="2901950" y="3441700"/>
          <p14:tracePt t="17978" x="2940050" y="3441700"/>
          <p14:tracePt t="17996" x="2990850" y="3441700"/>
          <p14:tracePt t="18012" x="3003550" y="3441700"/>
          <p14:tracePt t="18028" x="3022600" y="3441700"/>
          <p14:tracePt t="18045" x="3028950" y="3441700"/>
          <p14:tracePt t="18066" x="3028950" y="3448050"/>
          <p14:tracePt t="18101" x="3022600" y="3448050"/>
          <p14:tracePt t="18136" x="3022600" y="3454400"/>
          <p14:tracePt t="18171" x="3016250" y="3454400"/>
          <p14:tracePt t="18311" x="3022600" y="3454400"/>
          <p14:tracePt t="18332" x="3028950" y="3454400"/>
          <p14:tracePt t="18374" x="3035300" y="3454400"/>
          <p14:tracePt t="18381" x="3041650" y="3454400"/>
          <p14:tracePt t="18402" x="3048000" y="3454400"/>
          <p14:tracePt t="18416" x="3054350" y="3454400"/>
          <p14:tracePt t="18427" x="3060700" y="3454400"/>
          <p14:tracePt t="18443" x="3067050" y="3454400"/>
          <p14:tracePt t="18460" x="3086100" y="3454400"/>
          <p14:tracePt t="18476" x="3111500" y="3460750"/>
          <p14:tracePt t="18494" x="3143250" y="3460750"/>
          <p14:tracePt t="18510" x="3155950" y="3460750"/>
          <p14:tracePt t="18526" x="3181350" y="3460750"/>
          <p14:tracePt t="18543" x="3194050" y="3460750"/>
          <p14:tracePt t="18560" x="3200400" y="3460750"/>
          <p14:tracePt t="18576" x="3206750" y="3460750"/>
          <p14:tracePt t="18613" x="3213100" y="3460750"/>
          <p14:tracePt t="18648" x="3213100" y="3454400"/>
          <p14:tracePt t="18662" x="3213100" y="3448050"/>
          <p14:tracePt t="18683" x="3213100" y="3441700"/>
          <p14:tracePt t="18704" x="3213100" y="3435350"/>
          <p14:tracePt t="18725" x="3213100" y="3429000"/>
          <p14:tracePt t="18767" x="3206750" y="3429000"/>
          <p14:tracePt t="18774" x="3200400" y="3429000"/>
          <p14:tracePt t="18795" x="3194050" y="3429000"/>
          <p14:tracePt t="18802" x="3187700" y="3429000"/>
          <p14:tracePt t="18823" x="3181350" y="3429000"/>
          <p14:tracePt t="18838" x="3168650" y="3429000"/>
          <p14:tracePt t="18845" x="3149600" y="3429000"/>
          <p14:tracePt t="18861" x="3117850" y="3429000"/>
          <p14:tracePt t="18875" x="3028950" y="3429000"/>
          <p14:tracePt t="18892" x="2965450" y="3429000"/>
          <p14:tracePt t="18908" x="2838450" y="3429000"/>
          <p14:tracePt t="18925" x="2768600" y="3435350"/>
          <p14:tracePt t="18943" x="2635250" y="3448050"/>
          <p14:tracePt t="18958" x="2609850" y="3448050"/>
          <p14:tracePt t="18975" x="2584450" y="3460750"/>
          <p14:tracePt t="18992" x="2559050" y="3460750"/>
          <p14:tracePt t="19008" x="2559050" y="3473450"/>
          <p14:tracePt t="19048" x="2565400" y="3473450"/>
          <p14:tracePt t="19058" x="2578100" y="3473450"/>
          <p14:tracePt t="19075" x="2590800" y="3473450"/>
          <p14:tracePt t="19091" x="2616200" y="3473450"/>
          <p14:tracePt t="19108" x="2667000" y="3473450"/>
          <p14:tracePt t="19125" x="2743200" y="3473450"/>
          <p14:tracePt t="19141" x="2781300" y="3473450"/>
          <p14:tracePt t="19158" x="2870200" y="3473450"/>
          <p14:tracePt t="19174" x="2927350" y="3473450"/>
          <p14:tracePt t="19191" x="2959100" y="3467100"/>
          <p14:tracePt t="19208" x="2978150" y="3467100"/>
          <p14:tracePt t="19224" x="2997200" y="3454400"/>
          <p14:tracePt t="19244" x="3003550" y="3454400"/>
          <p14:tracePt t="19293" x="3009900" y="3454400"/>
          <p14:tracePt t="19336" x="3016250" y="3448050"/>
          <p14:tracePt t="19406" x="3022600" y="3448050"/>
          <p14:tracePt t="19616" x="3016250" y="3448050"/>
          <p14:tracePt t="19700" x="3022600" y="3448050"/>
          <p14:tracePt t="19707" x="3028950" y="3448050"/>
          <p14:tracePt t="19736" x="3035300" y="3448050"/>
          <p14:tracePt t="19763" x="3041650" y="3448050"/>
          <p14:tracePt t="19785" x="3048000" y="3441700"/>
          <p14:tracePt t="19806" x="3054350" y="3441700"/>
          <p14:tracePt t="19827" x="3060700" y="3435350"/>
          <p14:tracePt t="19854" x="3067050" y="3429000"/>
          <p14:tracePt t="19897" x="3073400" y="3429000"/>
          <p14:tracePt t="19924" x="3073400" y="3422650"/>
          <p14:tracePt t="19967" x="3067050" y="3422650"/>
          <p14:tracePt t="19981" x="3054350" y="3422650"/>
          <p14:tracePt t="19995" x="3048000" y="3422650"/>
          <p14:tracePt t="20009" x="3035300" y="3422650"/>
          <p14:tracePt t="20021" x="3022600" y="3422650"/>
          <p14:tracePt t="20038" x="2978150" y="3422650"/>
          <p14:tracePt t="20054" x="2940050" y="3422650"/>
          <p14:tracePt t="20072" x="2857500" y="3435350"/>
          <p14:tracePt t="20088" x="2762250" y="3441700"/>
          <p14:tracePt t="20104" x="2724150" y="3448050"/>
          <p14:tracePt t="20121" x="2641600" y="3460750"/>
          <p14:tracePt t="20138" x="2590800" y="3473450"/>
          <p14:tracePt t="20154" x="2565400" y="3479800"/>
          <p14:tracePt t="20171" x="2501900" y="3492500"/>
          <p14:tracePt t="20188" x="2482850" y="3505200"/>
          <p14:tracePt t="20204" x="2413000" y="3517900"/>
          <p14:tracePt t="20220" x="2343150" y="3530600"/>
          <p14:tracePt t="20237" x="2311400" y="3543300"/>
          <p14:tracePt t="20254" x="2247900" y="3543300"/>
          <p14:tracePt t="20270" x="2178050" y="3543300"/>
          <p14:tracePt t="20287" x="2139950" y="3543300"/>
          <p14:tracePt t="20304" x="2082800" y="3530600"/>
          <p14:tracePt t="20320" x="2000250" y="3524250"/>
          <p14:tracePt t="20337" x="1962150" y="3517900"/>
          <p14:tracePt t="20353" x="1892300" y="3505200"/>
          <p14:tracePt t="20370" x="1835150" y="3498850"/>
          <p14:tracePt t="20388" x="1784350" y="3492500"/>
          <p14:tracePt t="20403" x="1752600" y="3492500"/>
          <p14:tracePt t="20420" x="1720850" y="3492500"/>
          <p14:tracePt t="20437" x="1689100" y="3492500"/>
          <p14:tracePt t="20453" x="1676400" y="3492500"/>
          <p14:tracePt t="20470" x="1663700" y="3492500"/>
          <p14:tracePt t="20487" x="1619250" y="3486150"/>
          <p14:tracePt t="20503" x="1606550" y="3479800"/>
          <p14:tracePt t="20519" x="1587500" y="3473450"/>
          <p14:tracePt t="20536" x="1530350" y="3473450"/>
          <p14:tracePt t="20552" x="1447800" y="3454400"/>
          <p14:tracePt t="20570" x="1390650" y="3448050"/>
          <p14:tracePt t="20586" x="1365250" y="3448050"/>
          <p14:tracePt t="20602" x="1301750" y="3435350"/>
          <p14:tracePt t="20620" x="1231900" y="3422650"/>
          <p14:tracePt t="20636" x="1206500" y="3409950"/>
          <p14:tracePt t="20652" x="1155700" y="3403600"/>
          <p14:tracePt t="20669" x="1111250" y="3403600"/>
          <p14:tracePt t="20686" x="1098550" y="3403600"/>
          <p14:tracePt t="20703" x="1079500" y="3403600"/>
          <p14:tracePt t="20719" x="1066800" y="3403600"/>
          <p14:tracePt t="20752" x="1060450" y="3403600"/>
          <p14:tracePt t="20830" x="1060450" y="3409950"/>
          <p14:tracePt t="20872" x="1066800" y="3409950"/>
          <p14:tracePt t="20893" x="1073150" y="3409950"/>
          <p14:tracePt t="20907" x="1079500" y="3409950"/>
          <p14:tracePt t="20942" x="1085850" y="3409950"/>
          <p14:tracePt t="20949" x="1092200" y="3409950"/>
          <p14:tracePt t="20963" x="1098550" y="3409950"/>
          <p14:tracePt t="20977" x="1104900" y="3409950"/>
          <p14:tracePt t="20991" x="1111250" y="3409950"/>
          <p14:tracePt t="21001" x="1117600" y="3409950"/>
          <p14:tracePt t="21018" x="1130300" y="3409950"/>
          <p14:tracePt t="21034" x="1181100" y="3422650"/>
          <p14:tracePt t="21051" x="1250950" y="3441700"/>
          <p14:tracePt t="21068" x="1352550" y="3467100"/>
          <p14:tracePt t="21084" x="1390650" y="3473450"/>
          <p14:tracePt t="21101" x="1447800" y="3486150"/>
          <p14:tracePt t="21118" x="1530350" y="3498850"/>
          <p14:tracePt t="21134" x="1555750" y="3505200"/>
          <p14:tracePt t="21151" x="1568450" y="3505200"/>
          <p14:tracePt t="21167" x="1593850" y="3511550"/>
          <p14:tracePt t="21187" x="1600200" y="3511550"/>
          <p14:tracePt t="21257" x="1606550" y="3511550"/>
          <p14:tracePt t="21314" x="1606550" y="3517900"/>
          <p14:tracePt t="21320" x="1612900" y="3517900"/>
          <p14:tracePt t="21334" x="1619250" y="3517900"/>
          <p14:tracePt t="21349" x="1631950" y="3517900"/>
          <p14:tracePt t="21366" x="1651000" y="3524250"/>
          <p14:tracePt t="21384" x="1720850" y="3524250"/>
          <p14:tracePt t="21400" x="1809750" y="3524250"/>
          <p14:tracePt t="21416" x="1873250" y="3524250"/>
          <p14:tracePt t="21433" x="1981200" y="3524250"/>
          <p14:tracePt t="21450" x="2019300" y="3524250"/>
          <p14:tracePt t="21466" x="2076450" y="3524250"/>
          <p14:tracePt t="21483" x="2108200" y="3524250"/>
          <p14:tracePt t="21500" x="2120900" y="3524250"/>
          <p14:tracePt t="21517" x="2133600" y="3524250"/>
          <p14:tracePt t="22079" x="2139950" y="3524250"/>
          <p14:tracePt t="22094" x="2146300" y="3530600"/>
          <p14:tracePt t="22101" x="2152650" y="3536950"/>
          <p14:tracePt t="22117" x="2178050" y="3543300"/>
          <p14:tracePt t="22130" x="2228850" y="3562350"/>
          <p14:tracePt t="22147" x="2260600" y="3581400"/>
          <p14:tracePt t="22165" x="2343150" y="3606800"/>
          <p14:tracePt t="22180" x="2393950" y="3613150"/>
          <p14:tracePt t="22197" x="2514600" y="3632200"/>
          <p14:tracePt t="22214" x="2622550" y="3638550"/>
          <p14:tracePt t="22230" x="2686050" y="3638550"/>
          <p14:tracePt t="22247" x="2749550" y="3638550"/>
          <p14:tracePt t="22264" x="2800350" y="3638550"/>
          <p14:tracePt t="22280" x="2813050" y="3638550"/>
          <p14:tracePt t="22297" x="2832100" y="3625850"/>
          <p14:tracePt t="22313" x="2832100" y="3619500"/>
          <p14:tracePt t="22382" x="2838450" y="3619500"/>
          <p14:tracePt t="22410" x="2844800" y="3619500"/>
          <p14:tracePt t="22431" x="2857500" y="3619500"/>
          <p14:tracePt t="22452" x="2870200" y="3619500"/>
          <p14:tracePt t="22466" x="2882900" y="3619500"/>
          <p14:tracePt t="22473" x="2901950" y="3619500"/>
          <p14:tracePt t="22482" x="2927350" y="3619500"/>
          <p14:tracePt t="22496" x="2965450" y="3619500"/>
          <p14:tracePt t="22513" x="2990850" y="3619500"/>
          <p14:tracePt t="22530" x="3060700" y="3619500"/>
          <p14:tracePt t="22547" x="3117850" y="3619500"/>
          <p14:tracePt t="22564" x="3149600" y="3619500"/>
          <p14:tracePt t="22579" x="3162300" y="3619500"/>
          <p14:tracePt t="22596" x="3175000" y="3619500"/>
          <p14:tracePt t="22705" x="3175000" y="3613150"/>
          <p14:tracePt t="22817" x="3181350" y="3606800"/>
          <p14:tracePt t="22852" x="3187700" y="3606800"/>
          <p14:tracePt t="22873" x="3194050" y="3606800"/>
          <p14:tracePt t="22894" x="3200400" y="3606800"/>
          <p14:tracePt t="22922" x="3206750" y="3606800"/>
          <p14:tracePt t="22957" x="3213100" y="3606800"/>
          <p14:tracePt t="22992" x="3219450" y="3606800"/>
          <p14:tracePt t="23013" x="3232150" y="3606800"/>
          <p14:tracePt t="23033" x="3238500" y="3600450"/>
          <p14:tracePt t="23041" x="3244850" y="3600450"/>
          <p14:tracePt t="23055" x="3251200" y="3600450"/>
          <p14:tracePt t="23076" x="3257550" y="3600450"/>
          <p14:tracePt t="23097" x="3263900" y="3600450"/>
          <p14:tracePt t="23112" x="3276600" y="3600450"/>
          <p14:tracePt t="23125" x="3282950" y="3600450"/>
          <p14:tracePt t="23132" x="3295650" y="3600450"/>
          <p14:tracePt t="23147" x="3308350" y="3600450"/>
          <p14:tracePt t="23161" x="3327400" y="3600450"/>
          <p14:tracePt t="23178" x="3384550" y="3606800"/>
          <p14:tracePt t="23194" x="3409950" y="3606800"/>
          <p14:tracePt t="23210" x="3498850" y="3606800"/>
          <p14:tracePt t="23227" x="3594100" y="3613150"/>
          <p14:tracePt t="23244" x="3644900" y="3613150"/>
          <p14:tracePt t="23260" x="3746500" y="3613150"/>
          <p14:tracePt t="23277" x="3841750" y="3613150"/>
          <p14:tracePt t="23294" x="3930650" y="3613150"/>
          <p14:tracePt t="23310" x="3968750" y="3613150"/>
          <p14:tracePt t="23326" x="4032250" y="3600450"/>
          <p14:tracePt t="23343" x="4070350" y="3594100"/>
          <p14:tracePt t="23359" x="4083050" y="3587750"/>
          <p14:tracePt t="23376" x="4102100" y="3587750"/>
          <p14:tracePt t="23393" x="4152900" y="3562350"/>
          <p14:tracePt t="23409" x="4165600" y="3562350"/>
          <p14:tracePt t="23427" x="4197350" y="3556000"/>
          <p14:tracePt t="23443" x="4210050" y="3556000"/>
          <p14:tracePt t="23459" x="4241800" y="3549650"/>
          <p14:tracePt t="23476" x="4260850" y="3549650"/>
          <p14:tracePt t="23492" x="4279900" y="3543300"/>
          <p14:tracePt t="23509" x="4298950" y="3536950"/>
          <p14:tracePt t="23526" x="4324350" y="3530600"/>
          <p14:tracePt t="23542" x="4330700" y="3530600"/>
          <p14:tracePt t="23560" x="4337050" y="3530600"/>
          <p14:tracePt t="23576" x="4349750" y="3530600"/>
          <p14:tracePt t="23592" x="4356100" y="3530600"/>
          <p14:tracePt t="23658" x="4362450" y="3530600"/>
          <p14:tracePt t="24079" x="4362450" y="3543300"/>
          <p14:tracePt t="24087" x="4356100" y="3556000"/>
          <p14:tracePt t="24093" x="4356100" y="3562350"/>
          <p14:tracePt t="24110" x="4356100" y="3568700"/>
          <p14:tracePt t="24124" x="4356100" y="3575050"/>
          <p14:tracePt t="24150" x="4362450" y="3575050"/>
          <p14:tracePt t="24178" x="4375150" y="3575050"/>
          <p14:tracePt t="24185" x="4387850" y="3581400"/>
          <p14:tracePt t="24199" x="4406900" y="3581400"/>
          <p14:tracePt t="24207" x="4432300" y="3587750"/>
          <p14:tracePt t="24223" x="4451350" y="3594100"/>
          <p14:tracePt t="24240" x="4508500" y="3600450"/>
          <p14:tracePt t="24256" x="4578350" y="3613150"/>
          <p14:tracePt t="24273" x="4616450" y="3613150"/>
          <p14:tracePt t="24290" x="4673600" y="3632200"/>
          <p14:tracePt t="24306" x="4724400" y="3632200"/>
          <p14:tracePt t="24323" x="4743450" y="3632200"/>
          <p14:tracePt t="24340" x="4775200" y="3632200"/>
          <p14:tracePt t="24356" x="4781550" y="3632200"/>
          <p14:tracePt t="24373" x="4800600" y="3632200"/>
          <p14:tracePt t="24389" x="4806950" y="3632200"/>
          <p14:tracePt t="24406" x="4813300" y="3632200"/>
          <p14:tracePt t="24423" x="4819650" y="3632200"/>
          <p14:tracePt t="24465" x="4826000" y="3632200"/>
          <p14:tracePt t="24487" x="4832350" y="3632200"/>
          <p14:tracePt t="24501" x="4838700" y="3632200"/>
          <p14:tracePt t="24509" x="4845050" y="3632200"/>
          <p14:tracePt t="24522" x="4851400" y="3632200"/>
          <p14:tracePt t="24539" x="4864100" y="3632200"/>
          <p14:tracePt t="24556" x="4889500" y="3632200"/>
          <p14:tracePt t="24572" x="4908550" y="3632200"/>
          <p14:tracePt t="24589" x="4953000" y="3632200"/>
          <p14:tracePt t="24606" x="5010150" y="3632200"/>
          <p14:tracePt t="24622" x="5029200" y="3632200"/>
          <p14:tracePt t="24639" x="5060950" y="3632200"/>
          <p14:tracePt t="24655" x="5118100" y="3632200"/>
          <p14:tracePt t="24672" x="5130800" y="3632200"/>
          <p14:tracePt t="24690" x="5156200" y="3632200"/>
          <p14:tracePt t="24705" x="5162550" y="3638550"/>
          <p14:tracePt t="24816" x="5156200" y="3638550"/>
          <p14:tracePt t="24851" x="5149850" y="3638550"/>
          <p14:tracePt t="24928" x="5143500" y="3638550"/>
          <p14:tracePt t="24999" x="5143500" y="3644900"/>
          <p14:tracePt t="25160" x="5143500" y="3651250"/>
          <p14:tracePt t="25166" x="5143500" y="3657600"/>
          <p14:tracePt t="25202" x="5143500" y="3663950"/>
          <p14:tracePt t="25237" x="5143500" y="3670300"/>
          <p14:tracePt t="25300" x="5149850" y="3670300"/>
          <p14:tracePt t="25307" x="5156200" y="3670300"/>
          <p14:tracePt t="25328" x="5162550" y="3676650"/>
          <p14:tracePt t="25342" x="5168900" y="3676650"/>
          <p14:tracePt t="25352" x="5175250" y="3676650"/>
          <p14:tracePt t="25370" x="5181600" y="3676650"/>
          <p14:tracePt t="25386" x="5187950" y="3676650"/>
          <p14:tracePt t="25403" x="5219700" y="3683000"/>
          <p14:tracePt t="25420" x="5270500" y="3683000"/>
          <p14:tracePt t="25436" x="5302250" y="3683000"/>
          <p14:tracePt t="25453" x="5365750" y="3683000"/>
          <p14:tracePt t="25469" x="5441950" y="3683000"/>
          <p14:tracePt t="25485" x="5461000" y="3683000"/>
          <p14:tracePt t="25503" x="5524500" y="3683000"/>
          <p14:tracePt t="25519" x="5556250" y="3683000"/>
          <p14:tracePt t="25535" x="5568950" y="3683000"/>
          <p14:tracePt t="25555" x="5575300" y="3683000"/>
          <p14:tracePt t="25568" x="5581650" y="3683000"/>
          <p14:tracePt t="25609" x="5588000" y="3683000"/>
          <p14:tracePt t="25671" x="5594350" y="3683000"/>
          <p14:tracePt t="25700" x="5600700" y="3683000"/>
          <p14:tracePt t="25742" x="5607050" y="3683000"/>
          <p14:tracePt t="25812" x="5607050" y="3689350"/>
          <p14:tracePt t="25819" x="5613400" y="3689350"/>
          <p14:tracePt t="25882" x="5619750" y="3689350"/>
          <p14:tracePt t="26694" x="5594350" y="3689350"/>
          <p14:tracePt t="26701" x="5556250" y="3695700"/>
          <p14:tracePt t="26717" x="5505450" y="3695700"/>
          <p14:tracePt t="26731" x="5410200" y="3714750"/>
          <p14:tracePt t="26748" x="5365750" y="3721100"/>
          <p14:tracePt t="26765" x="5257800" y="3752850"/>
          <p14:tracePt t="26782" x="5207000" y="3759200"/>
          <p14:tracePt t="26798" x="5086350" y="3790950"/>
          <p14:tracePt t="26815" x="4940300" y="3829050"/>
          <p14:tracePt t="26831" x="4876800" y="3829050"/>
          <p14:tracePt t="26848" x="4781550" y="3854450"/>
          <p14:tracePt t="26864" x="4724400" y="3873500"/>
          <p14:tracePt t="26881" x="4711700" y="3873500"/>
          <p14:tracePt t="26898" x="4705350" y="3873500"/>
          <p14:tracePt t="26954" x="4705350" y="3879850"/>
          <p14:tracePt t="26975" x="4718050" y="3879850"/>
          <p14:tracePt t="26982" x="4724400" y="3879850"/>
          <p14:tracePt t="26996" x="4737100" y="3873500"/>
          <p14:tracePt t="27003" x="4743450" y="3873500"/>
          <p14:tracePt t="27013" x="4756150" y="3867150"/>
          <p14:tracePt t="27031" x="4775200" y="3867150"/>
          <p14:tracePt t="27047" x="4787900" y="3867150"/>
          <p14:tracePt t="27063" x="4800600" y="3867150"/>
          <p14:tracePt t="27080" x="4914900" y="3873500"/>
          <p14:tracePt t="27097" x="4978400" y="3873500"/>
          <p14:tracePt t="27113" x="5041900" y="3873500"/>
          <p14:tracePt t="27130" x="5194300" y="3873500"/>
          <p14:tracePt t="27147" x="5359400" y="3860800"/>
          <p14:tracePt t="27164" x="5530850" y="3829050"/>
          <p14:tracePt t="27180" x="5594350" y="3822700"/>
          <p14:tracePt t="27196" x="5664200" y="3803650"/>
          <p14:tracePt t="27214" x="5702300" y="3790950"/>
          <p14:tracePt t="27246" x="5702300" y="3784600"/>
          <p14:tracePt t="27263" x="5689600" y="3784600"/>
          <p14:tracePt t="27279" x="5683250" y="3784600"/>
          <p14:tracePt t="27297" x="5676900" y="3784600"/>
          <p14:tracePt t="27313" x="5676900" y="3778250"/>
          <p14:tracePt t="27329" x="5670550" y="3778250"/>
          <p14:tracePt t="27346" x="5664200" y="3778250"/>
          <p14:tracePt t="27362" x="5657850" y="3778250"/>
          <p14:tracePt t="27382" x="5651500" y="3778250"/>
          <p14:tracePt t="27417" x="5645150" y="3778250"/>
          <p14:tracePt t="27473" x="5638800" y="3778250"/>
          <p14:tracePt t="27487" x="5632450" y="3778250"/>
          <p14:tracePt t="27494" x="5619750" y="3778250"/>
          <p14:tracePt t="27501" x="5607050" y="3778250"/>
          <p14:tracePt t="27515" x="5588000" y="3778250"/>
          <p14:tracePt t="27529" x="5549900" y="3771900"/>
          <p14:tracePt t="27545" x="5416550" y="3752850"/>
          <p14:tracePt t="27562" x="5327650" y="3740150"/>
          <p14:tracePt t="27579" x="5048250" y="3695700"/>
          <p14:tracePt t="27595" x="4679950" y="3651250"/>
          <p14:tracePt t="27611" x="4457700" y="3606800"/>
          <p14:tracePt t="27629" x="3994150" y="3549650"/>
          <p14:tracePt t="27645" x="3613150" y="3524250"/>
          <p14:tracePt t="27662" x="3346450" y="3505200"/>
          <p14:tracePt t="27678" x="3244850" y="3505200"/>
          <p14:tracePt t="27695" x="3181350" y="3505200"/>
          <p14:tracePt t="27712" x="3079750" y="3505200"/>
          <p14:tracePt t="27728" x="3073400" y="3505200"/>
          <p14:tracePt t="27745" x="3067050" y="3505200"/>
          <p14:tracePt t="27777" x="3073400" y="3505200"/>
          <p14:tracePt t="27795" x="3086100" y="3505200"/>
          <p14:tracePt t="27811" x="3117850" y="3505200"/>
          <p14:tracePt t="27828" x="3168650" y="3505200"/>
          <p14:tracePt t="27845" x="3295650" y="3524250"/>
          <p14:tracePt t="27861" x="3409950" y="3549650"/>
          <p14:tracePt t="27878" x="3721100" y="3606800"/>
          <p14:tracePt t="27894" x="3917950" y="3644900"/>
          <p14:tracePt t="27911" x="4324350" y="3727450"/>
          <p14:tracePt t="27927" x="4641850" y="3784600"/>
          <p14:tracePt t="27944" x="4864100" y="3803650"/>
          <p14:tracePt t="27960" x="4927600" y="3816350"/>
          <p14:tracePt t="27978" x="5003800" y="3816350"/>
          <p14:tracePt t="27993" x="5048250" y="3816350"/>
          <p14:tracePt t="28011" x="5067300" y="3816350"/>
          <p14:tracePt t="28027" x="5073650" y="3816350"/>
          <p14:tracePt t="28030" x="5086350" y="3810000"/>
          <p14:tracePt t="28043" x="5099050" y="3810000"/>
          <p14:tracePt t="28060" x="5124450" y="3810000"/>
          <p14:tracePt t="28077" x="5137150" y="3810000"/>
          <p14:tracePt t="28093" x="5143500" y="3810000"/>
          <p14:tracePt t="28110" x="5149850" y="3810000"/>
          <p14:tracePt t="28132" x="5156200" y="3810000"/>
          <p14:tracePt t="28154" x="5162550" y="3810000"/>
          <p14:tracePt t="28188" x="5168900" y="3810000"/>
          <p14:tracePt t="28202" x="5175250" y="3810000"/>
          <p14:tracePt t="28245" x="5181600" y="3810000"/>
          <p14:tracePt t="28258" x="5194300" y="3810000"/>
          <p14:tracePt t="28273" x="5207000" y="3810000"/>
          <p14:tracePt t="28287" x="5213350" y="3810000"/>
          <p14:tracePt t="28295" x="5219700" y="3816350"/>
          <p14:tracePt t="28309" x="5232400" y="3816350"/>
          <p14:tracePt t="28326" x="5251450" y="3816350"/>
          <p14:tracePt t="28343" x="5321300" y="3822700"/>
          <p14:tracePt t="28359" x="5359400" y="3822700"/>
          <p14:tracePt t="28376" x="5397500" y="3829050"/>
          <p14:tracePt t="28392" x="5505450" y="3841750"/>
          <p14:tracePt t="28409" x="5607050" y="3841750"/>
          <p14:tracePt t="28426" x="5670550" y="3848100"/>
          <p14:tracePt t="28442" x="5765800" y="3848100"/>
          <p14:tracePt t="28459" x="5816600" y="3841750"/>
          <p14:tracePt t="28476" x="5835650" y="3835400"/>
          <p14:tracePt t="28508" x="5842000" y="3835400"/>
          <p14:tracePt t="28588" x="5835650" y="3835400"/>
          <p14:tracePt t="28595" x="5829300" y="3829050"/>
          <p14:tracePt t="28658" x="5822950" y="3829050"/>
          <p14:tracePt t="28665" x="5816600" y="3829050"/>
          <p14:tracePt t="28715" x="5810250" y="3829050"/>
          <p14:tracePt t="28736" x="5803900" y="3829050"/>
          <p14:tracePt t="28764" x="5797550" y="3829050"/>
          <p14:tracePt t="28778" x="5791200" y="3829050"/>
          <p14:tracePt t="28785" x="5778500" y="3829050"/>
          <p14:tracePt t="28798" x="5772150" y="3829050"/>
          <p14:tracePt t="28808" x="5753100" y="3829050"/>
          <p14:tracePt t="28824" x="5727700" y="3822700"/>
          <p14:tracePt t="28841" x="5607050" y="3822700"/>
          <p14:tracePt t="28857" x="5403850" y="3810000"/>
          <p14:tracePt t="28874" x="5289550" y="3797300"/>
          <p14:tracePt t="28890" x="5016500" y="3790950"/>
          <p14:tracePt t="28907" x="4737100" y="3778250"/>
          <p14:tracePt t="28925" x="4521200" y="3778250"/>
          <p14:tracePt t="28941" x="4432300" y="3765550"/>
          <p14:tracePt t="28957" x="4368800" y="3765550"/>
          <p14:tracePt t="28974" x="4254500" y="3759200"/>
          <p14:tracePt t="28990" x="4235450" y="3759200"/>
          <p14:tracePt t="29007" x="4203700" y="3759200"/>
          <p14:tracePt t="29024" x="4171950" y="3752850"/>
          <p14:tracePt t="29040" x="4133850" y="3746500"/>
          <p14:tracePt t="29059" x="4095750" y="3740150"/>
          <p14:tracePt t="29074" x="4076700" y="3740150"/>
          <p14:tracePt t="29090" x="4051300" y="3733800"/>
          <p14:tracePt t="29108" x="4038600" y="3721100"/>
          <p14:tracePt t="29123" x="4025900" y="3721100"/>
          <p14:tracePt t="29140" x="4000500" y="3714750"/>
          <p14:tracePt t="29157" x="3962400" y="3708400"/>
          <p14:tracePt t="29173" x="3943350" y="3708400"/>
          <p14:tracePt t="29190" x="3886200" y="3708400"/>
          <p14:tracePt t="29206" x="3790950" y="3689350"/>
          <p14:tracePt t="29223" x="3740150" y="3689350"/>
          <p14:tracePt t="29241" x="3619500" y="3670300"/>
          <p14:tracePt t="29256" x="3530600" y="3663950"/>
          <p14:tracePt t="29273" x="3486150" y="3657600"/>
          <p14:tracePt t="29290" x="3429000" y="3638550"/>
          <p14:tracePt t="29305" x="3403600" y="3632200"/>
          <p14:tracePt t="29322" x="3390900" y="3625850"/>
          <p14:tracePt t="29340" x="3378200" y="3619500"/>
          <p14:tracePt t="29356" x="3365500" y="3613150"/>
          <p14:tracePt t="29373" x="3352800" y="3600450"/>
          <p14:tracePt t="29389" x="3340100" y="3587750"/>
          <p14:tracePt t="29405" x="3327400" y="3575050"/>
          <p14:tracePt t="29422" x="3314700" y="3568700"/>
          <p14:tracePt t="29439" x="3302000" y="3549650"/>
          <p14:tracePt t="29455" x="3295650" y="3543300"/>
          <p14:tracePt t="29472" x="3289300" y="3536950"/>
          <p14:tracePt t="29489" x="3282950" y="3530600"/>
          <p14:tracePt t="29508" x="3276600" y="3524250"/>
          <p14:tracePt t="29578" x="3270250" y="3517900"/>
          <p14:tracePt t="29599" x="3270250" y="3511550"/>
          <p14:tracePt t="29620" x="3263900" y="3505200"/>
          <p14:tracePt t="29640" x="3257550" y="3498850"/>
          <p14:tracePt t="29669" x="3244850" y="3492500"/>
          <p14:tracePt t="29697" x="3232150" y="3492500"/>
          <p14:tracePt t="29711" x="3219450" y="3492500"/>
          <p14:tracePt t="29718" x="3206750" y="3492500"/>
          <p14:tracePt t="29732" x="3187700" y="3492500"/>
          <p14:tracePt t="29740" x="3155950" y="3492500"/>
          <p14:tracePt t="29754" x="3136900" y="3492500"/>
          <p14:tracePt t="29771" x="3086100" y="3492500"/>
          <p14:tracePt t="29789" x="3041650" y="3492500"/>
          <p14:tracePt t="29804" x="3009900" y="3498850"/>
          <p14:tracePt t="29820" x="2959100" y="3511550"/>
          <p14:tracePt t="29838" x="2927350" y="3524250"/>
          <p14:tracePt t="29854" x="2914650" y="3530600"/>
          <p14:tracePt t="29870" x="2908300" y="3530600"/>
          <p14:tracePt t="29887" x="2889250" y="3530600"/>
          <p14:tracePt t="29929" x="2889250" y="3524250"/>
          <p14:tracePt t="29950" x="2889250" y="3517900"/>
          <p14:tracePt t="29992" x="2889250" y="3511550"/>
          <p14:tracePt t="29998" x="2889250" y="3505200"/>
          <p14:tracePt t="30027" x="2882900" y="3505200"/>
          <p14:tracePt t="30048" x="2876550" y="3505200"/>
          <p14:tracePt t="30062" x="2870200" y="3505200"/>
          <p14:tracePt t="30068" x="2863850" y="3505200"/>
          <p14:tracePt t="30083" x="2857500" y="3498850"/>
          <p14:tracePt t="30097" x="2844800" y="3498850"/>
          <p14:tracePt t="30118" x="2832100" y="3498850"/>
          <p14:tracePt t="30132" x="2819400" y="3498850"/>
          <p14:tracePt t="30139" x="2806700" y="3498850"/>
          <p14:tracePt t="30156" x="2787650" y="3498850"/>
          <p14:tracePt t="30169" x="2749550" y="3505200"/>
          <p14:tracePt t="30186" x="2736850" y="3505200"/>
          <p14:tracePt t="30203" x="2705100" y="3511550"/>
          <p14:tracePt t="30219" x="2698750" y="3517900"/>
          <p14:tracePt t="30237" x="2673350" y="3524250"/>
          <p14:tracePt t="30252" x="2660650" y="3530600"/>
          <p14:tracePt t="30269" x="2647950" y="3530600"/>
          <p14:tracePt t="30286" x="2609850" y="3549650"/>
          <p14:tracePt t="30302" x="2590800" y="3549650"/>
          <p14:tracePt t="30319" x="2565400" y="3556000"/>
          <p14:tracePt t="30336" x="2527300" y="3568700"/>
          <p14:tracePt t="30352" x="2501900" y="3575050"/>
          <p14:tracePt t="30369" x="2489200" y="3581400"/>
          <p14:tracePt t="30385" x="2470150" y="3587750"/>
          <p14:tracePt t="30402" x="2463800" y="3587750"/>
          <p14:tracePt t="30435" x="2457450" y="3587750"/>
          <p14:tracePt t="30532" x="2457450" y="3594100"/>
          <p14:tracePt t="30553" x="2451100" y="3600450"/>
          <p14:tracePt t="30560" x="2444750" y="3600450"/>
          <p14:tracePt t="30574" x="2432050" y="3606800"/>
          <p14:tracePt t="30584" x="2425700" y="3606800"/>
          <p14:tracePt t="30602" x="2406650" y="3606800"/>
          <p14:tracePt t="30618" x="2355850" y="3625850"/>
          <p14:tracePt t="30635" x="2292350" y="3632200"/>
          <p14:tracePt t="30651" x="2228850" y="3638550"/>
          <p14:tracePt t="30668" x="2203450" y="3638550"/>
          <p14:tracePt t="30684" x="2146300" y="3638550"/>
          <p14:tracePt t="30701" x="2095500" y="3638550"/>
          <p14:tracePt t="30718" x="2070100" y="3638550"/>
          <p14:tracePt t="30735" x="2006600" y="3638550"/>
          <p14:tracePt t="30751" x="1949450" y="3606800"/>
          <p14:tracePt t="30768" x="1905000" y="3587750"/>
          <p14:tracePt t="30785" x="1816100" y="3543300"/>
          <p14:tracePt t="30801" x="1714500" y="3498850"/>
          <p14:tracePt t="30817" x="1676400" y="3479800"/>
          <p14:tracePt t="30834" x="1600200" y="3460750"/>
          <p14:tracePt t="30850" x="1581150" y="3454400"/>
          <p14:tracePt t="30867" x="1530350" y="3435350"/>
          <p14:tracePt t="30884" x="1504950" y="3429000"/>
          <p14:tracePt t="30900" x="1492250" y="3416300"/>
          <p14:tracePt t="30917" x="1479550" y="3403600"/>
          <p14:tracePt t="30933" x="1466850" y="3403600"/>
          <p14:tracePt t="31002" x="1460500" y="3403600"/>
          <p14:tracePt t="31072" x="1473200" y="3409950"/>
          <p14:tracePt t="31092" x="1479550" y="3409950"/>
          <p14:tracePt t="31101" x="1485900" y="3409950"/>
          <p14:tracePt t="31114" x="1492250" y="3409950"/>
          <p14:tracePt t="31135" x="1498600" y="3409950"/>
          <p14:tracePt t="31150" x="1511300" y="3409950"/>
          <p14:tracePt t="31163" x="1530350" y="3409950"/>
          <p14:tracePt t="31170" x="1562100" y="3416300"/>
          <p14:tracePt t="31186" x="1593850" y="3416300"/>
          <p14:tracePt t="31199" x="1638300" y="3429000"/>
          <p14:tracePt t="31215" x="1758950" y="3448050"/>
          <p14:tracePt t="31233" x="1905000" y="3467100"/>
          <p14:tracePt t="31249" x="1968500" y="3473450"/>
          <p14:tracePt t="31266" x="2095500" y="3486150"/>
          <p14:tracePt t="31283" x="2203450" y="3486150"/>
          <p14:tracePt t="31299" x="2241550" y="3486150"/>
          <p14:tracePt t="31316" x="2324100" y="3473450"/>
          <p14:tracePt t="31332" x="2393950" y="3454400"/>
          <p14:tracePt t="31349" x="2438400" y="3448050"/>
          <p14:tracePt t="31366" x="2476500" y="3441700"/>
          <p14:tracePt t="31382" x="2508250" y="3441700"/>
          <p14:tracePt t="31399" x="2527300" y="3441700"/>
          <p14:tracePt t="31416" x="2552700" y="3435350"/>
          <p14:tracePt t="31432" x="2565400" y="3435350"/>
          <p14:tracePt t="31448" x="2571750" y="3435350"/>
          <p14:tracePt t="31465" x="2584450" y="3435350"/>
          <p14:tracePt t="31498" x="2590800" y="3435350"/>
          <p14:tracePt t="31521" x="2597150" y="3435350"/>
          <p14:tracePt t="31535" x="2603500" y="3435350"/>
          <p14:tracePt t="31570" x="2609850" y="3435350"/>
          <p14:tracePt t="31612" x="2616200" y="3435350"/>
          <p14:tracePt t="31668" x="2616200" y="3441700"/>
          <p14:tracePt t="31690" x="2616200" y="3448050"/>
          <p14:tracePt t="32647" x="2590800" y="3448050"/>
          <p14:tracePt t="32655" x="2540000" y="3454400"/>
          <p14:tracePt t="32669" x="2489200" y="3460750"/>
          <p14:tracePt t="32677" x="2438400" y="3460750"/>
          <p14:tracePt t="32695" x="2381250" y="3473450"/>
          <p14:tracePt t="32711" x="2260600" y="3492500"/>
          <p14:tracePt t="32727" x="2159000" y="3505200"/>
          <p14:tracePt t="32744" x="2114550" y="3517900"/>
          <p14:tracePt t="32760" x="2063750" y="3517900"/>
          <p14:tracePt t="32777" x="2038350" y="3517900"/>
          <p14:tracePt t="32795" x="2025650" y="3517900"/>
          <p14:tracePt t="32811" x="2019300" y="3517900"/>
          <p14:tracePt t="32827" x="2000250" y="3517900"/>
          <p14:tracePt t="32844" x="1987550" y="3511550"/>
          <p14:tracePt t="32880" x="1981200" y="3511550"/>
          <p14:tracePt t="32895" x="1974850" y="3511550"/>
          <p14:tracePt t="32914" x="1968500" y="3505200"/>
          <p14:tracePt t="33145" x="1974850" y="3505200"/>
          <p14:tracePt t="33161" x="1981200" y="3505200"/>
          <p14:tracePt t="33188" x="1993900" y="3505200"/>
          <p14:tracePt t="33194" x="2000250" y="3511550"/>
          <p14:tracePt t="33210" x="2012950" y="3511550"/>
          <p14:tracePt t="33215" x="2032000" y="3511550"/>
          <p14:tracePt t="33230" x="2063750" y="3511550"/>
          <p14:tracePt t="33242" x="2108200" y="3511550"/>
          <p14:tracePt t="33258" x="2203450" y="3517900"/>
          <p14:tracePt t="33275" x="2266950" y="3517900"/>
          <p14:tracePt t="33293" x="2368550" y="3517900"/>
          <p14:tracePt t="33309" x="2463800" y="3517900"/>
          <p14:tracePt t="33325" x="2482850" y="3517900"/>
          <p14:tracePt t="33342" x="2520950" y="3517900"/>
          <p14:tracePt t="33358" x="2546350" y="3517900"/>
          <p14:tracePt t="33375" x="2552700" y="3524250"/>
          <p14:tracePt t="33392" x="2565400" y="3524250"/>
          <p14:tracePt t="33424" x="2565400" y="3530600"/>
          <p14:tracePt t="33616" x="2571750" y="3530600"/>
          <p14:tracePt t="33650" x="2578100" y="3530600"/>
          <p14:tracePt t="33665" x="2584450" y="3530600"/>
          <p14:tracePt t="33678" x="2597150" y="3530600"/>
          <p14:tracePt t="33686" x="2603500" y="3530600"/>
          <p14:tracePt t="33699" x="2609850" y="3530600"/>
          <p14:tracePt t="33708" x="2635250" y="3530600"/>
          <p14:tracePt t="33723" x="2660650" y="3530600"/>
          <p14:tracePt t="33741" x="2730500" y="3530600"/>
          <p14:tracePt t="33757" x="2819400" y="3530600"/>
          <p14:tracePt t="33774" x="2857500" y="3530600"/>
          <p14:tracePt t="33791" x="2927350" y="3530600"/>
          <p14:tracePt t="33807" x="2978150" y="3530600"/>
          <p14:tracePt t="33824" x="2984500" y="3530600"/>
          <p14:tracePt t="33840" x="3009900" y="3524250"/>
          <p14:tracePt t="33857" x="3016250" y="3524250"/>
          <p14:tracePt t="33873" x="3028950" y="3524250"/>
          <p14:tracePt t="33987" x="3022600" y="3524250"/>
          <p14:tracePt t="34099" x="3016250" y="3524250"/>
          <p14:tracePt t="34148" x="3009900" y="3524250"/>
          <p14:tracePt t="34170" x="3003550" y="3524250"/>
          <p14:tracePt t="34176" x="2997200" y="3524250"/>
          <p14:tracePt t="34192" x="2990850" y="3524250"/>
          <p14:tracePt t="34205" x="2971800" y="3524250"/>
          <p14:tracePt t="34222" x="2921000" y="3524250"/>
          <p14:tracePt t="34240" x="2813050" y="3536950"/>
          <p14:tracePt t="34255" x="2724150" y="3536950"/>
          <p14:tracePt t="34272" x="2514600" y="3556000"/>
          <p14:tracePt t="34289" x="2311400" y="3568700"/>
          <p14:tracePt t="34305" x="2197100" y="3575050"/>
          <p14:tracePt t="34322" x="1993900" y="3587750"/>
          <p14:tracePt t="34339" x="1816100" y="3606800"/>
          <p14:tracePt t="34354" x="1739900" y="3619500"/>
          <p14:tracePt t="34372" x="1619250" y="3625850"/>
          <p14:tracePt t="34388" x="1562100" y="3625850"/>
          <p14:tracePt t="34405" x="1536700" y="3632200"/>
          <p14:tracePt t="34422" x="1524000" y="3632200"/>
          <p14:tracePt t="34499" x="1524000" y="3625850"/>
          <p14:tracePt t="34570" x="1524000" y="3619500"/>
          <p14:tracePt t="34618" x="1517650" y="3619500"/>
          <p14:tracePt t="34661" x="1511300" y="3613150"/>
          <p14:tracePt t="34668" x="1504950" y="3613150"/>
          <p14:tracePt t="34689" x="1498600" y="3606800"/>
          <p14:tracePt t="34710" x="1492250" y="3606800"/>
          <p14:tracePt t="34717" x="1492250" y="3600450"/>
          <p14:tracePt t="34738" x="1485900" y="3594100"/>
          <p14:tracePt t="34752" x="1473200" y="3594100"/>
          <p14:tracePt t="34759" x="1466850" y="3594100"/>
          <p14:tracePt t="34770" x="1454150" y="3587750"/>
          <p14:tracePt t="34787" x="1409700" y="3562350"/>
          <p14:tracePt t="34803" x="1390650" y="3549650"/>
          <p14:tracePt t="34820" x="1371600" y="3536950"/>
          <p14:tracePt t="34837" x="1314450" y="3498850"/>
          <p14:tracePt t="34853" x="1282700" y="3479800"/>
          <p14:tracePt t="34870" x="1263650" y="3460750"/>
          <p14:tracePt t="34886" x="1244600" y="3454400"/>
          <p14:tracePt t="34903" x="1231900" y="3448050"/>
          <p14:tracePt t="34920" x="1225550" y="3448050"/>
          <p14:tracePt t="34997" x="1219200" y="3448050"/>
          <p14:tracePt t="35039" x="1219200" y="3454400"/>
          <p14:tracePt t="35243" x="1219200" y="3460750"/>
          <p14:tracePt t="35264" x="1225550" y="3460750"/>
          <p14:tracePt t="35278" x="1231900" y="3467100"/>
          <p14:tracePt t="35306" x="1238250" y="3467100"/>
          <p14:tracePt t="35313" x="1244600" y="3467100"/>
          <p14:tracePt t="35328" x="1250950" y="3467100"/>
          <p14:tracePt t="35355" x="1257300" y="3467100"/>
          <p14:tracePt t="35377" x="1263650" y="3473450"/>
          <p14:tracePt t="35405" x="1270000" y="3479800"/>
          <p14:tracePt t="35447" x="1276350" y="3479800"/>
          <p14:tracePt t="35531" x="1270000" y="3479800"/>
          <p14:tracePt t="35545" x="1263650" y="3479800"/>
          <p14:tracePt t="35566" x="1257300" y="3479800"/>
          <p14:tracePt t="35601" x="1250950" y="3479800"/>
          <p14:tracePt t="35608" x="1244600" y="3479800"/>
          <p14:tracePt t="35617" x="1231900" y="3479800"/>
          <p14:tracePt t="35634" x="1225550" y="3479800"/>
          <p14:tracePt t="35651" x="1193800" y="3479800"/>
          <p14:tracePt t="35667" x="1174750" y="3479800"/>
          <p14:tracePt t="35685" x="1104900" y="3492500"/>
          <p14:tracePt t="35702" x="1085850" y="3492500"/>
          <p14:tracePt t="35716" x="1066800" y="3492500"/>
          <p14:tracePt t="35734" x="1041400" y="3498850"/>
          <p14:tracePt t="35750" x="1022350" y="3498850"/>
          <p14:tracePt t="35767" x="1016000" y="3498850"/>
          <p14:tracePt t="35800" x="1022350" y="3498850"/>
          <p14:tracePt t="35816" x="1028700" y="3498850"/>
          <p14:tracePt t="35833" x="1041400" y="3498850"/>
          <p14:tracePt t="35850" x="1060450" y="3498850"/>
          <p14:tracePt t="35867" x="1104900" y="3498850"/>
          <p14:tracePt t="35883" x="1123950" y="3498850"/>
          <p14:tracePt t="35900" x="1181100" y="3498850"/>
          <p14:tracePt t="35917" x="1231900" y="3498850"/>
          <p14:tracePt t="35933" x="1238250" y="3498850"/>
          <p14:tracePt t="35949" x="1270000" y="3498850"/>
          <p14:tracePt t="35966" x="1282700" y="3498850"/>
          <p14:tracePt t="36000" x="1289050" y="3498850"/>
          <p14:tracePt t="36106" x="1295400" y="3498850"/>
          <p14:tracePt t="36359" x="1301750" y="3498850"/>
          <p14:tracePt t="36373" x="1308100" y="3498850"/>
          <p14:tracePt t="36387" x="1320800" y="3498850"/>
          <p14:tracePt t="36401" x="1327150" y="3505200"/>
          <p14:tracePt t="36408" x="1339850" y="3505200"/>
          <p14:tracePt t="36422" x="1358900" y="3505200"/>
          <p14:tracePt t="36431" x="1371600" y="3505200"/>
          <p14:tracePt t="36448" x="1390650" y="3505200"/>
          <p14:tracePt t="36464" x="1441450" y="3505200"/>
          <p14:tracePt t="36481" x="1492250" y="3505200"/>
          <p14:tracePt t="36498" x="1511300" y="3505200"/>
          <p14:tracePt t="36514" x="1543050" y="3505200"/>
          <p14:tracePt t="36531" x="1568450" y="3492500"/>
          <p14:tracePt t="36548" x="1574800" y="3492500"/>
          <p14:tracePt t="36564" x="1587500" y="3486150"/>
          <p14:tracePt t="37083" x="1587500" y="3498850"/>
          <p14:tracePt t="37089" x="1593850" y="3505200"/>
          <p14:tracePt t="37103" x="1600200" y="3517900"/>
          <p14:tracePt t="37112" x="1612900" y="3524250"/>
          <p14:tracePt t="37129" x="1619250" y="3536950"/>
          <p14:tracePt t="37146" x="1670050" y="3575050"/>
          <p14:tracePt t="37162" x="1733550" y="3613150"/>
          <p14:tracePt t="37179" x="1790700" y="3644900"/>
          <p14:tracePt t="37195" x="1936750" y="3683000"/>
          <p14:tracePt t="37212" x="2108200" y="3708400"/>
          <p14:tracePt t="37229" x="2286000" y="3733800"/>
          <p14:tracePt t="37245" x="2349500" y="3740150"/>
          <p14:tracePt t="37262" x="2425700" y="3740150"/>
          <p14:tracePt t="37279" x="2635250" y="3740150"/>
          <p14:tracePt t="37294" x="2692400" y="3727450"/>
          <p14:tracePt t="37311" x="2730500" y="3721100"/>
          <p14:tracePt t="37328" x="2774950" y="3683000"/>
          <p14:tracePt t="37345" x="2806700" y="3651250"/>
          <p14:tracePt t="37361" x="2819400" y="3638550"/>
          <p14:tracePt t="37378" x="2832100" y="3606800"/>
          <p14:tracePt t="37394" x="2838450" y="3581400"/>
          <p14:tracePt t="37413" x="2844800" y="3568700"/>
          <p14:tracePt t="37444" x="2844800" y="3562350"/>
          <p14:tracePt t="37581" x="2851150" y="3562350"/>
          <p14:tracePt t="37616" x="2857500" y="3562350"/>
          <p14:tracePt t="37651" x="2857500" y="3568700"/>
          <p14:tracePt t="37672" x="2857500" y="3575050"/>
          <p14:tracePt t="37693" x="2857500" y="3581400"/>
          <p14:tracePt t="37700" x="2863850" y="3581400"/>
          <p14:tracePt t="37714" x="2870200" y="3587750"/>
          <p14:tracePt t="37735" x="2876550" y="3594100"/>
          <p14:tracePt t="37744" x="2882900" y="3594100"/>
          <p14:tracePt t="37760" x="2889250" y="3594100"/>
          <p14:tracePt t="37777" x="2927350" y="3613150"/>
          <p14:tracePt t="37793" x="3009900" y="3625850"/>
          <p14:tracePt t="37809" x="3060700" y="3638550"/>
          <p14:tracePt t="37827" x="3206750" y="3663950"/>
          <p14:tracePt t="37843" x="3384550" y="3695700"/>
          <p14:tracePt t="37860" x="3479800" y="3714750"/>
          <p14:tracePt t="37876" x="3683000" y="3746500"/>
          <p14:tracePt t="37893" x="3759200" y="3752850"/>
          <p14:tracePt t="37910" x="3968750" y="3790950"/>
          <p14:tracePt t="37926" x="4025900" y="3810000"/>
          <p14:tracePt t="37943" x="4070350" y="3822700"/>
          <p14:tracePt t="37959" x="4114800" y="3835400"/>
          <p14:tracePt t="37976" x="4140200" y="3841750"/>
          <p14:tracePt t="37992" x="4152900" y="3841750"/>
          <p14:tracePt t="38009" x="4165600" y="3841750"/>
          <p14:tracePt t="38026" x="4178300" y="3841750"/>
          <p14:tracePt t="38043" x="4197350" y="3841750"/>
          <p14:tracePt t="38059" x="4203700" y="3841750"/>
          <p14:tracePt t="38075" x="4229100" y="3841750"/>
          <p14:tracePt t="38093" x="4279900" y="3841750"/>
          <p14:tracePt t="38109" x="4318000" y="3841750"/>
          <p14:tracePt t="38125" x="4419600" y="3841750"/>
          <p14:tracePt t="38142" x="4572000" y="3841750"/>
          <p14:tracePt t="38159" x="4660900" y="3841750"/>
          <p14:tracePt t="38175" x="4762500" y="3841750"/>
          <p14:tracePt t="38191" x="5029200" y="3841750"/>
          <p14:tracePt t="38209" x="5105400" y="3835400"/>
          <p14:tracePt t="38226" x="5251450" y="3835400"/>
          <p14:tracePt t="38241" x="5302250" y="3835400"/>
          <p14:tracePt t="38259" x="5391150" y="3835400"/>
          <p14:tracePt t="38275" x="5441950" y="3835400"/>
          <p14:tracePt t="38291" x="5461000" y="3835400"/>
          <p14:tracePt t="38308" x="5480050" y="3841750"/>
          <p14:tracePt t="38341" x="5480050" y="3848100"/>
          <p14:tracePt t="38373" x="5473700" y="3848100"/>
          <p14:tracePt t="38465" x="5480050" y="3854450"/>
          <p14:tracePt t="38471" x="5492750" y="3854450"/>
          <p14:tracePt t="38486" x="5499100" y="3854450"/>
          <p14:tracePt t="38494" x="5505450" y="3854450"/>
          <p14:tracePt t="38508" x="5518150" y="3854450"/>
          <p14:tracePt t="38524" x="5543550" y="3854450"/>
          <p14:tracePt t="38542" x="5581650" y="3867150"/>
          <p14:tracePt t="38557" x="5664200" y="3886200"/>
          <p14:tracePt t="38574" x="5702300" y="3898900"/>
          <p14:tracePt t="38591" x="5822950" y="3905250"/>
          <p14:tracePt t="38607" x="5956300" y="3924300"/>
          <p14:tracePt t="38624" x="6007100" y="3924300"/>
          <p14:tracePt t="38640" x="6108700" y="3924300"/>
          <p14:tracePt t="38657" x="6178550" y="3924300"/>
          <p14:tracePt t="38673" x="6197600" y="3924300"/>
          <p14:tracePt t="38691" x="6235700" y="3924300"/>
          <p14:tracePt t="38707" x="6261100" y="3924300"/>
          <p14:tracePt t="38724" x="6299200" y="3924300"/>
          <p14:tracePt t="38740" x="6330950" y="3924300"/>
          <p14:tracePt t="38756" x="6350000" y="3924300"/>
          <p14:tracePt t="38774" x="6407150" y="3930650"/>
          <p14:tracePt t="38790" x="6445250" y="3937000"/>
          <p14:tracePt t="38807" x="6477000" y="3943350"/>
          <p14:tracePt t="38823" x="6521450" y="3943350"/>
          <p14:tracePt t="38839" x="6565900" y="3949700"/>
          <p14:tracePt t="38856" x="6584950" y="3949700"/>
          <p14:tracePt t="38873" x="6610350" y="3949700"/>
          <p14:tracePt t="38890" x="6635750" y="3962400"/>
          <p14:tracePt t="38907" x="6648450" y="3962400"/>
          <p14:tracePt t="38939" x="6654800" y="3968750"/>
          <p14:tracePt t="38956" x="6661150" y="3975100"/>
          <p14:tracePt t="38972" x="6667500" y="397510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26440"/>
            <a:ext cx="9067800" cy="61315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 smtClean="0"/>
              <a:t>They are similar, but: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ja-JP" sz="320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ja-JP" sz="3200" dirty="0" err="1" smtClean="0"/>
              <a:t>s</a:t>
            </a:r>
            <a:r>
              <a:rPr lang="en-US" altLang="ja-JP" sz="3200" dirty="0" smtClean="0"/>
              <a:t> have access to class attributes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ja-JP" sz="320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ja-JP" sz="3200" dirty="0" err="1" smtClean="0"/>
              <a:t>s</a:t>
            </a:r>
            <a:r>
              <a:rPr lang="en-US" altLang="ja-JP" sz="3200" dirty="0" smtClean="0"/>
              <a:t> don’t have direct access </a:t>
            </a:r>
            <a:r>
              <a:rPr lang="en-US" altLang="ja-JP" sz="3200" dirty="0" smtClean="0"/>
              <a:t/>
            </a:r>
            <a:br>
              <a:rPr lang="en-US" altLang="ja-JP" sz="3200" dirty="0" smtClean="0"/>
            </a:br>
            <a:r>
              <a:rPr lang="en-US" altLang="ja-JP" sz="3200" dirty="0" smtClean="0"/>
              <a:t>to </a:t>
            </a:r>
            <a:r>
              <a:rPr lang="en-US" altLang="ja-JP" sz="3200" dirty="0" smtClean="0"/>
              <a:t>these attributes. </a:t>
            </a:r>
          </a:p>
          <a:p>
            <a:pPr lvl="2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ja-JP" sz="2800" dirty="0" smtClean="0"/>
              <a:t>But recall </a:t>
            </a:r>
            <a:r>
              <a:rPr lang="en-US" altLang="ja-JP" sz="2800" dirty="0" smtClean="0"/>
              <a:t>slide </a:t>
            </a:r>
            <a:r>
              <a:rPr lang="en-US" altLang="ja-JP" sz="2800" dirty="0" smtClean="0"/>
              <a:t>16 </a:t>
            </a:r>
            <a:r>
              <a:rPr lang="en-US" altLang="ja-JP" sz="2800" dirty="0" smtClean="0"/>
              <a:t>and see how it accessed the </a:t>
            </a:r>
            <a:r>
              <a:rPr lang="en-US" altLang="ja-JP" sz="3200" dirty="0" smtClean="0">
                <a:latin typeface="Lucida Console" panose="020B0609040504020204" pitchFamily="49" charset="0"/>
              </a:rPr>
              <a:t>total</a:t>
            </a:r>
            <a:r>
              <a:rPr lang="en-US" altLang="ja-JP" sz="3200" dirty="0" smtClean="0"/>
              <a:t> </a:t>
            </a:r>
            <a:r>
              <a:rPr lang="en-US" altLang="ja-JP" sz="2800" dirty="0" smtClean="0"/>
              <a:t>attribute indirectly through </a:t>
            </a:r>
            <a:r>
              <a:rPr lang="en-US" altLang="ja-JP" sz="3200" dirty="0" smtClean="0">
                <a:latin typeface="Lucida Console" panose="020B0609040504020204" pitchFamily="49" charset="0"/>
              </a:rPr>
              <a:t>Critter</a:t>
            </a:r>
            <a:r>
              <a:rPr lang="en-US" altLang="ja-JP" sz="2800" dirty="0" smtClean="0"/>
              <a:t>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spc="-100" dirty="0" smtClean="0">
                <a:latin typeface="Lucida Console" panose="020B0609040504020204" pitchFamily="49" charset="0"/>
              </a:rPr>
              <a:t>       class Critter():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spc="-100" dirty="0">
                <a:latin typeface="Lucida Console" panose="020B0609040504020204" pitchFamily="49" charset="0"/>
              </a:rPr>
              <a:t> 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          total=0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spc="-100" dirty="0" smtClean="0">
                <a:latin typeface="Lucida Console" panose="020B0609040504020204" pitchFamily="49" charset="0"/>
              </a:rPr>
              <a:t>           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 status():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spc="-100" dirty="0" smtClean="0">
                <a:latin typeface="Lucida Console" panose="020B0609040504020204" pitchFamily="49" charset="0"/>
              </a:rPr>
              <a:t>              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print("Total critters",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Critter.total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)</a:t>
            </a:r>
            <a:endParaRPr lang="en-US" altLang="en-US" sz="1400" spc="-100" dirty="0" smtClean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spc="-100" dirty="0" smtClean="0">
                <a:latin typeface="Lucida Console" panose="020B0609040504020204" pitchFamily="49" charset="0"/>
              </a:rPr>
              <a:t>           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status = </a:t>
            </a:r>
            <a:r>
              <a:rPr lang="en-US" altLang="en-US" sz="2400" spc="-1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(status)</a:t>
            </a:r>
          </a:p>
          <a:p>
            <a:pPr lvl="2" eaLnBrk="1" hangingPunct="1">
              <a:spcBef>
                <a:spcPts val="0"/>
              </a:spcBef>
            </a:pPr>
            <a:endParaRPr lang="en-US" altLang="ja-JP" sz="32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err="1"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 smtClean="0">
                <a:latin typeface="MS PGothic" panose="020B0600070205080204" pitchFamily="34" charset="-128"/>
              </a:rPr>
              <a:t>(</a:t>
            </a:r>
            <a:r>
              <a:rPr lang="en-US" altLang="en-US" sz="1100" b="1" dirty="0" smtClean="0">
                <a:latin typeface="MS PGothic" panose="020B0600070205080204" pitchFamily="34" charset="-128"/>
              </a:rPr>
              <a:t> </a:t>
            </a:r>
            <a:r>
              <a:rPr lang="en-US" altLang="en-US" sz="4000" b="1" dirty="0" smtClean="0">
                <a:latin typeface="MS PGothic" panose="020B0600070205080204" pitchFamily="34" charset="-128"/>
              </a:rPr>
              <a:t>)</a:t>
            </a:r>
            <a:r>
              <a:rPr lang="en-US" alt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 err="1" smtClean="0"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 smtClean="0">
                <a:latin typeface="MS PGothic" panose="020B0600070205080204" pitchFamily="34" charset="-128"/>
              </a:rPr>
              <a:t>(</a:t>
            </a:r>
            <a:r>
              <a:rPr lang="en-US" altLang="en-US" sz="1100" b="1" dirty="0" smtClean="0"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latin typeface="MS PGothic" panose="020B0600070205080204" pitchFamily="34" charset="-128"/>
              </a:rPr>
              <a:t>)</a:t>
            </a:r>
            <a:endParaRPr lang="en-US" altLang="en-US" sz="40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94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297"/>
    </mc:Choice>
    <mc:Fallback>
      <p:transition spd="slow" advTm="32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06" x="6667500" y="3968750"/>
          <p14:tracePt t="3520" x="6667500" y="3956050"/>
          <p14:tracePt t="3527" x="6667500" y="3943350"/>
          <p14:tracePt t="3533" x="6654800" y="3937000"/>
          <p14:tracePt t="3546" x="6648450" y="3911600"/>
          <p14:tracePt t="3564" x="6610350" y="3860800"/>
          <p14:tracePt t="3579" x="6565900" y="3784600"/>
          <p14:tracePt t="3597" x="6457950" y="3625850"/>
          <p14:tracePt t="3612" x="6356350" y="3473450"/>
          <p14:tracePt t="3629" x="6248400" y="3340100"/>
          <p14:tracePt t="3646" x="6083300" y="3187700"/>
          <p14:tracePt t="3662" x="5981700" y="3079750"/>
          <p14:tracePt t="3678" x="5861050" y="2997200"/>
          <p14:tracePt t="3695" x="5746750" y="2895600"/>
          <p14:tracePt t="3712" x="5683250" y="2838450"/>
          <p14:tracePt t="3729" x="5626100" y="2794000"/>
          <p14:tracePt t="3745" x="5581650" y="2762250"/>
          <p14:tracePt t="3761" x="5543550" y="2749550"/>
          <p14:tracePt t="3779" x="5480050" y="2711450"/>
          <p14:tracePt t="3795" x="5429250" y="2686050"/>
          <p14:tracePt t="3811" x="5365750" y="2654300"/>
          <p14:tracePt t="3828" x="5302250" y="2628900"/>
          <p14:tracePt t="3844" x="5257800" y="2597150"/>
          <p14:tracePt t="3861" x="5194300" y="2546350"/>
          <p14:tracePt t="3878" x="5073650" y="2451100"/>
          <p14:tracePt t="3894" x="4965700" y="2368550"/>
          <p14:tracePt t="3911" x="4826000" y="2241550"/>
          <p14:tracePt t="3928" x="4610100" y="2063750"/>
          <p14:tracePt t="3944" x="4483100" y="1930400"/>
          <p14:tracePt t="3961" x="4229100" y="1701800"/>
          <p14:tracePt t="3977" x="4102100" y="1568450"/>
          <p14:tracePt t="3994" x="4006850" y="1485900"/>
          <p14:tracePt t="4011" x="3905250" y="1358900"/>
          <p14:tracePt t="4027" x="3854450" y="1333500"/>
          <p14:tracePt t="4044" x="3803650" y="1282700"/>
          <p14:tracePt t="4060" x="3695700" y="1168400"/>
          <p14:tracePt t="4077" x="3644900" y="1111250"/>
          <p14:tracePt t="4094" x="3600450" y="1041400"/>
          <p14:tracePt t="4110" x="3587750" y="990600"/>
          <p14:tracePt t="4127" x="3562350" y="971550"/>
          <p14:tracePt t="4144" x="3530600" y="920750"/>
          <p14:tracePt t="4160" x="3473450" y="844550"/>
          <p14:tracePt t="4177" x="3429000" y="793750"/>
          <p14:tracePt t="4194" x="3321050" y="666750"/>
          <p14:tracePt t="4211" x="3282950" y="596900"/>
          <p14:tracePt t="4228" x="3206750" y="533400"/>
          <p14:tracePt t="4243" x="3206750" y="527050"/>
          <p14:tracePt t="4260" x="3206750" y="520700"/>
          <p14:tracePt t="4340" x="3206750" y="527050"/>
          <p14:tracePt t="4354" x="3206750" y="533400"/>
          <p14:tracePt t="4362" x="3206750" y="539750"/>
          <p14:tracePt t="4382" x="3206750" y="546100"/>
          <p14:tracePt t="4392" x="3206750" y="552450"/>
          <p14:tracePt t="4410" x="3213100" y="565150"/>
          <p14:tracePt t="4425" x="3232150" y="577850"/>
          <p14:tracePt t="4442" x="3276600" y="622300"/>
          <p14:tracePt t="4460" x="3448050" y="692150"/>
          <p14:tracePt t="4476" x="3581400" y="749300"/>
          <p14:tracePt t="4492" x="3746500" y="812800"/>
          <p14:tracePt t="4510" x="4235450" y="933450"/>
          <p14:tracePt t="4526" x="4362450" y="952500"/>
          <p14:tracePt t="4542" x="4489450" y="977900"/>
          <p14:tracePt t="4559" x="4692650" y="996950"/>
          <p14:tracePt t="4575" x="4832350" y="996950"/>
          <p14:tracePt t="4593" x="4914900" y="996950"/>
          <p14:tracePt t="4609" x="4940300" y="996950"/>
          <p14:tracePt t="4625" x="4965700" y="996950"/>
          <p14:tracePt t="4641" x="4972050" y="996950"/>
          <p14:tracePt t="4691" x="4972050" y="1003300"/>
          <p14:tracePt t="4712" x="4959350" y="1003300"/>
          <p14:tracePt t="4718" x="4953000" y="1003300"/>
          <p14:tracePt t="4733" x="4946650" y="1003300"/>
          <p14:tracePt t="4754" x="4940300" y="1009650"/>
          <p14:tracePt t="4761" x="4933950" y="1009650"/>
          <p14:tracePt t="4775" x="4914900" y="1016000"/>
          <p14:tracePt t="4791" x="4889500" y="1028700"/>
          <p14:tracePt t="4808" x="4870450" y="1041400"/>
          <p14:tracePt t="4825" x="4826000" y="1073150"/>
          <p14:tracePt t="4841" x="4806950" y="1085850"/>
          <p14:tracePt t="4858" x="4756150" y="1104900"/>
          <p14:tracePt t="4874" x="4718050" y="1123950"/>
          <p14:tracePt t="4891" x="4705350" y="1123950"/>
          <p14:tracePt t="4908" x="4699000" y="1130300"/>
          <p14:tracePt t="4924" x="4673600" y="1143000"/>
          <p14:tracePt t="4941" x="4667250" y="1149350"/>
          <p14:tracePt t="4958" x="4635500" y="1162050"/>
          <p14:tracePt t="4974" x="4591050" y="1174750"/>
          <p14:tracePt t="4991" x="4565650" y="1187450"/>
          <p14:tracePt t="5007" x="4502150" y="1206500"/>
          <p14:tracePt t="5024" x="4464050" y="1219200"/>
          <p14:tracePt t="5041" x="4432300" y="1244600"/>
          <p14:tracePt t="5057" x="4419600" y="1250950"/>
          <p14:tracePt t="5073" x="4406900" y="1257300"/>
          <p14:tracePt t="5147" x="4400550" y="1257300"/>
          <p14:tracePt t="5182" x="4400550" y="1250950"/>
          <p14:tracePt t="5635" x="4400550" y="1257300"/>
          <p14:tracePt t="5656" x="4394200" y="1263650"/>
          <p14:tracePt t="5663" x="4394200" y="1276350"/>
          <p14:tracePt t="5671" x="4387850" y="1289050"/>
          <p14:tracePt t="5688" x="4381500" y="1301750"/>
          <p14:tracePt t="5705" x="4356100" y="1352550"/>
          <p14:tracePt t="5721" x="4343400" y="1384300"/>
          <p14:tracePt t="5738" x="4286250" y="1485900"/>
          <p14:tracePt t="5755" x="4203700" y="1581150"/>
          <p14:tracePt t="5771" x="4159250" y="1625600"/>
          <p14:tracePt t="5788" x="4064000" y="1733550"/>
          <p14:tracePt t="5804" x="3968750" y="1816100"/>
          <p14:tracePt t="5821" x="3924300" y="1860550"/>
          <p14:tracePt t="5838" x="3835400" y="1911350"/>
          <p14:tracePt t="5854" x="3765550" y="1962150"/>
          <p14:tracePt t="5871" x="3746500" y="1981200"/>
          <p14:tracePt t="5888" x="3708400" y="2006600"/>
          <p14:tracePt t="5904" x="3695700" y="2019300"/>
          <p14:tracePt t="5921" x="3689350" y="2025650"/>
          <p14:tracePt t="5937" x="3676650" y="2025650"/>
          <p14:tracePt t="5954" x="3670300" y="2032000"/>
          <p14:tracePt t="5972" x="3663950" y="2044700"/>
          <p14:tracePt t="5987" x="3657600" y="2044700"/>
          <p14:tracePt t="6003" x="3651250" y="2044700"/>
          <p14:tracePt t="6021" x="3644900" y="2051050"/>
          <p14:tracePt t="6037" x="3638550" y="2051050"/>
          <p14:tracePt t="6070" x="3632200" y="2044700"/>
          <p14:tracePt t="6086" x="3632200" y="2038350"/>
          <p14:tracePt t="6104" x="3632200" y="2032000"/>
          <p14:tracePt t="6832" x="3663950" y="2032000"/>
          <p14:tracePt t="6835" x="3714750" y="2044700"/>
          <p14:tracePt t="6851" x="3797300" y="2070100"/>
          <p14:tracePt t="6868" x="3943350" y="2095500"/>
          <p14:tracePt t="6885" x="4121150" y="2114550"/>
          <p14:tracePt t="6901" x="4222750" y="2114550"/>
          <p14:tracePt t="6917" x="4324350" y="2114550"/>
          <p14:tracePt t="6934" x="4552950" y="2101850"/>
          <p14:tracePt t="6950" x="4603750" y="2101850"/>
          <p14:tracePt t="6967" x="4648200" y="2095500"/>
          <p14:tracePt t="6984" x="4718050" y="2089150"/>
          <p14:tracePt t="7000" x="4756150" y="2082800"/>
          <p14:tracePt t="7018" x="4794250" y="2063750"/>
          <p14:tracePt t="7033" x="4806950" y="2057400"/>
          <p14:tracePt t="7050" x="4819650" y="2057400"/>
          <p14:tracePt t="7067" x="4826000" y="2051050"/>
          <p14:tracePt t="7083" x="4832350" y="2051050"/>
          <p14:tracePt t="7100" x="4838700" y="2044700"/>
          <p14:tracePt t="7116" x="4838700" y="2038350"/>
          <p14:tracePt t="7150" x="4851400" y="2032000"/>
          <p14:tracePt t="7166" x="4864100" y="2025650"/>
          <p14:tracePt t="7183" x="4864100" y="2019300"/>
          <p14:tracePt t="7201" x="4883150" y="2012950"/>
          <p14:tracePt t="7216" x="4908550" y="2006600"/>
          <p14:tracePt t="7233" x="4927600" y="2000250"/>
          <p14:tracePt t="7250" x="4972050" y="1981200"/>
          <p14:tracePt t="7266" x="5003800" y="1981200"/>
          <p14:tracePt t="7269" x="5029200" y="1968500"/>
          <p14:tracePt t="7283" x="5073650" y="1955800"/>
          <p14:tracePt t="7299" x="5143500" y="1949450"/>
          <p14:tracePt t="7316" x="5181600" y="1949450"/>
          <p14:tracePt t="7333" x="5264150" y="1943100"/>
          <p14:tracePt t="7349" x="5340350" y="1943100"/>
          <p14:tracePt t="7366" x="5365750" y="1943100"/>
          <p14:tracePt t="7383" x="5416550" y="1943100"/>
          <p14:tracePt t="7399" x="5461000" y="1943100"/>
          <p14:tracePt t="7416" x="5480050" y="1943100"/>
          <p14:tracePt t="7432" x="5511800" y="1949450"/>
          <p14:tracePt t="7449" x="5537200" y="1949450"/>
          <p14:tracePt t="7465" x="5549900" y="1949450"/>
          <p14:tracePt t="7482" x="5562600" y="1949450"/>
          <p14:tracePt t="7499" x="5575300" y="1955800"/>
          <p14:tracePt t="7516" x="5581650" y="1955800"/>
          <p14:tracePt t="7552" x="5588000" y="1962150"/>
          <p14:tracePt t="7607" x="5581650" y="1962150"/>
          <p14:tracePt t="7621" x="5575300" y="1962150"/>
          <p14:tracePt t="7628" x="5568950" y="1962150"/>
          <p14:tracePt t="7635" x="5556250" y="1962150"/>
          <p14:tracePt t="7651" x="5543550" y="1962150"/>
          <p14:tracePt t="7664" x="5518150" y="1974850"/>
          <p14:tracePt t="7681" x="5403850" y="1987550"/>
          <p14:tracePt t="7698" x="5226050" y="2019300"/>
          <p14:tracePt t="7715" x="5105400" y="2051050"/>
          <p14:tracePt t="7731" x="4864100" y="2070100"/>
          <p14:tracePt t="7748" x="4635500" y="2114550"/>
          <p14:tracePt t="7764" x="4546600" y="2133600"/>
          <p14:tracePt t="7781" x="4413250" y="2152650"/>
          <p14:tracePt t="7798" x="4343400" y="2171700"/>
          <p14:tracePt t="7815" x="4324350" y="2171700"/>
          <p14:tracePt t="7831" x="4286250" y="2184400"/>
          <p14:tracePt t="7847" x="4279900" y="2190750"/>
          <p14:tracePt t="7863" x="4273550" y="2190750"/>
          <p14:tracePt t="7881" x="4267200" y="2190750"/>
          <p14:tracePt t="7897" x="4260850" y="2190750"/>
          <p14:tracePt t="7932" x="4254500" y="2190750"/>
          <p14:tracePt t="7958" x="4248150" y="2197100"/>
          <p14:tracePt t="8014" x="4241800" y="2197100"/>
          <p14:tracePt t="8034" x="4235450" y="2197100"/>
          <p14:tracePt t="8049" x="4229100" y="2197100"/>
          <p14:tracePt t="8610" x="4222750" y="2247900"/>
          <p14:tracePt t="8617" x="4203700" y="2317750"/>
          <p14:tracePt t="8631" x="4171950" y="2387600"/>
          <p14:tracePt t="8645" x="4165600" y="2438400"/>
          <p14:tracePt t="8662" x="4133850" y="2527300"/>
          <p14:tracePt t="8678" x="4121150" y="2552700"/>
          <p14:tracePt t="8695" x="4114800" y="2590800"/>
          <p14:tracePt t="8711" x="4114800" y="2603500"/>
          <p14:tracePt t="8745" x="4114800" y="2609850"/>
          <p14:tracePt t="8772" x="4114800" y="2616200"/>
          <p14:tracePt t="8780" x="4114800" y="2622550"/>
          <p14:tracePt t="8800" x="4114800" y="2628900"/>
          <p14:tracePt t="8810" x="4114800" y="2635250"/>
          <p14:tracePt t="8830" x="4114800" y="2641600"/>
          <p14:tracePt t="8849" x="4114800" y="2647950"/>
          <p14:tracePt t="8864" x="4114800" y="2654300"/>
          <p14:tracePt t="8878" x="4121150" y="2673350"/>
          <p14:tracePt t="8894" x="4121150" y="2679700"/>
          <p14:tracePt t="8911" x="4121150" y="2686050"/>
          <p14:tracePt t="8927" x="4127500" y="2692400"/>
          <p14:tracePt t="8944" x="4133850" y="2705100"/>
          <p14:tracePt t="8961" x="4133850" y="2711450"/>
          <p14:tracePt t="8977" x="4140200" y="2717800"/>
          <p14:tracePt t="8994" x="4140200" y="2724150"/>
          <p14:tracePt t="9010" x="4146550" y="2736850"/>
          <p14:tracePt t="9027" x="4146550" y="2749550"/>
          <p14:tracePt t="9043" x="4171950" y="2781300"/>
          <p14:tracePt t="9060" x="4191000" y="2832100"/>
          <p14:tracePt t="9077" x="4203700" y="2863850"/>
          <p14:tracePt t="9094" x="4248150" y="2940050"/>
          <p14:tracePt t="9110" x="4292600" y="3016250"/>
          <p14:tracePt t="9126" x="4305300" y="3048000"/>
          <p14:tracePt t="9143" x="4337050" y="3092450"/>
          <p14:tracePt t="9159" x="4343400" y="3105150"/>
          <p14:tracePt t="9176" x="4349750" y="3117850"/>
          <p14:tracePt t="9193" x="4356100" y="3124200"/>
          <p14:tracePt t="9209" x="4356100" y="3130550"/>
          <p14:tracePt t="9249" x="4362450" y="3130550"/>
          <p14:tracePt t="9270" x="4368800" y="3130550"/>
          <p14:tracePt t="9291" x="4381500" y="3130550"/>
          <p14:tracePt t="9305" x="4387850" y="3130550"/>
          <p14:tracePt t="9312" x="4400550" y="3130550"/>
          <p14:tracePt t="9326" x="4413250" y="3124200"/>
          <p14:tracePt t="9342" x="4470400" y="3111500"/>
          <p14:tracePt t="9359" x="4514850" y="3098800"/>
          <p14:tracePt t="9375" x="4622800" y="3054350"/>
          <p14:tracePt t="9392" x="4768850" y="3003550"/>
          <p14:tracePt t="9410" x="4921250" y="2946400"/>
          <p14:tracePt t="9425" x="4984750" y="2927350"/>
          <p14:tracePt t="9442" x="5029200" y="2921000"/>
          <p14:tracePt t="9459" x="5118100" y="2882900"/>
          <p14:tracePt t="9475" x="5130800" y="2882900"/>
          <p14:tracePt t="9508" x="5137150" y="2882900"/>
          <p14:tracePt t="9543" x="5130800" y="2882900"/>
          <p14:tracePt t="9572" x="5124450" y="2882900"/>
          <p14:tracePt t="9585" x="5118100" y="2889250"/>
          <p14:tracePt t="9594" x="5111750" y="2889250"/>
          <p14:tracePt t="9608" x="5105400" y="2895600"/>
          <p14:tracePt t="9624" x="5086350" y="2901950"/>
          <p14:tracePt t="9642" x="5054600" y="2914650"/>
          <p14:tracePt t="9658" x="5029200" y="2927350"/>
          <p14:tracePt t="9674" x="4953000" y="2971800"/>
          <p14:tracePt t="9691" x="4826000" y="3041650"/>
          <p14:tracePt t="9708" x="4756150" y="3079750"/>
          <p14:tracePt t="9724" x="4686300" y="3117850"/>
          <p14:tracePt t="9741" x="4508500" y="3206750"/>
          <p14:tracePt t="9757" x="4464050" y="3219450"/>
          <p14:tracePt t="9775" x="4413250" y="3244850"/>
          <p14:tracePt t="9791" x="4387850" y="3251200"/>
          <p14:tracePt t="9807" x="4375150" y="3251200"/>
          <p14:tracePt t="9824" x="4362450" y="3257550"/>
          <p14:tracePt t="9880" x="4356100" y="3263900"/>
          <p14:tracePt t="9894" x="4349750" y="3263900"/>
          <p14:tracePt t="9901" x="4343400" y="3270250"/>
          <p14:tracePt t="9910" x="4330700" y="3276600"/>
          <p14:tracePt t="9929" x="4324350" y="3282950"/>
          <p14:tracePt t="9943" x="4324350" y="3289300"/>
          <p14:tracePt t="10727" x="4311650" y="3302000"/>
          <p14:tracePt t="10734" x="4298950" y="3321050"/>
          <p14:tracePt t="10748" x="4273550" y="3346450"/>
          <p14:tracePt t="10757" x="4260850" y="3378200"/>
          <p14:tracePt t="10770" x="4235450" y="3397250"/>
          <p14:tracePt t="10787" x="4210050" y="3448050"/>
          <p14:tracePt t="10804" x="4171950" y="3524250"/>
          <p14:tracePt t="10820" x="4159250" y="3556000"/>
          <p14:tracePt t="10837" x="4127500" y="3619500"/>
          <p14:tracePt t="10854" x="4095750" y="3683000"/>
          <p14:tracePt t="10870" x="4076700" y="3727450"/>
          <p14:tracePt t="10887" x="4070350" y="3752850"/>
          <p14:tracePt t="10903" x="4032250" y="3835400"/>
          <p14:tracePt t="10920" x="4032250" y="3848100"/>
          <p14:tracePt t="10937" x="4019550" y="3873500"/>
          <p14:tracePt t="10953" x="4013200" y="3886200"/>
          <p14:tracePt t="10970" x="4013200" y="3892550"/>
          <p14:tracePt t="10987" x="4013200" y="3898900"/>
          <p14:tracePt t="11007" x="4013200" y="3905250"/>
          <p14:tracePt t="11204" x="4006850" y="3911600"/>
          <p14:tracePt t="11218" x="4000500" y="3917950"/>
          <p14:tracePt t="11238" x="3994150" y="3924300"/>
          <p14:tracePt t="11246" x="3987800" y="3924300"/>
          <p14:tracePt t="11267" x="3981450" y="3930650"/>
          <p14:tracePt t="11274" x="3975100" y="3937000"/>
          <p14:tracePt t="11289" x="3968750" y="3937000"/>
          <p14:tracePt t="11302" x="3968750" y="3943350"/>
          <p14:tracePt t="11320" x="3962400" y="3949700"/>
          <p14:tracePt t="11352" x="3949700" y="3956050"/>
          <p14:tracePt t="11368" x="3949700" y="3962400"/>
          <p14:tracePt t="11393" x="3943350" y="3962400"/>
          <p14:tracePt t="11415" x="3937000" y="3962400"/>
          <p14:tracePt t="11436" x="3930650" y="3968750"/>
          <p14:tracePt t="11457" x="3930650" y="3975100"/>
          <p14:tracePt t="11485" x="3924300" y="3975100"/>
          <p14:tracePt t="11527" x="3924300" y="3981450"/>
          <p14:tracePt t="11590" x="3917950" y="3987800"/>
          <p14:tracePt t="11625" x="3917950" y="3994150"/>
          <p14:tracePt t="11646" x="3911600" y="4000500"/>
          <p14:tracePt t="11653" x="3905250" y="4000500"/>
          <p14:tracePt t="13559" x="3924300" y="4000500"/>
          <p14:tracePt t="13573" x="3975100" y="4013200"/>
          <p14:tracePt t="13580" x="4013200" y="4013200"/>
          <p14:tracePt t="13595" x="4064000" y="4019550"/>
          <p14:tracePt t="13610" x="4159250" y="4019550"/>
          <p14:tracePt t="13628" x="4229100" y="4038600"/>
          <p14:tracePt t="13644" x="4248150" y="4044950"/>
          <p14:tracePt t="13661" x="4279900" y="4044950"/>
          <p14:tracePt t="13678" x="4311650" y="4044950"/>
          <p14:tracePt t="13694" x="4318000" y="4044950"/>
          <p14:tracePt t="13710" x="4324350" y="4044950"/>
          <p14:tracePt t="13727" x="4330700" y="4044950"/>
          <p14:tracePt t="13743" x="4343400" y="4044950"/>
          <p14:tracePt t="13761" x="4349750" y="4044950"/>
          <p14:tracePt t="13777" x="4356100" y="4044950"/>
          <p14:tracePt t="13793" x="4368800" y="4044950"/>
          <p14:tracePt t="13810" x="4375150" y="4044950"/>
          <p14:tracePt t="13826" x="4394200" y="4044950"/>
          <p14:tracePt t="13843" x="4419600" y="4044950"/>
          <p14:tracePt t="13860" x="4451350" y="4044950"/>
          <p14:tracePt t="13877" x="4470400" y="4051300"/>
          <p14:tracePt t="13893" x="4502150" y="4051300"/>
          <p14:tracePt t="13910" x="4521200" y="4057650"/>
          <p14:tracePt t="13926" x="4533900" y="4057650"/>
          <p14:tracePt t="13943" x="4540250" y="4057650"/>
          <p14:tracePt t="13959" x="4546600" y="4064000"/>
          <p14:tracePt t="13976" x="4552950" y="4064000"/>
          <p14:tracePt t="13993" x="4559300" y="4064000"/>
          <p14:tracePt t="14009" x="4565650" y="4064000"/>
          <p14:tracePt t="14026" x="4572000" y="4064000"/>
          <p14:tracePt t="14043" x="4578350" y="4064000"/>
          <p14:tracePt t="14059" x="4584700" y="4064000"/>
          <p14:tracePt t="14091" x="4591050" y="4064000"/>
          <p14:tracePt t="14099" x="4597400" y="4064000"/>
          <p14:tracePt t="14120" x="4603750" y="4057650"/>
          <p14:tracePt t="14134" x="4610100" y="4057650"/>
          <p14:tracePt t="14169" x="4616450" y="4057650"/>
          <p14:tracePt t="14211" x="4622800" y="4057650"/>
          <p14:tracePt t="15113" x="4622800" y="4064000"/>
          <p14:tracePt t="15176" x="4610100" y="4070350"/>
          <p14:tracePt t="15183" x="4603750" y="4070350"/>
          <p14:tracePt t="15204" x="4591050" y="4076700"/>
          <p14:tracePt t="15211" x="4578350" y="4083050"/>
          <p14:tracePt t="15225" x="4565650" y="4083050"/>
          <p14:tracePt t="15239" x="4546600" y="4095750"/>
          <p14:tracePt t="15256" x="4508500" y="4108450"/>
          <p14:tracePt t="15272" x="4489450" y="4108450"/>
          <p14:tracePt t="15289" x="4432300" y="4121150"/>
          <p14:tracePt t="15305" x="4375150" y="4121150"/>
          <p14:tracePt t="15321" x="4330700" y="4127500"/>
          <p14:tracePt t="15339" x="4248150" y="4146550"/>
          <p14:tracePt t="15355" x="4191000" y="4152900"/>
          <p14:tracePt t="15373" x="4152900" y="4152900"/>
          <p14:tracePt t="15387" x="4095750" y="4159250"/>
          <p14:tracePt t="15405" x="4076700" y="4159250"/>
          <p14:tracePt t="15422" x="4025900" y="4159250"/>
          <p14:tracePt t="15438" x="4013200" y="4159250"/>
          <p14:tracePt t="15455" x="4006850" y="4159250"/>
          <p14:tracePt t="15471" x="4000500" y="4159250"/>
          <p14:tracePt t="15506" x="3994150" y="4159250"/>
          <p14:tracePt t="15562" x="3994150" y="4152900"/>
          <p14:tracePt t="15576" x="3987800" y="4152900"/>
          <p14:tracePt t="15583" x="3981450" y="4152900"/>
          <p14:tracePt t="15605" x="3975100" y="4146550"/>
          <p14:tracePt t="15618" x="3968750" y="4146550"/>
          <p14:tracePt t="15624" x="3962400" y="4146550"/>
          <p14:tracePt t="15637" x="3956050" y="4146550"/>
          <p14:tracePt t="15654" x="3943350" y="4140200"/>
          <p14:tracePt t="15689" x="3937000" y="4133850"/>
          <p14:tracePt t="15704" x="3930650" y="4133850"/>
          <p14:tracePt t="15720" x="3924300" y="4127500"/>
          <p14:tracePt t="15737" x="3917950" y="4127500"/>
          <p14:tracePt t="15753" x="3911600" y="4127500"/>
          <p14:tracePt t="15794" x="3905250" y="4127500"/>
          <p14:tracePt t="15829" x="3898900" y="4127500"/>
          <p14:tracePt t="15857" x="3892550" y="4127500"/>
          <p14:tracePt t="15884" x="3886200" y="4127500"/>
          <p14:tracePt t="15906" x="3879850" y="4127500"/>
          <p14:tracePt t="15948" x="3873500" y="4127500"/>
          <p14:tracePt t="15983" x="3873500" y="4121150"/>
          <p14:tracePt t="16018" x="3867150" y="4121150"/>
          <p14:tracePt t="16024" x="3867150" y="4114800"/>
          <p14:tracePt t="16046" x="3854450" y="4114800"/>
          <p14:tracePt t="16067" x="3841750" y="4114800"/>
          <p14:tracePt t="16088" x="3829050" y="4108450"/>
          <p14:tracePt t="16095" x="3822700" y="4102100"/>
          <p14:tracePt t="16109" x="3810000" y="4095750"/>
          <p14:tracePt t="16118" x="3803650" y="4089400"/>
          <p14:tracePt t="16135" x="3784600" y="4083050"/>
          <p14:tracePt t="16152" x="3765550" y="4076700"/>
          <p14:tracePt t="16169" x="3733800" y="4064000"/>
          <p14:tracePt t="16186" x="3721100" y="4057650"/>
          <p14:tracePt t="16202" x="3708400" y="4051300"/>
          <p14:tracePt t="16219" x="3702050" y="4044950"/>
          <p14:tracePt t="16251" x="3695700" y="4044950"/>
          <p14:tracePt t="16305" x="3695700" y="4051300"/>
          <p14:tracePt t="16326" x="3695700" y="4057650"/>
          <p14:tracePt t="16347" x="3695700" y="4064000"/>
          <p14:tracePt t="16354" x="3702050" y="4064000"/>
          <p14:tracePt t="16390" x="3708400" y="4070350"/>
          <p14:tracePt t="16418" x="3714750" y="4070350"/>
          <p14:tracePt t="16425" x="3721100" y="4070350"/>
          <p14:tracePt t="16439" x="3727450" y="4076700"/>
          <p14:tracePt t="16451" x="3733800" y="4076700"/>
          <p14:tracePt t="16468" x="3765550" y="4089400"/>
          <p14:tracePt t="16484" x="3784600" y="4102100"/>
          <p14:tracePt t="16502" x="3835400" y="4127500"/>
          <p14:tracePt t="16517" x="3911600" y="4152900"/>
          <p14:tracePt t="16534" x="3943350" y="4165600"/>
          <p14:tracePt t="16551" x="4013200" y="4191000"/>
          <p14:tracePt t="16567" x="4064000" y="4203700"/>
          <p14:tracePt t="16584" x="4076700" y="4210050"/>
          <p14:tracePt t="16601" x="4108450" y="4216400"/>
          <p14:tracePt t="16617" x="4127500" y="4229100"/>
          <p14:tracePt t="16634" x="4146550" y="4229100"/>
          <p14:tracePt t="16650" x="4171950" y="4235450"/>
          <p14:tracePt t="16667" x="4184650" y="4235450"/>
          <p14:tracePt t="16685" x="4267200" y="4260850"/>
          <p14:tracePt t="16700" x="4292600" y="4260850"/>
          <p14:tracePt t="16717" x="4330700" y="4267200"/>
          <p14:tracePt t="16734" x="4413250" y="4286250"/>
          <p14:tracePt t="16750" x="4495800" y="4292600"/>
          <p14:tracePt t="16767" x="4527550" y="4298950"/>
          <p14:tracePt t="16783" x="4584700" y="4305300"/>
          <p14:tracePt t="16800" x="4629150" y="4311650"/>
          <p14:tracePt t="16817" x="4641850" y="4311650"/>
          <p14:tracePt t="16833" x="4660900" y="4311650"/>
          <p14:tracePt t="16895" x="4660900" y="4318000"/>
          <p14:tracePt t="16917" x="4654550" y="4318000"/>
          <p14:tracePt t="16930" x="4654550" y="4324350"/>
          <p14:tracePt t="16937" x="4648200" y="4324350"/>
          <p14:tracePt t="16952" x="4641850" y="4324350"/>
          <p14:tracePt t="16966" x="4629150" y="4324350"/>
          <p14:tracePt t="17000" x="4622800" y="4324350"/>
          <p14:tracePt t="17016" x="4610100" y="4324350"/>
          <p14:tracePt t="17032" x="4584700" y="4330700"/>
          <p14:tracePt t="17049" x="4527550" y="4337050"/>
          <p14:tracePt t="17065" x="4495800" y="4343400"/>
          <p14:tracePt t="17082" x="4432300" y="4356100"/>
          <p14:tracePt t="17099" x="4356100" y="4368800"/>
          <p14:tracePt t="17115" x="4318000" y="4375150"/>
          <p14:tracePt t="17133" x="4248150" y="4394200"/>
          <p14:tracePt t="17149" x="4184650" y="4406900"/>
          <p14:tracePt t="17165" x="4165600" y="4406900"/>
          <p14:tracePt t="17182" x="4133850" y="4432300"/>
          <p14:tracePt t="17198" x="4108450" y="4445000"/>
          <p14:tracePt t="17215" x="4095750" y="4451350"/>
          <p14:tracePt t="17232" x="4064000" y="4470400"/>
          <p14:tracePt t="17249" x="4057650" y="4476750"/>
          <p14:tracePt t="17265" x="4051300" y="4476750"/>
          <p14:tracePt t="17281" x="4044950" y="4483100"/>
          <p14:tracePt t="17298" x="4038600" y="4483100"/>
          <p14:tracePt t="17318" x="4038600" y="4476750"/>
          <p14:tracePt t="17337" x="4038600" y="4470400"/>
          <p14:tracePt t="17348" x="4038600" y="4464050"/>
          <p14:tracePt t="17365" x="4038600" y="4457700"/>
          <p14:tracePt t="18138" x="4038600" y="4464050"/>
          <p14:tracePt t="18152" x="4032250" y="4470400"/>
          <p14:tracePt t="18158" x="4025900" y="4483100"/>
          <p14:tracePt t="18173" x="4025900" y="4495800"/>
          <p14:tracePt t="18181" x="4025900" y="4508500"/>
          <p14:tracePt t="18195" x="4025900" y="4514850"/>
          <p14:tracePt t="18211" x="4025900" y="4533900"/>
          <p14:tracePt t="18229" x="4019550" y="4552950"/>
          <p14:tracePt t="18245" x="4019550" y="4565650"/>
          <p14:tracePt t="18262" x="4019550" y="4584700"/>
          <p14:tracePt t="18278" x="4019550" y="4648200"/>
          <p14:tracePt t="18294" x="4019550" y="4673600"/>
          <p14:tracePt t="18311" x="4019550" y="4705350"/>
          <p14:tracePt t="18328" x="4025900" y="4787900"/>
          <p14:tracePt t="18345" x="4038600" y="4845050"/>
          <p14:tracePt t="18362" x="4051300" y="4876800"/>
          <p14:tracePt t="18378" x="4057650" y="4889500"/>
          <p14:tracePt t="18394" x="4070350" y="4908550"/>
          <p14:tracePt t="18412" x="4083050" y="4914900"/>
          <p14:tracePt t="18428" x="4089400" y="4921250"/>
          <p14:tracePt t="18431" x="4095750" y="4921250"/>
          <p14:tracePt t="18444" x="4102100" y="4927600"/>
          <p14:tracePt t="18461" x="4114800" y="4933950"/>
          <p14:tracePt t="18477" x="4121150" y="4933950"/>
          <p14:tracePt t="18494" x="4146550" y="4940300"/>
          <p14:tracePt t="18510" x="4159250" y="4953000"/>
          <p14:tracePt t="18527" x="4171950" y="4959350"/>
          <p14:tracePt t="18545" x="4178300" y="4965700"/>
          <p14:tracePt t="18561" x="4197350" y="4978400"/>
          <p14:tracePt t="18578" x="4210050" y="4984750"/>
          <p14:tracePt t="18594" x="4229100" y="4991100"/>
          <p14:tracePt t="18610" x="4241800" y="4991100"/>
          <p14:tracePt t="18627" x="4254500" y="4997450"/>
          <p14:tracePt t="18644" x="4286250" y="4997450"/>
          <p14:tracePt t="18660" x="4305300" y="4997450"/>
          <p14:tracePt t="18677" x="4343400" y="4991100"/>
          <p14:tracePt t="18693" x="4375150" y="4972050"/>
          <p14:tracePt t="18710" x="4400550" y="4965700"/>
          <p14:tracePt t="18727" x="4419600" y="4953000"/>
          <p14:tracePt t="18743" x="4432300" y="4946650"/>
          <p14:tracePt t="18760" x="4438650" y="4946650"/>
          <p14:tracePt t="18777" x="4451350" y="4940300"/>
          <p14:tracePt t="18793" x="4470400" y="4927600"/>
          <p14:tracePt t="18809" x="4470400" y="4921250"/>
          <p14:tracePt t="18826" x="4483100" y="4914900"/>
          <p14:tracePt t="18842" x="4489450" y="4908550"/>
          <p14:tracePt t="18876" x="4495800" y="4908550"/>
          <p14:tracePt t="18893" x="4502150" y="4902200"/>
          <p14:tracePt t="18910" x="4508500" y="4902200"/>
          <p14:tracePt t="18966" x="4514850" y="4902200"/>
          <p14:tracePt t="18972" x="4521200" y="4902200"/>
          <p14:tracePt t="18994" x="4527550" y="4902200"/>
          <p14:tracePt t="19022" x="4540250" y="4902200"/>
          <p14:tracePt t="19050" x="4546600" y="4902200"/>
          <p14:tracePt t="19092" x="4552950" y="4902200"/>
          <p14:tracePt t="19113" x="4559300" y="4902200"/>
          <p14:tracePt t="19120" x="4565650" y="4902200"/>
          <p14:tracePt t="19142" x="4572000" y="4902200"/>
          <p14:tracePt t="19155" x="4578350" y="4902200"/>
          <p14:tracePt t="19162" x="4584700" y="4902200"/>
          <p14:tracePt t="19190" x="4591050" y="4902200"/>
          <p14:tracePt t="19211" x="4597400" y="4902200"/>
          <p14:tracePt t="19232" x="4603750" y="4902200"/>
          <p14:tracePt t="19253" x="4610100" y="4902200"/>
          <p14:tracePt t="19260" x="4616450" y="4902200"/>
          <p14:tracePt t="19281" x="4622800" y="4902200"/>
          <p14:tracePt t="19316" x="4629150" y="4902200"/>
          <p14:tracePt t="19323" x="4629150" y="4908550"/>
          <p14:tracePt t="19330" x="4635500" y="4908550"/>
          <p14:tracePt t="19344" x="4641850" y="4908550"/>
          <p14:tracePt t="19372" x="4648200" y="4914900"/>
          <p14:tracePt t="19393" x="4654550" y="4921250"/>
          <p14:tracePt t="19400" x="4660900" y="4921250"/>
          <p14:tracePt t="19422" x="4660900" y="4927600"/>
          <p14:tracePt t="19443" x="4660900" y="4933950"/>
          <p14:tracePt t="19463" x="4667250" y="4933950"/>
          <p14:tracePt t="19506" x="4673600" y="4940300"/>
          <p14:tracePt t="19534" x="4673600" y="4946650"/>
          <p14:tracePt t="19542" x="4673600" y="4953000"/>
          <p14:tracePt t="19562" x="4673600" y="4959350"/>
          <p14:tracePt t="19611" x="4673600" y="4965700"/>
          <p14:tracePt t="19631" x="4673600" y="4972050"/>
          <p14:tracePt t="19653" x="4667250" y="4972050"/>
          <p14:tracePt t="19667" x="4667250" y="4978400"/>
          <p14:tracePt t="19681" x="4667250" y="4984750"/>
          <p14:tracePt t="19702" x="4667250" y="4991100"/>
          <p14:tracePt t="19715" x="4667250" y="4997450"/>
          <p14:tracePt t="19726" x="4667250" y="5003800"/>
          <p14:tracePt t="19740" x="4667250" y="5010150"/>
          <p14:tracePt t="19756" x="4667250" y="5016500"/>
          <p14:tracePt t="19773" x="4654550" y="5041900"/>
          <p14:tracePt t="19790" x="4654550" y="5054600"/>
          <p14:tracePt t="19808" x="4641850" y="5099050"/>
          <p14:tracePt t="19823" x="4635500" y="5137150"/>
          <p14:tracePt t="19839" x="4635500" y="5156200"/>
          <p14:tracePt t="19856" x="4622800" y="5200650"/>
          <p14:tracePt t="19873" x="4622800" y="5219700"/>
          <p14:tracePt t="19889" x="4622800" y="5245100"/>
          <p14:tracePt t="19906" x="4622800" y="5264150"/>
          <p14:tracePt t="19922" x="4622800" y="5276850"/>
          <p14:tracePt t="19956" x="4622800" y="5289550"/>
          <p14:tracePt t="19989" x="4629150" y="5295900"/>
          <p14:tracePt t="20005" x="4629150" y="5302250"/>
          <p14:tracePt t="20032" x="4635500" y="5302250"/>
          <p14:tracePt t="20074" x="4635500" y="5308600"/>
          <p14:tracePt t="20095" x="4641850" y="5308600"/>
          <p14:tracePt t="20101" x="4648200" y="5308600"/>
          <p14:tracePt t="20123" x="4654550" y="5308600"/>
          <p14:tracePt t="20144" x="4660900" y="5308600"/>
          <p14:tracePt t="20165" x="4667250" y="5308600"/>
          <p14:tracePt t="20173" x="4673600" y="5308600"/>
          <p14:tracePt t="20207" x="4679950" y="5308600"/>
          <p14:tracePt t="20214" x="4686300" y="5308600"/>
          <p14:tracePt t="20228" x="4692650" y="5308600"/>
          <p14:tracePt t="20238" x="4699000" y="5308600"/>
          <p14:tracePt t="20254" x="4711700" y="5308600"/>
          <p14:tracePt t="20271" x="4749800" y="5308600"/>
          <p14:tracePt t="20288" x="4806950" y="5308600"/>
          <p14:tracePt t="20305" x="4883150" y="5308600"/>
          <p14:tracePt t="20321" x="4921250" y="5308600"/>
          <p14:tracePt t="20338" x="5029200" y="5308600"/>
          <p14:tracePt t="20355" x="5118100" y="5308600"/>
          <p14:tracePt t="20371" x="5162550" y="5308600"/>
          <p14:tracePt t="20387" x="5238750" y="5321300"/>
          <p14:tracePt t="20404" x="5295900" y="5327650"/>
          <p14:tracePt t="20420" x="5340350" y="5334000"/>
          <p14:tracePt t="20438" x="5397500" y="5346700"/>
          <p14:tracePt t="20454" x="5467350" y="5346700"/>
          <p14:tracePt t="20470" x="5505450" y="5353050"/>
          <p14:tracePt t="20488" x="5588000" y="5372100"/>
          <p14:tracePt t="20504" x="5626100" y="5378450"/>
          <p14:tracePt t="20520" x="5708650" y="5397500"/>
          <p14:tracePt t="20537" x="5810250" y="5422900"/>
          <p14:tracePt t="20553" x="5873750" y="5441950"/>
          <p14:tracePt t="20570" x="5981700" y="5467350"/>
          <p14:tracePt t="20586" x="6140450" y="5511800"/>
          <p14:tracePt t="20603" x="6216650" y="5530850"/>
          <p14:tracePt t="20621" x="6369050" y="5575300"/>
          <p14:tracePt t="20636" x="6502400" y="5638800"/>
          <p14:tracePt t="20653" x="6546850" y="5664200"/>
          <p14:tracePt t="20670" x="6635750" y="5708650"/>
          <p14:tracePt t="20686" x="6711950" y="5746750"/>
          <p14:tracePt t="20702" x="6731000" y="5772150"/>
          <p14:tracePt t="20720" x="6788150" y="5810250"/>
          <p14:tracePt t="20736" x="6813550" y="5835650"/>
          <p14:tracePt t="20753" x="6826250" y="5842000"/>
          <p14:tracePt t="20769" x="6845300" y="5861050"/>
          <p14:tracePt t="20786" x="6851650" y="5867400"/>
          <p14:tracePt t="20803" x="6864350" y="5886450"/>
          <p14:tracePt t="20819" x="6883400" y="5911850"/>
          <p14:tracePt t="20836" x="6896100" y="5918200"/>
          <p14:tracePt t="20853" x="6921500" y="5943600"/>
          <p14:tracePt t="20869" x="6940550" y="5962650"/>
          <p14:tracePt t="20885" x="6953250" y="5969000"/>
          <p14:tracePt t="20902" x="6965950" y="5981700"/>
          <p14:tracePt t="20919" x="6978650" y="5988050"/>
          <p14:tracePt t="20936" x="6985000" y="5994400"/>
          <p14:tracePt t="20952" x="7004050" y="6000750"/>
          <p14:tracePt t="20969" x="7035800" y="6013450"/>
          <p14:tracePt t="20986" x="7092950" y="6026150"/>
          <p14:tracePt t="21002" x="7150100" y="6045200"/>
          <p14:tracePt t="21019" x="7251700" y="6076950"/>
          <p14:tracePt t="21036" x="7372350" y="6115050"/>
          <p14:tracePt t="21052" x="7448550" y="6127750"/>
          <p14:tracePt t="21069" x="7524750" y="6146800"/>
          <p14:tracePt t="21085" x="7747000" y="6172200"/>
          <p14:tracePt t="21101" x="7823200" y="6172200"/>
          <p14:tracePt t="21119" x="7931150" y="6172200"/>
          <p14:tracePt t="21135" x="7981950" y="6172200"/>
          <p14:tracePt t="21151" x="8051800" y="6184900"/>
          <p14:tracePt t="21169" x="8096250" y="6184900"/>
          <p14:tracePt t="21184" x="8121650" y="6184900"/>
          <p14:tracePt t="21201" x="8153400" y="6184900"/>
          <p14:tracePt t="21218" x="8185150" y="6184900"/>
          <p14:tracePt t="21235" x="8197850" y="6184900"/>
          <p14:tracePt t="21252" x="8223250" y="6184900"/>
          <p14:tracePt t="21267" x="8229600" y="6184900"/>
          <p14:tracePt t="21284" x="8235950" y="6184900"/>
          <p14:tracePt t="21301" x="8248650" y="6184900"/>
          <p14:tracePt t="21318" x="8255000" y="6184900"/>
          <p14:tracePt t="21420" x="8255000" y="6178550"/>
          <p14:tracePt t="21449" x="8248650" y="6172200"/>
          <p14:tracePt t="21455" x="8235950" y="6172200"/>
          <p14:tracePt t="21470" x="8223250" y="6172200"/>
          <p14:tracePt t="21484" x="8204200" y="6172200"/>
          <p14:tracePt t="21500" x="8140700" y="6172200"/>
          <p14:tracePt t="21517" x="8064500" y="6172200"/>
          <p14:tracePt t="21534" x="7874000" y="6159500"/>
          <p14:tracePt t="21550" x="7632700" y="6165850"/>
          <p14:tracePt t="21568" x="7391400" y="6165850"/>
          <p14:tracePt t="21583" x="7289800" y="6165850"/>
          <p14:tracePt t="21600" x="7112000" y="6178550"/>
          <p14:tracePt t="21617" x="7016750" y="6191250"/>
          <p14:tracePt t="21633" x="6978650" y="6191250"/>
          <p14:tracePt t="21650" x="6934200" y="6203950"/>
          <p14:tracePt t="21666" x="6915150" y="6203950"/>
          <p14:tracePt t="21715" x="6908800" y="6203950"/>
          <p14:tracePt t="22238" x="6927850" y="6203950"/>
          <p14:tracePt t="22245" x="6972300" y="6197600"/>
          <p14:tracePt t="22259" x="7035800" y="6197600"/>
          <p14:tracePt t="22273" x="7105650" y="6191250"/>
          <p14:tracePt t="22287" x="7169150" y="6191250"/>
          <p14:tracePt t="22297" x="7232650" y="6191250"/>
          <p14:tracePt t="22316" x="7359650" y="6191250"/>
          <p14:tracePt t="22330" x="7397750" y="6191250"/>
          <p14:tracePt t="22347" x="7442200" y="6191250"/>
          <p14:tracePt t="22365" x="7480300" y="6191250"/>
          <p14:tracePt t="22380" x="7499350" y="6191250"/>
          <p14:tracePt t="22397" x="7505700" y="6191250"/>
          <p14:tracePt t="22414" x="7512050" y="6191250"/>
          <p14:tracePt t="22430" x="7518400" y="6191250"/>
          <p14:tracePt t="22470" x="7518400" y="6197600"/>
          <p14:tracePt t="22498" x="7524750" y="6197600"/>
          <p14:tracePt t="22519" x="7531100" y="6197600"/>
          <p14:tracePt t="22533" x="7537450" y="6197600"/>
          <p14:tracePt t="22548" x="7550150" y="6197600"/>
          <p14:tracePt t="22553" x="7569200" y="6197600"/>
          <p14:tracePt t="22568" x="7588250" y="6197600"/>
          <p14:tracePt t="22583" x="7620000" y="6197600"/>
          <p14:tracePt t="22597" x="7658100" y="6197600"/>
          <p14:tracePt t="22613" x="7696200" y="6197600"/>
          <p14:tracePt t="22629" x="7759700" y="6203950"/>
          <p14:tracePt t="22646" x="7886700" y="6203950"/>
          <p14:tracePt t="22663" x="7956550" y="6210300"/>
          <p14:tracePt t="22680" x="8070850" y="6210300"/>
          <p14:tracePt t="22696" x="8134350" y="6210300"/>
          <p14:tracePt t="22713" x="8172450" y="6210300"/>
          <p14:tracePt t="22729" x="8255000" y="6210300"/>
          <p14:tracePt t="22746" x="8293100" y="6210300"/>
          <p14:tracePt t="22762" x="8312150" y="6210300"/>
          <p14:tracePt t="22779" x="8356600" y="6210300"/>
          <p14:tracePt t="22796" x="8362950" y="6210300"/>
          <p14:tracePt t="22813" x="8382000" y="6210300"/>
          <p14:tracePt t="22829" x="8394700" y="6210300"/>
          <p14:tracePt t="22845" x="8407400" y="6210300"/>
          <p14:tracePt t="22862" x="8420100" y="6210300"/>
          <p14:tracePt t="22879" x="8426450" y="6210300"/>
          <p14:tracePt t="22933" x="8426450" y="6203950"/>
          <p14:tracePt t="22953" x="8420100" y="6203950"/>
          <p14:tracePt t="22968" x="8413750" y="6203950"/>
          <p14:tracePt t="22982" x="8407400" y="6203950"/>
          <p14:tracePt t="22989" x="8394700" y="6203950"/>
          <p14:tracePt t="23003" x="8375650" y="6197600"/>
          <p14:tracePt t="23011" x="8337550" y="6197600"/>
          <p14:tracePt t="23028" x="8261350" y="6197600"/>
          <p14:tracePt t="23045" x="7874000" y="6165850"/>
          <p14:tracePt t="23061" x="7683500" y="6153150"/>
          <p14:tracePt t="23078" x="7499350" y="6153150"/>
          <p14:tracePt t="23095" x="7156450" y="6140450"/>
          <p14:tracePt t="23111" x="6915150" y="6140450"/>
          <p14:tracePt t="23129" x="6775450" y="6140450"/>
          <p14:tracePt t="23144" x="6737350" y="6140450"/>
          <p14:tracePt t="23161" x="6705600" y="6140450"/>
          <p14:tracePt t="23178" x="6680200" y="6140450"/>
          <p14:tracePt t="23194" x="6667500" y="6140450"/>
          <p14:tracePt t="23304" x="6680200" y="6140450"/>
          <p14:tracePt t="23319" x="6692900" y="6140450"/>
          <p14:tracePt t="23332" x="6711950" y="6140450"/>
          <p14:tracePt t="23339" x="6762750" y="6146800"/>
          <p14:tracePt t="23354" x="6826250" y="6146800"/>
          <p14:tracePt t="23368" x="6940550" y="6153150"/>
          <p14:tracePt t="23381" x="7080250" y="6153150"/>
          <p14:tracePt t="23393" x="7258050" y="6165850"/>
          <p14:tracePt t="23410" x="7442200" y="6165850"/>
          <p14:tracePt t="23427" x="7835900" y="6159500"/>
          <p14:tracePt t="23444" x="7975600" y="6153150"/>
          <p14:tracePt t="23460" x="8077200" y="6153150"/>
          <p14:tracePt t="23477" x="8185150" y="6140450"/>
          <p14:tracePt t="23494" x="8210550" y="6134100"/>
          <p14:tracePt t="23510" x="8216900" y="6134100"/>
          <p14:tracePt t="23557" x="8191500" y="6134100"/>
          <p14:tracePt t="23571" x="8147050" y="6134100"/>
          <p14:tracePt t="23579" x="8045450" y="6134100"/>
          <p14:tracePt t="23593" x="7905750" y="6134100"/>
          <p14:tracePt t="23609" x="7562850" y="6121400"/>
          <p14:tracePt t="23626" x="7219950" y="6121400"/>
          <p14:tracePt t="23643" x="6978650" y="6108700"/>
          <p14:tracePt t="23659" x="6902450" y="6108700"/>
          <p14:tracePt t="23676" x="6819900" y="6108700"/>
          <p14:tracePt t="23692" x="6813550" y="6108700"/>
          <p14:tracePt t="23726" x="6819900" y="6108700"/>
          <p14:tracePt t="23742" x="6851650" y="6096000"/>
          <p14:tracePt t="23759" x="6883400" y="6089650"/>
          <p14:tracePt t="23775" x="7010400" y="6089650"/>
          <p14:tracePt t="23792" x="7239000" y="6083300"/>
          <p14:tracePt t="23809" x="7505700" y="6070600"/>
          <p14:tracePt t="23825" x="7632700" y="6070600"/>
          <p14:tracePt t="23842" x="7753350" y="6070600"/>
          <p14:tracePt t="23859" x="7937500" y="6076950"/>
          <p14:tracePt t="23875" x="8001000" y="6083300"/>
          <p14:tracePt t="23892" x="8026400" y="6083300"/>
          <p14:tracePt t="23909" x="8039100" y="6089650"/>
          <p14:tracePt t="23943" x="8026400" y="6089650"/>
          <p14:tracePt t="23949" x="7988300" y="6089650"/>
          <p14:tracePt t="23958" x="7912100" y="6089650"/>
          <p14:tracePt t="23974" x="7823200" y="6089650"/>
          <p14:tracePt t="23992" x="7581900" y="6089650"/>
          <p14:tracePt t="24008" x="7454900" y="6089650"/>
          <p14:tracePt t="24025" x="7175500" y="6089650"/>
          <p14:tracePt t="24028" x="7073900" y="6089650"/>
          <p14:tracePt t="24043" x="7023100" y="6089650"/>
          <p14:tracePt t="24058" x="6991350" y="6089650"/>
          <p14:tracePt t="24075" x="6965950" y="6089650"/>
          <p14:tracePt t="24091" x="6972300" y="6089650"/>
          <p14:tracePt t="24108" x="6991350" y="6083300"/>
          <p14:tracePt t="24125" x="7054850" y="6083300"/>
          <p14:tracePt t="24141" x="7232650" y="6083300"/>
          <p14:tracePt t="24158" x="7366000" y="6083300"/>
          <p14:tracePt t="24174" x="7645400" y="6083300"/>
          <p14:tracePt t="24191" x="7918450" y="6064250"/>
          <p14:tracePt t="24208" x="8020050" y="6051550"/>
          <p14:tracePt t="24224" x="8140700" y="6026150"/>
          <p14:tracePt t="24241" x="8166100" y="6013450"/>
          <p14:tracePt t="24258" x="8166100" y="6007100"/>
          <p14:tracePt t="24274" x="8159750" y="6000750"/>
          <p14:tracePt t="24290" x="8153400" y="6000750"/>
          <p14:tracePt t="24308" x="8147050" y="5994400"/>
          <p14:tracePt t="24324" x="8140700" y="5994400"/>
          <p14:tracePt t="24357" x="8128000" y="5994400"/>
          <p14:tracePt t="24399" x="8121650" y="5994400"/>
          <p14:tracePt t="24462" x="8115300" y="6000750"/>
          <p14:tracePt t="25493" x="8096250" y="5994400"/>
          <p14:tracePt t="25500" x="8051800" y="5988050"/>
          <p14:tracePt t="25514" x="8001000" y="5969000"/>
          <p14:tracePt t="25523" x="7918450" y="5949950"/>
          <p14:tracePt t="25537" x="7842250" y="5937250"/>
          <p14:tracePt t="25553" x="7766050" y="5918200"/>
          <p14:tracePt t="25570" x="7499350" y="5848350"/>
          <p14:tracePt t="25586" x="7423150" y="5829300"/>
          <p14:tracePt t="25603" x="7334250" y="5810250"/>
          <p14:tracePt t="25620" x="7188200" y="5778500"/>
          <p14:tracePt t="25636" x="7054850" y="5740400"/>
          <p14:tracePt t="25653" x="6997700" y="5721350"/>
          <p14:tracePt t="25669" x="6889750" y="5695950"/>
          <p14:tracePt t="25686" x="6807200" y="5676900"/>
          <p14:tracePt t="25703" x="6781800" y="5676900"/>
          <p14:tracePt t="25719" x="6737350" y="5670550"/>
          <p14:tracePt t="25735" x="6718300" y="5664200"/>
          <p14:tracePt t="25753" x="6692900" y="5664200"/>
          <p14:tracePt t="25785" x="6673850" y="5664200"/>
          <p14:tracePt t="25802" x="6661150" y="5664200"/>
          <p14:tracePt t="25819" x="6654800" y="5664200"/>
          <p14:tracePt t="25835" x="6648450" y="5664200"/>
          <p14:tracePt t="25852" x="6629400" y="5664200"/>
          <p14:tracePt t="25868" x="6616700" y="5670550"/>
          <p14:tracePt t="25887" x="6604000" y="5670550"/>
          <p14:tracePt t="25901" x="6597650" y="5670550"/>
          <p14:tracePt t="25918" x="6578600" y="5676900"/>
          <p14:tracePt t="25935" x="6546850" y="5689600"/>
          <p14:tracePt t="25951" x="6521450" y="5689600"/>
          <p14:tracePt t="25968" x="6464300" y="5702300"/>
          <p14:tracePt t="25985" x="6407150" y="5727700"/>
          <p14:tracePt t="26001" x="6375400" y="5734050"/>
          <p14:tracePt t="26018" x="6324600" y="5759450"/>
          <p14:tracePt t="26035" x="6273800" y="5772150"/>
          <p14:tracePt t="26051" x="6242050" y="5784850"/>
          <p14:tracePt t="26055" x="6223000" y="5791200"/>
          <p14:tracePt t="26068" x="6203950" y="5810250"/>
          <p14:tracePt t="26084" x="6172200" y="5829300"/>
          <p14:tracePt t="26101" x="6159500" y="5835650"/>
          <p14:tracePt t="26118" x="6146800" y="5842000"/>
          <p14:tracePt t="26134" x="6140450" y="5848350"/>
          <p14:tracePt t="26167" x="6140450" y="5854700"/>
          <p14:tracePt t="26188" x="6134100" y="5861050"/>
          <p14:tracePt t="26200" x="6134100" y="5867400"/>
          <p14:tracePt t="26217" x="6121400" y="5880100"/>
          <p14:tracePt t="26234" x="6102350" y="5892800"/>
          <p14:tracePt t="26251" x="6089650" y="5905500"/>
          <p14:tracePt t="26267" x="6064250" y="5911850"/>
          <p14:tracePt t="26283" x="6045200" y="5918200"/>
          <p14:tracePt t="26300" x="5975350" y="5937250"/>
          <p14:tracePt t="26317" x="5969000" y="5937250"/>
          <p14:tracePt t="26333" x="5962650" y="5930900"/>
          <p14:tracePt t="27910" x="5975350" y="5867400"/>
          <p14:tracePt t="27916" x="6013450" y="5753100"/>
          <p14:tracePt t="27931" x="6045200" y="5645150"/>
          <p14:tracePt t="27945" x="6076950" y="5530850"/>
          <p14:tracePt t="27961" x="6153150" y="5346700"/>
          <p14:tracePt t="27978" x="6178550" y="5257800"/>
          <p14:tracePt t="27995" x="6254750" y="5022850"/>
          <p14:tracePt t="28011" x="6299200" y="4889500"/>
          <p14:tracePt t="28029" x="6464300" y="4387850"/>
          <p14:tracePt t="28045" x="6508750" y="4248150"/>
          <p14:tracePt t="28061" x="6578600" y="4076700"/>
          <p14:tracePt t="28078" x="6635750" y="3962400"/>
          <p14:tracePt t="28094" x="6654800" y="3930650"/>
          <p14:tracePt t="28097" x="6667500" y="3911600"/>
          <p14:tracePt t="28111" x="6673850" y="3898900"/>
          <p14:tracePt t="28128" x="6692900" y="3873500"/>
          <p14:tracePt t="28144" x="6699250" y="3867150"/>
          <p14:tracePt t="28161" x="6711950" y="3848100"/>
          <p14:tracePt t="28178" x="6731000" y="3816350"/>
          <p14:tracePt t="28194" x="6737350" y="3803650"/>
          <p14:tracePt t="28211" x="6756400" y="3778250"/>
          <p14:tracePt t="28227" x="6775450" y="3752850"/>
          <p14:tracePt t="28244" x="6781800" y="3740150"/>
          <p14:tracePt t="28261" x="6800850" y="3695700"/>
          <p14:tracePt t="28277" x="6807200" y="3676650"/>
          <p14:tracePt t="28293" x="6826250" y="3632200"/>
          <p14:tracePt t="28310" x="6845300" y="3594100"/>
          <p14:tracePt t="28326" x="6858000" y="3568700"/>
          <p14:tracePt t="28343" x="6870700" y="3530600"/>
          <p14:tracePt t="28360" x="6902450" y="3473450"/>
          <p14:tracePt t="28376" x="6908800" y="3448050"/>
          <p14:tracePt t="28394" x="6946900" y="3403600"/>
          <p14:tracePt t="28410" x="6985000" y="3359150"/>
          <p14:tracePt t="28426" x="6997700" y="3327400"/>
          <p14:tracePt t="28443" x="7035800" y="3295650"/>
          <p14:tracePt t="28459" x="7067550" y="3257550"/>
          <p14:tracePt t="28476" x="7092950" y="3244850"/>
          <p14:tracePt t="28493" x="7124700" y="3225800"/>
          <p14:tracePt t="28509" x="7137400" y="3219450"/>
          <p14:tracePt t="28527" x="7194550" y="3200400"/>
          <p14:tracePt t="28542" x="7219950" y="3200400"/>
          <p14:tracePt t="28560" x="7251700" y="3200400"/>
          <p14:tracePt t="28577" x="7308850" y="3194050"/>
          <p14:tracePt t="28593" x="7372350" y="3194050"/>
          <p14:tracePt t="28596" x="7416800" y="3206750"/>
          <p14:tracePt t="28612" x="7454900" y="3206750"/>
          <p14:tracePt t="28626" x="7493000" y="3206750"/>
          <p14:tracePt t="28642" x="7575550" y="3206750"/>
          <p14:tracePt t="28659" x="7632700" y="3206750"/>
          <p14:tracePt t="28676" x="7651750" y="3206750"/>
          <p14:tracePt t="28693" x="7689850" y="3200400"/>
          <p14:tracePt t="28709" x="7715250" y="3200400"/>
          <p14:tracePt t="28725" x="7721600" y="3200400"/>
          <p14:tracePt t="28742" x="7727950" y="3200400"/>
          <p14:tracePt t="28759" x="7734300" y="3200400"/>
          <p14:tracePt t="28795" x="7740650" y="3200400"/>
          <p14:tracePt t="28871" x="7734300" y="3206750"/>
          <p14:tracePt t="28877" x="7734300" y="3213100"/>
          <p14:tracePt t="30133" x="7677150" y="3181350"/>
          <p14:tracePt t="30140" x="7594600" y="3117850"/>
          <p14:tracePt t="30156" x="7493000" y="3054350"/>
          <p14:tracePt t="30170" x="7372350" y="3003550"/>
          <p14:tracePt t="30187" x="7137400" y="2914650"/>
          <p14:tracePt t="30204" x="6934200" y="2863850"/>
          <p14:tracePt t="30220" x="6832600" y="2851150"/>
          <p14:tracePt t="30237" x="6699250" y="2819400"/>
          <p14:tracePt t="30253" x="6140450" y="2705100"/>
          <p14:tracePt t="30270" x="5918200" y="2679700"/>
          <p14:tracePt t="30287" x="5530850" y="2628900"/>
          <p14:tracePt t="30303" x="5124450" y="2546350"/>
          <p14:tracePt t="30319" x="4946650" y="2495550"/>
          <p14:tracePt t="30337" x="4641850" y="2425700"/>
          <p14:tracePt t="30353" x="4445000" y="2343150"/>
          <p14:tracePt t="30370" x="4362450" y="2311400"/>
          <p14:tracePt t="30386" x="4260850" y="2266950"/>
          <p14:tracePt t="30402" x="4229100" y="2247900"/>
          <p14:tracePt t="30419" x="4178300" y="2235200"/>
          <p14:tracePt t="30436" x="4140200" y="2228850"/>
          <p14:tracePt t="30452" x="4114800" y="2228850"/>
          <p14:tracePt t="30470" x="3987800" y="2203450"/>
          <p14:tracePt t="30485" x="3924300" y="2197100"/>
          <p14:tracePt t="30502" x="3854450" y="2184400"/>
          <p14:tracePt t="30519" x="3702050" y="2165350"/>
          <p14:tracePt t="30536" x="3505200" y="2133600"/>
          <p14:tracePt t="30552" x="3390900" y="2127250"/>
          <p14:tracePt t="30569" x="3225800" y="2082800"/>
          <p14:tracePt t="30585" x="3111500" y="2051050"/>
          <p14:tracePt t="30603" x="3073400" y="2025650"/>
          <p14:tracePt t="30619" x="3067050" y="2025650"/>
          <p14:tracePt t="30635" x="3048000" y="202565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2D2DB9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</a:t>
            </a:r>
            <a:r>
              <a:rPr lang="en-US" altLang="zh-TW" sz="3400" dirty="0" smtClean="0"/>
              <a:t>parameters:</a:t>
            </a:r>
            <a:endParaRPr lang="en-US" altLang="zh-TW" sz="3400" dirty="0"/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200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Person():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age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(s):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Hi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,",s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("Bob")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Bob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5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20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() missing 1 required positional argument:</a:t>
            </a:r>
            <a:r>
              <a:rPr lang="en-US" altLang="en-US" sz="20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40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cl</a:t>
            </a:r>
            <a:r>
              <a:rPr lang="en-US" altLang="en-US" sz="2400" spc="-300" dirty="0" err="1">
                <a:solidFill>
                  <a:srgbClr val="FF0000"/>
                </a:solidFill>
                <a:latin typeface="Lucida Fax" panose="02060602050505020204" pitchFamily="18" charset="0"/>
              </a:rPr>
              <a:t>s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#Why doesn’t it crash, this time?</a:t>
            </a:r>
            <a:endParaRPr lang="en-US" altLang="en-US" sz="240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84458"/>
      </p:ext>
    </p:extLst>
  </p:cSld>
  <p:clrMapOvr>
    <a:masterClrMapping/>
  </p:clrMapOvr>
  <p:transition spd="med" advTm="2350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12" x="3048000" y="2006600"/>
          <p14:tracePt t="1720" x="3028950" y="1968500"/>
          <p14:tracePt t="1726" x="3016250" y="1936750"/>
          <p14:tracePt t="1741" x="2984500" y="1873250"/>
          <p14:tracePt t="1755" x="2940050" y="1778000"/>
          <p14:tracePt t="1772" x="2895600" y="1689100"/>
          <p14:tracePt t="1790" x="2825750" y="1555750"/>
          <p14:tracePt t="1806" x="2774950" y="1479550"/>
          <p14:tracePt t="1823" x="2743200" y="1416050"/>
          <p14:tracePt t="1840" x="2692400" y="1339850"/>
          <p14:tracePt t="1855" x="2673350" y="1295400"/>
          <p14:tracePt t="1872" x="2654300" y="1263650"/>
          <p14:tracePt t="1889" x="2635250" y="1219200"/>
          <p14:tracePt t="1905" x="2628900" y="1212850"/>
          <p14:tracePt t="1923" x="2609850" y="1193800"/>
          <p14:tracePt t="1955" x="2603500" y="1187450"/>
          <p14:tracePt t="2021" x="2597150" y="1187450"/>
          <p14:tracePt t="2063" x="2597150" y="1181100"/>
          <p14:tracePt t="2069" x="2590800" y="1181100"/>
          <p14:tracePt t="2077" x="2584450" y="1174750"/>
          <p14:tracePt t="2088" x="2571750" y="1174750"/>
          <p14:tracePt t="2105" x="2546350" y="1162050"/>
          <p14:tracePt t="2121" x="2520950" y="1149350"/>
          <p14:tracePt t="2138" x="2489200" y="1136650"/>
          <p14:tracePt t="2155" x="2432050" y="1117600"/>
          <p14:tracePt t="2171" x="2400300" y="1104900"/>
          <p14:tracePt t="2188" x="2355850" y="1092200"/>
          <p14:tracePt t="2204" x="2317750" y="1079500"/>
          <p14:tracePt t="2221" x="2292350" y="1060450"/>
          <p14:tracePt t="2238" x="2273300" y="1060450"/>
          <p14:tracePt t="2254" x="2260600" y="1054100"/>
          <p14:tracePt t="2271" x="2247900" y="1054100"/>
          <p14:tracePt t="2288" x="2241550" y="1054100"/>
          <p14:tracePt t="2351" x="2241550" y="1060450"/>
          <p14:tracePt t="2365" x="2235200" y="1060450"/>
          <p14:tracePt t="3380" x="2235200" y="1066800"/>
          <p14:tracePt t="3387" x="2228850" y="1073150"/>
          <p14:tracePt t="3400" x="2228850" y="1079500"/>
          <p14:tracePt t="3416" x="2203450" y="1123950"/>
          <p14:tracePt t="3433" x="2184400" y="1155700"/>
          <p14:tracePt t="3450" x="2159000" y="1219200"/>
          <p14:tracePt t="3466" x="2152650" y="1257300"/>
          <p14:tracePt t="3483" x="2146300" y="1289050"/>
          <p14:tracePt t="3500" x="2133600" y="1314450"/>
          <p14:tracePt t="3516" x="2133600" y="1320800"/>
          <p14:tracePt t="3534" x="2133600" y="1327150"/>
          <p14:tracePt t="3550" x="2133600" y="1333500"/>
          <p14:tracePt t="3566" x="2133600" y="1346200"/>
          <p14:tracePt t="3599" x="2139950" y="1352550"/>
          <p14:tracePt t="3654" x="2139950" y="1358900"/>
          <p14:tracePt t="3681" x="2146300" y="1358900"/>
          <p14:tracePt t="3703" x="2152650" y="1358900"/>
          <p14:tracePt t="3738" x="2159000" y="1358900"/>
          <p14:tracePt t="3745" x="2159000" y="1352550"/>
          <p14:tracePt t="3773" x="2165350" y="1352550"/>
          <p14:tracePt t="3808" x="2171700" y="1346200"/>
          <p14:tracePt t="3822" x="2171700" y="1339850"/>
          <p14:tracePt t="3842" x="2171700" y="1333500"/>
          <p14:tracePt t="3864" x="2178050" y="1327150"/>
          <p14:tracePt t="3878" x="2178050" y="1320800"/>
          <p14:tracePt t="3885" x="2184400" y="1320800"/>
          <p14:tracePt t="3906" x="2190750" y="1314450"/>
          <p14:tracePt t="3914" x="2190750" y="1308100"/>
          <p14:tracePt t="3931" x="2197100" y="1301750"/>
          <p14:tracePt t="3949" x="2209800" y="1295400"/>
          <p14:tracePt t="3965" x="2216150" y="1282700"/>
          <p14:tracePt t="3982" x="2222500" y="1276350"/>
          <p14:tracePt t="3998" x="2228850" y="1270000"/>
          <p14:tracePt t="4015" x="2241550" y="1257300"/>
          <p14:tracePt t="4032" x="2247900" y="1257300"/>
          <p14:tracePt t="4065" x="2254250" y="1250950"/>
          <p14:tracePt t="4096" x="2254250" y="1244600"/>
          <p14:tracePt t="4103" x="2260600" y="1244600"/>
          <p14:tracePt t="4124" x="2266950" y="1238250"/>
          <p14:tracePt t="4145" x="2273300" y="1238250"/>
          <p14:tracePt t="4159" x="2279650" y="1238250"/>
          <p14:tracePt t="4167" x="2286000" y="1238250"/>
          <p14:tracePt t="4182" x="2292350" y="1231900"/>
          <p14:tracePt t="4197" x="2298700" y="1225550"/>
          <p14:tracePt t="4215" x="2311400" y="1206500"/>
          <p14:tracePt t="4231" x="2324100" y="1187450"/>
          <p14:tracePt t="4247" x="2336800" y="1181100"/>
          <p14:tracePt t="4264" x="2349500" y="1149350"/>
          <p14:tracePt t="4281" x="2362200" y="1136650"/>
          <p14:tracePt t="4297" x="2374900" y="1123950"/>
          <p14:tracePt t="4314" x="2387600" y="1104900"/>
          <p14:tracePt t="4330" x="2400300" y="1098550"/>
          <p14:tracePt t="4348" x="2406650" y="1092200"/>
          <p14:tracePt t="4364" x="2413000" y="1085850"/>
          <p14:tracePt t="4380" x="2419350" y="1085850"/>
          <p14:tracePt t="4400" x="2425700" y="1079500"/>
          <p14:tracePt t="4440" x="2432050" y="1073150"/>
          <p14:tracePt t="4475" x="2438400" y="1073150"/>
          <p14:tracePt t="4558" x="2444750" y="1073150"/>
          <p14:tracePt t="4600" x="2451100" y="1073150"/>
          <p14:tracePt t="4607" x="2457450" y="1073150"/>
          <p14:tracePt t="4616" x="2457450" y="1066800"/>
          <p14:tracePt t="4630" x="2470150" y="1066800"/>
          <p14:tracePt t="4646" x="2482850" y="1066800"/>
          <p14:tracePt t="4662" x="2495550" y="1060450"/>
          <p14:tracePt t="4679" x="2520950" y="1060450"/>
          <p14:tracePt t="4696" x="2546350" y="1060450"/>
          <p14:tracePt t="4714" x="2584450" y="1060450"/>
          <p14:tracePt t="4729" x="2616200" y="1054100"/>
          <p14:tracePt t="4745" x="2641600" y="1054100"/>
          <p14:tracePt t="4762" x="2679700" y="1054100"/>
          <p14:tracePt t="4779" x="2705100" y="1054100"/>
          <p14:tracePt t="4795" x="2730500" y="1054100"/>
          <p14:tracePt t="4812" x="2768600" y="1054100"/>
          <p14:tracePt t="4829" x="2787650" y="1054100"/>
          <p14:tracePt t="4846" x="2800350" y="1054100"/>
          <p14:tracePt t="4861" x="2825750" y="1054100"/>
          <p14:tracePt t="4878" x="2838450" y="1054100"/>
          <p14:tracePt t="4895" x="2876550" y="1054100"/>
          <p14:tracePt t="4912" x="2889250" y="1060450"/>
          <p14:tracePt t="4929" x="2895600" y="1060450"/>
          <p14:tracePt t="4945" x="2927350" y="1060450"/>
          <p14:tracePt t="4961" x="2965450" y="1060450"/>
          <p14:tracePt t="4964" x="3003550" y="1060450"/>
          <p14:tracePt t="4994" x="3073400" y="1060450"/>
          <p14:tracePt t="5011" x="3175000" y="1054100"/>
          <p14:tracePt t="5029" x="3295650" y="1035050"/>
          <p14:tracePt t="5045" x="3333750" y="1035050"/>
          <p14:tracePt t="5061" x="3460750" y="1035050"/>
          <p14:tracePt t="5078" x="3581400" y="1016000"/>
          <p14:tracePt t="5094" x="3632200" y="1016000"/>
          <p14:tracePt t="5111" x="3714750" y="1016000"/>
          <p14:tracePt t="5128" x="3771900" y="1016000"/>
          <p14:tracePt t="5144" x="3790950" y="1016000"/>
          <p14:tracePt t="5161" x="3816350" y="1016000"/>
          <p14:tracePt t="5177" x="3822700" y="1016000"/>
          <p14:tracePt t="5218" x="3810000" y="1022350"/>
          <p14:tracePt t="5232" x="3803650" y="1022350"/>
          <p14:tracePt t="5244" x="3797300" y="1028700"/>
          <p14:tracePt t="5261" x="3790950" y="1028700"/>
          <p14:tracePt t="5277" x="3784600" y="1035050"/>
          <p14:tracePt t="5294" x="3759200" y="1054100"/>
          <p14:tracePt t="5310" x="3727450" y="1079500"/>
          <p14:tracePt t="5327" x="3708400" y="1104900"/>
          <p14:tracePt t="5344" x="3625850" y="1174750"/>
          <p14:tracePt t="5360" x="3549650" y="1225550"/>
          <p14:tracePt t="5377" x="3505200" y="1250950"/>
          <p14:tracePt t="5394" x="3429000" y="1295400"/>
          <p14:tracePt t="5410" x="3359150" y="1308100"/>
          <p14:tracePt t="5426" x="3340100" y="1308100"/>
          <p14:tracePt t="5443" x="3308350" y="1308100"/>
          <p14:tracePt t="5460" x="3295650" y="1308100"/>
          <p14:tracePt t="5476" x="3289300" y="1308100"/>
          <p14:tracePt t="5493" x="3282950" y="1308100"/>
          <p14:tracePt t="5509" x="3276600" y="1301750"/>
          <p14:tracePt t="5527" x="3270250" y="1295400"/>
          <p14:tracePt t="5543" x="3263900" y="1289050"/>
          <p14:tracePt t="5559" x="3257550" y="1276350"/>
          <p14:tracePt t="5576" x="3251200" y="1263650"/>
          <p14:tracePt t="5592" x="3238500" y="1257300"/>
          <p14:tracePt t="5609" x="3232150" y="1250950"/>
          <p14:tracePt t="5626" x="3219450" y="1244600"/>
          <p14:tracePt t="5642" x="3213100" y="1231900"/>
          <p14:tracePt t="5660" x="3206750" y="1225550"/>
          <p14:tracePt t="5692" x="3200400" y="1219200"/>
          <p14:tracePt t="5730" x="3194050" y="1219200"/>
          <p14:tracePt t="5779" x="3187700" y="1219200"/>
          <p14:tracePt t="5808" x="3187700" y="1225550"/>
          <p14:tracePt t="5821" x="3187700" y="1231900"/>
          <p14:tracePt t="5843" x="3187700" y="1238250"/>
          <p14:tracePt t="5870" x="3187700" y="1250950"/>
          <p14:tracePt t="5877" x="3194050" y="1257300"/>
          <p14:tracePt t="5894" x="3200400" y="1276350"/>
          <p14:tracePt t="5908" x="3206750" y="1301750"/>
          <p14:tracePt t="5925" x="3251200" y="1416050"/>
          <p14:tracePt t="5942" x="3327400" y="1587500"/>
          <p14:tracePt t="5958" x="3359150" y="1701800"/>
          <p14:tracePt t="5976" x="3435350" y="1987550"/>
          <p14:tracePt t="5991" x="3511550" y="2362200"/>
          <p14:tracePt t="6008" x="3549650" y="2540000"/>
          <p14:tracePt t="6025" x="3594100" y="2832100"/>
          <p14:tracePt t="6041" x="3632200" y="3092450"/>
          <p14:tracePt t="6058" x="3651250" y="3187700"/>
          <p14:tracePt t="6075" x="3670300" y="3352800"/>
          <p14:tracePt t="6091" x="3683000" y="3422650"/>
          <p14:tracePt t="6107" x="3689350" y="3454400"/>
          <p14:tracePt t="6124" x="3714750" y="3492500"/>
          <p14:tracePt t="6141" x="3727450" y="3517900"/>
          <p14:tracePt t="6158" x="3771900" y="3632200"/>
          <p14:tracePt t="6174" x="3784600" y="3663950"/>
          <p14:tracePt t="6191" x="3803650" y="3708400"/>
          <p14:tracePt t="6208" x="3835400" y="3759200"/>
          <p14:tracePt t="6224" x="3860800" y="3803650"/>
          <p14:tracePt t="6240" x="3867150" y="3810000"/>
          <p14:tracePt t="6257" x="3879850" y="3822700"/>
          <p14:tracePt t="6284" x="3886200" y="3822700"/>
          <p14:tracePt t="6293" x="3892550" y="3822700"/>
          <p14:tracePt t="6306" x="3898900" y="3822700"/>
          <p14:tracePt t="6323" x="3917950" y="3822700"/>
          <p14:tracePt t="6341" x="3943350" y="3829050"/>
          <p14:tracePt t="6356" x="3956050" y="3829050"/>
          <p14:tracePt t="6373" x="3994150" y="3835400"/>
          <p14:tracePt t="6390" x="4032250" y="3835400"/>
          <p14:tracePt t="6406" x="4064000" y="3848100"/>
          <p14:tracePt t="6423" x="4095750" y="3854450"/>
          <p14:tracePt t="6440" x="4222750" y="3886200"/>
          <p14:tracePt t="6456" x="4260850" y="3905250"/>
          <p14:tracePt t="6474" x="4324350" y="3917950"/>
          <p14:tracePt t="6489" x="4362450" y="3924300"/>
          <p14:tracePt t="6506" x="4413250" y="3943350"/>
          <p14:tracePt t="6523" x="4432300" y="3949700"/>
          <p14:tracePt t="6539" x="4457700" y="3956050"/>
          <p14:tracePt t="6556" x="4476750" y="3962400"/>
          <p14:tracePt t="6573" x="4489450" y="3962400"/>
          <p14:tracePt t="6713" x="4483100" y="3956050"/>
          <p14:tracePt t="6734" x="4476750" y="3956050"/>
          <p14:tracePt t="6740" x="4470400" y="3949700"/>
          <p14:tracePt t="6755" x="4470400" y="3943350"/>
          <p14:tracePt t="6762" x="4464050" y="3943350"/>
          <p14:tracePt t="6776" x="4451350" y="3930650"/>
          <p14:tracePt t="6788" x="4438650" y="3917950"/>
          <p14:tracePt t="6805" x="4387850" y="3860800"/>
          <p14:tracePt t="6821" x="4356100" y="3816350"/>
          <p14:tracePt t="6839" x="4260850" y="3721100"/>
          <p14:tracePt t="6855" x="4191000" y="3638550"/>
          <p14:tracePt t="6871" x="4140200" y="3606800"/>
          <p14:tracePt t="6888" x="4089400" y="3568700"/>
          <p14:tracePt t="6905" x="4051300" y="3543300"/>
          <p14:tracePt t="6921" x="4038600" y="3536950"/>
          <p14:tracePt t="6938" x="4032250" y="3530600"/>
          <p14:tracePt t="6954" x="4025900" y="3530600"/>
          <p14:tracePt t="7049" x="4032250" y="3530600"/>
          <p14:tracePt t="7063" x="4044950" y="3530600"/>
          <p14:tracePt t="7070" x="4051300" y="3530600"/>
          <p14:tracePt t="7084" x="4057650" y="3536950"/>
          <p14:tracePt t="7091" x="4070350" y="3536950"/>
          <p14:tracePt t="7107" x="4089400" y="3543300"/>
          <p14:tracePt t="7120" x="4108450" y="3549650"/>
          <p14:tracePt t="7137" x="4191000" y="3587750"/>
          <p14:tracePt t="7154" x="4292600" y="3619500"/>
          <p14:tracePt t="7171" x="4343400" y="3638550"/>
          <p14:tracePt t="7187" x="4457700" y="3676650"/>
          <p14:tracePt t="7204" x="4540250" y="3702050"/>
          <p14:tracePt t="7221" x="4572000" y="3708400"/>
          <p14:tracePt t="7237" x="4610100" y="3721100"/>
          <p14:tracePt t="7254" x="4635500" y="3721100"/>
          <p14:tracePt t="7270" x="4641850" y="3721100"/>
          <p14:tracePt t="7288" x="4648200" y="3721100"/>
          <p14:tracePt t="7320" x="4654550" y="3721100"/>
          <p14:tracePt t="7421" x="4648200" y="3727450"/>
          <p14:tracePt t="8143" x="4641850" y="3727450"/>
          <p14:tracePt t="8185" x="4635500" y="3727450"/>
          <p14:tracePt t="8213" x="4629150" y="3727450"/>
          <p14:tracePt t="8276" x="4622800" y="3727450"/>
          <p14:tracePt t="8297" x="4616450" y="3727450"/>
          <p14:tracePt t="8303" x="4603750" y="3727450"/>
          <p14:tracePt t="8319" x="4597400" y="3727450"/>
          <p14:tracePt t="8333" x="4591050" y="3727450"/>
          <p14:tracePt t="8350" x="4559300" y="3727450"/>
          <p14:tracePt t="8367" x="4489450" y="3727450"/>
          <p14:tracePt t="8383" x="4451350" y="3727450"/>
          <p14:tracePt t="8400" x="4362450" y="3727450"/>
          <p14:tracePt t="8417" x="4279900" y="3727450"/>
          <p14:tracePt t="8432" x="4229100" y="3727450"/>
          <p14:tracePt t="8450" x="4133850" y="3746500"/>
          <p14:tracePt t="8466" x="4051300" y="3771900"/>
          <p14:tracePt t="8482" x="4019550" y="3778250"/>
          <p14:tracePt t="8500" x="3981450" y="3797300"/>
          <p14:tracePt t="8515" x="3975100" y="3816350"/>
          <p14:tracePt t="8532" x="3987800" y="3816350"/>
          <p14:tracePt t="8550" x="4051300" y="3822700"/>
          <p14:tracePt t="8566" x="4184650" y="3854450"/>
          <p14:tracePt t="8582" x="4286250" y="3860800"/>
          <p14:tracePt t="8599" x="4514850" y="3873500"/>
          <p14:tracePt t="8615" x="4629150" y="3873500"/>
          <p14:tracePt t="8633" x="4838700" y="3835400"/>
          <p14:tracePt t="8648" x="4946650" y="3803650"/>
          <p14:tracePt t="8665" x="4965700" y="3784600"/>
          <p14:tracePt t="8682" x="4972050" y="3765550"/>
          <p14:tracePt t="8718" x="4959350" y="3765550"/>
          <p14:tracePt t="8732" x="4946650" y="3765550"/>
          <p14:tracePt t="8748" x="4895850" y="3765550"/>
          <p14:tracePt t="8765" x="4857750" y="3752850"/>
          <p14:tracePt t="8782" x="4718050" y="3752850"/>
          <p14:tracePt t="8798" x="4540250" y="3752850"/>
          <p14:tracePt t="8815" x="4375150" y="3746500"/>
          <p14:tracePt t="8831" x="4311650" y="3746500"/>
          <p14:tracePt t="8848" x="4216400" y="3746500"/>
          <p14:tracePt t="8865" x="4191000" y="3746500"/>
          <p14:tracePt t="8881" x="4165600" y="3746500"/>
          <p14:tracePt t="8898" x="4159250" y="3746500"/>
          <p14:tracePt t="8914" x="4165600" y="3746500"/>
          <p14:tracePt t="8931" x="4171950" y="3746500"/>
          <p14:tracePt t="8947" x="4178300" y="3746500"/>
          <p14:tracePt t="8964" x="4222750" y="3740150"/>
          <p14:tracePt t="8981" x="4279900" y="3727450"/>
          <p14:tracePt t="8998" x="4324350" y="3727450"/>
          <p14:tracePt t="9001" x="4375150" y="3727450"/>
          <p14:tracePt t="9014" x="4451350" y="3708400"/>
          <p14:tracePt t="9031" x="4610100" y="3683000"/>
          <p14:tracePt t="9047" x="4711700" y="3670300"/>
          <p14:tracePt t="9064" x="4743450" y="3663950"/>
          <p14:tracePt t="9080" x="4762500" y="3663950"/>
          <p14:tracePt t="9113" x="4756150" y="3663950"/>
          <p14:tracePt t="9131" x="4743450" y="3663950"/>
          <p14:tracePt t="9147" x="4705350" y="3663950"/>
          <p14:tracePt t="9163" x="4686300" y="3663950"/>
          <p14:tracePt t="9181" x="4616450" y="3683000"/>
          <p14:tracePt t="9197" x="4521200" y="3695700"/>
          <p14:tracePt t="9213" x="4483100" y="3708400"/>
          <p14:tracePt t="9230" x="4419600" y="3714750"/>
          <p14:tracePt t="9246" x="4400550" y="3714750"/>
          <p14:tracePt t="9263" x="4375150" y="3714750"/>
          <p14:tracePt t="9280" x="4368800" y="3727450"/>
          <p14:tracePt t="9307" x="4375150" y="3727450"/>
          <p14:tracePt t="9321" x="4381500" y="3727450"/>
          <p14:tracePt t="9329" x="4387850" y="3727450"/>
          <p14:tracePt t="9346" x="4400550" y="3727450"/>
          <p14:tracePt t="9363" x="4413250" y="3727450"/>
          <p14:tracePt t="9379" x="4432300" y="3727450"/>
          <p14:tracePt t="9396" x="4438650" y="3727450"/>
          <p14:tracePt t="9413" x="4445000" y="3727450"/>
          <p14:tracePt t="9496" x="4438650" y="3733800"/>
          <p14:tracePt t="9517" x="4432300" y="3733800"/>
          <p14:tracePt t="9545" x="4425950" y="3733800"/>
          <p14:tracePt t="9566" x="4419600" y="3733800"/>
          <p14:tracePt t="9608" x="4413250" y="3733800"/>
          <p14:tracePt t="9650" x="4406900" y="3727450"/>
          <p14:tracePt t="9657" x="4406900" y="3721100"/>
          <p14:tracePt t="9680" x="4400550" y="3721100"/>
          <p14:tracePt t="9685" x="4394200" y="3721100"/>
          <p14:tracePt t="9699" x="4394200" y="3714750"/>
          <p14:tracePt t="9713" x="4387850" y="3714750"/>
          <p14:tracePt t="9728" x="4381500" y="3708400"/>
          <p14:tracePt t="9744" x="4381500" y="3702050"/>
          <p14:tracePt t="9762" x="4375150" y="3695700"/>
          <p14:tracePt t="9778" x="4362450" y="3695700"/>
          <p14:tracePt t="9812" x="4349750" y="3689350"/>
          <p14:tracePt t="9828" x="4343400" y="3683000"/>
          <p14:tracePt t="9861" x="4337050" y="3683000"/>
          <p14:tracePt t="9878" x="4330700" y="3676650"/>
          <p14:tracePt t="9894" x="4324350" y="3676650"/>
          <p14:tracePt t="9911" x="4311650" y="3670300"/>
          <p14:tracePt t="9928" x="4292600" y="3663950"/>
          <p14:tracePt t="10700" x="4273550" y="3651250"/>
          <p14:tracePt t="10713" x="4260850" y="3632200"/>
          <p14:tracePt t="10720" x="4248150" y="3606800"/>
          <p14:tracePt t="10728" x="4229100" y="3594100"/>
          <p14:tracePt t="10743" x="4210050" y="3575050"/>
          <p14:tracePt t="10758" x="4191000" y="3549650"/>
          <p14:tracePt t="10774" x="4133850" y="3505200"/>
          <p14:tracePt t="10791" x="4064000" y="3416300"/>
          <p14:tracePt t="10808" x="4013200" y="3352800"/>
          <p14:tracePt t="10826" x="3930650" y="3263900"/>
          <p14:tracePt t="10842" x="3854450" y="3162300"/>
          <p14:tracePt t="10857" x="3822700" y="3124200"/>
          <p14:tracePt t="10875" x="3771900" y="3067050"/>
          <p14:tracePt t="10891" x="3740150" y="3035300"/>
          <p14:tracePt t="10908" x="3721100" y="3022600"/>
          <p14:tracePt t="10925" x="3702050" y="2990850"/>
          <p14:tracePt t="10941" x="3683000" y="2971800"/>
          <p14:tracePt t="10957" x="3670300" y="2959100"/>
          <p14:tracePt t="10974" x="3651250" y="2940050"/>
          <p14:tracePt t="10990" x="3644900" y="2927350"/>
          <p14:tracePt t="11008" x="3594100" y="2851150"/>
          <p14:tracePt t="11024" x="3568700" y="2819400"/>
          <p14:tracePt t="11041" x="3543300" y="2774950"/>
          <p14:tracePt t="11057" x="3460750" y="2679700"/>
          <p14:tracePt t="11073" x="3384550" y="2565400"/>
          <p14:tracePt t="11090" x="3333750" y="2508250"/>
          <p14:tracePt t="11107" x="3270250" y="2419350"/>
          <p14:tracePt t="11123" x="3175000" y="2336800"/>
          <p14:tracePt t="11141" x="3098800" y="2254250"/>
          <p14:tracePt t="11157" x="3048000" y="2197100"/>
          <p14:tracePt t="11173" x="2952750" y="2101850"/>
          <p14:tracePt t="11191" x="2895600" y="2025650"/>
          <p14:tracePt t="11206" x="2857500" y="1987550"/>
          <p14:tracePt t="11223" x="2825750" y="1962150"/>
          <p14:tracePt t="11240" x="2806700" y="1936750"/>
          <p14:tracePt t="11256" x="2800350" y="1930400"/>
          <p14:tracePt t="11273" x="2794000" y="1930400"/>
          <p14:tracePt t="11290" x="2787650" y="1924050"/>
          <p14:tracePt t="11610" x="2781300" y="1924050"/>
          <p14:tracePt t="11625" x="2774950" y="1924050"/>
          <p14:tracePt t="11632" x="2768600" y="1924050"/>
          <p14:tracePt t="11653" x="2768600" y="1917700"/>
          <p14:tracePt t="11660" x="2762250" y="1917700"/>
          <p14:tracePt t="11675" x="2755900" y="1911350"/>
          <p14:tracePt t="11695" x="2749550" y="1905000"/>
          <p14:tracePt t="11704" x="2743200" y="1905000"/>
          <p14:tracePt t="11721" x="2736850" y="1898650"/>
          <p14:tracePt t="11738" x="2724150" y="1892300"/>
          <p14:tracePt t="11754" x="2705100" y="1879600"/>
          <p14:tracePt t="11772" x="2692400" y="1866900"/>
          <p14:tracePt t="11788" x="2667000" y="1847850"/>
          <p14:tracePt t="11804" x="2628900" y="1828800"/>
          <p14:tracePt t="11822" x="2597150" y="1803400"/>
          <p14:tracePt t="11837" x="2584450" y="1797050"/>
          <p14:tracePt t="11854" x="2559050" y="1778000"/>
          <p14:tracePt t="11871" x="2540000" y="1771650"/>
          <p14:tracePt t="11887" x="2533650" y="1765300"/>
          <p14:tracePt t="11904" x="2527300" y="1765300"/>
          <p14:tracePt t="11976" x="2520950" y="1765300"/>
          <p14:tracePt t="12053" x="2520950" y="1771650"/>
          <p14:tracePt t="12081" x="2527300" y="1771650"/>
          <p14:tracePt t="12103" x="2533650" y="1771650"/>
          <p14:tracePt t="12116" x="2540000" y="1771650"/>
          <p14:tracePt t="12131" x="2546350" y="1771650"/>
          <p14:tracePt t="12151" x="2559050" y="1778000"/>
          <p14:tracePt t="12186" x="2565400" y="1778000"/>
          <p14:tracePt t="12193" x="2578100" y="1778000"/>
          <p14:tracePt t="12203" x="2597150" y="1778000"/>
          <p14:tracePt t="12220" x="2609850" y="1778000"/>
          <p14:tracePt t="12236" x="2654300" y="1778000"/>
          <p14:tracePt t="12253" x="2679700" y="1778000"/>
          <p14:tracePt t="12271" x="2730500" y="1778000"/>
          <p14:tracePt t="12286" x="2743200" y="1778000"/>
          <p14:tracePt t="12303" x="2755900" y="1784350"/>
          <p14:tracePt t="12320" x="2768600" y="1784350"/>
          <p14:tracePt t="12336" x="2768600" y="1790700"/>
          <p14:tracePt t="12369" x="2768600" y="1797050"/>
          <p14:tracePt t="12411" x="2762250" y="1803400"/>
          <p14:tracePt t="12446" x="2755900" y="1803400"/>
          <p14:tracePt t="12453" x="2755900" y="1809750"/>
          <p14:tracePt t="12474" x="2755900" y="1816100"/>
          <p14:tracePt t="12495" x="2749550" y="1822450"/>
          <p14:tracePt t="12503" x="2749550" y="1828800"/>
          <p14:tracePt t="12516" x="2749550" y="1835150"/>
          <p14:tracePt t="12523" x="2743200" y="1835150"/>
          <p14:tracePt t="12538" x="2743200" y="1841500"/>
          <p14:tracePt t="12552" x="2736850" y="1860550"/>
          <p14:tracePt t="12568" x="2736850" y="1873250"/>
          <p14:tracePt t="12587" x="2730500" y="1905000"/>
          <p14:tracePt t="12601" x="2724150" y="1917700"/>
          <p14:tracePt t="12618" x="2724150" y="1943100"/>
          <p14:tracePt t="12636" x="2724150" y="1962150"/>
          <p14:tracePt t="12686" x="2730500" y="1962150"/>
          <p14:tracePt t="12706" x="2736850" y="1962150"/>
          <p14:tracePt t="12755" x="2736850" y="1955800"/>
          <p14:tracePt t="12761" x="2736850" y="1949450"/>
          <p14:tracePt t="12796" x="2730500" y="1943100"/>
          <p14:tracePt t="12804" x="2730500" y="1936750"/>
          <p14:tracePt t="12819" x="2724150" y="1936750"/>
          <p14:tracePt t="12825" x="2711450" y="1930400"/>
          <p14:tracePt t="12834" x="2698750" y="1924050"/>
          <p14:tracePt t="12851" x="2679700" y="1905000"/>
          <p14:tracePt t="12868" x="2603500" y="1873250"/>
          <p14:tracePt t="12884" x="2527300" y="1835150"/>
          <p14:tracePt t="12900" x="2482850" y="1816100"/>
          <p14:tracePt t="12917" x="2425700" y="1790700"/>
          <p14:tracePt t="12934" x="2406650" y="1784350"/>
          <p14:tracePt t="12951" x="2349500" y="1765300"/>
          <p14:tracePt t="12967" x="2343150" y="1765300"/>
          <p14:tracePt t="12984" x="2330450" y="1765300"/>
          <p14:tracePt t="13001" x="2324100" y="1765300"/>
          <p14:tracePt t="13017" x="2324100" y="1771650"/>
          <p14:tracePt t="13063" x="2324100" y="1778000"/>
          <p14:tracePt t="13078" x="2324100" y="1784350"/>
          <p14:tracePt t="13098" x="2330450" y="1790700"/>
          <p14:tracePt t="13106" x="2336800" y="1790700"/>
          <p14:tracePt t="13116" x="2343150" y="1790700"/>
          <p14:tracePt t="13155" x="2355850" y="1797050"/>
          <p14:tracePt t="13176" x="2362200" y="1803400"/>
          <p14:tracePt t="13196" x="2368550" y="1803400"/>
          <p14:tracePt t="13204" x="2374900" y="1809750"/>
          <p14:tracePt t="13219" x="2387600" y="1816100"/>
          <p14:tracePt t="13233" x="2400300" y="1816100"/>
          <p14:tracePt t="13249" x="2432050" y="1835150"/>
          <p14:tracePt t="13267" x="2470150" y="1847850"/>
          <p14:tracePt t="13283" x="2482850" y="1854200"/>
          <p14:tracePt t="13299" x="2508250" y="1866900"/>
          <p14:tracePt t="13316" x="2520950" y="1879600"/>
          <p14:tracePt t="13332" x="2520950" y="1885950"/>
          <p14:tracePt t="13367" x="2520950" y="1892300"/>
          <p14:tracePt t="13386" x="2520950" y="1898650"/>
          <p14:tracePt t="13399" x="2520950" y="1905000"/>
          <p14:tracePt t="13415" x="2520950" y="1911350"/>
          <p14:tracePt t="13435" x="2520950" y="1917700"/>
          <p14:tracePt t="13456" x="2520950" y="1924050"/>
          <p14:tracePt t="13484" x="2520950" y="1930400"/>
          <p14:tracePt t="13500" x="2520950" y="1936750"/>
          <p14:tracePt t="13505" x="2520950" y="1949450"/>
          <p14:tracePt t="13519" x="2520950" y="1955800"/>
          <p14:tracePt t="13531" x="2520950" y="1968500"/>
          <p14:tracePt t="13548" x="2520950" y="2000250"/>
          <p14:tracePt t="13565" x="2520950" y="2019300"/>
          <p14:tracePt t="13582" x="2520950" y="2051050"/>
          <p14:tracePt t="13598" x="2520950" y="2070100"/>
          <p14:tracePt t="13615" x="2520950" y="2082800"/>
          <p14:tracePt t="13632" x="2527300" y="2101850"/>
          <p14:tracePt t="13674" x="2527300" y="2108200"/>
          <p14:tracePt t="13730" x="2527300" y="2114550"/>
          <p14:tracePt t="13779" x="2527300" y="2120900"/>
          <p14:tracePt t="13849" x="2527300" y="2127250"/>
          <p14:tracePt t="13856" x="2527300" y="2133600"/>
          <p14:tracePt t="13884" x="2533650" y="2133600"/>
          <p14:tracePt t="13904" x="2540000" y="2133600"/>
          <p14:tracePt t="13925" x="2546350" y="2133600"/>
          <p14:tracePt t="13947" x="2559050" y="2133600"/>
          <p14:tracePt t="13968" x="2565400" y="2133600"/>
          <p14:tracePt t="13975" x="2571750" y="2133600"/>
          <p14:tracePt t="13996" x="2578100" y="2127250"/>
          <p14:tracePt t="14011" x="2584450" y="2120900"/>
          <p14:tracePt t="14018" x="2590800" y="2114550"/>
          <p14:tracePt t="14031" x="2597150" y="2108200"/>
          <p14:tracePt t="14046" x="2609850" y="2089150"/>
          <p14:tracePt t="14063" x="2622550" y="2082800"/>
          <p14:tracePt t="14067" x="2628900" y="2070100"/>
          <p14:tracePt t="14083" x="2635250" y="2057400"/>
          <p14:tracePt t="14097" x="2641600" y="2051050"/>
          <p14:tracePt t="14113" x="2641600" y="2044700"/>
          <p14:tracePt t="14130" x="2641600" y="2032000"/>
          <p14:tracePt t="14146" x="2641600" y="2025650"/>
          <p14:tracePt t="14163" x="2635250" y="2012950"/>
          <p14:tracePt t="14180" x="2616200" y="2000250"/>
          <p14:tracePt t="14196" x="2609850" y="2000250"/>
          <p14:tracePt t="14213" x="2584450" y="1987550"/>
          <p14:tracePt t="14229" x="2552700" y="1968500"/>
          <p14:tracePt t="14246" x="2533650" y="1962150"/>
          <p14:tracePt t="14263" x="2501900" y="1955800"/>
          <p14:tracePt t="14279" x="2463800" y="1955800"/>
          <p14:tracePt t="14296" x="2451100" y="1955800"/>
          <p14:tracePt t="14312" x="2432050" y="1955800"/>
          <p14:tracePt t="14329" x="2400300" y="1968500"/>
          <p14:tracePt t="14345" x="2381250" y="1968500"/>
          <p14:tracePt t="14362" x="2355850" y="1981200"/>
          <p14:tracePt t="14379" x="2324100" y="2000250"/>
          <p14:tracePt t="14396" x="2279650" y="2012950"/>
          <p14:tracePt t="14412" x="2254250" y="2019300"/>
          <p14:tracePt t="14429" x="2190750" y="2044700"/>
          <p14:tracePt t="14446" x="2095500" y="2057400"/>
          <p14:tracePt t="14462" x="2057400" y="2070100"/>
          <p14:tracePt t="14478" x="2025650" y="2076450"/>
          <p14:tracePt t="14496" x="1924050" y="2089150"/>
          <p14:tracePt t="14512" x="1905000" y="2089150"/>
          <p14:tracePt t="14529" x="1885950" y="2089150"/>
          <p14:tracePt t="14545" x="1854200" y="2095500"/>
          <p14:tracePt t="14561" x="1841500" y="2095500"/>
          <p14:tracePt t="14579" x="1835150" y="2095500"/>
          <p14:tracePt t="14595" x="1828800" y="2095500"/>
          <p14:tracePt t="14831" x="1835150" y="2095500"/>
          <p14:tracePt t="14838" x="1841500" y="2095500"/>
          <p14:tracePt t="14847" x="1847850" y="2095500"/>
          <p14:tracePt t="14861" x="1860550" y="2089150"/>
          <p14:tracePt t="14881" x="1879600" y="2082800"/>
          <p14:tracePt t="14894" x="1905000" y="2076450"/>
          <p14:tracePt t="14910" x="1962150" y="2063750"/>
          <p14:tracePt t="14927" x="2006600" y="2044700"/>
          <p14:tracePt t="14944" x="2101850" y="2019300"/>
          <p14:tracePt t="14961" x="2184400" y="1993900"/>
          <p14:tracePt t="14977" x="2228850" y="1974850"/>
          <p14:tracePt t="14994" x="2298700" y="1962150"/>
          <p14:tracePt t="15010" x="2349500" y="1955800"/>
          <p14:tracePt t="15027" x="2381250" y="1955800"/>
          <p14:tracePt t="15043" x="2393950" y="1955800"/>
          <p14:tracePt t="15060" x="2406650" y="1955800"/>
          <p14:tracePt t="15077" x="2432050" y="1962150"/>
          <p14:tracePt t="15093" x="2444750" y="1962150"/>
          <p14:tracePt t="15110" x="2457450" y="1968500"/>
          <p14:tracePt t="15114" x="2470150" y="1968500"/>
          <p14:tracePt t="15126" x="2495550" y="1968500"/>
          <p14:tracePt t="15143" x="2540000" y="1968500"/>
          <p14:tracePt t="15161" x="2622550" y="1955800"/>
          <p14:tracePt t="15176" x="2647950" y="1955800"/>
          <p14:tracePt t="15193" x="2711450" y="1949450"/>
          <p14:tracePt t="15210" x="2749550" y="1949450"/>
          <p14:tracePt t="15226" x="2762250" y="1949450"/>
          <p14:tracePt t="15242" x="2774950" y="1949450"/>
          <p14:tracePt t="15287" x="2768600" y="1949450"/>
          <p14:tracePt t="15309" x="2762250" y="1949450"/>
          <p14:tracePt t="15322" x="2755900" y="1955800"/>
          <p14:tracePt t="15350" x="2743200" y="1955800"/>
          <p14:tracePt t="15357" x="2736850" y="1955800"/>
          <p14:tracePt t="15371" x="2730500" y="1955800"/>
          <p14:tracePt t="15378" x="2717800" y="1955800"/>
          <p14:tracePt t="15395" x="2698750" y="1955800"/>
          <p14:tracePt t="15409" x="2667000" y="1955800"/>
          <p14:tracePt t="15425" x="2578100" y="1949450"/>
          <p14:tracePt t="15442" x="2425700" y="1930400"/>
          <p14:tracePt t="15458" x="2330450" y="1917700"/>
          <p14:tracePt t="15475" x="2139950" y="1885950"/>
          <p14:tracePt t="15492" x="1968500" y="1854200"/>
          <p14:tracePt t="15508" x="1905000" y="1847850"/>
          <p14:tracePt t="15525" x="1778000" y="1841500"/>
          <p14:tracePt t="15541" x="1708150" y="1822450"/>
          <p14:tracePt t="15558" x="1682750" y="1822450"/>
          <p14:tracePt t="15575" x="1657350" y="1822450"/>
          <p14:tracePt t="15591" x="1651000" y="1822450"/>
          <p14:tracePt t="15708" x="1657350" y="1822450"/>
          <p14:tracePt t="15722" x="1663700" y="1822450"/>
          <p14:tracePt t="15729" x="1676400" y="1822450"/>
          <p14:tracePt t="15744" x="1689100" y="1822450"/>
          <p14:tracePt t="15758" x="1727200" y="1822450"/>
          <p14:tracePt t="15774" x="1765300" y="1822450"/>
          <p14:tracePt t="15791" x="1803400" y="1822450"/>
          <p14:tracePt t="15807" x="1924050" y="1822450"/>
          <p14:tracePt t="15824" x="2051050" y="1828800"/>
          <p14:tracePt t="15841" x="2190750" y="1835150"/>
          <p14:tracePt t="15857" x="2266950" y="1847850"/>
          <p14:tracePt t="15874" x="2413000" y="1854200"/>
          <p14:tracePt t="15891" x="2540000" y="1866900"/>
          <p14:tracePt t="15907" x="2584450" y="1873250"/>
          <p14:tracePt t="15923" x="2660650" y="1879600"/>
          <p14:tracePt t="15940" x="2711450" y="1885950"/>
          <p14:tracePt t="15957" x="2724150" y="1885950"/>
          <p14:tracePt t="15975" x="2749550" y="1885950"/>
          <p14:tracePt t="15990" x="2768600" y="1885950"/>
          <p14:tracePt t="16045" x="2762250" y="1885950"/>
          <p14:tracePt t="16052" x="2755900" y="1892300"/>
          <p14:tracePt t="16059" x="2749550" y="1892300"/>
          <p14:tracePt t="16080" x="2743200" y="1892300"/>
          <p14:tracePt t="16094" x="2736850" y="1892300"/>
          <p14:tracePt t="16106" x="2730500" y="1892300"/>
          <p14:tracePt t="16123" x="2717800" y="1892300"/>
          <p14:tracePt t="16139" x="2705100" y="1892300"/>
          <p14:tracePt t="16156" x="2673350" y="1892300"/>
          <p14:tracePt t="16172" x="2609850" y="1892300"/>
          <p14:tracePt t="16189" x="2552700" y="1905000"/>
          <p14:tracePt t="16206" x="2413000" y="1905000"/>
          <p14:tracePt t="16222" x="2273300" y="1905000"/>
          <p14:tracePt t="16239" x="2197100" y="1905000"/>
          <p14:tracePt t="16255" x="2095500" y="1905000"/>
          <p14:tracePt t="16272" x="2019300" y="1905000"/>
          <p14:tracePt t="16289" x="1993900" y="1905000"/>
          <p14:tracePt t="16305" x="1955800" y="1905000"/>
          <p14:tracePt t="16322" x="1936750" y="1905000"/>
          <p14:tracePt t="16339" x="1924050" y="1911350"/>
          <p14:tracePt t="16355" x="1917700" y="1917700"/>
          <p14:tracePt t="16424" x="1917700" y="1924050"/>
          <p14:tracePt t="16445" x="1917700" y="1930400"/>
          <p14:tracePt t="16473" x="1924050" y="1930400"/>
          <p14:tracePt t="16479" x="1936750" y="1930400"/>
          <p14:tracePt t="16500" x="1943100" y="1930400"/>
          <p14:tracePt t="16515" x="1955800" y="1930400"/>
          <p14:tracePt t="16524" x="1968500" y="1930400"/>
          <p14:tracePt t="16537" x="1981200" y="1930400"/>
          <p14:tracePt t="16555" x="2038350" y="1930400"/>
          <p14:tracePt t="16571" x="2139950" y="1930400"/>
          <p14:tracePt t="16588" x="2216150" y="1943100"/>
          <p14:tracePt t="16605" x="2305050" y="1943100"/>
          <p14:tracePt t="16608" x="2393950" y="1949450"/>
          <p14:tracePt t="16621" x="2590800" y="1968500"/>
          <p14:tracePt t="16638" x="2679700" y="1968500"/>
          <p14:tracePt t="16655" x="2819400" y="2000250"/>
          <p14:tracePt t="16671" x="2882900" y="2000250"/>
          <p14:tracePt t="16688" x="2952750" y="2006600"/>
          <p14:tracePt t="16704" x="2978150" y="2012950"/>
          <p14:tracePt t="16721" x="2984500" y="2012950"/>
          <p14:tracePt t="16737" x="2990850" y="2012950"/>
          <p14:tracePt t="16823" x="2984500" y="2012950"/>
          <p14:tracePt t="16851" x="2978150" y="2012950"/>
          <p14:tracePt t="16886" x="2971800" y="2012950"/>
          <p14:tracePt t="16928" x="2965450" y="2012950"/>
          <p14:tracePt t="17403" x="2971800" y="2019300"/>
          <p14:tracePt t="17417" x="2978150" y="2044700"/>
          <p14:tracePt t="17424" x="2978150" y="2070100"/>
          <p14:tracePt t="17434" x="2984500" y="2101850"/>
          <p14:tracePt t="17452" x="2997200" y="2165350"/>
          <p14:tracePt t="17468" x="2997200" y="2190750"/>
          <p14:tracePt t="17485" x="3016250" y="2222500"/>
          <p14:tracePt t="17502" x="3035300" y="2324100"/>
          <p14:tracePt t="17518" x="3041650" y="2349500"/>
          <p14:tracePt t="17535" x="3041650" y="2374900"/>
          <p14:tracePt t="17551" x="3041650" y="2419350"/>
          <p14:tracePt t="17568" x="3028950" y="2457450"/>
          <p14:tracePt t="17586" x="3009900" y="2489200"/>
          <p14:tracePt t="17601" x="2997200" y="2501900"/>
          <p14:tracePt t="17618" x="2978150" y="2520950"/>
          <p14:tracePt t="17635" x="2959100" y="2533650"/>
          <p14:tracePt t="17651" x="2946400" y="2533650"/>
          <p14:tracePt t="17667" x="2940050" y="2540000"/>
          <p14:tracePt t="17684" x="2927350" y="2540000"/>
          <p14:tracePt t="17701" x="2921000" y="2540000"/>
          <p14:tracePt t="17718" x="2914650" y="2540000"/>
          <p14:tracePt t="17734" x="2908300" y="2540000"/>
          <p14:tracePt t="17767" x="2895600" y="2540000"/>
          <p14:tracePt t="17784" x="2882900" y="2540000"/>
          <p14:tracePt t="17801" x="2870200" y="2533650"/>
          <p14:tracePt t="17818" x="2844800" y="2527300"/>
          <p14:tracePt t="17835" x="2794000" y="2501900"/>
          <p14:tracePt t="17850" x="2762250" y="2482850"/>
          <p14:tracePt t="17867" x="2679700" y="2444750"/>
          <p14:tracePt t="17883" x="2622550" y="2425700"/>
          <p14:tracePt t="17900" x="2520950" y="2381250"/>
          <p14:tracePt t="17917" x="2425700" y="2355850"/>
          <p14:tracePt t="17933" x="2393950" y="2343150"/>
          <p14:tracePt t="17950" x="2343150" y="2330450"/>
          <p14:tracePt t="17966" x="2336800" y="2330450"/>
          <p14:tracePt t="17983" x="2330450" y="2330450"/>
          <p14:tracePt t="18000" x="2324100" y="2330450"/>
          <p14:tracePt t="18098" x="2324100" y="2336800"/>
          <p14:tracePt t="18154" x="2330450" y="2343150"/>
          <p14:tracePt t="18168" x="2336800" y="2343150"/>
          <p14:tracePt t="18174" x="2343150" y="2343150"/>
          <p14:tracePt t="18182" x="2349500" y="2343150"/>
          <p14:tracePt t="18224" x="2355850" y="2343150"/>
          <p14:tracePt t="18238" x="2368550" y="2343150"/>
          <p14:tracePt t="18245" x="2374900" y="2343150"/>
          <p14:tracePt t="18252" x="2387600" y="2343150"/>
          <p14:tracePt t="18269" x="2400300" y="2343150"/>
          <p14:tracePt t="18281" x="2419350" y="2343150"/>
          <p14:tracePt t="18299" x="2463800" y="2336800"/>
          <p14:tracePt t="18316" x="2508250" y="2324100"/>
          <p14:tracePt t="18332" x="2533650" y="2317750"/>
          <p14:tracePt t="18348" x="2559050" y="2311400"/>
          <p14:tracePt t="18366" x="2584450" y="2292350"/>
          <p14:tracePt t="18382" x="2590800" y="2292350"/>
          <p14:tracePt t="18399" x="2597150" y="2292350"/>
          <p14:tracePt t="18462" x="2590800" y="2292350"/>
          <p14:tracePt t="18483" x="2584450" y="2292350"/>
          <p14:tracePt t="18525" x="2571750" y="2292350"/>
          <p14:tracePt t="18532" x="2571750" y="2298700"/>
          <p14:tracePt t="18554" x="2565400" y="2305050"/>
          <p14:tracePt t="18567" x="2559050" y="2305050"/>
          <p14:tracePt t="18574" x="2559050" y="2311400"/>
          <p14:tracePt t="18595" x="2559050" y="2317750"/>
          <p14:tracePt t="18603" x="2552700" y="2317750"/>
          <p14:tracePt t="18624" x="2546350" y="2324100"/>
          <p14:tracePt t="18645" x="2540000" y="2324100"/>
          <p14:tracePt t="18694" x="2533650" y="2324100"/>
          <p14:tracePt t="18812" x="2540000" y="2324100"/>
          <p14:tracePt t="18834" x="2546350" y="2324100"/>
          <p14:tracePt t="18848" x="2552700" y="2324100"/>
          <p14:tracePt t="18869" x="2559050" y="2324100"/>
          <p14:tracePt t="18876" x="2565400" y="2324100"/>
          <p14:tracePt t="18890" x="2578100" y="2324100"/>
          <p14:tracePt t="18899" x="2597150" y="2324100"/>
          <p14:tracePt t="18913" x="2616200" y="2324100"/>
          <p14:tracePt t="18930" x="2686050" y="2311400"/>
          <p14:tracePt t="18947" x="2800350" y="2311400"/>
          <p14:tracePt t="18963" x="2863850" y="2311400"/>
          <p14:tracePt t="18980" x="2997200" y="2311400"/>
          <p14:tracePt t="18996" x="3149600" y="2305050"/>
          <p14:tracePt t="19013" x="3213100" y="2305050"/>
          <p14:tracePt t="19030" x="3346450" y="2286000"/>
          <p14:tracePt t="19045" x="3448050" y="2279650"/>
          <p14:tracePt t="19063" x="3486150" y="2279650"/>
          <p14:tracePt t="19080" x="3536950" y="2279650"/>
          <p14:tracePt t="19096" x="3549650" y="2279650"/>
          <p14:tracePt t="19112" x="3568700" y="2279650"/>
          <p14:tracePt t="19116" x="3581400" y="2279650"/>
          <p14:tracePt t="19178" x="3587750" y="2279650"/>
          <p14:tracePt t="19297" x="3594100" y="2286000"/>
          <p14:tracePt t="19325" x="3600450" y="2286000"/>
          <p14:tracePt t="19360" x="3606800" y="2286000"/>
          <p14:tracePt t="19367" x="3613150" y="2292350"/>
          <p14:tracePt t="19381" x="3619500" y="2292350"/>
          <p14:tracePt t="19395" x="3632200" y="2292350"/>
          <p14:tracePt t="19411" x="3644900" y="2298700"/>
          <p14:tracePt t="19428" x="3657600" y="2298700"/>
          <p14:tracePt t="19445" x="3695700" y="2305050"/>
          <p14:tracePt t="19461" x="3746500" y="2311400"/>
          <p14:tracePt t="19478" x="3778250" y="2317750"/>
          <p14:tracePt t="19494" x="3829050" y="2330450"/>
          <p14:tracePt t="19511" x="3860800" y="2336800"/>
          <p14:tracePt t="19528" x="3886200" y="2343150"/>
          <p14:tracePt t="19544" x="3892550" y="2343150"/>
          <p14:tracePt t="19599" x="3892550" y="2349500"/>
          <p14:tracePt t="19619" x="3886200" y="2349500"/>
          <p14:tracePt t="19626" x="3879850" y="2349500"/>
          <p14:tracePt t="19676" x="3873500" y="2349500"/>
          <p14:tracePt t="19711" x="3867150" y="2349500"/>
          <p14:tracePt t="19738" x="3860800" y="2349500"/>
          <p14:tracePt t="19759" x="3854450" y="2349500"/>
          <p14:tracePt t="19787" x="3841750" y="2349500"/>
          <p14:tracePt t="19809" x="3835400" y="2349500"/>
          <p14:tracePt t="19837" x="3822700" y="2355850"/>
          <p14:tracePt t="19859" x="3816350" y="2355850"/>
          <p14:tracePt t="19872" x="3816350" y="2362200"/>
          <p14:tracePt t="19879" x="3803650" y="2368550"/>
          <p14:tracePt t="19893" x="3790950" y="2374900"/>
          <p14:tracePt t="19910" x="3746500" y="2393950"/>
          <p14:tracePt t="19926" x="3714750" y="2413000"/>
          <p14:tracePt t="19943" x="3663950" y="2451100"/>
          <p14:tracePt t="19959" x="3600450" y="2482850"/>
          <p14:tracePt t="19976" x="3581400" y="2495550"/>
          <p14:tracePt t="19992" x="3543300" y="2514600"/>
          <p14:tracePt t="20009" x="3536950" y="2514600"/>
          <p14:tracePt t="20026" x="3517900" y="2527300"/>
          <p14:tracePt t="20043" x="3511550" y="2533650"/>
          <p14:tracePt t="20076" x="3511550" y="2540000"/>
          <p14:tracePt t="20153" x="3517900" y="2540000"/>
          <p14:tracePt t="20188" x="3524250" y="2540000"/>
          <p14:tracePt t="20210" x="3530600" y="2540000"/>
          <p14:tracePt t="20229" x="3536950" y="2540000"/>
          <p14:tracePt t="20237" x="3543300" y="2540000"/>
          <p14:tracePt t="20251" x="3549650" y="2540000"/>
          <p14:tracePt t="20278" x="3562350" y="2540000"/>
          <p14:tracePt t="20293" x="3575050" y="2540000"/>
          <p14:tracePt t="20300" x="3587750" y="2540000"/>
          <p14:tracePt t="20308" x="3606800" y="2540000"/>
          <p14:tracePt t="20325" x="3638550" y="2533650"/>
          <p14:tracePt t="20342" x="3695700" y="2514600"/>
          <p14:tracePt t="20358" x="3740150" y="2514600"/>
          <p14:tracePt t="20375" x="3835400" y="2489200"/>
          <p14:tracePt t="20392" x="3930650" y="2476500"/>
          <p14:tracePt t="20408" x="3968750" y="2457450"/>
          <p14:tracePt t="20425" x="4044950" y="2438400"/>
          <p14:tracePt t="20442" x="4089400" y="2432050"/>
          <p14:tracePt t="20458" x="4102100" y="2432050"/>
          <p14:tracePt t="20475" x="4121150" y="2432050"/>
          <p14:tracePt t="20531" x="4114800" y="2432050"/>
          <p14:tracePt t="20559" x="4108450" y="2438400"/>
          <p14:tracePt t="20609" x="4102100" y="2444750"/>
          <p14:tracePt t="20644" x="4095750" y="2451100"/>
          <p14:tracePt t="20700" x="4089400" y="2451100"/>
          <p14:tracePt t="20784" x="4089400" y="2457450"/>
          <p14:tracePt t="21029" x="4083050" y="2457450"/>
          <p14:tracePt t="21043" x="4076700" y="2457450"/>
          <p14:tracePt t="21050" x="4070350" y="2457450"/>
          <p14:tracePt t="21071" x="4064000" y="2463800"/>
          <p14:tracePt t="21078" x="4057650" y="2463800"/>
          <p14:tracePt t="21093" x="4051300" y="2463800"/>
          <p14:tracePt t="21105" x="4044950" y="2470150"/>
          <p14:tracePt t="21122" x="4032250" y="2476500"/>
          <p14:tracePt t="21139" x="4025900" y="2482850"/>
          <p14:tracePt t="21142" x="4019550" y="2482850"/>
          <p14:tracePt t="21156" x="4006850" y="2489200"/>
          <p14:tracePt t="21172" x="4000500" y="2501900"/>
          <p14:tracePt t="21205" x="3994150" y="2501900"/>
          <p14:tracePt t="21254" x="4000500" y="2508250"/>
          <p14:tracePt t="21275" x="4006850" y="2508250"/>
          <p14:tracePt t="21290" x="4013200" y="2508250"/>
          <p14:tracePt t="21310" x="4025900" y="2508250"/>
          <p14:tracePt t="21324" x="4038600" y="2514600"/>
          <p14:tracePt t="21331" x="4051300" y="2514600"/>
          <p14:tracePt t="21345" x="4083050" y="2514600"/>
          <p14:tracePt t="21354" x="4102100" y="2514600"/>
          <p14:tracePt t="21371" x="4140200" y="2514600"/>
          <p14:tracePt t="21388" x="4210050" y="2527300"/>
          <p14:tracePt t="21404" x="4279900" y="2533650"/>
          <p14:tracePt t="21422" x="4305300" y="2533650"/>
          <p14:tracePt t="21437" x="4349750" y="2533650"/>
          <p14:tracePt t="21454" x="4375150" y="2540000"/>
          <p14:tracePt t="21471" x="4381500" y="2540000"/>
          <p14:tracePt t="21487" x="4387850" y="2540000"/>
          <p14:tracePt t="21534" x="4387850" y="2533650"/>
          <p14:tracePt t="21563" x="4387850" y="2527300"/>
          <p14:tracePt t="21591" x="4381500" y="2527300"/>
          <p14:tracePt t="21612" x="4375150" y="2527300"/>
          <p14:tracePt t="21640" x="4368800" y="2520950"/>
          <p14:tracePt t="21655" x="4362450" y="2520950"/>
          <p14:tracePt t="21660" x="4362450" y="2514600"/>
          <p14:tracePt t="21675" x="4356100" y="2514600"/>
          <p14:tracePt t="21687" x="4349750" y="2514600"/>
          <p14:tracePt t="21704" x="4343400" y="2508250"/>
          <p14:tracePt t="21720" x="4330700" y="2495550"/>
          <p14:tracePt t="21737" x="4292600" y="2476500"/>
          <p14:tracePt t="21753" x="4241800" y="2438400"/>
          <p14:tracePt t="21770" x="4210050" y="2413000"/>
          <p14:tracePt t="21787" x="4121150" y="2355850"/>
          <p14:tracePt t="21803" x="4044950" y="2317750"/>
          <p14:tracePt t="21820" x="4013200" y="2292350"/>
          <p14:tracePt t="21836" x="3956050" y="2260600"/>
          <p14:tracePt t="21853" x="3924300" y="2241550"/>
          <p14:tracePt t="21870" x="3911600" y="2235200"/>
          <p14:tracePt t="21886" x="3892550" y="2235200"/>
          <p14:tracePt t="21903" x="3886200" y="2235200"/>
          <p14:tracePt t="21920" x="3879850" y="2235200"/>
          <p14:tracePt t="21990" x="3879850" y="2241550"/>
          <p14:tracePt t="22032" x="3879850" y="2247900"/>
          <p14:tracePt t="22054" x="3892550" y="2254250"/>
          <p14:tracePt t="22081" x="3898900" y="2260600"/>
          <p14:tracePt t="22096" x="3905250" y="2260600"/>
          <p14:tracePt t="22105" x="3911600" y="2260600"/>
          <p14:tracePt t="22118" x="3924300" y="2266950"/>
          <p14:tracePt t="22135" x="3962400" y="2286000"/>
          <p14:tracePt t="22152" x="4038600" y="2324100"/>
          <p14:tracePt t="22168" x="4095750" y="2343150"/>
          <p14:tracePt t="22186" x="4146550" y="2368550"/>
          <p14:tracePt t="22202" x="4311650" y="2425700"/>
          <p14:tracePt t="22219" x="4356100" y="2451100"/>
          <p14:tracePt t="22236" x="4419600" y="2470150"/>
          <p14:tracePt t="22251" x="4438650" y="2470150"/>
          <p14:tracePt t="22268" x="4457700" y="2476500"/>
          <p14:tracePt t="22313" x="4457700" y="2463800"/>
          <p14:tracePt t="22327" x="4451350" y="2463800"/>
          <p14:tracePt t="22335" x="4445000" y="2463800"/>
          <p14:tracePt t="22351" x="4445000" y="2457450"/>
          <p14:tracePt t="22368" x="4425950" y="2444750"/>
          <p14:tracePt t="22384" x="4413250" y="2432050"/>
          <p14:tracePt t="22401" x="4400550" y="2425700"/>
          <p14:tracePt t="22419" x="4356100" y="2406650"/>
          <p14:tracePt t="22435" x="4286250" y="2374900"/>
          <p14:tracePt t="22451" x="4241800" y="2355850"/>
          <p14:tracePt t="22468" x="4140200" y="2311400"/>
          <p14:tracePt t="22484" x="4064000" y="2266950"/>
          <p14:tracePt t="22501" x="4025900" y="2260600"/>
          <p14:tracePt t="22518" x="3962400" y="2228850"/>
          <p14:tracePt t="22534" x="3949700" y="2222500"/>
          <p14:tracePt t="22551" x="3911600" y="2209800"/>
          <p14:tracePt t="22567" x="3905250" y="2209800"/>
          <p14:tracePt t="22584" x="3898900" y="2209800"/>
          <p14:tracePt t="22622" x="3892550" y="2209800"/>
          <p14:tracePt t="22643" x="3892550" y="2216150"/>
          <p14:tracePt t="22684" x="3898900" y="2222500"/>
          <p14:tracePt t="22692" x="3905250" y="2222500"/>
          <p14:tracePt t="22706" x="3905250" y="2228850"/>
          <p14:tracePt t="22716" x="3911600" y="2228850"/>
          <p14:tracePt t="22734" x="3924300" y="2241550"/>
          <p14:tracePt t="22750" x="3937000" y="2247900"/>
          <p14:tracePt t="22767" x="3975100" y="2260600"/>
          <p14:tracePt t="22783" x="4064000" y="2292350"/>
          <p14:tracePt t="22800" x="4102100" y="2305050"/>
          <p14:tracePt t="22816" x="4146550" y="2317750"/>
          <p14:tracePt t="22834" x="4273550" y="2368550"/>
          <p14:tracePt t="22850" x="4305300" y="2381250"/>
          <p14:tracePt t="22867" x="4349750" y="2393950"/>
          <p14:tracePt t="22883" x="4356100" y="2393950"/>
          <p14:tracePt t="22930" x="4356100" y="2387600"/>
          <p14:tracePt t="22945" x="4356100" y="2381250"/>
          <p14:tracePt t="22952" x="4349750" y="2381250"/>
          <p14:tracePt t="22966" x="4343400" y="2374900"/>
          <p14:tracePt t="22983" x="4324350" y="2368550"/>
          <p14:tracePt t="22999" x="4318000" y="2368550"/>
          <p14:tracePt t="23016" x="4286250" y="2355850"/>
          <p14:tracePt t="23032" x="4222750" y="2324100"/>
          <p14:tracePt t="23049" x="4184650" y="2311400"/>
          <p14:tracePt t="23066" x="4083050" y="2266950"/>
          <p14:tracePt t="23083" x="4038600" y="2254250"/>
          <p14:tracePt t="23099" x="3937000" y="2209800"/>
          <p14:tracePt t="23115" x="3917950" y="2203450"/>
          <p14:tracePt t="23132" x="3898900" y="2203450"/>
          <p14:tracePt t="23149" x="3879850" y="2197100"/>
          <p14:tracePt t="23165" x="3867150" y="2197100"/>
          <p14:tracePt t="23204" x="3860800" y="2197100"/>
          <p14:tracePt t="23238" x="3860800" y="2203450"/>
          <p14:tracePt t="23274" x="3860800" y="2209800"/>
          <p14:tracePt t="23302" x="3867150" y="2216150"/>
          <p14:tracePt t="23309" x="3873500" y="2216150"/>
          <p14:tracePt t="23330" x="3879850" y="2216150"/>
          <p14:tracePt t="23351" x="3879850" y="2222500"/>
          <p14:tracePt t="23373" x="3886200" y="2222500"/>
          <p14:tracePt t="23379" x="3898900" y="2228850"/>
          <p14:tracePt t="23394" x="3905250" y="2228850"/>
          <p14:tracePt t="23401" x="3917950" y="2235200"/>
          <p14:tracePt t="23417" x="3937000" y="2241550"/>
          <p14:tracePt t="23431" x="3962400" y="2254250"/>
          <p14:tracePt t="23447" x="4032250" y="2279650"/>
          <p14:tracePt t="23464" x="4102100" y="2305050"/>
          <p14:tracePt t="23481" x="4146550" y="2324100"/>
          <p14:tracePt t="23498" x="4203700" y="2343150"/>
          <p14:tracePt t="23514" x="4248150" y="2368550"/>
          <p14:tracePt t="23530" x="4260850" y="2368550"/>
          <p14:tracePt t="23548" x="4279900" y="2381250"/>
          <p14:tracePt t="23564" x="4286250" y="2381250"/>
          <p14:tracePt t="23611" x="4286250" y="2374900"/>
          <p14:tracePt t="23625" x="4279900" y="2374900"/>
          <p14:tracePt t="23652" x="4273550" y="2368550"/>
          <p14:tracePt t="23660" x="4267200" y="2368550"/>
          <p14:tracePt t="23681" x="4267200" y="2362200"/>
          <p14:tracePt t="23716" x="4260850" y="2362200"/>
          <p14:tracePt t="23723" x="4254500" y="2362200"/>
          <p14:tracePt t="23732" x="4248150" y="2362200"/>
          <p14:tracePt t="23746" x="4241800" y="2355850"/>
          <p14:tracePt t="23763" x="4229100" y="2355850"/>
          <p14:tracePt t="23780" x="4191000" y="2343150"/>
          <p14:tracePt t="23796" x="4127500" y="2330450"/>
          <p14:tracePt t="23813" x="4089400" y="2324100"/>
          <p14:tracePt t="23829" x="4019550" y="2305050"/>
          <p14:tracePt t="23846" x="3949700" y="2292350"/>
          <p14:tracePt t="23863" x="3905250" y="2286000"/>
          <p14:tracePt t="23879" x="3892550" y="2286000"/>
          <p14:tracePt t="23896" x="3867150" y="2286000"/>
          <p14:tracePt t="23913" x="3860800" y="2286000"/>
          <p14:tracePt t="23946" x="3854450" y="2292350"/>
          <p14:tracePt t="23964" x="3854450" y="2298700"/>
          <p14:tracePt t="23982" x="3854450" y="2305050"/>
          <p14:tracePt t="24004" x="3860800" y="2311400"/>
          <p14:tracePt t="24032" x="3867150" y="2311400"/>
          <p14:tracePt t="24053" x="3867150" y="2317750"/>
          <p14:tracePt t="24081" x="3867150" y="2324100"/>
          <p14:tracePt t="24096" x="3867150" y="2330450"/>
          <p14:tracePt t="24102" x="3860800" y="2330450"/>
          <p14:tracePt t="24116" x="3860800" y="2336800"/>
          <p14:tracePt t="24128" x="3854450" y="2336800"/>
          <p14:tracePt t="24145" x="3835400" y="2349500"/>
          <p14:tracePt t="24162" x="3822700" y="2355850"/>
          <p14:tracePt t="24165" x="3803650" y="2362200"/>
          <p14:tracePt t="24179" x="3778250" y="2368550"/>
          <p14:tracePt t="24195" x="3727450" y="2387600"/>
          <p14:tracePt t="24211" x="3708400" y="2387600"/>
          <p14:tracePt t="24229" x="3676650" y="2413000"/>
          <p14:tracePt t="24245" x="3651250" y="2419350"/>
          <p14:tracePt t="24261" x="3644900" y="2425700"/>
          <p14:tracePt t="24278" x="3632200" y="2425700"/>
          <p14:tracePt t="24294" x="3632200" y="2432050"/>
          <p14:tracePt t="24312" x="3638550" y="2438400"/>
          <p14:tracePt t="24328" x="3663950" y="2444750"/>
          <p14:tracePt t="24344" x="3676650" y="2444750"/>
          <p14:tracePt t="24362" x="3810000" y="2489200"/>
          <p14:tracePt t="24377" x="3892550" y="2495550"/>
          <p14:tracePt t="24394" x="3981450" y="2514600"/>
          <p14:tracePt t="24411" x="4184650" y="2559050"/>
          <p14:tracePt t="24427" x="4381500" y="2590800"/>
          <p14:tracePt t="24444" x="4457700" y="2597150"/>
          <p14:tracePt t="24461" x="4572000" y="2597150"/>
          <p14:tracePt t="24477" x="4635500" y="2597150"/>
          <p14:tracePt t="24495" x="4660900" y="2597150"/>
          <p14:tracePt t="24510" x="4667250" y="2597150"/>
          <p14:tracePt t="24527" x="4673600" y="2597150"/>
          <p14:tracePt t="24635" x="4667250" y="2597150"/>
          <p14:tracePt t="24698" x="4660900" y="2597150"/>
          <p14:tracePt t="24769" x="4654550" y="2597150"/>
          <p14:tracePt t="24825" x="4648200" y="2597150"/>
          <p14:tracePt t="24923" x="4641850" y="2597150"/>
          <p14:tracePt t="25306" x="4597400" y="2609850"/>
          <p14:tracePt t="25313" x="4546600" y="2641600"/>
          <p14:tracePt t="25327" x="4502150" y="2667000"/>
          <p14:tracePt t="25341" x="4445000" y="2692400"/>
          <p14:tracePt t="25358" x="4330700" y="2762250"/>
          <p14:tracePt t="25374" x="4273550" y="2774950"/>
          <p14:tracePt t="25391" x="4171950" y="2832100"/>
          <p14:tracePt t="25407" x="4083050" y="2882900"/>
          <p14:tracePt t="25424" x="4051300" y="2901950"/>
          <p14:tracePt t="25441" x="3987800" y="2933700"/>
          <p14:tracePt t="25457" x="3949700" y="2946400"/>
          <p14:tracePt t="25474" x="3937000" y="2952750"/>
          <p14:tracePt t="25490" x="3911600" y="2959100"/>
          <p14:tracePt t="25507" x="3898900" y="2965450"/>
          <p14:tracePt t="25525" x="3867150" y="2971800"/>
          <p14:tracePt t="25540" x="3854450" y="2978150"/>
          <p14:tracePt t="25557" x="3835400" y="2978150"/>
          <p14:tracePt t="25574" x="3803650" y="2984500"/>
          <p14:tracePt t="25590" x="3778250" y="2990850"/>
          <p14:tracePt t="25607" x="3771900" y="2990850"/>
          <p14:tracePt t="25624" x="3759200" y="2997200"/>
          <p14:tracePt t="25640" x="3746500" y="2997200"/>
          <p14:tracePt t="25657" x="3733800" y="2997200"/>
          <p14:tracePt t="25673" x="3733800" y="3003550"/>
          <p14:tracePt t="25690" x="3727450" y="3003550"/>
          <p14:tracePt t="25707" x="3714750" y="3009900"/>
          <p14:tracePt t="25741" x="3702050" y="3009900"/>
          <p14:tracePt t="25756" x="3695700" y="3009900"/>
          <p14:tracePt t="25773" x="3689350" y="3009900"/>
          <p14:tracePt t="25789" x="3670300" y="3009900"/>
          <p14:tracePt t="26172" x="3644900" y="3009900"/>
          <p14:tracePt t="26178" x="3600450" y="2990850"/>
          <p14:tracePt t="26188" x="3556000" y="2984500"/>
          <p14:tracePt t="26205" x="3524250" y="2965450"/>
          <p14:tracePt t="26221" x="3441700" y="2952750"/>
          <p14:tracePt t="26238" x="3403600" y="2940050"/>
          <p14:tracePt t="26255" x="3340100" y="2927350"/>
          <p14:tracePt t="26272" x="3276600" y="2921000"/>
          <p14:tracePt t="26288" x="3244850" y="2921000"/>
          <p14:tracePt t="26305" x="3155950" y="2921000"/>
          <p14:tracePt t="26321" x="3079750" y="2908300"/>
          <p14:tracePt t="26337" x="3035300" y="2908300"/>
          <p14:tracePt t="26354" x="2965450" y="2914650"/>
          <p14:tracePt t="26371" x="2921000" y="2914650"/>
          <p14:tracePt t="26389" x="2895600" y="2914650"/>
          <p14:tracePt t="26403" x="2889250" y="2914650"/>
          <p14:tracePt t="26420" x="2882900" y="2914650"/>
          <p14:tracePt t="26453" x="2876550" y="2914650"/>
          <p14:tracePt t="26600" x="2882900" y="2914650"/>
          <p14:tracePt t="26628" x="2889250" y="2914650"/>
          <p14:tracePt t="26649" x="2895600" y="2914650"/>
          <p14:tracePt t="26671" x="2901950" y="2914650"/>
          <p14:tracePt t="26677" x="2908300" y="2914650"/>
          <p14:tracePt t="26691" x="2914650" y="2914650"/>
          <p14:tracePt t="26704" x="2921000" y="2914650"/>
          <p14:tracePt t="26720" x="2959100" y="2908300"/>
          <p14:tracePt t="26736" x="2990850" y="2901950"/>
          <p14:tracePt t="26753" x="3073400" y="2889250"/>
          <p14:tracePt t="26769" x="3200400" y="2870200"/>
          <p14:tracePt t="26786" x="3257550" y="2857500"/>
          <p14:tracePt t="26803" x="3390900" y="2832100"/>
          <p14:tracePt t="26819" x="3505200" y="2819400"/>
          <p14:tracePt t="26836" x="3562350" y="2813050"/>
          <p14:tracePt t="26853" x="3625850" y="2813050"/>
          <p14:tracePt t="26869" x="3657600" y="2813050"/>
          <p14:tracePt t="26886" x="3683000" y="2806700"/>
          <p14:tracePt t="26903" x="3695700" y="2806700"/>
          <p14:tracePt t="26943" x="3702050" y="2806700"/>
          <p14:tracePt t="27259" x="3708400" y="2813050"/>
          <p14:tracePt t="27280" x="3714750" y="2813050"/>
          <p14:tracePt t="27302" x="3721100" y="2813050"/>
          <p14:tracePt t="27307" x="3727450" y="2813050"/>
          <p14:tracePt t="27350" x="3733800" y="2819400"/>
          <p14:tracePt t="27371" x="3740150" y="2819400"/>
          <p14:tracePt t="27399" x="3746500" y="2819400"/>
          <p14:tracePt t="27421" x="3752850" y="2819400"/>
          <p14:tracePt t="27441" x="3759200" y="2819400"/>
          <p14:tracePt t="27470" x="3765550" y="2819400"/>
          <p14:tracePt t="27512" x="3771900" y="2819400"/>
          <p14:tracePt t="27540" x="3771900" y="2825750"/>
          <p14:tracePt t="27561" x="3778250" y="2825750"/>
          <p14:tracePt t="27589" x="3784600" y="2832100"/>
          <p14:tracePt t="27624" x="3784600" y="2838450"/>
          <p14:tracePt t="28352" x="3803650" y="2838450"/>
          <p14:tracePt t="28365" x="3822700" y="2838450"/>
          <p14:tracePt t="28372" x="3860800" y="2838450"/>
          <p14:tracePt t="28387" x="3892550" y="2838450"/>
          <p14:tracePt t="28397" x="3924300" y="2838450"/>
          <p14:tracePt t="28413" x="3956050" y="2838450"/>
          <p14:tracePt t="28430" x="4019550" y="2838450"/>
          <p14:tracePt t="28447" x="4076700" y="2838450"/>
          <p14:tracePt t="28464" x="4114800" y="2838450"/>
          <p14:tracePt t="28480" x="4133850" y="2838450"/>
          <p14:tracePt t="28497" x="4146550" y="2844800"/>
          <p14:tracePt t="28513" x="4165600" y="2851150"/>
          <p14:tracePt t="28530" x="4171950" y="2851150"/>
          <p14:tracePt t="28547" x="4178300" y="2851150"/>
          <p14:tracePt t="28563" x="4184650" y="2851150"/>
          <p14:tracePt t="28599" x="4191000" y="2851150"/>
          <p14:tracePt t="28864" x="4184650" y="2851150"/>
          <p14:tracePt t="28878" x="4178300" y="2851150"/>
          <p14:tracePt t="28892" x="4171950" y="2851150"/>
          <p14:tracePt t="28913" x="4165600" y="2851150"/>
          <p14:tracePt t="28955" x="4159250" y="2851150"/>
          <p14:tracePt t="28983" x="4152900" y="2851150"/>
          <p14:tracePt t="28997" x="4146550" y="2851150"/>
          <p14:tracePt t="29004" x="4133850" y="2851150"/>
          <p14:tracePt t="29018" x="4127500" y="2851150"/>
          <p14:tracePt t="29028" x="4121150" y="2851150"/>
          <p14:tracePt t="29046" x="4102100" y="2851150"/>
          <p14:tracePt t="29061" x="4070350" y="2851150"/>
          <p14:tracePt t="29078" x="4038600" y="2851150"/>
          <p14:tracePt t="29095" x="4006850" y="2851150"/>
          <p14:tracePt t="29111" x="3994150" y="2851150"/>
          <p14:tracePt t="29128" x="3968750" y="2851150"/>
          <p14:tracePt t="29145" x="3962400" y="2857500"/>
          <p14:tracePt t="29161" x="3956050" y="2857500"/>
          <p14:tracePt t="29207" x="3962400" y="2857500"/>
          <p14:tracePt t="29236" x="3968750" y="2851150"/>
          <p14:tracePt t="29242" x="3975100" y="2851150"/>
          <p14:tracePt t="29264" x="3981450" y="2851150"/>
          <p14:tracePt t="29279" x="3987800" y="2851150"/>
          <p14:tracePt t="29285" x="3994150" y="2851150"/>
          <p14:tracePt t="29299" x="4006850" y="2851150"/>
          <p14:tracePt t="29310" x="4025900" y="2844800"/>
          <p14:tracePt t="29327" x="4083050" y="2832100"/>
          <p14:tracePt t="29344" x="4108450" y="2832100"/>
          <p14:tracePt t="29361" x="4178300" y="2832100"/>
          <p14:tracePt t="29377" x="4248150" y="2825750"/>
          <p14:tracePt t="29393" x="4286250" y="2825750"/>
          <p14:tracePt t="29411" x="4337050" y="2819400"/>
          <p14:tracePt t="29427" x="4381500" y="2813050"/>
          <p14:tracePt t="29443" x="4394200" y="2813050"/>
          <p14:tracePt t="29461" x="4419600" y="2806700"/>
          <p14:tracePt t="29477" x="4425950" y="2806700"/>
          <p14:tracePt t="29523" x="4419600" y="2813050"/>
          <p14:tracePt t="29559" x="4413250" y="2813050"/>
          <p14:tracePt t="29579" x="4406900" y="2813050"/>
          <p14:tracePt t="29586" x="4400550" y="2819400"/>
          <p14:tracePt t="29607" x="4387850" y="2819400"/>
          <p14:tracePt t="29614" x="4381500" y="2819400"/>
          <p14:tracePt t="29635" x="4368800" y="2819400"/>
          <p14:tracePt t="29649" x="4343400" y="2825750"/>
          <p14:tracePt t="29659" x="4324350" y="2825750"/>
          <p14:tracePt t="29676" x="4298950" y="2825750"/>
          <p14:tracePt t="29693" x="4248150" y="2832100"/>
          <p14:tracePt t="29710" x="4191000" y="2838450"/>
          <p14:tracePt t="29727" x="4146550" y="2844800"/>
          <p14:tracePt t="29742" x="4133850" y="2851150"/>
          <p14:tracePt t="29759" x="4121150" y="2857500"/>
          <p14:tracePt t="29776" x="4114800" y="2857500"/>
          <p14:tracePt t="29825" x="4127500" y="2857500"/>
          <p14:tracePt t="29839" x="4133850" y="2857500"/>
          <p14:tracePt t="29846" x="4140200" y="2857500"/>
          <p14:tracePt t="29862" x="4146550" y="2857500"/>
          <p14:tracePt t="29875" x="4159250" y="2851150"/>
          <p14:tracePt t="29909" x="4178300" y="2844800"/>
          <p14:tracePt t="29925" x="4191000" y="2844800"/>
          <p14:tracePt t="29942" x="4216400" y="2832100"/>
          <p14:tracePt t="29959" x="4241800" y="2832100"/>
          <p14:tracePt t="29975" x="4260850" y="2832100"/>
          <p14:tracePt t="29991" x="4279900" y="2825750"/>
          <p14:tracePt t="30009" x="4286250" y="2825750"/>
          <p14:tracePt t="30049" x="4286250" y="2819400"/>
          <p14:tracePt t="30120" x="4286250" y="2825750"/>
          <p14:tracePt t="40664" x="4279900" y="2825750"/>
          <p14:tracePt t="40672" x="4260850" y="2825750"/>
          <p14:tracePt t="40678" x="4235450" y="2825750"/>
          <p14:tracePt t="40688" x="4216400" y="2819400"/>
          <p14:tracePt t="40704" x="4184650" y="2819400"/>
          <p14:tracePt t="40721" x="4146550" y="2825750"/>
          <p14:tracePt t="40738" x="4114800" y="2825750"/>
          <p14:tracePt t="40755" x="4051300" y="2825750"/>
          <p14:tracePt t="40770" x="3994150" y="2825750"/>
          <p14:tracePt t="40787" x="3937000" y="2832100"/>
          <p14:tracePt t="40805" x="3822700" y="2857500"/>
          <p14:tracePt t="40820" x="3740150" y="2870200"/>
          <p14:tracePt t="40838" x="3625850" y="2889250"/>
          <p14:tracePt t="40854" x="3429000" y="2921000"/>
          <p14:tracePt t="40871" x="3295650" y="2946400"/>
          <p14:tracePt t="40887" x="3162300" y="2959100"/>
          <p14:tracePt t="40904" x="3009900" y="2965450"/>
          <p14:tracePt t="40920" x="2889250" y="2978150"/>
          <p14:tracePt t="40938" x="2787650" y="2984500"/>
          <p14:tracePt t="40953" x="2749550" y="2990850"/>
          <p14:tracePt t="40970" x="2730500" y="2990850"/>
          <p14:tracePt t="40987" x="2717800" y="2990850"/>
          <p14:tracePt t="41020" x="2698750" y="2990850"/>
          <p14:tracePt t="41037" x="2692400" y="2984500"/>
          <p14:tracePt t="41053" x="2679700" y="2978150"/>
          <p14:tracePt t="41071" x="2660650" y="2978150"/>
          <p14:tracePt t="41106" x="2654300" y="2978150"/>
          <p14:tracePt t="41148" x="2647950" y="2978150"/>
          <p14:tracePt t="41197" x="2647950" y="2971800"/>
          <p14:tracePt t="41204" x="2654300" y="2971800"/>
          <p14:tracePt t="41239" x="2660650" y="2971800"/>
          <p14:tracePt t="41246" x="2673350" y="2971800"/>
          <p14:tracePt t="41255" x="2679700" y="2971800"/>
          <p14:tracePt t="41269" x="2705100" y="2965450"/>
          <p14:tracePt t="41286" x="2755900" y="2959100"/>
          <p14:tracePt t="41303" x="2863850" y="2946400"/>
          <p14:tracePt t="41319" x="2971800" y="2933700"/>
          <p14:tracePt t="41336" x="3054350" y="2914650"/>
          <p14:tracePt t="41353" x="3200400" y="2895600"/>
          <p14:tracePt t="41369" x="3263900" y="2895600"/>
          <p14:tracePt t="41387" x="3340100" y="2889250"/>
          <p14:tracePt t="41402" x="3384550" y="2889250"/>
          <p14:tracePt t="41419" x="3422650" y="2889250"/>
          <p14:tracePt t="41437" x="3460750" y="2889250"/>
          <p14:tracePt t="41452" x="3479800" y="2889250"/>
          <p14:tracePt t="41469" x="3486150" y="2889250"/>
          <p14:tracePt t="41485" x="3517900" y="2889250"/>
          <p14:tracePt t="41502" x="3543300" y="2889250"/>
          <p14:tracePt t="41519" x="3575050" y="2889250"/>
          <p14:tracePt t="41535" x="3619500" y="2882900"/>
          <p14:tracePt t="41552" x="3651250" y="2882900"/>
          <p14:tracePt t="41569" x="3708400" y="2876550"/>
          <p14:tracePt t="41584" x="3740150" y="2870200"/>
          <p14:tracePt t="41601" x="3765550" y="2870200"/>
          <p14:tracePt t="41618" x="3810000" y="2863850"/>
          <p14:tracePt t="41634" x="3841750" y="2863850"/>
          <p14:tracePt t="41651" x="3873500" y="2863850"/>
          <p14:tracePt t="41668" x="3917950" y="2863850"/>
          <p14:tracePt t="41685" x="3956050" y="2863850"/>
          <p14:tracePt t="41701" x="3975100" y="2857500"/>
          <p14:tracePt t="41717" x="4013200" y="2851150"/>
          <p14:tracePt t="41734" x="4032250" y="2857500"/>
          <p14:tracePt t="41753" x="4057650" y="2857500"/>
          <p14:tracePt t="41768" x="4076700" y="2857500"/>
          <p14:tracePt t="41784" x="4076700" y="2851150"/>
          <p14:tracePt t="41801" x="4089400" y="2851150"/>
          <p14:tracePt t="41817" x="4095750" y="2844800"/>
          <p14:tracePt t="41834" x="4102100" y="2838450"/>
          <p14:tracePt t="42665" x="4108450" y="2838450"/>
          <p14:tracePt t="42672" x="4108450" y="2844800"/>
          <p14:tracePt t="42681" x="4114800" y="2851150"/>
          <p14:tracePt t="42697" x="4121150" y="2863850"/>
          <p14:tracePt t="42715" x="4146550" y="2889250"/>
          <p14:tracePt t="42731" x="4171950" y="2921000"/>
          <p14:tracePt t="42747" x="4203700" y="2952750"/>
          <p14:tracePt t="42764" x="4248150" y="2997200"/>
          <p14:tracePt t="42780" x="4279900" y="3022600"/>
          <p14:tracePt t="42798" x="4298950" y="3041650"/>
          <p14:tracePt t="42814" x="4324350" y="3048000"/>
          <p14:tracePt t="42830" x="4330700" y="3048000"/>
          <p14:tracePt t="42847" x="4337050" y="3048000"/>
          <p14:tracePt t="42883" x="4343400" y="3048000"/>
          <p14:tracePt t="42931" x="4337050" y="3048000"/>
          <p14:tracePt t="42952" x="4330700" y="3048000"/>
          <p14:tracePt t="43001" x="4324350" y="3048000"/>
          <p14:tracePt t="43008" x="4318000" y="3048000"/>
          <p14:tracePt t="43031" x="4311650" y="3048000"/>
          <p14:tracePt t="43043" x="4305300" y="3041650"/>
          <p14:tracePt t="43050" x="4292600" y="3041650"/>
          <p14:tracePt t="43063" x="4279900" y="3041650"/>
          <p14:tracePt t="43080" x="4235450" y="3035300"/>
          <p14:tracePt t="43096" x="4197350" y="3035300"/>
          <p14:tracePt t="43114" x="4108450" y="3022600"/>
          <p14:tracePt t="43130" x="4057650" y="3022600"/>
          <p14:tracePt t="43146" x="4000500" y="3022600"/>
          <p14:tracePt t="43164" x="3930650" y="3009900"/>
          <p14:tracePt t="43179" x="3911600" y="3009900"/>
          <p14:tracePt t="43196" x="3886200" y="3003550"/>
          <p14:tracePt t="43213" x="3873500" y="3003550"/>
          <p14:tracePt t="43229" x="3867150" y="2997200"/>
          <p14:tracePt t="43352" x="3860800" y="2997200"/>
          <p14:tracePt t="43374" x="3854450" y="2997200"/>
          <p14:tracePt t="43380" x="3848100" y="2997200"/>
          <p14:tracePt t="43395" x="3835400" y="2990850"/>
          <p14:tracePt t="43401" x="3829050" y="2990850"/>
          <p14:tracePt t="43415" x="3816350" y="2990850"/>
          <p14:tracePt t="43429" x="3803650" y="2984500"/>
          <p14:tracePt t="43445" x="3759200" y="2984500"/>
          <p14:tracePt t="43461" x="3727450" y="2978150"/>
          <p14:tracePt t="43479" x="3644900" y="2965450"/>
          <p14:tracePt t="43495" x="3568700" y="2965450"/>
          <p14:tracePt t="43511" x="3530600" y="2965450"/>
          <p14:tracePt t="43528" x="3435350" y="2971800"/>
          <p14:tracePt t="43545" x="3340100" y="2997200"/>
          <p14:tracePt t="43562" x="3282950" y="3016250"/>
          <p14:tracePt t="43578" x="3200400" y="3041650"/>
          <p14:tracePt t="43594" x="3105150" y="3073400"/>
          <p14:tracePt t="43612" x="2997200" y="3092450"/>
          <p14:tracePt t="43628" x="2940050" y="3105150"/>
          <p14:tracePt t="43644" x="2838450" y="3111500"/>
          <p14:tracePt t="43661" x="2743200" y="3117850"/>
          <p14:tracePt t="43677" x="2705100" y="3130550"/>
          <p14:tracePt t="43694" x="2635250" y="3136900"/>
          <p14:tracePt t="43711" x="2571750" y="3136900"/>
          <p14:tracePt t="43727" x="2527300" y="3136900"/>
          <p14:tracePt t="43744" x="2489200" y="3136900"/>
          <p14:tracePt t="43760" x="2400300" y="3117850"/>
          <p14:tracePt t="43777" x="2381250" y="3117850"/>
          <p14:tracePt t="43794" x="2343150" y="3117850"/>
          <p14:tracePt t="43810" x="2317750" y="3111500"/>
          <p14:tracePt t="43827" x="2292350" y="3111500"/>
          <p14:tracePt t="43844" x="2260600" y="3111500"/>
          <p14:tracePt t="43860" x="2235200" y="3111500"/>
          <p14:tracePt t="43864" x="2209800" y="3111500"/>
          <p14:tracePt t="43878" x="2184400" y="3117850"/>
          <p14:tracePt t="43893" x="2139950" y="3117850"/>
          <p14:tracePt t="43909" x="2133600" y="3117850"/>
          <p14:tracePt t="43927" x="2095500" y="3117850"/>
          <p14:tracePt t="43943" x="2089150" y="3117850"/>
          <p14:tracePt t="43977" x="2082800" y="3117850"/>
          <p14:tracePt t="44004" x="2082800" y="3111500"/>
          <p14:tracePt t="44013" x="2082800" y="3105150"/>
          <p14:tracePt t="44026" x="2082800" y="3098800"/>
          <p14:tracePt t="44043" x="2082800" y="3092450"/>
          <p14:tracePt t="44401" x="2070100" y="3079750"/>
          <p14:tracePt t="44415" x="2051050" y="3067050"/>
          <p14:tracePt t="44422" x="2025650" y="3048000"/>
          <p14:tracePt t="44437" x="1993900" y="3022600"/>
          <p14:tracePt t="44445" x="1974850" y="3009900"/>
          <p14:tracePt t="44459" x="1949450" y="2984500"/>
          <p14:tracePt t="44475" x="1917700" y="2959100"/>
          <p14:tracePt t="44492" x="1854200" y="2908300"/>
          <p14:tracePt t="44508" x="1841500" y="2895600"/>
          <p14:tracePt t="44524" x="1816100" y="2882900"/>
          <p14:tracePt t="44542" x="1809750" y="2870200"/>
          <p14:tracePt t="44558" x="1809750" y="2857500"/>
          <p14:tracePt t="44574" x="1803400" y="2857500"/>
          <p14:tracePt t="44608" x="1797050" y="2857500"/>
          <p14:tracePt t="44773" x="1803400" y="2857500"/>
          <p14:tracePt t="44794" x="1809750" y="2857500"/>
          <p14:tracePt t="44808" x="1816100" y="2857500"/>
          <p14:tracePt t="44815" x="1828800" y="2857500"/>
          <p14:tracePt t="44829" x="1841500" y="2857500"/>
          <p14:tracePt t="44840" x="1860550" y="2857500"/>
          <p14:tracePt t="44858" x="1911350" y="2851150"/>
          <p14:tracePt t="44874" x="1936750" y="2851150"/>
          <p14:tracePt t="44877" x="1962150" y="2844800"/>
          <p14:tracePt t="44890" x="1987550" y="2844800"/>
          <p14:tracePt t="44907" x="2032000" y="2838450"/>
          <p14:tracePt t="44923" x="2044700" y="2838450"/>
          <p14:tracePt t="44940" x="2057400" y="2838450"/>
          <p14:tracePt t="44956" x="2063750" y="2838450"/>
          <p14:tracePt t="44990" x="2070100" y="2838450"/>
          <p14:tracePt t="45007" x="2070100" y="2844800"/>
          <p14:tracePt t="45047" x="2076450" y="2851150"/>
          <p14:tracePt t="45075" x="2082800" y="2851150"/>
          <p14:tracePt t="45096" x="2089150" y="2857500"/>
          <p14:tracePt t="45117" x="2095500" y="2857500"/>
          <p14:tracePt t="45124" x="2095500" y="2863850"/>
          <p14:tracePt t="45138" x="2108200" y="2863850"/>
          <p14:tracePt t="45145" x="2114550" y="2863850"/>
          <p14:tracePt t="45159" x="2133600" y="2863850"/>
          <p14:tracePt t="45173" x="2152650" y="2870200"/>
          <p14:tracePt t="45189" x="2209800" y="2870200"/>
          <p14:tracePt t="45206" x="2247900" y="2870200"/>
          <p14:tracePt t="45223" x="2355850" y="2857500"/>
          <p14:tracePt t="45239" x="2451100" y="2844800"/>
          <p14:tracePt t="45255" x="2501900" y="2825750"/>
          <p14:tracePt t="45272" x="2578100" y="2800350"/>
          <p14:tracePt t="45289" x="2616200" y="2787650"/>
          <p14:tracePt t="45306" x="2647950" y="2774950"/>
          <p14:tracePt t="45322" x="2660650" y="2774950"/>
          <p14:tracePt t="45338" x="2660650" y="2768600"/>
          <p14:tracePt t="45650" x="2660650" y="2774950"/>
          <p14:tracePt t="45727" x="2660650" y="2781300"/>
          <p14:tracePt t="46029" x="2654300" y="2781300"/>
          <p14:tracePt t="46056" x="2647950" y="2781300"/>
          <p14:tracePt t="46078" x="2647950" y="2774950"/>
          <p14:tracePt t="46731" x="2641600" y="2762250"/>
          <p14:tracePt t="46738" x="2635250" y="2730500"/>
          <p14:tracePt t="46753" x="2628900" y="2711450"/>
          <p14:tracePt t="46766" x="2609850" y="2679700"/>
          <p14:tracePt t="46783" x="2584450" y="2628900"/>
          <p14:tracePt t="46801" x="2546350" y="2578100"/>
          <p14:tracePt t="46817" x="2527300" y="2552700"/>
          <p14:tracePt t="46833" x="2489200" y="2514600"/>
          <p14:tracePt t="46851" x="2438400" y="2489200"/>
          <p14:tracePt t="46866" x="2413000" y="2476500"/>
          <p14:tracePt t="46883" x="2381250" y="2451100"/>
          <p14:tracePt t="46900" x="2336800" y="2425700"/>
          <p14:tracePt t="46916" x="2324100" y="2419350"/>
          <p14:tracePt t="46933" x="2298700" y="2400300"/>
          <p14:tracePt t="46950" x="2273300" y="2381250"/>
          <p14:tracePt t="46966" x="2260600" y="2374900"/>
          <p14:tracePt t="46983" x="2222500" y="2362200"/>
          <p14:tracePt t="46999" x="2190750" y="2336800"/>
          <p14:tracePt t="47016" x="2171700" y="2324100"/>
          <p14:tracePt t="47033" x="2127250" y="2305050"/>
          <p14:tracePt t="47049" x="2108200" y="2298700"/>
          <p14:tracePt t="47066" x="2070100" y="2279650"/>
          <p14:tracePt t="47083" x="2038350" y="2279650"/>
          <p14:tracePt t="47100" x="2025650" y="2279650"/>
          <p14:tracePt t="47116" x="1993900" y="2279650"/>
          <p14:tracePt t="47132" x="1962150" y="2286000"/>
          <p14:tracePt t="47149" x="1930400" y="2298700"/>
          <p14:tracePt t="47166" x="1879600" y="2311400"/>
          <p14:tracePt t="47182" x="1822450" y="2324100"/>
          <p14:tracePt t="47199" x="1797050" y="2343150"/>
          <p14:tracePt t="47215" x="1765300" y="2343150"/>
          <p14:tracePt t="47232" x="1746250" y="2349500"/>
          <p14:tracePt t="47264" x="1739900" y="2349500"/>
          <p14:tracePt t="47282" x="1733550" y="2349500"/>
          <p14:tracePt t="47530" x="1746250" y="2349500"/>
          <p14:tracePt t="47559" x="1752600" y="2349500"/>
          <p14:tracePt t="47572" x="1758950" y="2349500"/>
          <p14:tracePt t="47580" x="1765300" y="2349500"/>
          <p14:tracePt t="47594" x="1778000" y="2343150"/>
          <p14:tracePt t="47600" x="1790700" y="2343150"/>
          <p14:tracePt t="47617" x="1809750" y="2336800"/>
          <p14:tracePt t="47630" x="1860550" y="2317750"/>
          <p14:tracePt t="47647" x="1892300" y="2311400"/>
          <p14:tracePt t="47664" x="1962150" y="2305050"/>
          <p14:tracePt t="47680" x="2000250" y="2298700"/>
          <p14:tracePt t="47697" x="2070100" y="2292350"/>
          <p14:tracePt t="47714" x="2127250" y="2273300"/>
          <p14:tracePt t="47730" x="2159000" y="2273300"/>
          <p14:tracePt t="47748" x="2197100" y="2266950"/>
          <p14:tracePt t="47764" x="2222500" y="2266950"/>
          <p14:tracePt t="47780" x="2235200" y="2260600"/>
          <p14:tracePt t="47797" x="2247900" y="2260600"/>
          <p14:tracePt t="47813" x="2254250" y="2260600"/>
          <p14:tracePt t="47846" x="2260600" y="2260600"/>
          <p14:tracePt t="48343" x="2279650" y="2260600"/>
          <p14:tracePt t="48349" x="2317750" y="2260600"/>
          <p14:tracePt t="48364" x="2355850" y="2260600"/>
          <p14:tracePt t="48378" x="2413000" y="2266950"/>
          <p14:tracePt t="48394" x="2527300" y="2286000"/>
          <p14:tracePt t="48412" x="2597150" y="2292350"/>
          <p14:tracePt t="48428" x="2717800" y="2311400"/>
          <p14:tracePt t="48444" x="2819400" y="2311400"/>
          <p14:tracePt t="48461" x="2857500" y="2317750"/>
          <p14:tracePt t="48478" x="2940050" y="2324100"/>
          <p14:tracePt t="48494" x="3022600" y="2336800"/>
          <p14:tracePt t="48512" x="3092450" y="2343150"/>
          <p14:tracePt t="48527" x="3111500" y="2343150"/>
          <p14:tracePt t="48544" x="3136900" y="2343150"/>
          <p14:tracePt t="48561" x="3206750" y="2343150"/>
          <p14:tracePt t="48577" x="3225800" y="2343150"/>
          <p14:tracePt t="48594" x="3238500" y="2343150"/>
          <p14:tracePt t="48611" x="3282950" y="2343150"/>
          <p14:tracePt t="48627" x="3314700" y="2343150"/>
          <p14:tracePt t="48645" x="3346450" y="2343150"/>
          <p14:tracePt t="48660" x="3365500" y="2336800"/>
          <p14:tracePt t="48677" x="3416300" y="2336800"/>
          <p14:tracePt t="48695" x="3467100" y="2336800"/>
          <p14:tracePt t="48711" x="3486150" y="2330450"/>
          <p14:tracePt t="48727" x="3536950" y="2330450"/>
          <p14:tracePt t="48744" x="3581400" y="2324100"/>
          <p14:tracePt t="48760" x="3606800" y="2324100"/>
          <p14:tracePt t="48777" x="3651250" y="2311400"/>
          <p14:tracePt t="48794" x="3689350" y="2311400"/>
          <p14:tracePt t="48810" x="3708400" y="2305050"/>
          <p14:tracePt t="48827" x="3746500" y="2298700"/>
          <p14:tracePt t="48843" x="3784600" y="2292350"/>
          <p14:tracePt t="48860" x="3797300" y="2292350"/>
          <p14:tracePt t="48876" x="3810000" y="2286000"/>
          <p14:tracePt t="48893" x="3816350" y="2286000"/>
          <p14:tracePt t="48910" x="3829050" y="2286000"/>
          <p14:tracePt t="48927" x="3841750" y="2286000"/>
          <p14:tracePt t="48954" x="3848100" y="2279650"/>
          <p14:tracePt t="48975" x="3854450" y="2279650"/>
          <p14:tracePt t="49023" x="3860800" y="2279650"/>
          <p14:tracePt t="49206" x="3854450" y="2279650"/>
          <p14:tracePt t="49213" x="3854450" y="2286000"/>
          <p14:tracePt t="49234" x="3848100" y="2286000"/>
          <p14:tracePt t="49325" x="3841750" y="2286000"/>
          <p14:tracePt t="49374" x="3835400" y="2286000"/>
          <p14:tracePt t="49459" x="3829050" y="2286000"/>
          <p14:tracePt t="49564" x="3822700" y="2286000"/>
          <p14:tracePt t="50246" x="3822700" y="2292350"/>
          <p14:tracePt t="50288" x="3822700" y="2298700"/>
          <p14:tracePt t="50358" x="3822700" y="2305050"/>
          <p14:tracePt t="50442" x="3810000" y="2305050"/>
          <p14:tracePt t="50448" x="3810000" y="2311400"/>
          <p14:tracePt t="50519" x="3803650" y="2311400"/>
          <p14:tracePt t="50547" x="3803650" y="2317750"/>
          <p14:tracePt t="50575" x="3797300" y="2317750"/>
          <p14:tracePt t="50631" x="3790950" y="2324100"/>
          <p14:tracePt t="50666" x="3784600" y="2324100"/>
          <p14:tracePt t="50715" x="3778250" y="2324100"/>
          <p14:tracePt t="50800" x="3771900" y="2324100"/>
          <p14:tracePt t="50842" x="3771900" y="2317750"/>
          <p14:tracePt t="50877" x="3771900" y="2311400"/>
          <p14:tracePt t="50898" x="3771900" y="2305050"/>
          <p14:tracePt t="50904" x="3771900" y="2298700"/>
          <p14:tracePt t="50926" x="3771900" y="2292350"/>
          <p14:tracePt t="50961" x="3771900" y="2286000"/>
          <p14:tracePt t="50975" x="3771900" y="2279650"/>
          <p14:tracePt t="51016" x="3771900" y="2273300"/>
          <p14:tracePt t="51045" x="3771900" y="2266950"/>
          <p14:tracePt t="51101" x="3778250" y="2260600"/>
          <p14:tracePt t="51129" x="3784600" y="2254250"/>
          <p14:tracePt t="51179" x="3790950" y="2260600"/>
          <p14:tracePt t="51193" x="3790950" y="2266950"/>
          <p14:tracePt t="51199" x="3790950" y="2273300"/>
          <p14:tracePt t="51228" x="3790950" y="2279650"/>
          <p14:tracePt t="51248" x="3790950" y="2286000"/>
          <p14:tracePt t="51270" x="3790950" y="2292350"/>
          <p14:tracePt t="51276" x="3790950" y="2298700"/>
          <p14:tracePt t="51291" x="3790950" y="2305050"/>
          <p14:tracePt t="51301" x="3790950" y="2317750"/>
          <p14:tracePt t="51318" x="3790950" y="2336800"/>
          <p14:tracePt t="51334" x="3790950" y="2393950"/>
          <p14:tracePt t="51351" x="3803650" y="2463800"/>
          <p14:tracePt t="51370" x="3822700" y="2520950"/>
          <p14:tracePt t="51384" x="3829050" y="2565400"/>
          <p14:tracePt t="51401" x="3829050" y="2590800"/>
          <p14:tracePt t="51417" x="3867150" y="2673350"/>
          <p14:tracePt t="51434" x="3873500" y="2705100"/>
          <p14:tracePt t="51451" x="3879850" y="2724150"/>
          <p14:tracePt t="51468" x="3898900" y="2755900"/>
          <p14:tracePt t="51484" x="3911600" y="2781300"/>
          <p14:tracePt t="51501" x="3917950" y="2794000"/>
          <p14:tracePt t="51517" x="3924300" y="2794000"/>
          <p14:tracePt t="51550" x="3924300" y="2800350"/>
          <p14:tracePt t="51578" x="3930650" y="2800350"/>
          <p14:tracePt t="51620" x="3937000" y="2800350"/>
          <p14:tracePt t="51697" x="3943350" y="2800350"/>
          <p14:tracePt t="51740" x="3949700" y="2800350"/>
          <p14:tracePt t="51760" x="3962400" y="2794000"/>
          <p14:tracePt t="51767" x="3968750" y="2794000"/>
          <p14:tracePt t="51789" x="3975100" y="2794000"/>
          <p14:tracePt t="51803" x="3981450" y="2787650"/>
          <p14:tracePt t="51810" x="3987800" y="2787650"/>
          <p14:tracePt t="51830" x="4000500" y="2787650"/>
          <p14:tracePt t="51838" x="4013200" y="2787650"/>
          <p14:tracePt t="51852" x="4032250" y="2781300"/>
          <p14:tracePt t="51866" x="4057650" y="2781300"/>
          <p14:tracePt t="51882" x="4095750" y="2774950"/>
          <p14:tracePt t="51899" x="4127500" y="2768600"/>
          <p14:tracePt t="51916" x="4171950" y="2768600"/>
          <p14:tracePt t="51932" x="4222750" y="2768600"/>
          <p14:tracePt t="51950" x="4273550" y="2768600"/>
          <p14:tracePt t="51965" x="4292600" y="2768600"/>
          <p14:tracePt t="51982" x="4318000" y="2768600"/>
          <p14:tracePt t="51999" x="4337050" y="2768600"/>
          <p14:tracePt t="52016" x="4343400" y="2768600"/>
          <p14:tracePt t="52049" x="4349750" y="2762250"/>
          <p14:tracePt t="52153" x="4343400" y="2762250"/>
          <p14:tracePt t="52181" x="4337050" y="2762250"/>
          <p14:tracePt t="52210" x="4330700" y="2762250"/>
          <p14:tracePt t="52231" x="4324350" y="2762250"/>
          <p14:tracePt t="52245" x="4318000" y="2762250"/>
          <p14:tracePt t="52251" x="4311650" y="2762250"/>
          <p14:tracePt t="52264" x="4305300" y="2762250"/>
          <p14:tracePt t="52281" x="4260850" y="2755900"/>
          <p14:tracePt t="52298" x="4235450" y="2755900"/>
          <p14:tracePt t="52316" x="4152900" y="2755900"/>
          <p14:tracePt t="52331" x="4051300" y="2755900"/>
          <p14:tracePt t="52348" x="4013200" y="2755900"/>
          <p14:tracePt t="52365" x="3937000" y="2755900"/>
          <p14:tracePt t="52381" x="3879850" y="2755900"/>
          <p14:tracePt t="52397" x="3867150" y="2755900"/>
          <p14:tracePt t="52414" x="3841750" y="2755900"/>
          <p14:tracePt t="52431" x="3835400" y="2755900"/>
          <p14:tracePt t="52448" x="3822700" y="2755900"/>
          <p14:tracePt t="52610" x="3829050" y="2755900"/>
          <p14:tracePt t="52631" x="3829050" y="2749550"/>
          <p14:tracePt t="52652" x="3829050" y="2743200"/>
          <p14:tracePt t="52659" x="3829050" y="2736850"/>
          <p14:tracePt t="52681" x="3829050" y="2730500"/>
          <p14:tracePt t="52694" x="3829050" y="2724150"/>
          <p14:tracePt t="52700" x="3829050" y="2711450"/>
          <p14:tracePt t="52716" x="3829050" y="2692400"/>
          <p14:tracePt t="52730" x="3822700" y="2622550"/>
          <p14:tracePt t="52746" x="3810000" y="2552700"/>
          <p14:tracePt t="52764" x="3784600" y="2432050"/>
          <p14:tracePt t="52779" x="3765550" y="2368550"/>
          <p14:tracePt t="52796" x="3746500" y="2260600"/>
          <p14:tracePt t="52813" x="3721100" y="2190750"/>
          <p14:tracePt t="52829" x="3721100" y="2159000"/>
          <p14:tracePt t="52846" x="3708400" y="2127250"/>
          <p14:tracePt t="52863" x="3702050" y="2108200"/>
          <p14:tracePt t="52895" x="3702050" y="2101850"/>
          <p14:tracePt t="53219" x="3702050" y="2108200"/>
          <p14:tracePt t="53255" x="3702050" y="2114550"/>
          <p14:tracePt t="53290" x="3708400" y="2120900"/>
          <p14:tracePt t="53346" x="3714750" y="2120900"/>
          <p14:tracePt t="53374" x="3727450" y="2127250"/>
          <p14:tracePt t="53395" x="3727450" y="2133600"/>
          <p14:tracePt t="53402" x="3733800" y="2139950"/>
          <p14:tracePt t="53417" x="3740150" y="2152650"/>
          <p14:tracePt t="53426" x="3752850" y="2159000"/>
          <p14:tracePt t="53444" x="3803650" y="2190750"/>
          <p14:tracePt t="53460" x="3848100" y="2209800"/>
          <p14:tracePt t="53477" x="3937000" y="2266950"/>
          <p14:tracePt t="53494" x="4038600" y="2317750"/>
          <p14:tracePt t="53510" x="4095750" y="2349500"/>
          <p14:tracePt t="53513" x="4146550" y="2368550"/>
          <p14:tracePt t="53527" x="4191000" y="2381250"/>
          <p14:tracePt t="53544" x="4286250" y="2413000"/>
          <p14:tracePt t="53560" x="4318000" y="2425700"/>
          <p14:tracePt t="53577" x="4349750" y="2432050"/>
          <p14:tracePt t="53593" x="4400550" y="2444750"/>
          <p14:tracePt t="53610" x="4406900" y="2444750"/>
          <p14:tracePt t="53627" x="4419600" y="2451100"/>
          <p14:tracePt t="53643" x="4425950" y="2451100"/>
          <p14:tracePt t="53683" x="4425950" y="2457450"/>
          <p14:tracePt t="53774" x="4419600" y="2457450"/>
          <p14:tracePt t="53788" x="4413250" y="2457450"/>
          <p14:tracePt t="53823" x="4400550" y="2451100"/>
          <p14:tracePt t="53844" x="4400550" y="2444750"/>
          <p14:tracePt t="53858" x="4394200" y="2444750"/>
          <p14:tracePt t="53865" x="4387850" y="2438400"/>
          <p14:tracePt t="53875" x="4381500" y="2432050"/>
          <p14:tracePt t="53893" x="4349750" y="2413000"/>
          <p14:tracePt t="53909" x="4324350" y="2406650"/>
          <p14:tracePt t="53925" x="4286250" y="2387600"/>
          <p14:tracePt t="53943" x="4152900" y="2311400"/>
          <p14:tracePt t="53959" x="4095750" y="2279650"/>
          <p14:tracePt t="53975" x="4038600" y="2254250"/>
          <p14:tracePt t="53992" x="3911600" y="2190750"/>
          <p14:tracePt t="54008" x="3867150" y="2171700"/>
          <p14:tracePt t="54012" x="3848100" y="2165350"/>
          <p14:tracePt t="54028" x="3822700" y="2159000"/>
          <p14:tracePt t="54042" x="3810000" y="2146300"/>
          <p14:tracePt t="54058" x="3784600" y="2139950"/>
          <p14:tracePt t="54075" x="3778250" y="2133600"/>
          <p14:tracePt t="54363" x="3778250" y="2139950"/>
          <p14:tracePt t="54405" x="3778250" y="2146300"/>
          <p14:tracePt t="54448" x="3778250" y="2152650"/>
          <p14:tracePt t="54497" x="3778250" y="2159000"/>
          <p14:tracePt t="54525" x="3784600" y="2159000"/>
          <p14:tracePt t="54538" x="3784600" y="2165350"/>
          <p14:tracePt t="54546" x="3790950" y="2171700"/>
          <p14:tracePt t="54560" x="3797300" y="2171700"/>
          <p14:tracePt t="54575" x="3810000" y="2190750"/>
          <p14:tracePt t="54590" x="3816350" y="2203450"/>
          <p14:tracePt t="54606" x="3835400" y="2216150"/>
          <p14:tracePt t="54623" x="3873500" y="2260600"/>
          <p14:tracePt t="54640" x="3937000" y="2317750"/>
          <p14:tracePt t="54656" x="3975100" y="2349500"/>
          <p14:tracePt t="54673" x="4064000" y="2406650"/>
          <p14:tracePt t="54690" x="4159250" y="2463800"/>
          <p14:tracePt t="54707" x="4260850" y="2508250"/>
          <p14:tracePt t="54722" x="4305300" y="2514600"/>
          <p14:tracePt t="54740" x="4381500" y="2533650"/>
          <p14:tracePt t="54757" x="4445000" y="2546350"/>
          <p14:tracePt t="54773" x="4476750" y="2546350"/>
          <p14:tracePt t="54790" x="4514850" y="2552700"/>
          <p14:tracePt t="54806" x="4546600" y="2559050"/>
          <p14:tracePt t="54822" x="4565650" y="2565400"/>
          <p14:tracePt t="54839" x="4572000" y="2565400"/>
          <p14:tracePt t="54855" x="4578350" y="2565400"/>
          <p14:tracePt t="55107" x="4572000" y="2565400"/>
          <p14:tracePt t="55156" x="4565650" y="2565400"/>
          <p14:tracePt t="55219" x="4559300" y="2565400"/>
          <p14:tracePt t="55268" x="4552950" y="2565400"/>
          <p14:tracePt t="55318" x="4546600" y="2565400"/>
          <p14:tracePt t="55416" x="4540250" y="2565400"/>
          <p14:tracePt t="55472" x="4533900" y="2565400"/>
          <p14:tracePt t="55479" x="4527550" y="2571750"/>
          <p14:tracePt t="55487" x="4521200" y="2571750"/>
          <p14:tracePt t="55503" x="4521200" y="2578100"/>
          <p14:tracePt t="55522" x="4502150" y="2597150"/>
          <p14:tracePt t="55537" x="4489450" y="2609850"/>
          <p14:tracePt t="55553" x="4445000" y="2654300"/>
          <p14:tracePt t="55571" x="4400550" y="2711450"/>
          <p14:tracePt t="55586" x="4362450" y="2736850"/>
          <p14:tracePt t="55603" x="4305300" y="2794000"/>
          <p14:tracePt t="55620" x="4260850" y="2838450"/>
          <p14:tracePt t="55636" x="4241800" y="2863850"/>
          <p14:tracePt t="55653" x="4216400" y="2882900"/>
          <p14:tracePt t="55670" x="4197350" y="2889250"/>
          <p14:tracePt t="55686" x="4191000" y="2889250"/>
          <p14:tracePt t="55703" x="4184650" y="2889250"/>
          <p14:tracePt t="55780" x="4178300" y="2889250"/>
          <p14:tracePt t="55851" x="4178300" y="2882900"/>
          <p14:tracePt t="56181" x="4184650" y="2882900"/>
          <p14:tracePt t="56187" x="4197350" y="2876550"/>
          <p14:tracePt t="56204" x="4203700" y="2876550"/>
          <p14:tracePt t="56217" x="4216400" y="2876550"/>
          <p14:tracePt t="56234" x="4273550" y="2876550"/>
          <p14:tracePt t="56251" x="4400550" y="2889250"/>
          <p14:tracePt t="56267" x="4508500" y="2908300"/>
          <p14:tracePt t="56284" x="4635500" y="2927350"/>
          <p14:tracePt t="56301" x="4927600" y="2984500"/>
          <p14:tracePt t="56317" x="5302250" y="3067050"/>
          <p14:tracePt t="56334" x="5689600" y="3155950"/>
          <p14:tracePt t="56350" x="5867400" y="3206750"/>
          <p14:tracePt t="56367" x="6102350" y="3251200"/>
          <p14:tracePt t="56384" x="6267450" y="3282950"/>
          <p14:tracePt t="56400" x="6362700" y="3308350"/>
          <p14:tracePt t="56417" x="6388100" y="3308350"/>
          <p14:tracePt t="56434" x="6426200" y="3314700"/>
          <p14:tracePt t="56450" x="6432550" y="3321050"/>
          <p14:tracePt t="56467" x="6445250" y="3321050"/>
          <p14:tracePt t="56500" x="6451600" y="3321050"/>
          <p14:tracePt t="56517" x="6451600" y="3308350"/>
          <p14:tracePt t="56533" x="6432550" y="3302000"/>
          <p14:tracePt t="56566" x="6419850" y="3302000"/>
          <p14:tracePt t="56583" x="6413500" y="3295650"/>
          <p14:tracePt t="56603" x="6407150" y="3295650"/>
          <p14:tracePt t="56630" x="6400800" y="3289300"/>
          <p14:tracePt t="56665" x="6394450" y="3289300"/>
          <p14:tracePt t="56678" x="6388100" y="3282950"/>
          <p14:tracePt t="56714" x="6381750" y="3282950"/>
          <p14:tracePt t="56735" x="6369050" y="3276600"/>
          <p14:tracePt t="56756" x="6369050" y="3270250"/>
          <p14:tracePt t="56770" x="6362700" y="3270250"/>
          <p14:tracePt t="56784" x="6356350" y="3263900"/>
          <p14:tracePt t="56791" x="6350000" y="3263900"/>
          <p14:tracePt t="56805" x="6343650" y="3257550"/>
          <p14:tracePt t="56815" x="6324600" y="3251200"/>
          <p14:tracePt t="56833" x="6267450" y="3238500"/>
          <p14:tracePt t="56849" x="6223000" y="3232150"/>
          <p14:tracePt t="56865" x="6102350" y="3194050"/>
          <p14:tracePt t="56882" x="5943600" y="3155950"/>
          <p14:tracePt t="56898" x="5854700" y="3136900"/>
          <p14:tracePt t="56915" x="5657850" y="3092450"/>
          <p14:tracePt t="56931" x="5467350" y="3054350"/>
          <p14:tracePt t="56948" x="5359400" y="3028950"/>
          <p14:tracePt t="56965" x="5130800" y="2990850"/>
          <p14:tracePt t="56981" x="4902200" y="2946400"/>
          <p14:tracePt t="56998" x="4806950" y="2940050"/>
          <p14:tracePt t="57015" x="4641850" y="2889250"/>
          <p14:tracePt t="57031" x="4514850" y="2857500"/>
          <p14:tracePt t="57048" x="4476750" y="2851150"/>
          <p14:tracePt t="57052" x="4457700" y="2844800"/>
          <p14:tracePt t="57065" x="4432300" y="2844800"/>
          <p14:tracePt t="57086" x="4425950" y="2844800"/>
          <p14:tracePt t="57097" x="4419600" y="2844800"/>
          <p14:tracePt t="57121" x="4419600" y="2851150"/>
          <p14:tracePt t="57156" x="4419600" y="2857500"/>
          <p14:tracePt t="57170" x="4425950" y="2857500"/>
          <p14:tracePt t="57191" x="4432300" y="2863850"/>
          <p14:tracePt t="57205" x="4438650" y="2863850"/>
          <p14:tracePt t="57212" x="4451350" y="2870200"/>
          <p14:tracePt t="57226" x="4464050" y="2870200"/>
          <p14:tracePt t="57234" x="4470400" y="2876550"/>
          <p14:tracePt t="57247" x="4476750" y="2882900"/>
          <p14:tracePt t="57264" x="4508500" y="2889250"/>
          <p14:tracePt t="57282" x="4540250" y="2901950"/>
          <p14:tracePt t="57297" x="4559300" y="2908300"/>
          <p14:tracePt t="57314" x="4648200" y="2940050"/>
          <p14:tracePt t="57331" x="4768850" y="2971800"/>
          <p14:tracePt t="57347" x="4832350" y="2990850"/>
          <p14:tracePt t="57364" x="4921250" y="2997200"/>
          <p14:tracePt t="57381" x="5207000" y="3048000"/>
          <p14:tracePt t="57397" x="5321300" y="3073400"/>
          <p14:tracePt t="57413" x="5441950" y="3092450"/>
          <p14:tracePt t="57430" x="5657850" y="3136900"/>
          <p14:tracePt t="57447" x="5759450" y="3143250"/>
          <p14:tracePt t="57465" x="5956300" y="3187700"/>
          <p14:tracePt t="57480" x="6045200" y="3194050"/>
          <p14:tracePt t="57497" x="6108700" y="3194050"/>
          <p14:tracePt t="57514" x="6191250" y="3206750"/>
          <p14:tracePt t="57530" x="6210300" y="3206750"/>
          <p14:tracePt t="57546" x="6216650" y="3206750"/>
          <p14:tracePt t="57563" x="6223000" y="3206750"/>
          <p14:tracePt t="57612" x="6210300" y="3206750"/>
          <p14:tracePt t="57633" x="6203950" y="3206750"/>
          <p14:tracePt t="57647" x="6197600" y="3206750"/>
          <p14:tracePt t="57660" x="6191250" y="3206750"/>
          <p14:tracePt t="57675" x="6165850" y="3206750"/>
          <p14:tracePt t="57682" x="6127750" y="3206750"/>
          <p14:tracePt t="57696" x="5949950" y="3206750"/>
          <p14:tracePt t="57712" x="5842000" y="3206750"/>
          <p14:tracePt t="57729" x="5613400" y="3213100"/>
          <p14:tracePt t="57746" x="5410200" y="3225800"/>
          <p14:tracePt t="57762" x="5340350" y="3225800"/>
          <p14:tracePt t="57780" x="5264150" y="3232150"/>
          <p14:tracePt t="57796" x="5226050" y="3238500"/>
          <p14:tracePt t="57812" x="5226050" y="3244850"/>
          <p14:tracePt t="57857" x="5238750" y="3244850"/>
          <p14:tracePt t="57865" x="5264150" y="3238500"/>
          <p14:tracePt t="57878" x="5283200" y="3238500"/>
          <p14:tracePt t="57895" x="5321300" y="3232150"/>
          <p14:tracePt t="57912" x="5372100" y="3232150"/>
          <p14:tracePt t="57929" x="5562600" y="3206750"/>
          <p14:tracePt t="57945" x="5835650" y="3175000"/>
          <p14:tracePt t="57962" x="6089650" y="3143250"/>
          <p14:tracePt t="57977" x="6178550" y="3124200"/>
          <p14:tracePt t="57995" x="6235700" y="3117850"/>
          <p14:tracePt t="58012" x="6286500" y="3105150"/>
          <p14:tracePt t="58068" x="6280150" y="3105150"/>
          <p14:tracePt t="58075" x="6273800" y="3105150"/>
          <p14:tracePt t="58081" x="6261100" y="3105150"/>
          <p14:tracePt t="58097" x="6235700" y="3105150"/>
          <p14:tracePt t="58111" x="6184900" y="3105150"/>
          <p14:tracePt t="58128" x="6032500" y="3105150"/>
          <p14:tracePt t="58145" x="5803900" y="3105150"/>
          <p14:tracePt t="58161" x="5664200" y="3117850"/>
          <p14:tracePt t="58177" x="5384800" y="3136900"/>
          <p14:tracePt t="58194" x="5092700" y="3162300"/>
          <p14:tracePt t="58211" x="4978400" y="3175000"/>
          <p14:tracePt t="58227" x="4826000" y="3194050"/>
          <p14:tracePt t="58244" x="4762500" y="3200400"/>
          <p14:tracePt t="58260" x="4749800" y="3200400"/>
          <p14:tracePt t="58277" x="4743450" y="3206750"/>
          <p14:tracePt t="58310" x="4762500" y="3200400"/>
          <p14:tracePt t="58328" x="4800600" y="3194050"/>
          <p14:tracePt t="58344" x="4832350" y="3194050"/>
          <p14:tracePt t="58360" x="4946650" y="3187700"/>
          <p14:tracePt t="58377" x="5086350" y="3168650"/>
          <p14:tracePt t="58393" x="5168900" y="3155950"/>
          <p14:tracePt t="58410" x="5334000" y="3117850"/>
          <p14:tracePt t="58427" x="5467350" y="3098800"/>
          <p14:tracePt t="58443" x="5518150" y="3086100"/>
          <p14:tracePt t="58460" x="5581650" y="3079750"/>
          <p14:tracePt t="58476" x="5594350" y="3079750"/>
          <p14:tracePt t="58516" x="5588000" y="3079750"/>
          <p14:tracePt t="58526" x="5575300" y="3079750"/>
          <p14:tracePt t="58546" x="5562600" y="3079750"/>
          <p14:tracePt t="58561" x="5549900" y="3079750"/>
          <p14:tracePt t="58576" x="5492750" y="3079750"/>
          <p14:tracePt t="58593" x="5391150" y="3079750"/>
          <p14:tracePt t="58610" x="5314950" y="3079750"/>
          <p14:tracePt t="58626" x="5226050" y="3079750"/>
          <p14:tracePt t="58643" x="4940300" y="3092450"/>
          <p14:tracePt t="58659" x="4876800" y="3098800"/>
          <p14:tracePt t="58676" x="4813300" y="3098800"/>
          <p14:tracePt t="58692" x="4749800" y="3111500"/>
          <p14:tracePt t="58709" x="4730750" y="3111500"/>
          <p14:tracePt t="58742" x="4743450" y="3111500"/>
          <p14:tracePt t="58759" x="4787900" y="3111500"/>
          <p14:tracePt t="58777" x="4889500" y="3117850"/>
          <p14:tracePt t="58792" x="4953000" y="3124200"/>
          <p14:tracePt t="58809" x="5181600" y="3136900"/>
          <p14:tracePt t="58826" x="5435600" y="3155950"/>
          <p14:tracePt t="58842" x="5549900" y="3155950"/>
          <p14:tracePt t="58858" x="5727700" y="3155950"/>
          <p14:tracePt t="58875" x="5822950" y="3136900"/>
          <p14:tracePt t="58891" x="5835650" y="3130550"/>
          <p14:tracePt t="58908" x="5848350" y="3124200"/>
          <p14:tracePt t="58925" x="5848350" y="3117850"/>
          <p14:tracePt t="58959" x="5835650" y="3117850"/>
          <p14:tracePt t="58974" x="5822950" y="3111500"/>
          <p14:tracePt t="58991" x="5765800" y="3111500"/>
          <p14:tracePt t="59008" x="5619750" y="3111500"/>
          <p14:tracePt t="59024" x="5530850" y="3111500"/>
          <p14:tracePt t="59041" x="5302250" y="3098800"/>
          <p14:tracePt t="59058" x="5029200" y="3092450"/>
          <p14:tracePt t="59074" x="4902200" y="3092450"/>
          <p14:tracePt t="59090" x="4711700" y="3079750"/>
          <p14:tracePt t="59107" x="4603750" y="3073400"/>
          <p14:tracePt t="59124" x="4584700" y="3073400"/>
          <p14:tracePt t="59141" x="4565650" y="3073400"/>
          <p14:tracePt t="59157" x="4559300" y="3073400"/>
          <p14:tracePt t="59198" x="4565650" y="3073400"/>
          <p14:tracePt t="59204" x="4572000" y="3073400"/>
          <p14:tracePt t="59219" x="4597400" y="3073400"/>
          <p14:tracePt t="59227" x="4616450" y="3073400"/>
          <p14:tracePt t="59241" x="4654550" y="3079750"/>
          <p14:tracePt t="59257" x="4705350" y="3086100"/>
          <p14:tracePt t="59274" x="5016500" y="3162300"/>
          <p14:tracePt t="59290" x="5162550" y="3181350"/>
          <p14:tracePt t="59307" x="5365750" y="3219450"/>
          <p14:tracePt t="59324" x="5721350" y="3257550"/>
          <p14:tracePt t="59340" x="5988050" y="3270250"/>
          <p14:tracePt t="59357" x="6076950" y="3270250"/>
          <p14:tracePt t="59373" x="6191250" y="3270250"/>
          <p14:tracePt t="59390" x="6210300" y="3270250"/>
          <p14:tracePt t="59407" x="6235700" y="3270250"/>
          <p14:tracePt t="59423" x="6248400" y="3270250"/>
          <p14:tracePt t="59618" x="6254750" y="3270250"/>
          <p14:tracePt t="59640" x="6261100" y="3270250"/>
          <p14:tracePt t="59653" x="6267450" y="3270250"/>
          <p14:tracePt t="59667" x="6280150" y="3270250"/>
          <p14:tracePt t="59675" x="6292850" y="3270250"/>
          <p14:tracePt t="59692" x="6305550" y="3270250"/>
          <p14:tracePt t="59705" x="6324600" y="3263900"/>
          <p14:tracePt t="59722" x="6337300" y="3263900"/>
          <p14:tracePt t="59739" x="6388100" y="3251200"/>
          <p14:tracePt t="59755" x="6438900" y="3238500"/>
          <p14:tracePt t="59773" x="6470650" y="3206750"/>
          <p14:tracePt t="59789" x="6489700" y="3187700"/>
          <p14:tracePt t="59805" x="6496050" y="3175000"/>
          <p14:tracePt t="59822" x="6502400" y="3162300"/>
          <p14:tracePt t="59838" x="6502400" y="3149600"/>
          <p14:tracePt t="59855" x="6502400" y="3143250"/>
          <p14:tracePt t="59872" x="6502400" y="3130550"/>
          <p14:tracePt t="59888" x="6502400" y="3124200"/>
          <p14:tracePt t="59906" x="6489700" y="3117850"/>
          <p14:tracePt t="59921" x="6457950" y="3092450"/>
          <p14:tracePt t="59938" x="6426200" y="3073400"/>
          <p14:tracePt t="59955" x="6318250" y="3028950"/>
          <p14:tracePt t="59971" x="6165850" y="2978150"/>
          <p14:tracePt t="59987" x="6076950" y="2959100"/>
          <p14:tracePt t="60004" x="5911850" y="2940050"/>
          <p14:tracePt t="60021" x="5791200" y="2940050"/>
          <p14:tracePt t="60038" x="5740400" y="2940050"/>
          <p14:tracePt t="60054" x="5676900" y="2965450"/>
          <p14:tracePt t="60070" x="5651500" y="2984500"/>
          <p14:tracePt t="60088" x="5651500" y="3003550"/>
          <p14:tracePt t="60104" x="5651500" y="3041650"/>
          <p14:tracePt t="60121" x="5689600" y="3079750"/>
          <p14:tracePt t="60138" x="5765800" y="3124200"/>
          <p14:tracePt t="60154" x="5810250" y="3149600"/>
          <p14:tracePt t="60171" x="5880100" y="3168650"/>
          <p14:tracePt t="60187" x="6000750" y="3200400"/>
          <p14:tracePt t="60203" x="6140450" y="3206750"/>
          <p14:tracePt t="60220" x="6203950" y="3206750"/>
          <p14:tracePt t="60237" x="6299200" y="3206750"/>
          <p14:tracePt t="60253" x="6350000" y="3181350"/>
          <p14:tracePt t="60272" x="6375400" y="3149600"/>
          <p14:tracePt t="60286" x="6381750" y="3136900"/>
          <p14:tracePt t="60303" x="6394450" y="3086100"/>
          <p14:tracePt t="60320" x="6394450" y="3054350"/>
          <p14:tracePt t="60336" x="6381750" y="3028950"/>
          <p14:tracePt t="60353" x="6375400" y="3009900"/>
          <p14:tracePt t="60370" x="6356350" y="3003550"/>
          <p14:tracePt t="60386" x="6343650" y="3003550"/>
          <p14:tracePt t="60403" x="6318250" y="2990850"/>
          <p14:tracePt t="60420" x="6273800" y="2984500"/>
          <p14:tracePt t="60436" x="6235700" y="2984500"/>
          <p14:tracePt t="60453" x="6146800" y="2984500"/>
          <p14:tracePt t="60470" x="6051550" y="2990850"/>
          <p14:tracePt t="60486" x="6013450" y="3003550"/>
          <p14:tracePt t="60503" x="5949950" y="3028950"/>
          <p14:tracePt t="60519" x="5924550" y="3041650"/>
          <p14:tracePt t="60536" x="5892800" y="3079750"/>
          <p14:tracePt t="60553" x="5880100" y="3105150"/>
          <p14:tracePt t="60570" x="5873750" y="3117850"/>
          <p14:tracePt t="60587" x="5873750" y="3124200"/>
          <p14:tracePt t="60602" x="5873750" y="3130550"/>
          <p14:tracePt t="60622" x="5880100" y="3130550"/>
          <p14:tracePt t="60636" x="5886450" y="3130550"/>
          <p14:tracePt t="60652" x="5911850" y="3136900"/>
          <p14:tracePt t="60669" x="5918200" y="3136900"/>
          <p14:tracePt t="60686" x="5943600" y="3136900"/>
          <p14:tracePt t="60702" x="5975350" y="3136900"/>
          <p14:tracePt t="60719" x="5994400" y="3130550"/>
          <p14:tracePt t="60735" x="6045200" y="3117850"/>
          <p14:tracePt t="60752" x="6070600" y="3105150"/>
          <p14:tracePt t="60769" x="6089650" y="3092450"/>
          <p14:tracePt t="60802" x="6096000" y="3086100"/>
          <p14:tracePt t="60819" x="6096000" y="3073400"/>
          <p14:tracePt t="60860" x="6089650" y="3073400"/>
          <p14:tracePt t="61351" x="6057900" y="3073400"/>
          <p14:tracePt t="61365" x="6007100" y="3067050"/>
          <p14:tracePt t="61372" x="5937250" y="3067050"/>
          <p14:tracePt t="61386" x="5861050" y="3060700"/>
          <p14:tracePt t="61400" x="5683250" y="3060700"/>
          <p14:tracePt t="61416" x="5556250" y="3048000"/>
          <p14:tracePt t="61433" x="5429250" y="3048000"/>
          <p14:tracePt t="61450" x="5054600" y="3028950"/>
          <p14:tracePt t="61466" x="4927600" y="3028950"/>
          <p14:tracePt t="61483" x="4800600" y="3028950"/>
          <p14:tracePt t="61499" x="4584700" y="3028950"/>
          <p14:tracePt t="61516" x="4425950" y="3048000"/>
          <p14:tracePt t="61535" x="4311650" y="3048000"/>
          <p14:tracePt t="61549" x="4273550" y="3048000"/>
          <p14:tracePt t="61565" x="4191000" y="3041650"/>
          <p14:tracePt t="61583" x="4121150" y="3041650"/>
          <p14:tracePt t="61599" x="4083050" y="3028950"/>
          <p14:tracePt t="61615" x="4013200" y="3041650"/>
          <p14:tracePt t="61633" x="3962400" y="3048000"/>
          <p14:tracePt t="61649" x="3943350" y="3048000"/>
          <p14:tracePt t="61665" x="3911600" y="3048000"/>
          <p14:tracePt t="61682" x="3886200" y="3048000"/>
          <p14:tracePt t="61699" x="3873500" y="3048000"/>
          <p14:tracePt t="61716" x="3860800" y="3048000"/>
          <p14:tracePt t="61732" x="3854450" y="3048000"/>
          <p14:tracePt t="61749" x="3848100" y="3048000"/>
          <p14:tracePt t="61765" x="3841750" y="3035300"/>
          <p14:tracePt t="61781" x="3835400" y="3035300"/>
          <p14:tracePt t="61798" x="3822700" y="3035300"/>
          <p14:tracePt t="61815" x="3816350" y="3035300"/>
          <p14:tracePt t="61831" x="3810000" y="3035300"/>
          <p14:tracePt t="61891" x="3810000" y="3028950"/>
          <p14:tracePt t="61927" x="3810000" y="3022600"/>
          <p14:tracePt t="61955" x="3810000" y="3016250"/>
          <p14:tracePt t="61976" x="3816350" y="3009900"/>
          <p14:tracePt t="61997" x="3822700" y="3003550"/>
          <p14:tracePt t="62011" x="3829050" y="2997200"/>
          <p14:tracePt t="62025" x="3835400" y="2997200"/>
          <p14:tracePt t="62033" x="3841750" y="2990850"/>
          <p14:tracePt t="62047" x="3854450" y="2978150"/>
          <p14:tracePt t="62064" x="3860800" y="2965450"/>
          <p14:tracePt t="62081" x="3911600" y="2895600"/>
          <p14:tracePt t="62097" x="3930650" y="2876550"/>
          <p14:tracePt t="62114" x="3956050" y="2844800"/>
          <p14:tracePt t="62117" x="3968750" y="2819400"/>
          <p14:tracePt t="62131" x="3981450" y="2800350"/>
          <p14:tracePt t="62147" x="4006850" y="2755900"/>
          <p14:tracePt t="62164" x="4013200" y="2743200"/>
          <p14:tracePt t="62180" x="4025900" y="2717800"/>
          <p14:tracePt t="62196" x="4038600" y="2698750"/>
          <p14:tracePt t="62214" x="4044950" y="2692400"/>
          <p14:tracePt t="62230" x="4044950" y="2686050"/>
          <p14:tracePt t="62247" x="4057650" y="2686050"/>
          <p14:tracePt t="62264" x="4064000" y="2679700"/>
          <p14:tracePt t="62362" x="4064000" y="2686050"/>
          <p14:tracePt t="62383" x="4064000" y="2692400"/>
          <p14:tracePt t="62403" x="4057650" y="2692400"/>
          <p14:tracePt t="62418" x="4051300" y="2698750"/>
          <p14:tracePt t="62425" x="4051300" y="2705100"/>
          <p14:tracePt t="62432" x="4051300" y="2711450"/>
          <p14:tracePt t="62452" x="4044950" y="2717800"/>
          <p14:tracePt t="62467" x="4044950" y="2724150"/>
          <p14:tracePt t="62479" x="4038600" y="2724150"/>
          <p14:tracePt t="62496" x="4032250" y="2743200"/>
          <p14:tracePt t="62512" x="4025900" y="2755900"/>
          <p14:tracePt t="62530" x="4019550" y="2774950"/>
          <p14:tracePt t="62545" x="4019550" y="2794000"/>
          <p14:tracePt t="62579" x="4019550" y="2800350"/>
          <p14:tracePt t="62614" x="4025900" y="2806700"/>
          <p14:tracePt t="62649" x="4032250" y="2806700"/>
          <p14:tracePt t="62663" x="4032250" y="2813050"/>
          <p14:tracePt t="62684" x="4044950" y="2813050"/>
          <p14:tracePt t="62697" x="4051300" y="2813050"/>
          <p14:tracePt t="62705" x="4057650" y="2813050"/>
          <p14:tracePt t="62720" x="4070350" y="2813050"/>
          <p14:tracePt t="62728" x="4076700" y="2813050"/>
          <p14:tracePt t="62745" x="4095750" y="2813050"/>
          <p14:tracePt t="62762" x="4114800" y="2813050"/>
          <p14:tracePt t="62778" x="4133850" y="2813050"/>
          <p14:tracePt t="62795" x="4140200" y="2813050"/>
          <p14:tracePt t="62811" x="4146550" y="2813050"/>
          <p14:tracePt t="62895" x="4140200" y="2813050"/>
          <p14:tracePt t="62909" x="4133850" y="2813050"/>
          <p14:tracePt t="62916" x="4127500" y="2819400"/>
          <p14:tracePt t="62945" x="4121150" y="2819400"/>
          <p14:tracePt t="62958" x="4114800" y="2819400"/>
          <p14:tracePt t="62979" x="4108450" y="2819400"/>
          <p14:tracePt t="62986" x="4108450" y="2825750"/>
          <p14:tracePt t="62994" x="4102100" y="2825750"/>
          <p14:tracePt t="63056" x="4095750" y="2825750"/>
          <p14:tracePt t="63120" x="4102100" y="2825750"/>
          <p14:tracePt t="63126" x="4108450" y="2825750"/>
          <p14:tracePt t="63140" x="4114800" y="2825750"/>
          <p14:tracePt t="63147" x="4121150" y="2825750"/>
          <p14:tracePt t="63160" x="4127500" y="2825750"/>
          <p14:tracePt t="63176" x="4159250" y="2813050"/>
          <p14:tracePt t="63193" x="4184650" y="2806700"/>
          <p14:tracePt t="63210" x="4203700" y="2794000"/>
          <p14:tracePt t="63227" x="4279900" y="2774950"/>
          <p14:tracePt t="63243" x="4298950" y="2768600"/>
          <p14:tracePt t="63260" x="4330700" y="2755900"/>
          <p14:tracePt t="63276" x="4337050" y="2749550"/>
          <p14:tracePt t="63293" x="4343400" y="2749550"/>
          <p14:tracePt t="63310" x="4349750" y="2743200"/>
          <p14:tracePt t="63337" x="4343400" y="2743200"/>
          <p14:tracePt t="63351" x="4337050" y="2743200"/>
          <p14:tracePt t="63360" x="4324350" y="2749550"/>
          <p14:tracePt t="63376" x="4311650" y="2749550"/>
          <p14:tracePt t="63393" x="4273550" y="2755900"/>
          <p14:tracePt t="63409" x="4203700" y="2762250"/>
          <p14:tracePt t="63426" x="4165600" y="2774950"/>
          <p14:tracePt t="63442" x="4083050" y="2781300"/>
          <p14:tracePt t="63459" x="4025900" y="2787650"/>
          <p14:tracePt t="63477" x="3981450" y="2794000"/>
          <p14:tracePt t="63493" x="3968750" y="2794000"/>
          <p14:tracePt t="63509" x="3956050" y="2800350"/>
          <p14:tracePt t="63554" x="3956050" y="2806700"/>
          <p14:tracePt t="63590" x="3968750" y="2806700"/>
          <p14:tracePt t="63596" x="3975100" y="2806700"/>
          <p14:tracePt t="63611" x="3987800" y="2806700"/>
          <p14:tracePt t="63625" x="4000500" y="2813050"/>
          <p14:tracePt t="63642" x="4038600" y="2819400"/>
          <p14:tracePt t="63660" x="4108450" y="2825750"/>
          <p14:tracePt t="63675" x="4146550" y="2825750"/>
          <p14:tracePt t="63692" x="4254500" y="2825750"/>
          <p14:tracePt t="63709" x="4356100" y="2813050"/>
          <p14:tracePt t="63726" x="4387850" y="2813050"/>
          <p14:tracePt t="63742" x="4438650" y="2806700"/>
          <p14:tracePt t="63758" x="4451350" y="2800350"/>
          <p14:tracePt t="63792" x="4457700" y="2800350"/>
          <p14:tracePt t="63849" x="4451350" y="2800350"/>
          <p14:tracePt t="63891" x="4445000" y="2800350"/>
          <p14:tracePt t="63926" x="4438650" y="2800350"/>
          <p14:tracePt t="63982" x="4432300" y="2806700"/>
          <p14:tracePt t="64080" x="4419600" y="2813050"/>
          <p14:tracePt t="64102" x="4413250" y="2813050"/>
          <p14:tracePt t="64108" x="4413250" y="2819400"/>
          <p14:tracePt t="64123" x="4406900" y="2819400"/>
          <p14:tracePt t="64130" x="4400550" y="2819400"/>
          <p14:tracePt t="64141" x="4394200" y="2819400"/>
          <p14:tracePt t="64158" x="4368800" y="2825750"/>
          <p14:tracePt t="64173" x="4349750" y="2832100"/>
          <p14:tracePt t="64190" x="4337050" y="2832100"/>
          <p14:tracePt t="64208" x="4292600" y="2844800"/>
          <p14:tracePt t="64223" x="4279900" y="2851150"/>
          <p14:tracePt t="64240" x="4254500" y="2857500"/>
          <p14:tracePt t="64256" x="4229100" y="2863850"/>
          <p14:tracePt t="64273" x="4216400" y="2870200"/>
          <p14:tracePt t="64290" x="4203700" y="2876550"/>
          <p14:tracePt t="64306" x="4197350" y="2876550"/>
          <p14:tracePt t="64323" x="4191000" y="2882900"/>
          <p14:tracePt t="64341" x="4184650" y="2889250"/>
          <p14:tracePt t="64372" x="4178300" y="2889250"/>
          <p14:tracePt t="64410" x="4171950" y="2895600"/>
          <p14:tracePt t="64438" x="4165600" y="2895600"/>
          <p14:tracePt t="64501" x="4165600" y="2901950"/>
          <p14:tracePt t="64508" x="4171950" y="2901950"/>
          <p14:tracePt t="64530" x="4178300" y="2901950"/>
          <p14:tracePt t="64543" x="4191000" y="2901950"/>
          <p14:tracePt t="64555" x="4203700" y="2901950"/>
          <p14:tracePt t="64572" x="4254500" y="2901950"/>
          <p14:tracePt t="64589" x="4292600" y="2901950"/>
          <p14:tracePt t="64605" x="4413250" y="2895600"/>
          <p14:tracePt t="64622" x="4552950" y="2876550"/>
          <p14:tracePt t="64638" x="4641850" y="2876550"/>
          <p14:tracePt t="64642" x="4718050" y="2876550"/>
          <p14:tracePt t="64656" x="4806950" y="2863850"/>
          <p14:tracePt t="64671" x="4978400" y="2857500"/>
          <p14:tracePt t="64688" x="5054600" y="2857500"/>
          <p14:tracePt t="64705" x="5194300" y="2857500"/>
          <p14:tracePt t="64721" x="5314950" y="2870200"/>
          <p14:tracePt t="64738" x="5365750" y="2870200"/>
          <p14:tracePt t="64755" x="5461000" y="2882900"/>
          <p14:tracePt t="64771" x="5518150" y="2882900"/>
          <p14:tracePt t="64790" x="5556250" y="2882900"/>
          <p14:tracePt t="64805" x="5568950" y="2889250"/>
          <p14:tracePt t="64821" x="5581650" y="2889250"/>
          <p14:tracePt t="64838" x="5613400" y="2889250"/>
          <p14:tracePt t="64854" x="5619750" y="2889250"/>
          <p14:tracePt t="64871" x="5626100" y="2895600"/>
          <p14:tracePt t="64888" x="5651500" y="2901950"/>
          <p14:tracePt t="64904" x="5664200" y="2908300"/>
          <p14:tracePt t="64921" x="5676900" y="2908300"/>
          <p14:tracePt t="64937" x="5695950" y="2921000"/>
          <p14:tracePt t="64954" x="5702300" y="2921000"/>
          <p14:tracePt t="64971" x="5715000" y="2927350"/>
          <p14:tracePt t="64987" x="5727700" y="2933700"/>
          <p14:tracePt t="65003" x="5740400" y="2940050"/>
          <p14:tracePt t="65021" x="5784850" y="2959100"/>
          <p14:tracePt t="65037" x="5829300" y="2971800"/>
          <p14:tracePt t="65054" x="5848350" y="2978150"/>
          <p14:tracePt t="65070" x="5918200" y="3009900"/>
          <p14:tracePt t="65087" x="5943600" y="3016250"/>
          <p14:tracePt t="65103" x="5969000" y="3016250"/>
          <p14:tracePt t="65120" x="6051550" y="3048000"/>
          <p14:tracePt t="65137" x="6083300" y="3060700"/>
          <p14:tracePt t="65140" x="6102350" y="3067050"/>
          <p14:tracePt t="65156" x="6134100" y="3079750"/>
          <p14:tracePt t="65170" x="6153150" y="3079750"/>
          <p14:tracePt t="65186" x="6178550" y="3092450"/>
          <p14:tracePt t="65203" x="6197600" y="3092450"/>
          <p14:tracePt t="65220" x="6210300" y="3092450"/>
          <p14:tracePt t="65253" x="6242050" y="3092450"/>
          <p14:tracePt t="65270" x="6248400" y="3098800"/>
          <p14:tracePt t="65287" x="6261100" y="3098800"/>
          <p14:tracePt t="65303" x="6267450" y="3098800"/>
          <p14:tracePt t="65336" x="6273800" y="3098800"/>
          <p14:tracePt t="65352" x="6280150" y="3098800"/>
          <p14:tracePt t="65399" x="6286500" y="3098800"/>
          <p14:tracePt t="65435" x="6292850" y="3098800"/>
          <p14:tracePt t="65729" x="6286500" y="3092450"/>
          <p14:tracePt t="65736" x="6280150" y="3092450"/>
          <p14:tracePt t="65750" x="6273800" y="3092450"/>
          <p14:tracePt t="65757" x="6267450" y="3092450"/>
          <p14:tracePt t="65767" x="6267450" y="3086100"/>
          <p14:tracePt t="65786" x="6223000" y="3079750"/>
          <p14:tracePt t="65801" x="6178550" y="3067050"/>
          <p14:tracePt t="65817" x="6032500" y="3041650"/>
          <p14:tracePt t="65835" x="5816600" y="3009900"/>
          <p14:tracePt t="65851" x="5695950" y="2978150"/>
          <p14:tracePt t="65867" x="5378450" y="2921000"/>
          <p14:tracePt t="65884" x="5080000" y="2863850"/>
          <p14:tracePt t="65901" x="4933950" y="2838450"/>
          <p14:tracePt t="65918" x="4679950" y="2794000"/>
          <p14:tracePt t="65934" x="4470400" y="2774950"/>
          <p14:tracePt t="65950" x="4381500" y="2768600"/>
          <p14:tracePt t="65968" x="4241800" y="2755900"/>
          <p14:tracePt t="65983" x="4133850" y="2749550"/>
          <p14:tracePt t="66000" x="4095750" y="2749550"/>
          <p14:tracePt t="66017" x="4057650" y="2749550"/>
          <p14:tracePt t="66033" x="4032250" y="2743200"/>
          <p14:tracePt t="66050" x="4025900" y="2743200"/>
          <p14:tracePt t="66087" x="4019550" y="2743200"/>
          <p14:tracePt t="66193" x="4025900" y="2743200"/>
          <p14:tracePt t="66207" x="4032250" y="2743200"/>
          <p14:tracePt t="66213" x="4038600" y="2743200"/>
          <p14:tracePt t="66235" x="4044950" y="2743200"/>
          <p14:tracePt t="66241" x="4051300" y="2743200"/>
          <p14:tracePt t="66263" x="4064000" y="2743200"/>
          <p14:tracePt t="66277" x="4070350" y="2743200"/>
          <p14:tracePt t="66285" x="4083050" y="2743200"/>
          <p14:tracePt t="66300" x="4108450" y="2749550"/>
          <p14:tracePt t="66316" x="4184650" y="2755900"/>
          <p14:tracePt t="66333" x="4267200" y="2762250"/>
          <p14:tracePt t="66349" x="4432300" y="2794000"/>
          <p14:tracePt t="66366" x="4546600" y="2813050"/>
          <p14:tracePt t="66383" x="4813300" y="2857500"/>
          <p14:tracePt t="66400" x="4940300" y="2882900"/>
          <p14:tracePt t="66416" x="5194300" y="2914650"/>
          <p14:tracePt t="66432" x="5397500" y="2952750"/>
          <p14:tracePt t="66449" x="5556250" y="2984500"/>
          <p14:tracePt t="66466" x="5651500" y="2990850"/>
          <p14:tracePt t="66482" x="5689600" y="2990850"/>
          <p14:tracePt t="66499" x="5753100" y="3003550"/>
          <p14:tracePt t="66516" x="5797550" y="3009900"/>
          <p14:tracePt t="66532" x="5816600" y="3009900"/>
          <p14:tracePt t="66549" x="5842000" y="3016250"/>
          <p14:tracePt t="66565" x="5880100" y="3028950"/>
          <p14:tracePt t="66582" x="5892800" y="3035300"/>
          <p14:tracePt t="66599" x="5911850" y="3035300"/>
          <p14:tracePt t="66616" x="5918200" y="3041650"/>
          <p14:tracePt t="66631" x="5924550" y="3041650"/>
          <p14:tracePt t="66635" x="5930900" y="3041650"/>
          <p14:tracePt t="66651" x="5937250" y="3041650"/>
          <p14:tracePt t="66664" x="5943600" y="3041650"/>
          <p14:tracePt t="66978" x="5949950" y="3041650"/>
          <p14:tracePt t="66999" x="5956300" y="3041650"/>
          <p14:tracePt t="67015" x="5962650" y="3041650"/>
          <p14:tracePt t="67035" x="5969000" y="3041650"/>
          <p14:tracePt t="67056" x="5975350" y="3041650"/>
          <p14:tracePt t="67077" x="5981700" y="3041650"/>
          <p14:tracePt t="67126" x="5994400" y="3041650"/>
          <p14:tracePt t="67148" x="6000750" y="3041650"/>
          <p14:tracePt t="67154" x="6007100" y="3041650"/>
          <p14:tracePt t="67168" x="6013450" y="3041650"/>
          <p14:tracePt t="67179" x="6019800" y="3041650"/>
          <p14:tracePt t="67196" x="6038850" y="3041650"/>
          <p14:tracePt t="67213" x="6051550" y="3041650"/>
          <p14:tracePt t="67230" x="6089650" y="3041650"/>
          <p14:tracePt t="67246" x="6121400" y="3035300"/>
          <p14:tracePt t="67263" x="6140450" y="3022600"/>
          <p14:tracePt t="67280" x="6153150" y="3016250"/>
          <p14:tracePt t="67296" x="6178550" y="3003550"/>
          <p14:tracePt t="67312" x="6191250" y="3003550"/>
          <p14:tracePt t="67329" x="6203950" y="3003550"/>
          <p14:tracePt t="67428" x="6197600" y="3003550"/>
          <p14:tracePt t="67455" x="6191250" y="3003550"/>
          <p14:tracePt t="67476" x="6191250" y="3009900"/>
          <p14:tracePt t="67505" x="6184900" y="3016250"/>
          <p14:tracePt t="67526" x="6184900" y="3022600"/>
          <p14:tracePt t="67546" x="6184900" y="3028950"/>
          <p14:tracePt t="67568" x="6191250" y="3028950"/>
          <p14:tracePt t="67575" x="6197600" y="3028950"/>
          <p14:tracePt t="67589" x="6203950" y="3028950"/>
          <p14:tracePt t="67598" x="6203950" y="3035300"/>
          <p14:tracePt t="67611" x="6210300" y="3035300"/>
          <p14:tracePt t="67628" x="6216650" y="3035300"/>
          <p14:tracePt t="67666" x="6223000" y="3035300"/>
          <p14:tracePt t="67687" x="6229350" y="3035300"/>
          <p14:tracePt t="67715" x="6235700" y="3035300"/>
          <p14:tracePt t="67750" x="6242050" y="3035300"/>
          <p14:tracePt t="67771" x="6235700" y="3035300"/>
          <p14:tracePt t="67779" x="6229350" y="3035300"/>
          <p14:tracePt t="67785" x="6216650" y="3035300"/>
          <p14:tracePt t="67799" x="6191250" y="3022600"/>
          <p14:tracePt t="67810" x="6172200" y="3022600"/>
          <p14:tracePt t="67828" x="6083300" y="3016250"/>
          <p14:tracePt t="67844" x="6026150" y="3016250"/>
          <p14:tracePt t="67861" x="5949950" y="3016250"/>
          <p14:tracePt t="67878" x="5899150" y="3028950"/>
          <p14:tracePt t="67894" x="5886450" y="3041650"/>
          <p14:tracePt t="67911" x="5880100" y="3067050"/>
          <p14:tracePt t="67927" x="5905500" y="3098800"/>
          <p14:tracePt t="67944" x="5930900" y="3124200"/>
          <p14:tracePt t="67961" x="6019800" y="3187700"/>
          <p14:tracePt t="67977" x="6064250" y="3213100"/>
          <p14:tracePt t="67993" x="6159500" y="3238500"/>
          <p14:tracePt t="68010" x="6254750" y="3251200"/>
          <p14:tracePt t="68027" x="6292850" y="3251200"/>
          <p14:tracePt t="68043" x="6362700" y="3232150"/>
          <p14:tracePt t="68060" x="6413500" y="3206750"/>
          <p14:tracePt t="68076" x="6438900" y="3206750"/>
          <p14:tracePt t="68094" x="6477000" y="3187700"/>
          <p14:tracePt t="68110" x="6502400" y="3181350"/>
          <p14:tracePt t="68126" x="6515100" y="3175000"/>
          <p14:tracePt t="68143" x="6534150" y="3168650"/>
          <p14:tracePt t="68160" x="6553200" y="3155950"/>
          <p14:tracePt t="68176" x="6559550" y="3149600"/>
          <p14:tracePt t="68193" x="6578600" y="3136900"/>
          <p14:tracePt t="68209" x="6584950" y="3136900"/>
          <p14:tracePt t="68227" x="6610350" y="3124200"/>
          <p14:tracePt t="68242" x="6616700" y="3117850"/>
          <p14:tracePt t="68259" x="6635750" y="3111500"/>
          <p14:tracePt t="68276" x="6692900" y="3092450"/>
          <p14:tracePt t="68292" x="6718300" y="3079750"/>
          <p14:tracePt t="68309" x="6750050" y="3073400"/>
          <p14:tracePt t="68326" x="6807200" y="3067050"/>
          <p14:tracePt t="68342" x="6864350" y="3060700"/>
          <p14:tracePt t="68359" x="6902450" y="3060700"/>
          <p14:tracePt t="68375" x="6959600" y="3060700"/>
          <p14:tracePt t="68392" x="7010400" y="3060700"/>
          <p14:tracePt t="68409" x="7048500" y="3060700"/>
          <p14:tracePt t="68425" x="7073900" y="3054350"/>
          <p14:tracePt t="68442" x="7105650" y="3054350"/>
          <p14:tracePt t="68459" x="7118350" y="3054350"/>
          <p14:tracePt t="68475" x="7131050" y="3054350"/>
          <p14:tracePt t="68492" x="7137400" y="3054350"/>
          <p14:tracePt t="68508" x="7150100" y="3054350"/>
          <p14:tracePt t="68525" x="7156450" y="3048000"/>
          <p14:tracePt t="68558" x="7162800" y="3048000"/>
          <p14:tracePt t="68830" x="7156450" y="3048000"/>
          <p14:tracePt t="68873" x="7150100" y="3048000"/>
          <p14:tracePt t="68922" x="7143750" y="3054350"/>
          <p14:tracePt t="68950" x="7137400" y="3054350"/>
          <p14:tracePt t="68964" x="7131050" y="3060700"/>
          <p14:tracePt t="68970" x="7118350" y="3060700"/>
          <p14:tracePt t="68977" x="7105650" y="3067050"/>
          <p14:tracePt t="68993" x="7073900" y="3067050"/>
          <p14:tracePt t="69006" x="7029450" y="3073400"/>
          <p14:tracePt t="69023" x="6845300" y="3105150"/>
          <p14:tracePt t="69041" x="6527800" y="3136900"/>
          <p14:tracePt t="69056" x="6286500" y="3149600"/>
          <p14:tracePt t="69073" x="5727700" y="3194050"/>
          <p14:tracePt t="69090" x="5118100" y="3244850"/>
          <p14:tracePt t="69106" x="4851400" y="3257550"/>
          <p14:tracePt t="69123" x="4362450" y="3314700"/>
          <p14:tracePt t="69140" x="4038600" y="3378200"/>
          <p14:tracePt t="69156" x="3911600" y="3397250"/>
          <p14:tracePt t="69159" x="3797300" y="3416300"/>
          <p14:tracePt t="69189" x="3562350" y="3460750"/>
          <p14:tracePt t="69206" x="3505200" y="3467100"/>
          <p14:tracePt t="69223" x="3441700" y="3467100"/>
          <p14:tracePt t="69239" x="3403600" y="3467100"/>
          <p14:tracePt t="69256" x="3333750" y="3467100"/>
          <p14:tracePt t="69273" x="3282950" y="3454400"/>
          <p14:tracePt t="70552" x="3314700" y="3454400"/>
          <p14:tracePt t="70567" x="3365500" y="3454400"/>
          <p14:tracePt t="70574" x="3441700" y="3454400"/>
          <p14:tracePt t="70588" x="3568700" y="3454400"/>
          <p14:tracePt t="70602" x="4032250" y="3454400"/>
          <p14:tracePt t="70618" x="4318000" y="3454400"/>
          <p14:tracePt t="70634" x="4629150" y="3448050"/>
          <p14:tracePt t="70651" x="5238750" y="3416300"/>
          <p14:tracePt t="70668" x="5715000" y="3333750"/>
          <p14:tracePt t="70684" x="5861050" y="3308350"/>
          <p14:tracePt t="70701" x="6057900" y="3244850"/>
          <p14:tracePt t="70718" x="6121400" y="3225800"/>
          <p14:tracePt t="70735" x="6242050" y="3187700"/>
          <p14:tracePt t="70751" x="6343650" y="3143250"/>
          <p14:tracePt t="70767" x="6375400" y="3117850"/>
          <p14:tracePt t="70784" x="6432550" y="3079750"/>
          <p14:tracePt t="70800" x="6464300" y="3054350"/>
          <p14:tracePt t="70817" x="6477000" y="3048000"/>
          <p14:tracePt t="70834" x="6496050" y="3035300"/>
          <p14:tracePt t="70850" x="6502400" y="3035300"/>
          <p14:tracePt t="70867" x="6508750" y="3035300"/>
          <p14:tracePt t="70884" x="6540500" y="3028950"/>
          <p14:tracePt t="70900" x="6559550" y="3022600"/>
          <p14:tracePt t="70917" x="6597650" y="3009900"/>
          <p14:tracePt t="70933" x="6610350" y="3003550"/>
          <p14:tracePt t="70950" x="6635750" y="2990850"/>
          <p14:tracePt t="70967" x="6648450" y="2990850"/>
          <p14:tracePt t="70983" x="6648450" y="2984500"/>
          <p14:tracePt t="71017" x="6648450" y="2990850"/>
          <p14:tracePt t="71033" x="6648450" y="2997200"/>
          <p14:tracePt t="71050" x="6635750" y="2997200"/>
          <p14:tracePt t="71066" x="6629400" y="3003550"/>
          <p14:tracePt t="71100" x="6629400" y="3009900"/>
          <p14:tracePt t="71128" x="6623050" y="3009900"/>
          <p14:tracePt t="71163" x="6616700" y="3016250"/>
          <p14:tracePt t="71184" x="6610350" y="3016250"/>
          <p14:tracePt t="71205" x="6604000" y="3022600"/>
          <p14:tracePt t="71226" x="6597650" y="3022600"/>
          <p14:tracePt t="71268" x="6591300" y="3022600"/>
          <p14:tracePt t="71359" x="6584950" y="3022600"/>
          <p14:tracePt t="71416" x="6578600" y="3022600"/>
          <p14:tracePt t="71437" x="6565900" y="3022600"/>
          <p14:tracePt t="71444" x="6559550" y="3022600"/>
          <p14:tracePt t="71458" x="6540500" y="3016250"/>
          <p14:tracePt t="71467" x="6508750" y="3003550"/>
          <p14:tracePt t="71481" x="6470650" y="2984500"/>
          <p14:tracePt t="71497" x="6388100" y="2952750"/>
          <p14:tracePt t="71515" x="6013450" y="2813050"/>
          <p14:tracePt t="71531" x="5822950" y="2730500"/>
          <p14:tracePt t="71549" x="5321300" y="2559050"/>
          <p14:tracePt t="71564" x="5035550" y="2463800"/>
          <p14:tracePt t="71581" x="4400550" y="2247900"/>
          <p14:tracePt t="71598" x="3803650" y="2057400"/>
          <p14:tracePt t="71614" x="3543300" y="1981200"/>
          <p14:tracePt t="71631" x="3130550" y="1866900"/>
          <p14:tracePt t="71648" x="2851150" y="1809750"/>
          <p14:tracePt t="71664" x="2743200" y="1778000"/>
          <p14:tracePt t="71681" x="2578100" y="1752600"/>
          <p14:tracePt t="71697" x="2470150" y="1733550"/>
          <p14:tracePt t="71714" x="2432050" y="1720850"/>
          <p14:tracePt t="71731" x="2362200" y="1714500"/>
          <p14:tracePt t="71747" x="2298700" y="1714500"/>
          <p14:tracePt t="71764" x="2273300" y="1727200"/>
          <p14:tracePt t="71781" x="2235200" y="1727200"/>
          <p14:tracePt t="71797" x="2209800" y="1733550"/>
          <p14:tracePt t="71830" x="2190750" y="1733550"/>
          <p14:tracePt t="71847" x="2178050" y="1733550"/>
          <p14:tracePt t="71864" x="2159000" y="1746250"/>
          <p14:tracePt t="71880" x="2146300" y="1752600"/>
          <p14:tracePt t="71897" x="2139950" y="1752600"/>
          <p14:tracePt t="71914" x="2120900" y="1765300"/>
          <p14:tracePt t="71930" x="2114550" y="1771650"/>
          <p14:tracePt t="71946" x="2108200" y="1771650"/>
          <p14:tracePt t="71963" x="2108200" y="1778000"/>
          <p14:tracePt t="72040" x="2101850" y="1784350"/>
          <p14:tracePt t="72061" x="2101850" y="1790700"/>
          <p14:tracePt t="72068" x="2101850" y="1797050"/>
          <p14:tracePt t="72088" x="2101850" y="1803400"/>
          <p14:tracePt t="72117" x="2101850" y="1809750"/>
          <p14:tracePt t="72138" x="2101850" y="1816100"/>
          <p14:tracePt t="72146" x="2108200" y="1816100"/>
          <p14:tracePt t="72158" x="2120900" y="1816100"/>
          <p14:tracePt t="72166" x="2133600" y="1816100"/>
          <p14:tracePt t="72182" x="2152650" y="1822450"/>
          <p14:tracePt t="72195" x="2178050" y="1822450"/>
          <p14:tracePt t="72212" x="2254250" y="1828800"/>
          <p14:tracePt t="72230" x="2355850" y="1835150"/>
          <p14:tracePt t="72245" x="2413000" y="1835150"/>
          <p14:tracePt t="72262" x="2501900" y="1835150"/>
          <p14:tracePt t="72279" x="2571750" y="1835150"/>
          <p14:tracePt t="72295" x="2590800" y="1841500"/>
          <p14:tracePt t="72312" x="2622550" y="1841500"/>
          <p14:tracePt t="72329" x="2635250" y="1841500"/>
          <p14:tracePt t="72362" x="2641600" y="1841500"/>
          <p14:tracePt t="72411" x="2641600" y="1847850"/>
          <p14:tracePt t="72482" x="2641600" y="1854200"/>
          <p14:tracePt t="73351" x="2641600" y="1860550"/>
          <p14:tracePt t="73379" x="2641600" y="1873250"/>
          <p14:tracePt t="73400" x="2641600" y="1879600"/>
          <p14:tracePt t="73407" x="2647950" y="1879600"/>
          <p14:tracePt t="73429" x="2660650" y="1885950"/>
          <p14:tracePt t="73450" x="2667000" y="1885950"/>
          <p14:tracePt t="73464" x="2673350" y="1885950"/>
          <p14:tracePt t="73470" x="2679700" y="1892300"/>
          <p14:tracePt t="73492" x="2686050" y="1898650"/>
          <p14:tracePt t="73498" x="2692400" y="1898650"/>
          <p14:tracePt t="73512" x="2692400" y="1905000"/>
          <p14:tracePt t="73524" x="2705100" y="1905000"/>
          <p14:tracePt t="73541" x="2736850" y="1924050"/>
          <p14:tracePt t="73558" x="2755900" y="1936750"/>
          <p14:tracePt t="73574" x="2838450" y="1962150"/>
          <p14:tracePt t="73591" x="2971800" y="2012950"/>
          <p14:tracePt t="73607" x="3054350" y="2051050"/>
          <p14:tracePt t="73625" x="3276600" y="2127250"/>
          <p14:tracePt t="73641" x="3556000" y="2241550"/>
          <p14:tracePt t="73657" x="3714750" y="2305050"/>
          <p14:tracePt t="73674" x="4044950" y="2432050"/>
          <p14:tracePt t="73690" x="4216400" y="2508250"/>
          <p14:tracePt t="73707" x="4495800" y="2628900"/>
          <p14:tracePt t="73724" x="4730750" y="2711450"/>
          <p14:tracePt t="73740" x="4832350" y="2755900"/>
          <p14:tracePt t="73757" x="5029200" y="2825750"/>
          <p14:tracePt t="73774" x="5187950" y="2863850"/>
          <p14:tracePt t="73790" x="5257800" y="2876550"/>
          <p14:tracePt t="73807" x="5359400" y="2895600"/>
          <p14:tracePt t="73823" x="5403850" y="2901950"/>
          <p14:tracePt t="73840" x="5473700" y="2908300"/>
          <p14:tracePt t="73857" x="5492750" y="2914650"/>
          <p14:tracePt t="73874" x="5530850" y="2914650"/>
          <p14:tracePt t="73890" x="5556250" y="2914650"/>
          <p14:tracePt t="73906" x="5638800" y="2933700"/>
          <p14:tracePt t="73923" x="5664200" y="2940050"/>
          <p14:tracePt t="73940" x="5715000" y="2952750"/>
          <p14:tracePt t="73956" x="5753100" y="2965450"/>
          <p14:tracePt t="73973" x="5784850" y="2971800"/>
          <p14:tracePt t="73990" x="5848350" y="2997200"/>
          <p14:tracePt t="74006" x="5873750" y="3003550"/>
          <p14:tracePt t="74023" x="5892800" y="3009900"/>
          <p14:tracePt t="74039" x="5943600" y="3022600"/>
          <p14:tracePt t="74056" x="5994400" y="3035300"/>
          <p14:tracePt t="74073" x="6038850" y="3054350"/>
          <p14:tracePt t="74089" x="6064250" y="3060700"/>
          <p14:tracePt t="74106" x="6102350" y="3073400"/>
          <p14:tracePt t="74123" x="6134100" y="3086100"/>
          <p14:tracePt t="74139" x="6153150" y="3092450"/>
          <p14:tracePt t="74156" x="6191250" y="3105150"/>
          <p14:tracePt t="74172" x="6210300" y="3111500"/>
          <p14:tracePt t="74189" x="6223000" y="3117850"/>
          <p14:tracePt t="74205" x="6229350" y="3124200"/>
          <p14:tracePt t="74222" x="6235700" y="3124200"/>
          <p14:tracePt t="74257" x="6242050" y="3124200"/>
          <p14:tracePt t="74326" x="6242050" y="3117850"/>
          <p14:tracePt t="74383" x="6235700" y="3111500"/>
          <p14:tracePt t="74404" x="6229350" y="3111500"/>
          <p14:tracePt t="74474" x="6223000" y="3111500"/>
          <p14:tracePt t="74502" x="6216650" y="3111500"/>
          <p14:tracePt t="74523" x="6210300" y="3111500"/>
          <p14:tracePt t="74538" x="6203950" y="3111500"/>
          <p14:tracePt t="74544" x="6197600" y="3111500"/>
          <p14:tracePt t="74554" x="6191250" y="3111500"/>
          <p14:tracePt t="74574" x="6178550" y="3111500"/>
          <p14:tracePt t="74588" x="6165850" y="3111500"/>
          <p14:tracePt t="74604" x="6146800" y="3111500"/>
          <p14:tracePt t="74621" x="6083300" y="3111500"/>
          <p14:tracePt t="74637" x="6064250" y="3111500"/>
          <p14:tracePt t="74654" x="6045200" y="3111500"/>
          <p14:tracePt t="74670" x="6007100" y="3111500"/>
          <p14:tracePt t="74687" x="5988050" y="3111500"/>
          <p14:tracePt t="74747" x="5988050" y="3105150"/>
          <p14:tracePt t="74755" x="5994400" y="3105150"/>
          <p14:tracePt t="74761" x="6000750" y="3105150"/>
          <p14:tracePt t="74776" x="6007100" y="3105150"/>
          <p14:tracePt t="74786" x="6019800" y="3098800"/>
          <p14:tracePt t="74804" x="6045200" y="3098800"/>
          <p14:tracePt t="74820" x="6064250" y="3098800"/>
          <p14:tracePt t="74836" x="6102350" y="3092450"/>
          <p14:tracePt t="74853" x="6159500" y="3092450"/>
          <p14:tracePt t="74870" x="6191250" y="3086100"/>
          <p14:tracePt t="74887" x="6242050" y="3079750"/>
          <p14:tracePt t="74903" x="6286500" y="3079750"/>
          <p14:tracePt t="74919" x="6299200" y="3073400"/>
          <p14:tracePt t="74937" x="6337300" y="3067050"/>
          <p14:tracePt t="74953" x="6350000" y="3067050"/>
          <p14:tracePt t="74969" x="6356350" y="3067050"/>
          <p14:tracePt t="74986" x="6362700" y="3067050"/>
          <p14:tracePt t="75002" x="6369050" y="3067050"/>
          <p14:tracePt t="75224" x="6362700" y="3067050"/>
          <p14:tracePt t="75239" x="6356350" y="3067050"/>
          <p14:tracePt t="75253" x="6350000" y="3067050"/>
          <p14:tracePt t="75266" x="6343650" y="3067050"/>
          <p14:tracePt t="75288" x="6330950" y="3067050"/>
          <p14:tracePt t="75294" x="6318250" y="3067050"/>
          <p14:tracePt t="75309" x="6305550" y="3079750"/>
          <p14:tracePt t="75317" x="6286500" y="3079750"/>
          <p14:tracePt t="75335" x="6254750" y="3086100"/>
          <p14:tracePt t="75351" x="6203950" y="3105150"/>
          <p14:tracePt t="75368" x="6146800" y="3124200"/>
          <p14:tracePt t="75385" x="6127750" y="3124200"/>
          <p14:tracePt t="75401" x="6083300" y="3136900"/>
          <p14:tracePt t="75417" x="6051550" y="3143250"/>
          <p14:tracePt t="75435" x="6026150" y="3155950"/>
          <p14:tracePt t="75451" x="6019800" y="3155950"/>
          <p14:tracePt t="75467" x="6007100" y="3162300"/>
          <p14:tracePt t="75519" x="6013450" y="3162300"/>
          <p14:tracePt t="75526" x="6019800" y="3162300"/>
          <p14:tracePt t="75534" x="6026150" y="3162300"/>
          <p14:tracePt t="75550" x="6032500" y="3162300"/>
          <p14:tracePt t="75568" x="6038850" y="3162300"/>
          <p14:tracePt t="75584" x="6064250" y="3162300"/>
          <p14:tracePt t="75601" x="6096000" y="3155950"/>
          <p14:tracePt t="75618" x="6159500" y="3149600"/>
          <p14:tracePt t="75634" x="6184900" y="3149600"/>
          <p14:tracePt t="75650" x="6242050" y="3130550"/>
          <p14:tracePt t="75667" x="6292850" y="3117850"/>
          <p14:tracePt t="75683" x="6311900" y="3111500"/>
          <p14:tracePt t="75701" x="6330950" y="3111500"/>
          <p14:tracePt t="75717" x="6337300" y="3105150"/>
          <p14:tracePt t="75751" x="6337300" y="3098800"/>
          <p14:tracePt t="75807" x="6337300" y="3092450"/>
          <p14:tracePt t="75947" x="6324600" y="3092450"/>
          <p14:tracePt t="75953" x="6318250" y="3092450"/>
          <p14:tracePt t="75974" x="6311900" y="3098800"/>
          <p14:tracePt t="75989" x="6299200" y="3098800"/>
          <p14:tracePt t="75999" x="6280150" y="3105150"/>
          <p14:tracePt t="76015" x="6254750" y="3105150"/>
          <p14:tracePt t="76032" x="6184900" y="3124200"/>
          <p14:tracePt t="76050" x="6115050" y="3136900"/>
          <p14:tracePt t="76067" x="6038850" y="3149600"/>
          <p14:tracePt t="76082" x="6007100" y="3155950"/>
          <p14:tracePt t="76099" x="5962650" y="3168650"/>
          <p14:tracePt t="76116" x="5930900" y="3168650"/>
          <p14:tracePt t="76132" x="5924550" y="3175000"/>
          <p14:tracePt t="76149" x="5918200" y="3175000"/>
          <p14:tracePt t="76166" x="5911850" y="3175000"/>
          <p14:tracePt t="76228" x="5911850" y="3168650"/>
          <p14:tracePt t="76234" x="5911850" y="3162300"/>
          <p14:tracePt t="76255" x="5911850" y="3155950"/>
          <p14:tracePt t="76277" x="5918200" y="3149600"/>
          <p14:tracePt t="76326" x="5924550" y="3143250"/>
          <p14:tracePt t="76347" x="5930900" y="3143250"/>
          <p14:tracePt t="76368" x="5930900" y="3130550"/>
          <p14:tracePt t="76431" x="5930900" y="3124200"/>
          <p14:tracePt t="76438" x="5930900" y="3117850"/>
          <p14:tracePt t="76466" x="5930900" y="3111500"/>
          <p14:tracePt t="76509" x="5918200" y="3105150"/>
          <p14:tracePt t="76515" x="5911850" y="3105150"/>
          <p14:tracePt t="76537" x="5892800" y="3098800"/>
          <p14:tracePt t="76550" x="5867400" y="3079750"/>
          <p14:tracePt t="76557" x="5829300" y="3073400"/>
          <p14:tracePt t="76572" x="5759450" y="3048000"/>
          <p14:tracePt t="76581" x="5683250" y="3022600"/>
          <p14:tracePt t="76597" x="5588000" y="2997200"/>
          <p14:tracePt t="76614" x="5340350" y="2908300"/>
          <p14:tracePt t="76630" x="5010150" y="2819400"/>
          <p14:tracePt t="76647" x="4832350" y="2781300"/>
          <p14:tracePt t="76664" x="4425950" y="2686050"/>
          <p14:tracePt t="76680" x="4051300" y="2622550"/>
          <p14:tracePt t="76697" x="3752850" y="2565400"/>
          <p14:tracePt t="76713" x="3606800" y="2546350"/>
          <p14:tracePt t="76730" x="3352800" y="2501900"/>
          <p14:tracePt t="76747" x="3155950" y="2470150"/>
          <p14:tracePt t="76763" x="3079750" y="2463800"/>
          <p14:tracePt t="76780" x="3016250" y="2451100"/>
          <p14:tracePt t="76797" x="2857500" y="2432050"/>
          <p14:tracePt t="76813" x="2800350" y="2425700"/>
          <p14:tracePt t="76830" x="2762250" y="2406650"/>
          <p14:tracePt t="76846" x="2686050" y="2374900"/>
          <p14:tracePt t="76863" x="2641600" y="2343150"/>
          <p14:tracePt t="76880" x="2597150" y="2317750"/>
          <p14:tracePt t="76896" x="2584450" y="2311400"/>
          <p14:tracePt t="76913" x="2546350" y="2273300"/>
          <p14:tracePt t="76930" x="2508250" y="2228850"/>
          <p14:tracePt t="76946" x="2482850" y="2197100"/>
          <p14:tracePt t="76962" x="2438400" y="2146300"/>
          <p14:tracePt t="76979" x="2393950" y="2101850"/>
          <p14:tracePt t="76995" x="2374900" y="2076450"/>
          <p14:tracePt t="77012" x="2330450" y="2025650"/>
          <p14:tracePt t="77028" x="2292350" y="1981200"/>
          <p14:tracePt t="77045" x="2279650" y="1955800"/>
          <p14:tracePt t="77063" x="2247900" y="1943100"/>
          <p14:tracePt t="77079" x="2216150" y="1905000"/>
          <p14:tracePt t="77095" x="2209800" y="1892300"/>
          <p14:tracePt t="77112" x="2197100" y="1873250"/>
          <p14:tracePt t="77129" x="2197100" y="1866900"/>
          <p14:tracePt t="77145" x="2197100" y="1860550"/>
          <p14:tracePt t="77162" x="2190750" y="1854200"/>
          <p14:tracePt t="77182" x="2190750" y="1847850"/>
          <p14:tracePt t="77259" x="2190750" y="1841500"/>
          <p14:tracePt t="77330" x="2190750" y="1847850"/>
          <p14:tracePt t="77350" x="2190750" y="1854200"/>
          <p14:tracePt t="77379" x="2190750" y="1860550"/>
          <p14:tracePt t="77414" x="2190750" y="1866900"/>
          <p14:tracePt t="77428" x="2190750" y="1873250"/>
          <p14:tracePt t="77449" x="2197100" y="1879600"/>
          <p14:tracePt t="77491" x="2197100" y="1885950"/>
          <p14:tracePt t="77498" x="2197100" y="1892300"/>
          <p14:tracePt t="77519" x="2197100" y="1898650"/>
          <p14:tracePt t="77540" x="2197100" y="1905000"/>
          <p14:tracePt t="77562" x="2203450" y="1911350"/>
          <p14:tracePt t="77589" x="2209800" y="1917700"/>
          <p14:tracePt t="77603" x="2216150" y="1917700"/>
          <p14:tracePt t="77613" x="2222500" y="1917700"/>
          <p14:tracePt t="77626" x="2235200" y="1924050"/>
          <p14:tracePt t="77643" x="2266950" y="1936750"/>
          <p14:tracePt t="77660" x="2349500" y="1968500"/>
          <p14:tracePt t="77676" x="2406650" y="1993900"/>
          <p14:tracePt t="77694" x="2603500" y="2057400"/>
          <p14:tracePt t="77709" x="2882900" y="2146300"/>
          <p14:tracePt t="77726" x="3092450" y="2203450"/>
          <p14:tracePt t="77744" x="3587750" y="2349500"/>
          <p14:tracePt t="77760" x="3848100" y="2444750"/>
          <p14:tracePt t="77776" x="4432300" y="2654300"/>
          <p14:tracePt t="77793" x="4978400" y="2825750"/>
          <p14:tracePt t="77810" x="5238750" y="2901950"/>
          <p14:tracePt t="77826" x="5702300" y="3022600"/>
          <p14:tracePt t="77843" x="6000750" y="3079750"/>
          <p14:tracePt t="77859" x="6127750" y="3098800"/>
          <p14:tracePt t="77876" x="6369050" y="3117850"/>
          <p14:tracePt t="77892" x="6572250" y="3117850"/>
          <p14:tracePt t="77909" x="6635750" y="3117850"/>
          <p14:tracePt t="77926" x="6724650" y="3117850"/>
          <p14:tracePt t="77942" x="6794500" y="3111500"/>
          <p14:tracePt t="77959" x="6813550" y="3111500"/>
          <p14:tracePt t="77976" x="6851650" y="3105150"/>
          <p14:tracePt t="77992" x="6870700" y="3105150"/>
          <p14:tracePt t="78010" x="6883400" y="3105150"/>
          <p14:tracePt t="78025" x="6889750" y="3105150"/>
          <p14:tracePt t="78062" x="6896100" y="3098800"/>
          <p14:tracePt t="78080" x="6896100" y="3092450"/>
          <p14:tracePt t="78101" x="6889750" y="3086100"/>
          <p14:tracePt t="78115" x="6883400" y="3086100"/>
          <p14:tracePt t="78129" x="6877050" y="3086100"/>
          <p14:tracePt t="78145" x="6870700" y="3086100"/>
          <p14:tracePt t="78165" x="6858000" y="3086100"/>
          <p14:tracePt t="78174" x="6851650" y="3086100"/>
          <p14:tracePt t="78192" x="6838950" y="3086100"/>
          <p14:tracePt t="78208" x="6807200" y="3079750"/>
          <p14:tracePt t="78225" x="6756400" y="3079750"/>
          <p14:tracePt t="78242" x="6692900" y="3079750"/>
          <p14:tracePt t="78257" x="6661150" y="3079750"/>
          <p14:tracePt t="78274" x="6572250" y="3086100"/>
          <p14:tracePt t="78291" x="6515100" y="3092450"/>
          <p14:tracePt t="78309" x="6483350" y="3098800"/>
          <p14:tracePt t="78326" x="6438900" y="3111500"/>
          <p14:tracePt t="78341" x="6413500" y="3124200"/>
          <p14:tracePt t="78357" x="6400800" y="3124200"/>
          <p14:tracePt t="78375" x="6394450" y="3124200"/>
          <p14:tracePt t="78391" x="6388100" y="3124200"/>
          <p14:tracePt t="78424" x="6381750" y="3130550"/>
          <p14:tracePt t="78461" x="6381750" y="3136900"/>
          <p14:tracePt t="78501" x="6381750" y="3143250"/>
          <p14:tracePt t="78515" x="6388100" y="3143250"/>
          <p14:tracePt t="78529" x="6400800" y="3143250"/>
          <p14:tracePt t="78543" x="6407150" y="3143250"/>
          <p14:tracePt t="78558" x="6413500" y="3143250"/>
          <p14:tracePt t="78564" x="6432550" y="3143250"/>
          <p14:tracePt t="78573" x="6451600" y="3143250"/>
          <p14:tracePt t="78590" x="6483350" y="3143250"/>
          <p14:tracePt t="78607" x="6553200" y="3149600"/>
          <p14:tracePt t="78625" x="6616700" y="3149600"/>
          <p14:tracePt t="78640" x="6654800" y="3149600"/>
          <p14:tracePt t="78656" x="6724650" y="3155950"/>
          <p14:tracePt t="78673" x="6756400" y="3155950"/>
          <p14:tracePt t="78691" x="6813550" y="3155950"/>
          <p14:tracePt t="78706" x="6826250" y="3155950"/>
          <p14:tracePt t="78723" x="6832600" y="3155950"/>
          <p14:tracePt t="78740" x="6838950" y="3155950"/>
          <p14:tracePt t="78845" x="6832600" y="3155950"/>
          <p14:tracePt t="79477" x="6788150" y="3162300"/>
          <p14:tracePt t="79484" x="6711950" y="3187700"/>
          <p14:tracePt t="79498" x="6642100" y="3206750"/>
          <p14:tracePt t="79507" x="6553200" y="3225800"/>
          <p14:tracePt t="79520" x="6464300" y="3244850"/>
          <p14:tracePt t="79537" x="6242050" y="3308350"/>
          <p14:tracePt t="79555" x="5969000" y="3371850"/>
          <p14:tracePt t="79570" x="5784850" y="3422650"/>
          <p14:tracePt t="79587" x="5416550" y="3530600"/>
          <p14:tracePt t="79604" x="5003800" y="3638550"/>
          <p14:tracePt t="79620" x="4800600" y="3695700"/>
          <p14:tracePt t="79636" x="4610100" y="3759200"/>
          <p14:tracePt t="79653" x="4121150" y="3886200"/>
          <p14:tracePt t="79670" x="4019550" y="3911600"/>
          <p14:tracePt t="79687" x="3873500" y="3930650"/>
          <p14:tracePt t="79703" x="3803650" y="3943350"/>
          <p14:tracePt t="79720" x="3790950" y="3949700"/>
          <p14:tracePt t="79737" x="3784600" y="3949700"/>
          <p14:tracePt t="79753" x="3778250" y="3949700"/>
          <p14:tracePt t="79769" x="3771900" y="3949700"/>
          <p14:tracePt t="79786" x="3765550" y="3949700"/>
          <p14:tracePt t="79835" x="3765550" y="3943350"/>
          <p14:tracePt t="79841" x="3765550" y="3937000"/>
          <p14:tracePt t="79863" x="3771900" y="3930650"/>
          <p14:tracePt t="79884" x="3778250" y="3930650"/>
          <p14:tracePt t="79912" x="3778250" y="3924300"/>
          <p14:tracePt t="79926" x="3778250" y="3917950"/>
          <p14:tracePt t="79948" x="3778250" y="3911600"/>
          <p14:tracePt t="79954" x="3778250" y="3905250"/>
          <p14:tracePt t="79972" x="3778250" y="3898900"/>
          <p14:tracePt t="79985" x="3759200" y="3873500"/>
          <p14:tracePt t="80002" x="3740150" y="3841750"/>
          <p14:tracePt t="80019" x="3689350" y="3778250"/>
          <p14:tracePt t="80035" x="3657600" y="3733800"/>
          <p14:tracePt t="80052" x="3562350" y="3625850"/>
          <p14:tracePt t="80068" x="3460750" y="3511550"/>
          <p14:tracePt t="80085" x="3429000" y="3473450"/>
          <p14:tracePt t="80102" x="3378200" y="3409950"/>
          <p14:tracePt t="80118" x="3365500" y="3390900"/>
          <p14:tracePt t="80135" x="3359150" y="3384550"/>
          <p14:tracePt t="80151" x="3359150" y="3378200"/>
          <p14:tracePt t="80168" x="3359150" y="3371850"/>
          <p14:tracePt t="80185" x="3359150" y="3365500"/>
          <p14:tracePt t="80201" x="3359150" y="3352800"/>
          <p14:tracePt t="80217" x="3352800" y="3333750"/>
          <p14:tracePt t="80235" x="3352800" y="3321050"/>
          <p14:tracePt t="80251" x="3346450" y="3308350"/>
          <p14:tracePt t="80268" x="3346450" y="3295650"/>
          <p14:tracePt t="80285" x="3333750" y="3251200"/>
          <p14:tracePt t="80300" x="3314700" y="3225800"/>
          <p14:tracePt t="80317" x="3302000" y="3206750"/>
          <p14:tracePt t="80334" x="3282950" y="3162300"/>
          <p14:tracePt t="80351" x="3251200" y="3111500"/>
          <p14:tracePt t="80368" x="3225800" y="3086100"/>
          <p14:tracePt t="80384" x="3213100" y="3073400"/>
          <p14:tracePt t="80401" x="3200400" y="3060700"/>
          <p14:tracePt t="80418" x="3187700" y="3054350"/>
          <p14:tracePt t="80434" x="3187700" y="3048000"/>
          <p14:tracePt t="80451" x="3168650" y="3035300"/>
          <p14:tracePt t="80467" x="3155950" y="3016250"/>
          <p14:tracePt t="81031" x="3143250" y="3022600"/>
          <p14:tracePt t="81038" x="3117850" y="3035300"/>
          <p14:tracePt t="81048" x="3098800" y="3048000"/>
          <p14:tracePt t="81066" x="3054350" y="3092450"/>
          <p14:tracePt t="81081" x="3022600" y="3117850"/>
          <p14:tracePt t="81098" x="2990850" y="3149600"/>
          <p14:tracePt t="81115" x="2895600" y="3225800"/>
          <p14:tracePt t="81131" x="2819400" y="3295650"/>
          <p14:tracePt t="81148" x="2768600" y="3340100"/>
          <p14:tracePt t="81165" x="2698750" y="3422650"/>
          <p14:tracePt t="81181" x="2654300" y="3467100"/>
          <p14:tracePt t="81198" x="2635250" y="3479800"/>
          <p14:tracePt t="81215" x="2616200" y="3511550"/>
          <p14:tracePt t="81231" x="2597150" y="3517900"/>
          <p14:tracePt t="81248" x="2597150" y="3530600"/>
          <p14:tracePt t="81264" x="2590800" y="3530600"/>
          <p14:tracePt t="81281" x="2584450" y="3536950"/>
          <p14:tracePt t="81312" x="2578100" y="3536950"/>
          <p14:tracePt t="81459" x="2584450" y="3530600"/>
          <p14:tracePt t="81473" x="2584450" y="3524250"/>
          <p14:tracePt t="81482" x="2590800" y="3517900"/>
          <p14:tracePt t="81501" x="2597150" y="3511550"/>
          <p14:tracePt t="81514" x="2597150" y="3498850"/>
          <p14:tracePt t="81530" x="2609850" y="3448050"/>
          <p14:tracePt t="81546" x="2616200" y="3403600"/>
          <p14:tracePt t="81564" x="2635250" y="3295650"/>
          <p14:tracePt t="81579" x="2654300" y="3181350"/>
          <p14:tracePt t="81596" x="2654300" y="3105150"/>
          <p14:tracePt t="81615" x="2660650" y="2971800"/>
          <p14:tracePt t="81630" x="2660650" y="2844800"/>
          <p14:tracePt t="81646" x="2660650" y="2794000"/>
          <p14:tracePt t="81663" x="2660650" y="2724150"/>
          <p14:tracePt t="81680" x="2660650" y="2698750"/>
          <p14:tracePt t="81696" x="2660650" y="2673350"/>
          <p14:tracePt t="81713" x="2660650" y="2660650"/>
          <p14:tracePt t="81729" x="2660650" y="2647950"/>
          <p14:tracePt t="81746" x="2660650" y="2641600"/>
          <p14:tracePt t="81763" x="2660650" y="2635250"/>
          <p14:tracePt t="81810" x="2660650" y="2641600"/>
          <p14:tracePt t="81823" x="2660650" y="2647950"/>
          <p14:tracePt t="81832" x="2660650" y="2654300"/>
          <p14:tracePt t="81846" x="2660650" y="2667000"/>
          <p14:tracePt t="81862" x="2660650" y="2679700"/>
          <p14:tracePt t="81880" x="2673350" y="2724150"/>
          <p14:tracePt t="81895" x="2686050" y="2762250"/>
          <p14:tracePt t="81912" x="2743200" y="2889250"/>
          <p14:tracePt t="81930" x="2806700" y="3016250"/>
          <p14:tracePt t="81945" x="2838450" y="3079750"/>
          <p14:tracePt t="81962" x="2863850" y="3136900"/>
          <p14:tracePt t="81979" x="2914650" y="3244850"/>
          <p14:tracePt t="81995" x="2927350" y="3263900"/>
          <p14:tracePt t="82011" x="2933700" y="3263900"/>
          <p14:tracePt t="82028" x="2952750" y="3257550"/>
          <p14:tracePt t="82045" x="2965450" y="3232150"/>
          <p14:tracePt t="82063" x="2978150" y="3200400"/>
          <p14:tracePt t="82078" x="2984500" y="3168650"/>
          <p14:tracePt t="82095" x="3003550" y="3060700"/>
          <p14:tracePt t="82112" x="3003550" y="2933700"/>
          <p14:tracePt t="82128" x="3003550" y="2844800"/>
          <p14:tracePt t="82145" x="2959100" y="2628900"/>
          <p14:tracePt t="82162" x="2908300" y="2406650"/>
          <p14:tracePt t="82179" x="2876550" y="2305050"/>
          <p14:tracePt t="82195" x="2819400" y="2146300"/>
          <p14:tracePt t="82211" x="2794000" y="2076450"/>
          <p14:tracePt t="82227" x="2787650" y="2057400"/>
          <p14:tracePt t="82245" x="2781300" y="2051050"/>
          <p14:tracePt t="82261" x="2774950" y="2044700"/>
          <p14:tracePt t="82277" x="2774950" y="2051050"/>
          <p14:tracePt t="82294" x="2774950" y="2070100"/>
          <p14:tracePt t="82310" x="2774950" y="2076450"/>
          <p14:tracePt t="82327" x="2774950" y="2089150"/>
          <p14:tracePt t="82344" x="2774950" y="2114550"/>
          <p14:tracePt t="82361" x="2774950" y="2127250"/>
          <p14:tracePt t="82378" x="2774950" y="2171700"/>
          <p14:tracePt t="82394" x="2800350" y="2266950"/>
          <p14:tracePt t="82410" x="2832100" y="2336800"/>
          <p14:tracePt t="82427" x="2901950" y="2508250"/>
          <p14:tracePt t="82443" x="2997200" y="2692400"/>
          <p14:tracePt t="82460" x="3035300" y="2762250"/>
          <p14:tracePt t="82477" x="3079750" y="2851150"/>
          <p14:tracePt t="82494" x="3098800" y="2895600"/>
          <p14:tracePt t="82512" x="3105150" y="2908300"/>
          <p14:tracePt t="82561" x="3111500" y="2908300"/>
          <p14:tracePt t="82609" x="3111500" y="2901950"/>
          <p14:tracePt t="82624" x="3111500" y="2895600"/>
          <p14:tracePt t="82644" x="3111500" y="2889250"/>
          <p14:tracePt t="82651" x="3105150" y="2876550"/>
          <p14:tracePt t="82673" x="3105150" y="2870200"/>
          <p14:tracePt t="82680" x="3105150" y="2863850"/>
          <p14:tracePt t="82696" x="3105150" y="2857500"/>
          <p14:tracePt t="82709" x="3105150" y="2844800"/>
          <p14:tracePt t="82726" x="3079750" y="2800350"/>
          <p14:tracePt t="82743" x="3028950" y="2711450"/>
          <p14:tracePt t="82759" x="3003550" y="2667000"/>
          <p14:tracePt t="82776" x="2940050" y="2565400"/>
          <p14:tracePt t="82793" x="2882900" y="2463800"/>
          <p14:tracePt t="82809" x="2857500" y="2432050"/>
          <p14:tracePt t="82826" x="2825750" y="2387600"/>
          <p14:tracePt t="82842" x="2819400" y="2374900"/>
          <p14:tracePt t="82859" x="2813050" y="2374900"/>
          <p14:tracePt t="82904" x="2813050" y="2381250"/>
          <p14:tracePt t="82912" x="2813050" y="2387600"/>
          <p14:tracePt t="82932" x="2813050" y="2393950"/>
          <p14:tracePt t="82946" x="2813050" y="2400300"/>
          <p14:tracePt t="82958" x="2813050" y="2406650"/>
          <p14:tracePt t="82976" x="2813050" y="2413000"/>
          <p14:tracePt t="82992" x="2813050" y="2419350"/>
          <p14:tracePt t="83008" x="2813050" y="2425700"/>
          <p14:tracePt t="83024" x="2813050" y="2438400"/>
          <p14:tracePt t="83041" x="2813050" y="2444750"/>
          <p14:tracePt t="83059" x="2819400" y="2482850"/>
          <p14:tracePt t="83075" x="2819400" y="2546350"/>
          <p14:tracePt t="83091" x="2819400" y="2597150"/>
          <p14:tracePt t="83108" x="2813050" y="2730500"/>
          <p14:tracePt t="83124" x="2794000" y="2857500"/>
          <p14:tracePt t="83141" x="2774950" y="2927350"/>
          <p14:tracePt t="83158" x="2730500" y="3028950"/>
          <p14:tracePt t="83174" x="2673350" y="3124200"/>
          <p14:tracePt t="83191" x="2635250" y="3194050"/>
          <p14:tracePt t="83207" x="2622550" y="3213100"/>
          <p14:tracePt t="83224" x="2609850" y="3225800"/>
          <p14:tracePt t="83241" x="2559050" y="3270250"/>
          <p14:tracePt t="83257" x="2546350" y="3282950"/>
          <p14:tracePt t="83274" x="2533650" y="3289300"/>
          <p14:tracePt t="83291" x="2495550" y="3308350"/>
          <p14:tracePt t="83307" x="2470150" y="3333750"/>
          <p14:tracePt t="83324" x="2451100" y="3340100"/>
          <p14:tracePt t="83340" x="2413000" y="3371850"/>
          <p14:tracePt t="83357" x="2374900" y="3397250"/>
          <p14:tracePt t="83374" x="2343150" y="3435350"/>
          <p14:tracePt t="83390" x="2336800" y="3454400"/>
          <p14:tracePt t="83407" x="2336800" y="3460750"/>
          <p14:tracePt t="83718" x="2336800" y="3486150"/>
          <p14:tracePt t="83725" x="2336800" y="3524250"/>
          <p14:tracePt t="83732" x="2349500" y="3556000"/>
          <p14:tracePt t="83746" x="2355850" y="3619500"/>
          <p14:tracePt t="83755" x="2355850" y="3683000"/>
          <p14:tracePt t="83772" x="2374900" y="3727450"/>
          <p14:tracePt t="83789" x="2381250" y="3778250"/>
          <p14:tracePt t="83806" x="2387600" y="3822700"/>
          <p14:tracePt t="83822" x="2387600" y="3829050"/>
          <p14:tracePt t="83838" x="2393950" y="3848100"/>
          <p14:tracePt t="83855" x="2393950" y="3854450"/>
          <p14:tracePt t="83872" x="2393950" y="3867150"/>
          <p14:tracePt t="83942" x="2413000" y="3867150"/>
          <p14:tracePt t="83956" x="2419350" y="3867150"/>
          <p14:tracePt t="83978" x="2425700" y="3867150"/>
          <p14:tracePt t="83985" x="2425700" y="3860800"/>
          <p14:tracePt t="84006" x="2432050" y="3854450"/>
          <p14:tracePt t="84012" x="2438400" y="3854450"/>
          <p14:tracePt t="84026" x="2444750" y="3854450"/>
          <p14:tracePt t="84037" x="2451100" y="3848100"/>
          <p14:tracePt t="84055" x="2463800" y="3848100"/>
          <p14:tracePt t="84071" x="2482850" y="3841750"/>
          <p14:tracePt t="84088" x="2527300" y="3835400"/>
          <p14:tracePt t="84105" x="2628900" y="3829050"/>
          <p14:tracePt t="84121" x="2698750" y="3816350"/>
          <p14:tracePt t="84138" x="2774950" y="3810000"/>
          <p14:tracePt t="84154" x="3079750" y="3797300"/>
          <p14:tracePt t="84171" x="3194050" y="3797300"/>
          <p14:tracePt t="84188" x="3416300" y="3797300"/>
          <p14:tracePt t="84204" x="3530600" y="3797300"/>
          <p14:tracePt t="84220" x="3746500" y="3797300"/>
          <p14:tracePt t="84238" x="3924300" y="3784600"/>
          <p14:tracePt t="84254" x="3981450" y="3778250"/>
          <p14:tracePt t="84271" x="4083050" y="3771900"/>
          <p14:tracePt t="84287" x="4127500" y="3759200"/>
          <p14:tracePt t="84304" x="4140200" y="3740150"/>
          <p14:tracePt t="84321" x="4152900" y="3733800"/>
          <p14:tracePt t="84337" x="4165600" y="3721100"/>
          <p14:tracePt t="84353" x="4165600" y="3708400"/>
          <p14:tracePt t="84371" x="4191000" y="3689350"/>
          <p14:tracePt t="84387" x="4191000" y="3670300"/>
          <p14:tracePt t="84403" x="4197350" y="3663950"/>
          <p14:tracePt t="84421" x="4197350" y="3657600"/>
          <p14:tracePt t="84437" x="4203700" y="3644900"/>
          <p14:tracePt t="84454" x="4203700" y="3638550"/>
          <p14:tracePt t="84470" x="4203700" y="3625850"/>
          <p14:tracePt t="84503" x="4210050" y="3619500"/>
          <p14:tracePt t="84588" x="4210050" y="3625850"/>
          <p14:tracePt t="84595" x="4210050" y="3632200"/>
          <p14:tracePt t="84609" x="4210050" y="3638550"/>
          <p14:tracePt t="84620" x="4210050" y="3644900"/>
          <p14:tracePt t="84636" x="4210050" y="3657600"/>
          <p14:tracePt t="84652" x="4210050" y="3695700"/>
          <p14:tracePt t="84669" x="4216400" y="3746500"/>
          <p14:tracePt t="84686" x="4216400" y="3784600"/>
          <p14:tracePt t="84702" x="4216400" y="3803650"/>
          <p14:tracePt t="84719" x="4222750" y="3841750"/>
          <p14:tracePt t="84736" x="4222750" y="3854450"/>
          <p14:tracePt t="84752" x="4222750" y="3860800"/>
          <p14:tracePt t="84769" x="4222750" y="3867150"/>
          <p14:tracePt t="84786" x="4222750" y="3879850"/>
          <p14:tracePt t="84806" x="4229100" y="3886200"/>
          <p14:tracePt t="84827" x="4229100" y="3892550"/>
          <p14:tracePt t="84848" x="4235450" y="3892550"/>
          <p14:tracePt t="84876" x="4241800" y="3892550"/>
          <p14:tracePt t="84890" x="4248150" y="3892550"/>
          <p14:tracePt t="84918" x="4254500" y="3892550"/>
          <p14:tracePt t="84946" x="4254500" y="3886200"/>
          <p14:tracePt t="84967" x="4260850" y="3879850"/>
          <p14:tracePt t="84988" x="4267200" y="3873500"/>
          <p14:tracePt t="84995" x="4267200" y="3867150"/>
          <p14:tracePt t="85009" x="4273550" y="3860800"/>
          <p14:tracePt t="85018" x="4279900" y="3860800"/>
          <p14:tracePt t="85034" x="4286250" y="3848100"/>
          <p14:tracePt t="85052" x="4298950" y="3810000"/>
          <p14:tracePt t="85068" x="4324350" y="3778250"/>
          <p14:tracePt t="85084" x="4330700" y="3759200"/>
          <p14:tracePt t="85101" x="4356100" y="3714750"/>
          <p14:tracePt t="85117" x="4356100" y="3702050"/>
          <p14:tracePt t="85135" x="4368800" y="3663950"/>
          <p14:tracePt t="85151" x="4368800" y="3651250"/>
          <p14:tracePt t="85184" x="4362450" y="3651250"/>
          <p14:tracePt t="85201" x="4356100" y="3651250"/>
          <p14:tracePt t="85217" x="4349750" y="3657600"/>
          <p14:tracePt t="85234" x="4343400" y="3663950"/>
          <p14:tracePt t="85251" x="4330700" y="3663950"/>
          <p14:tracePt t="85268" x="4318000" y="3670300"/>
          <p14:tracePt t="85284" x="4273550" y="3689350"/>
          <p14:tracePt t="85300" x="4216400" y="3708400"/>
          <p14:tracePt t="85318" x="4114800" y="3746500"/>
          <p14:tracePt t="85333" x="4070350" y="3765550"/>
          <p14:tracePt t="85350" x="3937000" y="3822700"/>
          <p14:tracePt t="85368" x="3816350" y="3860800"/>
          <p14:tracePt t="85384" x="3759200" y="3873500"/>
          <p14:tracePt t="85401" x="3721100" y="3886200"/>
          <p14:tracePt t="85417" x="3657600" y="3898900"/>
          <p14:tracePt t="85433" x="3644900" y="3898900"/>
          <p14:tracePt t="85450" x="3638550" y="3898900"/>
          <p14:tracePt t="85467" x="3625850" y="3905250"/>
          <p14:tracePt t="85556" x="3625850" y="3898900"/>
          <p14:tracePt t="85626" x="3625850" y="3892550"/>
          <p14:tracePt t="86604" x="3625850" y="3886200"/>
          <p14:tracePt t="86624" x="3625850" y="3873500"/>
          <p14:tracePt t="86631" x="3632200" y="3860800"/>
          <p14:tracePt t="86638" x="3632200" y="3848100"/>
          <p14:tracePt t="86652" x="3632200" y="3829050"/>
          <p14:tracePt t="86662" x="3638550" y="3797300"/>
          <p14:tracePt t="86678" x="3638550" y="3759200"/>
          <p14:tracePt t="86695" x="3638550" y="3670300"/>
          <p14:tracePt t="86712" x="3651250" y="3587750"/>
          <p14:tracePt t="86729" x="3651250" y="3556000"/>
          <p14:tracePt t="86745" x="3651250" y="3517900"/>
          <p14:tracePt t="86762" x="3651250" y="3505200"/>
          <p14:tracePt t="86779" x="3651250" y="3486150"/>
          <p14:tracePt t="86815" x="3651250" y="3479800"/>
          <p14:tracePt t="86919" x="3651250" y="3473450"/>
          <p14:tracePt t="86934" x="3651250" y="3467100"/>
          <p14:tracePt t="86940" x="3644900" y="3460750"/>
          <p14:tracePt t="86954" x="3638550" y="3454400"/>
          <p14:tracePt t="86964" x="3638550" y="3441700"/>
          <p14:tracePt t="86977" x="3638550" y="3435350"/>
          <p14:tracePt t="86994" x="3613150" y="3397250"/>
          <p14:tracePt t="87011" x="3562350" y="3308350"/>
          <p14:tracePt t="87028" x="3517900" y="3238500"/>
          <p14:tracePt t="87044" x="3460750" y="3155950"/>
          <p14:tracePt t="87061" x="3282950" y="2889250"/>
          <p14:tracePt t="87077" x="3206750" y="2794000"/>
          <p14:tracePt t="87095" x="3079750" y="2628900"/>
          <p14:tracePt t="87111" x="3035300" y="2559050"/>
          <p14:tracePt t="87127" x="2959100" y="2463800"/>
          <p14:tracePt t="87144" x="2914650" y="2413000"/>
          <p14:tracePt t="87160" x="2901950" y="2406650"/>
          <p14:tracePt t="87177" x="2889250" y="2393950"/>
          <p14:tracePt t="87194" x="2882900" y="2387600"/>
          <p14:tracePt t="87227" x="2876550" y="2381250"/>
          <p14:tracePt t="87256" x="2876550" y="2374900"/>
          <p14:tracePt t="87263" x="2870200" y="2368550"/>
          <p14:tracePt t="87284" x="2863850" y="2362200"/>
          <p14:tracePt t="87293" x="2857500" y="2355850"/>
          <p14:tracePt t="87313" x="2851150" y="2343150"/>
          <p14:tracePt t="87327" x="2844800" y="2336800"/>
          <p14:tracePt t="87343" x="2825750" y="2317750"/>
          <p14:tracePt t="87360" x="2813050" y="2305050"/>
          <p14:tracePt t="87376" x="2768600" y="2279650"/>
          <p14:tracePt t="87393" x="2736850" y="2247900"/>
          <p14:tracePt t="87410" x="2698750" y="2222500"/>
          <p14:tracePt t="87426" x="2686050" y="2216150"/>
          <p14:tracePt t="87442" x="2673350" y="2203450"/>
          <p14:tracePt t="87460" x="2647950" y="2184400"/>
          <p14:tracePt t="87502" x="2641600" y="2178050"/>
          <p14:tracePt t="87523" x="2635250" y="2178050"/>
          <p14:tracePt t="87551" x="2628900" y="2184400"/>
          <p14:tracePt t="87565" x="2622550" y="2184400"/>
          <p14:tracePt t="87572" x="2616200" y="2190750"/>
          <p14:tracePt t="87594" x="2609850" y="2197100"/>
          <p14:tracePt t="87614" x="2603500" y="2197100"/>
          <p14:tracePt t="87621" x="2590800" y="2197100"/>
          <p14:tracePt t="87635" x="2584450" y="2203450"/>
          <p14:tracePt t="87645" x="2571750" y="2203450"/>
          <p14:tracePt t="87659" x="2552700" y="2209800"/>
          <p14:tracePt t="87676" x="2533650" y="2216150"/>
          <p14:tracePt t="87692" x="2470150" y="2228850"/>
          <p14:tracePt t="87708" x="2451100" y="2241550"/>
          <p14:tracePt t="87726" x="2413000" y="2247900"/>
          <p14:tracePt t="87742" x="2406650" y="2254250"/>
          <p14:tracePt t="87758" x="2393950" y="2254250"/>
          <p14:tracePt t="87775" x="2387600" y="2254250"/>
          <p14:tracePt t="87804" x="2387600" y="2260600"/>
          <p14:tracePt t="87874" x="2400300" y="2260600"/>
          <p14:tracePt t="87923" x="2406650" y="2260600"/>
          <p14:tracePt t="87937" x="2413000" y="2260600"/>
          <p14:tracePt t="87965" x="2425700" y="2254250"/>
          <p14:tracePt t="87971" x="2432050" y="2254250"/>
          <p14:tracePt t="87993" x="2438400" y="2254250"/>
          <p14:tracePt t="88007" x="2444750" y="2247900"/>
          <p14:tracePt t="88035" x="2451100" y="2247900"/>
          <p14:tracePt t="88042" x="2457450" y="2247900"/>
          <p14:tracePt t="88063" x="2463800" y="2241550"/>
          <p14:tracePt t="88077" x="2470150" y="2241550"/>
          <p14:tracePt t="88084" x="2476500" y="2241550"/>
          <p14:tracePt t="88098" x="2482850" y="2241550"/>
          <p14:tracePt t="88112" x="2489200" y="2235200"/>
          <p14:tracePt t="88127" x="2495550" y="2235200"/>
          <p14:tracePt t="88141" x="2508250" y="2235200"/>
          <p14:tracePt t="88157" x="2533650" y="2228850"/>
          <p14:tracePt t="88173" x="2546350" y="2228850"/>
          <p14:tracePt t="88190" x="2578100" y="2228850"/>
          <p14:tracePt t="88207" x="2616200" y="2228850"/>
          <p14:tracePt t="88225" x="2654300" y="2228850"/>
          <p14:tracePt t="88240" x="2673350" y="2228850"/>
          <p14:tracePt t="88257" x="2705100" y="2228850"/>
          <p14:tracePt t="88274" x="2755900" y="2228850"/>
          <p14:tracePt t="88290" x="2774950" y="2228850"/>
          <p14:tracePt t="88293" x="2794000" y="2228850"/>
          <p14:tracePt t="88323" x="2857500" y="2235200"/>
          <p14:tracePt t="88340" x="2876550" y="2241550"/>
          <p14:tracePt t="88357" x="2914650" y="2241550"/>
          <p14:tracePt t="88373" x="2927350" y="2241550"/>
          <p14:tracePt t="88390" x="2971800" y="2254250"/>
          <p14:tracePt t="88407" x="3009900" y="2254250"/>
          <p14:tracePt t="88423" x="3022600" y="2254250"/>
          <p14:tracePt t="88440" x="3067050" y="2254250"/>
          <p14:tracePt t="88456" x="3086100" y="2254250"/>
          <p14:tracePt t="88473" x="3092450" y="2254250"/>
          <p14:tracePt t="88489" x="3117850" y="2254250"/>
          <p14:tracePt t="88506" x="3136900" y="2254250"/>
          <p14:tracePt t="88522" x="3149600" y="2254250"/>
          <p14:tracePt t="88540" x="3155950" y="2254250"/>
          <p14:tracePt t="88556" x="3162300" y="2254250"/>
          <p14:tracePt t="88573" x="3168650" y="2254250"/>
          <p14:tracePt t="88605" x="3175000" y="2254250"/>
          <p14:tracePt t="88639" x="3181350" y="2254250"/>
          <p14:tracePt t="88645" x="3187700" y="2254250"/>
          <p14:tracePt t="88702" x="3194050" y="2254250"/>
          <p14:tracePt t="88709" x="3200400" y="2254250"/>
          <p14:tracePt t="88750" x="3206750" y="2254250"/>
          <p14:tracePt t="88778" x="3213100" y="2254250"/>
          <p14:tracePt t="88800" x="3219450" y="2254250"/>
          <p14:tracePt t="88836" x="3225800" y="2254250"/>
          <p14:tracePt t="88955" x="3232150" y="2254250"/>
          <p14:tracePt t="89200" x="3225800" y="2254250"/>
          <p14:tracePt t="89242" x="3219450" y="2254250"/>
          <p14:tracePt t="89284" x="3219450" y="2260600"/>
          <p14:tracePt t="89291" x="3219450" y="2273300"/>
          <p14:tracePt t="89306" x="3219450" y="2279650"/>
          <p14:tracePt t="89320" x="3219450" y="2305050"/>
          <p14:tracePt t="89336" x="3251200" y="2387600"/>
          <p14:tracePt t="89353" x="3289300" y="2457450"/>
          <p14:tracePt t="89369" x="3409950" y="2660650"/>
          <p14:tracePt t="89386" x="3562350" y="2933700"/>
          <p14:tracePt t="89404" x="3784600" y="3251200"/>
          <p14:tracePt t="89419" x="3917950" y="3390900"/>
          <p14:tracePt t="89436" x="4152900" y="3606800"/>
          <p14:tracePt t="89453" x="4330700" y="3727450"/>
          <p14:tracePt t="89469" x="4406900" y="3778250"/>
          <p14:tracePt t="89486" x="4559300" y="3829050"/>
          <p14:tracePt t="89502" x="4699000" y="3860800"/>
          <p14:tracePt t="89519" x="4781550" y="3867150"/>
          <p14:tracePt t="89536" x="4933950" y="3879850"/>
          <p14:tracePt t="89552" x="5010150" y="3879850"/>
          <p14:tracePt t="89569" x="5156200" y="3854450"/>
          <p14:tracePt t="89586" x="5302250" y="3803650"/>
          <p14:tracePt t="89602" x="5365750" y="3784600"/>
          <p14:tracePt t="89619" x="5524500" y="3759200"/>
          <p14:tracePt t="89635" x="5645150" y="3746500"/>
          <p14:tracePt t="89652" x="5695950" y="3746500"/>
          <p14:tracePt t="89669" x="5778500" y="3733800"/>
          <p14:tracePt t="89685" x="5861050" y="3714750"/>
          <p14:tracePt t="89702" x="5911850" y="3708400"/>
          <p14:tracePt t="89719" x="6007100" y="3689350"/>
          <p14:tracePt t="89735" x="6102350" y="3683000"/>
          <p14:tracePt t="89751" x="6140450" y="3683000"/>
          <p14:tracePt t="89769" x="6223000" y="3670300"/>
          <p14:tracePt t="89785" x="6299200" y="3663950"/>
          <p14:tracePt t="89801" x="6337300" y="3663950"/>
          <p14:tracePt t="89805" x="6369050" y="3663950"/>
          <p14:tracePt t="89818" x="6407150" y="3663950"/>
          <p14:tracePt t="89834" x="6464300" y="3663950"/>
          <p14:tracePt t="89852" x="6521450" y="3663950"/>
          <p14:tracePt t="89867" x="6559550" y="3657600"/>
          <p14:tracePt t="89884" x="6591300" y="3657600"/>
          <p14:tracePt t="89901" x="6718300" y="3638550"/>
          <p14:tracePt t="89918" x="6762750" y="3638550"/>
          <p14:tracePt t="89934" x="6813550" y="3632200"/>
          <p14:tracePt t="89950" x="6959600" y="3613150"/>
          <p14:tracePt t="89967" x="7099300" y="3600450"/>
          <p14:tracePt t="89984" x="7188200" y="3594100"/>
          <p14:tracePt t="90000" x="7334250" y="3562350"/>
          <p14:tracePt t="90017" x="7410450" y="3556000"/>
          <p14:tracePt t="90035" x="7543800" y="3536950"/>
          <p14:tracePt t="90050" x="7607300" y="3536950"/>
          <p14:tracePt t="90067" x="7645400" y="3524250"/>
          <p14:tracePt t="90084" x="7727950" y="3524250"/>
          <p14:tracePt t="90100" x="7759700" y="3517900"/>
          <p14:tracePt t="90117" x="7778750" y="3517900"/>
          <p14:tracePt t="90134" x="7791450" y="3517900"/>
          <p14:tracePt t="90150" x="7804150" y="3524250"/>
          <p14:tracePt t="90167" x="7810500" y="3524250"/>
          <p14:tracePt t="90183" x="7823200" y="3536950"/>
          <p14:tracePt t="90200" x="7823200" y="3543300"/>
          <p14:tracePt t="90217" x="7829550" y="3543300"/>
          <p14:tracePt t="90233" x="7842250" y="3543300"/>
          <p14:tracePt t="90250" x="7848600" y="3549650"/>
          <p14:tracePt t="90267" x="7861300" y="3556000"/>
          <p14:tracePt t="90283" x="7861300" y="3562350"/>
          <p14:tracePt t="90300" x="7867650" y="3568700"/>
          <p14:tracePt t="90316" x="7880350" y="3568700"/>
          <p14:tracePt t="90336" x="7886700" y="3575050"/>
          <p14:tracePt t="90357" x="7893050" y="3575050"/>
          <p14:tracePt t="90385" x="7893050" y="3581400"/>
          <p14:tracePt t="90434" x="7893050" y="3587750"/>
          <p14:tracePt t="90462" x="7893050" y="3594100"/>
          <p14:tracePt t="90596" x="7893050" y="3600450"/>
          <p14:tracePt t="90616" x="7886700" y="3600450"/>
          <p14:tracePt t="90623" x="7880350" y="3600450"/>
          <p14:tracePt t="91087" x="7848600" y="3606800"/>
          <p14:tracePt t="91094" x="7804150" y="3613150"/>
          <p14:tracePt t="91108" x="7740650" y="3625850"/>
          <p14:tracePt t="91117" x="7677150" y="3632200"/>
          <p14:tracePt t="91131" x="7594600" y="3644900"/>
          <p14:tracePt t="91147" x="7429500" y="3651250"/>
          <p14:tracePt t="91164" x="7226300" y="3676650"/>
          <p14:tracePt t="91179" x="7137400" y="3683000"/>
          <p14:tracePt t="91196" x="7035800" y="3683000"/>
          <p14:tracePt t="91214" x="6775450" y="3689350"/>
          <p14:tracePt t="91230" x="6699250" y="3683000"/>
          <p14:tracePt t="91247" x="6623050" y="3683000"/>
          <p14:tracePt t="91263" x="6508750" y="3683000"/>
          <p14:tracePt t="91280" x="6438900" y="3689350"/>
          <p14:tracePt t="91297" x="6426200" y="3689350"/>
          <p14:tracePt t="91312" x="6400800" y="3689350"/>
          <p14:tracePt t="91329" x="6388100" y="3695700"/>
          <p14:tracePt t="91346" x="6381750" y="3695700"/>
          <p14:tracePt t="91363" x="6375400" y="3702050"/>
          <p14:tracePt t="91410" x="6362700" y="3702050"/>
          <p14:tracePt t="91438" x="6350000" y="3702050"/>
          <p14:tracePt t="91445" x="6343650" y="3702050"/>
          <p14:tracePt t="91459" x="6330950" y="3702050"/>
          <p14:tracePt t="91466" x="6318250" y="3702050"/>
          <p14:tracePt t="91482" x="6299200" y="3702050"/>
          <p14:tracePt t="91495" x="6242050" y="3683000"/>
          <p14:tracePt t="91512" x="6184900" y="3663950"/>
          <p14:tracePt t="91529" x="6115050" y="3644900"/>
          <p14:tracePt t="91545" x="5962650" y="3619500"/>
          <p14:tracePt t="91562" x="5753100" y="3587750"/>
          <p14:tracePt t="91579" x="5511800" y="3556000"/>
          <p14:tracePt t="91595" x="5372100" y="3543300"/>
          <p14:tracePt t="91612" x="5067300" y="3511550"/>
          <p14:tracePt t="91628" x="4756150" y="3511550"/>
          <p14:tracePt t="91645" x="4572000" y="3511550"/>
          <p14:tracePt t="91662" x="4260850" y="3511550"/>
          <p14:tracePt t="91678" x="4032250" y="3524250"/>
          <p14:tracePt t="91695" x="3943350" y="3524250"/>
          <p14:tracePt t="91712" x="3784600" y="3556000"/>
          <p14:tracePt t="91728" x="3689350" y="3575050"/>
          <p14:tracePt t="91745" x="3651250" y="3575050"/>
          <p14:tracePt t="91761" x="3606800" y="3575050"/>
          <p14:tracePt t="91778" x="3575050" y="3581400"/>
          <p14:tracePt t="91795" x="3543300" y="3581400"/>
          <p14:tracePt t="91811" x="3524250" y="3581400"/>
          <p14:tracePt t="91828" x="3505200" y="3581400"/>
          <p14:tracePt t="91845" x="3403600" y="3613150"/>
          <p14:tracePt t="91861" x="3371850" y="3619500"/>
          <p14:tracePt t="91878" x="3346450" y="3619500"/>
          <p14:tracePt t="91895" x="3289300" y="3625850"/>
          <p14:tracePt t="91911" x="3219450" y="3625850"/>
          <p14:tracePt t="91928" x="3194050" y="3632200"/>
          <p14:tracePt t="91943" x="3124200" y="3638550"/>
          <p14:tracePt t="91960" x="3041650" y="3651250"/>
          <p14:tracePt t="91978" x="2978150" y="3657600"/>
          <p14:tracePt t="91994" x="2940050" y="3657600"/>
          <p14:tracePt t="92011" x="2889250" y="3663950"/>
          <p14:tracePt t="92027" x="2844800" y="3663950"/>
          <p14:tracePt t="92044" x="2832100" y="3663950"/>
          <p14:tracePt t="92060" x="2813050" y="3663950"/>
          <p14:tracePt t="92077" x="2794000" y="3663950"/>
          <p14:tracePt t="92093" x="2787650" y="3663950"/>
          <p14:tracePt t="92112" x="2768600" y="3663950"/>
          <p14:tracePt t="92126" x="2762250" y="3670300"/>
          <p14:tracePt t="92143" x="2755900" y="3670300"/>
          <p14:tracePt t="92161" x="2749550" y="3676650"/>
          <p14:tracePt t="92196" x="2743200" y="3676650"/>
          <p14:tracePt t="92675" x="2724150" y="3683000"/>
          <p14:tracePt t="92689" x="2692400" y="3695700"/>
          <p14:tracePt t="92697" x="2673350" y="3708400"/>
          <p14:tracePt t="92711" x="2641600" y="3714750"/>
          <p14:tracePt t="92725" x="2603500" y="3714750"/>
          <p14:tracePt t="92741" x="2571750" y="3727450"/>
          <p14:tracePt t="92758" x="2552700" y="3727450"/>
          <p14:tracePt t="92774" x="2527300" y="3733800"/>
          <p14:tracePt t="92791" x="2514600" y="3746500"/>
          <p14:tracePt t="92808" x="2508250" y="3746500"/>
          <p14:tracePt t="92824" x="2501900" y="3746500"/>
          <p14:tracePt t="92851" x="2501900" y="3752850"/>
          <p14:tracePt t="92921" x="2501900" y="3759200"/>
          <p14:tracePt t="92949" x="2508250" y="3759200"/>
          <p14:tracePt t="92970" x="2514600" y="3759200"/>
          <p14:tracePt t="92977" x="2520950" y="3759200"/>
          <p14:tracePt t="92993" x="2527300" y="3759200"/>
          <p14:tracePt t="93027" x="2533650" y="3759200"/>
          <p14:tracePt t="93042" x="2540000" y="3759200"/>
          <p14:tracePt t="93047" x="2552700" y="3759200"/>
          <p14:tracePt t="93062" x="2565400" y="3759200"/>
          <p14:tracePt t="93073" x="2584450" y="3759200"/>
          <p14:tracePt t="93090" x="2654300" y="3752850"/>
          <p14:tracePt t="93106" x="2692400" y="3752850"/>
          <p14:tracePt t="93123" x="2787650" y="3746500"/>
          <p14:tracePt t="93140" x="2882900" y="3727450"/>
          <p14:tracePt t="93156" x="2933700" y="3727450"/>
          <p14:tracePt t="93174" x="3028950" y="3708400"/>
          <p14:tracePt t="93189" x="3092450" y="3702050"/>
          <p14:tracePt t="93206" x="3136900" y="3695700"/>
          <p14:tracePt t="93223" x="3194050" y="3683000"/>
          <p14:tracePt t="93239" x="3244850" y="3683000"/>
          <p14:tracePt t="93256" x="3263900" y="3683000"/>
          <p14:tracePt t="93273" x="3295650" y="3683000"/>
          <p14:tracePt t="93289" x="3308350" y="3683000"/>
          <p14:tracePt t="93306" x="3327400" y="3683000"/>
          <p14:tracePt t="93322" x="3333750" y="3683000"/>
          <p14:tracePt t="93356" x="3346450" y="3683000"/>
          <p14:tracePt t="93391" x="3352800" y="3689350"/>
          <p14:tracePt t="93426" x="3359150" y="3689350"/>
          <p14:tracePt t="93461" x="3365500" y="3689350"/>
          <p14:tracePt t="93490" x="3365500" y="3695700"/>
          <p14:tracePt t="93538" x="3371850" y="3695700"/>
          <p14:tracePt t="93567" x="3378200" y="3695700"/>
          <p14:tracePt t="93587" x="3384550" y="3695700"/>
          <p14:tracePt t="93630" x="3390900" y="3695700"/>
          <p14:tracePt t="95594" x="3390900" y="3689350"/>
          <p14:tracePt t="95622" x="3390900" y="3683000"/>
          <p14:tracePt t="95671" x="3390900" y="3676650"/>
          <p14:tracePt t="95692" x="3390900" y="3670300"/>
          <p14:tracePt t="95699" x="3390900" y="3663950"/>
          <p14:tracePt t="95713" x="3390900" y="3651250"/>
          <p14:tracePt t="95720" x="3390900" y="3644900"/>
          <p14:tracePt t="95734" x="3390900" y="3632200"/>
          <p14:tracePt t="95755" x="3384550" y="3613150"/>
          <p14:tracePt t="95764" x="3378200" y="3587750"/>
          <p14:tracePt t="95780" x="3365500" y="3562350"/>
          <p14:tracePt t="95798" x="3327400" y="3460750"/>
          <p14:tracePt t="95814" x="3270250" y="3352800"/>
          <p14:tracePt t="95831" x="3244850" y="3295650"/>
          <p14:tracePt t="95847" x="3175000" y="3181350"/>
          <p14:tracePt t="95864" x="3149600" y="3149600"/>
          <p14:tracePt t="95882" x="3067050" y="3035300"/>
          <p14:tracePt t="95897" x="3041650" y="3016250"/>
          <p14:tracePt t="95914" x="3028950" y="2990850"/>
          <p14:tracePt t="95931" x="2990850" y="2971800"/>
          <p14:tracePt t="95947" x="2971800" y="2952750"/>
          <p14:tracePt t="95963" x="2971800" y="2946400"/>
          <p14:tracePt t="95980" x="2965450" y="2940050"/>
          <p14:tracePt t="95997" x="2959100" y="2940050"/>
          <p14:tracePt t="96043" x="2959100" y="2946400"/>
          <p14:tracePt t="96071" x="2959100" y="2952750"/>
          <p14:tracePt t="96085" x="2959100" y="2959100"/>
          <p14:tracePt t="96106" x="2959100" y="2965450"/>
          <p14:tracePt t="96127" x="2952750" y="2984500"/>
          <p14:tracePt t="96134" x="2952750" y="2990850"/>
          <p14:tracePt t="96146" x="2952750" y="3003550"/>
          <p14:tracePt t="96163" x="2933700" y="3086100"/>
          <p14:tracePt t="96179" x="2927350" y="3143250"/>
          <p14:tracePt t="96196" x="2908300" y="3270250"/>
          <p14:tracePt t="96212" x="2870200" y="3429000"/>
          <p14:tracePt t="96229" x="2857500" y="3517900"/>
          <p14:tracePt t="96246" x="2832100" y="3651250"/>
          <p14:tracePt t="96262" x="2819400" y="3695700"/>
          <p14:tracePt t="96279" x="2806700" y="3759200"/>
          <p14:tracePt t="96296" x="2800350" y="3784600"/>
          <p14:tracePt t="96312" x="2794000" y="3784600"/>
          <p14:tracePt t="96329" x="2794000" y="3790950"/>
          <p14:tracePt t="96372" x="2794000" y="3797300"/>
          <p14:tracePt t="96583" x="2813050" y="3797300"/>
          <p14:tracePt t="96597" x="2863850" y="3797300"/>
          <p14:tracePt t="96603" x="2914650" y="3797300"/>
          <p14:tracePt t="96617" x="2965450" y="3797300"/>
          <p14:tracePt t="96627" x="3028950" y="3784600"/>
          <p14:tracePt t="96645" x="3086100" y="3784600"/>
          <p14:tracePt t="96661" x="3162300" y="3784600"/>
          <p14:tracePt t="96678" x="3213100" y="3784600"/>
          <p14:tracePt t="96695" x="3238500" y="3784600"/>
          <p14:tracePt t="96711" x="3251200" y="3778250"/>
          <p14:tracePt t="96758" x="3244850" y="3778250"/>
          <p14:tracePt t="96764" x="3238500" y="3778250"/>
          <p14:tracePt t="96780" x="3232150" y="3778250"/>
          <p14:tracePt t="96793" x="3219450" y="3778250"/>
          <p14:tracePt t="96810" x="3213100" y="3778250"/>
          <p14:tracePt t="96828" x="3194050" y="3778250"/>
          <p14:tracePt t="96844" x="3175000" y="3765550"/>
          <p14:tracePt t="96860" x="3130550" y="3759200"/>
          <p14:tracePt t="96877" x="3073400" y="3752850"/>
          <p14:tracePt t="96894" x="3028950" y="3733800"/>
          <p14:tracePt t="96910" x="2959100" y="3714750"/>
          <p14:tracePt t="96927" x="2882900" y="3695700"/>
          <p14:tracePt t="96943" x="2857500" y="3689350"/>
          <p14:tracePt t="96961" x="2819400" y="3676650"/>
          <p14:tracePt t="96976" x="2806700" y="3670300"/>
          <p14:tracePt t="96993" x="2800350" y="3670300"/>
          <p14:tracePt t="97037" x="2806700" y="3663950"/>
          <p14:tracePt t="97061" x="2819400" y="3663950"/>
          <p14:tracePt t="97066" x="2832100" y="3663950"/>
          <p14:tracePt t="97076" x="2844800" y="3663950"/>
          <p14:tracePt t="97092" x="2863850" y="3663950"/>
          <p14:tracePt t="97110" x="2927350" y="3670300"/>
          <p14:tracePt t="97126" x="2965450" y="3670300"/>
          <p14:tracePt t="97144" x="3136900" y="3683000"/>
          <p14:tracePt t="97159" x="3175000" y="3676650"/>
          <p14:tracePt t="97176" x="3206750" y="3676650"/>
          <p14:tracePt t="97193" x="3238500" y="3670300"/>
          <p14:tracePt t="97209" x="3244850" y="3670300"/>
          <p14:tracePt t="97256" x="3238500" y="3670300"/>
          <p14:tracePt t="97269" x="3232150" y="3670300"/>
          <p14:tracePt t="97278" x="3225800" y="3670300"/>
          <p14:tracePt t="97292" x="3219450" y="3670300"/>
          <p14:tracePt t="97309" x="3206750" y="3670300"/>
          <p14:tracePt t="97326" x="3181350" y="3670300"/>
          <p14:tracePt t="97342" x="3168650" y="3670300"/>
          <p14:tracePt t="97359" x="3130550" y="3670300"/>
          <p14:tracePt t="97375" x="3079750" y="3663950"/>
          <p14:tracePt t="97392" x="3048000" y="3663950"/>
          <p14:tracePt t="97395" x="3022600" y="3657600"/>
          <p14:tracePt t="97408" x="2990850" y="3651250"/>
          <p14:tracePt t="97425" x="2952750" y="3651250"/>
          <p14:tracePt t="97441" x="2940050" y="3651250"/>
          <p14:tracePt t="97459" x="2921000" y="3651250"/>
          <p14:tracePt t="97529" x="2927350" y="3651250"/>
          <p14:tracePt t="97536" x="2933700" y="3651250"/>
          <p14:tracePt t="97564" x="2940050" y="3651250"/>
          <p14:tracePt t="97578" x="2952750" y="3651250"/>
          <p14:tracePt t="97585" x="2959100" y="3651250"/>
          <p14:tracePt t="97599" x="2965450" y="3651250"/>
          <p14:tracePt t="97608" x="2971800" y="3651250"/>
          <p14:tracePt t="97624" x="2978150" y="3651250"/>
          <p14:tracePt t="97641" x="3003550" y="3651250"/>
          <p14:tracePt t="97657" x="3048000" y="3651250"/>
          <p14:tracePt t="97674" x="3067050" y="3651250"/>
          <p14:tracePt t="97691" x="3105150" y="3651250"/>
          <p14:tracePt t="97707" x="3143250" y="3651250"/>
          <p14:tracePt t="97724" x="3155950" y="3651250"/>
          <p14:tracePt t="97741" x="3162300" y="3651250"/>
          <p14:tracePt t="97757" x="3168650" y="3651250"/>
          <p14:tracePt t="97873" x="3162300" y="3651250"/>
          <p14:tracePt t="97894" x="3155950" y="3651250"/>
          <p14:tracePt t="97908" x="3149600" y="3651250"/>
          <p14:tracePt t="97915" x="3149600" y="3644900"/>
          <p14:tracePt t="98481" x="3168650" y="3644900"/>
          <p14:tracePt t="98488" x="3206750" y="3644900"/>
          <p14:tracePt t="98502" x="3257550" y="3651250"/>
          <p14:tracePt t="98508" x="3302000" y="3651250"/>
          <p14:tracePt t="98521" x="3352800" y="3651250"/>
          <p14:tracePt t="98538" x="3435350" y="3663950"/>
          <p14:tracePt t="98554" x="3473450" y="3670300"/>
          <p14:tracePt t="98572" x="3543300" y="3670300"/>
          <p14:tracePt t="98588" x="3581400" y="3676650"/>
          <p14:tracePt t="98605" x="3594100" y="3676650"/>
          <p14:tracePt t="98622" x="3625850" y="3683000"/>
          <p14:tracePt t="98637" x="3632200" y="3689350"/>
          <p14:tracePt t="98654" x="3657600" y="3689350"/>
          <p14:tracePt t="98671" x="3683000" y="3695700"/>
          <p14:tracePt t="98687" x="3695700" y="3702050"/>
          <p14:tracePt t="98704" x="3714750" y="3702050"/>
          <p14:tracePt t="98720" x="3727450" y="3702050"/>
          <p14:tracePt t="98737" x="3733800" y="3702050"/>
          <p14:tracePt t="98754" x="3752850" y="3702050"/>
          <p14:tracePt t="98770" x="3765550" y="3702050"/>
          <p14:tracePt t="98787" x="3778250" y="3702050"/>
          <p14:tracePt t="98804" x="3790950" y="3695700"/>
          <p14:tracePt t="98820" x="3835400" y="3695700"/>
          <p14:tracePt t="98837" x="3860800" y="3689350"/>
          <p14:tracePt t="98854" x="3956050" y="3689350"/>
          <p14:tracePt t="98870" x="4121150" y="3689350"/>
          <p14:tracePt t="98887" x="4349750" y="3676650"/>
          <p14:tracePt t="98903" x="4476750" y="3683000"/>
          <p14:tracePt t="98921" x="4610100" y="3683000"/>
          <p14:tracePt t="98937" x="5041900" y="3702050"/>
          <p14:tracePt t="98953" x="5181600" y="3702050"/>
          <p14:tracePt t="98971" x="5448300" y="3702050"/>
          <p14:tracePt t="98986" x="5562600" y="3702050"/>
          <p14:tracePt t="99003" x="5854700" y="3702050"/>
          <p14:tracePt t="99020" x="6108700" y="3689350"/>
          <p14:tracePt t="99036" x="6235700" y="3689350"/>
          <p14:tracePt t="99052" x="6457950" y="3689350"/>
          <p14:tracePt t="99070" x="6661150" y="3689350"/>
          <p14:tracePt t="99086" x="6737350" y="3689350"/>
          <p14:tracePt t="99103" x="6864350" y="3689350"/>
          <p14:tracePt t="99119" x="6946900" y="3689350"/>
          <p14:tracePt t="99136" x="6985000" y="3689350"/>
          <p14:tracePt t="99152" x="7048500" y="3708400"/>
          <p14:tracePt t="99169" x="7092950" y="3708400"/>
          <p14:tracePt t="99186" x="7118350" y="3714750"/>
          <p14:tracePt t="99203" x="7150100" y="3714750"/>
          <p14:tracePt t="99219" x="7194550" y="3721100"/>
          <p14:tracePt t="99235" x="7219950" y="3727450"/>
          <p14:tracePt t="99252" x="7277100" y="3733800"/>
          <p14:tracePt t="99268" x="7302500" y="3733800"/>
          <p14:tracePt t="99285" x="7372350" y="3740150"/>
          <p14:tracePt t="99302" x="7454900" y="3752850"/>
          <p14:tracePt t="99318" x="7493000" y="3759200"/>
          <p14:tracePt t="99336" x="7575550" y="3778250"/>
          <p14:tracePt t="99351" x="7670800" y="3778250"/>
          <p14:tracePt t="99368" x="7721600" y="3778250"/>
          <p14:tracePt t="99385" x="7797800" y="3771900"/>
          <p14:tracePt t="99401" x="7867650" y="3759200"/>
          <p14:tracePt t="99418" x="7912100" y="3752850"/>
          <p14:tracePt t="99421" x="7943850" y="3740150"/>
          <p14:tracePt t="99434" x="7981950" y="3727450"/>
          <p14:tracePt t="99451" x="8045450" y="3702050"/>
          <p14:tracePt t="99468" x="8064500" y="3695700"/>
          <p14:tracePt t="99485" x="8102600" y="3676650"/>
          <p14:tracePt t="99501" x="8134350" y="3651250"/>
          <p14:tracePt t="99519" x="8159750" y="3644900"/>
          <p14:tracePt t="99534" x="8166100" y="3644900"/>
          <p14:tracePt t="99551" x="8178800" y="3644900"/>
          <p14:tracePt t="99568" x="8185150" y="3632200"/>
          <p14:tracePt t="99584" x="8191500" y="3632200"/>
          <p14:tracePt t="99602" x="8197850" y="3632200"/>
          <p14:tracePt t="99638" x="8204200" y="3632200"/>
          <p14:tracePt t="100540" x="8197850" y="3632200"/>
          <p14:tracePt t="100554" x="8178800" y="3632200"/>
          <p14:tracePt t="100575" x="8166100" y="3632200"/>
          <p14:tracePt t="100582" x="8159750" y="3632200"/>
          <p14:tracePt t="100589" x="8153400" y="3632200"/>
          <p14:tracePt t="100603" x="8147050" y="3632200"/>
          <p14:tracePt t="100613" x="8140700" y="3632200"/>
          <p14:tracePt t="100633" x="8134350" y="3632200"/>
          <p14:tracePt t="100648" x="8128000" y="3632200"/>
          <p14:tracePt t="100663" x="8121650" y="3632200"/>
          <p14:tracePt t="100681" x="8108950" y="3632200"/>
          <p14:tracePt t="100697" x="8102600" y="3632200"/>
          <p14:tracePt t="100730" x="8089900" y="3632200"/>
          <p14:tracePt t="100747" x="8077200" y="3632200"/>
          <p14:tracePt t="100764" x="8064500" y="3632200"/>
          <p14:tracePt t="100780" x="8051800" y="3632200"/>
          <p14:tracePt t="100797" x="8013700" y="3632200"/>
          <p14:tracePt t="100814" x="7975600" y="3632200"/>
          <p14:tracePt t="100831" x="7950200" y="3632200"/>
          <p14:tracePt t="100849" x="7912100" y="3638550"/>
          <p14:tracePt t="100863" x="7874000" y="3638550"/>
          <p14:tracePt t="100880" x="7848600" y="3644900"/>
          <p14:tracePt t="100897" x="7816850" y="3644900"/>
          <p14:tracePt t="100913" x="7785100" y="3644900"/>
          <p14:tracePt t="100930" x="7753350" y="3644900"/>
          <p14:tracePt t="100933" x="7727950" y="3644900"/>
          <p14:tracePt t="100947" x="7708900" y="3644900"/>
          <p14:tracePt t="100963" x="7658100" y="3644900"/>
          <p14:tracePt t="100979" x="7645400" y="3644900"/>
          <p14:tracePt t="100996" x="7613650" y="3638550"/>
          <p14:tracePt t="101012" x="7581900" y="3638550"/>
          <p14:tracePt t="101029" x="7562850" y="3638550"/>
          <p14:tracePt t="101046" x="7524750" y="3638550"/>
          <p14:tracePt t="101062" x="7505700" y="3638550"/>
          <p14:tracePt t="101079" x="7448550" y="3638550"/>
          <p14:tracePt t="101096" x="7366000" y="3644900"/>
          <p14:tracePt t="101112" x="7315200" y="3644900"/>
          <p14:tracePt t="101129" x="7143750" y="3663950"/>
          <p14:tracePt t="101146" x="7080250" y="3663950"/>
          <p14:tracePt t="101163" x="7004050" y="3663950"/>
          <p14:tracePt t="101179" x="6807200" y="3632200"/>
          <p14:tracePt t="101196" x="6578600" y="3600450"/>
          <p14:tracePt t="101212" x="6464300" y="3556000"/>
          <p14:tracePt t="101228" x="6191250" y="3454400"/>
          <p14:tracePt t="101245" x="5886450" y="3333750"/>
          <p14:tracePt t="101263" x="5607050" y="3213100"/>
          <p14:tracePt t="101278" x="5499100" y="3149600"/>
          <p14:tracePt t="101296" x="5289550" y="3035300"/>
          <p14:tracePt t="101312" x="5054600" y="2889250"/>
          <p14:tracePt t="101328" x="4953000" y="2825750"/>
          <p14:tracePt t="101345" x="4870450" y="2787650"/>
          <p14:tracePt t="101362" x="4673600" y="2692400"/>
          <p14:tracePt t="101378" x="4648200" y="2686050"/>
          <p14:tracePt t="101396" x="4591050" y="2654300"/>
          <p14:tracePt t="101411" x="4572000" y="2647950"/>
          <p14:tracePt t="101428" x="4533900" y="2635250"/>
          <p14:tracePt t="101445" x="4508500" y="2628900"/>
          <p14:tracePt t="101461" x="4483100" y="2622550"/>
          <p14:tracePt t="101478" x="4476750" y="2622550"/>
          <p14:tracePt t="101613" x="4476750" y="2628900"/>
          <p14:tracePt t="101634" x="4476750" y="2635250"/>
          <p14:tracePt t="101640" x="4476750" y="2641600"/>
          <p14:tracePt t="101655" x="4476750" y="2654300"/>
          <p14:tracePt t="101676" x="4476750" y="2667000"/>
          <p14:tracePt t="101683" x="4476750" y="2679700"/>
          <p14:tracePt t="101697" x="4476750" y="2698750"/>
          <p14:tracePt t="101711" x="4489450" y="2749550"/>
          <p14:tracePt t="101726" x="4502150" y="2781300"/>
          <p14:tracePt t="101743" x="4521200" y="2813050"/>
          <p14:tracePt t="101760" x="4591050" y="2940050"/>
          <p14:tracePt t="101777" x="4667250" y="3067050"/>
          <p14:tracePt t="101794" x="4718050" y="3136900"/>
          <p14:tracePt t="101810" x="4794250" y="3263900"/>
          <p14:tracePt t="101827" x="4857750" y="3365500"/>
          <p14:tracePt t="101844" x="4902200" y="3429000"/>
          <p14:tracePt t="101860" x="4914900" y="3448050"/>
          <p14:tracePt t="101876" x="4933950" y="3486150"/>
          <p14:tracePt t="101894" x="4940300" y="3517900"/>
          <p14:tracePt t="101910" x="4946650" y="3530600"/>
          <p14:tracePt t="101926" x="4940300" y="3562350"/>
          <p14:tracePt t="101943" x="4927600" y="3600450"/>
          <p14:tracePt t="101959" x="4921250" y="3606800"/>
          <p14:tracePt t="101963" x="4908550" y="3613150"/>
          <p14:tracePt t="101976" x="4895850" y="3619500"/>
          <p14:tracePt t="101993" x="4876800" y="3638550"/>
          <p14:tracePt t="102009" x="4870450" y="3638550"/>
          <p14:tracePt t="102026" x="4857750" y="3651250"/>
          <p14:tracePt t="102042" x="4845050" y="3657600"/>
          <p14:tracePt t="102059" x="4838700" y="3663950"/>
          <p14:tracePt t="102076" x="4819650" y="3676650"/>
          <p14:tracePt t="102092" x="4806950" y="3683000"/>
          <p14:tracePt t="102125" x="4800600" y="3683000"/>
          <p14:tracePt t="102142" x="4794250" y="3689350"/>
          <p14:tracePt t="102158" x="4787900" y="3689350"/>
          <p14:tracePt t="102265" x="4787900" y="3695700"/>
          <p14:tracePt t="102272" x="4794250" y="3695700"/>
          <p14:tracePt t="102286" x="4800600" y="3702050"/>
          <p14:tracePt t="102307" x="4813300" y="3702050"/>
          <p14:tracePt t="102314" x="4838700" y="3708400"/>
          <p14:tracePt t="102324" x="4857750" y="3708400"/>
          <p14:tracePt t="102342" x="4959350" y="3714750"/>
          <p14:tracePt t="102358" x="5035550" y="3727450"/>
          <p14:tracePt t="102374" x="5099050" y="3727450"/>
          <p14:tracePt t="102392" x="5327650" y="3727450"/>
          <p14:tracePt t="102408" x="5403850" y="3727450"/>
          <p14:tracePt t="102425" x="5467350" y="3727450"/>
          <p14:tracePt t="102441" x="5575300" y="3721100"/>
          <p14:tracePt t="102457" x="5645150" y="3708400"/>
          <p14:tracePt t="102461" x="5676900" y="3702050"/>
          <p14:tracePt t="102477" x="5695950" y="3695700"/>
          <p14:tracePt t="102491" x="5708650" y="3695700"/>
          <p14:tracePt t="102507" x="5727700" y="3689350"/>
          <p14:tracePt t="102524" x="5734050" y="3689350"/>
          <p14:tracePt t="102541" x="5734050" y="3683000"/>
          <p14:tracePt t="102665" x="5727700" y="3683000"/>
          <p14:tracePt t="102707" x="5721350" y="3683000"/>
          <p14:tracePt t="103296" x="5727700" y="3683000"/>
          <p14:tracePt t="103310" x="5734050" y="3683000"/>
          <p14:tracePt t="103317" x="5746750" y="3683000"/>
          <p14:tracePt t="103324" x="5759450" y="3683000"/>
          <p14:tracePt t="103341" x="5772150" y="3683000"/>
          <p14:tracePt t="103354" x="5791200" y="3683000"/>
          <p14:tracePt t="103371" x="5829300" y="3683000"/>
          <p14:tracePt t="103388" x="5899150" y="3663950"/>
          <p14:tracePt t="103404" x="5924550" y="3657600"/>
          <p14:tracePt t="103421" x="5994400" y="3644900"/>
          <p14:tracePt t="103437" x="6057900" y="3638550"/>
          <p14:tracePt t="103454" x="6083300" y="3638550"/>
          <p14:tracePt t="103471" x="6121400" y="3638550"/>
          <p14:tracePt t="103487" x="6178550" y="3638550"/>
          <p14:tracePt t="103504" x="6210300" y="3638550"/>
          <p14:tracePt t="103521" x="6280150" y="3625850"/>
          <p14:tracePt t="103537" x="6350000" y="3619500"/>
          <p14:tracePt t="103553" x="6394450" y="3613150"/>
          <p14:tracePt t="103571" x="6489700" y="3613150"/>
          <p14:tracePt t="103587" x="6540500" y="3613150"/>
          <p14:tracePt t="103604" x="6724650" y="3594100"/>
          <p14:tracePt t="103620" x="6788150" y="3594100"/>
          <p14:tracePt t="103637" x="6851650" y="3594100"/>
          <p14:tracePt t="103654" x="6940550" y="3594100"/>
          <p14:tracePt t="103670" x="7023100" y="3594100"/>
          <p14:tracePt t="103687" x="7042150" y="3594100"/>
          <p14:tracePt t="103703" x="7073900" y="3594100"/>
          <p14:tracePt t="103720" x="7092950" y="3594100"/>
          <p14:tracePt t="103738" x="7105650" y="3594100"/>
          <p14:tracePt t="103794" x="7092950" y="3594100"/>
          <p14:tracePt t="103815" x="7086600" y="3594100"/>
          <p14:tracePt t="104147" x="7099300" y="3594100"/>
          <p14:tracePt t="104161" x="7137400" y="3594100"/>
          <p14:tracePt t="104171" x="7175500" y="3594100"/>
          <p14:tracePt t="104185" x="7239000" y="3594100"/>
          <p14:tracePt t="104202" x="7410450" y="3613150"/>
          <p14:tracePt t="104218" x="7600950" y="3625850"/>
          <p14:tracePt t="104235" x="7702550" y="3632200"/>
          <p14:tracePt t="104252" x="7867650" y="3632200"/>
          <p14:tracePt t="104268" x="7981950" y="3632200"/>
          <p14:tracePt t="104285" x="8013700" y="3632200"/>
          <p14:tracePt t="104302" x="8070850" y="3632200"/>
          <p14:tracePt t="104318" x="8108950" y="3632200"/>
          <p14:tracePt t="104334" x="8121650" y="3632200"/>
          <p14:tracePt t="104352" x="8134350" y="3632200"/>
          <p14:tracePt t="104368" x="8140700" y="3632200"/>
          <p14:tracePt t="104442" x="8140700" y="3638550"/>
          <p14:tracePt t="104498" x="8147050" y="3638550"/>
          <p14:tracePt t="104519" x="8153400" y="3638550"/>
          <p14:tracePt t="104540" x="8166100" y="3638550"/>
          <p14:tracePt t="104547" x="8178800" y="3638550"/>
          <p14:tracePt t="104561" x="8191500" y="3638550"/>
          <p14:tracePt t="104570" x="8204200" y="3638550"/>
          <p14:tracePt t="104583" x="8223250" y="3638550"/>
          <p14:tracePt t="104600" x="8280400" y="3638550"/>
          <p14:tracePt t="104617" x="8350250" y="3638550"/>
          <p14:tracePt t="104634" x="8375650" y="3638550"/>
          <p14:tracePt t="104650" x="8394700" y="3638550"/>
          <p14:tracePt t="104667" x="8451850" y="3638550"/>
          <p14:tracePt t="104684" x="8464550" y="3638550"/>
          <p14:tracePt t="104699" x="8464550" y="3644900"/>
          <p14:tracePt t="104736" x="8464550" y="3651250"/>
          <p14:tracePt t="104757" x="8458200" y="3651250"/>
          <p14:tracePt t="104771" x="8451850" y="3651250"/>
          <p14:tracePt t="104783" x="8439150" y="3657600"/>
          <p14:tracePt t="104800" x="8426450" y="3657600"/>
          <p14:tracePt t="104834" x="8401050" y="3663950"/>
          <p14:tracePt t="104850" x="8350250" y="3663950"/>
          <p14:tracePt t="104866" x="8305800" y="3663950"/>
          <p14:tracePt t="104883" x="8185150" y="3663950"/>
          <p14:tracePt t="104899" x="8032750" y="3670300"/>
          <p14:tracePt t="104915" x="7981950" y="3670300"/>
          <p14:tracePt t="104933" x="7874000" y="3683000"/>
          <p14:tracePt t="104949" x="7829550" y="3683000"/>
          <p14:tracePt t="104966" x="7804150" y="3683000"/>
          <p14:tracePt t="104982" x="7791450" y="3683000"/>
          <p14:tracePt t="105016" x="7785100" y="3683000"/>
          <p14:tracePt t="105059" x="7791450" y="3683000"/>
          <p14:tracePt t="105073" x="7797800" y="3683000"/>
          <p14:tracePt t="105079" x="7804150" y="3683000"/>
          <p14:tracePt t="105086" x="7810500" y="3683000"/>
          <p14:tracePt t="105102" x="7816850" y="3683000"/>
          <p14:tracePt t="105115" x="7829550" y="3683000"/>
          <p14:tracePt t="105132" x="7842250" y="3683000"/>
          <p14:tracePt t="105148" x="7867650" y="3683000"/>
          <p14:tracePt t="105165" x="7912100" y="3683000"/>
          <p14:tracePt t="105181" x="8007350" y="3676650"/>
          <p14:tracePt t="105200" x="8134350" y="3657600"/>
          <p14:tracePt t="105215" x="8197850" y="3657600"/>
          <p14:tracePt t="105231" x="8318500" y="3657600"/>
          <p14:tracePt t="105248" x="8420100" y="3657600"/>
          <p14:tracePt t="105264" x="8458200" y="3657600"/>
          <p14:tracePt t="105281" x="8489950" y="3657600"/>
          <p14:tracePt t="105298" x="8534400" y="3644900"/>
          <p14:tracePt t="105315" x="8547100" y="3644900"/>
          <p14:tracePt t="105333" x="8553450" y="3644900"/>
          <p14:tracePt t="105367" x="8547100" y="3644900"/>
          <p14:tracePt t="105384" x="8540750" y="3644900"/>
          <p14:tracePt t="105397" x="8540750" y="3638550"/>
          <p14:tracePt t="105414" x="8528050" y="3638550"/>
          <p14:tracePt t="105431" x="8521700" y="3638550"/>
          <p14:tracePt t="105464" x="8509000" y="3638550"/>
          <p14:tracePt t="105481" x="8502650" y="3638550"/>
          <p14:tracePt t="105514" x="8496300" y="3638550"/>
          <p14:tracePt t="105530" x="8489950" y="3638550"/>
          <p14:tracePt t="105550" x="8483600" y="3638550"/>
          <p14:tracePt t="105566" x="8470900" y="3638550"/>
          <p14:tracePt t="105580" x="8439150" y="3644900"/>
          <p14:tracePt t="105597" x="8407400" y="3644900"/>
          <p14:tracePt t="105613" x="8331200" y="3651250"/>
          <p14:tracePt t="105630" x="8274050" y="3657600"/>
          <p14:tracePt t="105647" x="8128000" y="3683000"/>
          <p14:tracePt t="105663" x="8089900" y="3695700"/>
          <p14:tracePt t="105679" x="8045450" y="3702050"/>
          <p14:tracePt t="105697" x="7975600" y="3714750"/>
          <p14:tracePt t="105713" x="7931150" y="3721100"/>
          <p14:tracePt t="105730" x="7912100" y="3721100"/>
          <p14:tracePt t="105746" x="7899400" y="3727450"/>
          <p14:tracePt t="105763" x="7893050" y="3727450"/>
          <p14:tracePt t="105781" x="7886700" y="3727450"/>
          <p14:tracePt t="105844" x="7893050" y="3727450"/>
          <p14:tracePt t="105879" x="7899400" y="3727450"/>
          <p14:tracePt t="105900" x="7905750" y="3727450"/>
          <p14:tracePt t="105914" x="7912100" y="3727450"/>
          <p14:tracePt t="105921" x="7918450" y="3727450"/>
          <p14:tracePt t="105929" x="7924800" y="3727450"/>
          <p14:tracePt t="105964" x="7931150" y="3727450"/>
          <p14:tracePt t="105984" x="7937500" y="3727450"/>
          <p14:tracePt t="105991" x="7950200" y="3727450"/>
          <p14:tracePt t="105999" x="7969250" y="3721100"/>
          <p14:tracePt t="106015" x="7981950" y="3721100"/>
          <p14:tracePt t="106029" x="8013700" y="3708400"/>
          <p14:tracePt t="106045" x="8077200" y="3702050"/>
          <p14:tracePt t="106062" x="8159750" y="3689350"/>
          <p14:tracePt t="106078" x="8216900" y="3676650"/>
          <p14:tracePt t="106095" x="8312150" y="3657600"/>
          <p14:tracePt t="106112" x="8369300" y="3651250"/>
          <p14:tracePt t="106128" x="8388350" y="3644900"/>
          <p14:tracePt t="106145" x="8432800" y="3644900"/>
          <p14:tracePt t="106161" x="8451850" y="3638550"/>
          <p14:tracePt t="106244" x="8445500" y="3638550"/>
          <p14:tracePt t="106250" x="8439150" y="3638550"/>
          <p14:tracePt t="106279" x="8439150" y="3625850"/>
          <p14:tracePt t="108794" x="8426450" y="3625850"/>
          <p14:tracePt t="108808" x="8401050" y="3625850"/>
          <p14:tracePt t="108814" x="8362950" y="3632200"/>
          <p14:tracePt t="108822" x="8337550" y="3638550"/>
          <p14:tracePt t="108839" x="8293100" y="3638550"/>
          <p14:tracePt t="108852" x="8267700" y="3644900"/>
          <p14:tracePt t="108869" x="8197850" y="3644900"/>
          <p14:tracePt t="108886" x="8140700" y="3651250"/>
          <p14:tracePt t="108902" x="8121650" y="3657600"/>
          <p14:tracePt t="108919" x="8077200" y="3663950"/>
          <p14:tracePt t="108935" x="8045450" y="3670300"/>
          <p14:tracePt t="108952" x="8032750" y="3676650"/>
          <p14:tracePt t="108969" x="8001000" y="3683000"/>
          <p14:tracePt t="108985" x="7969250" y="3689350"/>
          <p14:tracePt t="109002" x="7943850" y="3689350"/>
          <p14:tracePt t="109019" x="7905750" y="3702050"/>
          <p14:tracePt t="109035" x="7854950" y="3708400"/>
          <p14:tracePt t="109051" x="7816850" y="3708400"/>
          <p14:tracePt t="109068" x="7759700" y="3714750"/>
          <p14:tracePt t="109085" x="7727950" y="3714750"/>
          <p14:tracePt t="109102" x="7651750" y="3721100"/>
          <p14:tracePt t="109118" x="7581900" y="3740150"/>
          <p14:tracePt t="109135" x="7537450" y="3740150"/>
          <p14:tracePt t="109151" x="7480300" y="3752850"/>
          <p14:tracePt t="109168" x="7423150" y="3759200"/>
          <p14:tracePt t="109184" x="7404100" y="3759200"/>
          <p14:tracePt t="109201" x="7378700" y="3759200"/>
          <p14:tracePt t="109218" x="7359650" y="3759200"/>
          <p14:tracePt t="109235" x="7353300" y="3765550"/>
          <p14:tracePt t="109313" x="7353300" y="3759200"/>
          <p14:tracePt t="109698" x="7296150" y="3752850"/>
          <p14:tracePt t="109704" x="7232650" y="3740150"/>
          <p14:tracePt t="109719" x="7150100" y="3721100"/>
          <p14:tracePt t="109733" x="7010400" y="3714750"/>
          <p14:tracePt t="109749" x="6940550" y="3695700"/>
          <p14:tracePt t="109765" x="6851650" y="3695700"/>
          <p14:tracePt t="109782" x="6661150" y="3708400"/>
          <p14:tracePt t="109799" x="6457950" y="3727450"/>
          <p14:tracePt t="109815" x="6369050" y="3740150"/>
          <p14:tracePt t="109832" x="6146800" y="3778250"/>
          <p14:tracePt t="109849" x="5930900" y="3822700"/>
          <p14:tracePt t="109866" x="5772150" y="3848100"/>
          <p14:tracePt t="109882" x="5715000" y="3867150"/>
          <p14:tracePt t="109898" x="5607050" y="3898900"/>
          <p14:tracePt t="109916" x="5505450" y="3905250"/>
          <p14:tracePt t="109932" x="5454650" y="3905250"/>
          <p14:tracePt t="109948" x="5359400" y="3905250"/>
          <p14:tracePt t="109965" x="5289550" y="3905250"/>
          <p14:tracePt t="109982" x="5251450" y="3892550"/>
          <p14:tracePt t="109999" x="5200650" y="3879850"/>
          <p14:tracePt t="110014" x="5162550" y="3879850"/>
          <p14:tracePt t="110031" x="5143500" y="3873500"/>
          <p14:tracePt t="110049" x="5118100" y="3873500"/>
          <p14:tracePt t="110065" x="5105400" y="3873500"/>
          <p14:tracePt t="110081" x="5080000" y="3873500"/>
          <p14:tracePt t="110098" x="5035550" y="3873500"/>
          <p14:tracePt t="110114" x="5016500" y="3873500"/>
          <p14:tracePt t="110131" x="4978400" y="3873500"/>
          <p14:tracePt t="110148" x="4933950" y="3873500"/>
          <p14:tracePt t="110164" x="4908550" y="3873500"/>
          <p14:tracePt t="110181" x="4857750" y="3860800"/>
          <p14:tracePt t="110197" x="4806950" y="3854450"/>
          <p14:tracePt t="110214" x="4775200" y="3841750"/>
          <p14:tracePt t="110231" x="4724400" y="3829050"/>
          <p14:tracePt t="110247" x="4667250" y="3810000"/>
          <p14:tracePt t="110264" x="4635500" y="3797300"/>
          <p14:tracePt t="110281" x="4584700" y="3784600"/>
          <p14:tracePt t="110297" x="4527550" y="3759200"/>
          <p14:tracePt t="110314" x="4476750" y="3746500"/>
          <p14:tracePt t="110330" x="4451350" y="3740150"/>
          <p14:tracePt t="110347" x="4432300" y="3740150"/>
          <p14:tracePt t="110364" x="4394200" y="3740150"/>
          <p14:tracePt t="110380" x="4387850" y="3740150"/>
          <p14:tracePt t="110413" x="4387850" y="3733800"/>
          <p14:tracePt t="110827" x="4438650" y="3733800"/>
          <p14:tracePt t="110841" x="4527550" y="3727450"/>
          <p14:tracePt t="110848" x="4603750" y="3714750"/>
          <p14:tracePt t="110862" x="4692650" y="3714750"/>
          <p14:tracePt t="110879" x="4864100" y="3702050"/>
          <p14:tracePt t="110895" x="4927600" y="3702050"/>
          <p14:tracePt t="110912" x="5029200" y="3708400"/>
          <p14:tracePt t="110928" x="5086350" y="3714750"/>
          <p14:tracePt t="110945" x="5124450" y="3721100"/>
          <p14:tracePt t="110961" x="5137150" y="3721100"/>
          <p14:tracePt t="110978" x="5137150" y="3727450"/>
          <p14:tracePt t="110995" x="5143500" y="3727450"/>
          <p14:tracePt t="111059" x="5143500" y="3733800"/>
          <p14:tracePt t="111177" x="5149850" y="3733800"/>
          <p14:tracePt t="111240" x="5156200" y="3727450"/>
          <p14:tracePt t="111296" x="5156200" y="3721100"/>
          <p14:tracePt t="111338" x="5149850" y="3721100"/>
          <p14:tracePt t="111352" x="5143500" y="3714750"/>
          <p14:tracePt t="112125" x="5149850" y="3714750"/>
          <p14:tracePt t="112139" x="5168900" y="3714750"/>
          <p14:tracePt t="112146" x="5200650" y="3714750"/>
          <p14:tracePt t="112161" x="5219700" y="3714750"/>
          <p14:tracePt t="112174" x="5251450" y="3714750"/>
          <p14:tracePt t="112191" x="5289550" y="3714750"/>
          <p14:tracePt t="112208" x="5321300" y="3721100"/>
          <p14:tracePt t="112224" x="5365750" y="3727450"/>
          <p14:tracePt t="112240" x="5416550" y="3727450"/>
          <p14:tracePt t="112257" x="5448300" y="3727450"/>
          <p14:tracePt t="112273" x="5537200" y="3727450"/>
          <p14:tracePt t="112291" x="5651500" y="3727450"/>
          <p14:tracePt t="112308" x="5816600" y="3727450"/>
          <p14:tracePt t="112323" x="5892800" y="3727450"/>
          <p14:tracePt t="112340" x="5981700" y="3721100"/>
          <p14:tracePt t="112357" x="6248400" y="3708400"/>
          <p14:tracePt t="112373" x="6324600" y="3708400"/>
          <p14:tracePt t="112390" x="6388100" y="3708400"/>
          <p14:tracePt t="112407" x="6470650" y="3702050"/>
          <p14:tracePt t="112423" x="6515100" y="3695700"/>
          <p14:tracePt t="112440" x="6521450" y="3689350"/>
          <p14:tracePt t="112456" x="6527800" y="3689350"/>
          <p14:tracePt t="112473" x="6540500" y="3689350"/>
          <p14:tracePt t="112490" x="6546850" y="3689350"/>
          <p14:tracePt t="112522" x="6553200" y="3689350"/>
          <p14:tracePt t="112567" x="6559550" y="3689350"/>
          <p14:tracePt t="112580" x="6565900" y="3689350"/>
          <p14:tracePt t="112601" x="6578600" y="3689350"/>
          <p14:tracePt t="112608" x="6591300" y="3689350"/>
          <p14:tracePt t="112623" x="6597650" y="3683000"/>
          <p14:tracePt t="112630" x="6616700" y="3683000"/>
          <p14:tracePt t="112639" x="6629400" y="3676650"/>
          <p14:tracePt t="112655" x="6648450" y="3676650"/>
          <p14:tracePt t="112672" x="6699250" y="3670300"/>
          <p14:tracePt t="112689" x="6718300" y="3663950"/>
          <p14:tracePt t="112708" x="6775450" y="3657600"/>
          <p14:tracePt t="112722" x="6781800" y="3657600"/>
          <p14:tracePt t="112739" x="6788150" y="3657600"/>
          <p14:tracePt t="112756" x="6794500" y="3657600"/>
          <p14:tracePt t="112791" x="6781800" y="3663950"/>
          <p14:tracePt t="112811" x="6775450" y="3670300"/>
          <p14:tracePt t="112819" x="6762750" y="3670300"/>
          <p14:tracePt t="112833" x="6743700" y="3670300"/>
          <p14:tracePt t="112842" x="6705600" y="3670300"/>
          <p14:tracePt t="112855" x="6654800" y="3670300"/>
          <p14:tracePt t="112871" x="6496050" y="3663950"/>
          <p14:tracePt t="112889" x="6381750" y="3657600"/>
          <p14:tracePt t="112905" x="6115050" y="3644900"/>
          <p14:tracePt t="112922" x="5791200" y="3606800"/>
          <p14:tracePt t="112939" x="5461000" y="3575050"/>
          <p14:tracePt t="112954" x="5264150" y="3549650"/>
          <p14:tracePt t="112971" x="5118100" y="3524250"/>
          <p14:tracePt t="112988" x="4648200" y="3454400"/>
          <p14:tracePt t="113004" x="4521200" y="3441700"/>
          <p14:tracePt t="113022" x="4292600" y="3403600"/>
          <p14:tracePt t="113038" x="4197350" y="3390900"/>
          <p14:tracePt t="113054" x="4044950" y="3384550"/>
          <p14:tracePt t="113071" x="3917950" y="3384550"/>
          <p14:tracePt t="113087" x="3854450" y="3384550"/>
          <p14:tracePt t="113091" x="3784600" y="3397250"/>
          <p14:tracePt t="113104" x="3733800" y="3397250"/>
          <p14:tracePt t="113121" x="3644900" y="3397250"/>
          <p14:tracePt t="113137" x="3625850" y="3390900"/>
          <p14:tracePt t="113154" x="3587750" y="3390900"/>
          <p14:tracePt t="113171" x="3556000" y="3384550"/>
          <p14:tracePt t="113187" x="3543300" y="3384550"/>
          <p14:tracePt t="113204" x="3536950" y="3384550"/>
          <p14:tracePt t="113220" x="3524250" y="3384550"/>
          <p14:tracePt t="113237" x="3517900" y="3384550"/>
          <p14:tracePt t="113254" x="3498850" y="3384550"/>
          <p14:tracePt t="113270" x="3492500" y="3384550"/>
          <p14:tracePt t="113287" x="3479800" y="3384550"/>
          <p14:tracePt t="113303" x="3460750" y="3390900"/>
          <p14:tracePt t="113320" x="3448050" y="3397250"/>
          <p14:tracePt t="113338" x="3403600" y="3416300"/>
          <p14:tracePt t="113353" x="3378200" y="3422650"/>
          <p14:tracePt t="113370" x="3365500" y="3422650"/>
          <p14:tracePt t="113387" x="3321050" y="3448050"/>
          <p14:tracePt t="113403" x="3270250" y="3460750"/>
          <p14:tracePt t="113420" x="3238500" y="3479800"/>
          <p14:tracePt t="113436" x="3187700" y="3498850"/>
          <p14:tracePt t="113453" x="3124200" y="3524250"/>
          <p14:tracePt t="113470" x="3105150" y="3536950"/>
          <p14:tracePt t="113486" x="3060700" y="3562350"/>
          <p14:tracePt t="113503" x="3016250" y="3594100"/>
          <p14:tracePt t="113520" x="2978150" y="3613150"/>
          <p14:tracePt t="113536" x="2965450" y="3619500"/>
          <p14:tracePt t="113553" x="2933700" y="3632200"/>
          <p14:tracePt t="113570" x="2921000" y="3644900"/>
          <p14:tracePt t="113586" x="2908300" y="3651250"/>
          <p14:tracePt t="113602" x="2882900" y="3651250"/>
          <p14:tracePt t="113619" x="2857500" y="3663950"/>
          <p14:tracePt t="113636" x="2844800" y="3670300"/>
          <p14:tracePt t="113653" x="2819400" y="3683000"/>
          <p14:tracePt t="113669" x="2800350" y="3689350"/>
          <p14:tracePt t="113685" x="2794000" y="3695700"/>
          <p14:tracePt t="113702" x="2781300" y="3702050"/>
          <p14:tracePt t="113719" x="2781300" y="3708400"/>
          <p14:tracePt t="113752" x="2768600" y="3708400"/>
          <p14:tracePt t="113788" x="2762250" y="3708400"/>
          <p14:tracePt t="113822" x="2755900" y="3708400"/>
          <p14:tracePt t="113842" x="2749550" y="3714750"/>
          <p14:tracePt t="113870" x="2743200" y="3714750"/>
          <p14:tracePt t="113877" x="2743200" y="3721100"/>
          <p14:tracePt t="113913" x="2736850" y="3721100"/>
          <p14:tracePt t="113926" x="2730500" y="3721100"/>
          <p14:tracePt t="113948" x="2724150" y="3721100"/>
          <p14:tracePt t="113969" x="2717800" y="3721100"/>
          <p14:tracePt t="114018" x="2711450" y="3721100"/>
          <p14:tracePt t="114053" x="2705100" y="3721100"/>
          <p14:tracePt t="114088" x="2698750" y="3727450"/>
          <p14:tracePt t="114172" x="2705100" y="3727450"/>
          <p14:tracePt t="114228" x="2711450" y="3727450"/>
          <p14:tracePt t="114291" x="2717800" y="3727450"/>
          <p14:tracePt t="114298" x="2724150" y="3727450"/>
          <p14:tracePt t="114311" x="2730500" y="3727450"/>
          <p14:tracePt t="114334" x="2736850" y="3727450"/>
          <p14:tracePt t="114340" x="2743200" y="3727450"/>
          <p14:tracePt t="114349" x="2755900" y="3727450"/>
          <p14:tracePt t="114366" x="2781300" y="3727450"/>
          <p14:tracePt t="114383" x="2825750" y="3721100"/>
          <p14:tracePt t="114400" x="2870200" y="3714750"/>
          <p14:tracePt t="114417" x="2990850" y="3695700"/>
          <p14:tracePt t="114432" x="3028950" y="3695700"/>
          <p14:tracePt t="114449" x="3067050" y="3689350"/>
          <p14:tracePt t="114466" x="3130550" y="3683000"/>
          <p14:tracePt t="114483" x="3175000" y="3670300"/>
          <p14:tracePt t="114499" x="3200400" y="3670300"/>
          <p14:tracePt t="114516" x="3232150" y="3657600"/>
          <p14:tracePt t="114532" x="3257550" y="3657600"/>
          <p14:tracePt t="114550" x="3263900" y="3657600"/>
          <p14:tracePt t="114582" x="3270250" y="3657600"/>
          <p14:tracePt t="114602" x="3282950" y="3657600"/>
          <p14:tracePt t="114615" x="3289300" y="3657600"/>
          <p14:tracePt t="114632" x="3295650" y="3657600"/>
          <p14:tracePt t="114649" x="3308350" y="3663950"/>
          <p14:tracePt t="114690" x="3314700" y="3663950"/>
          <p14:tracePt t="114711" x="3321050" y="3670300"/>
          <p14:tracePt t="114754" x="3327400" y="3670300"/>
          <p14:tracePt t="114761" x="3333750" y="3670300"/>
          <p14:tracePt t="114789" x="3340100" y="3670300"/>
          <p14:tracePt t="114810" x="3346450" y="3670300"/>
          <p14:tracePt t="114852" x="3346450" y="3676650"/>
          <p14:tracePt t="114894" x="3346450" y="3683000"/>
          <p14:tracePt t="115181" x="3340100" y="3683000"/>
          <p14:tracePt t="115188" x="3333750" y="3683000"/>
          <p14:tracePt t="115202" x="3327400" y="3683000"/>
          <p14:tracePt t="115213" x="3321050" y="3683000"/>
          <p14:tracePt t="115233" x="3308350" y="3683000"/>
          <p14:tracePt t="115246" x="3289300" y="3683000"/>
          <p14:tracePt t="115263" x="3270250" y="3676650"/>
          <p14:tracePt t="115280" x="3136900" y="3663950"/>
          <p14:tracePt t="115297" x="3073400" y="3657600"/>
          <p14:tracePt t="115314" x="2933700" y="3644900"/>
          <p14:tracePt t="115330" x="2838450" y="3644900"/>
          <p14:tracePt t="115346" x="2800350" y="3644900"/>
          <p14:tracePt t="115364" x="2749550" y="3638550"/>
          <p14:tracePt t="115380" x="2736850" y="3638550"/>
          <p14:tracePt t="115396" x="2724150" y="3638550"/>
          <p14:tracePt t="115476" x="2730500" y="3638550"/>
          <p14:tracePt t="115482" x="2736850" y="3638550"/>
          <p14:tracePt t="115496" x="2749550" y="3638550"/>
          <p14:tracePt t="115513" x="2806700" y="3638550"/>
          <p14:tracePt t="115529" x="2863850" y="3651250"/>
          <p14:tracePt t="115546" x="3048000" y="3676650"/>
          <p14:tracePt t="115562" x="3321050" y="3714750"/>
          <p14:tracePt t="115579" x="3517900" y="3740150"/>
          <p14:tracePt t="115596" x="4006850" y="3797300"/>
          <p14:tracePt t="115613" x="4273550" y="3810000"/>
          <p14:tracePt t="115630" x="5314950" y="3841750"/>
          <p14:tracePt t="115645" x="5651500" y="3841750"/>
          <p14:tracePt t="115662" x="5962650" y="3841750"/>
          <p14:tracePt t="115679" x="6597650" y="3816350"/>
          <p14:tracePt t="115695" x="7137400" y="3740150"/>
          <p14:tracePt t="115712" x="7359650" y="3714750"/>
          <p14:tracePt t="115729" x="7689850" y="3644900"/>
          <p14:tracePt t="115745" x="7931150" y="3587750"/>
          <p14:tracePt t="115761" x="8039100" y="3568700"/>
          <p14:tracePt t="115778" x="8242300" y="3524250"/>
          <p14:tracePt t="115795" x="8432800" y="3517900"/>
          <p14:tracePt t="115813" x="8597900" y="3517900"/>
          <p14:tracePt t="115829" x="8648700" y="3517900"/>
          <p14:tracePt t="115846" x="8693150" y="3517900"/>
          <p14:tracePt t="115862" x="8750300" y="3517900"/>
          <p14:tracePt t="115878" x="8763000" y="3517900"/>
          <p14:tracePt t="115894" x="8769350" y="3517900"/>
          <p14:tracePt t="115912" x="8782050" y="3517900"/>
          <p14:tracePt t="115928" x="8788400" y="3517900"/>
          <p14:tracePt t="115946" x="8794750" y="3517900"/>
          <p14:tracePt t="115995" x="8794750" y="3524250"/>
          <p14:tracePt t="116016" x="8782050" y="3524250"/>
          <p14:tracePt t="116022" x="8775700" y="3524250"/>
          <p14:tracePt t="116037" x="8769350" y="3524250"/>
          <p14:tracePt t="116045" x="8756650" y="3530600"/>
          <p14:tracePt t="116060" x="8743950" y="3530600"/>
          <p14:tracePt t="116077" x="8705850" y="3543300"/>
          <p14:tracePt t="116094" x="8585200" y="3549650"/>
          <p14:tracePt t="116110" x="8509000" y="3562350"/>
          <p14:tracePt t="116128" x="8407400" y="3568700"/>
          <p14:tracePt t="116143" x="8159750" y="3587750"/>
          <p14:tracePt t="116160" x="8108950" y="3587750"/>
          <p14:tracePt t="116177" x="8039100" y="3587750"/>
          <p14:tracePt t="116193" x="8026400" y="3587750"/>
          <p14:tracePt t="116210" x="8007350" y="3587750"/>
          <p14:tracePt t="116303" x="8001000" y="3587750"/>
          <p14:tracePt t="116493" x="7994650" y="3587750"/>
          <p14:tracePt t="116506" x="7981950" y="3587750"/>
          <p14:tracePt t="116513" x="7975600" y="3587750"/>
          <p14:tracePt t="116529" x="7962900" y="3587750"/>
          <p14:tracePt t="116542" x="7937500" y="3568700"/>
          <p14:tracePt t="116559" x="7848600" y="3543300"/>
          <p14:tracePt t="116577" x="7740650" y="3517900"/>
          <p14:tracePt t="116592" x="7677150" y="3498850"/>
          <p14:tracePt t="116609" x="7543800" y="3460750"/>
          <p14:tracePt t="116626" x="7423150" y="3435350"/>
          <p14:tracePt t="116642" x="7366000" y="3435350"/>
          <p14:tracePt t="116659" x="7308850" y="3422650"/>
          <p14:tracePt t="116675" x="7258050" y="3422650"/>
          <p14:tracePt t="116692" x="7245350" y="3422650"/>
          <p14:tracePt t="116708" x="7226300" y="3416300"/>
          <p14:tracePt t="116724" x="7226300" y="3403600"/>
          <p14:tracePt t="117155" x="7213600" y="3403600"/>
          <p14:tracePt t="117168" x="7181850" y="3409950"/>
          <p14:tracePt t="117176" x="7137400" y="3429000"/>
          <p14:tracePt t="117192" x="7099300" y="3448050"/>
          <p14:tracePt t="117206" x="6997700" y="3492500"/>
          <p14:tracePt t="117223" x="6953250" y="3517900"/>
          <p14:tracePt t="117240" x="6883400" y="3543300"/>
          <p14:tracePt t="117256" x="6838950" y="3562350"/>
          <p14:tracePt t="117274" x="6762750" y="3600450"/>
          <p14:tracePt t="117289" x="6743700" y="3606800"/>
          <p14:tracePt t="117306" x="6731000" y="3619500"/>
          <p14:tracePt t="117323" x="6692900" y="3632200"/>
          <p14:tracePt t="117340" x="6654800" y="3644900"/>
          <p14:tracePt t="117356" x="6642100" y="3651250"/>
          <p14:tracePt t="117373" x="6604000" y="3663950"/>
          <p14:tracePt t="117389" x="6591300" y="3663950"/>
          <p14:tracePt t="117406" x="6572250" y="3663950"/>
          <p14:tracePt t="117422" x="6559550" y="3663950"/>
          <p14:tracePt t="117439" x="6508750" y="3663950"/>
          <p14:tracePt t="117456" x="6432550" y="3663950"/>
          <p14:tracePt t="117472" x="6356350" y="3657600"/>
          <p14:tracePt t="117489" x="6197600" y="3638550"/>
          <p14:tracePt t="117506" x="5994400" y="3613150"/>
          <p14:tracePt t="117522" x="5892800" y="3594100"/>
          <p14:tracePt t="117540" x="5778500" y="3575050"/>
          <p14:tracePt t="117555" x="5435600" y="3467100"/>
          <p14:tracePt t="117572" x="5321300" y="3422650"/>
          <p14:tracePt t="117590" x="5105400" y="3384550"/>
          <p14:tracePt t="117605" x="5010150" y="3365500"/>
          <p14:tracePt t="117622" x="4883150" y="3346450"/>
          <p14:tracePt t="117639" x="4819650" y="3340100"/>
          <p14:tracePt t="117655" x="4794250" y="3340100"/>
          <p14:tracePt t="117672" x="4756150" y="3333750"/>
          <p14:tracePt t="117688" x="4724400" y="3333750"/>
          <p14:tracePt t="117705" x="4711700" y="3333750"/>
          <p14:tracePt t="117722" x="4686300" y="3333750"/>
          <p14:tracePt t="117737" x="4654550" y="3340100"/>
          <p14:tracePt t="117755" x="4641850" y="3346450"/>
          <p14:tracePt t="117771" x="4622800" y="3346450"/>
          <p14:tracePt t="117788" x="4603750" y="3359150"/>
          <p14:tracePt t="117805" x="4597400" y="3365500"/>
          <p14:tracePt t="117822" x="4572000" y="3378200"/>
          <p14:tracePt t="117838" x="4546600" y="3390900"/>
          <p14:tracePt t="117855" x="4533900" y="3403600"/>
          <p14:tracePt t="117870" x="4514850" y="3416300"/>
          <p14:tracePt t="117887" x="4502150" y="3416300"/>
          <p14:tracePt t="118425" x="4489450" y="3441700"/>
          <p14:tracePt t="118440" x="4464050" y="3467100"/>
          <p14:tracePt t="118446" x="4438650" y="3505200"/>
          <p14:tracePt t="118461" x="4419600" y="3543300"/>
          <p14:tracePt t="118470" x="4400550" y="3568700"/>
          <p14:tracePt t="118485" x="4387850" y="3587750"/>
          <p14:tracePt t="118503" x="4356100" y="3638550"/>
          <p14:tracePt t="118519" x="4337050" y="3676650"/>
          <p14:tracePt t="118535" x="4318000" y="3695700"/>
          <p14:tracePt t="118552" x="4311650" y="3727450"/>
          <p14:tracePt t="118569" x="4305300" y="3740150"/>
          <p14:tracePt t="118585" x="4305300" y="3746500"/>
          <p14:tracePt t="118618" x="4305300" y="3752850"/>
          <p14:tracePt t="118699" x="4305300" y="3746500"/>
          <p14:tracePt t="118720" x="4305300" y="3740150"/>
          <p14:tracePt t="118727" x="4305300" y="3733800"/>
          <p14:tracePt t="118755" x="4305300" y="3727450"/>
          <p14:tracePt t="118776" x="4305300" y="3721100"/>
          <p14:tracePt t="118790" x="4305300" y="3714750"/>
          <p14:tracePt t="118797" x="4305300" y="3708400"/>
          <p14:tracePt t="118811" x="4298950" y="3695700"/>
          <p14:tracePt t="118820" x="4298950" y="3683000"/>
          <p14:tracePt t="118834" x="4279900" y="3657600"/>
          <p14:tracePt t="118851" x="4254500" y="3568700"/>
          <p14:tracePt t="118868" x="4210050" y="3448050"/>
          <p14:tracePt t="118884" x="4178300" y="3378200"/>
          <p14:tracePt t="118901" x="4121150" y="3232150"/>
          <p14:tracePt t="118917" x="4051300" y="3067050"/>
          <p14:tracePt t="118934" x="4019550" y="2990850"/>
          <p14:tracePt t="118951" x="3937000" y="2813050"/>
          <p14:tracePt t="118967" x="3886200" y="2743200"/>
          <p14:tracePt t="118984" x="3810000" y="2597150"/>
          <p14:tracePt t="119001" x="3727450" y="2444750"/>
          <p14:tracePt t="119017" x="3689350" y="2387600"/>
          <p14:tracePt t="119034" x="3625850" y="2311400"/>
          <p14:tracePt t="119050" x="3587750" y="2254250"/>
          <p14:tracePt t="119067" x="3575050" y="2241550"/>
          <p14:tracePt t="119084" x="3549650" y="2216150"/>
          <p14:tracePt t="119100" x="3524250" y="2178050"/>
          <p14:tracePt t="119117" x="3505200" y="2159000"/>
          <p14:tracePt t="119134" x="3486150" y="2133600"/>
          <p14:tracePt t="119150" x="3473450" y="2114550"/>
          <p14:tracePt t="119166" x="3467100" y="2114550"/>
          <p14:tracePt t="119183" x="3467100" y="2108200"/>
          <p14:tracePt t="119288" x="3467100" y="2114550"/>
          <p14:tracePt t="119330" x="3467100" y="2120900"/>
          <p14:tracePt t="119358" x="3467100" y="2127250"/>
          <p14:tracePt t="119379" x="3467100" y="2133600"/>
          <p14:tracePt t="119400" x="3467100" y="2139950"/>
          <p14:tracePt t="119428" x="3467100" y="2146300"/>
          <p14:tracePt t="119469" x="3467100" y="2152650"/>
          <p14:tracePt t="119477" x="3467100" y="2159000"/>
          <p14:tracePt t="119512" x="3467100" y="2165350"/>
          <p14:tracePt t="119519" x="3467100" y="2171700"/>
          <p14:tracePt t="119535" x="3467100" y="2178050"/>
          <p14:tracePt t="119549" x="3467100" y="2184400"/>
          <p14:tracePt t="119565" x="3473450" y="2190750"/>
          <p14:tracePt t="119582" x="3486150" y="2216150"/>
          <p14:tracePt t="119598" x="3498850" y="2228850"/>
          <p14:tracePt t="119615" x="3530600" y="2266950"/>
          <p14:tracePt t="119632" x="3556000" y="2311400"/>
          <p14:tracePt t="119649" x="3568700" y="2336800"/>
          <p14:tracePt t="119665" x="3606800" y="2374900"/>
          <p14:tracePt t="119681" x="3644900" y="2413000"/>
          <p14:tracePt t="119698" x="3657600" y="2425700"/>
          <p14:tracePt t="119716" x="3683000" y="2444750"/>
          <p14:tracePt t="119732" x="3702050" y="2463800"/>
          <p14:tracePt t="119748" x="3708400" y="2470150"/>
          <p14:tracePt t="119765" x="3727450" y="2476500"/>
          <p14:tracePt t="119781" x="3733800" y="2476500"/>
          <p14:tracePt t="119814" x="3733800" y="2482850"/>
          <p14:tracePt t="119831" x="3740150" y="2482850"/>
          <p14:tracePt t="120291" x="3740150" y="2476500"/>
          <p14:tracePt t="120318" x="3740150" y="2470150"/>
          <p14:tracePt t="120340" x="3740150" y="2463800"/>
          <p14:tracePt t="120382" x="3733800" y="2457450"/>
          <p14:tracePt t="120410" x="3733800" y="2451100"/>
          <p14:tracePt t="120431" x="3733800" y="2444750"/>
          <p14:tracePt t="120446" x="3727450" y="2438400"/>
          <p14:tracePt t="120452" x="3727450" y="2432050"/>
          <p14:tracePt t="120461" x="3721100" y="2432050"/>
          <p14:tracePt t="120479" x="3714750" y="2419350"/>
          <p14:tracePt t="120495" x="3689350" y="2381250"/>
          <p14:tracePt t="120512" x="3670300" y="2362200"/>
          <p14:tracePt t="120529" x="3625850" y="2305050"/>
          <p14:tracePt t="120545" x="3606800" y="2292350"/>
          <p14:tracePt t="120562" x="3587750" y="2266950"/>
          <p14:tracePt t="120578" x="3562350" y="2241550"/>
          <p14:tracePt t="120595" x="3543300" y="2222500"/>
          <p14:tracePt t="120611" x="3536950" y="2216150"/>
          <p14:tracePt t="120628" x="3530600" y="2209800"/>
          <p14:tracePt t="120880" x="3530600" y="2216150"/>
          <p14:tracePt t="120921" x="3536950" y="2222500"/>
          <p14:tracePt t="120942" x="3536950" y="2228850"/>
          <p14:tracePt t="120949" x="3543300" y="2228850"/>
          <p14:tracePt t="120970" x="3556000" y="2235200"/>
          <p14:tracePt t="120985" x="3562350" y="2247900"/>
          <p14:tracePt t="120993" x="3575050" y="2266950"/>
          <p14:tracePt t="121010" x="3600450" y="2279650"/>
          <p14:tracePt t="121027" x="3632200" y="2305050"/>
          <p14:tracePt t="121043" x="3676650" y="2343150"/>
          <p14:tracePt t="121060" x="3695700" y="2362200"/>
          <p14:tracePt t="121077" x="3740150" y="2393950"/>
          <p14:tracePt t="121093" x="3778250" y="2413000"/>
          <p14:tracePt t="121111" x="3803650" y="2425700"/>
          <p14:tracePt t="121126" x="3810000" y="2432050"/>
          <p14:tracePt t="121143" x="3810000" y="2438400"/>
          <p14:tracePt t="121160" x="3822700" y="2444750"/>
          <p14:tracePt t="121193" x="3829050" y="2451100"/>
          <p14:tracePt t="121216" x="3835400" y="2451100"/>
          <p14:tracePt t="121265" x="3841750" y="2451100"/>
          <p14:tracePt t="121363" x="3848100" y="2451100"/>
          <p14:tracePt t="121840" x="3841750" y="2451100"/>
          <p14:tracePt t="121868" x="3835400" y="2451100"/>
          <p14:tracePt t="122292" x="3835400" y="2508250"/>
          <p14:tracePt t="122299" x="3835400" y="2584450"/>
          <p14:tracePt t="122313" x="3835400" y="2686050"/>
          <p14:tracePt t="122322" x="3835400" y="2787650"/>
          <p14:tracePt t="122339" x="3835400" y="2901950"/>
          <p14:tracePt t="122355" x="3835400" y="3067050"/>
          <p14:tracePt t="122372" x="3848100" y="3194050"/>
          <p14:tracePt t="122390" x="3898900" y="3333750"/>
          <p14:tracePt t="122406" x="3924300" y="3390900"/>
          <p14:tracePt t="122422" x="3956050" y="3460750"/>
          <p14:tracePt t="122439" x="3962400" y="3486150"/>
          <p14:tracePt t="122455" x="3987800" y="3511550"/>
          <p14:tracePt t="122472" x="4000500" y="3524250"/>
          <p14:tracePt t="122489" x="4025900" y="3549650"/>
          <p14:tracePt t="122505" x="4051300" y="3556000"/>
          <p14:tracePt t="122522" x="4064000" y="3562350"/>
          <p14:tracePt t="122538" x="4108450" y="3581400"/>
          <p14:tracePt t="122554" x="4127500" y="3581400"/>
          <p14:tracePt t="122572" x="4152900" y="3581400"/>
          <p14:tracePt t="122588" x="4165600" y="3581400"/>
          <p14:tracePt t="122605" x="4191000" y="3587750"/>
          <p14:tracePt t="122622" x="4203700" y="3594100"/>
          <p14:tracePt t="122638" x="4216400" y="3600450"/>
          <p14:tracePt t="122671" x="4229100" y="3600450"/>
          <p14:tracePt t="122895" x="4229100" y="3606800"/>
          <p14:tracePt t="122902" x="4235450" y="3606800"/>
          <p14:tracePt t="122909" x="4241800" y="3606800"/>
          <p14:tracePt t="122924" x="4254500" y="3613150"/>
          <p14:tracePt t="122937" x="4273550" y="3613150"/>
          <p14:tracePt t="122953" x="4330700" y="3613150"/>
          <p14:tracePt t="122970" x="4394200" y="3613150"/>
          <p14:tracePt t="122986" x="4559300" y="3613150"/>
          <p14:tracePt t="123003" x="4775200" y="3613150"/>
          <p14:tracePt t="123020" x="4991100" y="3613150"/>
          <p14:tracePt t="123036" x="5092700" y="3606800"/>
          <p14:tracePt t="123053" x="5219700" y="3606800"/>
          <p14:tracePt t="123070" x="5289550" y="3606800"/>
          <p14:tracePt t="123086" x="5314950" y="3606800"/>
          <p14:tracePt t="123103" x="5327650" y="3606800"/>
          <p14:tracePt t="123120" x="5346700" y="3606800"/>
          <p14:tracePt t="124612" x="5327650" y="3613150"/>
          <p14:tracePt t="124626" x="5289550" y="3632200"/>
          <p14:tracePt t="124634" x="5251450" y="3651250"/>
          <p14:tracePt t="124650" x="5219700" y="3676650"/>
          <p14:tracePt t="124664" x="5162550" y="3708400"/>
          <p14:tracePt t="124681" x="5067300" y="3759200"/>
          <p14:tracePt t="124697" x="4940300" y="3810000"/>
          <p14:tracePt t="124714" x="4870450" y="3835400"/>
          <p14:tracePt t="124731" x="4737100" y="3898900"/>
          <p14:tracePt t="124747" x="4584700" y="3987800"/>
          <p14:tracePt t="124764" x="4502150" y="4038600"/>
          <p14:tracePt t="124781" x="4349750" y="4152900"/>
          <p14:tracePt t="124797" x="4216400" y="4229100"/>
          <p14:tracePt t="124814" x="4165600" y="4267200"/>
          <p14:tracePt t="124830" x="4089400" y="4305300"/>
          <p14:tracePt t="124847" x="4025900" y="4349750"/>
          <p14:tracePt t="124865" x="3975100" y="4368800"/>
          <p14:tracePt t="124880" x="3956050" y="4381500"/>
          <p14:tracePt t="124897" x="3911600" y="4394200"/>
          <p14:tracePt t="124914" x="3886200" y="4400550"/>
          <p14:tracePt t="124946" x="3867150" y="4406900"/>
          <p14:tracePt t="124966" x="3860800" y="4400550"/>
          <p14:tracePt t="125554" x="3848100" y="4394200"/>
          <p14:tracePt t="125569" x="3829050" y="4381500"/>
          <p14:tracePt t="125575" x="3797300" y="4362450"/>
          <p14:tracePt t="125583" x="3765550" y="4349750"/>
          <p14:tracePt t="125598" x="3740150" y="4337050"/>
          <p14:tracePt t="125611" x="3721100" y="4330700"/>
          <p14:tracePt t="125627" x="3670300" y="4305300"/>
          <p14:tracePt t="125644" x="3651250" y="4298950"/>
          <p14:tracePt t="125661" x="3600450" y="4286250"/>
          <p14:tracePt t="125677" x="3536950" y="4260850"/>
          <p14:tracePt t="125695" x="3467100" y="4235450"/>
          <p14:tracePt t="125710" x="3422650" y="4222750"/>
          <p14:tracePt t="125727" x="3378200" y="4197350"/>
          <p14:tracePt t="125744" x="3276600" y="4152900"/>
          <p14:tracePt t="125760" x="3244850" y="4127500"/>
          <p14:tracePt t="125778" x="3213100" y="4114800"/>
          <p14:tracePt t="125781" x="3168650" y="4095750"/>
          <p14:tracePt t="125794" x="3124200" y="4070350"/>
          <p14:tracePt t="125810" x="3009900" y="3994150"/>
          <p14:tracePt t="125828" x="2921000" y="3930650"/>
          <p14:tracePt t="125844" x="2882900" y="3905250"/>
          <p14:tracePt t="125860" x="2832100" y="3867150"/>
          <p14:tracePt t="125877" x="2787650" y="3835400"/>
          <p14:tracePt t="125893" x="2774950" y="3829050"/>
          <p14:tracePt t="125910" x="2743200" y="3810000"/>
          <p14:tracePt t="125926" x="2705100" y="3790950"/>
          <p14:tracePt t="125943" x="2692400" y="3784600"/>
          <p14:tracePt t="125960" x="2667000" y="3765550"/>
          <p14:tracePt t="125977" x="2647950" y="3759200"/>
          <p14:tracePt t="125993" x="2641600" y="3752850"/>
          <p14:tracePt t="126010" x="2635250" y="3752850"/>
          <p14:tracePt t="126066" x="2628900" y="3746500"/>
          <p14:tracePt t="126305" x="2628900" y="3752850"/>
          <p14:tracePt t="126326" x="2635250" y="3759200"/>
          <p14:tracePt t="126347" x="2647950" y="3759200"/>
          <p14:tracePt t="126360" x="2647950" y="3765550"/>
          <p14:tracePt t="126368" x="2660650" y="3771900"/>
          <p14:tracePt t="126377" x="2667000" y="3778250"/>
          <p14:tracePt t="126392" x="2679700" y="3784600"/>
          <p14:tracePt t="126411" x="2717800" y="3816350"/>
          <p14:tracePt t="126424" x="2743200" y="3829050"/>
          <p14:tracePt t="126441" x="2794000" y="3867150"/>
          <p14:tracePt t="126459" x="2844800" y="3892550"/>
          <p14:tracePt t="126475" x="2870200" y="3917950"/>
          <p14:tracePt t="126491" x="2921000" y="3943350"/>
          <p14:tracePt t="126508" x="2959100" y="3968750"/>
          <p14:tracePt t="126524" x="2984500" y="3975100"/>
          <p14:tracePt t="126541" x="3016250" y="3994150"/>
          <p14:tracePt t="126558" x="3035300" y="4013200"/>
          <p14:tracePt t="126574" x="3041650" y="4019550"/>
          <p14:tracePt t="126591" x="3054350" y="4025900"/>
          <p14:tracePt t="126628" x="3060700" y="4032250"/>
          <p14:tracePt t="126648" x="3067050" y="4032250"/>
          <p14:tracePt t="126676" x="3067050" y="4038600"/>
          <p14:tracePt t="126718" x="3073400" y="4038600"/>
          <p14:tracePt t="126781" x="3079750" y="4038600"/>
          <p14:tracePt t="127020" x="3086100" y="4032250"/>
          <p14:tracePt t="127090" x="3092450" y="4032250"/>
          <p14:tracePt t="127145" x="3098800" y="4025900"/>
          <p14:tracePt t="127181" x="3098800" y="4019550"/>
          <p14:tracePt t="127187" x="3098800" y="4013200"/>
          <p14:tracePt t="127216" x="3098800" y="4006850"/>
          <p14:tracePt t="127251" x="3105150" y="4000500"/>
          <p14:tracePt t="127258" x="3111500" y="3994150"/>
          <p14:tracePt t="127274" x="3111500" y="3987800"/>
          <p14:tracePt t="127288" x="3130550" y="3956050"/>
          <p14:tracePt t="127305" x="3155950" y="3924300"/>
          <p14:tracePt t="127308" x="3168650" y="3892550"/>
          <p14:tracePt t="127324" x="3200400" y="3848100"/>
          <p14:tracePt t="127338" x="3225800" y="3803650"/>
          <p14:tracePt t="127355" x="3327400" y="3644900"/>
          <p14:tracePt t="127371" x="3352800" y="3600450"/>
          <p14:tracePt t="127388" x="3378200" y="3556000"/>
          <p14:tracePt t="127405" x="3416300" y="3511550"/>
          <p14:tracePt t="127421" x="3435350" y="3479800"/>
          <p14:tracePt t="127438" x="3448050" y="3473450"/>
          <p14:tracePt t="127455" x="3454400" y="3460750"/>
          <p14:tracePt t="127471" x="3460750" y="3460750"/>
          <p14:tracePt t="127504" x="3460750" y="3467100"/>
          <p14:tracePt t="127521" x="3454400" y="3479800"/>
          <p14:tracePt t="127539" x="3454400" y="3486150"/>
          <p14:tracePt t="127554" x="3454400" y="3492500"/>
          <p14:tracePt t="127571" x="3454400" y="3498850"/>
          <p14:tracePt t="127588" x="3441700" y="3505200"/>
          <p14:tracePt t="127623" x="3441700" y="3511550"/>
          <p14:tracePt t="127637" x="3435350" y="3524250"/>
          <p14:tracePt t="127654" x="3429000" y="3536950"/>
          <p14:tracePt t="127672" x="3416300" y="3568700"/>
          <p14:tracePt t="127687" x="3409950" y="3587750"/>
          <p14:tracePt t="127704" x="3384550" y="3651250"/>
          <p14:tracePt t="127721" x="3359150" y="3721100"/>
          <p14:tracePt t="127737" x="3352800" y="3752850"/>
          <p14:tracePt t="127753" x="3333750" y="3803650"/>
          <p14:tracePt t="127770" x="3321050" y="3841750"/>
          <p14:tracePt t="127786" x="3308350" y="3854450"/>
          <p14:tracePt t="127803" x="3302000" y="3879850"/>
          <p14:tracePt t="127820" x="3302000" y="3886200"/>
          <p14:tracePt t="128008" x="3308350" y="3886200"/>
          <p14:tracePt t="128030" x="3314700" y="3886200"/>
          <p14:tracePt t="128050" x="3314700" y="3879850"/>
          <p14:tracePt t="128057" x="3321050" y="3873500"/>
          <p14:tracePt t="128079" x="3327400" y="3867150"/>
          <p14:tracePt t="128100" x="3333750" y="3860800"/>
          <p14:tracePt t="128114" x="3333750" y="3854450"/>
          <p14:tracePt t="128122" x="3340100" y="3848100"/>
          <p14:tracePt t="128135" x="3359150" y="3829050"/>
          <p14:tracePt t="128152" x="3397250" y="3784600"/>
          <p14:tracePt t="128170" x="3441700" y="3746500"/>
          <p14:tracePt t="128185" x="3467100" y="3708400"/>
          <p14:tracePt t="128202" x="3505200" y="3676650"/>
          <p14:tracePt t="128219" x="3524250" y="3651250"/>
          <p14:tracePt t="128235" x="3536950" y="3644900"/>
          <p14:tracePt t="128252" x="3549650" y="3625850"/>
          <p14:tracePt t="128269" x="3556000" y="3625850"/>
          <p14:tracePt t="128310" x="3562350" y="3625850"/>
          <p14:tracePt t="128331" x="3562350" y="3632200"/>
          <p14:tracePt t="128338" x="3562350" y="3638550"/>
          <p14:tracePt t="128354" x="3556000" y="3638550"/>
          <p14:tracePt t="128368" x="3556000" y="3644900"/>
          <p14:tracePt t="128384" x="3549650" y="3651250"/>
          <p14:tracePt t="128408" x="3549650" y="3657600"/>
          <p14:tracePt t="128428" x="3543300" y="3663950"/>
          <p14:tracePt t="128464" x="3536950" y="3663950"/>
          <p14:tracePt t="128471" x="3536950" y="3676650"/>
          <p14:tracePt t="128484" x="3536950" y="3683000"/>
          <p14:tracePt t="128501" x="3536950" y="3702050"/>
          <p14:tracePt t="128517" x="3530600" y="3714750"/>
          <p14:tracePt t="128534" x="3511550" y="3752850"/>
          <p14:tracePt t="128551" x="3498850" y="3803650"/>
          <p14:tracePt t="128567" x="3498850" y="3829050"/>
          <p14:tracePt t="128584" x="3486150" y="3867150"/>
          <p14:tracePt t="128601" x="3479800" y="3879850"/>
          <p14:tracePt t="128618" x="3467100" y="3905250"/>
          <p14:tracePt t="128674" x="3460750" y="3911600"/>
          <p14:tracePt t="128828" x="3460750" y="3905250"/>
          <p14:tracePt t="128850" x="3460750" y="3898900"/>
          <p14:tracePt t="128871" x="3460750" y="3892550"/>
          <p14:tracePt t="128892" x="3460750" y="3886200"/>
          <p14:tracePt t="128898" x="3460750" y="3879850"/>
          <p14:tracePt t="128934" x="3460750" y="3873500"/>
          <p14:tracePt t="128955" x="3460750" y="3860800"/>
          <p14:tracePt t="128969" x="3460750" y="3854450"/>
          <p14:tracePt t="128984" x="3460750" y="3848100"/>
          <p14:tracePt t="128989" x="3460750" y="3841750"/>
          <p14:tracePt t="129004" x="3460750" y="3835400"/>
          <p14:tracePt t="129016" x="3454400" y="3829050"/>
          <p14:tracePt t="129032" x="3448050" y="3803650"/>
          <p14:tracePt t="129049" x="3448050" y="3784600"/>
          <p14:tracePt t="129066" x="3441700" y="3759200"/>
          <p14:tracePt t="129082" x="3441700" y="3733800"/>
          <p14:tracePt t="129099" x="3441700" y="3727450"/>
          <p14:tracePt t="129116" x="3441700" y="3721100"/>
          <p14:tracePt t="129179" x="3441700" y="3727450"/>
          <p14:tracePt t="129200" x="3441700" y="3733800"/>
          <p14:tracePt t="129220" x="3435350" y="3740150"/>
          <p14:tracePt t="129263" x="3435350" y="3746500"/>
          <p14:tracePt t="129270" x="3435350" y="3752850"/>
          <p14:tracePt t="129285" x="3435350" y="3759200"/>
          <p14:tracePt t="129299" x="3429000" y="3765550"/>
          <p14:tracePt t="129314" x="3429000" y="3790950"/>
          <p14:tracePt t="129318" x="3422650" y="3803650"/>
          <p14:tracePt t="129348" x="3422650" y="3841750"/>
          <p14:tracePt t="129365" x="3422650" y="3879850"/>
          <p14:tracePt t="129382" x="3422650" y="3905250"/>
          <p14:tracePt t="129398" x="3422650" y="3937000"/>
          <p14:tracePt t="129414" x="3429000" y="3956050"/>
          <p14:tracePt t="129432" x="3441700" y="3975100"/>
          <p14:tracePt t="129464" x="3454400" y="3975100"/>
          <p14:tracePt t="129481" x="3473450" y="3975100"/>
          <p14:tracePt t="129498" x="3479800" y="3975100"/>
          <p14:tracePt t="129514" x="3492500" y="3975100"/>
          <p14:tracePt t="129531" x="3536950" y="3975100"/>
          <p14:tracePt t="129547" x="3556000" y="3975100"/>
          <p14:tracePt t="129565" x="3632200" y="3956050"/>
          <p14:tracePt t="129581" x="3676650" y="3956050"/>
          <p14:tracePt t="129597" x="3803650" y="3949700"/>
          <p14:tracePt t="129614" x="3962400" y="3924300"/>
          <p14:tracePt t="129630" x="4038600" y="3917950"/>
          <p14:tracePt t="129647" x="4178300" y="3898900"/>
          <p14:tracePt t="129664" x="4279900" y="3873500"/>
          <p14:tracePt t="129680" x="4318000" y="3867150"/>
          <p14:tracePt t="129697" x="4368800" y="3848100"/>
          <p14:tracePt t="129713" x="4400550" y="3835400"/>
          <p14:tracePt t="129731" x="4413250" y="3829050"/>
          <p14:tracePt t="129747" x="4438650" y="3822700"/>
          <p14:tracePt t="129763" x="4457700" y="3816350"/>
          <p14:tracePt t="129780" x="4464050" y="3810000"/>
          <p14:tracePt t="129797" x="4476750" y="3810000"/>
          <p14:tracePt t="129813" x="4476750" y="3797300"/>
          <p14:tracePt t="129831" x="4489450" y="3790950"/>
          <p14:tracePt t="129847" x="4489450" y="3784600"/>
          <p14:tracePt t="129863" x="4495800" y="3784600"/>
          <p14:tracePt t="129880" x="4508500" y="3771900"/>
          <p14:tracePt t="129913" x="4514850" y="3771900"/>
          <p14:tracePt t="129944" x="4521200" y="3771900"/>
          <p14:tracePt t="129950" x="4527550" y="3771900"/>
          <p14:tracePt t="129972" x="4540250" y="3771900"/>
          <p14:tracePt t="129984" x="4546600" y="3765550"/>
          <p14:tracePt t="129995" x="4552950" y="3765550"/>
          <p14:tracePt t="130014" x="4572000" y="3765550"/>
          <p14:tracePt t="130029" x="4584700" y="3765550"/>
          <p14:tracePt t="130046" x="4629150" y="3765550"/>
          <p14:tracePt t="130063" x="4667250" y="3765550"/>
          <p14:tracePt t="130079" x="4686300" y="3765550"/>
          <p14:tracePt t="130095" x="4724400" y="3771900"/>
          <p14:tracePt t="130112" x="4737100" y="3771900"/>
          <p14:tracePt t="130129" x="4743450" y="3778250"/>
          <p14:tracePt t="130145" x="4749800" y="3778250"/>
          <p14:tracePt t="130162" x="4749800" y="3784600"/>
          <p14:tracePt t="130181" x="4743450" y="3784600"/>
          <p14:tracePt t="130203" x="4737100" y="3784600"/>
          <p14:tracePt t="130266" x="4730750" y="3790950"/>
          <p14:tracePt t="130301" x="4724400" y="3790950"/>
          <p14:tracePt t="130322" x="4718050" y="3790950"/>
          <p14:tracePt t="130343" x="4711700" y="3797300"/>
          <p14:tracePt t="130614" x="4686300" y="3810000"/>
          <p14:tracePt t="130622" x="4641850" y="3835400"/>
          <p14:tracePt t="130636" x="4597400" y="3867150"/>
          <p14:tracePt t="130644" x="4540250" y="3892550"/>
          <p14:tracePt t="130660" x="4470400" y="3930650"/>
          <p14:tracePt t="130677" x="4324350" y="4000500"/>
          <p14:tracePt t="130693" x="4114800" y="4083050"/>
          <p14:tracePt t="130710" x="4006850" y="4127500"/>
          <p14:tracePt t="130727" x="3810000" y="4178300"/>
          <p14:tracePt t="130743" x="3721100" y="4222750"/>
          <p14:tracePt t="130760" x="3511550" y="4305300"/>
          <p14:tracePt t="130776" x="3333750" y="4394200"/>
          <p14:tracePt t="130793" x="3251200" y="4438650"/>
          <p14:tracePt t="130810" x="3130550" y="4502150"/>
          <p14:tracePt t="130826" x="3016250" y="4552950"/>
          <p14:tracePt t="130843" x="2965450" y="4559300"/>
          <p14:tracePt t="130860" x="2876550" y="4584700"/>
          <p14:tracePt t="130876" x="2806700" y="4597400"/>
          <p14:tracePt t="130892" x="2781300" y="4610100"/>
          <p14:tracePt t="130909" x="2730500" y="4610100"/>
          <p14:tracePt t="130926" x="2673350" y="4610100"/>
          <p14:tracePt t="130943" x="2654300" y="4591050"/>
          <p14:tracePt t="130959" x="2628900" y="4591050"/>
          <p14:tracePt t="130975" x="2609850" y="4591050"/>
          <p14:tracePt t="130993" x="2597150" y="4591050"/>
          <p14:tracePt t="131035" x="2584450" y="4591050"/>
          <p14:tracePt t="131045" x="2578100" y="4591050"/>
          <p14:tracePt t="131058" x="2565400" y="4591050"/>
          <p14:tracePt t="131075" x="2552700" y="4584700"/>
          <p14:tracePt t="131092" x="2514600" y="4578350"/>
          <p14:tracePt t="131108" x="2463800" y="4565650"/>
          <p14:tracePt t="131126" x="2444750" y="4559300"/>
          <p14:tracePt t="131141" x="2374900" y="4533900"/>
          <p14:tracePt t="131158" x="2311400" y="4502150"/>
          <p14:tracePt t="131175" x="2235200" y="4470400"/>
          <p14:tracePt t="131191" x="2216150" y="4464050"/>
          <p14:tracePt t="131208" x="2178050" y="4438650"/>
          <p14:tracePt t="131225" x="2159000" y="4425950"/>
          <p14:tracePt t="131241" x="2152650" y="4419600"/>
          <p14:tracePt t="131258" x="2146300" y="4413250"/>
          <p14:tracePt t="131316" x="2139950" y="4413250"/>
          <p14:tracePt t="131322" x="2139950" y="4406900"/>
          <p14:tracePt t="131379" x="2133600" y="4400550"/>
          <p14:tracePt t="131385" x="2127250" y="4400550"/>
          <p14:tracePt t="131394" x="2114550" y="4394200"/>
          <p14:tracePt t="131408" x="2108200" y="4394200"/>
          <p14:tracePt t="131424" x="2101850" y="4387850"/>
          <p14:tracePt t="131442" x="2063750" y="4375150"/>
          <p14:tracePt t="131457" x="2025650" y="4362450"/>
          <p14:tracePt t="131474" x="1993900" y="4349750"/>
          <p14:tracePt t="131491" x="1943100" y="4337050"/>
          <p14:tracePt t="131507" x="1905000" y="4330700"/>
          <p14:tracePt t="131524" x="1879600" y="4324350"/>
          <p14:tracePt t="131540" x="1841500" y="4318000"/>
          <p14:tracePt t="131557" x="1822450" y="4311650"/>
          <p14:tracePt t="131574" x="1816100" y="4311650"/>
          <p14:tracePt t="131590" x="1809750" y="4305300"/>
          <p14:tracePt t="132106" x="1816100" y="4305300"/>
          <p14:tracePt t="132120" x="1841500" y="4311650"/>
          <p14:tracePt t="132127" x="1860550" y="4318000"/>
          <p14:tracePt t="132138" x="1879600" y="4318000"/>
          <p14:tracePt t="132155" x="1949450" y="4324350"/>
          <p14:tracePt t="132171" x="1987550" y="4337050"/>
          <p14:tracePt t="132188" x="2044700" y="4343400"/>
          <p14:tracePt t="132205" x="2216150" y="4368800"/>
          <p14:tracePt t="132221" x="2279650" y="4368800"/>
          <p14:tracePt t="132238" x="2413000" y="4413250"/>
          <p14:tracePt t="132254" x="2489200" y="4419600"/>
          <p14:tracePt t="132271" x="2635250" y="4438650"/>
          <p14:tracePt t="132289" x="2711450" y="4445000"/>
          <p14:tracePt t="132305" x="2755900" y="4457700"/>
          <p14:tracePt t="132321" x="2781300" y="4470400"/>
          <p14:tracePt t="132338" x="2800350" y="4470400"/>
          <p14:tracePt t="132354" x="2806700" y="4470400"/>
          <p14:tracePt t="132386" x="2813050" y="4470400"/>
          <p14:tracePt t="132457" x="2819400" y="4470400"/>
          <p14:tracePt t="132478" x="2825750" y="4470400"/>
          <p14:tracePt t="132484" x="2832100" y="4470400"/>
          <p14:tracePt t="132499" x="2838450" y="4470400"/>
          <p14:tracePt t="132507" x="2844800" y="4470400"/>
          <p14:tracePt t="132521" x="2851150" y="4470400"/>
          <p14:tracePt t="132537" x="2870200" y="4464050"/>
          <p14:tracePt t="132554" x="2933700" y="4445000"/>
          <p14:tracePt t="132570" x="2959100" y="4438650"/>
          <p14:tracePt t="132587" x="3016250" y="4419600"/>
          <p14:tracePt t="132604" x="3136900" y="4387850"/>
          <p14:tracePt t="132620" x="3244850" y="4356100"/>
          <p14:tracePt t="132637" x="3302000" y="4349750"/>
          <p14:tracePt t="132653" x="3384550" y="4330700"/>
          <p14:tracePt t="132670" x="3441700" y="4318000"/>
          <p14:tracePt t="132689" x="3492500" y="4318000"/>
          <p14:tracePt t="132703" x="3511550" y="4318000"/>
          <p14:tracePt t="132720" x="3530600" y="4318000"/>
          <p14:tracePt t="132737" x="3536950" y="4311650"/>
          <p14:tracePt t="132770" x="3543300" y="4311650"/>
          <p14:tracePt t="132898" x="3536950" y="4311650"/>
          <p14:tracePt t="132997" x="3530600" y="4311650"/>
          <p14:tracePt t="133032" x="3524250" y="4311650"/>
          <p14:tracePt t="133038" x="3517900" y="4311650"/>
          <p14:tracePt t="133060" x="3511550" y="4311650"/>
          <p14:tracePt t="133068" x="3505200" y="4311650"/>
          <p14:tracePt t="133089" x="3498850" y="4311650"/>
          <p14:tracePt t="133104" x="3486150" y="4311650"/>
          <p14:tracePt t="133118" x="3422650" y="4311650"/>
          <p14:tracePt t="133135" x="3371850" y="4311650"/>
          <p14:tracePt t="133152" x="3194050" y="4311650"/>
          <p14:tracePt t="133168" x="3092450" y="4311650"/>
          <p14:tracePt t="133185" x="2730500" y="4311650"/>
          <p14:tracePt t="133201" x="2603500" y="4311650"/>
          <p14:tracePt t="133218" x="2501900" y="4311650"/>
          <p14:tracePt t="133235" x="2311400" y="4311650"/>
          <p14:tracePt t="133251" x="2184400" y="4305300"/>
          <p14:tracePt t="133268" x="2133600" y="4305300"/>
          <p14:tracePt t="133284" x="2063750" y="4298950"/>
          <p14:tracePt t="133301" x="2000250" y="4273550"/>
          <p14:tracePt t="133318" x="1974850" y="4267200"/>
          <p14:tracePt t="133334" x="1924050" y="4254500"/>
          <p14:tracePt t="133351" x="1873250" y="4254500"/>
          <p14:tracePt t="133368" x="1816100" y="4248150"/>
          <p14:tracePt t="133384" x="1784350" y="4248150"/>
          <p14:tracePt t="133401" x="1720850" y="4248150"/>
          <p14:tracePt t="133417" x="1644650" y="4248150"/>
          <p14:tracePt t="133434" x="1612900" y="4248150"/>
          <p14:tracePt t="133451" x="1587500" y="4248150"/>
          <p14:tracePt t="133467" x="1517650" y="4260850"/>
          <p14:tracePt t="133483" x="1504950" y="4267200"/>
          <p14:tracePt t="133500" x="1492250" y="4267200"/>
          <p14:tracePt t="133517" x="1479550" y="4273550"/>
          <p14:tracePt t="133534" x="1473200" y="4279900"/>
          <p14:tracePt t="133768" x="1479550" y="4279900"/>
          <p14:tracePt t="133788" x="1485900" y="4279900"/>
          <p14:tracePt t="133810" x="1492250" y="4279900"/>
          <p14:tracePt t="133837" x="1498600" y="4279900"/>
          <p14:tracePt t="133851" x="1511300" y="4279900"/>
          <p14:tracePt t="133859" x="1517650" y="4279900"/>
          <p14:tracePt t="133873" x="1543050" y="4286250"/>
          <p14:tracePt t="133882" x="1574800" y="4286250"/>
          <p14:tracePt t="133899" x="1619250" y="4292600"/>
          <p14:tracePt t="133915" x="1790700" y="4324350"/>
          <p14:tracePt t="133932" x="2076450" y="4356100"/>
          <p14:tracePt t="133949" x="2305050" y="4400550"/>
          <p14:tracePt t="133966" x="2851150" y="4476750"/>
          <p14:tracePt t="133982" x="3409950" y="4521200"/>
          <p14:tracePt t="133999" x="3854450" y="4533900"/>
          <p14:tracePt t="134015" x="3994150" y="4533900"/>
          <p14:tracePt t="134032" x="4235450" y="4508500"/>
          <p14:tracePt t="134049" x="4406900" y="4483100"/>
          <p14:tracePt t="134065" x="4476750" y="4464050"/>
          <p14:tracePt t="134082" x="4527550" y="4451350"/>
          <p14:tracePt t="134099" x="4603750" y="4425950"/>
          <p14:tracePt t="134114" x="4622800" y="4413250"/>
          <p14:tracePt t="134132" x="4641850" y="4406900"/>
          <p14:tracePt t="134148" x="4641850" y="4400550"/>
          <p14:tracePt t="134164" x="4654550" y="4387850"/>
          <p14:tracePt t="134182" x="4667250" y="4375150"/>
          <p14:tracePt t="134198" x="4673600" y="4375150"/>
          <p14:tracePt t="134214" x="4679950" y="4368800"/>
          <p14:tracePt t="134231" x="4679950" y="4356100"/>
          <p14:tracePt t="134248" x="4686300" y="4356100"/>
          <p14:tracePt t="134265" x="4692650" y="4349750"/>
          <p14:tracePt t="134297" x="4692650" y="4343400"/>
          <p14:tracePt t="134364" x="4699000" y="4337050"/>
          <p14:tracePt t="134420" x="4692650" y="4337050"/>
          <p14:tracePt t="134441" x="4686300" y="4337050"/>
          <p14:tracePt t="134469" x="4679950" y="4337050"/>
          <p14:tracePt t="134490" x="4673600" y="4337050"/>
          <p14:tracePt t="134511" x="4667250" y="4337050"/>
          <p14:tracePt t="134518" x="4660900" y="4337050"/>
          <p14:tracePt t="134539" x="4654550" y="4337050"/>
          <p14:tracePt t="134553" x="4648200" y="4337050"/>
          <p14:tracePt t="134574" x="4635500" y="4343400"/>
          <p14:tracePt t="134583" x="4616450" y="4343400"/>
          <p14:tracePt t="134596" x="4591050" y="4343400"/>
          <p14:tracePt t="134613" x="4552950" y="4343400"/>
          <p14:tracePt t="134631" x="4508500" y="4349750"/>
          <p14:tracePt t="134646" x="4489450" y="4349750"/>
          <p14:tracePt t="134663" x="4457700" y="4349750"/>
          <p14:tracePt t="134680" x="4438650" y="4356100"/>
          <p14:tracePt t="134696" x="4432300" y="4356100"/>
          <p14:tracePt t="134729" x="4425950" y="4356100"/>
          <p14:tracePt t="134784" x="4419600" y="4356100"/>
          <p14:tracePt t="134861" x="4419600" y="4362450"/>
          <p14:tracePt t="134883" x="4419600" y="4368800"/>
          <p14:tracePt t="134897" x="4413250" y="4375150"/>
          <p14:tracePt t="134910" x="4406900" y="4375150"/>
          <p14:tracePt t="134918" x="4400550" y="4381500"/>
          <p14:tracePt t="134939" x="4394200" y="4381500"/>
          <p14:tracePt t="135626" x="4387850" y="4381500"/>
          <p14:tracePt t="135633" x="4381500" y="4381500"/>
          <p14:tracePt t="135642" x="4368800" y="4381500"/>
          <p14:tracePt t="135659" x="4349750" y="4381500"/>
          <p14:tracePt t="135676" x="4298950" y="4381500"/>
          <p14:tracePt t="135693" x="4260850" y="4381500"/>
          <p14:tracePt t="135710" x="4095750" y="4381500"/>
          <p14:tracePt t="135726" x="4006850" y="4381500"/>
          <p14:tracePt t="135742" x="3930650" y="4381500"/>
          <p14:tracePt t="135759" x="3740150" y="4368800"/>
          <p14:tracePt t="135776" x="3562350" y="4368800"/>
          <p14:tracePt t="135795" x="3352800" y="4337050"/>
          <p14:tracePt t="135809" x="3238500" y="4330700"/>
          <p14:tracePt t="135825" x="3022600" y="4298950"/>
          <p14:tracePt t="135843" x="2933700" y="4286250"/>
          <p14:tracePt t="135858" x="2774950" y="4248150"/>
          <p14:tracePt t="135875" x="2628900" y="4229100"/>
          <p14:tracePt t="135893" x="2489200" y="4210050"/>
          <p14:tracePt t="135909" x="2419350" y="4203700"/>
          <p14:tracePt t="135925" x="2317750" y="4203700"/>
          <p14:tracePt t="135942" x="2266950" y="4210050"/>
          <p14:tracePt t="135958" x="2247900" y="4216400"/>
          <p14:tracePt t="135975" x="2228850" y="4216400"/>
          <p14:tracePt t="135992" x="2165350" y="4222750"/>
          <p14:tracePt t="136008" x="2133600" y="4222750"/>
          <p14:tracePt t="136025" x="2095500" y="4229100"/>
          <p14:tracePt t="136041" x="2063750" y="4241800"/>
          <p14:tracePt t="136058" x="2012950" y="4260850"/>
          <p14:tracePt t="136075" x="1930400" y="4279900"/>
          <p14:tracePt t="136091" x="1898650" y="4286250"/>
          <p14:tracePt t="136109" x="1841500" y="4298950"/>
          <p14:tracePt t="136125" x="1809750" y="4311650"/>
          <p14:tracePt t="136141" x="1797050" y="4318000"/>
          <p14:tracePt t="136158" x="1778000" y="4318000"/>
          <p14:tracePt t="136174" x="1771650" y="4318000"/>
          <p14:tracePt t="136191" x="1765300" y="4318000"/>
          <p14:tracePt t="136208" x="1758950" y="4318000"/>
          <p14:tracePt t="136224" x="1746250" y="4318000"/>
          <p14:tracePt t="136241" x="1739900" y="4318000"/>
          <p14:tracePt t="136258" x="1720850" y="4318000"/>
          <p14:tracePt t="136274" x="1708150" y="4311650"/>
          <p14:tracePt t="136293" x="1695450" y="4311650"/>
          <p14:tracePt t="136307" x="1689100" y="4311650"/>
          <p14:tracePt t="136324" x="1682750" y="4311650"/>
          <p14:tracePt t="136341" x="1670050" y="4298950"/>
          <p14:tracePt t="136383" x="1663700" y="4298950"/>
          <p14:tracePt t="136404" x="1657350" y="4292600"/>
          <p14:tracePt t="136432" x="1651000" y="4292600"/>
          <p14:tracePt t="136453" x="1644650" y="4286250"/>
          <p14:tracePt t="136474" x="1644650" y="4279900"/>
          <p14:tracePt t="136502" x="1638300" y="4279900"/>
          <p14:tracePt t="136551" x="1638300" y="4273550"/>
          <p14:tracePt t="136607" x="1644650" y="4273550"/>
          <p14:tracePt t="136614" x="1644650" y="4267200"/>
          <p14:tracePt t="136622" x="1651000" y="4267200"/>
          <p14:tracePt t="136664" x="1657350" y="4267200"/>
          <p14:tracePt t="136685" x="1663700" y="4267200"/>
          <p14:tracePt t="136713" x="1670050" y="4267200"/>
          <p14:tracePt t="136755" x="1676400" y="4267200"/>
          <p14:tracePt t="136797" x="1682750" y="4267200"/>
          <p14:tracePt t="136824" x="1695450" y="4267200"/>
          <p14:tracePt t="136853" x="1701800" y="4267200"/>
          <p14:tracePt t="136888" x="1708150" y="4267200"/>
          <p14:tracePt t="136923" x="1714500" y="4267200"/>
          <p14:tracePt t="136965" x="1720850" y="4267200"/>
          <p14:tracePt t="136973" x="1727200" y="4267200"/>
          <p14:tracePt t="138374" x="1727200" y="4273550"/>
          <p14:tracePt t="138388" x="1727200" y="4279900"/>
          <p14:tracePt t="138409" x="1727200" y="4286250"/>
          <p14:tracePt t="138418" x="1727200" y="4298950"/>
          <p14:tracePt t="138430" x="1727200" y="4311650"/>
          <p14:tracePt t="138437" x="1727200" y="4330700"/>
          <p14:tracePt t="138450" x="1727200" y="4356100"/>
          <p14:tracePt t="138467" x="1714500" y="4413250"/>
          <p14:tracePt t="138483" x="1708150" y="4438650"/>
          <p14:tracePt t="138500" x="1689100" y="4521200"/>
          <p14:tracePt t="138516" x="1676400" y="4572000"/>
          <p14:tracePt t="138533" x="1657350" y="4597400"/>
          <p14:tracePt t="138550" x="1644650" y="4622800"/>
          <p14:tracePt t="138566" x="1638300" y="4635500"/>
          <p14:tracePt t="138583" x="1638300" y="4641850"/>
          <p14:tracePt t="138599" x="1625600" y="4654550"/>
          <p14:tracePt t="138616" x="1625600" y="4660900"/>
          <p14:tracePt t="138633" x="1619250" y="4673600"/>
          <p14:tracePt t="138649" x="1619250" y="4679950"/>
          <p14:tracePt t="138665" x="1619250" y="4686300"/>
          <p14:tracePt t="141424" x="1625600" y="4686300"/>
          <p14:tracePt t="141431" x="1625600" y="4679950"/>
          <p14:tracePt t="141444" x="1631950" y="4679950"/>
          <p14:tracePt t="141456" x="1644650" y="4673600"/>
          <p14:tracePt t="141473" x="1657350" y="4660900"/>
          <p14:tracePt t="141489" x="1670050" y="4654550"/>
          <p14:tracePt t="141506" x="1676400" y="4648200"/>
          <p14:tracePt t="141522" x="1689100" y="4635500"/>
          <p14:tracePt t="141540" x="1695450" y="4622800"/>
          <p14:tracePt t="141556" x="1708150" y="4603750"/>
          <p14:tracePt t="141573" x="1727200" y="4572000"/>
          <p14:tracePt t="141589" x="1739900" y="4552950"/>
          <p14:tracePt t="141606" x="1771650" y="4508500"/>
          <p14:tracePt t="141622" x="1803400" y="4457700"/>
          <p14:tracePt t="141639" x="1822450" y="4425950"/>
          <p14:tracePt t="141656" x="1866900" y="4362450"/>
          <p14:tracePt t="141672" x="1905000" y="4286250"/>
          <p14:tracePt t="141689" x="1924050" y="4254500"/>
          <p14:tracePt t="141705" x="1968500" y="4152900"/>
          <p14:tracePt t="141722" x="1993900" y="4095750"/>
          <p14:tracePt t="141739" x="2108200" y="3854450"/>
          <p14:tracePt t="141755" x="2146300" y="3771900"/>
          <p14:tracePt t="141772" x="2178050" y="3670300"/>
          <p14:tracePt t="141789" x="2273300" y="3473450"/>
          <p14:tracePt t="141805" x="2336800" y="3276600"/>
          <p14:tracePt t="141821" x="2362200" y="3194050"/>
          <p14:tracePt t="141838" x="2406650" y="3022600"/>
          <p14:tracePt t="141855" x="2425700" y="2832100"/>
          <p14:tracePt t="141873" x="2457450" y="2616200"/>
          <p14:tracePt t="141888" x="2463800" y="2527300"/>
          <p14:tracePt t="141904" x="2508250" y="2355850"/>
          <p14:tracePt t="141922" x="2533650" y="2235200"/>
          <p14:tracePt t="141938" x="2552700" y="2190750"/>
          <p14:tracePt t="141954" x="2565400" y="2133600"/>
          <p14:tracePt t="141972" x="2565400" y="2101850"/>
          <p14:tracePt t="141988" x="2571750" y="2089150"/>
          <p14:tracePt t="142004" x="2571750" y="2082800"/>
          <p14:tracePt t="142021" x="2584450" y="2057400"/>
          <p14:tracePt t="142037" x="2584450" y="2051050"/>
          <p14:tracePt t="142057" x="2590800" y="2044700"/>
          <p14:tracePt t="142071" x="2590800" y="2038350"/>
          <p14:tracePt t="142087" x="2590800" y="2032000"/>
          <p14:tracePt t="142104" x="2590800" y="2019300"/>
          <p14:tracePt t="142120" x="2590800" y="2012950"/>
          <p14:tracePt t="142137" x="2597150" y="1981200"/>
          <p14:tracePt t="142154" x="2603500" y="1955800"/>
          <p14:tracePt t="142170" x="2603500" y="1943100"/>
          <p14:tracePt t="142188" x="2603500" y="1930400"/>
          <p14:tracePt t="142203" x="2590800" y="1905000"/>
          <p14:tracePt t="142220" x="2590800" y="1898650"/>
          <p14:tracePt t="142237" x="2590800" y="1873250"/>
          <p14:tracePt t="142253" x="2584450" y="1854200"/>
          <p14:tracePt t="142270" x="2584450" y="1841500"/>
          <p14:tracePt t="142287" x="2584450" y="1816100"/>
          <p14:tracePt t="142303" x="2584450" y="1790700"/>
          <p14:tracePt t="142320" x="2590800" y="1790700"/>
          <p14:tracePt t="142336" x="2590800" y="1778000"/>
          <p14:tracePt t="142364" x="2597150" y="1771650"/>
          <p14:tracePt t="142504" x="2597150" y="1778000"/>
          <p14:tracePt t="142552" x="2597150" y="1784350"/>
          <p14:tracePt t="143688" x="2597150" y="1797050"/>
          <p14:tracePt t="143694" x="2597150" y="1816100"/>
          <p14:tracePt t="143709" x="2609850" y="1841500"/>
          <p14:tracePt t="143718" x="2609850" y="1854200"/>
          <p14:tracePt t="143732" x="2616200" y="1866900"/>
          <p14:tracePt t="143748" x="2616200" y="1892300"/>
          <p14:tracePt t="143765" x="2622550" y="1917700"/>
          <p14:tracePt t="143781" x="2622550" y="1924050"/>
          <p14:tracePt t="143798" x="2622550" y="1949450"/>
          <p14:tracePt t="143815" x="2622550" y="1974850"/>
          <p14:tracePt t="143832" x="2622550" y="1993900"/>
          <p14:tracePt t="143849" x="2622550" y="2032000"/>
          <p14:tracePt t="143864" x="2609850" y="2063750"/>
          <p14:tracePt t="143881" x="2609850" y="2076450"/>
          <p14:tracePt t="143898" x="2609850" y="2089150"/>
          <p14:tracePt t="143915" x="2609850" y="2095500"/>
          <p14:tracePt t="143931" x="2609850" y="2101850"/>
          <p14:tracePt t="143948" x="2609850" y="2108200"/>
          <p14:tracePt t="143968" x="2609850" y="2114550"/>
          <p14:tracePt t="144059" x="2609850" y="2120900"/>
          <p14:tracePt t="144129" x="2609850" y="2127250"/>
          <p14:tracePt t="144227" x="2609850" y="2120900"/>
          <p14:tracePt t="144255" x="2609850" y="2114550"/>
          <p14:tracePt t="144276" x="2609850" y="2108200"/>
          <p14:tracePt t="144283" x="2609850" y="2101850"/>
          <p14:tracePt t="144304" x="2597150" y="2089150"/>
          <p14:tracePt t="144326" x="2565400" y="2082800"/>
          <p14:tracePt t="144340" x="2552700" y="2076450"/>
          <p14:tracePt t="144349" x="2533650" y="2070100"/>
          <p14:tracePt t="144363" x="2508250" y="2063750"/>
          <p14:tracePt t="144379" x="2457450" y="2044700"/>
          <p14:tracePt t="144396" x="2406650" y="2019300"/>
          <p14:tracePt t="144413" x="2381250" y="2012950"/>
          <p14:tracePt t="144430" x="2330450" y="1993900"/>
          <p14:tracePt t="144446" x="2286000" y="1974850"/>
          <p14:tracePt t="144462" x="2266950" y="1974850"/>
          <p14:tracePt t="144479" x="2235200" y="1968500"/>
          <p14:tracePt t="144495" x="2203450" y="1968500"/>
          <p14:tracePt t="144512" x="2190750" y="1968500"/>
          <p14:tracePt t="144529" x="2159000" y="1981200"/>
          <p14:tracePt t="144545" x="2152650" y="1981200"/>
          <p14:tracePt t="144562" x="2139950" y="1993900"/>
          <p14:tracePt t="144579" x="2120900" y="2000250"/>
          <p14:tracePt t="144595" x="2114550" y="2006600"/>
          <p14:tracePt t="144612" x="2108200" y="2006600"/>
          <p14:tracePt t="144628" x="2101850" y="2006600"/>
          <p14:tracePt t="144676" x="2095500" y="2012950"/>
          <p14:tracePt t="144746" x="2089150" y="2012950"/>
          <p14:tracePt t="144773" x="2082800" y="2012950"/>
          <p14:tracePt t="144795" x="2070100" y="2012950"/>
          <p14:tracePt t="144809" x="2070100" y="2019300"/>
          <p14:tracePt t="144816" x="2063750" y="2019300"/>
          <p14:tracePt t="144837" x="2051050" y="2025650"/>
          <p14:tracePt t="144847" x="2044700" y="2025650"/>
          <p14:tracePt t="144861" x="2025650" y="2025650"/>
          <p14:tracePt t="144878" x="2012950" y="2032000"/>
          <p14:tracePt t="144894" x="1987550" y="2044700"/>
          <p14:tracePt t="144911" x="1955800" y="2051050"/>
          <p14:tracePt t="144928" x="1917700" y="2063750"/>
          <p14:tracePt t="144944" x="1905000" y="2070100"/>
          <p14:tracePt t="144961" x="1885950" y="2070100"/>
          <p14:tracePt t="144978" x="1860550" y="2076450"/>
          <p14:tracePt t="144994" x="1841500" y="2082800"/>
          <p14:tracePt t="145011" x="1822450" y="2082800"/>
          <p14:tracePt t="145027" x="1803400" y="2082800"/>
          <p14:tracePt t="145044" x="1797050" y="2082800"/>
          <p14:tracePt t="145062" x="1784350" y="2089150"/>
          <p14:tracePt t="145077" x="1778000" y="2089150"/>
          <p14:tracePt t="145094" x="1771650" y="2089150"/>
          <p14:tracePt t="145126" x="1758950" y="2089150"/>
          <p14:tracePt t="145160" x="1752600" y="2089150"/>
          <p14:tracePt t="145177" x="1746250" y="2089150"/>
          <p14:tracePt t="145193" x="1739900" y="2089150"/>
          <p14:tracePt t="145210" x="1733550" y="2089150"/>
          <p14:tracePt t="145226" x="1727200" y="2089150"/>
          <p14:tracePt t="145243" x="1708150" y="2082800"/>
          <p14:tracePt t="145260" x="1689100" y="2076450"/>
          <p14:tracePt t="145277" x="1682750" y="2076450"/>
          <p14:tracePt t="145293" x="1670050" y="2070100"/>
          <p14:tracePt t="145309" x="1657350" y="2070100"/>
          <p14:tracePt t="145326" x="1651000" y="2070100"/>
          <p14:tracePt t="145343" x="1644650" y="2063750"/>
          <p14:tracePt t="145405" x="1638300" y="2063750"/>
          <p14:tracePt t="145440" x="1631950" y="2057400"/>
          <p14:tracePt t="145559" x="1631950" y="2051050"/>
          <p14:tracePt t="145588" x="1638300" y="2051050"/>
          <p14:tracePt t="145615" x="1644650" y="2044700"/>
          <p14:tracePt t="145629" x="1651000" y="2044700"/>
          <p14:tracePt t="145637" x="1657350" y="2044700"/>
          <p14:tracePt t="145659" x="1670050" y="2038350"/>
          <p14:tracePt t="145672" x="1676400" y="2038350"/>
          <p14:tracePt t="145679" x="1689100" y="2032000"/>
          <p14:tracePt t="145691" x="1708150" y="2025650"/>
          <p14:tracePt t="145708" x="1746250" y="2019300"/>
          <p14:tracePt t="145725" x="1771650" y="2019300"/>
          <p14:tracePt t="145742" x="1816100" y="2006600"/>
          <p14:tracePt t="145758" x="1879600" y="1993900"/>
          <p14:tracePt t="145774" x="1905000" y="1987550"/>
          <p14:tracePt t="145791" x="1962150" y="1981200"/>
          <p14:tracePt t="145808" x="1993900" y="1981200"/>
          <p14:tracePt t="145824" x="2051050" y="1981200"/>
          <p14:tracePt t="145841" x="2095500" y="1981200"/>
          <p14:tracePt t="145857" x="2120900" y="1981200"/>
          <p14:tracePt t="145875" x="2152650" y="1981200"/>
          <p14:tracePt t="145891" x="2171700" y="1987550"/>
          <p14:tracePt t="145907" x="2184400" y="1987550"/>
          <p14:tracePt t="145924" x="2190750" y="1993900"/>
          <p14:tracePt t="145941" x="2203450" y="1993900"/>
          <p14:tracePt t="145957" x="2209800" y="1993900"/>
          <p14:tracePt t="145974" x="2216150" y="1993900"/>
          <p14:tracePt t="145990" x="2222500" y="1993900"/>
          <p14:tracePt t="146057" x="2222500" y="2000250"/>
          <p14:tracePt t="146078" x="2216150" y="2006600"/>
          <p14:tracePt t="146120" x="2209800" y="2006600"/>
          <p14:tracePt t="146141" x="2203450" y="2006600"/>
          <p14:tracePt t="146148" x="2197100" y="2006600"/>
          <p14:tracePt t="146163" x="2190750" y="2006600"/>
          <p14:tracePt t="146173" x="2184400" y="2006600"/>
          <p14:tracePt t="146190" x="2165350" y="2006600"/>
          <p14:tracePt t="146206" x="2139950" y="2006600"/>
          <p14:tracePt t="146223" x="2095500" y="2006600"/>
          <p14:tracePt t="146240" x="2019300" y="2006600"/>
          <p14:tracePt t="146256" x="1974850" y="2019300"/>
          <p14:tracePt t="146273" x="1911350" y="2019300"/>
          <p14:tracePt t="146290" x="1866900" y="2025650"/>
          <p14:tracePt t="146306" x="1847850" y="2025650"/>
          <p14:tracePt t="146323" x="1822450" y="2025650"/>
          <p14:tracePt t="146339" x="1809750" y="2025650"/>
          <p14:tracePt t="146443" x="1816100" y="2025650"/>
          <p14:tracePt t="146450" x="1822450" y="2025650"/>
          <p14:tracePt t="146458" x="1828800" y="2025650"/>
          <p14:tracePt t="146478" x="1835150" y="2025650"/>
          <p14:tracePt t="146513" x="1841500" y="2025650"/>
          <p14:tracePt t="146527" x="1847850" y="2025650"/>
          <p14:tracePt t="146541" x="1854200" y="2025650"/>
          <p14:tracePt t="146548" x="1866900" y="2025650"/>
          <p14:tracePt t="146562" x="1879600" y="2025650"/>
          <p14:tracePt t="146571" x="1892300" y="2025650"/>
          <p14:tracePt t="146588" x="1917700" y="2025650"/>
          <p14:tracePt t="146605" x="1974850" y="2025650"/>
          <p14:tracePt t="146621" x="2044700" y="2025650"/>
          <p14:tracePt t="146638" x="2082800" y="2025650"/>
          <p14:tracePt t="146654" x="2139950" y="2012950"/>
          <p14:tracePt t="146671" x="2197100" y="2012950"/>
          <p14:tracePt t="146688" x="2222500" y="2006600"/>
          <p14:tracePt t="146704" x="2254250" y="2006600"/>
          <p14:tracePt t="146721" x="2266950" y="2006600"/>
          <p14:tracePt t="146738" x="2279650" y="2006600"/>
          <p14:tracePt t="146771" x="2286000" y="2006600"/>
          <p14:tracePt t="146788" x="2292350" y="2012950"/>
          <p14:tracePt t="146807" x="2298700" y="2012950"/>
          <p14:tracePt t="146829" x="2298700" y="2019300"/>
          <p14:tracePt t="146849" x="2298700" y="2025650"/>
          <p14:tracePt t="146878" x="2298700" y="2032000"/>
          <p14:tracePt t="146899" x="2298700" y="2038350"/>
          <p14:tracePt t="146948" x="2298700" y="2051050"/>
          <p14:tracePt t="146969" x="2292350" y="2051050"/>
          <p14:tracePt t="146983" x="2292350" y="2057400"/>
          <p14:tracePt t="146990" x="2286000" y="2070100"/>
          <p14:tracePt t="147006" x="2279650" y="2082800"/>
          <p14:tracePt t="147020" x="2266950" y="2127250"/>
          <p14:tracePt t="147037" x="2260600" y="2152650"/>
          <p14:tracePt t="147054" x="2241550" y="2203450"/>
          <p14:tracePt t="147070" x="2228850" y="2247900"/>
          <p14:tracePt t="147087" x="2203450" y="2305050"/>
          <p14:tracePt t="147103" x="2190750" y="2374900"/>
          <p14:tracePt t="147120" x="2171700" y="2406650"/>
          <p14:tracePt t="147137" x="2146300" y="2495550"/>
          <p14:tracePt t="147153" x="2120900" y="2616200"/>
          <p14:tracePt t="147170" x="2108200" y="2667000"/>
          <p14:tracePt t="147187" x="2082800" y="2774950"/>
          <p14:tracePt t="147203" x="2057400" y="2882900"/>
          <p14:tracePt t="147220" x="2038350" y="2940050"/>
          <p14:tracePt t="147236" x="2000250" y="3048000"/>
          <p14:tracePt t="147253" x="1955800" y="3149600"/>
          <p14:tracePt t="147270" x="1898650" y="3257550"/>
          <p14:tracePt t="147285" x="1873250" y="3314700"/>
          <p14:tracePt t="147302" x="1841500" y="3390900"/>
          <p14:tracePt t="147320" x="1816100" y="3441700"/>
          <p14:tracePt t="147335" x="1809750" y="3473450"/>
          <p14:tracePt t="147352" x="1797050" y="3524250"/>
          <p14:tracePt t="147369" x="1797050" y="3568700"/>
          <p14:tracePt t="147823" x="1778000" y="3638550"/>
          <p14:tracePt t="147830" x="1739900" y="3721100"/>
          <p14:tracePt t="147844" x="1708150" y="3816350"/>
          <p14:tracePt t="147854" x="1663700" y="3917950"/>
          <p14:tracePt t="147867" x="1631950" y="4013200"/>
          <p14:tracePt t="147884" x="1574800" y="4171950"/>
          <p14:tracePt t="147901" x="1517650" y="4273550"/>
          <p14:tracePt t="147917" x="1498600" y="4292600"/>
          <p14:tracePt t="147934" x="1485900" y="4318000"/>
          <p14:tracePt t="147951" x="1447800" y="4362450"/>
          <p14:tracePt t="147967" x="1441450" y="4375150"/>
          <p14:tracePt t="147984" x="1428750" y="4381500"/>
          <p14:tracePt t="148000" x="1428750" y="4387850"/>
          <p14:tracePt t="148016" x="1422400" y="4394200"/>
          <p14:tracePt t="148034" x="1422400" y="4406900"/>
          <p14:tracePt t="148050" x="1416050" y="4406900"/>
          <p14:tracePt t="148085" x="1409700" y="4413250"/>
          <p14:tracePt t="148104" x="1403350" y="4419600"/>
          <p14:tracePt t="148116" x="1403350" y="4425950"/>
          <p14:tracePt t="148133" x="1390650" y="4445000"/>
          <p14:tracePt t="148150" x="1390650" y="4451350"/>
          <p14:tracePt t="148167" x="1365250" y="4489450"/>
          <p14:tracePt t="148183" x="1346200" y="4527550"/>
          <p14:tracePt t="148200" x="1333500" y="4552950"/>
          <p14:tracePt t="148216" x="1282700" y="4616450"/>
          <p14:tracePt t="148233" x="1257300" y="4648200"/>
          <p14:tracePt t="148251" x="1244600" y="4686300"/>
          <p14:tracePt t="148266" x="1244600" y="4699000"/>
          <p14:tracePt t="148283" x="1238250" y="4705350"/>
          <p14:tracePt t="148412" x="1244600" y="4705350"/>
          <p14:tracePt t="148433" x="1250950" y="4705350"/>
          <p14:tracePt t="148454" x="1257300" y="4705350"/>
          <p14:tracePt t="148461" x="1263650" y="4705350"/>
          <p14:tracePt t="148475" x="1270000" y="4705350"/>
          <p14:tracePt t="148485" x="1276350" y="4705350"/>
          <p14:tracePt t="148498" x="1282700" y="4699000"/>
          <p14:tracePt t="148515" x="1301750" y="4692650"/>
          <p14:tracePt t="148532" x="1352550" y="4679950"/>
          <p14:tracePt t="148548" x="1384300" y="4667250"/>
          <p14:tracePt t="148565" x="1422400" y="4660900"/>
          <p14:tracePt t="148582" x="1536700" y="4629150"/>
          <p14:tracePt t="148598" x="1568450" y="4622800"/>
          <p14:tracePt t="148615" x="1619250" y="4610100"/>
          <p14:tracePt t="148631" x="1631950" y="4610100"/>
          <p14:tracePt t="148648" x="1651000" y="4603750"/>
          <p14:tracePt t="148665" x="1651000" y="4597400"/>
          <p14:tracePt t="148735" x="1651000" y="4603750"/>
          <p14:tracePt t="148783" x="1644650" y="4603750"/>
          <p14:tracePt t="148791" x="1638300" y="4603750"/>
          <p14:tracePt t="148805" x="1631950" y="4603750"/>
          <p14:tracePt t="148813" x="1625600" y="4603750"/>
          <p14:tracePt t="148830" x="1619250" y="4603750"/>
          <p14:tracePt t="148847" x="1612900" y="4610100"/>
          <p14:tracePt t="148864" x="1581150" y="4616450"/>
          <p14:tracePt t="148881" x="1549400" y="4616450"/>
          <p14:tracePt t="148897" x="1466850" y="4635500"/>
          <p14:tracePt t="148914" x="1428750" y="4641850"/>
          <p14:tracePt t="148931" x="1257300" y="4673600"/>
          <p14:tracePt t="148947" x="1206500" y="4673600"/>
          <p14:tracePt t="148963" x="1162050" y="4679950"/>
          <p14:tracePt t="148980" x="1092200" y="4692650"/>
          <p14:tracePt t="148997" x="1047750" y="4705350"/>
          <p14:tracePt t="149013" x="1035050" y="4718050"/>
          <p14:tracePt t="149030" x="1022350" y="4718050"/>
          <p14:tracePt t="149047" x="1016000" y="4724400"/>
          <p14:tracePt t="149066" x="1009650" y="4724400"/>
          <p14:tracePt t="149079" x="1003300" y="4724400"/>
          <p14:tracePt t="150023" x="1003300" y="4743450"/>
          <p14:tracePt t="150037" x="996950" y="4756150"/>
          <p14:tracePt t="150045" x="984250" y="4787900"/>
          <p14:tracePt t="150059" x="965200" y="4819650"/>
          <p14:tracePt t="150076" x="958850" y="4832350"/>
          <p14:tracePt t="150093" x="939800" y="4889500"/>
          <p14:tracePt t="150110" x="933450" y="4895850"/>
          <p14:tracePt t="150126" x="927100" y="4895850"/>
          <p14:tracePt t="150254" x="920750" y="4895850"/>
          <p14:tracePt t="150387" x="920750" y="4889500"/>
          <p14:tracePt t="150479" x="927100" y="4883150"/>
          <p14:tracePt t="150514" x="933450" y="4876800"/>
          <p14:tracePt t="150548" x="939800" y="4870450"/>
          <p14:tracePt t="150577" x="939800" y="4864100"/>
          <p14:tracePt t="150583" x="946150" y="4864100"/>
          <p14:tracePt t="150605" x="946150" y="4857750"/>
          <p14:tracePt t="150626" x="946150" y="4851400"/>
          <p14:tracePt t="150639" x="946150" y="4845050"/>
          <p14:tracePt t="150654" x="946150" y="4838700"/>
          <p14:tracePt t="150675" x="946150" y="4826000"/>
          <p14:tracePt t="150689" x="939800" y="4819650"/>
          <p14:tracePt t="150696" x="927100" y="4806950"/>
          <p14:tracePt t="150711" x="914400" y="4794250"/>
          <p14:tracePt t="150724" x="869950" y="4762500"/>
          <p14:tracePt t="150740" x="844550" y="4743450"/>
          <p14:tracePt t="150757" x="819150" y="4724400"/>
          <p14:tracePt t="150774" x="749300" y="4679950"/>
          <p14:tracePt t="150790" x="698500" y="4641850"/>
          <p14:tracePt t="150808" x="654050" y="4629150"/>
          <p14:tracePt t="150824" x="641350" y="4616450"/>
          <p14:tracePt t="150841" x="622300" y="4610100"/>
          <p14:tracePt t="150857" x="615950" y="4610100"/>
          <p14:tracePt t="150873" x="609600" y="4610100"/>
          <p14:tracePt t="151299" x="609600" y="4603750"/>
          <p14:tracePt t="151306" x="615950" y="4603750"/>
          <p14:tracePt t="151327" x="628650" y="4603750"/>
          <p14:tracePt t="151341" x="635000" y="4597400"/>
          <p14:tracePt t="151348" x="660400" y="4591050"/>
          <p14:tracePt t="151358" x="698500" y="4591050"/>
          <p14:tracePt t="151371" x="742950" y="4584700"/>
          <p14:tracePt t="151388" x="806450" y="4578350"/>
          <p14:tracePt t="151405" x="990600" y="4546600"/>
          <p14:tracePt t="151421" x="1244600" y="4514850"/>
          <p14:tracePt t="151440" x="1612900" y="4464050"/>
          <p14:tracePt t="151455" x="1835150" y="4438650"/>
          <p14:tracePt t="151471" x="2330450" y="4349750"/>
          <p14:tracePt t="151488" x="2838450" y="4241800"/>
          <p14:tracePt t="151505" x="3067050" y="4184650"/>
          <p14:tracePt t="151521" x="3473450" y="4089400"/>
          <p14:tracePt t="151538" x="3784600" y="4006850"/>
          <p14:tracePt t="151555" x="3905250" y="3975100"/>
          <p14:tracePt t="151572" x="4121150" y="3911600"/>
          <p14:tracePt t="151588" x="4318000" y="3848100"/>
          <p14:tracePt t="151604" x="4413250" y="3829050"/>
          <p14:tracePt t="151621" x="4546600" y="3778250"/>
          <p14:tracePt t="151637" x="4641850" y="3746500"/>
          <p14:tracePt t="151654" x="4673600" y="3740150"/>
          <p14:tracePt t="151671" x="4724400" y="3721100"/>
          <p14:tracePt t="151687" x="4730750" y="3721100"/>
          <p14:tracePt t="151704" x="4743450" y="3721100"/>
          <p14:tracePt t="151721" x="4737100" y="3721100"/>
          <p14:tracePt t="151737" x="4730750" y="3721100"/>
          <p14:tracePt t="151754" x="4711700" y="3733800"/>
          <p14:tracePt t="151771" x="4699000" y="3740150"/>
          <p14:tracePt t="151788" x="4686300" y="3746500"/>
          <p14:tracePt t="151804" x="4597400" y="3797300"/>
          <p14:tracePt t="151820" x="4445000" y="3867150"/>
          <p14:tracePt t="151837" x="4356100" y="3911600"/>
          <p14:tracePt t="151854" x="4121150" y="4019550"/>
          <p14:tracePt t="151870" x="3930650" y="4108450"/>
          <p14:tracePt t="151888" x="3784600" y="4191000"/>
          <p14:tracePt t="151903" x="3714750" y="4241800"/>
          <p14:tracePt t="151920" x="3587750" y="4305300"/>
          <p14:tracePt t="151937" x="3498850" y="4349750"/>
          <p14:tracePt t="151953" x="3441700" y="4368800"/>
          <p14:tracePt t="151970" x="3409950" y="4387850"/>
          <p14:tracePt t="151987" x="3321050" y="4406900"/>
          <p14:tracePt t="152003" x="3295650" y="4406900"/>
          <p14:tracePt t="152020" x="3270250" y="4406900"/>
          <p14:tracePt t="152036" x="3219450" y="4400550"/>
          <p14:tracePt t="152053" x="3187700" y="4394200"/>
          <p14:tracePt t="152070" x="3143250" y="4375150"/>
          <p14:tracePt t="152086" x="3117850" y="4356100"/>
          <p14:tracePt t="152103" x="3022600" y="4337050"/>
          <p14:tracePt t="152120" x="2914650" y="4330700"/>
          <p14:tracePt t="152136" x="2863850" y="4324350"/>
          <p14:tracePt t="152152" x="2743200" y="4305300"/>
          <p14:tracePt t="152169" x="2660650" y="4286250"/>
          <p14:tracePt t="152186" x="2628900" y="4279900"/>
          <p14:tracePt t="152203" x="2578100" y="4260850"/>
          <p14:tracePt t="152219" x="2565400" y="4254500"/>
          <p14:tracePt t="152235" x="2552700" y="4248150"/>
          <p14:tracePt t="152252" x="2533650" y="4248150"/>
          <p14:tracePt t="152336" x="2540000" y="4248150"/>
          <p14:tracePt t="152350" x="2546350" y="4248150"/>
          <p14:tracePt t="152357" x="2559050" y="4254500"/>
          <p14:tracePt t="152371" x="2565400" y="4254500"/>
          <p14:tracePt t="152385" x="2584450" y="4254500"/>
          <p14:tracePt t="152401" x="2590800" y="4260850"/>
          <p14:tracePt t="152418" x="2609850" y="4260850"/>
          <p14:tracePt t="152435" x="2641600" y="4267200"/>
          <p14:tracePt t="152451" x="2711450" y="4267200"/>
          <p14:tracePt t="152468" x="2749550" y="4267200"/>
          <p14:tracePt t="152484" x="2851150" y="4267200"/>
          <p14:tracePt t="152501" x="2952750" y="4267200"/>
          <p14:tracePt t="152519" x="3035300" y="4267200"/>
          <p14:tracePt t="152534" x="3060700" y="4267200"/>
          <p14:tracePt t="152551" x="3098800" y="4260850"/>
          <p14:tracePt t="152568" x="3105150" y="4260850"/>
          <p14:tracePt t="152601" x="3098800" y="4260850"/>
          <p14:tracePt t="152617" x="3073400" y="4267200"/>
          <p14:tracePt t="152634" x="3060700" y="4273550"/>
          <p14:tracePt t="152652" x="3022600" y="4286250"/>
          <p14:tracePt t="152667" x="2927350" y="4311650"/>
          <p14:tracePt t="152684" x="2863850" y="4318000"/>
          <p14:tracePt t="152701" x="2717800" y="4337050"/>
          <p14:tracePt t="152717" x="2641600" y="4349750"/>
          <p14:tracePt t="152734" x="2470150" y="4368800"/>
          <p14:tracePt t="152750" x="2393950" y="4375150"/>
          <p14:tracePt t="152767" x="2374900" y="4375150"/>
          <p14:tracePt t="152783" x="2355850" y="4381500"/>
          <p14:tracePt t="152813" x="2355850" y="4387850"/>
          <p14:tracePt t="152820" x="2355850" y="4394200"/>
          <p14:tracePt t="152841" x="2362200" y="4394200"/>
          <p14:tracePt t="152850" x="2368550" y="4394200"/>
          <p14:tracePt t="152866" x="2381250" y="4394200"/>
          <p14:tracePt t="152884" x="2406650" y="4387850"/>
          <p14:tracePt t="152900" x="2432050" y="4381500"/>
          <p14:tracePt t="152916" x="2444750" y="4381500"/>
          <p14:tracePt t="152933" x="2482850" y="4381500"/>
          <p14:tracePt t="152950" x="2501900" y="4381500"/>
          <p14:tracePt t="152967" x="2622550" y="4368800"/>
          <p14:tracePt t="152983" x="2679700" y="4349750"/>
          <p14:tracePt t="153000" x="2743200" y="4337050"/>
          <p14:tracePt t="153016" x="2870200" y="4298950"/>
          <p14:tracePt t="153033" x="2990850" y="4260850"/>
          <p14:tracePt t="153036" x="3022600" y="4248150"/>
          <p14:tracePt t="153066" x="3060700" y="4235450"/>
          <p14:tracePt t="153083" x="3073400" y="4222750"/>
          <p14:tracePt t="153100" x="3079750" y="4210050"/>
          <p14:tracePt t="153143" x="3079750" y="4203700"/>
          <p14:tracePt t="153163" x="3073400" y="4203700"/>
          <p14:tracePt t="153171" x="3067050" y="4203700"/>
          <p14:tracePt t="153182" x="3060700" y="4210050"/>
          <p14:tracePt t="153199" x="3054350" y="4216400"/>
          <p14:tracePt t="153215" x="3048000" y="4222750"/>
          <p14:tracePt t="153232" x="3035300" y="4229100"/>
          <p14:tracePt t="153249" x="2997200" y="4241800"/>
          <p14:tracePt t="153265" x="2959100" y="4254500"/>
          <p14:tracePt t="153283" x="2882900" y="4279900"/>
          <p14:tracePt t="153298" x="2844800" y="4292600"/>
          <p14:tracePt t="153315" x="2749550" y="4318000"/>
          <p14:tracePt t="153332" x="2628900" y="4337050"/>
          <p14:tracePt t="153348" x="2571750" y="4349750"/>
          <p14:tracePt t="153365" x="2463800" y="4368800"/>
          <p14:tracePt t="153382" x="2393950" y="4387850"/>
          <p14:tracePt t="153398" x="2374900" y="4387850"/>
          <p14:tracePt t="153416" x="2343150" y="4387850"/>
          <p14:tracePt t="153431" x="2305050" y="4394200"/>
          <p14:tracePt t="153448" x="2279650" y="4394200"/>
          <p14:tracePt t="153465" x="2241550" y="4394200"/>
          <p14:tracePt t="153481" x="2184400" y="4394200"/>
          <p14:tracePt t="153498" x="2152650" y="4394200"/>
          <p14:tracePt t="153515" x="2095500" y="4387850"/>
          <p14:tracePt t="153531" x="2038350" y="4381500"/>
          <p14:tracePt t="153548" x="2006600" y="4368800"/>
          <p14:tracePt t="153551" x="1968500" y="4368800"/>
          <p14:tracePt t="153565" x="1930400" y="4368800"/>
          <p14:tracePt t="153581" x="1898650" y="4375150"/>
          <p14:tracePt t="153598" x="1790700" y="4375150"/>
          <p14:tracePt t="153613" x="1752600" y="4381500"/>
          <p14:tracePt t="153631" x="1720850" y="4387850"/>
          <p14:tracePt t="153647" x="1682750" y="4394200"/>
          <p14:tracePt t="153664" x="1638300" y="4400550"/>
          <p14:tracePt t="153681" x="1619250" y="4400550"/>
          <p14:tracePt t="153697" x="1593850" y="4400550"/>
          <p14:tracePt t="153713" x="1587500" y="4400550"/>
          <p14:tracePt t="153730" x="1581150" y="4400550"/>
          <p14:tracePt t="153746" x="1562100" y="4400550"/>
          <p14:tracePt t="153763" x="1543050" y="4368800"/>
          <p14:tracePt t="153781" x="1504950" y="4337050"/>
          <p14:tracePt t="153797" x="1485900" y="4311650"/>
          <p14:tracePt t="153813" x="1416050" y="4254500"/>
          <p14:tracePt t="153831" x="1371600" y="4203700"/>
          <p14:tracePt t="153846" x="1346200" y="4184650"/>
          <p14:tracePt t="153863" x="1333500" y="4178300"/>
          <p14:tracePt t="153880" x="1320800" y="4159250"/>
          <p14:tracePt t="153896" x="1314450" y="4159250"/>
          <p14:tracePt t="153949" x="1320800" y="4165600"/>
          <p14:tracePt t="153964" x="1320800" y="4171950"/>
          <p14:tracePt t="153970" x="1327150" y="4178300"/>
          <p14:tracePt t="153984" x="1333500" y="4178300"/>
          <p14:tracePt t="153996" x="1339850" y="4178300"/>
          <p14:tracePt t="154013" x="1358900" y="4178300"/>
          <p14:tracePt t="154047" x="1377950" y="4184650"/>
          <p14:tracePt t="154062" x="1409700" y="4191000"/>
          <p14:tracePt t="154079" x="1435100" y="4191000"/>
          <p14:tracePt t="154096" x="1466850" y="4210050"/>
          <p14:tracePt t="154112" x="1504950" y="4222750"/>
          <p14:tracePt t="154129" x="1524000" y="4235450"/>
          <p14:tracePt t="154146" x="1549400" y="4241800"/>
          <p14:tracePt t="154163" x="1555750" y="4248150"/>
          <p14:tracePt t="154230" x="1562100" y="4254500"/>
          <p14:tracePt t="154696" x="1574800" y="4267200"/>
          <p14:tracePt t="154711" x="1606550" y="4273550"/>
          <p14:tracePt t="154717" x="1651000" y="4298950"/>
          <p14:tracePt t="154731" x="1714500" y="4324350"/>
          <p14:tracePt t="154743" x="1797050" y="4368800"/>
          <p14:tracePt t="154761" x="2006600" y="4438650"/>
          <p14:tracePt t="154777" x="2139950" y="4483100"/>
          <p14:tracePt t="154795" x="2413000" y="4540250"/>
          <p14:tracePt t="154810" x="2654300" y="4559300"/>
          <p14:tracePt t="154826" x="2762250" y="4559300"/>
          <p14:tracePt t="154844" x="2959100" y="4559300"/>
          <p14:tracePt t="154860" x="3098800" y="4527550"/>
          <p14:tracePt t="154877" x="3155950" y="4521200"/>
          <p14:tracePt t="154893" x="3238500" y="4495800"/>
          <p14:tracePt t="154910" x="3263900" y="4483100"/>
          <p14:tracePt t="154926" x="3270250" y="4476750"/>
          <p14:tracePt t="154943" x="3276600" y="4470400"/>
          <p14:tracePt t="154963" x="3276600" y="4464050"/>
          <p14:tracePt t="154976" x="3263900" y="4457700"/>
          <p14:tracePt t="155010" x="3263900" y="4451350"/>
          <p14:tracePt t="155026" x="3251200" y="4445000"/>
          <p14:tracePt t="155042" x="3232150" y="4438650"/>
          <p14:tracePt t="155076" x="3219450" y="4432300"/>
          <p14:tracePt t="155093" x="3200400" y="4425950"/>
          <p14:tracePt t="155110" x="3187700" y="4419600"/>
          <p14:tracePt t="155125" x="3181350" y="4413250"/>
          <p14:tracePt t="155142" x="3155950" y="4406900"/>
          <p14:tracePt t="155159" x="3130550" y="4394200"/>
          <p14:tracePt t="155175" x="3117850" y="4387850"/>
          <p14:tracePt t="155192" x="3105150" y="4381500"/>
          <p14:tracePt t="155209" x="3098800" y="4375150"/>
          <p14:tracePt t="155299" x="3105150" y="4375150"/>
          <p14:tracePt t="155313" x="3111500" y="4375150"/>
          <p14:tracePt t="155327" x="3117850" y="4375150"/>
          <p14:tracePt t="155349" x="3124200" y="4368800"/>
          <p14:tracePt t="155370" x="3136900" y="4368800"/>
          <p14:tracePt t="155384" x="3155950" y="4368800"/>
          <p14:tracePt t="155391" x="3181350" y="4362450"/>
          <p14:tracePt t="155398" x="3200400" y="4362450"/>
          <p14:tracePt t="155411" x="3238500" y="4362450"/>
          <p14:tracePt t="155424" x="3289300" y="4362450"/>
          <p14:tracePt t="155441" x="3378200" y="4362450"/>
          <p14:tracePt t="155458" x="3441700" y="4362450"/>
          <p14:tracePt t="155475" x="3575050" y="4362450"/>
          <p14:tracePt t="155491" x="3702050" y="4362450"/>
          <p14:tracePt t="155507" x="3765550" y="4362450"/>
          <p14:tracePt t="155524" x="3879850" y="4362450"/>
          <p14:tracePt t="155540" x="3968750" y="4362450"/>
          <p14:tracePt t="155557" x="4013200" y="4362450"/>
          <p14:tracePt t="155561" x="4038600" y="4362450"/>
          <p14:tracePt t="155574" x="4070350" y="4349750"/>
          <p14:tracePt t="155590" x="4083050" y="4349750"/>
          <p14:tracePt t="155607" x="4089400" y="4349750"/>
          <p14:tracePt t="155623" x="4102100" y="4343400"/>
          <p14:tracePt t="155720" x="4095750" y="4343400"/>
          <p14:tracePt t="155741" x="4089400" y="4343400"/>
          <p14:tracePt t="155748" x="4083050" y="4349750"/>
          <p14:tracePt t="155762" x="4076700" y="4349750"/>
          <p14:tracePt t="155783" x="4070350" y="4349750"/>
          <p14:tracePt t="155792" x="4064000" y="4349750"/>
          <p14:tracePt t="155806" x="4057650" y="4349750"/>
          <p14:tracePt t="155823" x="4025900" y="4362450"/>
          <p14:tracePt t="155840" x="3930650" y="4381500"/>
          <p14:tracePt t="155856" x="3854450" y="4400550"/>
          <p14:tracePt t="155873" x="3632200" y="4451350"/>
          <p14:tracePt t="155890" x="3333750" y="4521200"/>
          <p14:tracePt t="155906" x="3136900" y="4565650"/>
          <p14:tracePt t="155923" x="2774950" y="4654550"/>
          <p14:tracePt t="155939" x="2603500" y="4679950"/>
          <p14:tracePt t="155955" x="2349500" y="4718050"/>
          <p14:tracePt t="155973" x="2146300" y="4743450"/>
          <p14:tracePt t="155989" x="2076450" y="4749800"/>
          <p14:tracePt t="156006" x="1962150" y="4756150"/>
          <p14:tracePt t="156023" x="1879600" y="4768850"/>
          <p14:tracePt t="156039" x="1841500" y="4768850"/>
          <p14:tracePt t="156056" x="1752600" y="4768850"/>
          <p14:tracePt t="156072" x="1682750" y="4768850"/>
          <p14:tracePt t="156088" x="1651000" y="4768850"/>
          <p14:tracePt t="156106" x="1619250" y="4768850"/>
          <p14:tracePt t="156122" x="1593850" y="4768850"/>
          <p14:tracePt t="156155" x="1574800" y="4768850"/>
          <p14:tracePt t="156172" x="1555750" y="4768850"/>
          <p14:tracePt t="156205" x="1549400" y="4768850"/>
          <p14:tracePt t="156232" x="1543050" y="4768850"/>
          <p14:tracePt t="156241" x="1536700" y="4768850"/>
          <p14:tracePt t="156940" x="1543050" y="4775200"/>
          <p14:tracePt t="156954" x="1549400" y="4787900"/>
          <p14:tracePt t="156961" x="1562100" y="4800600"/>
          <p14:tracePt t="156975" x="1574800" y="4813300"/>
          <p14:tracePt t="156985" x="1587500" y="4826000"/>
          <p14:tracePt t="157004" x="1600200" y="4857750"/>
          <p14:tracePt t="157019" x="1606550" y="4870450"/>
          <p14:tracePt t="157036" x="1619250" y="4889500"/>
          <p14:tracePt t="157053" x="1625600" y="4895850"/>
          <p14:tracePt t="157069" x="1631950" y="4902200"/>
          <p14:tracePt t="157085" x="1638300" y="4921250"/>
          <p14:tracePt t="157102" x="1638300" y="4940300"/>
          <p14:tracePt t="157119" x="1644650" y="4940300"/>
          <p14:tracePt t="157136" x="1644650" y="4946650"/>
          <p14:tracePt t="157152" x="1644650" y="4972050"/>
          <p14:tracePt t="157172" x="1644650" y="4978400"/>
          <p14:tracePt t="157193" x="1651000" y="4978400"/>
          <p14:tracePt t="157214" x="1651000" y="4984750"/>
          <p14:tracePt t="157255" x="1657350" y="4984750"/>
          <p14:tracePt t="157263" x="1657350" y="4991100"/>
          <p14:tracePt t="157277" x="1663700" y="4991100"/>
          <p14:tracePt t="157285" x="1670050" y="4991100"/>
          <p14:tracePt t="157301" x="1670050" y="4997450"/>
          <p14:tracePt t="157326" x="1676400" y="4997450"/>
          <p14:tracePt t="157354" x="1682750" y="4997450"/>
          <p14:tracePt t="157382" x="1682750" y="4991100"/>
          <p14:tracePt t="157424" x="1689100" y="4991100"/>
          <p14:tracePt t="157452" x="1695450" y="4984750"/>
          <p14:tracePt t="157501" x="1695450" y="4978400"/>
          <p14:tracePt t="157515" x="1701800" y="4978400"/>
          <p14:tracePt t="157522" x="1701800" y="4972050"/>
          <p14:tracePt t="157537" x="1708150" y="4965700"/>
          <p14:tracePt t="157558" x="1714500" y="4959350"/>
          <p14:tracePt t="157572" x="1720850" y="4953000"/>
          <p14:tracePt t="157593" x="1720850" y="4946650"/>
          <p14:tracePt t="157634" x="1727200" y="4946650"/>
          <p14:tracePt t="157641" x="1727200" y="4940300"/>
          <p14:tracePt t="157663" x="1733550" y="4933950"/>
          <p14:tracePt t="157685" x="1733550" y="4927600"/>
          <p14:tracePt t="157705" x="1739900" y="4927600"/>
          <p14:tracePt t="157726" x="1746250" y="4921250"/>
          <p14:tracePt t="157754" x="1746250" y="4914900"/>
          <p14:tracePt t="157775" x="1752600" y="4914900"/>
          <p14:tracePt t="157782" x="1752600" y="4908550"/>
          <p14:tracePt t="157838" x="1758950" y="4902200"/>
          <p14:tracePt t="157873" x="1765300" y="4902200"/>
          <p14:tracePt t="157908" x="1771650" y="4902200"/>
          <p14:tracePt t="157957" x="1778000" y="4902200"/>
          <p14:tracePt t="158245" x="1784350" y="4902200"/>
          <p14:tracePt t="158266" x="1790700" y="4902200"/>
          <p14:tracePt t="158308" x="1797050" y="4902200"/>
          <p14:tracePt t="158336" x="1803400" y="4902200"/>
          <p14:tracePt t="158364" x="1816100" y="4902200"/>
          <p14:tracePt t="158413" x="1822450" y="4902200"/>
          <p14:tracePt t="158448" x="1828800" y="4902200"/>
          <p14:tracePt t="158454" x="1835150" y="4902200"/>
          <p14:tracePt t="158476" x="1835150" y="4908550"/>
          <p14:tracePt t="158504" x="1841500" y="4908550"/>
          <p14:tracePt t="158525" x="1847850" y="4908550"/>
          <p14:tracePt t="158546" x="1854200" y="4908550"/>
          <p14:tracePt t="158553" x="1860550" y="4914900"/>
          <p14:tracePt t="158567" x="1866900" y="4914900"/>
          <p14:tracePt t="158581" x="1873250" y="4914900"/>
          <p14:tracePt t="158597" x="1885950" y="4914900"/>
          <p14:tracePt t="158613" x="1898650" y="4914900"/>
          <p14:tracePt t="158630" x="1930400" y="4921250"/>
          <p14:tracePt t="158647" x="2000250" y="4921250"/>
          <p14:tracePt t="158663" x="2038350" y="4921250"/>
          <p14:tracePt t="158680" x="2152650" y="4921250"/>
          <p14:tracePt t="158696" x="2266950" y="4921250"/>
          <p14:tracePt t="158713" x="2324100" y="4921250"/>
          <p14:tracePt t="158730" x="2451100" y="4921250"/>
          <p14:tracePt t="158746" x="2514600" y="4921250"/>
          <p14:tracePt t="158764" x="2692400" y="4933950"/>
          <p14:tracePt t="158780" x="2762250" y="4940300"/>
          <p14:tracePt t="158796" x="2825750" y="4940300"/>
          <p14:tracePt t="158813" x="2952750" y="4959350"/>
          <p14:tracePt t="158829" x="3111500" y="4959350"/>
          <p14:tracePt t="158846" x="3175000" y="4959350"/>
          <p14:tracePt t="158863" x="3302000" y="4972050"/>
          <p14:tracePt t="158879" x="3429000" y="4965700"/>
          <p14:tracePt t="158897" x="3511550" y="4959350"/>
          <p14:tracePt t="158912" x="3543300" y="4959350"/>
          <p14:tracePt t="158929" x="3581400" y="4959350"/>
          <p14:tracePt t="158946" x="3600450" y="4953000"/>
          <p14:tracePt t="158962" x="3606800" y="4946650"/>
          <p14:tracePt t="158979" x="3613150" y="4946650"/>
          <p14:tracePt t="158996" x="3619500" y="4940300"/>
          <p14:tracePt t="159029" x="3625850" y="4940300"/>
          <p14:tracePt t="159045" x="3632200" y="4940300"/>
          <p14:tracePt t="159065" x="3644900" y="4940300"/>
          <p14:tracePt t="159086" x="3651250" y="4933950"/>
          <p14:tracePt t="159107" x="3651250" y="4927600"/>
          <p14:tracePt t="159136" x="3657600" y="4927600"/>
          <p14:tracePt t="159156" x="3663950" y="4921250"/>
          <p14:tracePt t="159170" x="3670300" y="4921250"/>
          <p14:tracePt t="159177" x="3676650" y="4921250"/>
          <p14:tracePt t="159205" x="3683000" y="4914900"/>
          <p14:tracePt t="159240" x="3689350" y="4914900"/>
          <p14:tracePt t="159254" x="3689350" y="4908550"/>
          <p14:tracePt t="159290" x="3695700" y="4908550"/>
          <p14:tracePt t="159296" x="3695700" y="4902200"/>
          <p14:tracePt t="159324" x="3702050" y="4895850"/>
          <p14:tracePt t="159345" x="3708400" y="4895850"/>
          <p14:tracePt t="159437" x="3702050" y="4895850"/>
          <p14:tracePt t="160266" x="3702050" y="4889500"/>
          <p14:tracePt t="160288" x="3708400" y="4883150"/>
          <p14:tracePt t="160301" x="3714750" y="4870450"/>
          <p14:tracePt t="160310" x="3721100" y="4857750"/>
          <p14:tracePt t="160324" x="3733800" y="4832350"/>
          <p14:tracePt t="160341" x="3746500" y="4806950"/>
          <p14:tracePt t="160358" x="3752850" y="4794250"/>
          <p14:tracePt t="160374" x="3759200" y="4787900"/>
          <p14:tracePt t="160390" x="3765550" y="4781550"/>
          <p14:tracePt t="160407" x="3765550" y="4768850"/>
          <p14:tracePt t="160443" x="3771900" y="4762500"/>
          <p14:tracePt t="160463" x="3771900" y="4756150"/>
          <p14:tracePt t="160473" x="3778250" y="4756150"/>
          <p14:tracePt t="160491" x="3778250" y="4743450"/>
          <p14:tracePt t="160507" x="3778250" y="4730750"/>
          <p14:tracePt t="160524" x="3797300" y="4699000"/>
          <p14:tracePt t="160540" x="3829050" y="4603750"/>
          <p14:tracePt t="160557" x="3848100" y="4521200"/>
          <p14:tracePt t="160561" x="3879850" y="4419600"/>
          <p14:tracePt t="160573" x="3898900" y="4305300"/>
          <p14:tracePt t="160590" x="3930650" y="4038600"/>
          <p14:tracePt t="160606" x="3956050" y="3873500"/>
          <p14:tracePt t="160624" x="3981450" y="3549650"/>
          <p14:tracePt t="160639" x="4000500" y="3308350"/>
          <p14:tracePt t="160657" x="4000500" y="3219450"/>
          <p14:tracePt t="160674" x="4006850" y="3086100"/>
          <p14:tracePt t="160690" x="4006850" y="3028950"/>
          <p14:tracePt t="160706" x="4006850" y="3009900"/>
          <p14:tracePt t="160723" x="4006850" y="2971800"/>
          <p14:tracePt t="160740" x="4006850" y="2959100"/>
          <p14:tracePt t="160757" x="4006850" y="2940050"/>
          <p14:tracePt t="160773" x="4013200" y="2914650"/>
          <p14:tracePt t="160789" x="4013200" y="2908300"/>
          <p14:tracePt t="160806" x="4013200" y="2895600"/>
          <p14:tracePt t="160822" x="4013200" y="2882900"/>
          <p14:tracePt t="160839" x="4013200" y="2876550"/>
          <p14:tracePt t="160856" x="4019550" y="2870200"/>
          <p14:tracePt t="160872" x="4025900" y="2857500"/>
          <p14:tracePt t="160905" x="4032250" y="2851150"/>
          <p14:tracePt t="160922" x="4038600" y="2838450"/>
          <p14:tracePt t="160956" x="4038600" y="2832100"/>
          <p14:tracePt t="160990" x="4044950" y="2825750"/>
          <p14:tracePt t="161010" x="4044950" y="2819400"/>
          <p14:tracePt t="161031" x="4051300" y="2819400"/>
          <p14:tracePt t="161038" x="4057650" y="2819400"/>
          <p14:tracePt t="161059" x="4064000" y="2819400"/>
          <p14:tracePt t="161101" x="4070350" y="2819400"/>
          <p14:tracePt t="161143" x="4076700" y="2819400"/>
          <p14:tracePt t="161150" x="4083050" y="2819400"/>
          <p14:tracePt t="161172" x="4083050" y="2825750"/>
          <p14:tracePt t="161199" x="4083050" y="2832100"/>
          <p14:tracePt t="161220" x="4083050" y="2838450"/>
          <p14:tracePt t="161248" x="4083050" y="2844800"/>
          <p14:tracePt t="161270" x="4083050" y="2851150"/>
          <p14:tracePt t="161304" x="4076700" y="2851150"/>
          <p14:tracePt t="161332" x="4070350" y="2851150"/>
          <p14:tracePt t="161339" x="4070350" y="2857500"/>
          <p14:tracePt t="161389" x="4076700" y="2857500"/>
          <p14:tracePt t="161423" x="4083050" y="2857500"/>
          <p14:tracePt t="161458" x="4089400" y="2857500"/>
          <p14:tracePt t="161480" x="4095750" y="2851150"/>
          <p14:tracePt t="161500" x="4108450" y="2851150"/>
          <p14:tracePt t="161515" x="4108450" y="2844800"/>
          <p14:tracePt t="161523" x="4121150" y="2838450"/>
          <p14:tracePt t="161536" x="4127500" y="2832100"/>
          <p14:tracePt t="161553" x="4140200" y="2819400"/>
          <p14:tracePt t="161571" x="4165600" y="2800350"/>
          <p14:tracePt t="161586" x="4184650" y="2794000"/>
          <p14:tracePt t="161603" x="4197350" y="2781300"/>
          <p14:tracePt t="161620" x="4203700" y="2781300"/>
          <p14:tracePt t="161670" x="4210050" y="2781300"/>
          <p14:tracePt t="161704" x="4210050" y="2787650"/>
          <p14:tracePt t="161711" x="4203700" y="2787650"/>
          <p14:tracePt t="161732" x="4203700" y="2794000"/>
          <p14:tracePt t="161759" x="4197350" y="2800350"/>
          <p14:tracePt t="161795" x="4191000" y="2806700"/>
          <p14:tracePt t="161808" x="4184650" y="2806700"/>
          <p14:tracePt t="161851" x="4178300" y="2806700"/>
          <p14:tracePt t="161872" x="4171950" y="2806700"/>
          <p14:tracePt t="161879" x="4171950" y="2813050"/>
          <p14:tracePt t="161914" x="4165600" y="2813050"/>
          <p14:tracePt t="161921" x="4165600" y="2819400"/>
          <p14:tracePt t="161970" x="4159250" y="2825750"/>
          <p14:tracePt t="162076" x="4165600" y="2825750"/>
          <p14:tracePt t="162090" x="4171950" y="2819400"/>
          <p14:tracePt t="162110" x="4178300" y="2813050"/>
          <p14:tracePt t="162160" x="4184650" y="2813050"/>
          <p14:tracePt t="162244" x="4178300" y="2813050"/>
          <p14:tracePt t="162252" x="4171950" y="2819400"/>
          <p14:tracePt t="162265" x="4165600" y="2819400"/>
          <p14:tracePt t="162272" x="4165600" y="2825750"/>
          <p14:tracePt t="162287" x="4159250" y="2832100"/>
          <p14:tracePt t="162301" x="4140200" y="2844800"/>
          <p14:tracePt t="162317" x="4133850" y="2844800"/>
          <p14:tracePt t="162334" x="4108450" y="2863850"/>
          <p14:tracePt t="162350" x="4102100" y="2876550"/>
          <p14:tracePt t="162367" x="4089400" y="2889250"/>
          <p14:tracePt t="162384" x="4083050" y="2901950"/>
          <p14:tracePt t="162400" x="4076700" y="2901950"/>
          <p14:tracePt t="162503" x="4083050" y="2889250"/>
          <p14:tracePt t="162510" x="4089400" y="2889250"/>
          <p14:tracePt t="162524" x="4089400" y="2876550"/>
          <p14:tracePt t="162533" x="4095750" y="2876550"/>
          <p14:tracePt t="162549" x="4102100" y="2863850"/>
          <p14:tracePt t="162567" x="4114800" y="2819400"/>
          <p14:tracePt t="162583" x="4127500" y="2774950"/>
          <p14:tracePt t="162599" x="4140200" y="2749550"/>
          <p14:tracePt t="162616" x="4140200" y="2692400"/>
          <p14:tracePt t="162633" x="4140200" y="2660650"/>
          <p14:tracePt t="162651" x="4121150" y="2565400"/>
          <p14:tracePt t="162666" x="4102100" y="2520950"/>
          <p14:tracePt t="162683" x="4076700" y="2476500"/>
          <p14:tracePt t="162700" x="4019550" y="2374900"/>
          <p14:tracePt t="162716" x="3956050" y="2247900"/>
          <p14:tracePt t="162732" x="3924300" y="2203450"/>
          <p14:tracePt t="162749" x="3873500" y="2139950"/>
          <p14:tracePt t="162765" x="3841750" y="2101850"/>
          <p14:tracePt t="162782" x="3835400" y="2089150"/>
          <p14:tracePt t="162799" x="3822700" y="2082800"/>
          <p14:tracePt t="162815" x="3810000" y="2082800"/>
          <p14:tracePt t="162882" x="3803650" y="2082800"/>
          <p14:tracePt t="162903" x="3803650" y="2089150"/>
          <p14:tracePt t="162924" x="3803650" y="2095500"/>
          <p14:tracePt t="162930" x="3803650" y="2101850"/>
          <p14:tracePt t="162945" x="3803650" y="2108200"/>
          <p14:tracePt t="162973" x="3803650" y="2114550"/>
          <p14:tracePt t="162993" x="3803650" y="2120900"/>
          <p14:tracePt t="163000" x="3810000" y="2120900"/>
          <p14:tracePt t="163017" x="3810000" y="2127250"/>
          <p14:tracePt t="163036" x="3810000" y="2133600"/>
          <p14:tracePt t="163048" x="3816350" y="2139950"/>
          <p14:tracePt t="163065" x="3822700" y="2146300"/>
          <p14:tracePt t="163081" x="3829050" y="2159000"/>
          <p14:tracePt t="163085" x="3841750" y="2184400"/>
          <p14:tracePt t="163101" x="3860800" y="2209800"/>
          <p14:tracePt t="163115" x="3911600" y="2292350"/>
          <p14:tracePt t="163131" x="3949700" y="2349500"/>
          <p14:tracePt t="163148" x="4019550" y="2451100"/>
          <p14:tracePt t="163164" x="4108450" y="2552700"/>
          <p14:tracePt t="163181" x="4152900" y="2603500"/>
          <p14:tracePt t="163198" x="4203700" y="2679700"/>
          <p14:tracePt t="163214" x="4254500" y="2743200"/>
          <p14:tracePt t="163230" x="4267200" y="2762250"/>
          <p14:tracePt t="163247" x="4298950" y="2787650"/>
          <p14:tracePt t="163264" x="4305300" y="2800350"/>
          <p14:tracePt t="163282" x="4311650" y="2819400"/>
          <p14:tracePt t="163394" x="4311650" y="2813050"/>
          <p14:tracePt t="163415" x="4311650" y="2806700"/>
          <p14:tracePt t="163422" x="4305300" y="2806700"/>
          <p14:tracePt t="163436" x="4305300" y="2800350"/>
          <p14:tracePt t="163446" x="4305300" y="2794000"/>
          <p14:tracePt t="163464" x="4298950" y="2787650"/>
          <p14:tracePt t="163480" x="4292600" y="2787650"/>
          <p14:tracePt t="163497" x="4286250" y="2768600"/>
          <p14:tracePt t="163513" x="4248150" y="2724150"/>
          <p14:tracePt t="163530" x="4222750" y="2692400"/>
          <p14:tracePt t="163547" x="4178300" y="2628900"/>
          <p14:tracePt t="163563" x="4025900" y="2444750"/>
          <p14:tracePt t="163580" x="3981450" y="2374900"/>
          <p14:tracePt t="163597" x="3892550" y="2247900"/>
          <p14:tracePt t="163613" x="3854450" y="2203450"/>
          <p14:tracePt t="163629" x="3816350" y="2139950"/>
          <p14:tracePt t="163648" x="3784600" y="2101850"/>
          <p14:tracePt t="163663" x="3778250" y="2089150"/>
          <p14:tracePt t="163679" x="3771900" y="2082800"/>
          <p14:tracePt t="163717" x="3765550" y="2082800"/>
          <p14:tracePt t="163738" x="3765550" y="2095500"/>
          <p14:tracePt t="163746" x="3765550" y="2101850"/>
          <p14:tracePt t="163762" x="3771900" y="2101850"/>
          <p14:tracePt t="163779" x="3771900" y="2120900"/>
          <p14:tracePt t="163795" x="3778250" y="2133600"/>
          <p14:tracePt t="163812" x="3778250" y="2146300"/>
          <p14:tracePt t="163829" x="3784600" y="2152650"/>
          <p14:tracePt t="163846" x="3784600" y="2165350"/>
          <p14:tracePt t="163864" x="3829050" y="2241550"/>
          <p14:tracePt t="163879" x="3867150" y="2311400"/>
          <p14:tracePt t="163895" x="3905250" y="2368550"/>
          <p14:tracePt t="163911" x="4019550" y="2533650"/>
          <p14:tracePt t="163928" x="4121150" y="2673350"/>
          <p14:tracePt t="163945" x="4159250" y="2730500"/>
          <p14:tracePt t="163962" x="4210050" y="2819400"/>
          <p14:tracePt t="163978" x="4248150" y="2857500"/>
          <p14:tracePt t="163995" x="4254500" y="2870200"/>
          <p14:tracePt t="164011" x="4260850" y="2876550"/>
          <p14:tracePt t="164028" x="4267200" y="2876550"/>
          <p14:tracePt t="164144" x="4267200" y="2870200"/>
          <p14:tracePt t="164193" x="4267200" y="2863850"/>
          <p14:tracePt t="164263" x="4260850" y="2863850"/>
          <p14:tracePt t="164285" x="4254500" y="2863850"/>
          <p14:tracePt t="164306" x="4248150" y="2863850"/>
          <p14:tracePt t="164327" x="4241800" y="2863850"/>
          <p14:tracePt t="164355" x="4235450" y="2863850"/>
          <p14:tracePt t="164376" x="4229100" y="2863850"/>
          <p14:tracePt t="165170" x="4229100" y="2857500"/>
          <p14:tracePt t="165177" x="4216400" y="2844800"/>
          <p14:tracePt t="165193" x="4203700" y="2825750"/>
          <p14:tracePt t="165207" x="4171950" y="2781300"/>
          <p14:tracePt t="165224" x="4146550" y="2749550"/>
          <p14:tracePt t="165241" x="4076700" y="2622550"/>
          <p14:tracePt t="165257" x="4038600" y="2552700"/>
          <p14:tracePt t="165274" x="3937000" y="2387600"/>
          <p14:tracePt t="165290" x="3848100" y="2260600"/>
          <p14:tracePt t="165307" x="3810000" y="2203450"/>
          <p14:tracePt t="165324" x="3746500" y="2127250"/>
          <p14:tracePt t="165340" x="3714750" y="2089150"/>
          <p14:tracePt t="165357" x="3695700" y="2082800"/>
          <p14:tracePt t="165373" x="3689350" y="2076450"/>
          <p14:tracePt t="165390" x="3683000" y="2076450"/>
          <p14:tracePt t="165430" x="3683000" y="2082800"/>
          <p14:tracePt t="165440" x="3683000" y="2089150"/>
          <p14:tracePt t="165459" x="3683000" y="2095500"/>
          <p14:tracePt t="165479" x="3683000" y="2108200"/>
          <p14:tracePt t="165489" x="3683000" y="2114550"/>
          <p14:tracePt t="165507" x="3689350" y="2120900"/>
          <p14:tracePt t="165539" x="3689350" y="2133600"/>
          <p14:tracePt t="165556" x="3689350" y="2159000"/>
          <p14:tracePt t="165573" x="3695700" y="2159000"/>
          <p14:tracePt t="165589" x="3702050" y="2171700"/>
          <p14:tracePt t="165606" x="3752850" y="2292350"/>
          <p14:tracePt t="165622" x="3784600" y="2349500"/>
          <p14:tracePt t="165640" x="3860800" y="2508250"/>
          <p14:tracePt t="165656" x="3905250" y="2590800"/>
          <p14:tracePt t="165672" x="3981450" y="2749550"/>
          <p14:tracePt t="165689" x="4057650" y="2857500"/>
          <p14:tracePt t="165705" x="4076700" y="2895600"/>
          <p14:tracePt t="165722" x="4102100" y="2933700"/>
          <p14:tracePt t="165739" x="4114800" y="2952750"/>
          <p14:tracePt t="165772" x="4121150" y="2959100"/>
          <p14:tracePt t="165906" x="4114800" y="2959100"/>
          <p14:tracePt t="165941" x="4114800" y="2952750"/>
          <p14:tracePt t="165962" x="4121150" y="2952750"/>
          <p14:tracePt t="165976" x="4127500" y="2946400"/>
          <p14:tracePt t="165991" x="4133850" y="2946400"/>
          <p14:tracePt t="165997" x="4133850" y="2940050"/>
          <p14:tracePt t="166012" x="4140200" y="2940050"/>
          <p14:tracePt t="166021" x="4152900" y="2933700"/>
          <p14:tracePt t="166037" x="4165600" y="2927350"/>
          <p14:tracePt t="166054" x="4197350" y="2914650"/>
          <p14:tracePt t="166071" x="4254500" y="2901950"/>
          <p14:tracePt t="166088" x="4349750" y="2882900"/>
          <p14:tracePt t="166104" x="4394200" y="2876550"/>
          <p14:tracePt t="166120" x="4476750" y="2857500"/>
          <p14:tracePt t="166138" x="4502150" y="2857500"/>
          <p14:tracePt t="166141" x="4521200" y="2851150"/>
          <p14:tracePt t="166154" x="4546600" y="2851150"/>
          <p14:tracePt t="166171" x="4559300" y="2851150"/>
          <p14:tracePt t="166187" x="4559300" y="2844800"/>
          <p14:tracePt t="166229" x="4552950" y="2844800"/>
          <p14:tracePt t="166243" x="4540250" y="2844800"/>
          <p14:tracePt t="166250" x="4533900" y="2844800"/>
          <p14:tracePt t="166257" x="4521200" y="2844800"/>
          <p14:tracePt t="166273" x="4508500" y="2851150"/>
          <p14:tracePt t="166287" x="4495800" y="2851150"/>
          <p14:tracePt t="166303" x="4457700" y="2851150"/>
          <p14:tracePt t="166320" x="4406900" y="2851150"/>
          <p14:tracePt t="166337" x="4381500" y="2851150"/>
          <p14:tracePt t="166353" x="4330700" y="2857500"/>
          <p14:tracePt t="166370" x="4298950" y="2857500"/>
          <p14:tracePt t="166386" x="4286250" y="2857500"/>
          <p14:tracePt t="166404" x="4279900" y="2863850"/>
          <p14:tracePt t="166419" x="4273550" y="2863850"/>
          <p14:tracePt t="166454" x="4273550" y="2870200"/>
          <p14:tracePt t="166481" x="4267200" y="2870200"/>
          <p14:tracePt t="166551" x="4267200" y="2876550"/>
          <p14:tracePt t="166580" x="4273550" y="2876550"/>
          <p14:tracePt t="166600" x="4279900" y="2876550"/>
          <p14:tracePt t="166607" x="4286250" y="2876550"/>
          <p14:tracePt t="166628" x="4292600" y="2870200"/>
          <p14:tracePt t="166643" x="4298950" y="2870200"/>
          <p14:tracePt t="166653" x="4298950" y="2863850"/>
          <p14:tracePt t="166668" x="4305300" y="2863850"/>
          <p14:tracePt t="166686" x="4318000" y="2857500"/>
          <p14:tracePt t="166718" x="4324350" y="2857500"/>
          <p14:tracePt t="166741" x="4330700" y="2857500"/>
          <p14:tracePt t="166790" x="4324350" y="2851150"/>
          <p14:tracePt t="166804" x="4318000" y="2851150"/>
          <p14:tracePt t="166810" x="4311650" y="2851150"/>
          <p14:tracePt t="166821" x="4298950" y="2851150"/>
          <p14:tracePt t="166835" x="4279900" y="2851150"/>
          <p14:tracePt t="166853" x="4216400" y="2851150"/>
          <p14:tracePt t="166869" x="4178300" y="2851150"/>
          <p14:tracePt t="166885" x="4057650" y="2851150"/>
          <p14:tracePt t="166902" x="3943350" y="2851150"/>
          <p14:tracePt t="166918" x="3886200" y="2857500"/>
          <p14:tracePt t="166934" x="3810000" y="2870200"/>
          <p14:tracePt t="166952" x="3759200" y="2870200"/>
          <p14:tracePt t="166969" x="3746500" y="2876550"/>
          <p14:tracePt t="166984" x="3721100" y="2876550"/>
          <p14:tracePt t="167001" x="3714750" y="2882900"/>
          <p14:tracePt t="167043" x="3708400" y="2882900"/>
          <p14:tracePt t="167051" x="3708400" y="2876550"/>
          <p14:tracePt t="167092" x="3708400" y="2870200"/>
          <p14:tracePt t="167098" x="3708400" y="2863850"/>
          <p14:tracePt t="167120" x="3702050" y="2863850"/>
          <p14:tracePt t="167140" x="3702050" y="2857500"/>
          <p14:tracePt t="167162" x="3689350" y="2851150"/>
          <p14:tracePt t="167184" x="3683000" y="2851150"/>
          <p14:tracePt t="167190" x="3670300" y="2844800"/>
          <p14:tracePt t="167204" x="3657600" y="2832100"/>
          <p14:tracePt t="167217" x="3625850" y="2813050"/>
          <p14:tracePt t="167233" x="3549650" y="2762250"/>
          <p14:tracePt t="167250" x="3505200" y="2717800"/>
          <p14:tracePt t="167267" x="3359150" y="2597150"/>
          <p14:tracePt t="167284" x="3168650" y="2419350"/>
          <p14:tracePt t="167301" x="3073400" y="2336800"/>
          <p14:tracePt t="167317" x="2863850" y="2152650"/>
          <p14:tracePt t="167333" x="2660650" y="1993900"/>
          <p14:tracePt t="167351" x="2495550" y="1854200"/>
          <p14:tracePt t="167366" x="2425700" y="1797050"/>
          <p14:tracePt t="167383" x="2317750" y="1720850"/>
          <p14:tracePt t="167401" x="2254250" y="1682750"/>
          <p14:tracePt t="167417" x="2235200" y="1670050"/>
          <p14:tracePt t="167433" x="2222500" y="1657350"/>
          <p14:tracePt t="167450" x="2203450" y="1651000"/>
          <p14:tracePt t="167483" x="2197100" y="1651000"/>
          <p14:tracePt t="167729" x="2203450" y="1657350"/>
          <p14:tracePt t="167744" x="2209800" y="1657350"/>
          <p14:tracePt t="167766" x="2216150" y="1663700"/>
          <p14:tracePt t="167785" x="2222500" y="1663700"/>
          <p14:tracePt t="167793" x="2228850" y="1670050"/>
          <p14:tracePt t="167801" x="2241550" y="1676400"/>
          <p14:tracePt t="167816" x="2254250" y="1689100"/>
          <p14:tracePt t="167832" x="2286000" y="1714500"/>
          <p14:tracePt t="167849" x="2381250" y="1797050"/>
          <p14:tracePt t="167865" x="2520950" y="1917700"/>
          <p14:tracePt t="167881" x="2616200" y="1993900"/>
          <p14:tracePt t="167898" x="2794000" y="2146300"/>
          <p14:tracePt t="167914" x="2946400" y="2279650"/>
          <p14:tracePt t="167931" x="3016250" y="2330450"/>
          <p14:tracePt t="167948" x="3111500" y="2425700"/>
          <p14:tracePt t="167964" x="3168650" y="2476500"/>
          <p14:tracePt t="167981" x="3187700" y="2495550"/>
          <p14:tracePt t="167997" x="3225800" y="2533650"/>
          <p14:tracePt t="168014" x="3251200" y="2565400"/>
          <p14:tracePt t="168032" x="3270250" y="2584450"/>
          <p14:tracePt t="168047" x="3276600" y="2597150"/>
          <p14:tracePt t="168064" x="3289300" y="2609850"/>
          <p14:tracePt t="168081" x="3289300" y="2622550"/>
          <p14:tracePt t="168097" x="3295650" y="2622550"/>
          <p14:tracePt t="168114" x="3295650" y="2628900"/>
          <p14:tracePt t="168130" x="3302000" y="2641600"/>
          <p14:tracePt t="168147" x="3308350" y="2654300"/>
          <p14:tracePt t="168164" x="3308350" y="2660650"/>
          <p14:tracePt t="168180" x="3314700" y="2660650"/>
          <p14:tracePt t="168197" x="3314700" y="2667000"/>
          <p14:tracePt t="168256" x="3321050" y="2667000"/>
          <p14:tracePt t="168333" x="3321050" y="2673350"/>
          <p14:tracePt t="168396" x="3321050" y="2679700"/>
          <p14:tracePt t="168424" x="3327400" y="2686050"/>
          <p14:tracePt t="168536" x="3333750" y="2686050"/>
          <p14:tracePt t="168974" x="3333750" y="2705100"/>
          <p14:tracePt t="168988" x="3333750" y="2724150"/>
          <p14:tracePt t="168997" x="3333750" y="2762250"/>
          <p14:tracePt t="169010" x="3333750" y="2825750"/>
          <p14:tracePt t="169027" x="3333750" y="2978150"/>
          <p14:tracePt t="169044" x="3340100" y="3168650"/>
          <p14:tracePt t="169060" x="3346450" y="3257550"/>
          <p14:tracePt t="169077" x="3346450" y="3473450"/>
          <p14:tracePt t="169094" x="3359150" y="3663950"/>
          <p14:tracePt t="169110" x="3359150" y="3752850"/>
          <p14:tracePt t="169128" x="3365500" y="3930650"/>
          <p14:tracePt t="169143" x="3384550" y="4076700"/>
          <p14:tracePt t="169160" x="3397250" y="4140200"/>
          <p14:tracePt t="169177" x="3416300" y="4273550"/>
          <p14:tracePt t="169193" x="3416300" y="4324350"/>
          <p14:tracePt t="169197" x="3416300" y="4362450"/>
          <p14:tracePt t="169210" x="3416300" y="4387850"/>
          <p14:tracePt t="169227" x="3422650" y="4445000"/>
          <p14:tracePt t="169243" x="3429000" y="4470400"/>
          <p14:tracePt t="169261" x="3454400" y="4521200"/>
          <p14:tracePt t="169276" x="3467100" y="4565650"/>
          <p14:tracePt t="169293" x="3467100" y="4591050"/>
          <p14:tracePt t="169310" x="3486150" y="4641850"/>
          <p14:tracePt t="169326" x="3492500" y="4673600"/>
          <p14:tracePt t="169343" x="3492500" y="4679950"/>
          <p14:tracePt t="169360" x="3492500" y="4705350"/>
          <p14:tracePt t="169376" x="3492500" y="4724400"/>
          <p14:tracePt t="169393" x="3492500" y="4730750"/>
          <p14:tracePt t="169410" x="3492500" y="4743450"/>
          <p14:tracePt t="169426" x="3492500" y="4756150"/>
          <p14:tracePt t="169443" x="3492500" y="4762500"/>
          <p14:tracePt t="169475" x="3492500" y="4775200"/>
          <p14:tracePt t="169495" x="3492500" y="4781550"/>
          <p14:tracePt t="169535" x="3492500" y="4787900"/>
          <p14:tracePt t="169556" x="3492500" y="4794250"/>
          <p14:tracePt t="169584" x="3492500" y="4800600"/>
          <p14:tracePt t="169619" x="3492500" y="4806950"/>
          <p14:tracePt t="169633" x="3492500" y="4813300"/>
          <p14:tracePt t="169647" x="3492500" y="4819650"/>
          <p14:tracePt t="169654" x="3498850" y="4819650"/>
          <p14:tracePt t="169676" x="3505200" y="4819650"/>
          <p14:tracePt t="169682" x="3511550" y="4826000"/>
          <p14:tracePt t="169704" x="3517900" y="4826000"/>
          <p14:tracePt t="169723" x="3517900" y="4832350"/>
          <p14:tracePt t="169737" x="3524250" y="4832350"/>
          <p14:tracePt t="169745" x="3536950" y="4832350"/>
          <p14:tracePt t="169759" x="3543300" y="4832350"/>
          <p14:tracePt t="169774" x="3568700" y="4832350"/>
          <p14:tracePt t="169791" x="3587750" y="4838700"/>
          <p14:tracePt t="169809" x="3644900" y="4838700"/>
          <p14:tracePt t="169824" x="3663950" y="4838700"/>
          <p14:tracePt t="169841" x="3733800" y="4838700"/>
          <p14:tracePt t="169858" x="3790950" y="4838700"/>
          <p14:tracePt t="169874" x="3822700" y="4832350"/>
          <p14:tracePt t="169891" x="3854450" y="4832350"/>
          <p14:tracePt t="169908" x="3879850" y="4832350"/>
          <p14:tracePt t="169924" x="3886200" y="4832350"/>
          <p14:tracePt t="169941" x="3892550" y="4832350"/>
          <p14:tracePt t="169958" x="3905250" y="4832350"/>
          <p14:tracePt t="169975" x="3911600" y="4832350"/>
          <p14:tracePt t="169991" x="3917950" y="4832350"/>
          <p14:tracePt t="170007" x="3924300" y="4832350"/>
          <p14:tracePt t="170320" x="3917950" y="4838700"/>
          <p14:tracePt t="170398" x="3924300" y="4838700"/>
          <p14:tracePt t="170426" x="3937000" y="4838700"/>
          <p14:tracePt t="170440" x="3943350" y="4838700"/>
          <p14:tracePt t="170447" x="3949700" y="4845050"/>
          <p14:tracePt t="170460" x="3968750" y="4845050"/>
          <p14:tracePt t="170472" x="3987800" y="4851400"/>
          <p14:tracePt t="170489" x="4070350" y="4864100"/>
          <p14:tracePt t="170506" x="4121150" y="4883150"/>
          <p14:tracePt t="170522" x="4279900" y="4908550"/>
          <p14:tracePt t="170538" x="4425950" y="4927600"/>
          <p14:tracePt t="170555" x="4502150" y="4940300"/>
          <p14:tracePt t="170573" x="4635500" y="4965700"/>
          <p14:tracePt t="170589" x="4699000" y="4972050"/>
          <p14:tracePt t="170605" x="4730750" y="4984750"/>
          <p14:tracePt t="170623" x="4762500" y="4984750"/>
          <p14:tracePt t="170638" x="4781550" y="4978400"/>
          <p14:tracePt t="170655" x="4787900" y="4978400"/>
          <p14:tracePt t="170720" x="4781550" y="4984750"/>
          <p14:tracePt t="170727" x="4775200" y="4991100"/>
          <p14:tracePt t="170748" x="4768850" y="4997450"/>
          <p14:tracePt t="170768" x="4762500" y="5003800"/>
          <p14:tracePt t="170775" x="4756150" y="5010150"/>
          <p14:tracePt t="170797" x="4749800" y="5010150"/>
          <p14:tracePt t="170818" x="4743450" y="5016500"/>
          <p14:tracePt t="170825" x="4743450" y="5022850"/>
          <p14:tracePt t="170841" x="4743450" y="5029200"/>
          <p14:tracePt t="170854" x="4737100" y="5041900"/>
          <p14:tracePt t="170871" x="4730750" y="5080000"/>
          <p14:tracePt t="170889" x="4705350" y="5156200"/>
          <p14:tracePt t="170904" x="4699000" y="5194300"/>
          <p14:tracePt t="170921" x="4673600" y="5283200"/>
          <p14:tracePt t="170938" x="4648200" y="5353050"/>
          <p14:tracePt t="170954" x="4641850" y="5397500"/>
          <p14:tracePt t="170971" x="4622800" y="5448300"/>
          <p14:tracePt t="170988" x="4610100" y="5480050"/>
          <p14:tracePt t="171004" x="4603750" y="5486400"/>
          <p14:tracePt t="171022" x="4597400" y="5499100"/>
          <p14:tracePt t="171091" x="4591050" y="5505450"/>
          <p14:tracePt t="171351" x="4584700" y="5505450"/>
          <p14:tracePt t="171372" x="4578350" y="5505450"/>
          <p14:tracePt t="171378" x="4565650" y="5492750"/>
          <p14:tracePt t="171389" x="4552950" y="5480050"/>
          <p14:tracePt t="171402" x="4533900" y="5454650"/>
          <p14:tracePt t="171419" x="4495800" y="5410200"/>
          <p14:tracePt t="171436" x="4400550" y="5314950"/>
          <p14:tracePt t="171452" x="4292600" y="5207000"/>
          <p14:tracePt t="171469" x="4235450" y="5149850"/>
          <p14:tracePt t="171485" x="4121150" y="5054600"/>
          <p14:tracePt t="171502" x="4025900" y="4978400"/>
          <p14:tracePt t="171520" x="3949700" y="4927600"/>
          <p14:tracePt t="171535" x="3905250" y="4902200"/>
          <p14:tracePt t="171552" x="3854450" y="4870450"/>
          <p14:tracePt t="171570" x="3816350" y="4851400"/>
          <p14:tracePt t="171585" x="3803650" y="4838700"/>
          <p14:tracePt t="171602" x="3778250" y="4826000"/>
          <p14:tracePt t="171619" x="3765550" y="4819650"/>
          <p14:tracePt t="171635" x="3759200" y="4813300"/>
          <p14:tracePt t="171652" x="3752850" y="4813300"/>
          <p14:tracePt t="171668" x="3740150" y="4806950"/>
          <p14:tracePt t="171702" x="3733800" y="4806950"/>
          <p14:tracePt t="171718" x="3727450" y="4800600"/>
          <p14:tracePt t="171849" x="3727450" y="4806950"/>
          <p14:tracePt t="171870" x="3727450" y="4819650"/>
          <p14:tracePt t="171877" x="3733800" y="4819650"/>
          <p14:tracePt t="171891" x="3733800" y="4826000"/>
          <p14:tracePt t="171912" x="3740150" y="4832350"/>
          <p14:tracePt t="171920" x="3740150" y="4838700"/>
          <p14:tracePt t="171934" x="3746500" y="4857750"/>
          <p14:tracePt t="171951" x="3765550" y="4908550"/>
          <p14:tracePt t="171968" x="3790950" y="4978400"/>
          <p14:tracePt t="171984" x="3803650" y="5035550"/>
          <p14:tracePt t="172000" x="3816350" y="5080000"/>
          <p14:tracePt t="172018" x="3835400" y="5213350"/>
          <p14:tracePt t="172034" x="3841750" y="5251450"/>
          <p14:tracePt t="172050" x="3848100" y="5283200"/>
          <p14:tracePt t="172067" x="3860800" y="5321300"/>
          <p14:tracePt t="172083" x="3860800" y="5346700"/>
          <p14:tracePt t="172101" x="3860800" y="5353050"/>
          <p14:tracePt t="172116" x="3867150" y="5372100"/>
          <p14:tracePt t="172133" x="3867150" y="5378450"/>
          <p14:tracePt t="172193" x="3873500" y="5378450"/>
          <p14:tracePt t="172312" x="3873500" y="5384800"/>
          <p14:tracePt t="172318" x="3873500" y="5391150"/>
          <p14:tracePt t="172335" x="3867150" y="5403850"/>
          <p14:tracePt t="172349" x="3854450" y="5435600"/>
          <p14:tracePt t="172366" x="3841750" y="5461000"/>
          <p14:tracePt t="172383" x="3803650" y="5530850"/>
          <p14:tracePt t="172399" x="3778250" y="5568950"/>
          <p14:tracePt t="172416" x="3727450" y="5645150"/>
          <p14:tracePt t="172432" x="3657600" y="5702300"/>
          <p14:tracePt t="172449" x="3638550" y="5715000"/>
          <p14:tracePt t="172466" x="3575050" y="5746750"/>
          <p14:tracePt t="172481" x="3505200" y="5772150"/>
          <p14:tracePt t="172499" x="3473450" y="5772150"/>
          <p14:tracePt t="172515" x="3397250" y="5778500"/>
          <p14:tracePt t="172532" x="3314700" y="5778500"/>
          <p14:tracePt t="172549" x="3295650" y="5772150"/>
          <p14:tracePt t="172565" x="3244850" y="5765800"/>
          <p14:tracePt t="172582" x="3206750" y="5765800"/>
          <p14:tracePt t="172599" x="3181350" y="5759450"/>
          <p14:tracePt t="172615" x="3168650" y="5759450"/>
          <p14:tracePt t="172631" x="3155950" y="5759450"/>
          <p14:tracePt t="172649" x="3136900" y="5759450"/>
          <p14:tracePt t="172664" x="3124200" y="5759450"/>
          <p14:tracePt t="172698" x="3105150" y="5759450"/>
          <p14:tracePt t="172715" x="3079750" y="5753100"/>
          <p14:tracePt t="172718" x="3073400" y="5753100"/>
          <p14:tracePt t="172734" x="3067050" y="5753100"/>
          <p14:tracePt t="172748" x="3054350" y="5746750"/>
          <p14:tracePt t="172764" x="3022600" y="5740400"/>
          <p14:tracePt t="172782" x="2971800" y="5715000"/>
          <p14:tracePt t="172798" x="2933700" y="5708650"/>
          <p14:tracePt t="172814" x="2857500" y="5676900"/>
          <p14:tracePt t="172831" x="2787650" y="5651500"/>
          <p14:tracePt t="172848" x="2743200" y="5632450"/>
          <p14:tracePt t="172865" x="2660650" y="5607050"/>
          <p14:tracePt t="172880" x="2609850" y="5594350"/>
          <p14:tracePt t="172897" x="2578100" y="5588000"/>
          <p14:tracePt t="172915" x="2546350" y="5581650"/>
          <p14:tracePt t="172930" x="2514600" y="5581650"/>
          <p14:tracePt t="172947" x="2501900" y="5581650"/>
          <p14:tracePt t="172965" x="2470150" y="5588000"/>
          <p14:tracePt t="172980" x="2457450" y="5588000"/>
          <p14:tracePt t="173492" x="2463800" y="5588000"/>
          <p14:tracePt t="173506" x="2470150" y="5588000"/>
          <p14:tracePt t="173514" x="2476500" y="5588000"/>
          <p14:tracePt t="173528" x="2489200" y="5588000"/>
          <p14:tracePt t="173545" x="2514600" y="5588000"/>
          <p14:tracePt t="173562" x="2552700" y="5588000"/>
          <p14:tracePt t="173579" x="2590800" y="5588000"/>
          <p14:tracePt t="173595" x="2686050" y="5588000"/>
          <p14:tracePt t="173612" x="2825750" y="5588000"/>
          <p14:tracePt t="173628" x="2914650" y="5588000"/>
          <p14:tracePt t="173646" x="3054350" y="5588000"/>
          <p14:tracePt t="173661" x="3194050" y="5581650"/>
          <p14:tracePt t="173678" x="3251200" y="5568950"/>
          <p14:tracePt t="173696" x="3327400" y="5562600"/>
          <p14:tracePt t="173711" x="3359150" y="5556250"/>
          <p14:tracePt t="173728" x="3384550" y="5556250"/>
          <p14:tracePt t="173744" x="3397250" y="5549900"/>
          <p14:tracePt t="173761" x="3403600" y="5549900"/>
          <p14:tracePt t="173800" x="3409950" y="5549900"/>
          <p14:tracePt t="173856" x="3409950" y="5556250"/>
          <p14:tracePt t="173883" x="3422650" y="5556250"/>
          <p14:tracePt t="173890" x="3429000" y="5562600"/>
          <p14:tracePt t="173904" x="3441700" y="5562600"/>
          <p14:tracePt t="173914" x="3460750" y="5568950"/>
          <p14:tracePt t="173928" x="3479800" y="5568950"/>
          <p14:tracePt t="173944" x="3543300" y="5588000"/>
          <p14:tracePt t="173962" x="3638550" y="5613400"/>
          <p14:tracePt t="173977" x="3676650" y="5619750"/>
          <p14:tracePt t="173994" x="3733800" y="5632450"/>
          <p14:tracePt t="174011" x="3867150" y="5664200"/>
          <p14:tracePt t="174027" x="3898900" y="5670550"/>
          <p14:tracePt t="174044" x="3930650" y="5689600"/>
          <p14:tracePt t="174060" x="3981450" y="5702300"/>
          <p14:tracePt t="174076" x="4013200" y="5721350"/>
          <p14:tracePt t="174094" x="4025900" y="5721350"/>
          <p14:tracePt t="174110" x="4051300" y="5734050"/>
          <p14:tracePt t="174127" x="4070350" y="5740400"/>
          <p14:tracePt t="174143" x="4083050" y="5740400"/>
          <p14:tracePt t="174160" x="4089400" y="5746750"/>
          <p14:tracePt t="174176" x="4102100" y="5746750"/>
          <p14:tracePt t="174193" x="4102100" y="5753100"/>
          <p14:tracePt t="174256" x="4102100" y="5759450"/>
          <p14:tracePt t="174262" x="4102100" y="5765800"/>
          <p14:tracePt t="174312" x="4102100" y="5772150"/>
          <p14:tracePt t="174327" x="4108450" y="5778500"/>
          <p14:tracePt t="174354" x="4108450" y="5784850"/>
          <p14:tracePt t="174382" x="4114800" y="5791200"/>
          <p14:tracePt t="174403" x="4121150" y="5797550"/>
          <p14:tracePt t="174424" x="4127500" y="5803900"/>
          <p14:tracePt t="174473" x="4133850" y="5810250"/>
          <p14:tracePt t="174494" x="4133850" y="5816600"/>
          <p14:tracePt t="174537" x="4133850" y="5822950"/>
          <p14:tracePt t="174543" x="4133850" y="5829300"/>
          <p14:tracePt t="174572" x="4127500" y="5835650"/>
          <p14:tracePt t="174593" x="4121150" y="5842000"/>
          <p14:tracePt t="174614" x="4114800" y="5842000"/>
          <p14:tracePt t="174641" x="4108450" y="5842000"/>
          <p14:tracePt t="174656" x="4102100" y="5848350"/>
          <p14:tracePt t="174677" x="4095750" y="5848350"/>
          <p14:tracePt t="174683" x="4089400" y="5854700"/>
          <p14:tracePt t="174698" x="4076700" y="5854700"/>
          <p14:tracePt t="174707" x="4070350" y="5861050"/>
          <p14:tracePt t="174725" x="4051300" y="5861050"/>
          <p14:tracePt t="174741" x="4044950" y="5867400"/>
          <p14:tracePt t="174757" x="4013200" y="5867400"/>
          <p14:tracePt t="174775" x="3994150" y="5873750"/>
          <p14:tracePt t="174807" x="3981450" y="5873750"/>
          <p14:tracePt t="174844" x="3981450" y="5867400"/>
          <p14:tracePt t="174857" x="3987800" y="5867400"/>
          <p14:tracePt t="174874" x="3987800" y="5861050"/>
          <p14:tracePt t="174894" x="3994150" y="5854700"/>
          <p14:tracePt t="174910" x="4000500" y="5848350"/>
          <p14:tracePt t="174924" x="4013200" y="5835650"/>
          <p14:tracePt t="174941" x="4019550" y="5835650"/>
          <p14:tracePt t="174958" x="4044950" y="5784850"/>
          <p14:tracePt t="174973" x="4064000" y="5753100"/>
          <p14:tracePt t="174990" x="4108450" y="5638800"/>
          <p14:tracePt t="175007" x="4140200" y="5511800"/>
          <p14:tracePt t="175023" x="4152900" y="5454650"/>
          <p14:tracePt t="175040" x="4171950" y="5321300"/>
          <p14:tracePt t="175056" x="4184650" y="5232400"/>
          <p14:tracePt t="175073" x="4191000" y="5200650"/>
          <p14:tracePt t="175090" x="4203700" y="5149850"/>
          <p14:tracePt t="175106" x="4210050" y="5124450"/>
          <p14:tracePt t="175123" x="4216400" y="5111750"/>
          <p14:tracePt t="175140" x="4229100" y="5105400"/>
          <p14:tracePt t="175156" x="4241800" y="5105400"/>
          <p14:tracePt t="175173" x="4248150" y="5105400"/>
          <p14:tracePt t="175190" x="4267200" y="5105400"/>
          <p14:tracePt t="175206" x="4292600" y="5111750"/>
          <p14:tracePt t="175223" x="4324350" y="5118100"/>
          <p14:tracePt t="175239" x="4362450" y="5130800"/>
          <p14:tracePt t="175256" x="4406900" y="5137150"/>
          <p14:tracePt t="175273" x="4540250" y="5162550"/>
          <p14:tracePt t="175289" x="4584700" y="5181600"/>
          <p14:tracePt t="175306" x="4622800" y="5181600"/>
          <p14:tracePt t="175322" x="4705350" y="5194300"/>
          <p14:tracePt t="175339" x="4762500" y="5200650"/>
          <p14:tracePt t="175355" x="4781550" y="5207000"/>
          <p14:tracePt t="175372" x="4806950" y="5213350"/>
          <p14:tracePt t="175388" x="4832350" y="5213350"/>
          <p14:tracePt t="175406" x="4851400" y="5213350"/>
          <p14:tracePt t="175518" x="4845050" y="5207000"/>
          <p14:tracePt t="175546" x="4838700" y="5207000"/>
          <p14:tracePt t="175897" x="4838700" y="5156200"/>
          <p14:tracePt t="175905" x="4851400" y="5041900"/>
          <p14:tracePt t="175918" x="4864100" y="4914900"/>
          <p14:tracePt t="175925" x="4870450" y="4756150"/>
          <p14:tracePt t="175940" x="4889500" y="4540250"/>
          <p14:tracePt t="175954" x="4889500" y="4356100"/>
          <p14:tracePt t="175970" x="4870450" y="4032250"/>
          <p14:tracePt t="175987" x="4826000" y="3740150"/>
          <p14:tracePt t="176003" x="4800600" y="3619500"/>
          <p14:tracePt t="176020" x="4730750" y="3403600"/>
          <p14:tracePt t="176037" x="4648200" y="3181350"/>
          <p14:tracePt t="176053" x="4616450" y="3086100"/>
          <p14:tracePt t="176070" x="4565650" y="2965450"/>
          <p14:tracePt t="176086" x="4540250" y="2889250"/>
          <p14:tracePt t="176103" x="4533900" y="2870200"/>
          <p14:tracePt t="176119" x="4514850" y="2819400"/>
          <p14:tracePt t="176136" x="4502150" y="2774950"/>
          <p14:tracePt t="176153" x="4495800" y="2762250"/>
          <p14:tracePt t="176170" x="4489450" y="2736850"/>
          <p14:tracePt t="176186" x="4483100" y="2730500"/>
          <p14:tracePt t="176203" x="4483100" y="2717800"/>
          <p14:tracePt t="176220" x="4470400" y="2679700"/>
          <p14:tracePt t="176236" x="4464050" y="2667000"/>
          <p14:tracePt t="176252" x="4464050" y="2654300"/>
          <p14:tracePt t="176256" x="4457700" y="2654300"/>
          <p14:tracePt t="176311" x="4451350" y="2654300"/>
          <p14:tracePt t="176317" x="4451350" y="2660650"/>
          <p14:tracePt t="176324" x="4451350" y="2667000"/>
          <p14:tracePt t="176339" x="4445000" y="2673350"/>
          <p14:tracePt t="176360" x="4445000" y="2679700"/>
          <p14:tracePt t="176369" x="4445000" y="2686050"/>
          <p14:tracePt t="176388" x="4445000" y="2692400"/>
          <p14:tracePt t="176402" x="4438650" y="2698750"/>
          <p14:tracePt t="176418" x="4438650" y="2705100"/>
          <p14:tracePt t="176438" x="4432300" y="2711450"/>
          <p14:tracePt t="176458" x="4432300" y="2717800"/>
          <p14:tracePt t="176500" x="4425950" y="2724150"/>
          <p14:tracePt t="176556" x="4425950" y="2730500"/>
          <p14:tracePt t="176577" x="4425950" y="2736850"/>
          <p14:tracePt t="176598" x="4425950" y="2743200"/>
          <p14:tracePt t="176605" x="4419600" y="2749550"/>
          <p14:tracePt t="176626" x="4413250" y="2749550"/>
          <p14:tracePt t="176661" x="4413250" y="2755900"/>
          <p14:tracePt t="176669" x="4406900" y="2755900"/>
          <p14:tracePt t="176689" x="4406900" y="2762250"/>
          <p14:tracePt t="176696" x="4400550" y="2762250"/>
          <p14:tracePt t="176719" x="4394200" y="2762250"/>
          <p14:tracePt t="176746" x="4387850" y="2762250"/>
          <p14:tracePt t="176907" x="4381500" y="2762250"/>
          <p14:tracePt t="176928" x="4375150" y="2762250"/>
          <p14:tracePt t="176935" x="4368800" y="2762250"/>
          <p14:tracePt t="176948" x="4362450" y="2762250"/>
          <p14:tracePt t="176956" x="4356100" y="2762250"/>
          <p14:tracePt t="176977" x="4349750" y="2762250"/>
          <p14:tracePt t="176991" x="4343400" y="2755900"/>
          <p14:tracePt t="177000" x="4330700" y="2755900"/>
          <p14:tracePt t="177017" x="4305300" y="2755900"/>
          <p14:tracePt t="177033" x="4267200" y="2749550"/>
          <p14:tracePt t="177049" x="4229100" y="2749550"/>
          <p14:tracePt t="177067" x="4197350" y="2749550"/>
          <p14:tracePt t="177083" x="4165600" y="2749550"/>
          <p14:tracePt t="177100" x="4133850" y="2749550"/>
          <p14:tracePt t="177117" x="4121150" y="2749550"/>
          <p14:tracePt t="177167" x="4127500" y="2749550"/>
          <p14:tracePt t="177180" x="4140200" y="2749550"/>
          <p14:tracePt t="177187" x="4146550" y="2749550"/>
          <p14:tracePt t="177208" x="4152900" y="2749550"/>
          <p14:tracePt t="177222" x="4165600" y="2749550"/>
          <p14:tracePt t="177232" x="4171950" y="2749550"/>
          <p14:tracePt t="177249" x="4184650" y="2749550"/>
          <p14:tracePt t="177265" x="4210050" y="2749550"/>
          <p14:tracePt t="177282" x="4235450" y="2755900"/>
          <p14:tracePt t="177302" x="4241800" y="2755900"/>
          <p14:tracePt t="177316" x="4241800" y="2762250"/>
          <p14:tracePt t="177331" x="4248150" y="2762250"/>
          <p14:tracePt t="177355" x="4248150" y="2768600"/>
          <p14:tracePt t="177398" x="4248150" y="2774950"/>
          <p14:tracePt t="177419" x="4235450" y="2781300"/>
          <p14:tracePt t="177425" x="4229100" y="2781300"/>
          <p14:tracePt t="177440" x="4229100" y="2787650"/>
          <p14:tracePt t="177448" x="4222750" y="2787650"/>
          <p14:tracePt t="177464" x="4216400" y="2794000"/>
          <p14:tracePt t="177482" x="4191000" y="2806700"/>
          <p14:tracePt t="177498" x="4159250" y="2819400"/>
          <p14:tracePt t="177515" x="4133850" y="2832100"/>
          <p14:tracePt t="177532" x="4102100" y="2844800"/>
          <p14:tracePt t="177547" x="4083050" y="2844800"/>
          <p14:tracePt t="177565" x="4057650" y="2851150"/>
          <p14:tracePt t="177581" x="4051300" y="2857500"/>
          <p14:tracePt t="177598" x="4038600" y="2863850"/>
          <p14:tracePt t="177636" x="4044950" y="2863850"/>
          <p14:tracePt t="177648" x="4051300" y="2863850"/>
          <p14:tracePt t="177664" x="4057650" y="2863850"/>
          <p14:tracePt t="177681" x="4083050" y="2863850"/>
          <p14:tracePt t="177697" x="4095750" y="2863850"/>
          <p14:tracePt t="177714" x="4140200" y="2863850"/>
          <p14:tracePt t="177731" x="4184650" y="2857500"/>
          <p14:tracePt t="177748" x="4248150" y="2851150"/>
          <p14:tracePt t="177764" x="4267200" y="2851150"/>
          <p14:tracePt t="177780" x="4286250" y="2851150"/>
          <p14:tracePt t="177797" x="4330700" y="2838450"/>
          <p14:tracePt t="177814" x="4343400" y="2838450"/>
          <p14:tracePt t="177831" x="4349750" y="2838450"/>
          <p14:tracePt t="177887" x="4343400" y="2838450"/>
          <p14:tracePt t="177902" x="4337050" y="2838450"/>
          <p14:tracePt t="177909" x="4330700" y="2838450"/>
          <p14:tracePt t="177938" x="4324350" y="2838450"/>
          <p14:tracePt t="177952" x="4318000" y="2838450"/>
          <p14:tracePt t="177972" x="4311650" y="2838450"/>
          <p14:tracePt t="177986" x="4305300" y="2838450"/>
          <p14:tracePt t="178008" x="4298950" y="2838450"/>
          <p14:tracePt t="178022" x="4292600" y="2838450"/>
          <p14:tracePt t="178043" x="4286250" y="2838450"/>
          <p14:tracePt t="178050" x="4273550" y="2838450"/>
          <p14:tracePt t="178063" x="4260850" y="2838450"/>
          <p14:tracePt t="178080" x="4229100" y="2844800"/>
          <p14:tracePt t="178096" x="4216400" y="2851150"/>
          <p14:tracePt t="178113" x="4178300" y="2857500"/>
          <p14:tracePt t="178129" x="4165600" y="2863850"/>
          <p14:tracePt t="178146" x="4152900" y="2863850"/>
          <p14:tracePt t="178162" x="4146550" y="2863850"/>
          <p14:tracePt t="178179" x="4133850" y="2863850"/>
          <p14:tracePt t="178672" x="4140200" y="2863850"/>
          <p14:tracePt t="178679" x="4159250" y="2857500"/>
          <p14:tracePt t="178693" x="4171950" y="2857500"/>
          <p14:tracePt t="178700" x="4191000" y="2857500"/>
          <p14:tracePt t="178714" x="4210050" y="2857500"/>
          <p14:tracePt t="178728" x="4241800" y="2851150"/>
          <p14:tracePt t="178744" x="4260850" y="2851150"/>
          <p14:tracePt t="178760" x="4273550" y="2851150"/>
          <p14:tracePt t="178777" x="4298950" y="2844800"/>
          <p14:tracePt t="178793" x="4311650" y="2844800"/>
          <p14:tracePt t="178810" x="4318000" y="2844800"/>
          <p14:tracePt t="178827" x="4318000" y="2838450"/>
          <p14:tracePt t="178843" x="4324350" y="2838450"/>
          <p14:tracePt t="179043" x="4318000" y="2838450"/>
          <p14:tracePt t="179071" x="4318000" y="2844800"/>
          <p14:tracePt t="179099" x="4311650" y="2851150"/>
          <p14:tracePt t="179120" x="4298950" y="2857500"/>
          <p14:tracePt t="179169" x="4292600" y="2857500"/>
          <p14:tracePt t="179190" x="4286250" y="2863850"/>
          <p14:tracePt t="179211" x="4279900" y="2870200"/>
          <p14:tracePt t="179282" x="4273550" y="2876550"/>
          <p14:tracePt t="179310" x="4273550" y="2882900"/>
          <p14:tracePt t="179330" x="4267200" y="2889250"/>
          <p14:tracePt t="179345" x="4267200" y="2895600"/>
          <p14:tracePt t="179352" x="4267200" y="2901950"/>
          <p14:tracePt t="179361" x="4260850" y="2914650"/>
          <p14:tracePt t="179374" x="4260850" y="2933700"/>
          <p14:tracePt t="179392" x="4254500" y="2952750"/>
          <p14:tracePt t="179408" x="4254500" y="3041650"/>
          <p14:tracePt t="179425" x="4241800" y="3187700"/>
          <p14:tracePt t="179441" x="4241800" y="3282950"/>
          <p14:tracePt t="179458" x="4260850" y="3549650"/>
          <p14:tracePt t="179475" x="4311650" y="3949700"/>
          <p14:tracePt t="179492" x="4394200" y="4425950"/>
          <p14:tracePt t="179508" x="4457700" y="4686300"/>
          <p14:tracePt t="179524" x="4552950" y="5092700"/>
          <p14:tracePt t="179541" x="4654550" y="5334000"/>
          <p14:tracePt t="179557" x="4692650" y="5416550"/>
          <p14:tracePt t="179574" x="4730750" y="5473700"/>
          <p14:tracePt t="179591" x="4851400" y="5607050"/>
          <p14:tracePt t="179607" x="4895850" y="5632450"/>
          <p14:tracePt t="179625" x="4959350" y="5683250"/>
          <p14:tracePt t="179640" x="4991100" y="5695950"/>
          <p14:tracePt t="179657" x="5054600" y="5734050"/>
          <p14:tracePt t="179674" x="5156200" y="5772150"/>
          <p14:tracePt t="179690" x="5232400" y="5791200"/>
          <p14:tracePt t="179707" x="5391150" y="5842000"/>
          <p14:tracePt t="179724" x="5549900" y="5873750"/>
          <p14:tracePt t="179740" x="5613400" y="5880100"/>
          <p14:tracePt t="179757" x="5734050" y="5899150"/>
          <p14:tracePt t="179774" x="5867400" y="5905500"/>
          <p14:tracePt t="179790" x="5943600" y="5905500"/>
          <p14:tracePt t="179807" x="6070600" y="5886450"/>
          <p14:tracePt t="179823" x="6178550" y="5867400"/>
          <p14:tracePt t="179840" x="6235700" y="5861050"/>
          <p14:tracePt t="179844" x="6286500" y="5848350"/>
          <p14:tracePt t="179859" x="6330950" y="5835650"/>
          <p14:tracePt t="179873" x="6356350" y="5829300"/>
          <p14:tracePt t="179890" x="6419850" y="5810250"/>
          <p14:tracePt t="179906" x="6457950" y="5791200"/>
          <p14:tracePt t="179923" x="6483350" y="5784850"/>
          <p14:tracePt t="179940" x="6546850" y="5772150"/>
          <p14:tracePt t="179956" x="6553200" y="5772150"/>
          <p14:tracePt t="179975" x="6565900" y="5772150"/>
          <p14:tracePt t="179990" x="6578600" y="5772150"/>
          <p14:tracePt t="180006" x="6591300" y="5772150"/>
          <p14:tracePt t="180023" x="6597650" y="5772150"/>
          <p14:tracePt t="180056" x="6604000" y="5772150"/>
          <p14:tracePt t="180081" x="6604000" y="5778500"/>
          <p14:tracePt t="180116" x="6604000" y="5784850"/>
          <p14:tracePt t="180164" x="6610350" y="5791200"/>
          <p14:tracePt t="180179" x="6616700" y="5791200"/>
          <p14:tracePt t="180200" x="6623050" y="5797550"/>
          <p14:tracePt t="180214" x="6635750" y="5797550"/>
          <p14:tracePt t="180228" x="6642100" y="5797550"/>
          <p14:tracePt t="180234" x="6654800" y="5803900"/>
          <p14:tracePt t="180242" x="6667500" y="5810250"/>
          <p14:tracePt t="180258" x="6680200" y="5816600"/>
          <p14:tracePt t="180272" x="6699250" y="5816600"/>
          <p14:tracePt t="180289" x="6737350" y="5829300"/>
          <p14:tracePt t="180305" x="6781800" y="5835650"/>
          <p14:tracePt t="180322" x="6794500" y="5842000"/>
          <p14:tracePt t="180338" x="6832600" y="5848350"/>
          <p14:tracePt t="180355" x="6858000" y="5854700"/>
          <p14:tracePt t="180372" x="6864350" y="5861050"/>
          <p14:tracePt t="180389" x="6877050" y="5867400"/>
          <p14:tracePt t="180466" x="6877050" y="5873750"/>
          <p14:tracePt t="180494" x="6870700" y="5873750"/>
          <p14:tracePt t="180501" x="6870700" y="5880100"/>
          <p14:tracePt t="180522" x="6864350" y="5880100"/>
          <p14:tracePt t="180607" x="6858000" y="5880100"/>
          <p14:tracePt t="180635" x="6851650" y="5880100"/>
          <p14:tracePt t="180663" x="6845300" y="5880100"/>
          <p14:tracePt t="180684" x="6838950" y="5873750"/>
          <p14:tracePt t="180712" x="6832600" y="5873750"/>
          <p14:tracePt t="180733" x="6826250" y="5873750"/>
          <p14:tracePt t="180755" x="6819900" y="5873750"/>
          <p14:tracePt t="180775" x="6813550" y="5873750"/>
          <p14:tracePt t="180782" x="6813550" y="5867400"/>
          <p14:tracePt t="180817" x="6807200" y="5867400"/>
          <p14:tracePt t="180845" x="6800850" y="5867400"/>
          <p14:tracePt t="180873" x="6794500" y="5867400"/>
          <p14:tracePt t="180894" x="6788150" y="5867400"/>
          <p14:tracePt t="180957" x="6781800" y="5867400"/>
          <p14:tracePt t="180964" x="6775450" y="5867400"/>
          <p14:tracePt t="180993" x="6769100" y="5867400"/>
          <p14:tracePt t="181014" x="6769100" y="5861050"/>
          <p14:tracePt t="181034" x="6762750" y="5861050"/>
          <p14:tracePt t="181063" x="6756400" y="5861050"/>
          <p14:tracePt t="181083" x="6750050" y="5861050"/>
          <p14:tracePt t="181118" x="6743700" y="5861050"/>
          <p14:tracePt t="181133" x="6737350" y="5861050"/>
          <p14:tracePt t="181147" x="6731000" y="5861050"/>
          <p14:tracePt t="181155" x="6724650" y="5861050"/>
          <p14:tracePt t="181169" x="6718300" y="5861050"/>
          <p14:tracePt t="181185" x="6711950" y="5861050"/>
          <p14:tracePt t="181205" x="6705600" y="5861050"/>
          <p14:tracePt t="181218" x="6699250" y="5861050"/>
          <p14:tracePt t="181235" x="6692900" y="5861050"/>
          <p14:tracePt t="181252" x="6680200" y="5861050"/>
          <p14:tracePt t="181268" x="6673850" y="5861050"/>
          <p14:tracePt t="181301" x="6667500" y="5861050"/>
          <p14:tracePt t="181318" x="6661150" y="5861050"/>
          <p14:tracePt t="181336" x="6648450" y="5861050"/>
          <p14:tracePt t="181352" x="6642100" y="5861050"/>
          <p14:tracePt t="181367" x="6629400" y="5861050"/>
          <p14:tracePt t="181864" x="6616700" y="5867400"/>
          <p14:tracePt t="181878" x="6604000" y="5873750"/>
          <p14:tracePt t="181886" x="6591300" y="5873750"/>
          <p14:tracePt t="181900" x="6578600" y="5886450"/>
          <p14:tracePt t="181916" x="6559550" y="5892800"/>
          <p14:tracePt t="181934" x="6527800" y="5918200"/>
          <p14:tracePt t="181949" x="6515100" y="5924550"/>
          <p14:tracePt t="181966" x="6502400" y="5930900"/>
          <p14:tracePt t="181983" x="6470650" y="5943600"/>
          <p14:tracePt t="181999" x="6445250" y="5949950"/>
          <p14:tracePt t="182016" x="6445250" y="5956300"/>
          <p14:tracePt t="182032" x="6426200" y="5962650"/>
          <p14:tracePt t="182049" x="6413500" y="5962650"/>
          <p14:tracePt t="182066" x="6407150" y="5962650"/>
          <p14:tracePt t="182082" x="6400800" y="5962650"/>
          <p14:tracePt t="182099" x="6400800" y="5969000"/>
          <p14:tracePt t="182389" x="6400800" y="5962650"/>
          <p14:tracePt t="182446" x="6400800" y="5956300"/>
          <p14:tracePt t="182467" x="6394450" y="5956300"/>
          <p14:tracePt t="182488" x="6388100" y="5956300"/>
          <p14:tracePt t="182494" x="6375400" y="5956300"/>
          <p14:tracePt t="182509" x="6369050" y="5949950"/>
          <p14:tracePt t="182517" x="6356350" y="5949950"/>
          <p14:tracePt t="182531" x="6337300" y="5943600"/>
          <p14:tracePt t="182547" x="6318250" y="5937250"/>
          <p14:tracePt t="182565" x="6178550" y="5905500"/>
          <p14:tracePt t="182580" x="6115050" y="5886450"/>
          <p14:tracePt t="182597" x="6032500" y="5873750"/>
          <p14:tracePt t="182614" x="5880100" y="5848350"/>
          <p14:tracePt t="182630" x="5721350" y="5829300"/>
          <p14:tracePt t="182647" x="5657850" y="5816600"/>
          <p14:tracePt t="182664" x="5524500" y="5810250"/>
          <p14:tracePt t="182680" x="5422900" y="5797550"/>
          <p14:tracePt t="182697" x="5372100" y="5797550"/>
          <p14:tracePt t="182713" x="5276850" y="5803900"/>
          <p14:tracePt t="182730" x="5207000" y="5810250"/>
          <p14:tracePt t="182747" x="5149850" y="5810250"/>
          <p14:tracePt t="182763" x="5124450" y="5810250"/>
          <p14:tracePt t="182780" x="5067300" y="5810250"/>
          <p14:tracePt t="182797" x="5010150" y="5810250"/>
          <p14:tracePt t="182813" x="4978400" y="5810250"/>
          <p14:tracePt t="182830" x="4953000" y="5810250"/>
          <p14:tracePt t="182846" x="4845050" y="5810250"/>
          <p14:tracePt t="182863" x="4806950" y="5810250"/>
          <p14:tracePt t="182880" x="4699000" y="5810250"/>
          <p14:tracePt t="182896" x="4635500" y="5816600"/>
          <p14:tracePt t="182913" x="4502150" y="5829300"/>
          <p14:tracePt t="182930" x="4387850" y="5848350"/>
          <p14:tracePt t="182946" x="4324350" y="5848350"/>
          <p14:tracePt t="182962" x="4203700" y="5873750"/>
          <p14:tracePt t="182979" x="4083050" y="5905500"/>
          <p14:tracePt t="182996" x="4025900" y="5918200"/>
          <p14:tracePt t="183013" x="3879850" y="5949950"/>
          <p14:tracePt t="183029" x="3771900" y="5975350"/>
          <p14:tracePt t="183045" x="3733800" y="5988050"/>
          <p14:tracePt t="183063" x="3651250" y="6007100"/>
          <p14:tracePt t="183079" x="3600450" y="6019800"/>
          <p14:tracePt t="183095" x="3575050" y="6019800"/>
          <p14:tracePt t="183112" x="3530600" y="6000750"/>
          <p14:tracePt t="183129" x="3524250" y="5994400"/>
          <p14:tracePt t="183466" x="3530600" y="5930900"/>
          <p14:tracePt t="183480" x="3562350" y="5854700"/>
          <p14:tracePt t="183487" x="3594100" y="5746750"/>
          <p14:tracePt t="183501" x="3644900" y="5632450"/>
          <p14:tracePt t="183510" x="3689350" y="5511800"/>
          <p14:tracePt t="183527" x="3746500" y="5378450"/>
          <p14:tracePt t="183544" x="3810000" y="5156200"/>
          <p14:tracePt t="183560" x="3860800" y="4953000"/>
          <p14:tracePt t="183578" x="3905250" y="4730750"/>
          <p14:tracePt t="183593" x="3911600" y="4654550"/>
          <p14:tracePt t="183610" x="3937000" y="4533900"/>
          <p14:tracePt t="183628" x="3937000" y="4502150"/>
          <p14:tracePt t="183643" x="3937000" y="4495800"/>
          <p14:tracePt t="183733" x="3937000" y="4502150"/>
          <p14:tracePt t="183761" x="3937000" y="4508500"/>
          <p14:tracePt t="183767" x="3937000" y="4514850"/>
          <p14:tracePt t="183781" x="3930650" y="4521200"/>
          <p14:tracePt t="183793" x="3930650" y="4527550"/>
          <p14:tracePt t="183810" x="3924300" y="4552950"/>
          <p14:tracePt t="183826" x="3917950" y="4559300"/>
          <p14:tracePt t="183843" x="3911600" y="4572000"/>
          <p14:tracePt t="183860" x="3892550" y="4597400"/>
          <p14:tracePt t="183876" x="3879850" y="4616450"/>
          <p14:tracePt t="183894" x="3854450" y="4654550"/>
          <p14:tracePt t="183909" x="3816350" y="4718050"/>
          <p14:tracePt t="183926" x="3790950" y="4749800"/>
          <p14:tracePt t="183943" x="3771900" y="4813300"/>
          <p14:tracePt t="183959" x="3746500" y="4845050"/>
          <p14:tracePt t="183976" x="3746500" y="4870450"/>
          <p14:tracePt t="183993" x="3740150" y="4895850"/>
          <p14:tracePt t="184025" x="3740150" y="4908550"/>
          <p14:tracePt t="184059" x="3740150" y="4914900"/>
          <p14:tracePt t="184076" x="3746500" y="4914900"/>
          <p14:tracePt t="184092" x="3752850" y="4914900"/>
          <p14:tracePt t="184118" x="3759200" y="4908550"/>
          <p14:tracePt t="184139" x="3765550" y="4902200"/>
          <p14:tracePt t="184153" x="3771900" y="4902200"/>
          <p14:tracePt t="184167" x="3771900" y="4895850"/>
          <p14:tracePt t="184188" x="3771900" y="4889500"/>
          <p14:tracePt t="184209" x="3778250" y="4883150"/>
          <p14:tracePt t="184230" x="3784600" y="4876800"/>
          <p14:tracePt t="184237" x="3790950" y="4864100"/>
          <p14:tracePt t="184251" x="3797300" y="4857750"/>
          <p14:tracePt t="184261" x="3803650" y="4851400"/>
          <p14:tracePt t="184274" x="3803650" y="4838700"/>
          <p14:tracePt t="184291" x="3816350" y="4813300"/>
          <p14:tracePt t="184308" x="3835400" y="4743450"/>
          <p14:tracePt t="184325" x="3848100" y="4724400"/>
          <p14:tracePt t="184342" x="3854450" y="4667250"/>
          <p14:tracePt t="184357" x="3854450" y="4635500"/>
          <p14:tracePt t="184374" x="3854450" y="4597400"/>
          <p14:tracePt t="184393" x="3854450" y="4572000"/>
          <p14:tracePt t="184407" x="3854450" y="4565650"/>
          <p14:tracePt t="184424" x="3848100" y="4559300"/>
          <p14:tracePt t="184443" x="3841750" y="4559300"/>
          <p14:tracePt t="184469" x="3835400" y="4565650"/>
          <p14:tracePt t="184483" x="3835400" y="4572000"/>
          <p14:tracePt t="184511" x="3835400" y="4578350"/>
          <p14:tracePt t="184518" x="3835400" y="4584700"/>
          <p14:tracePt t="184532" x="3835400" y="4591050"/>
          <p14:tracePt t="184541" x="3835400" y="4597400"/>
          <p14:tracePt t="184557" x="3835400" y="4603750"/>
          <p14:tracePt t="184576" x="3835400" y="4610100"/>
          <p14:tracePt t="184590" x="3841750" y="4616450"/>
          <p14:tracePt t="184607" x="3841750" y="4622800"/>
          <p14:tracePt t="184624" x="3854450" y="4635500"/>
          <p14:tracePt t="184640" x="3854450" y="4648200"/>
          <p14:tracePt t="184658" x="3892550" y="4679950"/>
          <p14:tracePt t="184673" x="3905250" y="4686300"/>
          <p14:tracePt t="184690" x="3911600" y="4699000"/>
          <p14:tracePt t="184707" x="3917950" y="4711700"/>
          <p14:tracePt t="184723" x="3924300" y="4718050"/>
          <p14:tracePt t="184740" x="3930650" y="4718050"/>
          <p14:tracePt t="184791" x="3924300" y="4724400"/>
          <p14:tracePt t="184819" x="3917950" y="4730750"/>
          <p14:tracePt t="184833" x="3911600" y="4730750"/>
          <p14:tracePt t="184842" x="3905250" y="4737100"/>
          <p14:tracePt t="184856" x="3892550" y="4743450"/>
          <p14:tracePt t="184872" x="3867150" y="4762500"/>
          <p14:tracePt t="184890" x="3816350" y="4781550"/>
          <p14:tracePt t="184906" x="3797300" y="4800600"/>
          <p14:tracePt t="184922" x="3771900" y="4806950"/>
          <p14:tracePt t="184926" x="3752850" y="4819650"/>
          <p14:tracePt t="184939" x="3708400" y="4832350"/>
          <p14:tracePt t="184956" x="3695700" y="4838700"/>
          <p14:tracePt t="184974" x="3676650" y="4838700"/>
          <p14:tracePt t="184988" x="3670300" y="4838700"/>
          <p14:tracePt t="185005" x="3657600" y="4838700"/>
          <p14:tracePt t="185022" x="3651250" y="4838700"/>
          <p14:tracePt t="185039" x="3651250" y="4832350"/>
          <p14:tracePt t="185055" x="3638550" y="4826000"/>
          <p14:tracePt t="185072" x="3638550" y="4819650"/>
          <p14:tracePt t="185089" x="3632200" y="4819650"/>
          <p14:tracePt t="185105" x="3619500" y="4813300"/>
          <p14:tracePt t="185141" x="3613150" y="4813300"/>
          <p14:tracePt t="185170" x="3606800" y="4813300"/>
          <p14:tracePt t="185233" x="3613150" y="4813300"/>
          <p14:tracePt t="185254" x="3619500" y="4813300"/>
          <p14:tracePt t="185260" x="3632200" y="4813300"/>
          <p14:tracePt t="185282" x="3638550" y="4806950"/>
          <p14:tracePt t="185291" x="3644900" y="4806950"/>
          <p14:tracePt t="185304" x="3651250" y="4806950"/>
          <p14:tracePt t="185321" x="3670300" y="4800600"/>
          <p14:tracePt t="185338" x="3702050" y="4794250"/>
          <p14:tracePt t="185354" x="3746500" y="4787900"/>
          <p14:tracePt t="185371" x="3765550" y="4787900"/>
          <p14:tracePt t="185387" x="3797300" y="4787900"/>
          <p14:tracePt t="185404" x="3822700" y="4787900"/>
          <p14:tracePt t="185421" x="3829050" y="4787900"/>
          <p14:tracePt t="185424" x="3835400" y="4787900"/>
          <p14:tracePt t="185443" x="3841750" y="4787900"/>
          <p14:tracePt t="185454" x="3848100" y="4787900"/>
          <p14:tracePt t="185473" x="3854450" y="4787900"/>
          <p14:tracePt t="185492" x="3867150" y="4787900"/>
          <p14:tracePt t="185522" x="3873500" y="4787900"/>
          <p14:tracePt t="185541" x="3879850" y="4787900"/>
          <p14:tracePt t="185591" x="3886200" y="4787900"/>
          <p14:tracePt t="185612" x="3892550" y="4787900"/>
          <p14:tracePt t="185632" x="3898900" y="4787900"/>
          <p14:tracePt t="185660" x="3905250" y="4787900"/>
          <p14:tracePt t="185695" x="3911600" y="4787900"/>
          <p14:tracePt t="185704" x="3917950" y="4787900"/>
          <p14:tracePt t="185794" x="3917950" y="4794250"/>
          <p14:tracePt t="186095" x="3917950" y="4806950"/>
          <p14:tracePt t="186116" x="3917950" y="4819650"/>
          <p14:tracePt t="186123" x="3917950" y="4838700"/>
          <p14:tracePt t="186134" x="3917950" y="4851400"/>
          <p14:tracePt t="186152" x="3911600" y="4902200"/>
          <p14:tracePt t="186168" x="3911600" y="4933950"/>
          <p14:tracePt t="186185" x="3911600" y="4953000"/>
          <p14:tracePt t="186202" x="3905250" y="4997450"/>
          <p14:tracePt t="186218" x="3905250" y="5010150"/>
          <p14:tracePt t="186235" x="3905250" y="5022850"/>
          <p14:tracePt t="186251" x="3905250" y="5029200"/>
          <p14:tracePt t="186287" x="3905250" y="5022850"/>
          <p14:tracePt t="186301" x="3905250" y="5016500"/>
          <p14:tracePt t="186317" x="3905250" y="4997450"/>
          <p14:tracePt t="186334" x="3905250" y="4984750"/>
          <p14:tracePt t="186351" x="3905250" y="4959350"/>
          <p14:tracePt t="186368" x="3898900" y="4927600"/>
          <p14:tracePt t="186384" x="3898900" y="4876800"/>
          <p14:tracePt t="186401" x="3886200" y="4857750"/>
          <p14:tracePt t="186418" x="3886200" y="4819650"/>
          <p14:tracePt t="186434" x="3879850" y="4794250"/>
          <p14:tracePt t="186450" x="3879850" y="4781550"/>
          <p14:tracePt t="186470" x="3879850" y="4775200"/>
          <p14:tracePt t="186484" x="3879850" y="4768850"/>
          <p14:tracePt t="186593" x="3879850" y="4775200"/>
          <p14:tracePt t="186621" x="3879850" y="4781550"/>
          <p14:tracePt t="186656" x="3873500" y="4787900"/>
          <p14:tracePt t="186712" x="3873500" y="4794250"/>
          <p14:tracePt t="186734" x="3873500" y="4800600"/>
          <p14:tracePt t="186761" x="3873500" y="4806950"/>
          <p14:tracePt t="186783" x="3873500" y="4813300"/>
          <p14:tracePt t="186817" x="3873500" y="4819650"/>
          <p14:tracePt t="186831" x="3860800" y="4819650"/>
          <p14:tracePt t="186845" x="3854450" y="4819650"/>
          <p14:tracePt t="186853" x="3841750" y="4819650"/>
          <p14:tracePt t="186868" x="3829050" y="4819650"/>
          <p14:tracePt t="186882" x="3810000" y="4819650"/>
          <p14:tracePt t="186899" x="3727450" y="4813300"/>
          <p14:tracePt t="186916" x="3575050" y="4794250"/>
          <p14:tracePt t="186932" x="3473450" y="4775200"/>
          <p14:tracePt t="186936" x="3371850" y="4775200"/>
          <p14:tracePt t="186949" x="3257550" y="4768850"/>
          <p14:tracePt t="186965" x="3022600" y="4743450"/>
          <p14:tracePt t="186982" x="2908300" y="4737100"/>
          <p14:tracePt t="187000" x="2679700" y="4724400"/>
          <p14:tracePt t="187015" x="2489200" y="4711700"/>
          <p14:tracePt t="187032" x="2413000" y="4711700"/>
          <p14:tracePt t="187049" x="2260600" y="4705350"/>
          <p14:tracePt t="187065" x="2159000" y="4705350"/>
          <p14:tracePt t="187081" x="2108200" y="4705350"/>
          <p14:tracePt t="187099" x="1987550" y="4705350"/>
          <p14:tracePt t="187115" x="1860550" y="4705350"/>
          <p14:tracePt t="187132" x="1765300" y="4724400"/>
          <p14:tracePt t="187148" x="1727200" y="4724400"/>
          <p14:tracePt t="187165" x="1695450" y="4724400"/>
          <p14:tracePt t="187182" x="1600200" y="4737100"/>
          <p14:tracePt t="187198" x="1555750" y="4756150"/>
          <p14:tracePt t="187215" x="1517650" y="4756150"/>
          <p14:tracePt t="187231" x="1416050" y="4768850"/>
          <p14:tracePt t="187247" x="1390650" y="4781550"/>
          <p14:tracePt t="187264" x="1358900" y="4787900"/>
          <p14:tracePt t="187281" x="1320800" y="4794250"/>
          <p14:tracePt t="187297" x="1289050" y="4794250"/>
          <p14:tracePt t="187315" x="1270000" y="4800600"/>
          <p14:tracePt t="187331" x="1263650" y="4800600"/>
          <p14:tracePt t="187348" x="1257300" y="4800600"/>
          <p14:tracePt t="187367" x="1250950" y="4800600"/>
          <p14:tracePt t="187433" x="1244600" y="4800600"/>
          <p14:tracePt t="187484" x="1244600" y="4806950"/>
          <p14:tracePt t="187533" x="1244600" y="4813300"/>
          <p14:tracePt t="187553" x="1250950" y="4813300"/>
          <p14:tracePt t="187568" x="1257300" y="4813300"/>
          <p14:tracePt t="187596" x="1270000" y="4813300"/>
          <p14:tracePt t="187624" x="1276350" y="4813300"/>
          <p14:tracePt t="187638" x="1282700" y="4813300"/>
          <p14:tracePt t="187644" x="1295400" y="4819650"/>
          <p14:tracePt t="187659" x="1301750" y="4819650"/>
          <p14:tracePt t="187666" x="1320800" y="4819650"/>
          <p14:tracePt t="187680" x="1333500" y="4826000"/>
          <p14:tracePt t="187696" x="1390650" y="4832350"/>
          <p14:tracePt t="187713" x="1409700" y="4838700"/>
          <p14:tracePt t="187730" x="1479550" y="4851400"/>
          <p14:tracePt t="187746" x="1530350" y="4870450"/>
          <p14:tracePt t="187763" x="1574800" y="4876800"/>
          <p14:tracePt t="187779" x="1600200" y="4876800"/>
          <p14:tracePt t="187796" x="1619250" y="4883150"/>
          <p14:tracePt t="187813" x="1708150" y="4889500"/>
          <p14:tracePt t="187829" x="1739900" y="4889500"/>
          <p14:tracePt t="187846" x="1778000" y="4889500"/>
          <p14:tracePt t="187862" x="1847850" y="4883150"/>
          <p14:tracePt t="187879" x="1905000" y="4870450"/>
          <p14:tracePt t="187896" x="1924050" y="4870450"/>
          <p14:tracePt t="187912" x="1974850" y="4870450"/>
          <p14:tracePt t="187929" x="2019300" y="4876800"/>
          <p14:tracePt t="187946" x="2057400" y="4883150"/>
          <p14:tracePt t="187962" x="2070100" y="4883150"/>
          <p14:tracePt t="187979" x="2095500" y="4889500"/>
          <p14:tracePt t="187996" x="2114550" y="4889500"/>
          <p14:tracePt t="188012" x="2127250" y="4889500"/>
          <p14:tracePt t="188029" x="2146300" y="4895850"/>
          <p14:tracePt t="188045" x="2165350" y="4895850"/>
          <p14:tracePt t="188061" x="2178050" y="4895850"/>
          <p14:tracePt t="188078" x="2190750" y="4895850"/>
          <p14:tracePt t="188094" x="2222500" y="4895850"/>
          <p14:tracePt t="188111" x="2235200" y="4895850"/>
          <p14:tracePt t="188128" x="2260600" y="4895850"/>
          <p14:tracePt t="188144" x="2273300" y="4895850"/>
          <p14:tracePt t="188161" x="2292350" y="4895850"/>
          <p14:tracePt t="188178" x="2305050" y="4895850"/>
          <p14:tracePt t="188211" x="2317750" y="4895850"/>
          <p14:tracePt t="188228" x="2324100" y="4895850"/>
          <p14:tracePt t="188261" x="2330450" y="4902200"/>
          <p14:tracePt t="188277" x="2343150" y="4902200"/>
          <p14:tracePt t="188311" x="2368550" y="4908550"/>
          <p14:tracePt t="188327" x="2413000" y="4914900"/>
          <p14:tracePt t="188344" x="2432050" y="4914900"/>
          <p14:tracePt t="188361" x="2489200" y="4933950"/>
          <p14:tracePt t="188377" x="2546350" y="4933950"/>
          <p14:tracePt t="188395" x="2597150" y="4940300"/>
          <p14:tracePt t="188410" x="2628900" y="4940300"/>
          <p14:tracePt t="188427" x="2647950" y="4940300"/>
          <p14:tracePt t="188444" x="2711450" y="4940300"/>
          <p14:tracePt t="188460" x="2730500" y="4940300"/>
          <p14:tracePt t="188477" x="2755900" y="4940300"/>
          <p14:tracePt t="188494" x="2813050" y="4940300"/>
          <p14:tracePt t="188510" x="2870200" y="4940300"/>
          <p14:tracePt t="188527" x="2908300" y="4946650"/>
          <p14:tracePt t="188543" x="2965450" y="4946650"/>
          <p14:tracePt t="188560" x="3048000" y="4946650"/>
          <p14:tracePt t="188577" x="3124200" y="4946650"/>
          <p14:tracePt t="188593" x="3162300" y="4946650"/>
          <p14:tracePt t="188610" x="3232150" y="4946650"/>
          <p14:tracePt t="188626" x="3308350" y="4946650"/>
          <p14:tracePt t="188643" x="3352800" y="4946650"/>
          <p14:tracePt t="188659" x="3416300" y="4946650"/>
          <p14:tracePt t="188676" x="3486150" y="4946650"/>
          <p14:tracePt t="188693" x="3511550" y="4946650"/>
          <p14:tracePt t="188710" x="3562350" y="4940300"/>
          <p14:tracePt t="188726" x="3606800" y="4921250"/>
          <p14:tracePt t="188742" x="3625850" y="4921250"/>
          <p14:tracePt t="188760" x="3657600" y="4914900"/>
          <p14:tracePt t="188776" x="3663950" y="4914900"/>
          <p14:tracePt t="188792" x="3683000" y="4914900"/>
          <p14:tracePt t="188809" x="3689350" y="4908550"/>
          <p14:tracePt t="188825" x="3695700" y="4908550"/>
          <p14:tracePt t="188843" x="3702050" y="4908550"/>
          <p14:tracePt t="188859" x="3708400" y="4902200"/>
          <p14:tracePt t="188892" x="3714750" y="4902200"/>
          <p14:tracePt t="188935" x="3721100" y="4902200"/>
          <p14:tracePt t="188956" x="3727450" y="4902200"/>
          <p14:tracePt t="188991" x="3733800" y="4902200"/>
          <p14:tracePt t="189004" x="3740150" y="4902200"/>
          <p14:tracePt t="189026" x="3746500" y="4902200"/>
          <p14:tracePt t="189047" x="3752850" y="4902200"/>
          <p14:tracePt t="189075" x="3752850" y="4895850"/>
          <p14:tracePt t="189096" x="3759200" y="4895850"/>
          <p14:tracePt t="189117" x="3765550" y="4895850"/>
          <p14:tracePt t="189131" x="3771900" y="4895850"/>
          <p14:tracePt t="189145" x="3778250" y="4895850"/>
          <p14:tracePt t="189166" x="3784600" y="4889500"/>
          <p14:tracePt t="189187" x="3790950" y="4889500"/>
          <p14:tracePt t="189209" x="3790950" y="4883150"/>
          <p14:tracePt t="189215" x="3797300" y="4883150"/>
          <p14:tracePt t="189236" x="3803650" y="4876800"/>
          <p14:tracePt t="189259" x="3810000" y="4876800"/>
          <p14:tracePt t="189278" x="3816350" y="4876800"/>
          <p14:tracePt t="189306" x="3822700" y="4876800"/>
          <p14:tracePt t="189341" x="3829050" y="4876800"/>
          <p14:tracePt t="189390" x="3835400" y="4870450"/>
          <p14:tracePt t="189419" x="3841750" y="4870450"/>
          <p14:tracePt t="189426" x="3848100" y="4864100"/>
          <p14:tracePt t="189447" x="3848100" y="4857750"/>
          <p14:tracePt t="189460" x="3854450" y="4851400"/>
          <p14:tracePt t="189467" x="3860800" y="4845050"/>
          <p14:tracePt t="189482" x="3860800" y="4838700"/>
          <p14:tracePt t="189490" x="3873500" y="4838700"/>
          <p14:tracePt t="189507" x="3873500" y="4832350"/>
          <p14:tracePt t="189524" x="3898900" y="4819650"/>
          <p14:tracePt t="189539" x="3924300" y="4813300"/>
          <p14:tracePt t="189556" x="3949700" y="4813300"/>
          <p14:tracePt t="189573" x="3968750" y="4813300"/>
          <p14:tracePt t="189591" x="4013200" y="4819650"/>
          <p14:tracePt t="189606" x="4032250" y="4826000"/>
          <p14:tracePt t="189623" x="4076700" y="4838700"/>
          <p14:tracePt t="189640" x="4114800" y="4851400"/>
          <p14:tracePt t="189657" x="4152900" y="4857750"/>
          <p14:tracePt t="189673" x="4165600" y="4857750"/>
          <p14:tracePt t="189690" x="4178300" y="4857750"/>
          <p14:tracePt t="189706" x="4191000" y="4857750"/>
          <p14:tracePt t="189722" x="4197350" y="4857750"/>
          <p14:tracePt t="189739" x="4203700" y="4857750"/>
          <p14:tracePt t="189755" x="4210050" y="4857750"/>
          <p14:tracePt t="189772" x="4216400" y="4857750"/>
          <p14:tracePt t="189806" x="4222750" y="4857750"/>
          <p14:tracePt t="189822" x="4229100" y="4857750"/>
          <p14:tracePt t="189867" x="4235450" y="4857750"/>
          <p14:tracePt t="189889" x="4241800" y="4851400"/>
          <p14:tracePt t="189916" x="4248150" y="4851400"/>
          <p14:tracePt t="189951" x="4248150" y="4845050"/>
          <p14:tracePt t="189986" x="4254500" y="4845050"/>
          <p14:tracePt t="190050" x="4254500" y="4838700"/>
          <p14:tracePt t="190421" x="4254500" y="4832350"/>
          <p14:tracePt t="190961" x="4260850" y="4826000"/>
          <p14:tracePt t="190969" x="4267200" y="4826000"/>
          <p14:tracePt t="190982" x="4273550" y="4826000"/>
          <p14:tracePt t="190989" x="4286250" y="4819650"/>
          <p14:tracePt t="191004" x="4305300" y="4813300"/>
          <p14:tracePt t="191018" x="4337050" y="4800600"/>
          <p14:tracePt t="191034" x="4508500" y="4724400"/>
          <p14:tracePt t="191052" x="4857750" y="4521200"/>
          <p14:tracePt t="191068" x="5111750" y="4362450"/>
          <p14:tracePt t="191084" x="5683250" y="3994150"/>
          <p14:tracePt t="191102" x="6172200" y="3683000"/>
          <p14:tracePt t="191118" x="6356350" y="3536950"/>
          <p14:tracePt t="191134" x="6584950" y="3365500"/>
          <p14:tracePt t="191151" x="6731000" y="3244850"/>
          <p14:tracePt t="191167" x="6762750" y="3206750"/>
          <p14:tracePt t="191184" x="6813550" y="3162300"/>
          <p14:tracePt t="191200" x="6826250" y="3136900"/>
          <p14:tracePt t="191217" x="6826250" y="3130550"/>
          <p14:tracePt t="191250" x="6819900" y="3130550"/>
          <p14:tracePt t="191271" x="6813550" y="3130550"/>
          <p14:tracePt t="191305" x="6807200" y="3130550"/>
          <p14:tracePt t="191354" x="6807200" y="3124200"/>
          <p14:tracePt t="191459" x="6800850" y="3130550"/>
          <p14:tracePt t="191494" x="6800850" y="3136900"/>
          <p14:tracePt t="191550" x="6794500" y="3136900"/>
          <p14:tracePt t="191641" x="6794500" y="3143250"/>
          <p14:tracePt t="191669" x="6794500" y="3149600"/>
          <p14:tracePt t="191690" x="6788150" y="3155950"/>
          <p14:tracePt t="191704" x="6781800" y="3162300"/>
          <p14:tracePt t="191710" x="6769100" y="3175000"/>
          <p14:tracePt t="191725" x="6743700" y="3206750"/>
          <p14:tracePt t="191735" x="6686550" y="3251200"/>
          <p14:tracePt t="191749" x="6604000" y="3327400"/>
          <p14:tracePt t="191765" x="6311900" y="3543300"/>
          <p14:tracePt t="191782" x="5810250" y="3892550"/>
          <p14:tracePt t="191799" x="5530850" y="4057650"/>
          <p14:tracePt t="191816" x="4965700" y="4425950"/>
          <p14:tracePt t="191832" x="4432300" y="4730750"/>
          <p14:tracePt t="191848" x="4235450" y="4845050"/>
          <p14:tracePt t="191866" x="3949700" y="5003800"/>
          <p14:tracePt t="191882" x="3790950" y="5092700"/>
          <p14:tracePt t="191898" x="3733800" y="5137150"/>
          <p14:tracePt t="191915" x="3663950" y="5181600"/>
          <p14:tracePt t="191931" x="3644900" y="5200650"/>
          <p14:tracePt t="191948" x="3606800" y="5226050"/>
          <p14:tracePt t="191965" x="3587750" y="5245100"/>
          <p14:tracePt t="191981" x="3581400" y="5251450"/>
          <p14:tracePt t="191998" x="3581400" y="5257800"/>
          <p14:tracePt t="192015" x="3575050" y="5264150"/>
          <p14:tracePt t="192031" x="3568700" y="5264150"/>
          <p14:tracePt t="192048" x="3543300" y="5283200"/>
          <p14:tracePt t="192064" x="3505200" y="5302250"/>
          <p14:tracePt t="192081" x="3486150" y="5308600"/>
          <p14:tracePt t="192098" x="3416300" y="5340350"/>
          <p14:tracePt t="192114" x="3340100" y="5365750"/>
          <p14:tracePt t="192131" x="3314700" y="5372100"/>
          <p14:tracePt t="192147" x="3270250" y="5378450"/>
          <p14:tracePt t="192164" x="3244850" y="5378450"/>
          <p14:tracePt t="192202" x="3244850" y="5365750"/>
          <p14:tracePt t="192223" x="3251200" y="5359400"/>
          <p14:tracePt t="192233" x="3263900" y="5353050"/>
          <p14:tracePt t="192247" x="3282950" y="5334000"/>
          <p14:tracePt t="192264" x="3295650" y="5327650"/>
          <p14:tracePt t="192281" x="3346450" y="5283200"/>
          <p14:tracePt t="192297" x="3429000" y="5187950"/>
          <p14:tracePt t="192314" x="3492500" y="5130800"/>
          <p14:tracePt t="192330" x="3587750" y="5029200"/>
          <p14:tracePt t="192346" x="3644900" y="4946650"/>
          <p14:tracePt t="192364" x="3676650" y="4908550"/>
          <p14:tracePt t="192380" x="3689350" y="4895850"/>
          <p14:tracePt t="192397" x="3695700" y="4883150"/>
          <p14:tracePt t="192636" x="3702050" y="4883150"/>
          <p14:tracePt t="192777" x="3702050" y="4889500"/>
          <p14:tracePt t="192784" x="3702050" y="4895850"/>
          <p14:tracePt t="192805" x="3695700" y="4902200"/>
          <p14:tracePt t="192814" x="3695700" y="4908550"/>
          <p14:tracePt t="194168" x="3695700" y="4914900"/>
          <p14:tracePt t="194197" x="3695700" y="4921250"/>
          <p14:tracePt t="194210" x="3689350" y="4927600"/>
          <p14:tracePt t="194216" x="3689350" y="4933950"/>
          <p14:tracePt t="194226" x="3683000" y="4940300"/>
          <p14:tracePt t="194240" x="3683000" y="4953000"/>
          <p14:tracePt t="194257" x="3676650" y="4953000"/>
          <p14:tracePt t="194274" x="3663950" y="4978400"/>
          <p14:tracePt t="194290" x="3651250" y="5022850"/>
          <p14:tracePt t="194307" x="3644900" y="5041900"/>
          <p14:tracePt t="194323" x="3625850" y="5086350"/>
          <p14:tracePt t="194340" x="3594100" y="5137150"/>
          <p14:tracePt t="194357" x="3562350" y="5200650"/>
          <p14:tracePt t="194373" x="3549650" y="5219700"/>
          <p14:tracePt t="194390" x="3517900" y="5283200"/>
          <p14:tracePt t="194407" x="3492500" y="5334000"/>
          <p14:tracePt t="194423" x="3479800" y="5365750"/>
          <p14:tracePt t="194440" x="3460750" y="5397500"/>
          <p14:tracePt t="194457" x="3441700" y="5435600"/>
          <p14:tracePt t="194473" x="3435350" y="5448300"/>
          <p14:tracePt t="194490" x="3429000" y="5467350"/>
          <p14:tracePt t="194506" x="3416300" y="5505450"/>
          <p14:tracePt t="194522" x="3409950" y="5518150"/>
          <p14:tracePt t="194540" x="3409950" y="5530850"/>
          <p14:tracePt t="194556" x="3403600" y="5537200"/>
          <p14:tracePt t="194572" x="3403600" y="5543550"/>
          <p14:tracePt t="194592" x="3403600" y="5549900"/>
          <p14:tracePt t="194617" x="3403600" y="5556250"/>
          <p14:tracePt t="194631" x="3403600" y="5562600"/>
          <p14:tracePt t="194640" x="3397250" y="5568950"/>
          <p14:tracePt t="194655" x="3397250" y="5575300"/>
          <p14:tracePt t="194687" x="3390900" y="5581650"/>
          <p14:tracePt t="194708" x="3390900" y="5594350"/>
          <p14:tracePt t="194737" x="3384550" y="5600700"/>
          <p14:tracePt t="194758" x="3371850" y="5607050"/>
          <p14:tracePt t="194779" x="3365500" y="5613400"/>
          <p14:tracePt t="195283" x="3365500" y="5626100"/>
          <p14:tracePt t="195290" x="3346450" y="5638800"/>
          <p14:tracePt t="195303" x="3333750" y="5657850"/>
          <p14:tracePt t="195320" x="3308350" y="5702300"/>
          <p14:tracePt t="195336" x="3289300" y="5721350"/>
          <p14:tracePt t="195353" x="3263900" y="5765800"/>
          <p14:tracePt t="195370" x="3232150" y="5816600"/>
          <p14:tracePt t="195387" x="3219450" y="5848350"/>
          <p14:tracePt t="195403" x="3194050" y="5880100"/>
          <p14:tracePt t="195420" x="3175000" y="5905500"/>
          <p14:tracePt t="195437" x="3136900" y="5937250"/>
          <p14:tracePt t="195453" x="3130550" y="5949950"/>
          <p14:tracePt t="195469" x="3124200" y="5962650"/>
          <p14:tracePt t="195486" x="3117850" y="5975350"/>
          <p14:tracePt t="195502" x="3111500" y="5975350"/>
          <p14:tracePt t="195519" x="3111500" y="5981700"/>
          <p14:tracePt t="195536" x="3111500" y="5988050"/>
          <p14:tracePt t="195751" x="3117850" y="5988050"/>
          <p14:tracePt t="195759" x="3124200" y="5988050"/>
          <p14:tracePt t="195768" x="3130550" y="5988050"/>
          <p14:tracePt t="195788" x="3136900" y="5988050"/>
          <p14:tracePt t="195809" x="3143250" y="5988050"/>
          <p14:tracePt t="195822" x="3149600" y="5988050"/>
          <p14:tracePt t="195835" x="3162300" y="5988050"/>
          <p14:tracePt t="195851" x="3213100" y="5988050"/>
          <p14:tracePt t="195868" x="3251200" y="5988050"/>
          <p14:tracePt t="195885" x="3378200" y="5988050"/>
          <p14:tracePt t="195901" x="3517900" y="5988050"/>
          <p14:tracePt t="195918" x="3606800" y="6000750"/>
          <p14:tracePt t="195935" x="3784600" y="6007100"/>
          <p14:tracePt t="195951" x="3975100" y="6019800"/>
          <p14:tracePt t="195968" x="4070350" y="6026150"/>
          <p14:tracePt t="195984" x="4210050" y="6038850"/>
          <p14:tracePt t="196000" x="4337050" y="6045200"/>
          <p14:tracePt t="196018" x="4381500" y="6057900"/>
          <p14:tracePt t="196034" x="4470400" y="6064250"/>
          <p14:tracePt t="196051" x="4502150" y="6064250"/>
          <p14:tracePt t="196068" x="4559300" y="6070600"/>
          <p14:tracePt t="196071" x="4591050" y="6076950"/>
          <p14:tracePt t="196084" x="4610100" y="6076950"/>
          <p14:tracePt t="196101" x="4622800" y="6083300"/>
          <p14:tracePt t="196118" x="4648200" y="6083300"/>
          <p14:tracePt t="196134" x="4667250" y="6083300"/>
          <p14:tracePt t="196150" x="4673600" y="6083300"/>
          <p14:tracePt t="196167" x="4679950" y="6083300"/>
          <p14:tracePt t="196184" x="4692650" y="6083300"/>
          <p14:tracePt t="196201" x="4699000" y="6083300"/>
          <p14:tracePt t="196217" x="4705350" y="6083300"/>
          <p14:tracePt t="196250" x="4711700" y="6083300"/>
          <p14:tracePt t="196278" x="4711700" y="6089650"/>
          <p14:tracePt t="196313" x="4705350" y="6096000"/>
          <p14:tracePt t="196320" x="4699000" y="6096000"/>
          <p14:tracePt t="196348" x="4692650" y="6096000"/>
          <p14:tracePt t="196370" x="4686300" y="6096000"/>
          <p14:tracePt t="196405" x="4679950" y="6096000"/>
          <p14:tracePt t="196482" x="4686300" y="6089650"/>
          <p14:tracePt t="196488" x="4692650" y="6089650"/>
          <p14:tracePt t="196502" x="4699000" y="6089650"/>
          <p14:tracePt t="196516" x="4705350" y="6089650"/>
          <p14:tracePt t="196532" x="4724400" y="6089650"/>
          <p14:tracePt t="196549" x="4756150" y="6083300"/>
          <p14:tracePt t="196566" x="4819650" y="6083300"/>
          <p14:tracePt t="196582" x="4927600" y="6076950"/>
          <p14:tracePt t="196599" x="4991100" y="6076950"/>
          <p14:tracePt t="196616" x="5105400" y="6076950"/>
          <p14:tracePt t="196632" x="5226050" y="6076950"/>
          <p14:tracePt t="196649" x="5264150" y="6076950"/>
          <p14:tracePt t="196665" x="5321300" y="6076950"/>
          <p14:tracePt t="196682" x="5340350" y="6076950"/>
          <p14:tracePt t="196699" x="5378450" y="6076950"/>
          <p14:tracePt t="196762" x="5378450" y="6070600"/>
          <p14:tracePt t="196768" x="5372100" y="6070600"/>
          <p14:tracePt t="196789" x="5365750" y="6070600"/>
          <p14:tracePt t="196804" x="5359400" y="6070600"/>
          <p14:tracePt t="196814" x="5346700" y="6070600"/>
          <p14:tracePt t="196832" x="5334000" y="6070600"/>
          <p14:tracePt t="196848" x="5321300" y="6070600"/>
          <p14:tracePt t="196865" x="5308600" y="6070600"/>
          <p14:tracePt t="196882" x="5251450" y="6076950"/>
          <p14:tracePt t="196898" x="5200650" y="6076950"/>
          <p14:tracePt t="196914" x="5067300" y="6083300"/>
          <p14:tracePt t="196931" x="4876800" y="6096000"/>
          <p14:tracePt t="196948" x="4762500" y="6096000"/>
          <p14:tracePt t="196966" x="4572000" y="6096000"/>
          <p14:tracePt t="196981" x="4406900" y="6089650"/>
          <p14:tracePt t="196997" x="4343400" y="6083300"/>
          <p14:tracePt t="197015" x="4273550" y="6083300"/>
          <p14:tracePt t="197031" x="4254500" y="6083300"/>
          <p14:tracePt t="197047" x="4229100" y="6076950"/>
          <p14:tracePt t="197065" x="4216400" y="6076950"/>
          <p14:tracePt t="197080" x="4210050" y="6076950"/>
          <p14:tracePt t="197097" x="4203700" y="6076950"/>
          <p14:tracePt t="197155" x="4210050" y="6076950"/>
          <p14:tracePt t="197161" x="4216400" y="6076950"/>
          <p14:tracePt t="197176" x="4229100" y="6076950"/>
          <p14:tracePt t="197183" x="4235450" y="6076950"/>
          <p14:tracePt t="197197" x="4241800" y="6076950"/>
          <p14:tracePt t="197213" x="4267200" y="6076950"/>
          <p14:tracePt t="197230" x="4298950" y="6076950"/>
          <p14:tracePt t="197246" x="4375150" y="6076950"/>
          <p14:tracePt t="197263" x="4514850" y="6076950"/>
          <p14:tracePt t="197281" x="4705350" y="6076950"/>
          <p14:tracePt t="197296" x="4806950" y="6064250"/>
          <p14:tracePt t="197313" x="4921250" y="6064250"/>
          <p14:tracePt t="197331" x="5226050" y="6064250"/>
          <p14:tracePt t="197346" x="5314950" y="6064250"/>
          <p14:tracePt t="197363" x="5391150" y="6057900"/>
          <p14:tracePt t="197380" x="5537200" y="6038850"/>
          <p14:tracePt t="197396" x="5568950" y="6032500"/>
          <p14:tracePt t="197412" x="5594350" y="6026150"/>
          <p14:tracePt t="197429" x="5626100" y="6019800"/>
          <p14:tracePt t="197446" x="5645150" y="6013450"/>
          <p14:tracePt t="197465" x="5651500" y="6013450"/>
          <p14:tracePt t="197534" x="5638800" y="6013450"/>
          <p14:tracePt t="197548" x="5632450" y="6013450"/>
          <p14:tracePt t="197554" x="5626100" y="6013450"/>
          <p14:tracePt t="197568" x="5619750" y="6013450"/>
          <p14:tracePt t="197578" x="5613400" y="6013450"/>
          <p14:tracePt t="197595" x="5607050" y="6013450"/>
          <p14:tracePt t="197611" x="5594350" y="6019800"/>
          <p14:tracePt t="197629" x="5588000" y="6019800"/>
          <p14:tracePt t="197646" x="5568950" y="6019800"/>
          <p14:tracePt t="197662" x="5556250" y="6019800"/>
          <p14:tracePt t="197678" x="5473700" y="6013450"/>
          <p14:tracePt t="197695" x="5334000" y="6000750"/>
          <p14:tracePt t="197711" x="5245100" y="5994400"/>
          <p14:tracePt t="197728" x="5016500" y="5981700"/>
          <p14:tracePt t="197745" x="4787900" y="5969000"/>
          <p14:tracePt t="197761" x="4673600" y="5969000"/>
          <p14:tracePt t="197778" x="4508500" y="5962650"/>
          <p14:tracePt t="197794" x="4400550" y="5962650"/>
          <p14:tracePt t="197811" x="4375150" y="5962650"/>
          <p14:tracePt t="197828" x="4343400" y="5962650"/>
          <p14:tracePt t="197844" x="4324350" y="5962650"/>
          <p14:tracePt t="197884" x="4324350" y="5969000"/>
          <p14:tracePt t="197933" x="4330700" y="5975350"/>
          <p14:tracePt t="198003" x="4337050" y="5975350"/>
          <p14:tracePt t="199078" x="4343400" y="5975350"/>
          <p14:tracePt t="199085" x="4349750" y="5975350"/>
          <p14:tracePt t="199099" x="4362450" y="5975350"/>
          <p14:tracePt t="199108" x="4375150" y="5975350"/>
          <p14:tracePt t="199123" x="4381500" y="5975350"/>
          <p14:tracePt t="199140" x="4400550" y="5975350"/>
          <p14:tracePt t="199157" x="4438650" y="5975350"/>
          <p14:tracePt t="199173" x="4445000" y="5975350"/>
          <p14:tracePt t="199190" x="4470400" y="5975350"/>
          <p14:tracePt t="199207" x="4514850" y="5975350"/>
          <p14:tracePt t="199223" x="4533900" y="5975350"/>
          <p14:tracePt t="199240" x="4572000" y="5975350"/>
          <p14:tracePt t="199256" x="4622800" y="5975350"/>
          <p14:tracePt t="199273" x="4635500" y="5975350"/>
          <p14:tracePt t="199290" x="4673600" y="5975350"/>
          <p14:tracePt t="199306" x="4705350" y="5969000"/>
          <p14:tracePt t="199324" x="4819650" y="5943600"/>
          <p14:tracePt t="199339" x="4870450" y="5937250"/>
          <p14:tracePt t="199356" x="4927600" y="5918200"/>
          <p14:tracePt t="199373" x="5060950" y="5880100"/>
          <p14:tracePt t="199389" x="5194300" y="5829300"/>
          <p14:tracePt t="199407" x="5276850" y="5797550"/>
          <p14:tracePt t="199423" x="5384800" y="5734050"/>
          <p14:tracePt t="199439" x="5518150" y="5626100"/>
          <p14:tracePt t="199455" x="5588000" y="5549900"/>
          <p14:tracePt t="199472" x="5715000" y="5384800"/>
          <p14:tracePt t="199489" x="5816600" y="5175250"/>
          <p14:tracePt t="199506" x="5880100" y="5016500"/>
          <p14:tracePt t="199522" x="5899150" y="4959350"/>
          <p14:tracePt t="199539" x="5905500" y="4876800"/>
          <p14:tracePt t="199555" x="5905500" y="4813300"/>
          <p14:tracePt t="199572" x="5905500" y="4775200"/>
          <p14:tracePt t="199588" x="5899150" y="4743450"/>
          <p14:tracePt t="199605" x="5880100" y="4610100"/>
          <p14:tracePt t="199621" x="5873750" y="4578350"/>
          <p14:tracePt t="199639" x="5861050" y="4521200"/>
          <p14:tracePt t="199655" x="5842000" y="4502150"/>
          <p14:tracePt t="199671" x="5829300" y="4464050"/>
          <p14:tracePt t="199689" x="5816600" y="4451350"/>
          <p14:tracePt t="199704" x="5816600" y="4445000"/>
          <p14:tracePt t="199721" x="5803900" y="4425950"/>
          <p14:tracePt t="199738" x="5784850" y="4406900"/>
          <p14:tracePt t="199754" x="5772150" y="4394200"/>
          <p14:tracePt t="199771" x="5746750" y="4362450"/>
          <p14:tracePt t="199788" x="5715000" y="4305300"/>
          <p14:tracePt t="199804" x="5689600" y="4273550"/>
          <p14:tracePt t="199821" x="5651500" y="4229100"/>
          <p14:tracePt t="199837" x="5626100" y="4191000"/>
          <p14:tracePt t="199854" x="5619750" y="4165600"/>
          <p14:tracePt t="199871" x="5594350" y="4146550"/>
          <p14:tracePt t="199887" x="5562600" y="4127500"/>
          <p14:tracePt t="199904" x="5556250" y="4121150"/>
          <p14:tracePt t="199921" x="5537200" y="4108450"/>
          <p14:tracePt t="199941" x="5524500" y="4108450"/>
          <p14:tracePt t="199953" x="5524500" y="4102100"/>
          <p14:tracePt t="199970" x="5518150" y="4102100"/>
          <p14:tracePt t="199987" x="5511800" y="4102100"/>
          <p14:tracePt t="200004" x="5505450" y="4102100"/>
          <p14:tracePt t="200045" x="5499100" y="4095750"/>
          <p14:tracePt t="200067" x="5492750" y="4095750"/>
          <p14:tracePt t="200116" x="5486400" y="4095750"/>
          <p14:tracePt t="200130" x="5480050" y="4095750"/>
          <p14:tracePt t="200158" x="5473700" y="4095750"/>
          <p14:tracePt t="200186" x="5467350" y="4095750"/>
          <p14:tracePt t="200221" x="5461000" y="4095750"/>
          <p14:tracePt t="200235" x="5454650" y="4089400"/>
          <p14:tracePt t="200270" x="5454650" y="4083050"/>
          <p14:tracePt t="200305" x="5448300" y="4076700"/>
          <p14:tracePt t="200361" x="5454650" y="4070350"/>
          <p14:tracePt t="200369" x="5461000" y="4070350"/>
          <p14:tracePt t="200375" x="5467350" y="4070350"/>
          <p14:tracePt t="200397" x="5473700" y="4064000"/>
          <p14:tracePt t="200417" x="5480050" y="4064000"/>
          <p14:tracePt t="200432" x="5486400" y="4064000"/>
          <p14:tracePt t="200446" x="5486400" y="4057650"/>
          <p14:tracePt t="200459" x="5492750" y="4057650"/>
          <p14:tracePt t="200468" x="5499100" y="4057650"/>
          <p14:tracePt t="200488" x="5511800" y="4057650"/>
          <p14:tracePt t="200505" x="5524500" y="4057650"/>
          <p14:tracePt t="200518" x="5568950" y="4038600"/>
          <p14:tracePt t="200535" x="5588000" y="4038600"/>
          <p14:tracePt t="200552" x="5657850" y="4025900"/>
          <p14:tracePt t="200568" x="5695950" y="4025900"/>
          <p14:tracePt t="200586" x="5803900" y="4019550"/>
          <p14:tracePt t="200601" x="5854700" y="4019550"/>
          <p14:tracePt t="200618" x="5880100" y="4006850"/>
          <p14:tracePt t="200635" x="5949950" y="4006850"/>
          <p14:tracePt t="200651" x="6000750" y="4006850"/>
          <p14:tracePt t="200668" x="6026150" y="4006850"/>
          <p14:tracePt t="200685" x="6057900" y="4006850"/>
          <p14:tracePt t="200701" x="6089650" y="4006850"/>
          <p14:tracePt t="200718" x="6102350" y="4006850"/>
          <p14:tracePt t="200734" x="6121400" y="4006850"/>
          <p14:tracePt t="200751" x="6140450" y="4006850"/>
          <p14:tracePt t="200768" x="6153150" y="4006850"/>
          <p14:tracePt t="200784" x="6165850" y="4006850"/>
          <p14:tracePt t="200801" x="6191250" y="4006850"/>
          <p14:tracePt t="200818" x="6216650" y="4006850"/>
          <p14:tracePt t="200834" x="6235700" y="4006850"/>
          <p14:tracePt t="200851" x="6254750" y="4006850"/>
          <p14:tracePt t="200867" x="6318250" y="4013200"/>
          <p14:tracePt t="200884" x="6350000" y="4013200"/>
          <p14:tracePt t="200902" x="6394450" y="4013200"/>
          <p14:tracePt t="200917" x="6426200" y="4006850"/>
          <p14:tracePt t="200934" x="6477000" y="4006850"/>
          <p14:tracePt t="200951" x="6521450" y="4006850"/>
          <p14:tracePt t="200967" x="6540500" y="4006850"/>
          <p14:tracePt t="200983" x="6578600" y="4006850"/>
          <p14:tracePt t="201000" x="6591300" y="4006850"/>
          <p14:tracePt t="201016" x="6604000" y="4013200"/>
          <p14:tracePt t="201035" x="6616700" y="4013200"/>
          <p14:tracePt t="201050" x="6629400" y="4025900"/>
          <p14:tracePt t="201067" x="6635750" y="4025900"/>
          <p14:tracePt t="201084" x="6642100" y="4025900"/>
          <p14:tracePt t="201280" x="6623050" y="4025900"/>
          <p14:tracePt t="201287" x="6584950" y="4025900"/>
          <p14:tracePt t="201302" x="6527800" y="4025900"/>
          <p14:tracePt t="201316" x="6464300" y="4025900"/>
          <p14:tracePt t="201332" x="6286500" y="4013200"/>
          <p14:tracePt t="201349" x="6197600" y="4013200"/>
          <p14:tracePt t="201365" x="6032500" y="4006850"/>
          <p14:tracePt t="201382" x="5880100" y="4006850"/>
          <p14:tracePt t="201399" x="5740400" y="4006850"/>
          <p14:tracePt t="201416" x="5676900" y="4006850"/>
          <p14:tracePt t="201432" x="5556250" y="4006850"/>
          <p14:tracePt t="201449" x="5448300" y="4013200"/>
          <p14:tracePt t="201465" x="5410200" y="4013200"/>
          <p14:tracePt t="201482" x="5384800" y="4013200"/>
          <p14:tracePt t="201499" x="5340350" y="4013200"/>
          <p14:tracePt t="201515" x="5327650" y="4013200"/>
          <p14:tracePt t="201532" x="5308600" y="4013200"/>
          <p14:tracePt t="201548" x="5295900" y="4013200"/>
          <p14:tracePt t="201565" x="5270500" y="4013200"/>
          <p14:tracePt t="201582" x="5251450" y="4013200"/>
          <p14:tracePt t="201598" x="5238750" y="4013200"/>
          <p14:tracePt t="201615" x="5207000" y="4013200"/>
          <p14:tracePt t="201632" x="5156200" y="4013200"/>
          <p14:tracePt t="201648" x="5118100" y="4013200"/>
          <p14:tracePt t="201652" x="5086350" y="4013200"/>
          <p14:tracePt t="201664" x="5041900" y="4013200"/>
          <p14:tracePt t="201681" x="4933950" y="4013200"/>
          <p14:tracePt t="201698" x="4895850" y="4013200"/>
          <p14:tracePt t="201715" x="4813300" y="4013200"/>
          <p14:tracePt t="201731" x="4749800" y="4013200"/>
          <p14:tracePt t="201748" x="4730750" y="4013200"/>
          <p14:tracePt t="201764" x="4660900" y="4013200"/>
          <p14:tracePt t="201781" x="4603750" y="4013200"/>
          <p14:tracePt t="201797" x="4565650" y="4013200"/>
          <p14:tracePt t="201814" x="4502150" y="4013200"/>
          <p14:tracePt t="201830" x="4406900" y="4032250"/>
          <p14:tracePt t="201848" x="4337050" y="4032250"/>
          <p14:tracePt t="201864" x="4298950" y="4038600"/>
          <p14:tracePt t="201880" x="4273550" y="4038600"/>
          <p14:tracePt t="201897" x="4203700" y="4044950"/>
          <p14:tracePt t="201914" x="4146550" y="4051300"/>
          <p14:tracePt t="201930" x="4102100" y="4064000"/>
          <p14:tracePt t="201947" x="4019550" y="4076700"/>
          <p14:tracePt t="201964" x="3924300" y="4095750"/>
          <p14:tracePt t="201981" x="3810000" y="4108450"/>
          <p14:tracePt t="201997" x="3771900" y="4108450"/>
          <p14:tracePt t="202013" x="3676650" y="4108450"/>
          <p14:tracePt t="202031" x="3632200" y="4108450"/>
          <p14:tracePt t="202046" x="3600450" y="4108450"/>
          <p14:tracePt t="202063" x="3562350" y="4108450"/>
          <p14:tracePt t="202080" x="3530600" y="4108450"/>
          <p14:tracePt t="202097" x="3517900" y="4108450"/>
          <p14:tracePt t="202113" x="3511550" y="4108450"/>
          <p14:tracePt t="202130" x="3486150" y="4108450"/>
          <p14:tracePt t="202479" x="3492500" y="4108450"/>
          <p14:tracePt t="202500" x="3498850" y="4108450"/>
          <p14:tracePt t="202520" x="3511550" y="4108450"/>
          <p14:tracePt t="202542" x="3517900" y="4102100"/>
          <p14:tracePt t="202563" x="3524250" y="4102100"/>
          <p14:tracePt t="202570" x="3530600" y="4102100"/>
          <p14:tracePt t="202584" x="3536950" y="4095750"/>
          <p14:tracePt t="202605" x="3543300" y="4095750"/>
          <p14:tracePt t="202619" x="3549650" y="4089400"/>
          <p14:tracePt t="202641" x="3556000" y="4089400"/>
          <p14:tracePt t="202753" x="3549650" y="4089400"/>
          <p14:tracePt t="202760" x="3543300" y="4089400"/>
          <p14:tracePt t="202781" x="3536950" y="4102100"/>
          <p14:tracePt t="202795" x="3530600" y="4102100"/>
          <p14:tracePt t="202801" x="3530600" y="4108450"/>
          <p14:tracePt t="202815" x="3524250" y="4121150"/>
          <p14:tracePt t="202827" x="3517900" y="4127500"/>
          <p14:tracePt t="202844" x="3517900" y="4171950"/>
          <p14:tracePt t="202860" x="3530600" y="4210050"/>
          <p14:tracePt t="202877" x="3644900" y="4400550"/>
          <p14:tracePt t="202894" x="3911600" y="4775200"/>
          <p14:tracePt t="202910" x="4114800" y="5060950"/>
          <p14:tracePt t="202928" x="4584700" y="5664200"/>
          <p14:tracePt t="202943" x="4997450" y="6197600"/>
          <p14:tracePt t="202960" x="5130800" y="6362700"/>
          <p14:tracePt t="202977" x="5327650" y="6565900"/>
          <p14:tracePt t="202993" x="5422900" y="6661150"/>
          <p14:tracePt t="203010" x="5441950" y="6680200"/>
          <p14:tracePt t="203027" x="5461000" y="6699250"/>
          <p14:tracePt t="203044" x="5467350" y="6699250"/>
          <p14:tracePt t="203216" x="5473700" y="6692900"/>
          <p14:tracePt t="203250" x="5480050" y="6686550"/>
          <p14:tracePt t="203286" x="5486400" y="6680200"/>
          <p14:tracePt t="203314" x="5492750" y="6673850"/>
          <p14:tracePt t="203335" x="5492750" y="6667500"/>
          <p14:tracePt t="203356" x="5492750" y="6661150"/>
          <p14:tracePt t="203362" x="5499100" y="6654800"/>
          <p14:tracePt t="203378" x="5499100" y="6642100"/>
          <p14:tracePt t="203391" x="5505450" y="6591300"/>
          <p14:tracePt t="203408" x="5511800" y="6565900"/>
          <p14:tracePt t="203426" x="5518150" y="6470650"/>
          <p14:tracePt t="203442" x="5524500" y="6432550"/>
          <p14:tracePt t="203458" x="5562600" y="6318250"/>
          <p14:tracePt t="203475" x="5600700" y="6235700"/>
          <p14:tracePt t="203491" x="5613400" y="6203950"/>
          <p14:tracePt t="203509" x="5657850" y="6159500"/>
          <p14:tracePt t="203525" x="5708650" y="6127750"/>
          <p14:tracePt t="203541" x="5740400" y="6115050"/>
          <p14:tracePt t="203558" x="5810250" y="6096000"/>
          <p14:tracePt t="203574" x="5880100" y="6083300"/>
          <p14:tracePt t="203591" x="5924550" y="6070600"/>
          <p14:tracePt t="203608" x="5981700" y="6064250"/>
          <p14:tracePt t="203624" x="6032500" y="6045200"/>
          <p14:tracePt t="203641" x="6051550" y="6045200"/>
          <p14:tracePt t="203658" x="6115050" y="6019800"/>
          <p14:tracePt t="203674" x="6165850" y="6007100"/>
          <p14:tracePt t="203691" x="6197600" y="5994400"/>
          <p14:tracePt t="203707" x="6248400" y="5981700"/>
          <p14:tracePt t="203724" x="6273800" y="5969000"/>
          <p14:tracePt t="203741" x="6362700" y="5956300"/>
          <p14:tracePt t="203757" x="6388100" y="5956300"/>
          <p14:tracePt t="203774" x="6419850" y="5956300"/>
          <p14:tracePt t="203791" x="6470650" y="5956300"/>
          <p14:tracePt t="203807" x="6489700" y="5956300"/>
          <p14:tracePt t="203823" x="6496050" y="5962650"/>
          <p14:tracePt t="203840" x="6508750" y="5962650"/>
          <p14:tracePt t="203857" x="6508750" y="5969000"/>
          <p14:tracePt t="203875" x="6496050" y="5975350"/>
          <p14:tracePt t="203907" x="6477000" y="5975350"/>
          <p14:tracePt t="203924" x="6464300" y="5975350"/>
          <p14:tracePt t="203940" x="6457950" y="5975350"/>
          <p14:tracePt t="203957" x="6432550" y="5975350"/>
          <p14:tracePt t="203973" x="6362700" y="5975350"/>
          <p14:tracePt t="203990" x="6286500" y="5969000"/>
          <p14:tracePt t="204007" x="6210300" y="5969000"/>
          <p14:tracePt t="204023" x="5880100" y="5949950"/>
          <p14:tracePt t="204040" x="5765800" y="5937250"/>
          <p14:tracePt t="204057" x="5562600" y="5918200"/>
          <p14:tracePt t="204073" x="5473700" y="5918200"/>
          <p14:tracePt t="204090" x="5314950" y="5911850"/>
          <p14:tracePt t="204106" x="5200650" y="5911850"/>
          <p14:tracePt t="204123" x="5149850" y="5911850"/>
          <p14:tracePt t="204139" x="5067300" y="5911850"/>
          <p14:tracePt t="204156" x="5022850" y="5911850"/>
          <p14:tracePt t="204172" x="4997450" y="5918200"/>
          <p14:tracePt t="204190" x="4978400" y="5918200"/>
          <p14:tracePt t="204205" x="4972050" y="5924550"/>
          <p14:tracePt t="204222" x="4965700" y="5924550"/>
          <p14:tracePt t="204513" x="4972050" y="5924550"/>
          <p14:tracePt t="204527" x="4978400" y="5924550"/>
          <p14:tracePt t="204533" x="4991100" y="5924550"/>
          <p14:tracePt t="204548" x="5022850" y="5924550"/>
          <p14:tracePt t="204557" x="5060950" y="5930900"/>
          <p14:tracePt t="204571" x="5099050" y="5930900"/>
          <p14:tracePt t="204588" x="5245100" y="5943600"/>
          <p14:tracePt t="204605" x="5410200" y="5962650"/>
          <p14:tracePt t="204621" x="5499100" y="5962650"/>
          <p14:tracePt t="204639" x="5689600" y="5969000"/>
          <p14:tracePt t="204654" x="5842000" y="5981700"/>
          <p14:tracePt t="204670" x="5905500" y="5981700"/>
          <p14:tracePt t="204688" x="6013450" y="5988050"/>
          <p14:tracePt t="204704" x="6064250" y="5988050"/>
          <p14:tracePt t="204721" x="6121400" y="5988050"/>
          <p14:tracePt t="204738" x="6172200" y="5988050"/>
          <p14:tracePt t="204754" x="6178550" y="5988050"/>
          <p14:tracePt t="204771" x="6191250" y="5988050"/>
          <p14:tracePt t="204787" x="6197600" y="5988050"/>
          <p14:tracePt t="204828" x="6203950" y="5988050"/>
          <p14:tracePt t="204884" x="6203950" y="5981700"/>
          <p14:tracePt t="204976" x="6197600" y="5981700"/>
          <p14:tracePt t="205017" x="6191250" y="5981700"/>
          <p14:tracePt t="205024" x="6184900" y="5981700"/>
          <p14:tracePt t="205039" x="6178550" y="5981700"/>
          <p14:tracePt t="205053" x="6172200" y="5981700"/>
          <p14:tracePt t="205070" x="6153150" y="5981700"/>
          <p14:tracePt t="205087" x="6127750" y="5981700"/>
          <p14:tracePt t="205102" x="6051550" y="5981700"/>
          <p14:tracePt t="205119" x="5924550" y="5981700"/>
          <p14:tracePt t="205137" x="5746750" y="5981700"/>
          <p14:tracePt t="205153" x="5657850" y="5981700"/>
          <p14:tracePt t="205169" x="5480050" y="5981700"/>
          <p14:tracePt t="205186" x="5314950" y="5981700"/>
          <p14:tracePt t="205203" x="5245100" y="5981700"/>
          <p14:tracePt t="205219" x="5130800" y="5981700"/>
          <p14:tracePt t="205235" x="5060950" y="5988050"/>
          <p14:tracePt t="205252" x="5041900" y="5988050"/>
          <p14:tracePt t="205269" x="5029200" y="5988050"/>
          <p14:tracePt t="205286" x="5003800" y="5988050"/>
          <p14:tracePt t="205642" x="5003800" y="5994400"/>
          <p14:tracePt t="206550" x="4991100" y="5994400"/>
          <p14:tracePt t="206557" x="4953000" y="5988050"/>
          <p14:tracePt t="206571" x="4914900" y="5988050"/>
          <p14:tracePt t="206580" x="4864100" y="5988050"/>
          <p14:tracePt t="206597" x="4806950" y="5988050"/>
          <p14:tracePt t="206614" x="4692650" y="5988050"/>
          <p14:tracePt t="206630" x="4591050" y="5988050"/>
          <p14:tracePt t="206648" x="4432300" y="5975350"/>
          <p14:tracePt t="206663" x="4356100" y="5975350"/>
          <p14:tracePt t="206680" x="4127500" y="5981700"/>
          <p14:tracePt t="206698" x="3924300" y="6000750"/>
          <p14:tracePt t="206714" x="3835400" y="6000750"/>
          <p14:tracePt t="206717" x="3733800" y="6000750"/>
          <p14:tracePt t="206746" x="3479800" y="6013450"/>
          <p14:tracePt t="206763" x="3403600" y="6019800"/>
          <p14:tracePt t="206781" x="3333750" y="6038850"/>
          <p14:tracePt t="206797" x="3232150" y="6045200"/>
          <p14:tracePt t="206813" x="3175000" y="6045200"/>
          <p14:tracePt t="206831" x="3124200" y="6038850"/>
          <p14:tracePt t="206846" x="3098800" y="6032500"/>
          <p14:tracePt t="206863" x="3048000" y="6019800"/>
          <p14:tracePt t="206880" x="3003550" y="6000750"/>
          <p14:tracePt t="206896" x="2978150" y="5994400"/>
          <p14:tracePt t="206913" x="2940050" y="5988050"/>
          <p14:tracePt t="206930" x="2889250" y="5975350"/>
          <p14:tracePt t="206946" x="2870200" y="5975350"/>
          <p14:tracePt t="206963" x="2819400" y="5975350"/>
          <p14:tracePt t="206979" x="2781300" y="5975350"/>
          <p14:tracePt t="206996" x="2755900" y="5981700"/>
          <p14:tracePt t="207013" x="2717800" y="5988050"/>
          <p14:tracePt t="207029" x="2673350" y="5988050"/>
          <p14:tracePt t="207046" x="2654300" y="5988050"/>
          <p14:tracePt t="207062" x="2597150" y="5988050"/>
          <p14:tracePt t="207079" x="2571750" y="5994400"/>
          <p14:tracePt t="207096" x="2501900" y="6013450"/>
          <p14:tracePt t="207112" x="2432050" y="6019800"/>
          <p14:tracePt t="207129" x="2400300" y="6038850"/>
          <p14:tracePt t="207146" x="2343150" y="6051550"/>
          <p14:tracePt t="207162" x="2298700" y="6070600"/>
          <p14:tracePt t="207179" x="2286000" y="6076950"/>
          <p14:tracePt t="207195" x="2254250" y="6089650"/>
          <p14:tracePt t="207212" x="2216150" y="6115050"/>
          <p14:tracePt t="207229" x="2197100" y="6121400"/>
          <p14:tracePt t="207245" x="2139950" y="6134100"/>
          <p14:tracePt t="207262" x="2044700" y="6159500"/>
          <p14:tracePt t="207279" x="1924050" y="6191250"/>
          <p14:tracePt t="207295" x="1866900" y="6197600"/>
          <p14:tracePt t="207312" x="1784350" y="6216650"/>
          <p14:tracePt t="207329" x="1746250" y="6223000"/>
          <p14:tracePt t="207345" x="1739900" y="6223000"/>
          <p14:tracePt t="207362" x="1727200" y="6229350"/>
          <p14:tracePt t="207378" x="1714500" y="6229350"/>
          <p14:tracePt t="207448" x="1714500" y="6223000"/>
          <p14:tracePt t="207763" x="1720850" y="6223000"/>
          <p14:tracePt t="207770" x="1727200" y="6223000"/>
          <p14:tracePt t="207784" x="1733550" y="6216650"/>
          <p14:tracePt t="207793" x="1739900" y="6216650"/>
          <p14:tracePt t="207810" x="1752600" y="6216650"/>
          <p14:tracePt t="207827" x="1797050" y="6210300"/>
          <p14:tracePt t="207844" x="1847850" y="6203950"/>
          <p14:tracePt t="207860" x="1873250" y="6203950"/>
          <p14:tracePt t="207876" x="1930400" y="6203950"/>
          <p14:tracePt t="207893" x="1981200" y="6203950"/>
          <p14:tracePt t="207910" x="2032000" y="6203950"/>
          <p14:tracePt t="207926" x="2051050" y="6203950"/>
          <p14:tracePt t="207943" x="2082800" y="6216650"/>
          <p14:tracePt t="207960" x="2114550" y="6223000"/>
          <p14:tracePt t="207976" x="2146300" y="6229350"/>
          <p14:tracePt t="207993" x="2165350" y="6229350"/>
          <p14:tracePt t="208009" x="2241550" y="6235700"/>
          <p14:tracePt t="208026" x="2266950" y="6235700"/>
          <p14:tracePt t="208043" x="2324100" y="6248400"/>
          <p14:tracePt t="208060" x="2349500" y="6248400"/>
          <p14:tracePt t="208075" x="2406650" y="6254750"/>
          <p14:tracePt t="208093" x="2463800" y="6254750"/>
          <p14:tracePt t="208109" x="2476500" y="6254750"/>
          <p14:tracePt t="208125" x="2520950" y="6254750"/>
          <p14:tracePt t="208142" x="2546350" y="6254750"/>
          <p14:tracePt t="208176" x="2559050" y="6254750"/>
          <p14:tracePt t="208192" x="2565400" y="6254750"/>
          <p14:tracePt t="208226" x="2571750" y="6254750"/>
          <p14:tracePt t="208338" x="2578100" y="6254750"/>
          <p14:tracePt t="208380" x="2584450" y="6254750"/>
          <p14:tracePt t="208422" x="2590800" y="6261100"/>
          <p14:tracePt t="208429" x="2597150" y="6261100"/>
          <p14:tracePt t="208444" x="2603500" y="6261100"/>
          <p14:tracePt t="208458" x="2609850" y="6261100"/>
          <p14:tracePt t="208475" x="2622550" y="6261100"/>
          <p14:tracePt t="208507" x="2647950" y="6261100"/>
          <p14:tracePt t="208524" x="2698750" y="6261100"/>
          <p14:tracePt t="208541" x="2774950" y="6261100"/>
          <p14:tracePt t="208557" x="2813050" y="6261100"/>
          <p14:tracePt t="208574" x="2914650" y="6261100"/>
          <p14:tracePt t="208591" x="3022600" y="6261100"/>
          <p14:tracePt t="208607" x="3060700" y="6267450"/>
          <p14:tracePt t="208624" x="3124200" y="6267450"/>
          <p14:tracePt t="208641" x="3308350" y="6280150"/>
          <p14:tracePt t="208657" x="3359150" y="6280150"/>
          <p14:tracePt t="208674" x="3409950" y="6280150"/>
          <p14:tracePt t="208690" x="3517900" y="6286500"/>
          <p14:tracePt t="208707" x="3594100" y="6286500"/>
          <p14:tracePt t="208724" x="3676650" y="6286500"/>
          <p14:tracePt t="208740" x="3714750" y="6286500"/>
          <p14:tracePt t="208743" x="3740150" y="6286500"/>
          <p14:tracePt t="208757" x="3778250" y="6286500"/>
          <p14:tracePt t="208773" x="3848100" y="6286500"/>
          <p14:tracePt t="208790" x="3867150" y="6286500"/>
          <p14:tracePt t="208807" x="3917950" y="6286500"/>
          <p14:tracePt t="208823" x="3937000" y="6286500"/>
          <p14:tracePt t="208857" x="3943350" y="6286500"/>
          <p14:tracePt t="208913" x="3937000" y="6286500"/>
          <p14:tracePt t="208920" x="3930650" y="6286500"/>
          <p14:tracePt t="208955" x="3924300" y="6286500"/>
          <p14:tracePt t="208962" x="3917950" y="6286500"/>
          <p14:tracePt t="208983" x="3911600" y="6286500"/>
          <p14:tracePt t="209032" x="3905250" y="6286500"/>
          <p14:tracePt t="209082" x="3898900" y="6286500"/>
          <p14:tracePt t="209117" x="3892550" y="6280150"/>
          <p14:tracePt t="209201" x="3886200" y="6273800"/>
          <p14:tracePt t="209257" x="3886200" y="6267450"/>
          <p14:tracePt t="209376" x="3879850" y="6267450"/>
          <p14:tracePt t="209425" x="3873500" y="6267450"/>
          <p14:tracePt t="209467" x="3867150" y="6267450"/>
          <p14:tracePt t="209503" x="3860800" y="6267450"/>
          <p14:tracePt t="209524" x="3854450" y="6267450"/>
          <p14:tracePt t="209539" x="3848100" y="6267450"/>
          <p14:tracePt t="209544" x="3841750" y="6273800"/>
          <p14:tracePt t="209553" x="3829050" y="6280150"/>
          <p14:tracePt t="209570" x="3810000" y="6280150"/>
          <p14:tracePt t="209587" x="3752850" y="6292850"/>
          <p14:tracePt t="209604" x="3708400" y="6311900"/>
          <p14:tracePt t="209621" x="3492500" y="6369050"/>
          <p14:tracePt t="209637" x="3416300" y="6388100"/>
          <p14:tracePt t="209653" x="3340100" y="6400800"/>
          <p14:tracePt t="209671" x="3194050" y="6432550"/>
          <p14:tracePt t="209687" x="3073400" y="6457950"/>
          <p14:tracePt t="209703" x="3028950" y="6464300"/>
          <p14:tracePt t="209720" x="2971800" y="6470650"/>
          <p14:tracePt t="209737" x="2933700" y="6477000"/>
          <p14:tracePt t="209753" x="2914650" y="6477000"/>
          <p14:tracePt t="209770" x="2895600" y="6483350"/>
          <p14:tracePt t="209787" x="2876550" y="6483350"/>
          <p14:tracePt t="209804" x="2870200" y="6483350"/>
          <p14:tracePt t="209836" x="2863850" y="6483350"/>
          <p14:tracePt t="209874" x="2857500" y="6483350"/>
          <p14:tracePt t="209937" x="2851150" y="6483350"/>
          <p14:tracePt t="209972" x="2844800" y="6489700"/>
          <p14:tracePt t="209993" x="2838450" y="6489700"/>
          <p14:tracePt t="210007" x="2832100" y="6489700"/>
          <p14:tracePt t="210021" x="2832100" y="6496050"/>
          <p14:tracePt t="210037" x="2825750" y="6496050"/>
          <p14:tracePt t="210042" x="2819400" y="6502400"/>
          <p14:tracePt t="210057" x="2813050" y="6508750"/>
          <p14:tracePt t="210069" x="2800350" y="6508750"/>
          <p14:tracePt t="210086" x="2774950" y="6521450"/>
          <p14:tracePt t="210119" x="2749550" y="6534150"/>
          <p14:tracePt t="210135" x="2730500" y="6546850"/>
          <p14:tracePt t="210152" x="2717800" y="6546850"/>
          <p14:tracePt t="210169" x="2711450" y="6553200"/>
          <p14:tracePt t="210185" x="2705100" y="6559550"/>
          <p14:tracePt t="210205" x="2698750" y="6559550"/>
          <p14:tracePt t="211034" x="2711450" y="6559550"/>
          <p14:tracePt t="211049" x="2724150" y="6559550"/>
          <p14:tracePt t="211055" x="2736850" y="6553200"/>
          <p14:tracePt t="211069" x="2749550" y="6553200"/>
          <p14:tracePt t="211082" x="2768600" y="6553200"/>
          <p14:tracePt t="211099" x="2832100" y="6521450"/>
          <p14:tracePt t="211115" x="2863850" y="6508750"/>
          <p14:tracePt t="211132" x="2971800" y="6457950"/>
          <p14:tracePt t="211148" x="3111500" y="6400800"/>
          <p14:tracePt t="211165" x="3187700" y="6369050"/>
          <p14:tracePt t="211182" x="3352800" y="6292850"/>
          <p14:tracePt t="211198" x="3486150" y="6229350"/>
          <p14:tracePt t="211215" x="3543300" y="6203950"/>
          <p14:tracePt t="211232" x="3689350" y="6153150"/>
          <p14:tracePt t="211249" x="3829050" y="6096000"/>
          <p14:tracePt t="211266" x="3949700" y="6070600"/>
          <p14:tracePt t="211281" x="3987800" y="6051550"/>
          <p14:tracePt t="211298" x="4032250" y="6026150"/>
          <p14:tracePt t="211315" x="4114800" y="5975350"/>
          <p14:tracePt t="211331" x="4127500" y="5962650"/>
          <p14:tracePt t="211348" x="4146550" y="5949950"/>
          <p14:tracePt t="211365" x="4165600" y="5937250"/>
          <p14:tracePt t="211381" x="4178300" y="5924550"/>
          <p14:tracePt t="211398" x="4191000" y="5918200"/>
          <p14:tracePt t="211414" x="4197350" y="5911850"/>
          <p14:tracePt t="211431" x="4210050" y="5911850"/>
          <p14:tracePt t="211449" x="4222750" y="5911850"/>
          <p14:tracePt t="211464" x="4229100" y="5911850"/>
          <p14:tracePt t="211481" x="4235450" y="5911850"/>
          <p14:tracePt t="211497" x="4248150" y="5911850"/>
          <p14:tracePt t="211514" x="4260850" y="5911850"/>
          <p14:tracePt t="211530" x="4273550" y="5911850"/>
          <p14:tracePt t="211547" x="4286250" y="5911850"/>
          <p14:tracePt t="211588" x="4292600" y="5911850"/>
          <p14:tracePt t="211617" x="4298950" y="5911850"/>
          <p14:tracePt t="211658" x="4305300" y="5911850"/>
          <p14:tracePt t="211687" x="4305300" y="5918200"/>
          <p14:tracePt t="211729" x="4305300" y="5924550"/>
          <p14:tracePt t="211736" x="4298950" y="5930900"/>
          <p14:tracePt t="211757" x="4292600" y="5930900"/>
          <p14:tracePt t="211778" x="4292600" y="5937250"/>
          <p14:tracePt t="211806" x="4286250" y="5937250"/>
          <p14:tracePt t="211827" x="4279900" y="5937250"/>
          <p14:tracePt t="211848" x="4279900" y="5943600"/>
          <p14:tracePt t="211869" x="4273550" y="5943600"/>
          <p14:tracePt t="211939" x="4279900" y="5943600"/>
          <p14:tracePt t="211967" x="4286250" y="5943600"/>
          <p14:tracePt t="211988" x="4292600" y="5943600"/>
          <p14:tracePt t="212002" x="4298950" y="5943600"/>
          <p14:tracePt t="212009" x="4305300" y="5937250"/>
          <p14:tracePt t="212016" x="4318000" y="5937250"/>
          <p14:tracePt t="212032" x="4330700" y="5930900"/>
          <p14:tracePt t="212045" x="4349750" y="5924550"/>
          <p14:tracePt t="212062" x="4406900" y="5905500"/>
          <p14:tracePt t="212079" x="4483100" y="5873750"/>
          <p14:tracePt t="212095" x="4514850" y="5848350"/>
          <p14:tracePt t="212112" x="4616450" y="5784850"/>
          <p14:tracePt t="212129" x="4724400" y="5702300"/>
          <p14:tracePt t="212145" x="4768850" y="5651500"/>
          <p14:tracePt t="212162" x="4864100" y="5568950"/>
          <p14:tracePt t="212178" x="4933950" y="5480050"/>
          <p14:tracePt t="212195" x="4965700" y="5435600"/>
          <p14:tracePt t="212212" x="4984750" y="5397500"/>
          <p14:tracePt t="212228" x="5016500" y="5346700"/>
          <p14:tracePt t="212245" x="5022850" y="5340350"/>
          <p14:tracePt t="212262" x="5029200" y="5327650"/>
          <p14:tracePt t="212294" x="5035550" y="5314950"/>
          <p14:tracePt t="212318" x="5041900" y="5308600"/>
          <p14:tracePt t="212332" x="5048250" y="5308600"/>
          <p14:tracePt t="212344" x="5048250" y="5295900"/>
          <p14:tracePt t="212360" x="5054600" y="5276850"/>
          <p14:tracePt t="212377" x="5060950" y="5270500"/>
          <p14:tracePt t="212395" x="5073650" y="5238750"/>
          <p14:tracePt t="212411" x="5080000" y="5168900"/>
          <p14:tracePt t="212427" x="5080000" y="5118100"/>
          <p14:tracePt t="212444" x="5080000" y="4978400"/>
          <p14:tracePt t="212460" x="5073650" y="4800600"/>
          <p14:tracePt t="212477" x="5048250" y="4699000"/>
          <p14:tracePt t="212494" x="4991100" y="4489450"/>
          <p14:tracePt t="212510" x="4908550" y="4279900"/>
          <p14:tracePt t="212529" x="4800600" y="4070350"/>
          <p14:tracePt t="212543" x="4749800" y="3949700"/>
          <p14:tracePt t="212560" x="4699000" y="3841750"/>
          <p14:tracePt t="212577" x="4514850" y="3498850"/>
          <p14:tracePt t="212593" x="4457700" y="3378200"/>
          <p14:tracePt t="212610" x="4419600" y="3282950"/>
          <p14:tracePt t="212626" x="4324350" y="3124200"/>
          <p14:tracePt t="212643" x="4273550" y="3022600"/>
          <p14:tracePt t="212660" x="4248150" y="2997200"/>
          <p14:tracePt t="212676" x="4229100" y="2946400"/>
          <p14:tracePt t="212693" x="4203700" y="2914650"/>
          <p14:tracePt t="212710" x="4197350" y="2882900"/>
          <p14:tracePt t="212726" x="4191000" y="2863850"/>
          <p14:tracePt t="212743" x="4191000" y="2844800"/>
          <p14:tracePt t="212760" x="4184650" y="2825750"/>
          <p14:tracePt t="212776" x="4184650" y="2819400"/>
          <p14:tracePt t="212793" x="4184650" y="2813050"/>
          <p14:tracePt t="212810" x="4184650" y="2806700"/>
          <p14:tracePt t="212826" x="4184650" y="2800350"/>
          <p14:tracePt t="212843" x="4184650" y="2794000"/>
          <p14:tracePt t="212859" x="4178300" y="2787650"/>
          <p14:tracePt t="212900" x="4178300" y="2781300"/>
          <p14:tracePt t="212921" x="4178300" y="2774950"/>
          <p14:tracePt t="213082" x="4178300" y="2781300"/>
          <p14:tracePt t="213173" x="4178300" y="2787650"/>
          <p14:tracePt t="213201" x="4178300" y="2794000"/>
          <p14:tracePt t="213222" x="4178300" y="2800350"/>
          <p14:tracePt t="213229" x="4178300" y="2806700"/>
          <p14:tracePt t="213244" x="4178300" y="2813050"/>
          <p14:tracePt t="213257" x="4178300" y="2819400"/>
          <p14:tracePt t="213274" x="4178300" y="2851150"/>
          <p14:tracePt t="213291" x="4178300" y="2876550"/>
          <p14:tracePt t="213308" x="4178300" y="3022600"/>
          <p14:tracePt t="213324" x="4203700" y="3251200"/>
          <p14:tracePt t="213341" x="4203700" y="3587750"/>
          <p14:tracePt t="213357" x="4203700" y="3771900"/>
          <p14:tracePt t="213374" x="4152900" y="4216400"/>
          <p14:tracePt t="213391" x="4076700" y="4591050"/>
          <p14:tracePt t="213407" x="4032250" y="4794250"/>
          <p14:tracePt t="213424" x="3905250" y="5118100"/>
          <p14:tracePt t="213441" x="3810000" y="5372100"/>
          <p14:tracePt t="213457" x="3740150" y="5492750"/>
          <p14:tracePt t="213474" x="3702050" y="5588000"/>
          <p14:tracePt t="213490" x="3600450" y="5861050"/>
          <p14:tracePt t="213507" x="3581400" y="5930900"/>
          <p14:tracePt t="213524" x="3562350" y="6038850"/>
          <p14:tracePt t="213540" x="3556000" y="6076950"/>
          <p14:tracePt t="213557" x="3536950" y="6140450"/>
          <p14:tracePt t="213573" x="3536950" y="6178550"/>
          <p14:tracePt t="213590" x="3536950" y="6191250"/>
          <p14:tracePt t="213607" x="3543300" y="6235700"/>
          <p14:tracePt t="213623" x="3549650" y="6261100"/>
          <p14:tracePt t="213640" x="3556000" y="6273800"/>
          <p14:tracePt t="213657" x="3562350" y="6292850"/>
          <p14:tracePt t="213673" x="3575050" y="6324600"/>
          <p14:tracePt t="213690" x="3581400" y="6337300"/>
          <p14:tracePt t="213706" x="3587750" y="6394450"/>
          <p14:tracePt t="213723" x="3606800" y="6438900"/>
          <p14:tracePt t="213740" x="3613150" y="6457950"/>
          <p14:tracePt t="213756" x="3619500" y="6483350"/>
          <p14:tracePt t="213773" x="3625850" y="6496050"/>
          <p14:tracePt t="213790" x="3625850" y="6502400"/>
          <p14:tracePt t="213805" x="3638550" y="6515100"/>
          <p14:tracePt t="213833" x="3644900" y="6521450"/>
          <p14:tracePt t="213896" x="3651250" y="6521450"/>
          <p14:tracePt t="213910" x="3657600" y="6521450"/>
          <p14:tracePt t="213931" x="3663950" y="6521450"/>
          <p14:tracePt t="213966" x="3670300" y="6515100"/>
          <p14:tracePt t="213973" x="3676650" y="6508750"/>
          <p14:tracePt t="213979" x="3683000" y="6502400"/>
          <p14:tracePt t="213994" x="3683000" y="6496050"/>
          <p14:tracePt t="214005" x="3689350" y="6489700"/>
          <p14:tracePt t="214022" x="3708400" y="6464300"/>
          <p14:tracePt t="214039" x="3727450" y="6445250"/>
          <p14:tracePt t="214055" x="3759200" y="6407150"/>
          <p14:tracePt t="214072" x="3797300" y="6375400"/>
          <p14:tracePt t="214088" x="3810000" y="6356350"/>
          <p14:tracePt t="214105" x="3822700" y="6337300"/>
          <p14:tracePt t="214121" x="3867150" y="6292850"/>
          <p14:tracePt t="214139" x="3873500" y="6280150"/>
          <p14:tracePt t="214155" x="3886200" y="6261100"/>
          <p14:tracePt t="214171" x="3886200" y="6254750"/>
          <p14:tracePt t="214188" x="3886200" y="6248400"/>
          <p14:tracePt t="214205" x="3892550" y="6242050"/>
          <p14:tracePt t="214295" x="3892550" y="6235700"/>
          <p14:tracePt t="214351" x="3898900" y="6229350"/>
          <p14:tracePt t="214583" x="3892550" y="6235700"/>
          <p14:tracePt t="214632" x="3892550" y="6242050"/>
          <p14:tracePt t="214654" x="3886200" y="6248400"/>
          <p14:tracePt t="214674" x="3879850" y="6254750"/>
          <p14:tracePt t="214716" x="3879850" y="6261100"/>
          <p14:tracePt t="214772" x="3879850" y="6254750"/>
          <p14:tracePt t="214787" x="3879850" y="6248400"/>
          <p14:tracePt t="214793" x="3886200" y="6248400"/>
          <p14:tracePt t="214814" x="3886200" y="6235700"/>
          <p14:tracePt t="214864" x="3886200" y="6229350"/>
          <p14:tracePt t="214983" x="3886200" y="6235700"/>
          <p14:tracePt t="215003" x="3879850" y="6242050"/>
          <p14:tracePt t="215032" x="3879850" y="6248400"/>
          <p14:tracePt t="215087" x="3879850" y="6254750"/>
          <p14:tracePt t="215094" x="3886200" y="6254750"/>
          <p14:tracePt t="215158" x="3892550" y="6254750"/>
          <p14:tracePt t="215193" x="3898900" y="6248400"/>
          <p14:tracePt t="215241" x="3892550" y="6248400"/>
          <p14:tracePt t="215298" x="3892550" y="6254750"/>
          <p14:tracePt t="215305" x="3892550" y="6261100"/>
          <p14:tracePt t="215335" x="3886200" y="6267450"/>
          <p14:tracePt t="215354" x="3886200" y="6273800"/>
          <p14:tracePt t="215383" x="3886200" y="6280150"/>
          <p14:tracePt t="215403" x="3886200" y="6286500"/>
          <p14:tracePt t="215445" x="3886200" y="6292850"/>
          <p14:tracePt t="215474" x="3892550" y="6286500"/>
          <p14:tracePt t="215495" x="3898900" y="6280150"/>
          <p14:tracePt t="215544" x="3898900" y="6273800"/>
          <p14:tracePt t="215565" x="3898900" y="6267450"/>
          <p14:tracePt t="215628" x="3892550" y="6267450"/>
          <p14:tracePt t="215684" x="3886200" y="6267450"/>
          <p14:tracePt t="215705" x="3886200" y="6273800"/>
          <p14:tracePt t="215733" x="3886200" y="6280150"/>
          <p14:tracePt t="215754" x="3886200" y="6286500"/>
          <p14:tracePt t="215775" x="3886200" y="6292850"/>
          <p14:tracePt t="215796" x="3886200" y="6299200"/>
          <p14:tracePt t="215824" x="3886200" y="6305550"/>
          <p14:tracePt t="215859" x="3892550" y="6305550"/>
          <p14:tracePt t="215867" x="3898900" y="6305550"/>
          <p14:tracePt t="215887" x="3898900" y="6299200"/>
          <p14:tracePt t="215894" x="3905250" y="6299200"/>
          <p14:tracePt t="215917" x="3905250" y="6292850"/>
          <p14:tracePt t="215937" x="3905250" y="6286500"/>
          <p14:tracePt t="215943" x="3905250" y="6280150"/>
          <p14:tracePt t="216014" x="3898900" y="6280150"/>
          <p14:tracePt t="216035" x="3892550" y="6280150"/>
          <p14:tracePt t="216105" x="3886200" y="6286500"/>
          <p14:tracePt t="216126" x="3886200" y="6292850"/>
          <p14:tracePt t="216147" x="3886200" y="6299200"/>
          <p14:tracePt t="216189" x="3886200" y="6305550"/>
          <p14:tracePt t="216259" x="3892550" y="6305550"/>
          <p14:tracePt t="216266" x="3898900" y="6305550"/>
          <p14:tracePt t="216287" x="3898900" y="6299200"/>
          <p14:tracePt t="216329" x="3898900" y="6292850"/>
          <p14:tracePt t="216336" x="3898900" y="6286500"/>
          <p14:tracePt t="216365" x="3898900" y="6280150"/>
          <p14:tracePt t="216427" x="3898900" y="6273800"/>
          <p14:tracePt t="216434" x="3898900" y="6267450"/>
          <p14:tracePt t="216519" x="3898900" y="6261100"/>
          <p14:tracePt t="216575" x="3898900" y="6267450"/>
          <p14:tracePt t="216595" x="3898900" y="6273800"/>
          <p14:tracePt t="217109" x="3892550" y="6273800"/>
          <p14:tracePt t="217129" x="3886200" y="6273800"/>
          <p14:tracePt t="217158" x="3886200" y="6280150"/>
          <p14:tracePt t="217186" x="3879850" y="6280150"/>
          <p14:tracePt t="217256" x="3873500" y="6280150"/>
          <p14:tracePt t="217270" x="3867150" y="6280150"/>
          <p14:tracePt t="217278" x="3860800" y="6280150"/>
          <p14:tracePt t="217298" x="3848100" y="6286500"/>
          <p14:tracePt t="217312" x="3841750" y="6286500"/>
          <p14:tracePt t="217319" x="3835400" y="6286500"/>
          <p14:tracePt t="217327" x="3822700" y="6286500"/>
          <p14:tracePt t="217344" x="3797300" y="6292850"/>
          <p14:tracePt t="217361" x="3733800" y="6292850"/>
          <p14:tracePt t="217377" x="3689350" y="6305550"/>
          <p14:tracePt t="217393" x="3549650" y="6305550"/>
          <p14:tracePt t="217410" x="3359150" y="6311900"/>
          <p14:tracePt t="217426" x="3244850" y="6311900"/>
          <p14:tracePt t="217443" x="3028950" y="6299200"/>
          <p14:tracePt t="217460" x="2800350" y="6286500"/>
          <p14:tracePt t="217477" x="2686050" y="6286500"/>
          <p14:tracePt t="217494" x="2482850" y="6280150"/>
          <p14:tracePt t="217510" x="2292350" y="6261100"/>
          <p14:tracePt t="217526" x="2203450" y="6235700"/>
          <p14:tracePt t="217544" x="2032000" y="6210300"/>
          <p14:tracePt t="217560" x="1892300" y="6210300"/>
          <p14:tracePt t="217578" x="1828800" y="6210300"/>
          <p14:tracePt t="217593" x="1720850" y="6191250"/>
          <p14:tracePt t="217609" x="1651000" y="6191250"/>
          <p14:tracePt t="217626" x="1631950" y="6191250"/>
          <p14:tracePt t="217643" x="1600200" y="6191250"/>
          <p14:tracePt t="217660" x="1587500" y="6191250"/>
          <p14:tracePt t="217677" x="1549400" y="6203950"/>
          <p14:tracePt t="217693" x="1543050" y="6210300"/>
          <p14:tracePt t="217709" x="1530350" y="6216650"/>
          <p14:tracePt t="217726" x="1524000" y="6223000"/>
          <p14:tracePt t="217742" x="1511300" y="6229350"/>
          <p14:tracePt t="217759" x="1504950" y="6229350"/>
          <p14:tracePt t="217776" x="1492250" y="6229350"/>
          <p14:tracePt t="217793" x="1485900" y="6235700"/>
          <p14:tracePt t="217809" x="1479550" y="6242050"/>
          <p14:tracePt t="217825" x="1460500" y="6248400"/>
          <p14:tracePt t="217842" x="1447800" y="6254750"/>
          <p14:tracePt t="217859" x="1441450" y="6261100"/>
          <p14:tracePt t="217875" x="1435100" y="6261100"/>
          <p14:tracePt t="217892" x="1428750" y="6261100"/>
          <p14:tracePt t="217925" x="1422400" y="6267450"/>
          <p14:tracePt t="218020" x="1428750" y="6267450"/>
          <p14:tracePt t="218027" x="1435100" y="6267450"/>
          <p14:tracePt t="218048" x="1441450" y="6267450"/>
          <p14:tracePt t="218062" x="1447800" y="6267450"/>
          <p14:tracePt t="218074" x="1460500" y="6267450"/>
          <p14:tracePt t="218091" x="1498600" y="6273800"/>
          <p14:tracePt t="218108" x="1530350" y="6273800"/>
          <p14:tracePt t="218125" x="1593850" y="6273800"/>
          <p14:tracePt t="218141" x="1651000" y="6273800"/>
          <p14:tracePt t="218157" x="1682750" y="6273800"/>
          <p14:tracePt t="218174" x="1720850" y="6267450"/>
          <p14:tracePt t="218191" x="1746250" y="6267450"/>
          <p14:tracePt t="218207" x="1752600" y="6267450"/>
          <p14:tracePt t="218258" x="1739900" y="6267450"/>
          <p14:tracePt t="218280" x="1739900" y="6273800"/>
          <p14:tracePt t="218293" x="1733550" y="6273800"/>
          <p14:tracePt t="218301" x="1727200" y="6273800"/>
          <p14:tracePt t="218310" x="1727200" y="6280150"/>
          <p14:tracePt t="218324" x="1720850" y="6280150"/>
          <p14:tracePt t="218340" x="1714500" y="6286500"/>
          <p14:tracePt t="218357" x="1695450" y="6292850"/>
          <p14:tracePt t="218373" x="1682750" y="6292850"/>
          <p14:tracePt t="218390" x="1670050" y="6299200"/>
          <p14:tracePt t="218407" x="1657350" y="6305550"/>
          <p14:tracePt t="218423" x="1638300" y="6305550"/>
          <p14:tracePt t="218441" x="1625600" y="6305550"/>
          <p14:tracePt t="218456" x="1619250" y="6305550"/>
          <p14:tracePt t="218473" x="1619250" y="6311900"/>
          <p14:tracePt t="218539" x="1619250" y="6318250"/>
          <p14:tracePt t="218553" x="1625600" y="6318250"/>
          <p14:tracePt t="218560" x="1631950" y="6318250"/>
          <p14:tracePt t="218576" x="1638300" y="6318250"/>
          <p14:tracePt t="218589" x="1663700" y="6318250"/>
          <p14:tracePt t="218606" x="1682750" y="6318250"/>
          <p14:tracePt t="218623" x="1733550" y="6311900"/>
          <p14:tracePt t="218639" x="1758950" y="6311900"/>
          <p14:tracePt t="218656" x="1809750" y="6299200"/>
          <p14:tracePt t="218673" x="1841500" y="6292850"/>
          <p14:tracePt t="218689" x="1847850" y="6292850"/>
          <p14:tracePt t="218706" x="1854200" y="6292850"/>
          <p14:tracePt t="218742" x="1847850" y="6292850"/>
          <p14:tracePt t="218756" x="1835150" y="6292850"/>
          <p14:tracePt t="218771" x="1816100" y="6292850"/>
          <p14:tracePt t="218789" x="1790700" y="6292850"/>
          <p14:tracePt t="218806" x="1733550" y="6292850"/>
          <p14:tracePt t="218822" x="1670050" y="6280150"/>
          <p14:tracePt t="218839" x="1625600" y="6273800"/>
          <p14:tracePt t="218855" x="1555750" y="6267450"/>
          <p14:tracePt t="218872" x="1517650" y="6267450"/>
          <p14:tracePt t="218888" x="1498600" y="6267450"/>
          <p14:tracePt t="218905" x="1473200" y="6267450"/>
          <p14:tracePt t="218921" x="1466850" y="6267450"/>
          <p14:tracePt t="218980" x="1473200" y="6267450"/>
          <p14:tracePt t="218995" x="1479550" y="6267450"/>
          <p14:tracePt t="219002" x="1485900" y="6267450"/>
          <p14:tracePt t="219008" x="1492250" y="6267450"/>
          <p14:tracePt t="219024" x="1504950" y="6267450"/>
          <p14:tracePt t="219038" x="1511300" y="6267450"/>
          <p14:tracePt t="219054" x="1536700" y="6267450"/>
          <p14:tracePt t="219072" x="1574800" y="6267450"/>
          <p14:tracePt t="219087" x="1593850" y="6267450"/>
          <p14:tracePt t="219104" x="1651000" y="6267450"/>
          <p14:tracePt t="219121" x="1708150" y="6267450"/>
          <p14:tracePt t="219137" x="1739900" y="6261100"/>
          <p14:tracePt t="219154" x="1778000" y="6261100"/>
          <p14:tracePt t="219170" x="1803400" y="6261100"/>
          <p14:tracePt t="219204" x="1809750" y="6261100"/>
          <p14:tracePt t="219221" x="1816100" y="6254750"/>
          <p14:tracePt t="219255" x="1809750" y="6254750"/>
          <p14:tracePt t="219282" x="1803400" y="6254750"/>
          <p14:tracePt t="219324" x="1797050" y="6254750"/>
          <p14:tracePt t="219381" x="1790700" y="6261100"/>
          <p14:tracePt t="220679" x="1797050" y="6261100"/>
          <p14:tracePt t="220706" x="1803400" y="6261100"/>
          <p14:tracePt t="220713" x="1809750" y="6261100"/>
          <p14:tracePt t="220720" x="1816100" y="6261100"/>
          <p14:tracePt t="220742" x="1822450" y="6261100"/>
          <p14:tracePt t="220751" x="1828800" y="6261100"/>
          <p14:tracePt t="220765" x="1835150" y="6261100"/>
          <p14:tracePt t="220782" x="1841500" y="6261100"/>
          <p14:tracePt t="220799" x="1854200" y="6254750"/>
          <p14:tracePt t="220815" x="1860550" y="6254750"/>
          <p14:tracePt t="220832" x="1866900" y="6248400"/>
          <p14:tracePt t="220848" x="1879600" y="6242050"/>
          <p14:tracePt t="220865" x="1885950" y="6235700"/>
          <p14:tracePt t="220882" x="1892300" y="6229350"/>
          <p14:tracePt t="220898" x="1898650" y="6229350"/>
          <p14:tracePt t="220914" x="1905000" y="6223000"/>
          <p14:tracePt t="220931" x="1911350" y="6223000"/>
          <p14:tracePt t="220964" x="1917700" y="6216650"/>
          <p14:tracePt t="221009" x="1924050" y="6216650"/>
          <p14:tracePt t="221044" x="1930400" y="6210300"/>
          <p14:tracePt t="221050" x="1936750" y="6203950"/>
          <p14:tracePt t="221079" x="1943100" y="6197600"/>
          <p14:tracePt t="221099" x="1949450" y="6197600"/>
          <p14:tracePt t="221121" x="1955800" y="6191250"/>
          <p14:tracePt t="221149" x="1962150" y="6191250"/>
          <p14:tracePt t="221191" x="1968500" y="6184900"/>
          <p14:tracePt t="221198" x="1974850" y="6184900"/>
          <p14:tracePt t="221219" x="1981200" y="6184900"/>
          <p14:tracePt t="221240" x="1981200" y="6178550"/>
          <p14:tracePt t="221261" x="1987550" y="6178550"/>
          <p14:tracePt t="221303" x="1987550" y="6172200"/>
          <p14:tracePt t="221310" x="1993900" y="6172200"/>
          <p14:tracePt t="221331" x="2000250" y="6172200"/>
          <p14:tracePt t="221359" x="2006600" y="6165850"/>
          <p14:tracePt t="221381" x="2012950" y="6165850"/>
          <p14:tracePt t="221400" x="2019300" y="6165850"/>
          <p14:tracePt t="221443" x="2025650" y="6165850"/>
          <p14:tracePt t="221605" x="2032000" y="6165850"/>
          <p14:tracePt t="221689" x="2038350" y="6159500"/>
          <p14:tracePt t="222453" x="2032000" y="6159500"/>
          <p14:tracePt t="222502" x="2025650" y="6159500"/>
          <p14:tracePt t="222523" x="2019300" y="6159500"/>
          <p14:tracePt t="222572" x="2012950" y="6159500"/>
          <p14:tracePt t="222586" x="2006600" y="6159500"/>
          <p14:tracePt t="222595" x="2000250" y="6159500"/>
          <p14:tracePt t="222609" x="1993900" y="6159500"/>
          <p14:tracePt t="222625" x="1987550" y="6159500"/>
          <p14:tracePt t="222643" x="1955800" y="6165850"/>
          <p14:tracePt t="222659" x="1930400" y="6172200"/>
          <p14:tracePt t="222675" x="1911350" y="6184900"/>
          <p14:tracePt t="222692" x="1828800" y="6216650"/>
          <p14:tracePt t="222708" x="1803400" y="6235700"/>
          <p14:tracePt t="222725" x="1778000" y="6248400"/>
          <p14:tracePt t="222742" x="1733550" y="6273800"/>
          <p14:tracePt t="222758" x="1714500" y="6286500"/>
          <p14:tracePt t="222775" x="1708150" y="6311900"/>
          <p14:tracePt t="222792" x="1708150" y="6318250"/>
          <p14:tracePt t="222808" x="1714500" y="6330950"/>
          <p14:tracePt t="222825" x="1720850" y="6337300"/>
          <p14:tracePt t="222841" x="1733550" y="6337300"/>
          <p14:tracePt t="222858" x="1746250" y="6337300"/>
          <p14:tracePt t="222875" x="1758950" y="6343650"/>
          <p14:tracePt t="222891" x="1765300" y="6343650"/>
          <p14:tracePt t="222909" x="1771650" y="6350000"/>
          <p14:tracePt t="222924" x="1784350" y="6350000"/>
          <p14:tracePt t="222941" x="1784350" y="6356350"/>
          <p14:tracePt t="222974" x="1784350" y="6362700"/>
          <p14:tracePt t="222995" x="1784350" y="6369050"/>
          <p14:tracePt t="223027" x="1784350" y="6375400"/>
          <p14:tracePt t="223042" x="1778000" y="6381750"/>
          <p14:tracePt t="223062" x="1771650" y="6381750"/>
          <p14:tracePt t="223105" x="1765300" y="6381750"/>
          <p14:tracePt t="223111" x="1758950" y="6381750"/>
          <p14:tracePt t="223133" x="1758950" y="6388100"/>
          <p14:tracePt t="223154" x="1752600" y="6388100"/>
          <p14:tracePt t="223183" x="1746250" y="6388100"/>
          <p14:tracePt t="223295" x="1752600" y="6388100"/>
          <p14:tracePt t="223316" x="1758950" y="6388100"/>
          <p14:tracePt t="223324" x="1765300" y="6388100"/>
          <p14:tracePt t="223344" x="1778000" y="6388100"/>
          <p14:tracePt t="223358" x="1784350" y="6388100"/>
          <p14:tracePt t="223365" x="1790700" y="6388100"/>
          <p14:tracePt t="223373" x="1816100" y="6388100"/>
          <p14:tracePt t="223389" x="1835150" y="6388100"/>
          <p14:tracePt t="223406" x="1866900" y="6381750"/>
          <p14:tracePt t="223422" x="1943100" y="6381750"/>
          <p14:tracePt t="223439" x="2025650" y="6369050"/>
          <p14:tracePt t="223456" x="2114550" y="6369050"/>
          <p14:tracePt t="223472" x="2152650" y="6369050"/>
          <p14:tracePt t="223489" x="2260600" y="6369050"/>
          <p14:tracePt t="223506" x="2362200" y="6369050"/>
          <p14:tracePt t="223522" x="2413000" y="6369050"/>
          <p14:tracePt t="223540" x="2508250" y="6375400"/>
          <p14:tracePt t="223556" x="2584450" y="6375400"/>
          <p14:tracePt t="223572" x="2628900" y="6388100"/>
          <p14:tracePt t="223589" x="2692400" y="6388100"/>
          <p14:tracePt t="223605" x="2749550" y="6388100"/>
          <p14:tracePt t="223622" x="2781300" y="6381750"/>
          <p14:tracePt t="223639" x="2844800" y="6381750"/>
          <p14:tracePt t="223656" x="2889250" y="6388100"/>
          <p14:tracePt t="223672" x="2990850" y="6381750"/>
          <p14:tracePt t="223689" x="3098800" y="6375400"/>
          <p14:tracePt t="223704" x="3143250" y="6369050"/>
          <p14:tracePt t="223722" x="3232150" y="6350000"/>
          <p14:tracePt t="223738" x="3282950" y="6343650"/>
          <p14:tracePt t="223755" x="3314700" y="6343650"/>
          <p14:tracePt t="223771" x="3346450" y="6337300"/>
          <p14:tracePt t="223788" x="3378200" y="6330950"/>
          <p14:tracePt t="223805" x="3390900" y="6330950"/>
          <p14:tracePt t="223821" x="3416300" y="6324600"/>
          <p14:tracePt t="223838" x="3435350" y="6324600"/>
          <p14:tracePt t="223856" x="3454400" y="6324600"/>
          <p14:tracePt t="223872" x="3454400" y="6318250"/>
          <p14:tracePt t="223876" x="3460750" y="6318250"/>
          <p14:tracePt t="223888" x="3467100" y="6318250"/>
          <p14:tracePt t="223904" x="3467100" y="6311900"/>
          <p14:tracePt t="223926" x="3473450" y="6311900"/>
          <p14:tracePt t="223955" x="3479800" y="6305550"/>
          <p14:tracePt t="224206" x="3479800" y="6311900"/>
          <p14:tracePt t="224227" x="3479800" y="6318250"/>
          <p14:tracePt t="224234" x="3479800" y="6324600"/>
          <p14:tracePt t="224269" x="3479800" y="6330950"/>
          <p14:tracePt t="224290" x="3479800" y="6337300"/>
          <p14:tracePt t="224297" x="3479800" y="6343650"/>
          <p14:tracePt t="224326" x="3479800" y="6350000"/>
          <p14:tracePt t="224340" x="3473450" y="6350000"/>
          <p14:tracePt t="224346" x="3467100" y="6350000"/>
          <p14:tracePt t="224360" x="3448050" y="6350000"/>
          <p14:tracePt t="224369" x="3429000" y="6350000"/>
          <p14:tracePt t="224386" x="3390900" y="6350000"/>
          <p14:tracePt t="224403" x="3263900" y="6337300"/>
          <p14:tracePt t="224419" x="3060700" y="6324600"/>
          <p14:tracePt t="224436" x="2946400" y="6318250"/>
          <p14:tracePt t="224452" x="2711450" y="6286500"/>
          <p14:tracePt t="224469" x="2508250" y="6261100"/>
          <p14:tracePt t="224487" x="2305050" y="6242050"/>
          <p14:tracePt t="224502" x="2228850" y="6242050"/>
          <p14:tracePt t="224519" x="2120900" y="6223000"/>
          <p14:tracePt t="224536" x="2051050" y="6223000"/>
          <p14:tracePt t="224552" x="2025650" y="6216650"/>
          <p14:tracePt t="224569" x="2012950" y="6216650"/>
          <p14:tracePt t="224586" x="2000250" y="6216650"/>
          <p14:tracePt t="224602" x="1993900" y="6216650"/>
          <p14:tracePt t="224619" x="1987550" y="6216650"/>
          <p14:tracePt t="224635" x="1974850" y="6203950"/>
          <p14:tracePt t="224652" x="1968500" y="6203950"/>
          <p14:tracePt t="224669" x="1949450" y="6203950"/>
          <p14:tracePt t="224685" x="1936750" y="6203950"/>
          <p14:tracePt t="224701" x="1924050" y="6197600"/>
          <p14:tracePt t="224719" x="1905000" y="6191250"/>
          <p14:tracePt t="224735" x="1898650" y="6191250"/>
          <p14:tracePt t="224751" x="1873250" y="6191250"/>
          <p14:tracePt t="224768" x="1854200" y="6191250"/>
          <p14:tracePt t="224784" x="1828800" y="6191250"/>
          <p14:tracePt t="224802" x="1797050" y="6184900"/>
          <p14:tracePt t="224818" x="1778000" y="6184900"/>
          <p14:tracePt t="224835" x="1765300" y="6184900"/>
          <p14:tracePt t="224852" x="1758950" y="6184900"/>
          <p14:tracePt t="224868" x="1746250" y="6184900"/>
          <p14:tracePt t="224901" x="1739900" y="6184900"/>
          <p14:tracePt t="224957" x="1733550" y="6184900"/>
          <p14:tracePt t="224978" x="1733550" y="6191250"/>
          <p14:tracePt t="224999" x="1733550" y="6197600"/>
          <p14:tracePt t="225020" x="1733550" y="6203950"/>
          <p14:tracePt t="225041" x="1733550" y="6210300"/>
          <p14:tracePt t="225069" x="1733550" y="6216650"/>
          <p14:tracePt t="225075" x="1733550" y="6223000"/>
          <p14:tracePt t="225097" x="1733550" y="6229350"/>
          <p14:tracePt t="225111" x="1733550" y="6235700"/>
          <p14:tracePt t="225132" x="1739900" y="6242050"/>
          <p14:tracePt t="225139" x="1739900" y="6248400"/>
          <p14:tracePt t="225150" x="1746250" y="6254750"/>
          <p14:tracePt t="225167" x="1752600" y="6267450"/>
          <p14:tracePt t="225183" x="1771650" y="6286500"/>
          <p14:tracePt t="225200" x="1784350" y="6305550"/>
          <p14:tracePt t="225217" x="1841500" y="6362700"/>
          <p14:tracePt t="225233" x="1860550" y="6388100"/>
          <p14:tracePt t="225250" x="1898650" y="6407150"/>
          <p14:tracePt t="225266" x="1981200" y="6451600"/>
          <p14:tracePt t="225283" x="2082800" y="6489700"/>
          <p14:tracePt t="225349" x="2559050" y="6604000"/>
          <p14:tracePt t="225365" x="2635250" y="6616700"/>
          <p14:tracePt t="225382" x="2781300" y="6623050"/>
          <p14:tracePt t="225399" x="2933700" y="6629400"/>
          <p14:tracePt t="225415" x="3022600" y="6629400"/>
          <p14:tracePt t="225433" x="3181350" y="6597650"/>
          <p14:tracePt t="225449" x="3340100" y="6572250"/>
          <p14:tracePt t="225465" x="3403600" y="6553200"/>
          <p14:tracePt t="225483" x="3549650" y="6515100"/>
          <p14:tracePt t="225499" x="3657600" y="6483350"/>
          <p14:tracePt t="225515" x="3702050" y="6470650"/>
          <p14:tracePt t="225532" x="3771900" y="6451600"/>
          <p14:tracePt t="225548" x="3803650" y="6445250"/>
          <p14:tracePt t="225565" x="3854450" y="6432550"/>
          <p14:tracePt t="225582" x="3892550" y="6413500"/>
          <p14:tracePt t="225599" x="3905250" y="6407150"/>
          <p14:tracePt t="225616" x="3930650" y="6388100"/>
          <p14:tracePt t="225632" x="3962400" y="6369050"/>
          <p14:tracePt t="225648" x="3975100" y="6362700"/>
          <p14:tracePt t="225665" x="3981450" y="6343650"/>
          <p14:tracePt t="225681" x="3987800" y="6330950"/>
          <p14:tracePt t="225698" x="3994150" y="6324600"/>
          <p14:tracePt t="225715" x="3994150" y="6318250"/>
          <p14:tracePt t="225731" x="3994150" y="6311900"/>
          <p14:tracePt t="225751" x="3994150" y="6305550"/>
          <p14:tracePt t="225777" x="3994150" y="6299200"/>
          <p14:tracePt t="225820" x="3987800" y="6299200"/>
          <p14:tracePt t="225974" x="3981450" y="6299200"/>
          <p14:tracePt t="226008" x="3981450" y="6305550"/>
          <p14:tracePt t="226092" x="3975100" y="6311900"/>
          <p14:tracePt t="226191" x="3968750" y="6311900"/>
          <p14:tracePt t="226801" x="3962400" y="6311900"/>
          <p14:tracePt t="226885" x="3956050" y="6311900"/>
          <p14:tracePt t="226962" x="3949700" y="6311900"/>
          <p14:tracePt t="226991" x="3943350" y="6311900"/>
          <p14:tracePt t="227095" x="3937000" y="6318250"/>
          <p14:tracePt t="227131" x="3930650" y="6318250"/>
          <p14:tracePt t="227166" x="3924300" y="6318250"/>
          <p14:tracePt t="227173" x="3924300" y="6324600"/>
          <p14:tracePt t="227194" x="3917950" y="6324600"/>
          <p14:tracePt t="227215" x="3911600" y="6324600"/>
          <p14:tracePt t="227236" x="3905250" y="6324600"/>
          <p14:tracePt t="227244" x="3898900" y="6324600"/>
          <p14:tracePt t="227250" x="3892550" y="6324600"/>
          <p14:tracePt t="227264" x="3886200" y="6324600"/>
          <p14:tracePt t="227276" x="3873500" y="6324600"/>
          <p14:tracePt t="227293" x="3841750" y="6324600"/>
          <p14:tracePt t="227309" x="3822700" y="6324600"/>
          <p14:tracePt t="227326" x="3765550" y="6324600"/>
          <p14:tracePt t="227342" x="3714750" y="6324600"/>
          <p14:tracePt t="227359" x="3689350" y="6318250"/>
          <p14:tracePt t="227376" x="3606800" y="6305550"/>
          <p14:tracePt t="227392" x="3511550" y="6286500"/>
          <p14:tracePt t="227409" x="3448050" y="6273800"/>
          <p14:tracePt t="227426" x="3302000" y="6248400"/>
          <p14:tracePt t="227442" x="3213100" y="6235700"/>
          <p14:tracePt t="227459" x="3016250" y="6216650"/>
          <p14:tracePt t="227476" x="2813050" y="6197600"/>
          <p14:tracePt t="227492" x="2736850" y="6184900"/>
          <p14:tracePt t="227509" x="2559050" y="6165850"/>
          <p14:tracePt t="227525" x="2387600" y="6146800"/>
          <p14:tracePt t="227541" x="2311400" y="6146800"/>
          <p14:tracePt t="227559" x="2197100" y="6146800"/>
          <p14:tracePt t="227575" x="2120900" y="6146800"/>
          <p14:tracePt t="227592" x="2089150" y="6146800"/>
          <p14:tracePt t="227609" x="2051050" y="6140450"/>
          <p14:tracePt t="227625" x="2019300" y="6140450"/>
          <p14:tracePt t="227641" x="2012950" y="6140450"/>
          <p14:tracePt t="227658" x="2006600" y="6140450"/>
          <p14:tracePt t="227674" x="1993900" y="6140450"/>
          <p14:tracePt t="227713" x="1993900" y="6146800"/>
          <p14:tracePt t="227783" x="1993900" y="6153150"/>
          <p14:tracePt t="227789" x="1987550" y="6159500"/>
          <p14:tracePt t="227804" x="1987550" y="6165850"/>
          <p14:tracePt t="227811" x="1974850" y="6172200"/>
          <p14:tracePt t="227827" x="1974850" y="6178550"/>
          <p14:tracePt t="227842" x="1962150" y="6178550"/>
          <p14:tracePt t="227857" x="1955800" y="6191250"/>
          <p14:tracePt t="227875" x="1936750" y="6203950"/>
          <p14:tracePt t="227891" x="1930400" y="6210300"/>
          <p14:tracePt t="227908" x="1917700" y="6216650"/>
          <p14:tracePt t="227924" x="1917700" y="6223000"/>
          <p14:tracePt t="227944" x="1911350" y="6223000"/>
          <p14:tracePt t="228015" x="1911350" y="6229350"/>
          <p14:tracePt t="228064" x="1917700" y="6229350"/>
          <p14:tracePt t="228092" x="1924050" y="6229350"/>
          <p14:tracePt t="228113" x="1930400" y="6229350"/>
          <p14:tracePt t="228141" x="1936750" y="6229350"/>
          <p14:tracePt t="228183" x="1936750" y="6223000"/>
          <p14:tracePt t="228211" x="1943100" y="6216650"/>
          <p14:tracePt t="228246" x="1949450" y="6216650"/>
          <p14:tracePt t="228252" x="1949450" y="6210300"/>
          <p14:tracePt t="228274" x="1949450" y="6203950"/>
          <p14:tracePt t="228302" x="1949450" y="6197600"/>
          <p14:tracePt t="228337" x="1955800" y="6197600"/>
          <p14:tracePt t="228344" x="1955800" y="6191250"/>
          <p14:tracePt t="228355" x="1962150" y="6191250"/>
          <p14:tracePt t="228393" x="1968500" y="6191250"/>
          <p14:tracePt t="228414" x="1974850" y="6178550"/>
          <p14:tracePt t="228428" x="1981200" y="6172200"/>
          <p14:tracePt t="228435" x="1987550" y="6172200"/>
          <p14:tracePt t="228442" x="1993900" y="6159500"/>
          <p14:tracePt t="228458" x="2006600" y="6153150"/>
          <p14:tracePt t="228472" x="2019300" y="6134100"/>
          <p14:tracePt t="228488" x="2076450" y="6057900"/>
          <p14:tracePt t="228505" x="2178050" y="5905500"/>
          <p14:tracePt t="228521" x="2228850" y="5797550"/>
          <p14:tracePt t="228538" x="2400300" y="5461000"/>
          <p14:tracePt t="228555" x="2603500" y="4902200"/>
          <p14:tracePt t="228571" x="2743200" y="4584700"/>
          <p14:tracePt t="228588" x="2990850" y="3975100"/>
          <p14:tracePt t="228605" x="3206750" y="3460750"/>
          <p14:tracePt t="228621" x="3302000" y="3263900"/>
          <p14:tracePt t="228639" x="3422650" y="3048000"/>
          <p14:tracePt t="228654" x="3524250" y="2908300"/>
          <p14:tracePt t="228671" x="3549650" y="2863850"/>
          <p14:tracePt t="228688" x="3619500" y="2787650"/>
          <p14:tracePt t="228704" x="3638550" y="2762250"/>
          <p14:tracePt t="228721" x="3689350" y="2705100"/>
          <p14:tracePt t="228738" x="3721100" y="2673350"/>
          <p14:tracePt t="228754" x="3746500" y="2660650"/>
          <p14:tracePt t="228772" x="3765550" y="2635250"/>
          <p14:tracePt t="228787" x="3790950" y="2622550"/>
          <p14:tracePt t="228804" x="3797300" y="2622550"/>
          <p14:tracePt t="228821" x="3816350" y="2609850"/>
          <p14:tracePt t="228837" x="3835400" y="2603500"/>
          <p14:tracePt t="228854" x="3848100" y="2597150"/>
          <p14:tracePt t="228870" x="3873500" y="2584450"/>
          <p14:tracePt t="228887" x="3905250" y="2571750"/>
          <p14:tracePt t="228904" x="3917950" y="2565400"/>
          <p14:tracePt t="228920" x="3937000" y="2565400"/>
          <p14:tracePt t="228937" x="3956050" y="2559050"/>
          <p14:tracePt t="228954" x="3968750" y="2559050"/>
          <p14:tracePt t="228970" x="3975100" y="2559050"/>
          <p14:tracePt t="228987" x="3981450" y="2565400"/>
          <p14:tracePt t="229004" x="3994150" y="2597150"/>
          <p14:tracePt t="229020" x="4000500" y="2603500"/>
          <p14:tracePt t="229037" x="4000500" y="2616200"/>
          <p14:tracePt t="229053" x="4000500" y="2628900"/>
          <p14:tracePt t="229070" x="4006850" y="2647950"/>
          <p14:tracePt t="229087" x="4013200" y="2654300"/>
          <p14:tracePt t="229102" x="4019550" y="2660650"/>
          <p14:tracePt t="229120" x="4025900" y="2667000"/>
          <p14:tracePt t="229137" x="4025900" y="2673350"/>
          <p14:tracePt t="229169" x="4032250" y="2679700"/>
          <p14:tracePt t="229207" x="4038600" y="2686050"/>
          <p14:tracePt t="229213" x="4038600" y="2692400"/>
          <p14:tracePt t="229256" x="4038600" y="2698750"/>
          <p14:tracePt t="229284" x="4038600" y="2705100"/>
          <p14:tracePt t="229326" x="4038600" y="2711450"/>
          <p14:tracePt t="229347" x="4032250" y="2717800"/>
          <p14:tracePt t="229375" x="4032250" y="2724150"/>
          <p14:tracePt t="229396" x="4032250" y="2730500"/>
          <p14:tracePt t="229410" x="4032250" y="2736850"/>
          <p14:tracePt t="229445" x="4032250" y="2743200"/>
          <p14:tracePt t="229466" x="4038600" y="2749550"/>
          <p14:tracePt t="229515" x="4044950" y="2749550"/>
          <p14:tracePt t="229536" x="4051300" y="2749550"/>
          <p14:tracePt t="229558" x="4057650" y="2749550"/>
          <p14:tracePt t="229585" x="4064000" y="2749550"/>
          <p14:tracePt t="229607" x="4064000" y="2743200"/>
          <p14:tracePt t="229656" x="4064000" y="2736850"/>
          <p14:tracePt t="229690" x="4064000" y="2730500"/>
          <p14:tracePt t="229719" x="4064000" y="2724150"/>
          <p14:tracePt t="229747" x="4057650" y="2724150"/>
          <p14:tracePt t="229761" x="4051300" y="2724150"/>
          <p14:tracePt t="229770" x="4044950" y="2724150"/>
          <p14:tracePt t="229796" x="4038600" y="2724150"/>
          <p14:tracePt t="229810" x="4032250" y="2724150"/>
          <p14:tracePt t="229819" x="4025900" y="2724150"/>
          <p14:tracePt t="229833" x="4019550" y="2724150"/>
          <p14:tracePt t="229850" x="4006850" y="2724150"/>
          <p14:tracePt t="229866" x="3994150" y="2724150"/>
          <p14:tracePt t="229884" x="3981450" y="2730500"/>
          <p14:tracePt t="229901" x="3962400" y="2736850"/>
          <p14:tracePt t="229917" x="3937000" y="2736850"/>
          <p14:tracePt t="229934" x="3930650" y="2736850"/>
          <p14:tracePt t="229950" x="3917950" y="2743200"/>
          <p14:tracePt t="229967" x="3911600" y="2743200"/>
          <p14:tracePt t="229983" x="3905250" y="2749550"/>
          <p14:tracePt t="230000" x="3898900" y="2749550"/>
          <p14:tracePt t="230016" x="3892550" y="2749550"/>
          <p14:tracePt t="230111" x="3886200" y="2749550"/>
          <p14:tracePt t="230161" x="3886200" y="2755900"/>
          <p14:tracePt t="230196" x="3892550" y="2762250"/>
          <p14:tracePt t="230217" x="3898900" y="2762250"/>
          <p14:tracePt t="230230" x="3905250" y="2762250"/>
          <p14:tracePt t="230252" x="3911600" y="2762250"/>
          <p14:tracePt t="230280" x="3917950" y="2762250"/>
          <p14:tracePt t="230301" x="3924300" y="2762250"/>
          <p14:tracePt t="230308" x="3930650" y="2762250"/>
          <p14:tracePt t="230329" x="3937000" y="2762250"/>
          <p14:tracePt t="230350" x="3943350" y="2762250"/>
          <p14:tracePt t="230357" x="3949700" y="2762250"/>
          <p14:tracePt t="230406" x="3956050" y="2762250"/>
          <p14:tracePt t="230427" x="3962400" y="2762250"/>
          <p14:tracePt t="230476" x="3968750" y="2762250"/>
          <p14:tracePt t="230497" x="3975100" y="2762250"/>
          <p14:tracePt t="230518" x="3981450" y="2755900"/>
          <p14:tracePt t="230540" x="3987800" y="2755900"/>
          <p14:tracePt t="230588" x="3987800" y="2749550"/>
          <p14:tracePt t="230638" x="3981450" y="2749550"/>
          <p14:tracePt t="230652" x="3975100" y="2749550"/>
          <p14:tracePt t="230658" x="3968750" y="2749550"/>
          <p14:tracePt t="230673" x="3962400" y="2762250"/>
          <p14:tracePt t="230681" x="3956050" y="2768600"/>
          <p14:tracePt t="230698" x="3943350" y="2781300"/>
          <p14:tracePt t="230714" x="3879850" y="2851150"/>
          <p14:tracePt t="230731" x="3752850" y="3003550"/>
          <p14:tracePt t="230747" x="3663950" y="3117850"/>
          <p14:tracePt t="230764" x="3390900" y="3448050"/>
          <p14:tracePt t="230781" x="3048000" y="3892550"/>
          <p14:tracePt t="230798" x="2901950" y="4108450"/>
          <p14:tracePt t="230814" x="2597150" y="4527550"/>
          <p14:tracePt t="230830" x="2368550" y="4864100"/>
          <p14:tracePt t="230848" x="2209800" y="5105400"/>
          <p14:tracePt t="230863" x="2146300" y="5200650"/>
          <p14:tracePt t="230880" x="2095500" y="5283200"/>
          <p14:tracePt t="230897" x="2019300" y="5422900"/>
          <p14:tracePt t="230914" x="2006600" y="5448300"/>
          <p14:tracePt t="230930" x="2000250" y="5467350"/>
          <p14:tracePt t="230947" x="2000250" y="5492750"/>
          <p14:tracePt t="230963" x="1993900" y="5511800"/>
          <p14:tracePt t="230981" x="1993900" y="5524500"/>
          <p14:tracePt t="230997" x="2000250" y="5524500"/>
          <p14:tracePt t="231014" x="2006600" y="5530850"/>
          <p14:tracePt t="231030" x="2012950" y="5537200"/>
          <p14:tracePt t="231046" x="2012950" y="5543550"/>
          <p14:tracePt t="231063" x="2019300" y="5549900"/>
          <p14:tracePt t="231080" x="2025650" y="5556250"/>
          <p14:tracePt t="231113" x="2025650" y="5562600"/>
          <p14:tracePt t="231129" x="2025650" y="5568950"/>
          <p14:tracePt t="231146" x="2025650" y="5581650"/>
          <p14:tracePt t="231163" x="2025650" y="5594350"/>
          <p14:tracePt t="231179" x="2025650" y="5626100"/>
          <p14:tracePt t="231196" x="2025650" y="5645150"/>
          <p14:tracePt t="231213" x="2032000" y="5715000"/>
          <p14:tracePt t="231229" x="2044700" y="5753100"/>
          <p14:tracePt t="231246" x="2051050" y="5848350"/>
          <p14:tracePt t="231262" x="2057400" y="5918200"/>
          <p14:tracePt t="231279" x="2063750" y="5943600"/>
          <p14:tracePt t="231296" x="2063750" y="5994400"/>
          <p14:tracePt t="231312" x="2070100" y="6013450"/>
          <p14:tracePt t="231329" x="2070100" y="6026150"/>
          <p14:tracePt t="231345" x="2070100" y="6032500"/>
          <p14:tracePt t="231362" x="2063750" y="6038850"/>
          <p14:tracePt t="231378" x="2063750" y="6045200"/>
          <p14:tracePt t="231395" x="2057400" y="6051550"/>
          <p14:tracePt t="231412" x="2044700" y="6057900"/>
          <p14:tracePt t="231445" x="2038350" y="6064250"/>
          <p14:tracePt t="231461" x="2025650" y="6070600"/>
          <p14:tracePt t="231500" x="2019300" y="6076950"/>
          <p14:tracePt t="231529" x="2012950" y="6083300"/>
          <p14:tracePt t="231549" x="2012950" y="6089650"/>
          <p14:tracePt t="231570" x="2006600" y="6089650"/>
          <p14:tracePt t="231577" x="2000250" y="6096000"/>
          <p14:tracePt t="231591" x="1993900" y="6102350"/>
          <p14:tracePt t="231612" x="1987550" y="6108700"/>
          <p14:tracePt t="231620" x="1987550" y="6115050"/>
          <p14:tracePt t="231633" x="1981200" y="6121400"/>
          <p14:tracePt t="231644" x="1974850" y="6134100"/>
          <p14:tracePt t="231661" x="1962150" y="6172200"/>
          <p14:tracePt t="231677" x="1955800" y="6184900"/>
          <p14:tracePt t="231694" x="1949450" y="6216650"/>
          <p14:tracePt t="231711" x="1955800" y="6242050"/>
          <p14:tracePt t="231727" x="1955800" y="6248400"/>
          <p14:tracePt t="231745" x="2006600" y="6267450"/>
          <p14:tracePt t="231761" x="2101850" y="6286500"/>
          <p14:tracePt t="231777" x="2178050" y="6286500"/>
          <p14:tracePt t="231794" x="2254250" y="6286500"/>
          <p14:tracePt t="231810" x="2571750" y="6286500"/>
          <p14:tracePt t="231827" x="2686050" y="6286500"/>
          <p14:tracePt t="231844" x="2914650" y="6280150"/>
          <p14:tracePt t="231860" x="3016250" y="6267450"/>
          <p14:tracePt t="231877" x="3206750" y="6229350"/>
          <p14:tracePt t="231893" x="3378200" y="6178550"/>
          <p14:tracePt t="231910" x="3460750" y="6159500"/>
          <p14:tracePt t="231927" x="3594100" y="6108700"/>
          <p14:tracePt t="231943" x="3708400" y="6051550"/>
          <p14:tracePt t="231960" x="3740150" y="6019800"/>
          <p14:tracePt t="231977" x="3784600" y="6000750"/>
          <p14:tracePt t="231993" x="3810000" y="5988050"/>
          <p14:tracePt t="232009" x="3816350" y="5981700"/>
          <p14:tracePt t="232026" x="3829050" y="5975350"/>
          <p14:tracePt t="232043" x="3841750" y="5969000"/>
          <p14:tracePt t="232060" x="3848100" y="5969000"/>
          <p14:tracePt t="232076" x="3860800" y="5962650"/>
          <p14:tracePt t="232092" x="3867150" y="5962650"/>
          <p14:tracePt t="232201" x="3867150" y="5969000"/>
          <p14:tracePt t="232222" x="3860800" y="5975350"/>
          <p14:tracePt t="232250" x="3854450" y="5975350"/>
          <p14:tracePt t="232271" x="3848100" y="5975350"/>
          <p14:tracePt t="233544" x="3829050" y="5988050"/>
          <p14:tracePt t="233551" x="3810000" y="6007100"/>
          <p14:tracePt t="233566" x="3759200" y="6057900"/>
          <p14:tracePt t="233574" x="3733800" y="6089650"/>
          <p14:tracePt t="233588" x="3702050" y="6121400"/>
          <p14:tracePt t="233604" x="3670300" y="6159500"/>
          <p14:tracePt t="233621" x="3587750" y="6248400"/>
          <p14:tracePt t="233637" x="3562350" y="6280150"/>
          <p14:tracePt t="233654" x="3536950" y="6305550"/>
          <p14:tracePt t="233671" x="3498850" y="6350000"/>
          <p14:tracePt t="233687" x="3492500" y="6362700"/>
          <p14:tracePt t="233704" x="3479800" y="6369050"/>
          <p14:tracePt t="233720" x="3479800" y="6375400"/>
          <p14:tracePt t="233804" x="3479800" y="636905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0"/>
            <a:ext cx="929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kern="0" dirty="0" err="1" smtClean="0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kern="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US" altLang="en-US" sz="4000" kern="0" dirty="0" smtClean="0">
                <a:solidFill>
                  <a:srgbClr val="2D2DB9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vs</a:t>
            </a:r>
            <a:r>
              <a:rPr lang="en-US" altLang="en-US" sz="4000" kern="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US" altLang="en-US" sz="4000" kern="0" dirty="0" err="1" smtClean="0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kern="0" dirty="0" smtClean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kern="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000" kern="0" dirty="0" smtClean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Person():</a:t>
            </a:r>
            <a:endParaRPr lang="en-US" altLang="en-US" sz="2400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   age = 20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kern="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kern="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):print('Age is</a:t>
            </a:r>
            <a:r>
              <a:rPr lang="en-US" altLang="en-US" sz="2400" kern="0" spc="-10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:'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400" kern="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cl</a:t>
            </a:r>
            <a:r>
              <a:rPr lang="en-US" altLang="en-US" sz="2400" kern="0" spc="-5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s.</a:t>
            </a:r>
            <a:r>
              <a:rPr lang="en-US" altLang="en-US" sz="2400" kern="0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age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65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Person.printAge()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100" kern="0" dirty="0" err="1" smtClean="0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1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() missing</a:t>
            </a:r>
            <a:r>
              <a:rPr lang="en-US" altLang="en-US" sz="2100" kern="0" spc="-1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 1 </a:t>
            </a:r>
            <a:r>
              <a:rPr lang="en-US" altLang="en-US" sz="21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required positional argumen</a:t>
            </a:r>
            <a:r>
              <a:rPr lang="en-US" altLang="en-US" sz="2100" kern="0" spc="-3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t: '</a:t>
            </a:r>
            <a:r>
              <a:rPr lang="en-US" altLang="en-US" sz="2100" kern="0" spc="-30" dirty="0" err="1" smtClean="0">
                <a:solidFill>
                  <a:srgbClr val="FF0000"/>
                </a:solidFill>
                <a:latin typeface="Lucida Fax" panose="02060602050505020204" pitchFamily="18" charset="0"/>
              </a:rPr>
              <a:t>cls</a:t>
            </a:r>
            <a:r>
              <a:rPr lang="en-US" altLang="en-US" sz="2100" kern="0" spc="-3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kern="0" dirty="0" smtClean="0">
                <a:solidFill>
                  <a:srgbClr val="CC00CC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=Person(); </a:t>
            </a:r>
            <a:r>
              <a:rPr lang="en-US" altLang="en-US" sz="2400" kern="0" dirty="0" err="1" smtClean="0">
                <a:solidFill>
                  <a:srgbClr val="CC00CC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kern="0" dirty="0" smtClean="0">
                <a:solidFill>
                  <a:srgbClr val="CC00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kern="0" dirty="0" smtClean="0">
                <a:solidFill>
                  <a:srgbClr val="CC00CC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400" kern="0" dirty="0" smtClean="0">
                <a:solidFill>
                  <a:srgbClr val="CC00CC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#x treated as self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CC00CC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kern="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Person.prAge=</a:t>
            </a:r>
            <a:r>
              <a:rPr lang="en-US" altLang="en-US" sz="2400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staticmetho</a:t>
            </a:r>
            <a:r>
              <a:rPr lang="en-US" altLang="en-US" sz="2400" b="1" kern="0" spc="-30" dirty="0" err="1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d</a:t>
            </a:r>
            <a:r>
              <a:rPr lang="en-US" altLang="en-US" sz="2400" kern="0" spc="-3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(</a:t>
            </a:r>
            <a:r>
              <a:rPr lang="en-US" altLang="en-US" sz="2400" kern="0" spc="-30" dirty="0" err="1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Person.printAge</a:t>
            </a:r>
            <a:r>
              <a:rPr lang="en-US" altLang="en-US" sz="2400" kern="0" spc="-30" dirty="0">
                <a:solidFill>
                  <a:srgbClr val="000000"/>
                </a:solidFill>
                <a:latin typeface="Lucida Console" panose="020B0609040504020204" pitchFamily="49" charset="0"/>
                <a:cs typeface="+mn-cs"/>
              </a:rPr>
              <a:t>)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Person.prAge()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Traceback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 (most recent call last):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  File "&lt;</a:t>
            </a: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stdin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&gt;", line 1, in &lt;module&gt;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TypeError</a:t>
            </a:r>
            <a:r>
              <a:rPr lang="en-US" altLang="en-US" sz="2100" kern="0" dirty="0">
                <a:solidFill>
                  <a:srgbClr val="FF9797"/>
                </a:solidFill>
                <a:latin typeface="Lucida Fax" panose="02060602050505020204" pitchFamily="18" charset="0"/>
                <a:cs typeface="+mn-cs"/>
              </a:rPr>
              <a:t>: </a:t>
            </a:r>
            <a:r>
              <a:rPr lang="en-US" altLang="en-US" sz="2100" kern="0" dirty="0" err="1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printAge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() missing</a:t>
            </a:r>
            <a:r>
              <a:rPr lang="en-US" altLang="en-US" sz="2100" kern="0" spc="-10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 1 </a:t>
            </a:r>
            <a:r>
              <a:rPr lang="en-US" altLang="en-US" sz="2100" kern="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required positional argumen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t: '</a:t>
            </a:r>
            <a:r>
              <a:rPr lang="en-US" altLang="en-US" sz="2100" kern="0" spc="-30" dirty="0" err="1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cls</a:t>
            </a:r>
            <a:r>
              <a:rPr lang="en-US" altLang="en-US" sz="2100" kern="0" spc="-30" dirty="0">
                <a:solidFill>
                  <a:srgbClr val="FF0000"/>
                </a:solidFill>
                <a:latin typeface="Lucida Fax" panose="02060602050505020204" pitchFamily="18" charset="0"/>
                <a:cs typeface="+mn-cs"/>
              </a:rPr>
              <a:t>'</a:t>
            </a: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+mn-cs"/>
              </a:rPr>
              <a:t>&gt;&gt;&gt; </a:t>
            </a:r>
            <a:r>
              <a:rPr lang="en-US" altLang="en-US" sz="2400" b="1" kern="0" dirty="0" smtClean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Person.prAge(x)</a:t>
            </a:r>
            <a:r>
              <a:rPr lang="en-US" altLang="en-US" sz="2400" kern="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 x is treated </a:t>
            </a:r>
            <a:r>
              <a:rPr lang="en-US" altLang="en-US" sz="2400" kern="0" dirty="0">
                <a:solidFill>
                  <a:srgbClr val="FF0000"/>
                </a:solidFill>
                <a:latin typeface="Lucida Fax" panose="02060602050505020204" pitchFamily="18" charset="0"/>
              </a:rPr>
              <a:t>as </a:t>
            </a:r>
            <a:r>
              <a:rPr lang="en-US" altLang="en-US" sz="24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“self” </a:t>
            </a:r>
            <a:endParaRPr lang="en-US" altLang="en-US" sz="2400" b="1" kern="0" dirty="0">
              <a:solidFill>
                <a:srgbClr val="FFC000"/>
              </a:solidFill>
              <a:latin typeface="Lucida Console" panose="020B0609040504020204" pitchFamily="49" charset="0"/>
              <a:cs typeface="+mn-cs"/>
            </a:endParaRPr>
          </a:p>
          <a:p>
            <a:pPr marL="95250" indent="0" eaLnBrk="1" hangingPunct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  <a:cs typeface="+mn-cs"/>
              </a:rPr>
              <a:t>The age is: 20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Person.prAge=</a:t>
            </a:r>
            <a:r>
              <a:rPr lang="en-US" altLang="en-US" sz="2400" kern="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kern="0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(Person.printAge)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Person.prAge(x)</a:t>
            </a:r>
            <a:r>
              <a:rPr lang="en-US" altLang="en-US" sz="21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#like we saw for “self”, “</a:t>
            </a:r>
            <a:r>
              <a:rPr lang="en-US" altLang="en-US" sz="2100" kern="0" dirty="0" err="1" smtClean="0">
                <a:solidFill>
                  <a:srgbClr val="FF0000"/>
                </a:solidFill>
                <a:latin typeface="Lucida Fax" panose="02060602050505020204" pitchFamily="18" charset="0"/>
              </a:rPr>
              <a:t>cls</a:t>
            </a:r>
            <a:r>
              <a:rPr lang="en-US" altLang="en-US" sz="21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” isn’t given </a:t>
            </a:r>
            <a:endParaRPr lang="en-US" altLang="en-US" sz="2100" kern="0" dirty="0" smtClean="0">
              <a:solidFill>
                <a:srgbClr val="00B0F0"/>
              </a:solidFill>
              <a:latin typeface="Lucida Fax" panose="02060602050505020204" pitchFamily="18" charset="0"/>
            </a:endParaRP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100" kern="0" dirty="0" err="1" smtClean="0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100" kern="0" dirty="0" smtClean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100" kern="0" dirty="0" err="1" smtClean="0">
                <a:solidFill>
                  <a:srgbClr val="FF0000"/>
                </a:solidFill>
                <a:latin typeface="Lucida Fax" panose="02060602050505020204" pitchFamily="18" charset="0"/>
              </a:rPr>
              <a:t>prAge</a:t>
            </a:r>
            <a:r>
              <a:rPr lang="en-US" altLang="en-US" sz="2100" kern="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()</a:t>
            </a:r>
            <a:r>
              <a:rPr lang="en-US" altLang="en-US" sz="2100" kern="0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 takes 1 positional argument but 2 were given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kern="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Person.prAge</a:t>
            </a:r>
            <a:r>
              <a:rPr lang="en-US" altLang="en-US" sz="2400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</a:p>
          <a:p>
            <a:pPr marL="95250" indent="0" eaLnBrk="1">
              <a:lnSpc>
                <a:spcPct val="73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8358240"/>
      </p:ext>
    </p:extLst>
  </p:cSld>
  <p:clrMapOvr>
    <a:masterClrMapping/>
  </p:clrMapOvr>
  <p:transition spd="med" advTm="840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10" x="3479800" y="6362700"/>
          <p14:tracePt t="6117" x="3479800" y="6343650"/>
          <p14:tracePt t="6124" x="3486150" y="6318250"/>
          <p14:tracePt t="6135" x="3486150" y="6286500"/>
          <p14:tracePt t="6153" x="3498850" y="6191250"/>
          <p14:tracePt t="6169" x="3511550" y="6108700"/>
          <p14:tracePt t="6187" x="3517900" y="6013450"/>
          <p14:tracePt t="6203" x="3517900" y="5949950"/>
          <p14:tracePt t="6219" x="3517900" y="5886450"/>
          <p14:tracePt t="6236" x="3517900" y="5791200"/>
          <p14:tracePt t="6252" x="3524250" y="5708650"/>
          <p14:tracePt t="6269" x="3524250" y="5607050"/>
          <p14:tracePt t="6286" x="3543300" y="5403850"/>
          <p14:tracePt t="6302" x="3549650" y="5257800"/>
          <p14:tracePt t="6318" x="3549650" y="5168900"/>
          <p14:tracePt t="6335" x="3543300" y="5022850"/>
          <p14:tracePt t="6352" x="3543300" y="4857750"/>
          <p14:tracePt t="6370" x="3543300" y="4591050"/>
          <p14:tracePt t="6385" x="3543300" y="4413250"/>
          <p14:tracePt t="6402" x="3524250" y="4222750"/>
          <p14:tracePt t="6419" x="3511550" y="3917950"/>
          <p14:tracePt t="6434" x="3498850" y="3771900"/>
          <p14:tracePt t="6451" x="3479800" y="3632200"/>
          <p14:tracePt t="6468" x="3473450" y="3460750"/>
          <p14:tracePt t="6485" x="3467100" y="3359150"/>
          <p14:tracePt t="6502" x="3467100" y="3295650"/>
          <p14:tracePt t="6504" x="3454400" y="3270250"/>
          <p14:tracePt t="6518" x="3454400" y="3225800"/>
          <p14:tracePt t="6536" x="3448050" y="3200400"/>
          <p14:tracePt t="6552" x="3435350" y="3168650"/>
          <p14:tracePt t="6567" x="3429000" y="3162300"/>
          <p14:tracePt t="6615" x="3416300" y="3162300"/>
          <p14:tracePt t="6629" x="3397250" y="3149600"/>
          <p14:tracePt t="6637" x="3384550" y="3143250"/>
          <p14:tracePt t="7303" x="3384550" y="3136900"/>
          <p14:tracePt t="7310" x="3384550" y="3130550"/>
          <p14:tracePt t="7318" x="3378200" y="3111500"/>
          <p14:tracePt t="7332" x="3378200" y="3079750"/>
          <p14:tracePt t="7348" x="3359150" y="3016250"/>
          <p14:tracePt t="7367" x="3346450" y="2908300"/>
          <p14:tracePt t="7381" x="3321050" y="2825750"/>
          <p14:tracePt t="7398" x="3302000" y="2730500"/>
          <p14:tracePt t="7416" x="3270250" y="2616200"/>
          <p14:tracePt t="7431" x="3244850" y="2546350"/>
          <p14:tracePt t="7448" x="3213100" y="2470150"/>
          <p14:tracePt t="7465" x="3175000" y="2349500"/>
          <p14:tracePt t="7481" x="3136900" y="2266950"/>
          <p14:tracePt t="7498" x="3105150" y="2178050"/>
          <p14:tracePt t="7515" x="3041650" y="2051050"/>
          <p14:tracePt t="7531" x="2997200" y="1993900"/>
          <p14:tracePt t="7548" x="2952750" y="1936750"/>
          <p14:tracePt t="7564" x="2946400" y="1917700"/>
          <p14:tracePt t="7581" x="2940050" y="1905000"/>
          <p14:tracePt t="7598" x="2927350" y="1879600"/>
          <p14:tracePt t="7614" x="2921000" y="1879600"/>
          <p14:tracePt t="7631" x="2921000" y="1873250"/>
          <p14:tracePt t="7647" x="2914650" y="1866900"/>
          <p14:tracePt t="7696" x="2908300" y="1866900"/>
          <p14:tracePt t="8116" x="2901950" y="1854200"/>
          <p14:tracePt t="8123" x="2895600" y="1841500"/>
          <p14:tracePt t="8132" x="2889250" y="1822450"/>
          <p14:tracePt t="8145" x="2870200" y="1784350"/>
          <p14:tracePt t="8162" x="2844800" y="1752600"/>
          <p14:tracePt t="8180" x="2813050" y="1695450"/>
          <p14:tracePt t="8195" x="2800350" y="1663700"/>
          <p14:tracePt t="8212" x="2774950" y="1625600"/>
          <p14:tracePt t="8229" x="2743200" y="1568450"/>
          <p14:tracePt t="8245" x="2724150" y="1536700"/>
          <p14:tracePt t="8262" x="2705100" y="1511300"/>
          <p14:tracePt t="8279" x="2686050" y="1479550"/>
          <p14:tracePt t="8295" x="2667000" y="1460500"/>
          <p14:tracePt t="8312" x="2654300" y="1435100"/>
          <p14:tracePt t="8328" x="2641600" y="1428750"/>
          <p14:tracePt t="8345" x="2635250" y="1416050"/>
          <p14:tracePt t="8362" x="2628900" y="1403350"/>
          <p14:tracePt t="8378" x="2622550" y="1397000"/>
          <p14:tracePt t="8413" x="2616200" y="1397000"/>
          <p14:tracePt t="8446" x="2609850" y="1397000"/>
          <p14:tracePt t="8466" x="2603500" y="1403350"/>
          <p14:tracePt t="8474" x="2597150" y="1403350"/>
          <p14:tracePt t="8495" x="2590800" y="1403350"/>
          <p14:tracePt t="8855" x="2584450" y="1403350"/>
          <p14:tracePt t="8862" x="2559050" y="1403350"/>
          <p14:tracePt t="8877" x="2520950" y="1403350"/>
          <p14:tracePt t="8893" x="2495550" y="1403350"/>
          <p14:tracePt t="8910" x="2470150" y="1403350"/>
          <p14:tracePt t="8926" x="2444750" y="1403350"/>
          <p14:tracePt t="8943" x="2425700" y="1403350"/>
          <p14:tracePt t="8960" x="2393950" y="1409700"/>
          <p14:tracePt t="8976" x="2349500" y="1409700"/>
          <p14:tracePt t="8992" x="2311400" y="1422400"/>
          <p14:tracePt t="9010" x="2266950" y="1441450"/>
          <p14:tracePt t="9026" x="2247900" y="1441450"/>
          <p14:tracePt t="9042" x="2241550" y="1447800"/>
          <p14:tracePt t="9059" x="2228850" y="1447800"/>
          <p14:tracePt t="9092" x="2222500" y="1447800"/>
          <p14:tracePt t="9459" x="2222500" y="1454150"/>
          <p14:tracePt t="9493" x="2228850" y="1454150"/>
          <p14:tracePt t="9521" x="2235200" y="1460500"/>
          <p14:tracePt t="9528" x="2235200" y="1466850"/>
          <p14:tracePt t="9550" x="2235200" y="1473200"/>
          <p14:tracePt t="9669" x="2241550" y="1473200"/>
          <p14:tracePt t="9718" x="2241550" y="1479550"/>
          <p14:tracePt t="9753" x="2247900" y="1479550"/>
          <p14:tracePt t="9774" x="2254250" y="1479550"/>
          <p14:tracePt t="9788" x="2260600" y="1479550"/>
          <p14:tracePt t="9802" x="2266950" y="1479550"/>
          <p14:tracePt t="9810" x="2273300" y="1479550"/>
          <p14:tracePt t="9826" x="2279650" y="1479550"/>
          <p14:tracePt t="9840" x="2298700" y="1479550"/>
          <p14:tracePt t="9856" x="2330450" y="1473200"/>
          <p14:tracePt t="9873" x="2387600" y="1454150"/>
          <p14:tracePt t="9890" x="2438400" y="1447800"/>
          <p14:tracePt t="9908" x="2514600" y="1441450"/>
          <p14:tracePt t="9923" x="2565400" y="1441450"/>
          <p14:tracePt t="9939" x="2597150" y="1441450"/>
          <p14:tracePt t="9957" x="2641600" y="1441450"/>
          <p14:tracePt t="9972" x="2667000" y="1447800"/>
          <p14:tracePt t="9989" x="2692400" y="1447800"/>
          <p14:tracePt t="10007" x="2730500" y="1454150"/>
          <p14:tracePt t="10023" x="2743200" y="1454150"/>
          <p14:tracePt t="10026" x="2749550" y="1454150"/>
          <p14:tracePt t="10040" x="2768600" y="1460500"/>
          <p14:tracePt t="10056" x="2781300" y="1460500"/>
          <p14:tracePt t="10072" x="2787650" y="1460500"/>
          <p14:tracePt t="10090" x="2800350" y="1460500"/>
          <p14:tracePt t="10106" x="2806700" y="1460500"/>
          <p14:tracePt t="10122" x="2813050" y="1460500"/>
          <p14:tracePt t="10139" x="2819400" y="1460500"/>
          <p14:tracePt t="10159" x="2832100" y="1460500"/>
          <p14:tracePt t="10180" x="2838450" y="1460500"/>
          <p14:tracePt t="10202" x="2844800" y="1460500"/>
          <p14:tracePt t="10230" x="2851150" y="1454150"/>
          <p14:tracePt t="10251" x="2857500" y="1454150"/>
          <p14:tracePt t="10273" x="2870200" y="1447800"/>
          <p14:tracePt t="10300" x="2876550" y="1447800"/>
          <p14:tracePt t="10314" x="2882900" y="1447800"/>
          <p14:tracePt t="10323" x="2895600" y="1441450"/>
          <p14:tracePt t="10339" x="2908300" y="1441450"/>
          <p14:tracePt t="10355" x="2921000" y="1441450"/>
          <p14:tracePt t="10371" x="2959100" y="1441450"/>
          <p14:tracePt t="10388" x="2984500" y="1441450"/>
          <p14:tracePt t="10406" x="3028950" y="1441450"/>
          <p14:tracePt t="10421" x="3060700" y="1447800"/>
          <p14:tracePt t="10438" x="3079750" y="1447800"/>
          <p14:tracePt t="10454" x="3105150" y="1454150"/>
          <p14:tracePt t="10471" x="3117850" y="1454150"/>
          <p14:tracePt t="10487" x="3136900" y="1454150"/>
          <p14:tracePt t="10504" x="3143250" y="1454150"/>
          <p14:tracePt t="10521" x="3149600" y="1454150"/>
          <p14:tracePt t="10552" x="3149600" y="1460500"/>
          <p14:tracePt t="12120" x="3175000" y="1460500"/>
          <p14:tracePt t="12126" x="3206750" y="1460500"/>
          <p14:tracePt t="12134" x="3232150" y="1460500"/>
          <p14:tracePt t="12150" x="3251200" y="1460500"/>
          <p14:tracePt t="12165" x="3308350" y="1454150"/>
          <p14:tracePt t="12182" x="3371850" y="1441450"/>
          <p14:tracePt t="12198" x="3397250" y="1441450"/>
          <p14:tracePt t="12215" x="3448050" y="1435100"/>
          <p14:tracePt t="12232" x="3486150" y="1428750"/>
          <p14:tracePt t="12248" x="3492500" y="1428750"/>
          <p14:tracePt t="12265" x="3505200" y="1428750"/>
          <p14:tracePt t="12282" x="3524250" y="1422400"/>
          <p14:tracePt t="12358" x="3517900" y="1422400"/>
          <p14:tracePt t="12365" x="3511550" y="1422400"/>
          <p14:tracePt t="12386" x="3505200" y="1422400"/>
          <p14:tracePt t="12393" x="3498850" y="1422400"/>
          <p14:tracePt t="12407" x="3492500" y="1428750"/>
          <p14:tracePt t="12428" x="3486150" y="1428750"/>
          <p14:tracePt t="12435" x="3473450" y="1428750"/>
          <p14:tracePt t="12447" x="3454400" y="1428750"/>
          <p14:tracePt t="12464" x="3403600" y="1435100"/>
          <p14:tracePt t="12480" x="3352800" y="1435100"/>
          <p14:tracePt t="12497" x="3302000" y="1435100"/>
          <p14:tracePt t="12513" x="3105150" y="1422400"/>
          <p14:tracePt t="12530" x="3041650" y="1422400"/>
          <p14:tracePt t="12548" x="2908300" y="1416050"/>
          <p14:tracePt t="12563" x="2857500" y="1403350"/>
          <p14:tracePt t="12580" x="2774950" y="1397000"/>
          <p14:tracePt t="12597" x="2730500" y="1397000"/>
          <p14:tracePt t="12614" x="2717800" y="1397000"/>
          <p14:tracePt t="12630" x="2698750" y="1397000"/>
          <p14:tracePt t="12646" x="2692400" y="1397000"/>
          <p14:tracePt t="12663" x="2686050" y="1397000"/>
          <p14:tracePt t="12715" x="2679700" y="1390650"/>
          <p14:tracePt t="12723" x="2673350" y="1390650"/>
          <p14:tracePt t="12737" x="2667000" y="1390650"/>
          <p14:tracePt t="12746" x="2654300" y="1390650"/>
          <p14:tracePt t="12763" x="2641600" y="1390650"/>
          <p14:tracePt t="12780" x="2609850" y="1390650"/>
          <p14:tracePt t="12796" x="2540000" y="1384300"/>
          <p14:tracePt t="12813" x="2508250" y="1377950"/>
          <p14:tracePt t="12829" x="2419350" y="1371600"/>
          <p14:tracePt t="12846" x="2362200" y="1358900"/>
          <p14:tracePt t="12863" x="2209800" y="1358900"/>
          <p14:tracePt t="12879" x="2171700" y="1358900"/>
          <p14:tracePt t="12896" x="2127250" y="1358900"/>
          <p14:tracePt t="12912" x="2057400" y="1371600"/>
          <p14:tracePt t="12929" x="2025650" y="1377950"/>
          <p14:tracePt t="12946" x="2000250" y="1384300"/>
          <p14:tracePt t="12962" x="1993900" y="1390650"/>
          <p14:tracePt t="12979" x="1987550" y="1390650"/>
          <p14:tracePt t="12997" x="1968500" y="1397000"/>
          <p14:tracePt t="13012" x="1955800" y="1403350"/>
          <p14:tracePt t="13029" x="1943100" y="1409700"/>
          <p14:tracePt t="13045" x="1936750" y="1416050"/>
          <p14:tracePt t="13062" x="1930400" y="1416050"/>
          <p14:tracePt t="13078" x="1924050" y="1422400"/>
          <p14:tracePt t="13095" x="1917700" y="1422400"/>
          <p14:tracePt t="13143" x="1911350" y="1428750"/>
          <p14:tracePt t="13206" x="1911350" y="1435100"/>
          <p14:tracePt t="13277" x="1917700" y="1435100"/>
          <p14:tracePt t="13298" x="1924050" y="1435100"/>
          <p14:tracePt t="13304" x="1930400" y="1435100"/>
          <p14:tracePt t="13325" x="1936750" y="1435100"/>
          <p14:tracePt t="13339" x="1943100" y="1435100"/>
          <p14:tracePt t="13347" x="1949450" y="1435100"/>
          <p14:tracePt t="13361" x="1962150" y="1435100"/>
          <p14:tracePt t="13377" x="2006600" y="1435100"/>
          <p14:tracePt t="13394" x="2044700" y="1435100"/>
          <p14:tracePt t="13411" x="2178050" y="1435100"/>
          <p14:tracePt t="13427" x="2343150" y="1428750"/>
          <p14:tracePt t="13444" x="2546350" y="1428750"/>
          <p14:tracePt t="13460" x="2647950" y="1416050"/>
          <p14:tracePt t="13477" x="2749550" y="1416050"/>
          <p14:tracePt t="13494" x="3003550" y="1416050"/>
          <p14:tracePt t="13510" x="3079750" y="1416050"/>
          <p14:tracePt t="13529" x="3155950" y="1416050"/>
          <p14:tracePt t="13544" x="3175000" y="1416050"/>
          <p14:tracePt t="13560" x="3213100" y="1416050"/>
          <p14:tracePt t="13593" x="3225800" y="1416050"/>
          <p14:tracePt t="13627" x="3232150" y="1416050"/>
          <p14:tracePt t="13676" x="3238500" y="1416050"/>
          <p14:tracePt t="13697" x="3244850" y="1416050"/>
          <p14:tracePt t="13704" x="3251200" y="1416050"/>
          <p14:tracePt t="13746" x="3257550" y="1416050"/>
          <p14:tracePt t="13767" x="3263900" y="1416050"/>
          <p14:tracePt t="13789" x="3270250" y="1416050"/>
          <p14:tracePt t="13795" x="3276600" y="1416050"/>
          <p14:tracePt t="13812" x="3289300" y="1416050"/>
          <p14:tracePt t="13826" x="3302000" y="1409700"/>
          <p14:tracePt t="13843" x="3340100" y="1409700"/>
          <p14:tracePt t="13859" x="3409950" y="1403350"/>
          <p14:tracePt t="13875" x="3435350" y="1397000"/>
          <p14:tracePt t="13893" x="3530600" y="1390650"/>
          <p14:tracePt t="13909" x="3613150" y="1377950"/>
          <p14:tracePt t="13926" x="3638550" y="1371600"/>
          <p14:tracePt t="13943" x="3708400" y="1365250"/>
          <p14:tracePt t="13959" x="3752850" y="1358900"/>
          <p14:tracePt t="13975" x="3771900" y="1358900"/>
          <p14:tracePt t="13992" x="3803650" y="1352550"/>
          <p14:tracePt t="14008" x="3822700" y="1346200"/>
          <p14:tracePt t="14025" x="3835400" y="1346200"/>
          <p14:tracePt t="14042" x="3848100" y="1346200"/>
          <p14:tracePt t="14058" x="3873500" y="1346200"/>
          <p14:tracePt t="14076" x="3886200" y="1346200"/>
          <p14:tracePt t="14091" x="3892550" y="1346200"/>
          <p14:tracePt t="14108" x="3905250" y="1346200"/>
          <p14:tracePt t="14126" x="3917950" y="1339850"/>
          <p14:tracePt t="14142" x="3930650" y="1339850"/>
          <p14:tracePt t="14158" x="3930650" y="1333500"/>
          <p14:tracePt t="14175" x="3949700" y="1333500"/>
          <p14:tracePt t="14191" x="3956050" y="1333500"/>
          <p14:tracePt t="14208" x="3962400" y="1333500"/>
          <p14:tracePt t="14226" x="3968750" y="1333500"/>
          <p14:tracePt t="14244" x="3975100" y="1333500"/>
          <p14:tracePt t="14278" x="3981450" y="1333500"/>
          <p14:tracePt t="14308" x="3987800" y="1333500"/>
          <p14:tracePt t="14427" x="3981450" y="1333500"/>
          <p14:tracePt t="14476" x="3975100" y="1333500"/>
          <p14:tracePt t="14497" x="3968750" y="1333500"/>
          <p14:tracePt t="14518" x="3962400" y="1333500"/>
          <p14:tracePt t="14539" x="3956050" y="1333500"/>
          <p14:tracePt t="14560" x="3949700" y="1333500"/>
          <p14:tracePt t="14566" x="3943350" y="1333500"/>
          <p14:tracePt t="14580" x="3937000" y="1333500"/>
          <p14:tracePt t="14589" x="3924300" y="1333500"/>
          <p14:tracePt t="14606" x="3905250" y="1333500"/>
          <p14:tracePt t="14623" x="3848100" y="1339850"/>
          <p14:tracePt t="14640" x="3752850" y="1339850"/>
          <p14:tracePt t="14656" x="3689350" y="1339850"/>
          <p14:tracePt t="14674" x="3562350" y="1339850"/>
          <p14:tracePt t="14690" x="3422650" y="1333500"/>
          <p14:tracePt t="14706" x="3276600" y="1320800"/>
          <p14:tracePt t="14723" x="3213100" y="1314450"/>
          <p14:tracePt t="14739" x="3149600" y="1301750"/>
          <p14:tracePt t="14756" x="3009900" y="1257300"/>
          <p14:tracePt t="14772" x="2952750" y="1250950"/>
          <p14:tracePt t="14789" x="2914650" y="1244600"/>
          <p14:tracePt t="14806" x="2838450" y="1244600"/>
          <p14:tracePt t="14822" x="2755900" y="1231900"/>
          <p14:tracePt t="14839" x="2705100" y="1225550"/>
          <p14:tracePt t="14856" x="2686050" y="1225550"/>
          <p14:tracePt t="14872" x="2654300" y="1225550"/>
          <p14:tracePt t="14889" x="2622550" y="1231900"/>
          <p14:tracePt t="14905" x="2616200" y="1231900"/>
          <p14:tracePt t="14922" x="2603500" y="1238250"/>
          <p14:tracePt t="14939" x="2590800" y="1244600"/>
          <p14:tracePt t="14972" x="2590800" y="1250950"/>
          <p14:tracePt t="15072" x="2584450" y="1250950"/>
          <p14:tracePt t="15100" x="2578100" y="1250950"/>
          <p14:tracePt t="15107" x="2571750" y="1257300"/>
          <p14:tracePt t="15122" x="2565400" y="1257300"/>
          <p14:tracePt t="15128" x="2559050" y="1263650"/>
          <p14:tracePt t="15142" x="2546350" y="1263650"/>
          <p14:tracePt t="15154" x="2540000" y="1263650"/>
          <p14:tracePt t="15171" x="2501900" y="1270000"/>
          <p14:tracePt t="15188" x="2482850" y="1276350"/>
          <p14:tracePt t="15205" x="2425700" y="1282700"/>
          <p14:tracePt t="15221" x="2330450" y="1301750"/>
          <p14:tracePt t="15238" x="2292350" y="1301750"/>
          <p14:tracePt t="15254" x="2184400" y="1327150"/>
          <p14:tracePt t="15271" x="2076450" y="1333500"/>
          <p14:tracePt t="15288" x="2038350" y="1346200"/>
          <p14:tracePt t="15304" x="1955800" y="1358900"/>
          <p14:tracePt t="15321" x="1892300" y="1365250"/>
          <p14:tracePt t="15338" x="1854200" y="1377950"/>
          <p14:tracePt t="15354" x="1841500" y="1377950"/>
          <p14:tracePt t="15370" x="1835150" y="1377950"/>
          <p14:tracePt t="15387" x="1816100" y="1384300"/>
          <p14:tracePt t="15420" x="1809750" y="1390650"/>
          <p14:tracePt t="15471" x="1803400" y="1390650"/>
          <p14:tracePt t="16996" x="1803400" y="1416050"/>
          <p14:tracePt t="17003" x="1797050" y="1454150"/>
          <p14:tracePt t="17015" x="1790700" y="1511300"/>
          <p14:tracePt t="17032" x="1790700" y="1612900"/>
          <p14:tracePt t="17048" x="1790700" y="1663700"/>
          <p14:tracePt t="17066" x="1790700" y="1733550"/>
          <p14:tracePt t="17082" x="1790700" y="1790700"/>
          <p14:tracePt t="17098" x="1790700" y="1803400"/>
          <p14:tracePt t="17116" x="1797050" y="1828800"/>
          <p14:tracePt t="17131" x="1797050" y="1841500"/>
          <p14:tracePt t="17148" x="1803400" y="1847850"/>
          <p14:tracePt t="17165" x="1816100" y="1860550"/>
          <p14:tracePt t="17181" x="1816100" y="1866900"/>
          <p14:tracePt t="17198" x="1822450" y="1873250"/>
          <p14:tracePt t="17215" x="1835150" y="1879600"/>
          <p14:tracePt t="17248" x="1841500" y="1885950"/>
          <p14:tracePt t="17264" x="1847850" y="1898650"/>
          <p14:tracePt t="17298" x="1854200" y="1898650"/>
          <p14:tracePt t="17326" x="1860550" y="1905000"/>
          <p14:tracePt t="17333" x="1866900" y="1905000"/>
          <p14:tracePt t="17361" x="1873250" y="1911350"/>
          <p14:tracePt t="17403" x="1879600" y="1911350"/>
          <p14:tracePt t="17424" x="1885950" y="1911350"/>
          <p14:tracePt t="17452" x="1892300" y="1911350"/>
          <p14:tracePt t="17473" x="1898650" y="1911350"/>
          <p14:tracePt t="17494" x="1905000" y="1911350"/>
          <p14:tracePt t="17500" x="1911350" y="1911350"/>
          <p14:tracePt t="17522" x="1917700" y="1911350"/>
          <p14:tracePt t="17543" x="1924050" y="1911350"/>
          <p14:tracePt t="17564" x="1930400" y="1905000"/>
          <p14:tracePt t="17571" x="1943100" y="1905000"/>
          <p14:tracePt t="17585" x="1955800" y="1905000"/>
          <p14:tracePt t="17596" x="1974850" y="1905000"/>
          <p14:tracePt t="17614" x="2025650" y="1905000"/>
          <p14:tracePt t="17629" x="2063750" y="1905000"/>
          <p14:tracePt t="17646" x="2178050" y="1905000"/>
          <p14:tracePt t="17663" x="2317750" y="1905000"/>
          <p14:tracePt t="17679" x="2406650" y="1905000"/>
          <p14:tracePt t="17696" x="2482850" y="1905000"/>
          <p14:tracePt t="17712" x="2717800" y="1892300"/>
          <p14:tracePt t="17729" x="2794000" y="1885950"/>
          <p14:tracePt t="17747" x="2914650" y="1873250"/>
          <p14:tracePt t="17762" x="2965450" y="1873250"/>
          <p14:tracePt t="17779" x="3060700" y="1854200"/>
          <p14:tracePt t="17796" x="3105150" y="1847850"/>
          <p14:tracePt t="17812" x="3117850" y="1847850"/>
          <p14:tracePt t="17829" x="3130550" y="1847850"/>
          <p14:tracePt t="17964" x="3124200" y="1854200"/>
          <p14:tracePt t="18237" x="3117850" y="1854200"/>
          <p14:tracePt t="18335" x="3117850" y="1860550"/>
          <p14:tracePt t="18356" x="3111500" y="1860550"/>
          <p14:tracePt t="18363" x="3105150" y="1860550"/>
          <p14:tracePt t="18384" x="3098800" y="1866900"/>
          <p14:tracePt t="18405" x="3092450" y="1873250"/>
          <p14:tracePt t="18413" x="3086100" y="1873250"/>
          <p14:tracePt t="18429" x="3079750" y="1879600"/>
          <p14:tracePt t="18443" x="3073400" y="1879600"/>
          <p14:tracePt t="18460" x="3041650" y="1905000"/>
          <p14:tracePt t="18476" x="2990850" y="1955800"/>
          <p14:tracePt t="18493" x="2933700" y="2006600"/>
          <p14:tracePt t="18510" x="2825750" y="2114550"/>
          <p14:tracePt t="18526" x="2705100" y="2228850"/>
          <p14:tracePt t="18543" x="2660650" y="2279650"/>
          <p14:tracePt t="18560" x="2565400" y="2368550"/>
          <p14:tracePt t="18576" x="2482850" y="2463800"/>
          <p14:tracePt t="18593" x="2438400" y="2501900"/>
          <p14:tracePt t="18609" x="2387600" y="2565400"/>
          <p14:tracePt t="18626" x="2349500" y="2603500"/>
          <p14:tracePt t="18643" x="2336800" y="2628900"/>
          <p14:tracePt t="18659" x="2330450" y="2641600"/>
          <p14:tracePt t="18676" x="2324100" y="2654300"/>
          <p14:tracePt t="18708" x="2324100" y="2660650"/>
          <p14:tracePt t="18749" x="2324100" y="2667000"/>
          <p14:tracePt t="18756" x="2324100" y="2673350"/>
          <p14:tracePt t="18798" x="2330450" y="2673350"/>
          <p14:tracePt t="18805" x="2336800" y="2673350"/>
          <p14:tracePt t="18819" x="2343150" y="2673350"/>
          <p14:tracePt t="18828" x="2355850" y="2673350"/>
          <p14:tracePt t="18842" x="2355850" y="2679700"/>
          <p14:tracePt t="18858" x="2400300" y="2679700"/>
          <p14:tracePt t="18876" x="2482850" y="2679700"/>
          <p14:tracePt t="18892" x="2546350" y="2679700"/>
          <p14:tracePt t="18908" x="2724150" y="2679700"/>
          <p14:tracePt t="18925" x="2952750" y="2692400"/>
          <p14:tracePt t="18941" x="3067050" y="2692400"/>
          <p14:tracePt t="18958" x="3168650" y="2692400"/>
          <p14:tracePt t="18975" x="3422650" y="2698750"/>
          <p14:tracePt t="18991" x="3486150" y="2698750"/>
          <p14:tracePt t="19008" x="3581400" y="2698750"/>
          <p14:tracePt t="19025" x="3619500" y="2698750"/>
          <p14:tracePt t="19041" x="3663950" y="2698750"/>
          <p14:tracePt t="19058" x="3695700" y="2698750"/>
          <p14:tracePt t="19091" x="3708400" y="2698750"/>
          <p14:tracePt t="19108" x="3727450" y="2698750"/>
          <p14:tracePt t="19141" x="3733800" y="2698750"/>
          <p14:tracePt t="21677" x="3657600" y="2698750"/>
          <p14:tracePt t="21684" x="3568700" y="2711450"/>
          <p14:tracePt t="21699" x="3473450" y="2743200"/>
          <p14:tracePt t="21705" x="3371850" y="2749550"/>
          <p14:tracePt t="21715" x="3282950" y="2768600"/>
          <p14:tracePt t="21732" x="3175000" y="2794000"/>
          <p14:tracePt t="21748" x="2997200" y="2819400"/>
          <p14:tracePt t="21765" x="2851150" y="2838450"/>
          <p14:tracePt t="21782" x="2724150" y="2851150"/>
          <p14:tracePt t="21798" x="2667000" y="2857500"/>
          <p14:tracePt t="21815" x="2603500" y="2857500"/>
          <p14:tracePt t="21832" x="2444750" y="2876550"/>
          <p14:tracePt t="21848" x="2381250" y="2876550"/>
          <p14:tracePt t="21865" x="2317750" y="2876550"/>
          <p14:tracePt t="21881" x="2127250" y="2889250"/>
          <p14:tracePt t="21898" x="2063750" y="2889250"/>
          <p14:tracePt t="21915" x="1943100" y="2882900"/>
          <p14:tracePt t="21931" x="1892300" y="2882900"/>
          <p14:tracePt t="21948" x="1809750" y="2857500"/>
          <p14:tracePt t="21965" x="1758950" y="2844800"/>
          <p14:tracePt t="21981" x="1746250" y="2838450"/>
          <p14:tracePt t="21998" x="1714500" y="2832100"/>
          <p14:tracePt t="22014" x="1670050" y="2819400"/>
          <p14:tracePt t="22030" x="1651000" y="2819400"/>
          <p14:tracePt t="22048" x="1600200" y="2800350"/>
          <p14:tracePt t="22064" x="1555750" y="2787650"/>
          <p14:tracePt t="22081" x="1536700" y="2781300"/>
          <p14:tracePt t="22097" x="1524000" y="2762250"/>
          <p14:tracePt t="22534" x="1511300" y="2762250"/>
          <p14:tracePt t="22548" x="1485900" y="2768600"/>
          <p14:tracePt t="22555" x="1466850" y="2774950"/>
          <p14:tracePt t="22569" x="1460500" y="2774950"/>
          <p14:tracePt t="22579" x="1454150" y="2781300"/>
          <p14:tracePt t="22595" x="1447800" y="2781300"/>
          <p14:tracePt t="22612" x="1441450" y="2787650"/>
          <p14:tracePt t="22628" x="1435100" y="2794000"/>
          <p14:tracePt t="22646" x="1422400" y="2806700"/>
          <p14:tracePt t="22662" x="1416050" y="2819400"/>
          <p14:tracePt t="22679" x="1409700" y="2825750"/>
          <p14:tracePt t="22695" x="1409700" y="2832100"/>
          <p14:tracePt t="22716" x="1403350" y="2832100"/>
          <p14:tracePt t="22744" x="1397000" y="2838450"/>
          <p14:tracePt t="22807" x="1397000" y="2844800"/>
          <p14:tracePt t="22885" x="1403350" y="2851150"/>
          <p14:tracePt t="22906" x="1409700" y="2851150"/>
          <p14:tracePt t="22920" x="1416050" y="2851150"/>
          <p14:tracePt t="22926" x="1428750" y="2851150"/>
          <p14:tracePt t="22941" x="1447800" y="2857500"/>
          <p14:tracePt t="22947" x="1466850" y="2857500"/>
          <p14:tracePt t="22961" x="1517650" y="2857500"/>
          <p14:tracePt t="22977" x="1644650" y="2857500"/>
          <p14:tracePt t="22994" x="1746250" y="2857500"/>
          <p14:tracePt t="23011" x="1949450" y="2857500"/>
          <p14:tracePt t="23027" x="2190750" y="2844800"/>
          <p14:tracePt t="23044" x="2292350" y="2832100"/>
          <p14:tracePt t="23061" x="2470150" y="2825750"/>
          <p14:tracePt t="23077" x="2552700" y="2813050"/>
          <p14:tracePt t="23095" x="2673350" y="2800350"/>
          <p14:tracePt t="23111" x="2686050" y="2800350"/>
          <p14:tracePt t="23127" x="2705100" y="2800350"/>
          <p14:tracePt t="23144" x="2711450" y="2800350"/>
          <p14:tracePt t="23235" x="2705100" y="2800350"/>
          <p14:tracePt t="23277" x="2698750" y="2800350"/>
          <p14:tracePt t="23319" x="2692400" y="2800350"/>
          <p14:tracePt t="23822" x="2711450" y="2800350"/>
          <p14:tracePt t="23828" x="2743200" y="2800350"/>
          <p14:tracePt t="23841" x="2768600" y="2800350"/>
          <p14:tracePt t="23858" x="2851150" y="2806700"/>
          <p14:tracePt t="23874" x="2901950" y="2806700"/>
          <p14:tracePt t="23892" x="3022600" y="2813050"/>
          <p14:tracePt t="23907" x="3200400" y="2825750"/>
          <p14:tracePt t="23924" x="3302000" y="2838450"/>
          <p14:tracePt t="23943" x="3467100" y="2838450"/>
          <p14:tracePt t="23958" x="3543300" y="2838450"/>
          <p14:tracePt t="23974" x="3676650" y="2825750"/>
          <p14:tracePt t="23991" x="3790950" y="2813050"/>
          <p14:tracePt t="24007" x="3829050" y="2813050"/>
          <p14:tracePt t="24024" x="3879850" y="2813050"/>
          <p14:tracePt t="24041" x="3924300" y="2813050"/>
          <p14:tracePt t="24057" x="3943350" y="2813050"/>
          <p14:tracePt t="24074" x="3975100" y="2813050"/>
          <p14:tracePt t="24090" x="4000500" y="2806700"/>
          <p14:tracePt t="24107" x="4006850" y="2806700"/>
          <p14:tracePt t="24124" x="4019550" y="2800350"/>
          <p14:tracePt t="24140" x="4032250" y="2800350"/>
          <p14:tracePt t="24157" x="4044950" y="2800350"/>
          <p14:tracePt t="24174" x="4051300" y="2800350"/>
          <p14:tracePt t="24190" x="4064000" y="2800350"/>
          <p14:tracePt t="24668" x="4083050" y="2800350"/>
          <p14:tracePt t="24682" x="4127500" y="2800350"/>
          <p14:tracePt t="24691" x="4184650" y="2800350"/>
          <p14:tracePt t="24705" x="4260850" y="2800350"/>
          <p14:tracePt t="24721" x="4337050" y="2800350"/>
          <p14:tracePt t="24738" x="4591050" y="2832100"/>
          <p14:tracePt t="24755" x="4699000" y="2844800"/>
          <p14:tracePt t="24772" x="4794250" y="2844800"/>
          <p14:tracePt t="24787" x="4978400" y="2844800"/>
          <p14:tracePt t="24805" x="5080000" y="2825750"/>
          <p14:tracePt t="24822" x="5143500" y="2825750"/>
          <p14:tracePt t="24837" x="5156200" y="2825750"/>
          <p14:tracePt t="24854" x="5168900" y="2825750"/>
          <p14:tracePt t="24871" x="5175250" y="2825750"/>
          <p14:tracePt t="25123" x="5181600" y="2825750"/>
          <p14:tracePt t="25130" x="5194300" y="2825750"/>
          <p14:tracePt t="25145" x="5219700" y="2825750"/>
          <p14:tracePt t="25153" x="5245100" y="2825750"/>
          <p14:tracePt t="25170" x="5276850" y="2825750"/>
          <p14:tracePt t="25187" x="5340350" y="2819400"/>
          <p14:tracePt t="25203" x="5422900" y="2813050"/>
          <p14:tracePt t="25206" x="5461000" y="2813050"/>
          <p14:tracePt t="25222" x="5492750" y="2813050"/>
          <p14:tracePt t="25236" x="5518150" y="2813050"/>
          <p14:tracePt t="25253" x="5575300" y="2813050"/>
          <p14:tracePt t="25270" x="5613400" y="2813050"/>
          <p14:tracePt t="25286" x="5638800" y="2813050"/>
          <p14:tracePt t="25303" x="5651500" y="2813050"/>
          <p14:tracePt t="25320" x="5664200" y="2813050"/>
          <p14:tracePt t="25336" x="5670550" y="2813050"/>
          <p14:tracePt t="25439" x="5670550" y="2819400"/>
          <p14:tracePt t="25460" x="5664200" y="2825750"/>
          <p14:tracePt t="25488" x="5657850" y="2832100"/>
          <p14:tracePt t="25784" x="5670550" y="2832100"/>
          <p14:tracePt t="25790" x="5702300" y="2832100"/>
          <p14:tracePt t="25804" x="5727700" y="2832100"/>
          <p14:tracePt t="25818" x="5778500" y="2832100"/>
          <p14:tracePt t="25834" x="5867400" y="2832100"/>
          <p14:tracePt t="25851" x="5899150" y="2832100"/>
          <p14:tracePt t="25868" x="5962650" y="2832100"/>
          <p14:tracePt t="25884" x="6007100" y="2832100"/>
          <p14:tracePt t="25901" x="6026150" y="2832100"/>
          <p14:tracePt t="25917" x="6057900" y="2832100"/>
          <p14:tracePt t="25934" x="6070600" y="2832100"/>
          <p14:tracePt t="25953" x="6076950" y="2832100"/>
          <p14:tracePt t="25983" x="6083300" y="2832100"/>
          <p14:tracePt t="26351" x="6089650" y="2832100"/>
          <p14:tracePt t="26464" x="6096000" y="2832100"/>
          <p14:tracePt t="26492" x="6096000" y="2838450"/>
          <p14:tracePt t="26519" x="6096000" y="2844800"/>
          <p14:tracePt t="26555" x="6096000" y="2851150"/>
          <p14:tracePt t="26583" x="6102350" y="2851150"/>
          <p14:tracePt t="26604" x="6108700" y="2851150"/>
          <p14:tracePt t="26632" x="6115050" y="2851150"/>
          <p14:tracePt t="26646" x="6121400" y="2851150"/>
          <p14:tracePt t="26653" x="6127750" y="2857500"/>
          <p14:tracePt t="26668" x="6134100" y="2857500"/>
          <p14:tracePt t="26682" x="6153150" y="2857500"/>
          <p14:tracePt t="26698" x="6159500" y="2857500"/>
          <p14:tracePt t="26702" x="6184900" y="2857500"/>
          <p14:tracePt t="26718" x="6191250" y="2857500"/>
          <p14:tracePt t="26731" x="6203950" y="2857500"/>
          <p14:tracePt t="26748" x="6229350" y="2857500"/>
          <p14:tracePt t="26765" x="6248400" y="2857500"/>
          <p14:tracePt t="26781" x="6254750" y="2857500"/>
          <p14:tracePt t="26798" x="6261100" y="2857500"/>
          <p14:tracePt t="26831" x="6267450" y="2857500"/>
          <p14:tracePt t="26975" x="6261100" y="2857500"/>
          <p14:tracePt t="27052" x="6254750" y="2857500"/>
          <p14:tracePt t="27228" x="6248400" y="2857500"/>
          <p14:tracePt t="27263" x="6242050" y="2863850"/>
          <p14:tracePt t="27284" x="6235700" y="2863850"/>
          <p14:tracePt t="27305" x="6235700" y="2870200"/>
          <p14:tracePt t="27313" x="6235700" y="2876550"/>
          <p14:tracePt t="27748" x="6223000" y="2889250"/>
          <p14:tracePt t="27754" x="6197600" y="2895600"/>
          <p14:tracePt t="27768" x="6184900" y="2901950"/>
          <p14:tracePt t="27777" x="6172200" y="2908300"/>
          <p14:tracePt t="27794" x="6165850" y="2908300"/>
          <p14:tracePt t="27811" x="6153150" y="2914650"/>
          <p14:tracePt t="27827" x="6134100" y="2921000"/>
          <p14:tracePt t="27844" x="6127750" y="2921000"/>
          <p14:tracePt t="27861" x="6121400" y="2927350"/>
          <p14:tracePt t="27877" x="6115050" y="2927350"/>
          <p14:tracePt t="27986" x="6127750" y="2921000"/>
          <p14:tracePt t="27994" x="6134100" y="2914650"/>
          <p14:tracePt t="28014" x="6140450" y="2908300"/>
          <p14:tracePt t="28035" x="6146800" y="2901950"/>
          <p14:tracePt t="28056" x="6153150" y="2889250"/>
          <p14:tracePt t="28063" x="6165850" y="2882900"/>
          <p14:tracePt t="28084" x="6178550" y="2870200"/>
          <p14:tracePt t="28098" x="6184900" y="2863850"/>
          <p14:tracePt t="28110" x="6191250" y="2857500"/>
          <p14:tracePt t="28126" x="6191250" y="2851150"/>
          <p14:tracePt t="28143" x="6197600" y="2844800"/>
          <p14:tracePt t="28159" x="6203950" y="2838450"/>
          <p14:tracePt t="28193" x="6203950" y="2832100"/>
          <p14:tracePt t="28224" x="6210300" y="2825750"/>
          <p14:tracePt t="28330" x="6216650" y="2825750"/>
          <p14:tracePt t="28484" x="6216650" y="2832100"/>
          <p14:tracePt t="28505" x="6210300" y="2832100"/>
          <p14:tracePt t="28526" x="6197600" y="2832100"/>
          <p14:tracePt t="28540" x="6191250" y="2832100"/>
          <p14:tracePt t="28547" x="6191250" y="2838450"/>
          <p14:tracePt t="28558" x="6172200" y="2838450"/>
          <p14:tracePt t="28575" x="6102350" y="2844800"/>
          <p14:tracePt t="28591" x="6038850" y="2844800"/>
          <p14:tracePt t="28608" x="5937250" y="2844800"/>
          <p14:tracePt t="28625" x="5441950" y="2838450"/>
          <p14:tracePt t="28641" x="5232400" y="2838450"/>
          <p14:tracePt t="28658" x="4972050" y="2838450"/>
          <p14:tracePt t="28675" x="4476750" y="2844800"/>
          <p14:tracePt t="28691" x="4095750" y="2870200"/>
          <p14:tracePt t="28708" x="3854450" y="2889250"/>
          <p14:tracePt t="28724" x="3765550" y="2889250"/>
          <p14:tracePt t="28741" x="3613150" y="2914650"/>
          <p14:tracePt t="28758" x="3517900" y="2921000"/>
          <p14:tracePt t="28774" x="3498850" y="2927350"/>
          <p14:tracePt t="28791" x="3448050" y="2933700"/>
          <p14:tracePt t="28807" x="3416300" y="2933700"/>
          <p14:tracePt t="28824" x="3390900" y="2940050"/>
          <p14:tracePt t="28841" x="3359150" y="2940050"/>
          <p14:tracePt t="28857" x="3327400" y="2940050"/>
          <p14:tracePt t="28873" x="3308350" y="2946400"/>
          <p14:tracePt t="28891" x="3276600" y="2946400"/>
          <p14:tracePt t="28907" x="3257550" y="2952750"/>
          <p14:tracePt t="28925" x="3244850" y="2959100"/>
          <p14:tracePt t="28940" x="3219450" y="2965450"/>
          <p14:tracePt t="28957" x="3206750" y="2984500"/>
          <p14:tracePt t="28973" x="3181350" y="2997200"/>
          <p14:tracePt t="28990" x="3162300" y="3003550"/>
          <p14:tracePt t="29007" x="3155950" y="3009900"/>
          <p14:tracePt t="29024" x="3143250" y="3016250"/>
          <p14:tracePt t="29040" x="3136900" y="3016250"/>
          <p14:tracePt t="30490" x="3149600" y="3016250"/>
          <p14:tracePt t="30497" x="3181350" y="3003550"/>
          <p14:tracePt t="30511" x="3225800" y="2984500"/>
          <p14:tracePt t="30521" x="3282950" y="2965450"/>
          <p14:tracePt t="30534" x="3333750" y="2959100"/>
          <p14:tracePt t="30551" x="3403600" y="2940050"/>
          <p14:tracePt t="30568" x="3644900" y="2901950"/>
          <p14:tracePt t="30585" x="3740150" y="2889250"/>
          <p14:tracePt t="30602" x="3905250" y="2870200"/>
          <p14:tracePt t="30618" x="3994150" y="2857500"/>
          <p14:tracePt t="30634" x="4203700" y="2825750"/>
          <p14:tracePt t="30651" x="4381500" y="2787650"/>
          <p14:tracePt t="30667" x="4476750" y="2755900"/>
          <p14:tracePt t="30684" x="4667250" y="2736850"/>
          <p14:tracePt t="30701" x="4845050" y="2724150"/>
          <p14:tracePt t="30717" x="4933950" y="2717800"/>
          <p14:tracePt t="30734" x="5105400" y="2686050"/>
          <p14:tracePt t="30751" x="5238750" y="2660650"/>
          <p14:tracePt t="30767" x="5302250" y="2660650"/>
          <p14:tracePt t="30784" x="5391150" y="2660650"/>
          <p14:tracePt t="30800" x="5467350" y="2673350"/>
          <p14:tracePt t="30817" x="5492750" y="2686050"/>
          <p14:tracePt t="30834" x="5543550" y="2686050"/>
          <p14:tracePt t="30850" x="5613400" y="2692400"/>
          <p14:tracePt t="30867" x="5638800" y="2692400"/>
          <p14:tracePt t="30883" x="5715000" y="2692400"/>
          <p14:tracePt t="30900" x="5759450" y="2698750"/>
          <p14:tracePt t="30917" x="5848350" y="2698750"/>
          <p14:tracePt t="30933" x="5918200" y="2698750"/>
          <p14:tracePt t="30950" x="5956300" y="2698750"/>
          <p14:tracePt t="30967" x="6013450" y="2705100"/>
          <p14:tracePt t="30983" x="6070600" y="2711450"/>
          <p14:tracePt t="31000" x="6096000" y="2711450"/>
          <p14:tracePt t="31017" x="6146800" y="2717800"/>
          <p14:tracePt t="31033" x="6191250" y="2730500"/>
          <p14:tracePt t="31050" x="6210300" y="2730500"/>
          <p14:tracePt t="31066" x="6229350" y="2730500"/>
          <p14:tracePt t="31083" x="6235700" y="2730500"/>
          <p14:tracePt t="31213" x="6229350" y="2730500"/>
          <p14:tracePt t="34365" x="6178550" y="2743200"/>
          <p14:tracePt t="34373" x="6096000" y="2762250"/>
          <p14:tracePt t="34386" x="6007100" y="2781300"/>
          <p14:tracePt t="34393" x="5899150" y="2813050"/>
          <p14:tracePt t="34408" x="5784850" y="2844800"/>
          <p14:tracePt t="34421" x="5670550" y="2889250"/>
          <p14:tracePt t="34438" x="5422900" y="2971800"/>
          <p14:tracePt t="34454" x="5302250" y="3003550"/>
          <p14:tracePt t="34471" x="5035550" y="3092450"/>
          <p14:tracePt t="34488" x="4826000" y="3168650"/>
          <p14:tracePt t="34505" x="4603750" y="3263900"/>
          <p14:tracePt t="34521" x="4514850" y="3302000"/>
          <p14:tracePt t="34537" x="4362450" y="3359150"/>
          <p14:tracePt t="34555" x="4267200" y="3409950"/>
          <p14:tracePt t="34571" x="4222750" y="3422650"/>
          <p14:tracePt t="34587" x="4178300" y="3435350"/>
          <p14:tracePt t="34604" x="4102100" y="3448050"/>
          <p14:tracePt t="34620" x="4089400" y="3454400"/>
          <p14:tracePt t="34638" x="4064000" y="3460750"/>
          <p14:tracePt t="34654" x="4032250" y="3467100"/>
          <p14:tracePt t="35047" x="3943350" y="3467100"/>
          <p14:tracePt t="35054" x="3829050" y="3467100"/>
          <p14:tracePt t="35068" x="3689350" y="3479800"/>
          <p14:tracePt t="35075" x="3530600" y="3486150"/>
          <p14:tracePt t="35089" x="3403600" y="3486150"/>
          <p14:tracePt t="35102" x="3302000" y="3498850"/>
          <p14:tracePt t="35118" x="3149600" y="3505200"/>
          <p14:tracePt t="35136" x="3092450" y="3505200"/>
          <p14:tracePt t="35153" x="3028950" y="3505200"/>
          <p14:tracePt t="35169" x="3003550" y="3505200"/>
          <p14:tracePt t="35185" x="2990850" y="3505200"/>
          <p14:tracePt t="35307" x="2997200" y="3505200"/>
          <p14:tracePt t="35328" x="3009900" y="3505200"/>
          <p14:tracePt t="35335" x="3016250" y="3505200"/>
          <p14:tracePt t="35349" x="3028950" y="3498850"/>
          <p14:tracePt t="35355" x="3048000" y="3498850"/>
          <p14:tracePt t="35371" x="3073400" y="3492500"/>
          <p14:tracePt t="35385" x="3092450" y="3492500"/>
          <p14:tracePt t="35401" x="3162300" y="3473450"/>
          <p14:tracePt t="35418" x="3251200" y="3454400"/>
          <p14:tracePt t="35435" x="3308350" y="3448050"/>
          <p14:tracePt t="35451" x="3403600" y="3429000"/>
          <p14:tracePt t="35468" x="3511550" y="3409950"/>
          <p14:tracePt t="35484" x="3562350" y="3397250"/>
          <p14:tracePt t="35501" x="3625850" y="3378200"/>
          <p14:tracePt t="35518" x="3670300" y="3371850"/>
          <p14:tracePt t="35534" x="3683000" y="3371850"/>
          <p14:tracePt t="35551" x="3695700" y="3371850"/>
          <p14:tracePt t="35567" x="3702050" y="3371850"/>
          <p14:tracePt t="35615" x="3702050" y="3378200"/>
          <p14:tracePt t="35636" x="3702050" y="3384550"/>
          <p14:tracePt t="35657" x="3702050" y="3390900"/>
          <p14:tracePt t="35678" x="3695700" y="3390900"/>
          <p14:tracePt t="35776" x="3695700" y="3397250"/>
          <p14:tracePt t="35811" x="3702050" y="3397250"/>
          <p14:tracePt t="35819" x="3714750" y="3397250"/>
          <p14:tracePt t="35825" x="3721100" y="3397250"/>
          <p14:tracePt t="35840" x="3733800" y="3397250"/>
          <p14:tracePt t="35850" x="3746500" y="3397250"/>
          <p14:tracePt t="35866" x="3765550" y="3403600"/>
          <p14:tracePt t="35882" x="3822700" y="3422650"/>
          <p14:tracePt t="35899" x="3956050" y="3448050"/>
          <p14:tracePt t="35917" x="4121150" y="3467100"/>
          <p14:tracePt t="35933" x="4229100" y="3492500"/>
          <p14:tracePt t="35949" x="4330700" y="3511550"/>
          <p14:tracePt t="35966" x="4546600" y="3562350"/>
          <p14:tracePt t="35982" x="4667250" y="3581400"/>
          <p14:tracePt t="35999" x="4895850" y="3625850"/>
          <p14:tracePt t="36016" x="5010150" y="3644900"/>
          <p14:tracePt t="36032" x="5207000" y="3676650"/>
          <p14:tracePt t="36049" x="5283200" y="3689350"/>
          <p14:tracePt t="36065" x="5359400" y="3695700"/>
          <p14:tracePt t="36082" x="5448300" y="3695700"/>
          <p14:tracePt t="36099" x="5473700" y="3695700"/>
          <p14:tracePt t="36115" x="5492750" y="3695700"/>
          <p14:tracePt t="36132" x="5505450" y="3695700"/>
          <p14:tracePt t="36260" x="5499100" y="3695700"/>
          <p14:tracePt t="36288" x="5492750" y="3695700"/>
          <p14:tracePt t="39663" x="5397500" y="3676650"/>
          <p14:tracePt t="39671" x="5213350" y="3638550"/>
          <p14:tracePt t="39684" x="5010150" y="3594100"/>
          <p14:tracePt t="39691" x="4806950" y="3543300"/>
          <p14:tracePt t="39706" x="4508500" y="3492500"/>
          <p14:tracePt t="39720" x="4184650" y="3460750"/>
          <p14:tracePt t="39736" x="3581400" y="3448050"/>
          <p14:tracePt t="39753" x="3302000" y="3448050"/>
          <p14:tracePt t="39769" x="2768600" y="3467100"/>
          <p14:tracePt t="39786" x="2273300" y="3467100"/>
          <p14:tracePt t="39804" x="1873250" y="3492500"/>
          <p14:tracePt t="39819" x="1714500" y="3492500"/>
          <p14:tracePt t="39835" x="1377950" y="3530600"/>
          <p14:tracePt t="39853" x="1174750" y="3549650"/>
          <p14:tracePt t="39870" x="1123950" y="3562350"/>
          <p14:tracePt t="39886" x="1060450" y="3568700"/>
          <p14:tracePt t="39902" x="1047750" y="3568700"/>
          <p14:tracePt t="39972" x="1047750" y="3562350"/>
          <p14:tracePt t="39993" x="1054100" y="3562350"/>
          <p14:tracePt t="40014" x="1060450" y="3562350"/>
          <p14:tracePt t="40042" x="1066800" y="3562350"/>
          <p14:tracePt t="40063" x="1073150" y="3562350"/>
          <p14:tracePt t="40091" x="1079500" y="3562350"/>
          <p14:tracePt t="40105" x="1092200" y="3562350"/>
          <p14:tracePt t="40112" x="1098550" y="3562350"/>
          <p14:tracePt t="40126" x="1111250" y="3562350"/>
          <p14:tracePt t="40136" x="1123950" y="3562350"/>
          <p14:tracePt t="40151" x="1143000" y="3568700"/>
          <p14:tracePt t="40168" x="1200150" y="3568700"/>
          <p14:tracePt t="40185" x="1301750" y="3568700"/>
          <p14:tracePt t="40201" x="1377950" y="3568700"/>
          <p14:tracePt t="40218" x="1524000" y="3587750"/>
          <p14:tracePt t="40235" x="1600200" y="3587750"/>
          <p14:tracePt t="40252" x="1854200" y="3587750"/>
          <p14:tracePt t="40268" x="1943100" y="3587750"/>
          <p14:tracePt t="40284" x="2044700" y="3575050"/>
          <p14:tracePt t="40301" x="2203450" y="3568700"/>
          <p14:tracePt t="40318" x="2286000" y="3549650"/>
          <p14:tracePt t="40335" x="2305050" y="3549650"/>
          <p14:tracePt t="40351" x="2317750" y="3549650"/>
          <p14:tracePt t="40367" x="2324100" y="3543300"/>
          <p14:tracePt t="40575" x="2330450" y="3543300"/>
          <p14:tracePt t="40596" x="2336800" y="3536950"/>
          <p14:tracePt t="40602" x="2343150" y="3536950"/>
          <p14:tracePt t="40623" x="2349500" y="3536950"/>
          <p14:tracePt t="40673" x="2355850" y="3536950"/>
          <p14:tracePt t="40729" x="2362200" y="3536950"/>
          <p14:tracePt t="40736" x="2362200" y="3543300"/>
          <p14:tracePt t="40764" x="2355850" y="3549650"/>
          <p14:tracePt t="40778" x="2355850" y="3556000"/>
          <p14:tracePt t="40786" x="2355850" y="3562350"/>
          <p14:tracePt t="40802" x="2349500" y="3568700"/>
          <p14:tracePt t="40816" x="2343150" y="3568700"/>
          <p14:tracePt t="40832" x="2336800" y="3568700"/>
          <p14:tracePt t="40849" x="2330450" y="3581400"/>
          <p14:tracePt t="40866" x="2330450" y="3587750"/>
          <p14:tracePt t="40883" x="2324100" y="3606800"/>
          <p14:tracePt t="40915" x="2317750" y="3606800"/>
          <p14:tracePt t="40932" x="2311400" y="3613150"/>
          <p14:tracePt t="40953" x="2311400" y="3619500"/>
          <p14:tracePt t="40974" x="2311400" y="3625850"/>
          <p14:tracePt t="41010" x="2311400" y="3632200"/>
          <p14:tracePt t="41045" x="2311400" y="3638550"/>
          <p14:tracePt t="41094" x="2311400" y="3644900"/>
          <p14:tracePt t="41129" x="2317750" y="3644900"/>
          <p14:tracePt t="41164" x="2324100" y="3638550"/>
          <p14:tracePt t="41184" x="2330450" y="3638550"/>
          <p14:tracePt t="41199" x="2336800" y="3632200"/>
          <p14:tracePt t="41206" x="2343150" y="3625850"/>
          <p14:tracePt t="41220" x="2349500" y="3625850"/>
          <p14:tracePt t="41231" x="2349500" y="3619500"/>
          <p14:tracePt t="41248" x="2362200" y="3613150"/>
          <p14:tracePt t="41264" x="2374900" y="3613150"/>
          <p14:tracePt t="41281" x="2393950" y="3575050"/>
          <p14:tracePt t="41298" x="2432050" y="3543300"/>
          <p14:tracePt t="41314" x="2444750" y="3517900"/>
          <p14:tracePt t="41331" x="2463800" y="3486150"/>
          <p14:tracePt t="41347" x="2489200" y="3448050"/>
          <p14:tracePt t="41364" x="2495550" y="3435350"/>
          <p14:tracePt t="41368" x="2495550" y="3416300"/>
          <p14:tracePt t="41381" x="2495550" y="3409950"/>
          <p14:tracePt t="41397" x="2495550" y="3403600"/>
          <p14:tracePt t="41444" x="2495550" y="3397250"/>
          <p14:tracePt t="41570" x="2489200" y="3397250"/>
          <p14:tracePt t="41605" x="2482850" y="3397250"/>
          <p14:tracePt t="41619" x="2476500" y="3397250"/>
          <p14:tracePt t="41626" x="2470150" y="3384550"/>
          <p14:tracePt t="41641" x="2470150" y="3378200"/>
          <p14:tracePt t="41649" x="2457450" y="3365500"/>
          <p14:tracePt t="41663" x="2438400" y="3333750"/>
          <p14:tracePt t="41680" x="2381250" y="3257550"/>
          <p14:tracePt t="41697" x="2298700" y="3117850"/>
          <p14:tracePt t="41713" x="2247900" y="3035300"/>
          <p14:tracePt t="41729" x="2146300" y="2870200"/>
          <p14:tracePt t="41746" x="2044700" y="2724150"/>
          <p14:tracePt t="41762" x="2006600" y="2654300"/>
          <p14:tracePt t="41779" x="1974850" y="2597150"/>
          <p14:tracePt t="41796" x="1917700" y="2476500"/>
          <p14:tracePt t="41812" x="1905000" y="2463800"/>
          <p14:tracePt t="41830" x="1905000" y="2438400"/>
          <p14:tracePt t="41845" x="1905000" y="2432050"/>
          <p14:tracePt t="41862" x="1898650" y="2425700"/>
          <p14:tracePt t="41866" x="1898650" y="2413000"/>
          <p14:tracePt t="41881" x="1898650" y="2400300"/>
          <p14:tracePt t="41895" x="1898650" y="2393950"/>
          <p14:tracePt t="41912" x="1898650" y="2368550"/>
          <p14:tracePt t="41929" x="1898650" y="2349500"/>
          <p14:tracePt t="41945" x="1898650" y="2324100"/>
          <p14:tracePt t="41962" x="1898650" y="2286000"/>
          <p14:tracePt t="41978" x="1898650" y="2228850"/>
          <p14:tracePt t="41995" x="1898650" y="2197100"/>
          <p14:tracePt t="42012" x="1898650" y="2139950"/>
          <p14:tracePt t="42028" x="1898650" y="2095500"/>
          <p14:tracePt t="42045" x="1898650" y="2063750"/>
          <p14:tracePt t="42062" x="1905000" y="2032000"/>
          <p14:tracePt t="42078" x="1905000" y="2000250"/>
          <p14:tracePt t="42095" x="1911350" y="1987550"/>
          <p14:tracePt t="42112" x="1917700" y="1955800"/>
          <p14:tracePt t="42128" x="1924050" y="1936750"/>
          <p14:tracePt t="42145" x="1943100" y="1911350"/>
          <p14:tracePt t="42161" x="1962150" y="1885950"/>
          <p14:tracePt t="42178" x="1974850" y="1879600"/>
          <p14:tracePt t="42195" x="2019300" y="1841500"/>
          <p14:tracePt t="42211" x="2082800" y="1797050"/>
          <p14:tracePt t="42228" x="2120900" y="1771650"/>
          <p14:tracePt t="42244" x="2197100" y="1727200"/>
          <p14:tracePt t="42261" x="2273300" y="1682750"/>
          <p14:tracePt t="42278" x="2317750" y="1657350"/>
          <p14:tracePt t="42294" x="2413000" y="1606550"/>
          <p14:tracePt t="42311" x="2540000" y="1524000"/>
          <p14:tracePt t="42328" x="2635250" y="1454150"/>
          <p14:tracePt t="42344" x="2679700" y="1409700"/>
          <p14:tracePt t="42360" x="2743200" y="1327150"/>
          <p14:tracePt t="42377" x="2774950" y="1282700"/>
          <p14:tracePt t="42394" x="2774950" y="1263650"/>
          <p14:tracePt t="42410" x="2781300" y="1250950"/>
          <p14:tracePt t="42427" x="2781300" y="1238250"/>
          <p14:tracePt t="42461" x="2781300" y="1244600"/>
          <p14:tracePt t="42468" x="2781300" y="1250950"/>
          <p14:tracePt t="42489" x="2781300" y="1257300"/>
          <p14:tracePt t="42511" x="2781300" y="1270000"/>
          <p14:tracePt t="42517" x="2781300" y="1276350"/>
          <p14:tracePt t="42531" x="2774950" y="1282700"/>
          <p14:tracePt t="42543" x="2774950" y="1295400"/>
          <p14:tracePt t="42560" x="2762250" y="1308100"/>
          <p14:tracePt t="42576" x="2762250" y="1320800"/>
          <p14:tracePt t="42593" x="2749550" y="1346200"/>
          <p14:tracePt t="42609" x="2736850" y="1384300"/>
          <p14:tracePt t="42626" x="2724150" y="1403350"/>
          <p14:tracePt t="42643" x="2692400" y="1441450"/>
          <p14:tracePt t="42659" x="2660650" y="1485900"/>
          <p14:tracePt t="42676" x="2635250" y="1504950"/>
          <p14:tracePt t="42693" x="2590800" y="1530350"/>
          <p14:tracePt t="42709" x="2552700" y="1555750"/>
          <p14:tracePt t="42726" x="2540000" y="1555750"/>
          <p14:tracePt t="42743" x="2520950" y="1555750"/>
          <p14:tracePt t="42759" x="2508250" y="1555750"/>
          <p14:tracePt t="42776" x="2501900" y="1555750"/>
          <p14:tracePt t="42812" x="2508250" y="1555750"/>
          <p14:tracePt t="42826" x="2514600" y="1555750"/>
          <p14:tracePt t="42842" x="2527300" y="1549400"/>
          <p14:tracePt t="42876" x="2552700" y="1543050"/>
          <p14:tracePt t="42892" x="2584450" y="1536700"/>
          <p14:tracePt t="42909" x="2647950" y="1524000"/>
          <p14:tracePt t="42925" x="2686050" y="1511300"/>
          <p14:tracePt t="42942" x="2781300" y="1504950"/>
          <p14:tracePt t="42959" x="2889250" y="1485900"/>
          <p14:tracePt t="42975" x="2940050" y="1479550"/>
          <p14:tracePt t="42992" x="3035300" y="1460500"/>
          <p14:tracePt t="43009" x="3117850" y="1435100"/>
          <p14:tracePt t="43025" x="3143250" y="1428750"/>
          <p14:tracePt t="43042" x="3162300" y="1428750"/>
          <p14:tracePt t="43058" x="3194050" y="1422400"/>
          <p14:tracePt t="43162" x="3194050" y="1416050"/>
          <p14:tracePt t="43712" x="3187700" y="1460500"/>
          <p14:tracePt t="43719" x="3181350" y="1543050"/>
          <p14:tracePt t="43733" x="3162300" y="1619250"/>
          <p14:tracePt t="43742" x="3143250" y="1708150"/>
          <p14:tracePt t="43756" x="3111500" y="1828800"/>
          <p14:tracePt t="43772" x="3060700" y="2019300"/>
          <p14:tracePt t="43790" x="2984500" y="2209800"/>
          <p14:tracePt t="43806" x="2965450" y="2298700"/>
          <p14:tracePt t="43822" x="2933700" y="2381250"/>
          <p14:tracePt t="43839" x="2863850" y="2654300"/>
          <p14:tracePt t="43856" x="2832100" y="2730500"/>
          <p14:tracePt t="43873" x="2781300" y="2889250"/>
          <p14:tracePt t="43889" x="2755900" y="2946400"/>
          <p14:tracePt t="43905" x="2698750" y="3048000"/>
          <p14:tracePt t="43923" x="2654300" y="3111500"/>
          <p14:tracePt t="43938" x="2635250" y="3136900"/>
          <p14:tracePt t="43955" x="2609850" y="3162300"/>
          <p14:tracePt t="43972" x="2590800" y="3187700"/>
          <p14:tracePt t="43989" x="2584450" y="3194050"/>
          <p14:tracePt t="44005" x="2571750" y="3206750"/>
          <p14:tracePt t="44021" x="2571750" y="3213100"/>
          <p14:tracePt t="44055" x="2571750" y="3219450"/>
          <p14:tracePt t="44071" x="2571750" y="3232150"/>
          <p14:tracePt t="44089" x="2565400" y="3238500"/>
          <p14:tracePt t="44105" x="2565400" y="3263900"/>
          <p14:tracePt t="44121" x="2552700" y="3289300"/>
          <p14:tracePt t="44138" x="2546350" y="3308350"/>
          <p14:tracePt t="44154" x="2540000" y="3327400"/>
          <p14:tracePt t="44171" x="2533650" y="3346450"/>
          <p14:tracePt t="44190" x="2527300" y="3359150"/>
          <p14:tracePt t="44204" x="2520950" y="3371850"/>
          <p14:tracePt t="44221" x="2501900" y="3397250"/>
          <p14:tracePt t="44238" x="2495550" y="3409950"/>
          <p14:tracePt t="44254" x="2470150" y="3460750"/>
          <p14:tracePt t="44270" x="2463800" y="3486150"/>
          <p14:tracePt t="44287" x="2444750" y="3536950"/>
          <p14:tracePt t="44304" x="2432050" y="3562350"/>
          <p14:tracePt t="44321" x="2425700" y="3575050"/>
          <p14:tracePt t="44337" x="2419350" y="3581400"/>
          <p14:tracePt t="44354" x="2419350" y="3587750"/>
          <p14:tracePt t="44400" x="2419350" y="3581400"/>
          <p14:tracePt t="44449" x="2419350" y="3575050"/>
          <p14:tracePt t="44463" x="2425700" y="3568700"/>
          <p14:tracePt t="44472" x="2425700" y="3562350"/>
          <p14:tracePt t="44490" x="2432050" y="3562350"/>
          <p14:tracePt t="44503" x="2432050" y="3556000"/>
          <p14:tracePt t="44520" x="2438400" y="3549650"/>
          <p14:tracePt t="44536" x="2444750" y="3549650"/>
          <p14:tracePt t="44554" x="2451100" y="3536950"/>
          <p14:tracePt t="44569" x="2451100" y="3530600"/>
          <p14:tracePt t="44586" x="2463800" y="3524250"/>
          <p14:tracePt t="44603" x="2476500" y="3505200"/>
          <p14:tracePt t="44619" x="2482850" y="3492500"/>
          <p14:tracePt t="44636" x="2495550" y="3473450"/>
          <p14:tracePt t="44653" x="2508250" y="3460750"/>
          <p14:tracePt t="44669" x="2508250" y="3454400"/>
          <p14:tracePt t="44687" x="2514600" y="3454400"/>
          <p14:tracePt t="44729" x="2514600" y="3448050"/>
          <p14:tracePt t="44750" x="2508250" y="3441700"/>
          <p14:tracePt t="44771" x="2495550" y="3441700"/>
          <p14:tracePt t="44778" x="2489200" y="3441700"/>
          <p14:tracePt t="44791" x="2482850" y="3435350"/>
          <p14:tracePt t="44812" x="2470150" y="3429000"/>
          <p14:tracePt t="44834" x="2457450" y="3422650"/>
          <p14:tracePt t="44841" x="2444750" y="3422650"/>
          <p14:tracePt t="44852" x="2432050" y="3422650"/>
          <p14:tracePt t="44869" x="2419350" y="3416300"/>
          <p14:tracePt t="44885" x="2393950" y="3409950"/>
          <p14:tracePt t="44902" x="2387600" y="3409950"/>
          <p14:tracePt t="44905" x="2374900" y="3409950"/>
          <p14:tracePt t="44921" x="2368550" y="3409950"/>
          <p14:tracePt t="44988" x="2368550" y="3403600"/>
          <p14:tracePt t="45003" x="2374900" y="3403600"/>
          <p14:tracePt t="45009" x="2381250" y="3403600"/>
          <p14:tracePt t="45031" x="2393950" y="3403600"/>
          <p14:tracePt t="45044" x="2406650" y="3397250"/>
          <p14:tracePt t="45054" x="2419350" y="3397250"/>
          <p14:tracePt t="45067" x="2432050" y="3397250"/>
          <p14:tracePt t="45084" x="2451100" y="3397250"/>
          <p14:tracePt t="45101" x="2514600" y="3390900"/>
          <p14:tracePt t="45118" x="2527300" y="3390900"/>
          <p14:tracePt t="45134" x="2546350" y="3390900"/>
          <p14:tracePt t="45151" x="2565400" y="3390900"/>
          <p14:tracePt t="45167" x="2571750" y="3390900"/>
          <p14:tracePt t="45522" x="2571750" y="3397250"/>
          <p14:tracePt t="45542" x="2571750" y="3403600"/>
          <p14:tracePt t="45725" x="2578100" y="3403600"/>
          <p14:tracePt t="45733" x="2578100" y="3409950"/>
          <p14:tracePt t="45753" x="2584450" y="3409950"/>
          <p14:tracePt t="45774" x="2597150" y="3409950"/>
          <p14:tracePt t="45780" x="2603500" y="3409950"/>
          <p14:tracePt t="45795" x="2603500" y="3416300"/>
          <p14:tracePt t="45817" x="2609850" y="3416300"/>
          <p14:tracePt t="45822" x="2616200" y="3416300"/>
          <p14:tracePt t="45836" x="2628900" y="3416300"/>
          <p14:tracePt t="45849" x="2641600" y="3422650"/>
          <p14:tracePt t="45865" x="2667000" y="3429000"/>
          <p14:tracePt t="45882" x="2679700" y="3429000"/>
          <p14:tracePt t="45898" x="2711450" y="3435350"/>
          <p14:tracePt t="45915" x="2755900" y="3435350"/>
          <p14:tracePt t="45931" x="2768600" y="3435350"/>
          <p14:tracePt t="45935" x="2787650" y="3435350"/>
          <p14:tracePt t="45948" x="2806700" y="3435350"/>
          <p14:tracePt t="45965" x="2832100" y="3429000"/>
          <p14:tracePt t="45981" x="2838450" y="3422650"/>
          <p14:tracePt t="45998" x="2851150" y="3422650"/>
          <p14:tracePt t="46166" x="2857500" y="3422650"/>
          <p14:tracePt t="46195" x="2863850" y="3422650"/>
          <p14:tracePt t="46222" x="2876550" y="3422650"/>
          <p14:tracePt t="46244" x="2882900" y="3422650"/>
          <p14:tracePt t="46272" x="2889250" y="3422650"/>
          <p14:tracePt t="46342" x="2889250" y="3429000"/>
          <p14:tracePt t="46390" x="2889250" y="3435350"/>
          <p14:tracePt t="46419" x="2882900" y="3435350"/>
          <p14:tracePt t="46426" x="2882900" y="3441700"/>
          <p14:tracePt t="46433" x="2876550" y="3448050"/>
          <p14:tracePt t="46449" x="2870200" y="3448050"/>
          <p14:tracePt t="46463" x="2870200" y="3454400"/>
          <p14:tracePt t="46480" x="2857500" y="3467100"/>
          <p14:tracePt t="46496" x="2844800" y="3492500"/>
          <p14:tracePt t="46513" x="2832100" y="3498850"/>
          <p14:tracePt t="46529" x="2819400" y="3536950"/>
          <p14:tracePt t="46546" x="2806700" y="3549650"/>
          <p14:tracePt t="46563" x="2800350" y="3562350"/>
          <p14:tracePt t="46580" x="2800350" y="3575050"/>
          <p14:tracePt t="46596" x="2800350" y="3587750"/>
          <p14:tracePt t="46612" x="2800350" y="3594100"/>
          <p14:tracePt t="46629" x="2794000" y="3594100"/>
          <p14:tracePt t="46645" x="2794000" y="3600450"/>
          <p14:tracePt t="46677" x="2787650" y="3600450"/>
          <p14:tracePt t="46685" x="2781300" y="3600450"/>
          <p14:tracePt t="46699" x="2774950" y="3600450"/>
          <p14:tracePt t="46712" x="2768600" y="3600450"/>
          <p14:tracePt t="46729" x="2762250" y="3600450"/>
          <p14:tracePt t="46746" x="2755900" y="3600450"/>
          <p14:tracePt t="46762" x="2724150" y="3600450"/>
          <p14:tracePt t="46778" x="2692400" y="3613150"/>
          <p14:tracePt t="46795" x="2679700" y="3613150"/>
          <p14:tracePt t="46812" x="2641600" y="3619500"/>
          <p14:tracePt t="46828" x="2616200" y="3625850"/>
          <p14:tracePt t="46847" x="2603500" y="3632200"/>
          <p14:tracePt t="46862" x="2597150" y="3638550"/>
          <p14:tracePt t="46878" x="2590800" y="3638550"/>
          <p14:tracePt t="46895" x="2584450" y="3638550"/>
          <p14:tracePt t="46987" x="2590800" y="3638550"/>
          <p14:tracePt t="46993" x="2597150" y="3638550"/>
          <p14:tracePt t="47015" x="2603500" y="3638550"/>
          <p14:tracePt t="47029" x="2609850" y="3638550"/>
          <p14:tracePt t="47036" x="2622550" y="3638550"/>
          <p14:tracePt t="47050" x="2641600" y="3638550"/>
          <p14:tracePt t="47061" x="2660650" y="3638550"/>
          <p14:tracePt t="47078" x="2730500" y="3644900"/>
          <p14:tracePt t="47094" x="2768600" y="3644900"/>
          <p14:tracePt t="47111" x="2870200" y="3644900"/>
          <p14:tracePt t="47127" x="2965450" y="3638550"/>
          <p14:tracePt t="47144" x="3003550" y="3638550"/>
          <p14:tracePt t="47162" x="3086100" y="3625850"/>
          <p14:tracePt t="47177" x="3136900" y="3619500"/>
          <p14:tracePt t="47193" x="3155950" y="3606800"/>
          <p14:tracePt t="47211" x="3181350" y="3600450"/>
          <p14:tracePt t="47227" x="3194050" y="3600450"/>
          <p14:tracePt t="47295" x="3194050" y="3594100"/>
          <p14:tracePt t="47330" x="3194050" y="3587750"/>
          <p14:tracePt t="47576" x="3187700" y="3587750"/>
          <p14:tracePt t="47590" x="3181350" y="3587750"/>
          <p14:tracePt t="47597" x="3175000" y="3587750"/>
          <p14:tracePt t="47612" x="3168650" y="3587750"/>
          <p14:tracePt t="47626" x="3143250" y="3587750"/>
          <p14:tracePt t="47642" x="3124200" y="3587750"/>
          <p14:tracePt t="47659" x="3060700" y="3575050"/>
          <p14:tracePt t="47676" x="3009900" y="3575050"/>
          <p14:tracePt t="47692" x="2895600" y="3568700"/>
          <p14:tracePt t="47709" x="2762250" y="3543300"/>
          <p14:tracePt t="47725" x="2698750" y="3543300"/>
          <p14:tracePt t="47742" x="2603500" y="3524250"/>
          <p14:tracePt t="47758" x="2552700" y="3517900"/>
          <p14:tracePt t="47775" x="2540000" y="3517900"/>
          <p14:tracePt t="47792" x="2520950" y="3517900"/>
          <p14:tracePt t="47808" x="2514600" y="3517900"/>
          <p14:tracePt t="47891" x="2520950" y="3524250"/>
          <p14:tracePt t="47897" x="2533650" y="3524250"/>
          <p14:tracePt t="47908" x="2540000" y="3524250"/>
          <p14:tracePt t="47927" x="2559050" y="3524250"/>
          <p14:tracePt t="47942" x="2571750" y="3524250"/>
          <p14:tracePt t="47958" x="2584450" y="3530600"/>
          <p14:tracePt t="47961" x="2597150" y="3530600"/>
          <p14:tracePt t="47975" x="2635250" y="3530600"/>
          <p14:tracePt t="47992" x="2654300" y="3530600"/>
          <p14:tracePt t="48009" x="2673350" y="3530600"/>
          <p14:tracePt t="48025" x="2749550" y="3511550"/>
          <p14:tracePt t="48041" x="2768600" y="3498850"/>
          <p14:tracePt t="48059" x="2819400" y="3467100"/>
          <p14:tracePt t="48074" x="2857500" y="3435350"/>
          <p14:tracePt t="48091" x="2908300" y="3359150"/>
          <p14:tracePt t="48107" x="2946400" y="3302000"/>
          <p14:tracePt t="48124" x="2984500" y="3175000"/>
          <p14:tracePt t="48140" x="3003550" y="3009900"/>
          <p14:tracePt t="48158" x="2984500" y="2781300"/>
          <p14:tracePt t="48174" x="2965450" y="2654300"/>
          <p14:tracePt t="48190" x="2889250" y="2374900"/>
          <p14:tracePt t="48207" x="2825750" y="2127250"/>
          <p14:tracePt t="48224" x="2794000" y="2044700"/>
          <p14:tracePt t="48240" x="2774950" y="1981200"/>
          <p14:tracePt t="48257" x="2730500" y="1898650"/>
          <p14:tracePt t="48273" x="2717800" y="1885950"/>
          <p14:tracePt t="48291" x="2717800" y="1873250"/>
          <p14:tracePt t="48307" x="2711450" y="1866900"/>
          <p14:tracePt t="48323" x="2705100" y="1866900"/>
          <p14:tracePt t="48340" x="2698750" y="1866900"/>
          <p14:tracePt t="48356" x="2692400" y="1860550"/>
          <p14:tracePt t="48382" x="2686050" y="1860550"/>
          <p14:tracePt t="48431" x="2686050" y="1866900"/>
          <p14:tracePt t="48438" x="2679700" y="1873250"/>
          <p14:tracePt t="48452" x="2673350" y="1873250"/>
          <p14:tracePt t="48459" x="2673350" y="1879600"/>
          <p14:tracePt t="48473" x="2667000" y="1885950"/>
          <p14:tracePt t="48489" x="2647950" y="1885950"/>
          <p14:tracePt t="48506" x="2641600" y="1892300"/>
          <p14:tracePt t="48523" x="2628900" y="1898650"/>
          <p14:tracePt t="48539" x="2603500" y="1905000"/>
          <p14:tracePt t="48557" x="2578100" y="1905000"/>
          <p14:tracePt t="48572" x="2559050" y="1911350"/>
          <p14:tracePt t="48589" x="2533650" y="1911350"/>
          <p14:tracePt t="48607" x="2489200" y="1911350"/>
          <p14:tracePt t="48622" x="2476500" y="1911350"/>
          <p14:tracePt t="48656" x="2470150" y="1911350"/>
          <p14:tracePt t="48672" x="2463800" y="1911350"/>
          <p14:tracePt t="48692" x="2457450" y="1905000"/>
          <p14:tracePt t="48739" x="2463800" y="1898650"/>
          <p14:tracePt t="48746" x="2470150" y="1898650"/>
          <p14:tracePt t="48768" x="2476500" y="1898650"/>
          <p14:tracePt t="48782" x="2489200" y="1898650"/>
          <p14:tracePt t="48791" x="2520950" y="1898650"/>
          <p14:tracePt t="48805" x="2546350" y="1898650"/>
          <p14:tracePt t="48821" x="2647950" y="1885950"/>
          <p14:tracePt t="48838" x="2832100" y="1866900"/>
          <p14:tracePt t="48855" x="2933700" y="1860550"/>
          <p14:tracePt t="48871" x="3022600" y="1860550"/>
          <p14:tracePt t="48888" x="3289300" y="1835150"/>
          <p14:tracePt t="48905" x="3365500" y="1835150"/>
          <p14:tracePt t="48922" x="3486150" y="1828800"/>
          <p14:tracePt t="48937" x="3524250" y="1828800"/>
          <p14:tracePt t="48955" x="3594100" y="1828800"/>
          <p14:tracePt t="48958" x="3613150" y="1828800"/>
          <p14:tracePt t="48973" x="3625850" y="1828800"/>
          <p14:tracePt t="48987" x="3632200" y="1828800"/>
          <p14:tracePt t="49004" x="3638550" y="1828800"/>
          <p14:tracePt t="49069" x="3638550" y="1835150"/>
          <p14:tracePt t="49167" x="3632200" y="1835150"/>
          <p14:tracePt t="49230" x="3625850" y="1835150"/>
          <p14:tracePt t="49258" x="3619500" y="1835150"/>
          <p14:tracePt t="49308" x="3613150" y="1841500"/>
          <p14:tracePt t="49321" x="3606800" y="1847850"/>
          <p14:tracePt t="49343" x="3606800" y="1854200"/>
          <p14:tracePt t="49349" x="3600450" y="1860550"/>
          <p14:tracePt t="49363" x="3594100" y="1873250"/>
          <p14:tracePt t="49372" x="3587750" y="1892300"/>
          <p14:tracePt t="49386" x="3575050" y="1924050"/>
          <p14:tracePt t="49403" x="3543300" y="2000250"/>
          <p14:tracePt t="49420" x="3517900" y="2108200"/>
          <p14:tracePt t="49436" x="3498850" y="2159000"/>
          <p14:tracePt t="49453" x="3473450" y="2266950"/>
          <p14:tracePt t="49469" x="3460750" y="2413000"/>
          <p14:tracePt t="49486" x="3460750" y="2489200"/>
          <p14:tracePt t="49503" x="3467100" y="2667000"/>
          <p14:tracePt t="49519" x="3486150" y="2882900"/>
          <p14:tracePt t="49535" x="3505200" y="2997200"/>
          <p14:tracePt t="49553" x="3549650" y="3206750"/>
          <p14:tracePt t="49569" x="3581400" y="3295650"/>
          <p14:tracePt t="49585" x="3632200" y="3454400"/>
          <p14:tracePt t="49602" x="3651250" y="3530600"/>
          <p14:tracePt t="49619" x="3670300" y="3549650"/>
          <p14:tracePt t="49635" x="3683000" y="3568700"/>
          <p14:tracePt t="49652" x="3683000" y="3575050"/>
          <p14:tracePt t="49668" x="3683000" y="3581400"/>
          <p14:tracePt t="49702" x="3689350" y="3581400"/>
          <p14:tracePt t="49749" x="3695700" y="3575050"/>
          <p14:tracePt t="49763" x="3695700" y="3568700"/>
          <p14:tracePt t="49771" x="3702050" y="3562350"/>
          <p14:tracePt t="49785" x="3708400" y="3549650"/>
          <p14:tracePt t="49801" x="3714750" y="3543300"/>
          <p14:tracePt t="52074" x="3683000" y="3581400"/>
          <p14:tracePt t="52081" x="3619500" y="3663950"/>
          <p14:tracePt t="52096" x="3556000" y="3733800"/>
          <p14:tracePt t="52110" x="3505200" y="3803650"/>
          <p14:tracePt t="52127" x="3378200" y="3949700"/>
          <p14:tracePt t="52144" x="3251200" y="4127500"/>
          <p14:tracePt t="52160" x="3181350" y="4197350"/>
          <p14:tracePt t="52176" x="3079750" y="4337050"/>
          <p14:tracePt t="52194" x="2990850" y="4451350"/>
          <p14:tracePt t="52210" x="2959100" y="4495800"/>
          <p14:tracePt t="52226" x="2914650" y="4565650"/>
          <p14:tracePt t="52243" x="2882900" y="4622800"/>
          <p14:tracePt t="52260" x="2870200" y="4667250"/>
          <p14:tracePt t="52276" x="2844800" y="4699000"/>
          <p14:tracePt t="52293" x="2774950" y="4819650"/>
          <p14:tracePt t="52309" x="2749550" y="4864100"/>
          <p14:tracePt t="52327" x="2705100" y="4921250"/>
          <p14:tracePt t="52342" x="2692400" y="4933950"/>
          <p14:tracePt t="52359" x="2673350" y="4959350"/>
          <p14:tracePt t="52376" x="2667000" y="4972050"/>
          <p14:tracePt t="52392" x="2660650" y="4978400"/>
          <p14:tracePt t="52409" x="2654300" y="4984750"/>
          <p14:tracePt t="52426" x="2641600" y="4991100"/>
          <p14:tracePt t="52459" x="2609850" y="4997450"/>
          <p14:tracePt t="52475" x="2584450" y="4997450"/>
          <p14:tracePt t="52492" x="2565400" y="4997450"/>
          <p14:tracePt t="52509" x="2540000" y="4997450"/>
          <p14:tracePt t="52525" x="2514600" y="4991100"/>
          <p14:tracePt t="52541" x="2501900" y="4984750"/>
          <p14:tracePt t="52559" x="2451100" y="4972050"/>
          <p14:tracePt t="52575" x="2368550" y="4940300"/>
          <p14:tracePt t="52592" x="2260600" y="4889500"/>
          <p14:tracePt t="52608" x="2203450" y="4864100"/>
          <p14:tracePt t="52625" x="2101850" y="4819650"/>
          <p14:tracePt t="52642" x="2025650" y="4768850"/>
          <p14:tracePt t="52658" x="2006600" y="4743450"/>
          <p14:tracePt t="52675" x="1981200" y="4730750"/>
          <p14:tracePt t="52692" x="1949450" y="4699000"/>
          <p14:tracePt t="52708" x="1943100" y="4686300"/>
          <p14:tracePt t="52725" x="1936750" y="4673600"/>
          <p14:tracePt t="52741" x="1930400" y="4667250"/>
          <p14:tracePt t="52758" x="1924050" y="4654550"/>
          <p14:tracePt t="52803" x="1924050" y="4648200"/>
          <p14:tracePt t="53035" x="1917700" y="4648200"/>
          <p14:tracePt t="53104" x="1911350" y="4648200"/>
          <p14:tracePt t="53154" x="1905000" y="4648200"/>
          <p14:tracePt t="53261" x="1911350" y="4648200"/>
          <p14:tracePt t="53277" x="1917700" y="4648200"/>
          <p14:tracePt t="53284" x="1924050" y="4648200"/>
          <p14:tracePt t="53292" x="1930400" y="4648200"/>
          <p14:tracePt t="53306" x="1936750" y="4648200"/>
          <p14:tracePt t="53323" x="1955800" y="4648200"/>
          <p14:tracePt t="53340" x="2000250" y="4648200"/>
          <p14:tracePt t="53355" x="2038350" y="4648200"/>
          <p14:tracePt t="53372" x="2076450" y="4648200"/>
          <p14:tracePt t="53389" x="2254250" y="4648200"/>
          <p14:tracePt t="53406" x="2330450" y="4648200"/>
          <p14:tracePt t="53422" x="2400300" y="4654550"/>
          <p14:tracePt t="53439" x="2552700" y="4660900"/>
          <p14:tracePt t="53456" x="2692400" y="4660900"/>
          <p14:tracePt t="53473" x="2794000" y="4660900"/>
          <p14:tracePt t="53489" x="2851150" y="4673600"/>
          <p14:tracePt t="53505" x="2927350" y="4673600"/>
          <p14:tracePt t="53522" x="2959100" y="4673600"/>
          <p14:tracePt t="53538" x="2971800" y="4673600"/>
          <p14:tracePt t="53556" x="2984500" y="4673600"/>
          <p14:tracePt t="53572" x="2990850" y="4673600"/>
          <p14:tracePt t="53635" x="2997200" y="4679950"/>
          <p14:tracePt t="53691" x="3003550" y="4679950"/>
          <p14:tracePt t="53726" x="3009900" y="4679950"/>
          <p14:tracePt t="53732" x="3016250" y="4679950"/>
          <p14:tracePt t="53741" x="3022600" y="4679950"/>
          <p14:tracePt t="53756" x="3028950" y="4679950"/>
          <p14:tracePt t="53771" x="3028950" y="4673600"/>
          <p14:tracePt t="53788" x="3041650" y="4673600"/>
          <p14:tracePt t="53804" x="3060700" y="4673600"/>
          <p14:tracePt t="53821" x="3079750" y="4667250"/>
          <p14:tracePt t="53838" x="3130550" y="4660900"/>
          <p14:tracePt t="53855" x="3200400" y="4654550"/>
          <p14:tracePt t="53871" x="3244850" y="4641850"/>
          <p14:tracePt t="53887" x="3327400" y="4616450"/>
          <p14:tracePt t="53904" x="3422650" y="4591050"/>
          <p14:tracePt t="53921" x="3467100" y="4584700"/>
          <p14:tracePt t="53937" x="3530600" y="4559300"/>
          <p14:tracePt t="53954" x="3594100" y="4546600"/>
          <p14:tracePt t="53971" x="3638550" y="4533900"/>
          <p14:tracePt t="53987" x="3651250" y="4527550"/>
          <p14:tracePt t="54004" x="3663950" y="4527550"/>
          <p14:tracePt t="54020" x="3695700" y="4527550"/>
          <p14:tracePt t="54174" x="3689350" y="4527550"/>
          <p14:tracePt t="54195" x="3683000" y="4527550"/>
          <p14:tracePt t="54223" x="3676650" y="4533900"/>
          <p14:tracePt t="54667" x="3663950" y="4533900"/>
          <p14:tracePt t="54673" x="3638550" y="4533900"/>
          <p14:tracePt t="54684" x="3606800" y="4540250"/>
          <p14:tracePt t="54703" x="3549650" y="4540250"/>
          <p14:tracePt t="54718" x="3530600" y="4540250"/>
          <p14:tracePt t="54734" x="3511550" y="4540250"/>
          <p14:tracePt t="54751" x="3454400" y="4546600"/>
          <p14:tracePt t="54767" x="3435350" y="4552950"/>
          <p14:tracePt t="54784" x="3416300" y="4572000"/>
          <p14:tracePt t="54801" x="3378200" y="4578350"/>
          <p14:tracePt t="54817" x="3359150" y="4591050"/>
          <p14:tracePt t="54835" x="3340100" y="4597400"/>
          <p14:tracePt t="54867" x="3327400" y="4597400"/>
          <p14:tracePt t="54885" x="3327400" y="4603750"/>
          <p14:tracePt t="54917" x="3321050" y="4610100"/>
          <p14:tracePt t="54961" x="3321050" y="4616450"/>
          <p14:tracePt t="54983" x="3327400" y="4616450"/>
          <p14:tracePt t="54996" x="3333750" y="4616450"/>
          <p14:tracePt t="55019" x="3340100" y="4616450"/>
          <p14:tracePt t="55025" x="3346450" y="4610100"/>
          <p14:tracePt t="55053" x="3352800" y="4603750"/>
          <p14:tracePt t="55068" x="3359150" y="4603750"/>
          <p14:tracePt t="55087" x="3365500" y="4603750"/>
          <p14:tracePt t="55095" x="3371850" y="4603750"/>
          <p14:tracePt t="55103" x="3378200" y="4603750"/>
          <p14:tracePt t="55117" x="3384550" y="4597400"/>
          <p14:tracePt t="55133" x="3390900" y="4597400"/>
          <p14:tracePt t="55151" x="3429000" y="4584700"/>
          <p14:tracePt t="55166" x="3454400" y="4572000"/>
          <p14:tracePt t="55183" x="3473450" y="4559300"/>
          <p14:tracePt t="55200" x="3498850" y="4552950"/>
          <p14:tracePt t="55216" x="3517900" y="4546600"/>
          <p14:tracePt t="55233" x="3524250" y="4546600"/>
          <p14:tracePt t="55249" x="3530600" y="4546600"/>
          <p14:tracePt t="55284" x="3530600" y="4552950"/>
          <p14:tracePt t="55305" x="3530600" y="4559300"/>
          <p14:tracePt t="55326" x="3530600" y="4565650"/>
          <p14:tracePt t="55354" x="3517900" y="4565650"/>
          <p14:tracePt t="55368" x="3511550" y="4572000"/>
          <p14:tracePt t="55383" x="3505200" y="4572000"/>
          <p14:tracePt t="55403" x="3498850" y="4578350"/>
          <p14:tracePt t="55438" x="3492500" y="4578350"/>
          <p14:tracePt t="55445" x="3486150" y="4584700"/>
          <p14:tracePt t="55452" x="3479800" y="4584700"/>
          <p14:tracePt t="55473" x="3473450" y="4591050"/>
          <p14:tracePt t="55487" x="3467100" y="4591050"/>
          <p14:tracePt t="55523" x="3460750" y="4591050"/>
          <p14:tracePt t="55544" x="3454400" y="4597400"/>
          <p14:tracePt t="55586" x="3448050" y="4597400"/>
          <p14:tracePt t="55684" x="3448050" y="4591050"/>
          <p14:tracePt t="55699" x="3448050" y="4584700"/>
          <p14:tracePt t="55726" x="3454400" y="4578350"/>
          <p14:tracePt t="55754" x="3454400" y="4572000"/>
          <p14:tracePt t="55817" x="3454400" y="4565650"/>
          <p14:tracePt t="55838" x="3448050" y="4565650"/>
          <p14:tracePt t="55845" x="3441700" y="4565650"/>
          <p14:tracePt t="55866" x="3435350" y="4565650"/>
          <p14:tracePt t="55894" x="3429000" y="4565650"/>
          <p14:tracePt t="55915" x="3429000" y="4572000"/>
          <p14:tracePt t="55936" x="3422650" y="4572000"/>
          <p14:tracePt t="55943" x="3422650" y="4578350"/>
          <p14:tracePt t="55965" x="3416300" y="4578350"/>
          <p14:tracePt t="55985" x="3409950" y="4591050"/>
          <p14:tracePt t="56048" x="3409950" y="4597400"/>
          <p14:tracePt t="56287" x="3403600" y="4603750"/>
          <p14:tracePt t="56308" x="3397250" y="4603750"/>
          <p14:tracePt t="56314" x="3390900" y="4603750"/>
          <p14:tracePt t="56331" x="3384550" y="4603750"/>
          <p14:tracePt t="56345" x="3378200" y="4610100"/>
          <p14:tracePt t="56362" x="3340100" y="4616450"/>
          <p14:tracePt t="56379" x="3257550" y="4635500"/>
          <p14:tracePt t="56395" x="3206750" y="4648200"/>
          <p14:tracePt t="56412" x="3073400" y="4679950"/>
          <p14:tracePt t="56428" x="2940050" y="4705350"/>
          <p14:tracePt t="56445" x="2889250" y="4718050"/>
          <p14:tracePt t="56462" x="2787650" y="4743450"/>
          <p14:tracePt t="56478" x="2749550" y="4749800"/>
          <p14:tracePt t="56495" x="2730500" y="4756150"/>
          <p14:tracePt t="56512" x="2711450" y="4756150"/>
          <p14:tracePt t="56528" x="2705100" y="4756150"/>
          <p14:tracePt t="56559" x="2698750" y="4756150"/>
          <p14:tracePt t="56609" x="2698750" y="4749800"/>
          <p14:tracePt t="56749" x="2705100" y="4749800"/>
          <p14:tracePt t="56805" x="2711450" y="4749800"/>
          <p14:tracePt t="57086" x="2711450" y="4743450"/>
          <p14:tracePt t="57128" x="2711450" y="4737100"/>
          <p14:tracePt t="57170" x="2717800" y="4737100"/>
          <p14:tracePt t="57240" x="2717800" y="4730750"/>
          <p14:tracePt t="57274" x="2724150" y="4730750"/>
          <p14:tracePt t="57317" x="2730500" y="4730750"/>
          <p14:tracePt t="57338" x="2736850" y="4724400"/>
          <p14:tracePt t="57360" x="2743200" y="4718050"/>
          <p14:tracePt t="57366" x="2743200" y="4711700"/>
          <p14:tracePt t="57381" x="2749550" y="4711700"/>
          <p14:tracePt t="57392" x="2755900" y="4711700"/>
          <p14:tracePt t="57409" x="2781300" y="4692650"/>
          <p14:tracePt t="57425" x="2794000" y="4673600"/>
          <p14:tracePt t="57442" x="2857500" y="4629150"/>
          <p14:tracePt t="57459" x="2921000" y="4572000"/>
          <p14:tracePt t="57475" x="2965450" y="4552950"/>
          <p14:tracePt t="57492" x="3048000" y="4470400"/>
          <p14:tracePt t="57508" x="3117850" y="4400550"/>
          <p14:tracePt t="57525" x="3162300" y="4356100"/>
          <p14:tracePt t="57542" x="3251200" y="4241800"/>
          <p14:tracePt t="57558" x="3352800" y="4076700"/>
          <p14:tracePt t="57575" x="3416300" y="3981450"/>
          <p14:tracePt t="57591" x="3517900" y="3784600"/>
          <p14:tracePt t="57607" x="3562350" y="3689350"/>
          <p14:tracePt t="57624" x="3625850" y="3505200"/>
          <p14:tracePt t="57641" x="3663950" y="3346450"/>
          <p14:tracePt t="57658" x="3683000" y="3276600"/>
          <p14:tracePt t="57676" x="3721100" y="3155950"/>
          <p14:tracePt t="57691" x="3765550" y="3073400"/>
          <p14:tracePt t="57707" x="3771900" y="3041650"/>
          <p14:tracePt t="57724" x="3797300" y="2997200"/>
          <p14:tracePt t="57740" x="3829050" y="2971800"/>
          <p14:tracePt t="57758" x="3829050" y="2965450"/>
          <p14:tracePt t="57774" x="3860800" y="2940050"/>
          <p14:tracePt t="57790" x="3892550" y="2927350"/>
          <p14:tracePt t="57808" x="3905250" y="2921000"/>
          <p14:tracePt t="57823" x="3930650" y="2908300"/>
          <p14:tracePt t="57840" x="3962400" y="2895600"/>
          <p14:tracePt t="57858" x="3994150" y="2882900"/>
          <p14:tracePt t="57874" x="4006850" y="2876550"/>
          <p14:tracePt t="57890" x="4025900" y="2863850"/>
          <p14:tracePt t="57907" x="4070350" y="2851150"/>
          <p14:tracePt t="57923" x="4083050" y="2851150"/>
          <p14:tracePt t="57940" x="4095750" y="2851150"/>
          <p14:tracePt t="57956" x="4102100" y="2851150"/>
          <p14:tracePt t="57973" x="4114800" y="2851150"/>
          <p14:tracePt t="58007" x="4121150" y="2851150"/>
          <p14:tracePt t="58047" x="4121150" y="2857500"/>
          <p14:tracePt t="58117" x="4127500" y="2857500"/>
          <p14:tracePt t="58152" x="4133850" y="2857500"/>
          <p14:tracePt t="58179" x="4140200" y="2857500"/>
          <p14:tracePt t="58187" x="4146550" y="2857500"/>
          <p14:tracePt t="58201" x="4152900" y="2857500"/>
          <p14:tracePt t="58224" x="4159250" y="2851150"/>
          <p14:tracePt t="58229" x="4165600" y="2851150"/>
          <p14:tracePt t="58250" x="4171950" y="2851150"/>
          <p14:tracePt t="58271" x="4178300" y="2844800"/>
          <p14:tracePt t="58278" x="4184650" y="2838450"/>
          <p14:tracePt t="58292" x="4197350" y="2838450"/>
          <p14:tracePt t="58306" x="4203700" y="2825750"/>
          <p14:tracePt t="58322" x="4229100" y="2813050"/>
          <p14:tracePt t="58339" x="4235450" y="2806700"/>
          <p14:tracePt t="58356" x="4254500" y="2794000"/>
          <p14:tracePt t="58372" x="4260850" y="2787650"/>
          <p14:tracePt t="58454" x="4260850" y="2794000"/>
          <p14:tracePt t="58460" x="4254500" y="2794000"/>
          <p14:tracePt t="58471" x="4248150" y="2800350"/>
          <p14:tracePt t="58489" x="4222750" y="2813050"/>
          <p14:tracePt t="58505" x="4191000" y="2819400"/>
          <p14:tracePt t="58522" x="4152900" y="2838450"/>
          <p14:tracePt t="58539" x="4013200" y="2882900"/>
          <p14:tracePt t="58554" x="3968750" y="2895600"/>
          <p14:tracePt t="58571" x="3924300" y="2908300"/>
          <p14:tracePt t="58574" x="3898900" y="2921000"/>
          <p14:tracePt t="58588" x="3867150" y="2927350"/>
          <p14:tracePt t="58605" x="3822700" y="2952750"/>
          <p14:tracePt t="58622" x="3790950" y="2965450"/>
          <p14:tracePt t="58638" x="3778250" y="2971800"/>
          <p14:tracePt t="58654" x="3765550" y="2978150"/>
          <p14:tracePt t="58671" x="3746500" y="2984500"/>
          <p14:tracePt t="58687" x="3746500" y="2990850"/>
          <p14:tracePt t="58704" x="3740150" y="2997200"/>
          <p14:tracePt t="58737" x="3733800" y="2997200"/>
          <p14:tracePt t="58754" x="3727450" y="2997200"/>
          <p14:tracePt t="61027" x="3721100" y="3035300"/>
          <p14:tracePt t="61034" x="3702050" y="3111500"/>
          <p14:tracePt t="61049" x="3670300" y="3194050"/>
          <p14:tracePt t="61063" x="3594100" y="3390900"/>
          <p14:tracePt t="61079" x="3568700" y="3492500"/>
          <p14:tracePt t="61096" x="3524250" y="3600450"/>
          <p14:tracePt t="61112" x="3441700" y="3771900"/>
          <p14:tracePt t="61129" x="3365500" y="3898900"/>
          <p14:tracePt t="61146" x="3295650" y="4025900"/>
          <p14:tracePt t="61163" x="3276600" y="4083050"/>
          <p14:tracePt t="61178" x="3244850" y="4165600"/>
          <p14:tracePt t="61196" x="3219450" y="4229100"/>
          <p14:tracePt t="61212" x="3206750" y="4248150"/>
          <p14:tracePt t="61229" x="3194050" y="4292600"/>
          <p14:tracePt t="61246" x="3181350" y="4324350"/>
          <p14:tracePt t="61262" x="3175000" y="4337050"/>
          <p14:tracePt t="61279" x="3162300" y="4356100"/>
          <p14:tracePt t="61295" x="3162300" y="4368800"/>
          <p14:tracePt t="61405" x="3162300" y="4362450"/>
          <p14:tracePt t="61434" x="3162300" y="4356100"/>
          <p14:tracePt t="61455" x="3162300" y="4349750"/>
          <p14:tracePt t="61462" x="3162300" y="4343400"/>
          <p14:tracePt t="61476" x="3168650" y="4343400"/>
          <p14:tracePt t="61483" x="3168650" y="4337050"/>
          <p14:tracePt t="61498" x="3168650" y="4330700"/>
          <p14:tracePt t="61511" x="3175000" y="4318000"/>
          <p14:tracePt t="61527" x="3181350" y="4286250"/>
          <p14:tracePt t="61544" x="3187700" y="4254500"/>
          <p14:tracePt t="61561" x="3200400" y="4178300"/>
          <p14:tracePt t="61577" x="3206750" y="4070350"/>
          <p14:tracePt t="61595" x="3206750" y="3981450"/>
          <p14:tracePt t="61610" x="3213100" y="3937000"/>
          <p14:tracePt t="61627" x="3213100" y="3898900"/>
          <p14:tracePt t="61645" x="3213100" y="3873500"/>
          <p14:tracePt t="61661" x="3213100" y="3867150"/>
          <p14:tracePt t="61855" x="3219450" y="3867150"/>
          <p14:tracePt t="61897" x="3225800" y="3867150"/>
          <p14:tracePt t="61925" x="3225800" y="3860800"/>
          <p14:tracePt t="61946" x="3238500" y="3854450"/>
          <p14:tracePt t="61967" x="3244850" y="3848100"/>
          <p14:tracePt t="61995" x="3257550" y="3835400"/>
          <p14:tracePt t="62009" x="3263900" y="3822700"/>
          <p14:tracePt t="62016" x="3276600" y="3803650"/>
          <p14:tracePt t="62030" x="3295650" y="3784600"/>
          <p14:tracePt t="62042" x="3314700" y="3752850"/>
          <p14:tracePt t="62059" x="3371850" y="3683000"/>
          <p14:tracePt t="62076" x="3422650" y="3625850"/>
          <p14:tracePt t="62093" x="3511550" y="3486150"/>
          <p14:tracePt t="62109" x="3632200" y="3308350"/>
          <p14:tracePt t="62113" x="3676650" y="3206750"/>
          <p14:tracePt t="62142" x="3790950" y="2927350"/>
          <p14:tracePt t="62159" x="3892550" y="2584450"/>
          <p14:tracePt t="62175" x="3930650" y="2406650"/>
          <p14:tracePt t="62192" x="3943350" y="2108200"/>
          <p14:tracePt t="62209" x="3930650" y="1879600"/>
          <p14:tracePt t="62226" x="3886200" y="1682750"/>
          <p14:tracePt t="62241" x="3867150" y="1619250"/>
          <p14:tracePt t="62258" x="3835400" y="1517650"/>
          <p14:tracePt t="62276" x="3803650" y="1473200"/>
          <p14:tracePt t="62291" x="3790950" y="1454150"/>
          <p14:tracePt t="62309" x="3778250" y="1447800"/>
          <p14:tracePt t="62325" x="3752850" y="1403350"/>
          <p14:tracePt t="62341" x="3733800" y="1390650"/>
          <p14:tracePt t="62358" x="3721100" y="1371600"/>
          <p14:tracePt t="62375" x="3702050" y="1352550"/>
          <p14:tracePt t="62391" x="3689350" y="1333500"/>
          <p14:tracePt t="62408" x="3689350" y="1320800"/>
          <p14:tracePt t="62425" x="3683000" y="1289050"/>
          <p14:tracePt t="62441" x="3670300" y="1238250"/>
          <p14:tracePt t="62458" x="3663950" y="1181100"/>
          <p14:tracePt t="62474" x="3657600" y="1162050"/>
          <p14:tracePt t="62491" x="3644900" y="1130300"/>
          <p14:tracePt t="62508" x="3632200" y="1111250"/>
          <p14:tracePt t="62555" x="3625850" y="1111250"/>
          <p14:tracePt t="62598" x="3625850" y="1117600"/>
          <p14:tracePt t="62626" x="3625850" y="1130300"/>
          <p14:tracePt t="62647" x="3625850" y="1136650"/>
          <p14:tracePt t="62675" x="3625850" y="1143000"/>
          <p14:tracePt t="62696" x="3625850" y="1149350"/>
          <p14:tracePt t="62731" x="3619500" y="1149350"/>
          <p14:tracePt t="62738" x="3619500" y="1155700"/>
          <p14:tracePt t="62745" x="3613150" y="1155700"/>
          <p14:tracePt t="62760" x="3606800" y="1162050"/>
          <p14:tracePt t="62773" x="3600450" y="1174750"/>
          <p14:tracePt t="62790" x="3568700" y="1200150"/>
          <p14:tracePt t="62806" x="3556000" y="1219200"/>
          <p14:tracePt t="62823" x="3511550" y="1244600"/>
          <p14:tracePt t="62840" x="3467100" y="1282700"/>
          <p14:tracePt t="62857" x="3435350" y="1301750"/>
          <p14:tracePt t="62873" x="3429000" y="1314450"/>
          <p14:tracePt t="62889" x="3409950" y="1320800"/>
          <p14:tracePt t="62907" x="3397250" y="1327150"/>
          <p14:tracePt t="62939" x="3390900" y="1327150"/>
          <p14:tracePt t="62956" x="3384550" y="1327150"/>
          <p14:tracePt t="63011" x="3384550" y="1320800"/>
          <p14:tracePt t="63019" x="3378200" y="1320800"/>
          <p14:tracePt t="63026" x="3378200" y="1314450"/>
          <p14:tracePt t="63082" x="3378200" y="1308100"/>
          <p14:tracePt t="63096" x="3378200" y="1301750"/>
          <p14:tracePt t="63117" x="3371850" y="1295400"/>
          <p14:tracePt t="63131" x="3365500" y="1295400"/>
          <p14:tracePt t="63139" x="3365500" y="1289050"/>
          <p14:tracePt t="63155" x="3359150" y="1289050"/>
          <p14:tracePt t="63172" x="3333750" y="1270000"/>
          <p14:tracePt t="63188" x="3302000" y="1250950"/>
          <p14:tracePt t="63205" x="3276600" y="1238250"/>
          <p14:tracePt t="63222" x="3213100" y="1193800"/>
          <p14:tracePt t="63238" x="3149600" y="1162050"/>
          <p14:tracePt t="63255" x="3117850" y="1149350"/>
          <p14:tracePt t="63272" x="3079750" y="1130300"/>
          <p14:tracePt t="63288" x="3041650" y="1111250"/>
          <p14:tracePt t="63305" x="3028950" y="1111250"/>
          <p14:tracePt t="63321" x="3016250" y="1111250"/>
          <p14:tracePt t="63355" x="3003550" y="1111250"/>
          <p14:tracePt t="63371" x="2997200" y="1117600"/>
          <p14:tracePt t="63388" x="2997200" y="1123950"/>
          <p14:tracePt t="63405" x="2990850" y="1136650"/>
          <p14:tracePt t="63421" x="2990850" y="1143000"/>
          <p14:tracePt t="63481" x="2990850" y="1149350"/>
          <p14:tracePt t="63495" x="2990850" y="1155700"/>
          <p14:tracePt t="63517" x="2990850" y="1162050"/>
          <p14:tracePt t="63531" x="2990850" y="1168400"/>
          <p14:tracePt t="63552" x="2997200" y="1174750"/>
          <p14:tracePt t="63559" x="3003550" y="1187450"/>
          <p14:tracePt t="63574" x="3009900" y="1187450"/>
          <p14:tracePt t="63587" x="3022600" y="1212850"/>
          <p14:tracePt t="63604" x="3035300" y="1238250"/>
          <p14:tracePt t="63620" x="3041650" y="1250950"/>
          <p14:tracePt t="63637" x="3060700" y="1270000"/>
          <p14:tracePt t="63653" x="3073400" y="1295400"/>
          <p14:tracePt t="63686" x="3086100" y="1301750"/>
          <p14:tracePt t="63722" x="3079750" y="1301750"/>
          <p14:tracePt t="63741" x="3073400" y="1295400"/>
          <p14:tracePt t="63753" x="3067050" y="1295400"/>
          <p14:tracePt t="63770" x="3054350" y="1276350"/>
          <p14:tracePt t="63787" x="3041650" y="1270000"/>
          <p14:tracePt t="63803" x="3016250" y="1244600"/>
          <p14:tracePt t="63820" x="2990850" y="1225550"/>
          <p14:tracePt t="63836" x="2978150" y="1206500"/>
          <p14:tracePt t="63853" x="2959100" y="1187450"/>
          <p14:tracePt t="63869" x="2946400" y="1174750"/>
          <p14:tracePt t="63886" x="2940050" y="1174750"/>
          <p14:tracePt t="63919" x="2933700" y="1168400"/>
          <p14:tracePt t="63987" x="2933700" y="1174750"/>
          <p14:tracePt t="64050" x="2940050" y="1181100"/>
          <p14:tracePt t="64057" x="2946400" y="1181100"/>
          <p14:tracePt t="64078" x="2959100" y="1187450"/>
          <p14:tracePt t="64099" x="2965450" y="1193800"/>
          <p14:tracePt t="64120" x="2965450" y="1200150"/>
          <p14:tracePt t="64134" x="2971800" y="1200150"/>
          <p14:tracePt t="64141" x="2984500" y="1206500"/>
          <p14:tracePt t="64151" x="2990850" y="1212850"/>
          <p14:tracePt t="64169" x="3022600" y="1225550"/>
          <p14:tracePt t="64185" x="3041650" y="1231900"/>
          <p14:tracePt t="64202" x="3073400" y="1244600"/>
          <p14:tracePt t="64219" x="3175000" y="1276350"/>
          <p14:tracePt t="64235" x="3206750" y="1282700"/>
          <p14:tracePt t="64251" x="3257550" y="1301750"/>
          <p14:tracePt t="64268" x="3352800" y="1320800"/>
          <p14:tracePt t="64285" x="3498850" y="1346200"/>
          <p14:tracePt t="64302" x="3644900" y="1377950"/>
          <p14:tracePt t="64318" x="3721100" y="1390650"/>
          <p14:tracePt t="64335" x="3873500" y="1397000"/>
          <p14:tracePt t="64352" x="3981450" y="1384300"/>
          <p14:tracePt t="64368" x="4051300" y="1377950"/>
          <p14:tracePt t="64384" x="4146550" y="1352550"/>
          <p14:tracePt t="64401" x="4254500" y="1314450"/>
          <p14:tracePt t="64418" x="4305300" y="1308100"/>
          <p14:tracePt t="64435" x="4413250" y="1289050"/>
          <p14:tracePt t="64451" x="4508500" y="1263650"/>
          <p14:tracePt t="64468" x="4552950" y="1263650"/>
          <p14:tracePt t="64485" x="4635500" y="1244600"/>
          <p14:tracePt t="64501" x="4711700" y="1244600"/>
          <p14:tracePt t="64517" x="4743450" y="1238250"/>
          <p14:tracePt t="64534" x="4787900" y="1238250"/>
          <p14:tracePt t="64550" x="4813300" y="1231900"/>
          <p14:tracePt t="64568" x="4845050" y="1225550"/>
          <p14:tracePt t="64584" x="4857750" y="1225550"/>
          <p14:tracePt t="64600" x="4857750" y="1219200"/>
          <p14:tracePt t="64674" x="4851400" y="1219200"/>
          <p14:tracePt t="64681" x="4845050" y="1219200"/>
          <p14:tracePt t="64702" x="4838700" y="1219200"/>
          <p14:tracePt t="64709" x="4826000" y="1219200"/>
          <p14:tracePt t="64723" x="4813300" y="1225550"/>
          <p14:tracePt t="64733" x="4800600" y="1225550"/>
          <p14:tracePt t="64750" x="4781550" y="1231900"/>
          <p14:tracePt t="64767" x="4705350" y="1231900"/>
          <p14:tracePt t="64783" x="4572000" y="1250950"/>
          <p14:tracePt t="64800" x="4394200" y="1257300"/>
          <p14:tracePt t="64816" x="4318000" y="1276350"/>
          <p14:tracePt t="64833" x="4229100" y="1276350"/>
          <p14:tracePt t="64850" x="3981450" y="1308100"/>
          <p14:tracePt t="64866" x="3930650" y="1314450"/>
          <p14:tracePt t="64884" x="3810000" y="1333500"/>
          <p14:tracePt t="64900" x="3771900" y="1333500"/>
          <p14:tracePt t="64916" x="3702050" y="1346200"/>
          <p14:tracePt t="64933" x="3651250" y="1352550"/>
          <p14:tracePt t="64949" x="3638550" y="1352550"/>
          <p14:tracePt t="64966" x="3613150" y="1352550"/>
          <p14:tracePt t="64983" x="3600450" y="1352550"/>
          <p14:tracePt t="64999" x="3594100" y="1352550"/>
          <p14:tracePt t="65016" x="3581400" y="1346200"/>
          <p14:tracePt t="65032" x="3562350" y="1346200"/>
          <p14:tracePt t="65049" x="3549650" y="1339850"/>
          <p14:tracePt t="65066" x="3536950" y="1339850"/>
          <p14:tracePt t="65082" x="3517900" y="1333500"/>
          <p14:tracePt t="65099" x="3511550" y="1333500"/>
          <p14:tracePt t="65116" x="3479800" y="1333500"/>
          <p14:tracePt t="65132" x="3435350" y="1333500"/>
          <p14:tracePt t="65148" x="3397250" y="1333500"/>
          <p14:tracePt t="65152" x="3352800" y="1327150"/>
          <p14:tracePt t="65168" x="3302000" y="1327150"/>
          <p14:tracePt t="65182" x="3181350" y="1308100"/>
          <p14:tracePt t="65199" x="3067050" y="1301750"/>
          <p14:tracePt t="65216" x="3009900" y="1289050"/>
          <p14:tracePt t="65231" x="2959100" y="1289050"/>
          <p14:tracePt t="65249" x="2825750" y="1282700"/>
          <p14:tracePt t="65265" x="2787650" y="1282700"/>
          <p14:tracePt t="65281" x="2762250" y="1282700"/>
          <p14:tracePt t="65299" x="2698750" y="1289050"/>
          <p14:tracePt t="65315" x="2647950" y="1308100"/>
          <p14:tracePt t="65331" x="2622550" y="1314450"/>
          <p14:tracePt t="65348" x="2584450" y="1320800"/>
          <p14:tracePt t="65364" x="2552700" y="1320800"/>
          <p14:tracePt t="65382" x="2540000" y="1320800"/>
          <p14:tracePt t="65398" x="2527300" y="1320800"/>
          <p14:tracePt t="65415" x="2514600" y="1320800"/>
          <p14:tracePt t="65431" x="2508250" y="1320800"/>
          <p14:tracePt t="65502" x="2508250" y="1327150"/>
          <p14:tracePt t="65529" x="2508250" y="1333500"/>
          <p14:tracePt t="65564" x="2514600" y="1333500"/>
          <p14:tracePt t="65571" x="2520950" y="1333500"/>
          <p14:tracePt t="65586" x="2527300" y="1333500"/>
          <p14:tracePt t="65596" x="2533650" y="1333500"/>
          <p14:tracePt t="65615" x="2578100" y="1327150"/>
          <p14:tracePt t="65630" x="2603500" y="1327150"/>
          <p14:tracePt t="65647" x="2730500" y="1320800"/>
          <p14:tracePt t="65663" x="2908300" y="1320800"/>
          <p14:tracePt t="65680" x="3009900" y="1320800"/>
          <p14:tracePt t="65683" x="3111500" y="1320800"/>
          <p14:tracePt t="65697" x="3225800" y="1327150"/>
          <p14:tracePt t="65713" x="3429000" y="1358900"/>
          <p14:tracePt t="65730" x="3511550" y="1365250"/>
          <p14:tracePt t="65747" x="3644900" y="1397000"/>
          <p14:tracePt t="65763" x="3727450" y="1409700"/>
          <p14:tracePt t="65779" x="3746500" y="1416050"/>
          <p14:tracePt t="65797" x="3771900" y="1428750"/>
          <p14:tracePt t="65813" x="3778250" y="1428750"/>
          <p14:tracePt t="65830" x="3790950" y="1435100"/>
          <p14:tracePt t="65862" x="3797300" y="1441450"/>
          <p14:tracePt t="65880" x="3810000" y="1441450"/>
          <p14:tracePt t="65896" x="3816350" y="1447800"/>
          <p14:tracePt t="65913" x="3822700" y="1447800"/>
          <p14:tracePt t="65930" x="3829050" y="1447800"/>
          <p14:tracePt t="65946" x="3841750" y="1447800"/>
          <p14:tracePt t="65962" x="3848100" y="1447800"/>
          <p14:tracePt t="65979" x="3854450" y="1447800"/>
          <p14:tracePt t="66012" x="3860800" y="1447800"/>
          <p14:tracePt t="68379" x="3867150" y="1479550"/>
          <p14:tracePt t="68385" x="3867150" y="1568450"/>
          <p14:tracePt t="68400" x="3873500" y="1657350"/>
          <p14:tracePt t="68407" x="3873500" y="1758950"/>
          <p14:tracePt t="68423" x="3886200" y="1873250"/>
          <p14:tracePt t="68436" x="3879850" y="2000250"/>
          <p14:tracePt t="68454" x="3860800" y="2324100"/>
          <p14:tracePt t="68471" x="3860800" y="2616200"/>
          <p14:tracePt t="68487" x="3860800" y="2851150"/>
          <p14:tracePt t="68503" x="3860800" y="3244850"/>
          <p14:tracePt t="68520" x="3841750" y="3740150"/>
          <p14:tracePt t="68536" x="3816350" y="3937000"/>
          <p14:tracePt t="68554" x="3797300" y="4171950"/>
          <p14:tracePt t="68570" x="3797300" y="4273550"/>
          <p14:tracePt t="68586" x="3797300" y="4292600"/>
          <p14:tracePt t="68603" x="3784600" y="4343400"/>
          <p14:tracePt t="68620" x="3771900" y="4381500"/>
          <p14:tracePt t="68637" x="3765550" y="4394200"/>
          <p14:tracePt t="68653" x="3759200" y="4432300"/>
          <p14:tracePt t="68670" x="3746500" y="4476750"/>
          <p14:tracePt t="68687" x="3733800" y="4508500"/>
          <p14:tracePt t="68703" x="3733800" y="4527550"/>
          <p14:tracePt t="68719" x="3733800" y="4559300"/>
          <p14:tracePt t="68736" x="3733800" y="4699000"/>
          <p14:tracePt t="68752" x="3733800" y="4749800"/>
          <p14:tracePt t="68769" x="3740150" y="4813300"/>
          <p14:tracePt t="68786" x="3765550" y="4927600"/>
          <p14:tracePt t="68802" x="3784600" y="5029200"/>
          <p14:tracePt t="68819" x="3790950" y="5060950"/>
          <p14:tracePt t="68836" x="3797300" y="5099050"/>
          <p14:tracePt t="68852" x="3803650" y="5111750"/>
          <p14:tracePt t="68989" x="3810000" y="5111750"/>
          <p14:tracePt t="69010" x="3810000" y="5105400"/>
          <p14:tracePt t="69059" x="3816350" y="5099050"/>
          <p14:tracePt t="69080" x="3822700" y="5099050"/>
          <p14:tracePt t="69086" x="3829050" y="5092700"/>
          <p14:tracePt t="69122" x="3829050" y="5086350"/>
          <p14:tracePt t="69157" x="3835400" y="5086350"/>
          <p14:tracePt t="69178" x="3841750" y="5086350"/>
          <p14:tracePt t="69213" x="3841750" y="5080000"/>
          <p14:tracePt t="69297" x="3848100" y="5080000"/>
          <p14:tracePt t="69333" x="3848100" y="5073650"/>
          <p14:tracePt t="69346" x="3848100" y="5067300"/>
          <p14:tracePt t="69353" x="3848100" y="5060950"/>
          <p14:tracePt t="69370" x="3848100" y="5054600"/>
          <p14:tracePt t="69770" x="3873500" y="5054600"/>
          <p14:tracePt t="69784" x="3905250" y="5054600"/>
          <p14:tracePt t="69791" x="3949700" y="5054600"/>
          <p14:tracePt t="69799" x="3994150" y="5054600"/>
          <p14:tracePt t="69815" x="4057650" y="5067300"/>
          <p14:tracePt t="69833" x="4216400" y="5086350"/>
          <p14:tracePt t="69849" x="4292600" y="5092700"/>
          <p14:tracePt t="69865" x="4464050" y="5124450"/>
          <p14:tracePt t="69882" x="4591050" y="5137150"/>
          <p14:tracePt t="69898" x="4635500" y="5143500"/>
          <p14:tracePt t="69915" x="4667250" y="5143500"/>
          <p14:tracePt t="69932" x="4679950" y="5143500"/>
          <p14:tracePt t="70058" x="4673600" y="5143500"/>
          <p14:tracePt t="70100" x="4673600" y="5130800"/>
          <p14:tracePt t="72212" x="4660900" y="5111750"/>
          <p14:tracePt t="72226" x="4635500" y="5080000"/>
          <p14:tracePt t="72233" x="4603750" y="5054600"/>
          <p14:tracePt t="72248" x="4578350" y="5022850"/>
          <p14:tracePt t="72257" x="4552950" y="5003800"/>
          <p14:tracePt t="72274" x="4521200" y="4972050"/>
          <p14:tracePt t="72290" x="4457700" y="4914900"/>
          <p14:tracePt t="72307" x="4375150" y="4819650"/>
          <p14:tracePt t="72324" x="4273550" y="4692650"/>
          <p14:tracePt t="72340" x="4216400" y="4635500"/>
          <p14:tracePt t="72357" x="4114800" y="4514850"/>
          <p14:tracePt t="72374" x="4032250" y="4425950"/>
          <p14:tracePt t="72390" x="4006850" y="4381500"/>
          <p14:tracePt t="72406" x="3981450" y="4349750"/>
          <p14:tracePt t="72423" x="3879850" y="4254500"/>
          <p14:tracePt t="72440" x="3841750" y="4216400"/>
          <p14:tracePt t="72458" x="3810000" y="4178300"/>
          <p14:tracePt t="72473" x="3803650" y="4152900"/>
          <p14:tracePt t="72489" x="3778250" y="4127500"/>
          <p14:tracePt t="72507" x="3771900" y="4108450"/>
          <p14:tracePt t="72523" x="3771900" y="4095750"/>
          <p14:tracePt t="72539" x="3759200" y="4076700"/>
          <p14:tracePt t="72556" x="3740150" y="4044950"/>
          <p14:tracePt t="72573" x="3733800" y="4025900"/>
          <p14:tracePt t="72590" x="3714750" y="3975100"/>
          <p14:tracePt t="72606" x="3676650" y="3924300"/>
          <p14:tracePt t="72622" x="3651250" y="3886200"/>
          <p14:tracePt t="72639" x="3606800" y="3835400"/>
          <p14:tracePt t="72656" x="3575050" y="3790950"/>
          <p14:tracePt t="72673" x="3562350" y="3784600"/>
          <p14:tracePt t="72689" x="3549650" y="3765550"/>
          <p14:tracePt t="72706" x="3543300" y="3759200"/>
          <p14:tracePt t="72741" x="3543300" y="3752850"/>
          <p14:tracePt t="72977" x="3543300" y="3746500"/>
          <p14:tracePt t="73117" x="3543300" y="3740150"/>
          <p14:tracePt t="73159" x="3549650" y="3733800"/>
          <p14:tracePt t="73194" x="3549650" y="3727450"/>
          <p14:tracePt t="73229" x="3549650" y="3721100"/>
          <p14:tracePt t="73264" x="3549650" y="3714750"/>
          <p14:tracePt t="73285" x="3549650" y="3702050"/>
          <p14:tracePt t="73292" x="3543300" y="3702050"/>
          <p14:tracePt t="73307" x="3536950" y="3702050"/>
          <p14:tracePt t="75428" x="3505200" y="3727450"/>
          <p14:tracePt t="75442" x="3441700" y="3803650"/>
          <p14:tracePt t="75449" x="3371850" y="3886200"/>
          <p14:tracePt t="75465" x="3314700" y="3987800"/>
          <p14:tracePt t="75479" x="3263900" y="4083050"/>
          <p14:tracePt t="75496" x="3168650" y="4318000"/>
          <p14:tracePt t="75513" x="3092450" y="4527550"/>
          <p14:tracePt t="75529" x="3041650" y="4648200"/>
          <p14:tracePt t="75546" x="2971800" y="4972050"/>
          <p14:tracePt t="75562" x="2959100" y="5251450"/>
          <p14:tracePt t="75578" x="2959100" y="5359400"/>
          <p14:tracePt t="75596" x="2971800" y="5568950"/>
          <p14:tracePt t="75612" x="2990850" y="5708650"/>
          <p14:tracePt t="75629" x="3009900" y="5753100"/>
          <p14:tracePt t="75646" x="3016250" y="5772150"/>
          <p14:tracePt t="75662" x="3016250" y="5784850"/>
          <p14:tracePt t="75722" x="3028950" y="5791200"/>
          <p14:tracePt t="75730" x="3035300" y="5816600"/>
          <p14:tracePt t="75743" x="3048000" y="5848350"/>
          <p14:tracePt t="75751" x="3073400" y="5880100"/>
          <p14:tracePt t="75765" x="3079750" y="5899150"/>
          <p14:tracePt t="75779" x="3111500" y="5943600"/>
          <p14:tracePt t="75795" x="3124200" y="5949950"/>
          <p14:tracePt t="75812" x="3136900" y="5956300"/>
          <p14:tracePt t="75828" x="3143250" y="5962650"/>
          <p14:tracePt t="75864" x="3149600" y="5962650"/>
          <p14:tracePt t="75879" x="3155950" y="5962650"/>
          <p14:tracePt t="75894" x="3168650" y="5962650"/>
          <p14:tracePt t="75912" x="3194050" y="5956300"/>
          <p14:tracePt t="75945" x="3238500" y="5943600"/>
          <p14:tracePt t="75961" x="3295650" y="5911850"/>
          <p14:tracePt t="75978" x="3340100" y="5892800"/>
          <p14:tracePt t="75994" x="3416300" y="5848350"/>
          <p14:tracePt t="76010" x="3492500" y="5810250"/>
          <p14:tracePt t="76027" x="3517900" y="5791200"/>
          <p14:tracePt t="76045" x="3562350" y="5759450"/>
          <p14:tracePt t="76060" x="3587750" y="5740400"/>
          <p14:tracePt t="76077" x="3594100" y="5734050"/>
          <p14:tracePt t="76096" x="3613150" y="5715000"/>
          <p14:tracePt t="76110" x="3613150" y="5708650"/>
          <p14:tracePt t="76126" x="3619500" y="5695950"/>
          <p14:tracePt t="76160" x="3619500" y="5689600"/>
          <p14:tracePt t="76220" x="3619500" y="5683250"/>
          <p14:tracePt t="76241" x="3619500" y="5676900"/>
          <p14:tracePt t="76284" x="3613150" y="5670550"/>
          <p14:tracePt t="76312" x="3606800" y="5664200"/>
          <p14:tracePt t="76325" x="3606800" y="5657850"/>
          <p14:tracePt t="76333" x="3600450" y="5651500"/>
          <p14:tracePt t="76343" x="3594100" y="5645150"/>
          <p14:tracePt t="76361" x="3581400" y="5607050"/>
          <p14:tracePt t="76376" x="3562350" y="5575300"/>
          <p14:tracePt t="76393" x="3536950" y="5524500"/>
          <p14:tracePt t="76410" x="3448050" y="5308600"/>
          <p14:tracePt t="76427" x="3416300" y="5226050"/>
          <p14:tracePt t="76443" x="3390900" y="5143500"/>
          <p14:tracePt t="76459" x="3327400" y="4997450"/>
          <p14:tracePt t="76476" x="3302000" y="4889500"/>
          <p14:tracePt t="76493" x="3289300" y="4857750"/>
          <p14:tracePt t="76510" x="3282950" y="4806950"/>
          <p14:tracePt t="76526" x="3270250" y="4787900"/>
          <p14:tracePt t="76543" x="3270250" y="4781550"/>
          <p14:tracePt t="76585" x="3263900" y="4781550"/>
          <p14:tracePt t="76711" x="3263900" y="4775200"/>
          <p14:tracePt t="76726" x="3263900" y="4768850"/>
          <p14:tracePt t="76732" x="3263900" y="4762500"/>
          <p14:tracePt t="76746" x="3263900" y="4743450"/>
          <p14:tracePt t="76758" x="3263900" y="4730750"/>
          <p14:tracePt t="76775" x="3270250" y="4699000"/>
          <p14:tracePt t="76791" x="3276600" y="4667250"/>
          <p14:tracePt t="76808" x="3302000" y="4616450"/>
          <p14:tracePt t="76825" x="3314700" y="4565650"/>
          <p14:tracePt t="76841" x="3327400" y="4552950"/>
          <p14:tracePt t="76858" x="3352800" y="4527550"/>
          <p14:tracePt t="76874" x="3365500" y="4495800"/>
          <p14:tracePt t="76891" x="3384550" y="4476750"/>
          <p14:tracePt t="76908" x="3403600" y="4451350"/>
          <p14:tracePt t="76924" x="3409950" y="4445000"/>
          <p14:tracePt t="76941" x="3416300" y="4445000"/>
          <p14:tracePt t="76974" x="3416300" y="4451350"/>
          <p14:tracePt t="76992" x="3416300" y="4464050"/>
          <p14:tracePt t="77007" x="3416300" y="4470400"/>
          <p14:tracePt t="77024" x="3416300" y="4476750"/>
          <p14:tracePt t="77042" x="3403600" y="4483100"/>
          <p14:tracePt t="77057" x="3397250" y="4489450"/>
          <p14:tracePt t="77074" x="3397250" y="4495800"/>
          <p14:tracePt t="77091" x="3384550" y="4514850"/>
          <p14:tracePt t="77107" x="3371850" y="4546600"/>
          <p14:tracePt t="77124" x="3365500" y="4584700"/>
          <p14:tracePt t="77140" x="3346450" y="4679950"/>
          <p14:tracePt t="77157" x="3327400" y="4787900"/>
          <p14:tracePt t="77174" x="3314700" y="4908550"/>
          <p14:tracePt t="77190" x="3314700" y="4959350"/>
          <p14:tracePt t="77206" x="3295650" y="5029200"/>
          <p14:tracePt t="77223" x="3289300" y="5099050"/>
          <p14:tracePt t="77240" x="3289300" y="5124450"/>
          <p14:tracePt t="77257" x="3282950" y="5175250"/>
          <p14:tracePt t="77273" x="3276600" y="5226050"/>
          <p14:tracePt t="77290" x="3276600" y="5245100"/>
          <p14:tracePt t="77307" x="3270250" y="5276850"/>
          <p14:tracePt t="77322" x="3263900" y="5302250"/>
          <p14:tracePt t="77340" x="3263900" y="5314950"/>
          <p14:tracePt t="77357" x="3251200" y="5334000"/>
          <p14:tracePt t="77372" x="3251200" y="5346700"/>
          <p14:tracePt t="77389" x="3257550" y="5372100"/>
          <p14:tracePt t="77406" x="3257550" y="5378450"/>
          <p14:tracePt t="77616" x="3263900" y="5378450"/>
          <p14:tracePt t="78317" x="3270250" y="5384800"/>
          <p14:tracePt t="78359" x="3276600" y="5384800"/>
          <p14:tracePt t="78429" x="3282950" y="5384800"/>
          <p14:tracePt t="78464" x="3289300" y="5397500"/>
          <p14:tracePt t="78487" x="3289300" y="5410200"/>
          <p14:tracePt t="78499" x="3295650" y="5416550"/>
          <p14:tracePt t="78506" x="3295650" y="5422900"/>
          <p14:tracePt t="78518" x="3295650" y="5429250"/>
          <p14:tracePt t="78536" x="3302000" y="5454650"/>
          <p14:tracePt t="78552" x="3314700" y="5473700"/>
          <p14:tracePt t="78569" x="3327400" y="5511800"/>
          <p14:tracePt t="78585" x="3333750" y="5549900"/>
          <p14:tracePt t="78602" x="3340100" y="5562600"/>
          <p14:tracePt t="78619" x="3340100" y="5588000"/>
          <p14:tracePt t="78635" x="3340100" y="5594350"/>
          <p14:tracePt t="78668" x="3346450" y="5600700"/>
          <p14:tracePt t="78684" x="3352800" y="5600700"/>
          <p14:tracePt t="78710" x="3352800" y="5594350"/>
          <p14:tracePt t="80573" x="3352800" y="5638800"/>
          <p14:tracePt t="80580" x="3333750" y="5715000"/>
          <p14:tracePt t="80586" x="3314700" y="5797550"/>
          <p14:tracePt t="80601" x="3302000" y="5886450"/>
          <p14:tracePt t="80611" x="3282950" y="5962650"/>
          <p14:tracePt t="80629" x="3257550" y="6134100"/>
          <p14:tracePt t="80645" x="3238500" y="6197600"/>
          <p14:tracePt t="80662" x="3219450" y="6330950"/>
          <p14:tracePt t="80678" x="3206750" y="6438900"/>
          <p14:tracePt t="80695" x="3200400" y="6477000"/>
          <p14:tracePt t="80711" x="3194050" y="6508750"/>
          <p14:tracePt t="80728" x="3168650" y="6565900"/>
          <p14:tracePt t="80745" x="3162300" y="6565900"/>
          <p14:tracePt t="80762" x="3162300" y="6578600"/>
          <p14:tracePt t="80777" x="3155950" y="6597650"/>
          <p14:tracePt t="80794" x="3136900" y="6616700"/>
          <p14:tracePt t="80811" x="3117850" y="6635750"/>
          <p14:tracePt t="80827" x="3105150" y="6642100"/>
          <p14:tracePt t="80844" x="3098800" y="6654800"/>
          <p14:tracePt t="80861" x="3092450" y="6654800"/>
          <p14:tracePt t="80903" x="3092450" y="6661150"/>
          <p14:tracePt t="80924" x="3086100" y="6667500"/>
          <p14:tracePt t="80930" x="3086100" y="6673850"/>
          <p14:tracePt t="80944" x="3086100" y="6680200"/>
          <p14:tracePt t="80960" x="3086100" y="6686550"/>
          <p14:tracePt t="81050" x="3092450" y="6680200"/>
          <p14:tracePt t="81056" x="3098800" y="6673850"/>
          <p14:tracePt t="81071" x="3098800" y="66675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1618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099"/>
    </mc:Choice>
    <mc:Fallback>
      <p:transition spd="slow" advTm="2290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2892" x="4375150" y="3790950"/>
          <p14:tracePt t="32899" x="4381500" y="3752850"/>
          <p14:tracePt t="32915" x="4381500" y="3721100"/>
          <p14:tracePt t="32929" x="4381500" y="3683000"/>
          <p14:tracePt t="32947" x="4375150" y="3606800"/>
          <p14:tracePt t="32963" x="4356100" y="3479800"/>
          <p14:tracePt t="32979" x="4330700" y="3409950"/>
          <p14:tracePt t="32997" x="4267200" y="3238500"/>
          <p14:tracePt t="33012" x="4197350" y="3067050"/>
          <p14:tracePt t="33029" x="4159250" y="2984500"/>
          <p14:tracePt t="33046" x="4076700" y="2806700"/>
          <p14:tracePt t="33063" x="3994150" y="2635250"/>
          <p14:tracePt t="33079" x="3949700" y="2540000"/>
          <p14:tracePt t="33096" x="3848100" y="2387600"/>
          <p14:tracePt t="33112" x="3740150" y="2235200"/>
          <p14:tracePt t="33129" x="3663950" y="2139950"/>
          <p14:tracePt t="33145" x="3530600" y="1962150"/>
          <p14:tracePt t="33162" x="3384550" y="1784350"/>
          <p14:tracePt t="33179" x="3263900" y="1670050"/>
          <p14:tracePt t="33196" x="3219450" y="1631950"/>
          <p14:tracePt t="33212" x="3168650" y="1574800"/>
          <p14:tracePt t="33229" x="2984500" y="1435100"/>
          <p14:tracePt t="33245" x="2901950" y="1371600"/>
          <p14:tracePt t="33262" x="2832100" y="1333500"/>
          <p14:tracePt t="33279" x="2705100" y="1238250"/>
          <p14:tracePt t="33296" x="2622550" y="1162050"/>
          <p14:tracePt t="33313" x="2565400" y="1123950"/>
          <p14:tracePt t="33328" x="2540000" y="1111250"/>
          <p14:tracePt t="33345" x="2501900" y="1098550"/>
          <p14:tracePt t="33362" x="2476500" y="1092200"/>
          <p14:tracePt t="33378" x="2463800" y="1092200"/>
          <p14:tracePt t="33395" x="2457450" y="1092200"/>
          <p14:tracePt t="33411" x="2438400" y="1085850"/>
          <p14:tracePt t="33428" x="2425700" y="1085850"/>
          <p14:tracePt t="33444" x="2406650" y="1085850"/>
          <p14:tracePt t="33461" x="2387600" y="1085850"/>
          <p14:tracePt t="33478" x="2374900" y="1085850"/>
          <p14:tracePt t="33495" x="2343150" y="1085850"/>
          <p14:tracePt t="33510" x="2298700" y="1085850"/>
          <p14:tracePt t="33527" x="2286000" y="1092200"/>
          <p14:tracePt t="33544" x="2266950" y="1098550"/>
          <p14:tracePt t="33560" x="2197100" y="1117600"/>
          <p14:tracePt t="33577" x="2171700" y="1136650"/>
          <p14:tracePt t="33594" x="2120900" y="1162050"/>
          <p14:tracePt t="33611" x="2101850" y="1181100"/>
          <p14:tracePt t="33627" x="2057400" y="1212850"/>
          <p14:tracePt t="33644" x="2000250" y="1257300"/>
          <p14:tracePt t="33660" x="1981200" y="1282700"/>
          <p14:tracePt t="33678" x="1943100" y="1327150"/>
          <p14:tracePt t="33694" x="1924050" y="1358900"/>
          <p14:tracePt t="33711" x="1917700" y="1377950"/>
          <p14:tracePt t="33727" x="1911350" y="1422400"/>
          <p14:tracePt t="33743" x="1911350" y="1441450"/>
          <p14:tracePt t="33760" x="1911350" y="1454150"/>
          <p14:tracePt t="33777" x="1911350" y="1460500"/>
          <p14:tracePt t="33793" x="1911350" y="1473200"/>
          <p14:tracePt t="33811" x="1911350" y="1479550"/>
          <p14:tracePt t="33826" x="1911350" y="1485900"/>
          <p14:tracePt t="33843" x="1911350" y="1492250"/>
          <p14:tracePt t="33902" x="1917700" y="1498600"/>
          <p14:tracePt t="33944" x="1924050" y="1498600"/>
          <p14:tracePt t="33951" x="1930400" y="1498600"/>
          <p14:tracePt t="33972" x="1930400" y="1504950"/>
          <p14:tracePt t="33979" x="1936750" y="1504950"/>
          <p14:tracePt t="34014" x="1943100" y="1504950"/>
          <p14:tracePt t="34049" x="1949450" y="1504950"/>
          <p14:tracePt t="34092" x="1955800" y="1498600"/>
          <p14:tracePt t="34120" x="1962150" y="1498600"/>
          <p14:tracePt t="34141" x="1974850" y="1498600"/>
          <p14:tracePt t="34161" x="1974850" y="1492250"/>
          <p14:tracePt t="34168" x="1981200" y="1492250"/>
          <p14:tracePt t="34190" x="1987550" y="1485900"/>
          <p14:tracePt t="34204" x="1993900" y="1485900"/>
          <p14:tracePt t="34226" x="2000250" y="1485900"/>
          <p14:tracePt t="34232" x="2006600" y="1485900"/>
          <p14:tracePt t="34246" x="2025650" y="1479550"/>
          <p14:tracePt t="34258" x="2038350" y="1479550"/>
          <p14:tracePt t="34275" x="2108200" y="1473200"/>
          <p14:tracePt t="34291" x="2146300" y="1473200"/>
          <p14:tracePt t="34308" x="2273300" y="1460500"/>
          <p14:tracePt t="34324" x="2451100" y="1460500"/>
          <p14:tracePt t="34341" x="2552700" y="1460500"/>
          <p14:tracePt t="34358" x="2781300" y="1479550"/>
          <p14:tracePt t="34374" x="3022600" y="1511300"/>
          <p14:tracePt t="34391" x="3143250" y="1530350"/>
          <p14:tracePt t="34395" x="3244850" y="1543050"/>
          <p14:tracePt t="34410" x="3359150" y="1562100"/>
          <p14:tracePt t="34424" x="3556000" y="1612900"/>
          <p14:tracePt t="34441" x="3619500" y="1619250"/>
          <p14:tracePt t="34458" x="3752850" y="1651000"/>
          <p14:tracePt t="34474" x="3790950" y="1670050"/>
          <p14:tracePt t="34490" x="3873500" y="1676400"/>
          <p14:tracePt t="34507" x="3905250" y="1676400"/>
          <p14:tracePt t="34524" x="3917950" y="1676400"/>
          <p14:tracePt t="34541" x="3930650" y="1682750"/>
          <p14:tracePt t="34557" x="3943350" y="1682750"/>
          <p14:tracePt t="34590" x="3949700" y="1682750"/>
          <p14:tracePt t="34607" x="3956050" y="1689100"/>
          <p14:tracePt t="34624" x="3962400" y="1689100"/>
          <p14:tracePt t="34640" x="3968750" y="1689100"/>
          <p14:tracePt t="34657" x="3975100" y="1695450"/>
          <p14:tracePt t="34674" x="3981450" y="1695450"/>
          <p14:tracePt t="34690" x="3981450" y="1701800"/>
          <p14:tracePt t="34707" x="4000500" y="1708150"/>
          <p14:tracePt t="34724" x="4013200" y="1720850"/>
          <p14:tracePt t="34740" x="4025900" y="1727200"/>
          <p14:tracePt t="34756" x="4038600" y="1733550"/>
          <p14:tracePt t="34773" x="4121150" y="1771650"/>
          <p14:tracePt t="34790" x="4159250" y="1784350"/>
          <p14:tracePt t="34806" x="4216400" y="1797050"/>
          <p14:tracePt t="34822" x="4343400" y="1828800"/>
          <p14:tracePt t="34840" x="4381500" y="1828800"/>
          <p14:tracePt t="34857" x="4457700" y="1835150"/>
          <p14:tracePt t="34873" x="4502150" y="1835150"/>
          <p14:tracePt t="34889" x="4591050" y="1835150"/>
          <p14:tracePt t="34906" x="4660900" y="1828800"/>
          <p14:tracePt t="34923" x="4699000" y="1828800"/>
          <p14:tracePt t="34939" x="4756150" y="1828800"/>
          <p14:tracePt t="34956" x="4813300" y="1828800"/>
          <p14:tracePt t="34972" x="4845050" y="1828800"/>
          <p14:tracePt t="34989" x="4889500" y="1828800"/>
          <p14:tracePt t="35005" x="4940300" y="1835150"/>
          <p14:tracePt t="35022" x="4965700" y="1841500"/>
          <p14:tracePt t="35039" x="5010150" y="1854200"/>
          <p14:tracePt t="35055" x="5073650" y="1873250"/>
          <p14:tracePt t="35072" x="5092700" y="1879600"/>
          <p14:tracePt t="35089" x="5130800" y="1885950"/>
          <p14:tracePt t="35105" x="5143500" y="1885950"/>
          <p14:tracePt t="35122" x="5168900" y="1892300"/>
          <p14:tracePt t="35138" x="5175250" y="1892300"/>
          <p14:tracePt t="35200" x="5175250" y="1885950"/>
          <p14:tracePt t="35215" x="5162550" y="1879600"/>
          <p14:tracePt t="39950" x="5105400" y="1835150"/>
          <p14:tracePt t="39957" x="5029200" y="1784350"/>
          <p14:tracePt t="39971" x="4933950" y="1720850"/>
          <p14:tracePt t="39978" x="4826000" y="1651000"/>
          <p14:tracePt t="39989" x="4699000" y="1555750"/>
          <p14:tracePt t="40005" x="4603750" y="1479550"/>
          <p14:tracePt t="40022" x="4330700" y="1301750"/>
          <p14:tracePt t="40038" x="4044950" y="1174750"/>
          <p14:tracePt t="40055" x="3848100" y="1098550"/>
          <p14:tracePt t="40071" x="3752850" y="1066800"/>
          <p14:tracePt t="40087" x="3676650" y="1041400"/>
          <p14:tracePt t="40105" x="3505200" y="996950"/>
          <p14:tracePt t="40121" x="3371850" y="971550"/>
          <p14:tracePt t="40138" x="3340100" y="965200"/>
          <p14:tracePt t="40155" x="3308350" y="965200"/>
          <p14:tracePt t="40171" x="3282950" y="965200"/>
          <p14:tracePt t="40188" x="3263900" y="977900"/>
          <p14:tracePt t="40204" x="3257550" y="977900"/>
          <p14:tracePt t="40221" x="3251200" y="996950"/>
          <p14:tracePt t="40238" x="3244850" y="1022350"/>
          <p14:tracePt t="40254" x="3244850" y="1028700"/>
          <p14:tracePt t="40272" x="3244850" y="1054100"/>
          <p14:tracePt t="40288" x="3244850" y="1066800"/>
          <p14:tracePt t="40304" x="3244850" y="1079500"/>
          <p14:tracePt t="40320" x="3244850" y="1085850"/>
          <p14:tracePt t="40337" x="3263900" y="1149350"/>
          <p14:tracePt t="40353" x="3282950" y="1193800"/>
          <p14:tracePt t="40371" x="3314700" y="1263650"/>
          <p14:tracePt t="40387" x="3340100" y="1301750"/>
          <p14:tracePt t="40404" x="3390900" y="1365250"/>
          <p14:tracePt t="40421" x="3441700" y="1428750"/>
          <p14:tracePt t="40437" x="3473450" y="1466850"/>
          <p14:tracePt t="40454" x="3511550" y="1511300"/>
          <p14:tracePt t="40471" x="3556000" y="1555750"/>
          <p14:tracePt t="40487" x="3581400" y="1568450"/>
          <p14:tracePt t="40504" x="3606800" y="1593850"/>
          <p14:tracePt t="40520" x="3625850" y="1612900"/>
          <p14:tracePt t="40536" x="3625850" y="1619250"/>
          <p14:tracePt t="40553" x="3632200" y="1631950"/>
          <p14:tracePt t="40603" x="3638550" y="1638300"/>
          <p14:tracePt t="40708" x="3644900" y="1638300"/>
          <p14:tracePt t="40792" x="3651250" y="1638300"/>
          <p14:tracePt t="40827" x="3657600" y="1638300"/>
          <p14:tracePt t="40862" x="3663950" y="1631950"/>
          <p14:tracePt t="40918" x="3663950" y="1625600"/>
          <p14:tracePt t="44471" x="3670300" y="1619250"/>
          <p14:tracePt t="44479" x="3676650" y="1612900"/>
          <p14:tracePt t="44489" x="3683000" y="1606550"/>
          <p14:tracePt t="44507" x="3702050" y="1593850"/>
          <p14:tracePt t="44523" x="3708400" y="1593850"/>
          <p14:tracePt t="44539" x="3708400" y="1587500"/>
          <p14:tracePt t="44556" x="3733800" y="1562100"/>
          <p14:tracePt t="44573" x="3740150" y="1555750"/>
          <p14:tracePt t="44591" x="3752850" y="1549400"/>
          <p14:tracePt t="44606" x="3759200" y="1543050"/>
          <p14:tracePt t="44622" x="3759200" y="1530350"/>
          <p14:tracePt t="44640" x="3765550" y="1524000"/>
          <p14:tracePt t="44656" x="3765550" y="1517650"/>
          <p14:tracePt t="44673" x="3765550" y="1511300"/>
          <p14:tracePt t="44705" x="3765550" y="1504950"/>
          <p14:tracePt t="44740" x="3765550" y="1498600"/>
          <p14:tracePt t="44758" x="3765550" y="1492250"/>
          <p14:tracePt t="44893" x="3771900" y="1498600"/>
          <p14:tracePt t="44928" x="3771900" y="1504950"/>
          <p14:tracePt t="44963" x="3778250" y="1504950"/>
          <p14:tracePt t="45012" x="3784600" y="1511300"/>
          <p14:tracePt t="45019" x="3790950" y="1517650"/>
          <p14:tracePt t="45040" x="3797300" y="1524000"/>
          <p14:tracePt t="45047" x="3797300" y="1530350"/>
          <p14:tracePt t="45061" x="3816350" y="1530350"/>
          <p14:tracePt t="45071" x="3829050" y="1536700"/>
          <p14:tracePt t="45088" x="3867150" y="1543050"/>
          <p14:tracePt t="45104" x="3987800" y="1568450"/>
          <p14:tracePt t="45121" x="4171950" y="1600200"/>
          <p14:tracePt t="45138" x="4400550" y="1631950"/>
          <p14:tracePt t="45154" x="4540250" y="1644650"/>
          <p14:tracePt t="45171" x="4686300" y="1663700"/>
          <p14:tracePt t="45189" x="5099050" y="1689100"/>
          <p14:tracePt t="45205" x="5238750" y="1689100"/>
          <p14:tracePt t="45220" x="5365750" y="1695450"/>
          <p14:tracePt t="45237" x="5721350" y="1708150"/>
          <p14:tracePt t="45253" x="5835650" y="1708150"/>
          <p14:tracePt t="45271" x="5924550" y="1701800"/>
          <p14:tracePt t="45287" x="6076950" y="1695450"/>
          <p14:tracePt t="45303" x="6216650" y="1682750"/>
          <p14:tracePt t="45321" x="6286500" y="1682750"/>
          <p14:tracePt t="45336" x="6413500" y="1663700"/>
          <p14:tracePt t="45353" x="6534150" y="1651000"/>
          <p14:tracePt t="45370" x="6616700" y="1631950"/>
          <p14:tracePt t="45387" x="6648450" y="1625600"/>
          <p14:tracePt t="45403" x="6680200" y="1619250"/>
          <p14:tracePt t="45420" x="6705600" y="1606550"/>
          <p14:tracePt t="45436" x="6718300" y="1600200"/>
          <p14:tracePt t="45453" x="6724650" y="1587500"/>
          <p14:tracePt t="45469" x="6737350" y="1574800"/>
          <p14:tracePt t="45486" x="6737350" y="1568450"/>
          <p14:tracePt t="45503" x="6743700" y="1555750"/>
          <p14:tracePt t="45520" x="6743700" y="1549400"/>
          <p14:tracePt t="45536" x="6750050" y="1543050"/>
          <p14:tracePt t="45553" x="6756400" y="1530350"/>
          <p14:tracePt t="45569" x="6756400" y="1524000"/>
          <p14:tracePt t="45586" x="6769100" y="1511300"/>
          <p14:tracePt t="45602" x="6775450" y="1511300"/>
          <p14:tracePt t="45619" x="6775450" y="1504950"/>
          <p14:tracePt t="45636" x="6781800" y="1498600"/>
          <p14:tracePt t="45652" x="6781800" y="1485900"/>
          <p14:tracePt t="45685" x="6781800" y="1479550"/>
          <p14:tracePt t="45702" x="6781800" y="1473200"/>
          <p14:tracePt t="45722" x="6781800" y="1466850"/>
          <p14:tracePt t="45749" x="6781800" y="1460500"/>
          <p14:tracePt t="45770" x="6781800" y="1454150"/>
          <p14:tracePt t="45783" x="6781800" y="1447800"/>
          <p14:tracePt t="45819" x="6781800" y="1441450"/>
          <p14:tracePt t="45854" x="6781800" y="1435100"/>
          <p14:tracePt t="45860" x="6775450" y="1435100"/>
          <p14:tracePt t="45882" x="6769100" y="1435100"/>
          <p14:tracePt t="45910" x="6762750" y="1435100"/>
          <p14:tracePt t="45931" x="6756400" y="1435100"/>
          <p14:tracePt t="45980" x="6750050" y="1435100"/>
          <p14:tracePt t="46002" x="6750050" y="1441450"/>
          <p14:tracePt t="46021" x="6743700" y="1441450"/>
          <p14:tracePt t="46050" x="6731000" y="1447800"/>
          <p14:tracePt t="46071" x="6724650" y="1454150"/>
          <p14:tracePt t="46100" x="6718300" y="1460500"/>
          <p14:tracePt t="46121" x="6711950" y="1460500"/>
          <p14:tracePt t="46163" x="6705600" y="1460500"/>
          <p14:tracePt t="46204" x="6699250" y="1460500"/>
          <p14:tracePt t="46240" x="6692900" y="1460500"/>
          <p14:tracePt t="46260" x="6686550" y="1460500"/>
          <p14:tracePt t="46282" x="6680200" y="1454150"/>
          <p14:tracePt t="46303" x="6673850" y="1454150"/>
          <p14:tracePt t="46310" x="6667500" y="1447800"/>
          <p14:tracePt t="46352" x="6667500" y="1441450"/>
          <p14:tracePt t="46373" x="6654800" y="1435100"/>
          <p14:tracePt t="46380" x="6648450" y="1435100"/>
          <p14:tracePt t="46401" x="6635750" y="1435100"/>
          <p14:tracePt t="46415" x="6629400" y="1428750"/>
          <p14:tracePt t="46422" x="6616700" y="1422400"/>
          <p14:tracePt t="46436" x="6604000" y="1416050"/>
          <p14:tracePt t="46450" x="6578600" y="1403350"/>
          <p14:tracePt t="46466" x="6565900" y="1397000"/>
          <p14:tracePt t="46483" x="6553200" y="1390650"/>
          <p14:tracePt t="46499" x="6534150" y="1377950"/>
          <p14:tracePt t="46516" x="6515100" y="1365250"/>
          <p14:tracePt t="46549" x="6515100" y="1358900"/>
          <p14:tracePt t="46591" x="6515100" y="1352550"/>
          <p14:tracePt t="46654" x="6527800" y="1352550"/>
          <p14:tracePt t="46674" x="6534150" y="1352550"/>
          <p14:tracePt t="46683" x="6540500" y="1352550"/>
          <p14:tracePt t="46696" x="6540500" y="1358900"/>
          <p14:tracePt t="46703" x="6553200" y="1358900"/>
          <p14:tracePt t="46718" x="6559550" y="1365250"/>
          <p14:tracePt t="46732" x="6591300" y="1377950"/>
          <p14:tracePt t="46748" x="6597650" y="1377950"/>
          <p14:tracePt t="46766" x="6635750" y="1397000"/>
          <p14:tracePt t="46782" x="6642100" y="1403350"/>
          <p14:tracePt t="46798" x="6667500" y="1416050"/>
          <p14:tracePt t="46815" x="6667500" y="1422400"/>
          <p14:tracePt t="46831" x="6673850" y="1428750"/>
          <p14:tracePt t="46848" x="6673850" y="1435100"/>
          <p14:tracePt t="46935" x="6667500" y="1435100"/>
          <p14:tracePt t="46956" x="6661150" y="1435100"/>
          <p14:tracePt t="46962" x="6654800" y="1435100"/>
          <p14:tracePt t="46977" x="6648450" y="1435100"/>
          <p14:tracePt t="46999" x="6642100" y="1435100"/>
          <p14:tracePt t="47004" x="6635750" y="1435100"/>
          <p14:tracePt t="47013" x="6635750" y="1428750"/>
          <p14:tracePt t="47031" x="6623050" y="1428750"/>
          <p14:tracePt t="47047" x="6597650" y="1422400"/>
          <p14:tracePt t="47064" x="6578600" y="1422400"/>
          <p14:tracePt t="47082" x="6540500" y="1409700"/>
          <p14:tracePt t="47097" x="6508750" y="1403350"/>
          <p14:tracePt t="47114" x="6496050" y="1403350"/>
          <p14:tracePt t="47131" x="6457950" y="1397000"/>
          <p14:tracePt t="47147" x="6445250" y="1397000"/>
          <p14:tracePt t="47164" x="6438900" y="1397000"/>
          <p14:tracePt t="47181" x="6432550" y="1397000"/>
          <p14:tracePt t="47196" x="6419850" y="1397000"/>
          <p14:tracePt t="47213" x="6413500" y="1397000"/>
          <p14:tracePt t="47230" x="6400800" y="1397000"/>
          <p14:tracePt t="47247" x="6381750" y="1403350"/>
          <p14:tracePt t="47264" x="6356350" y="1409700"/>
          <p14:tracePt t="47280" x="6330950" y="1416050"/>
          <p14:tracePt t="47296" x="6292850" y="1422400"/>
          <p14:tracePt t="47314" x="6223000" y="1441450"/>
          <p14:tracePt t="47330" x="6191250" y="1447800"/>
          <p14:tracePt t="47346" x="6159500" y="1454150"/>
          <p14:tracePt t="47363" x="6076950" y="1473200"/>
          <p14:tracePt t="47379" x="6051550" y="1479550"/>
          <p14:tracePt t="47396" x="6032500" y="1479550"/>
          <p14:tracePt t="47413" x="6000750" y="1485900"/>
          <p14:tracePt t="47429" x="5969000" y="1492250"/>
          <p14:tracePt t="47447" x="5943600" y="1492250"/>
          <p14:tracePt t="47462" x="5924550" y="1492250"/>
          <p14:tracePt t="47479" x="5899150" y="1492250"/>
          <p14:tracePt t="47496" x="5886450" y="1492250"/>
          <p14:tracePt t="47512" x="5861050" y="1492250"/>
          <p14:tracePt t="47529" x="5835650" y="1492250"/>
          <p14:tracePt t="47546" x="5822950" y="1492250"/>
          <p14:tracePt t="47562" x="5810250" y="1492250"/>
          <p14:tracePt t="47566" x="5797550" y="1492250"/>
          <p14:tracePt t="47579" x="5784850" y="1492250"/>
          <p14:tracePt t="47595" x="5753100" y="1485900"/>
          <p14:tracePt t="47612" x="5727700" y="1485900"/>
          <p14:tracePt t="47629" x="5702300" y="1479550"/>
          <p14:tracePt t="47645" x="5683250" y="1479550"/>
          <p14:tracePt t="47662" x="5657850" y="1473200"/>
          <p14:tracePt t="47679" x="5626100" y="1466850"/>
          <p14:tracePt t="47695" x="5607050" y="1466850"/>
          <p14:tracePt t="47712" x="5562600" y="1454150"/>
          <p14:tracePt t="47728" x="5524500" y="1454150"/>
          <p14:tracePt t="47745" x="5505450" y="1454150"/>
          <p14:tracePt t="47762" x="5480050" y="1454150"/>
          <p14:tracePt t="47778" x="5454650" y="1454150"/>
          <p14:tracePt t="47794" x="5448300" y="1454150"/>
          <p14:tracePt t="47812" x="5441950" y="1454150"/>
          <p14:tracePt t="47844" x="5435600" y="1460500"/>
          <p14:tracePt t="47910" x="5435600" y="1466850"/>
          <p14:tracePt t="50360" x="5473700" y="1466850"/>
          <p14:tracePt t="50375" x="5499100" y="1466850"/>
          <p14:tracePt t="50381" x="5537200" y="1473200"/>
          <p14:tracePt t="50395" x="5594350" y="1485900"/>
          <p14:tracePt t="50405" x="5632450" y="1485900"/>
          <p14:tracePt t="50419" x="5657850" y="1492250"/>
          <p14:tracePt t="50436" x="5721350" y="1498600"/>
          <p14:tracePt t="50452" x="5759450" y="1511300"/>
          <p14:tracePt t="50469" x="5791200" y="1517650"/>
          <p14:tracePt t="50486" x="5848350" y="1549400"/>
          <p14:tracePt t="50502" x="5949950" y="1587500"/>
          <p14:tracePt t="50519" x="6019800" y="1612900"/>
          <p14:tracePt t="50536" x="6178550" y="1676400"/>
          <p14:tracePt t="50552" x="6350000" y="1733550"/>
          <p14:tracePt t="50568" x="6413500" y="1752600"/>
          <p14:tracePt t="50572" x="6470650" y="1771650"/>
          <p14:tracePt t="50588" x="6515100" y="1790700"/>
          <p14:tracePt t="50601" x="6553200" y="1797050"/>
          <p14:tracePt t="50618" x="6597650" y="1797050"/>
          <p14:tracePt t="50635" x="6629400" y="1790700"/>
          <p14:tracePt t="50651" x="6635750" y="1784350"/>
          <p14:tracePt t="50669" x="6654800" y="1778000"/>
          <p14:tracePt t="50701" x="6661150" y="1778000"/>
          <p14:tracePt t="50718" x="6667500" y="1765300"/>
          <p14:tracePt t="50735" x="6673850" y="1758950"/>
          <p14:tracePt t="50768" x="6680200" y="1746250"/>
          <p14:tracePt t="50784" x="6686550" y="1739900"/>
          <p14:tracePt t="50801" x="6692900" y="1733550"/>
          <p14:tracePt t="50818" x="6699250" y="1720850"/>
          <p14:tracePt t="50834" x="6718300" y="1708150"/>
          <p14:tracePt t="50851" x="6743700" y="1689100"/>
          <p14:tracePt t="50867" x="6769100" y="1682750"/>
          <p14:tracePt t="50884" x="6807200" y="1657350"/>
          <p14:tracePt t="50901" x="6851650" y="1625600"/>
          <p14:tracePt t="50917" x="6870700" y="1612900"/>
          <p14:tracePt t="50934" x="6896100" y="1593850"/>
          <p14:tracePt t="50951" x="6965950" y="1543050"/>
          <p14:tracePt t="50967" x="6997700" y="1530350"/>
          <p14:tracePt t="50984" x="7023100" y="1504950"/>
          <p14:tracePt t="51000" x="7073900" y="1492250"/>
          <p14:tracePt t="51017" x="7124700" y="1473200"/>
          <p14:tracePt t="51034" x="7175500" y="1454150"/>
          <p14:tracePt t="51050" x="7200900" y="1447800"/>
          <p14:tracePt t="51067" x="7251700" y="1435100"/>
          <p14:tracePt t="51084" x="7302500" y="1428750"/>
          <p14:tracePt t="51100" x="7321550" y="1422400"/>
          <p14:tracePt t="51117" x="7372350" y="1422400"/>
          <p14:tracePt t="51134" x="7410450" y="1422400"/>
          <p14:tracePt t="51150" x="7423150" y="1422400"/>
          <p14:tracePt t="51168" x="7448550" y="1422400"/>
          <p14:tracePt t="51183" x="7461250" y="1428750"/>
          <p14:tracePt t="51200" x="7467600" y="1428750"/>
          <p14:tracePt t="51217" x="7473950" y="1428750"/>
          <p14:tracePt t="51244" x="7473950" y="1435100"/>
          <p14:tracePt t="51322" x="7473950" y="1441450"/>
          <p14:tracePt t="51392" x="7473950" y="1447800"/>
          <p14:tracePt t="51476" x="7467600" y="1447800"/>
          <p14:tracePt t="51483" x="7461250" y="1447800"/>
          <p14:tracePt t="51504" x="7454900" y="1447800"/>
          <p14:tracePt t="51532" x="7448550" y="1447800"/>
          <p14:tracePt t="51539" x="7442200" y="1454150"/>
          <p14:tracePt t="52428" x="7391400" y="1454150"/>
          <p14:tracePt t="52435" x="7321550" y="1454150"/>
          <p14:tracePt t="52449" x="7270750" y="1454150"/>
          <p14:tracePt t="52462" x="7194550" y="1441450"/>
          <p14:tracePt t="52478" x="7023100" y="1409700"/>
          <p14:tracePt t="52495" x="6896100" y="1403350"/>
          <p14:tracePt t="52512" x="6667500" y="1358900"/>
          <p14:tracePt t="52528" x="6457950" y="1320800"/>
          <p14:tracePt t="52546" x="6356350" y="1295400"/>
          <p14:tracePt t="52562" x="6159500" y="1244600"/>
          <p14:tracePt t="52578" x="5981700" y="1238250"/>
          <p14:tracePt t="52597" x="5867400" y="1225550"/>
          <p14:tracePt t="52612" x="5816600" y="1225550"/>
          <p14:tracePt t="52628" x="5784850" y="1219200"/>
          <p14:tracePt t="52645" x="5734050" y="1219200"/>
          <p14:tracePt t="52661" x="5715000" y="1219200"/>
          <p14:tracePt t="52694" x="5702300" y="1231900"/>
          <p14:tracePt t="52711" x="5702300" y="1238250"/>
          <p14:tracePt t="52728" x="5702300" y="1244600"/>
          <p14:tracePt t="52745" x="5702300" y="1250950"/>
          <p14:tracePt t="52777" x="5702300" y="1257300"/>
          <p14:tracePt t="52807" x="5702300" y="1270000"/>
          <p14:tracePt t="52820" x="5702300" y="1276350"/>
          <p14:tracePt t="52849" x="5702300" y="1289050"/>
          <p14:tracePt t="52870" x="5695950" y="1289050"/>
          <p14:tracePt t="52878" x="5689600" y="1295400"/>
          <p14:tracePt t="52883" x="5683250" y="1308100"/>
          <p14:tracePt t="52897" x="5683250" y="1320800"/>
          <p14:tracePt t="52910" x="5670550" y="1333500"/>
          <p14:tracePt t="52927" x="5657850" y="1352550"/>
          <p14:tracePt t="52961" x="5638800" y="1371600"/>
          <p14:tracePt t="52977" x="5626100" y="1390650"/>
          <p14:tracePt t="52993" x="5619750" y="1390650"/>
          <p14:tracePt t="53010" x="5613400" y="1397000"/>
          <p14:tracePt t="53027" x="5607050" y="1397000"/>
          <p14:tracePt t="53043" x="5600700" y="1403350"/>
          <p14:tracePt t="53080" x="5594350" y="1409700"/>
          <p14:tracePt t="53179" x="5600700" y="1403350"/>
          <p14:tracePt t="53199" x="5600700" y="1397000"/>
          <p14:tracePt t="53221" x="5607050" y="1397000"/>
          <p14:tracePt t="53249" x="5613400" y="1397000"/>
          <p14:tracePt t="53270" x="5619750" y="1390650"/>
          <p14:tracePt t="53277" x="5619750" y="1384300"/>
          <p14:tracePt t="53290" x="5626100" y="1384300"/>
          <p14:tracePt t="53298" x="5626100" y="1377950"/>
          <p14:tracePt t="53312" x="5638800" y="1371600"/>
          <p14:tracePt t="53326" x="5664200" y="1371600"/>
          <p14:tracePt t="53342" x="5721350" y="1358900"/>
          <p14:tracePt t="53359" x="5772150" y="1358900"/>
          <p14:tracePt t="53375" x="5943600" y="1339850"/>
          <p14:tracePt t="53392" x="6159500" y="1327150"/>
          <p14:tracePt t="53409" x="6280150" y="1327150"/>
          <p14:tracePt t="53425" x="6578600" y="1333500"/>
          <p14:tracePt t="53442" x="6908800" y="1352550"/>
          <p14:tracePt t="53460" x="7207250" y="1377950"/>
          <p14:tracePt t="53475" x="7340600" y="1397000"/>
          <p14:tracePt t="53492" x="7569200" y="1428750"/>
          <p14:tracePt t="53509" x="7708900" y="1441450"/>
          <p14:tracePt t="53525" x="7766050" y="1447800"/>
          <p14:tracePt t="53542" x="7810500" y="1447800"/>
          <p14:tracePt t="53558" x="7835900" y="1447800"/>
          <p14:tracePt t="53599" x="7842250" y="1447800"/>
          <p14:tracePt t="53628" x="7842250" y="1441450"/>
          <p14:tracePt t="53698" x="7848600" y="1435100"/>
          <p14:tracePt t="53719" x="7854950" y="1435100"/>
          <p14:tracePt t="53747" x="7854950" y="1428750"/>
          <p14:tracePt t="53789" x="7861300" y="1422400"/>
          <p14:tracePt t="53810" x="7867650" y="1416050"/>
          <p14:tracePt t="53838" x="7874000" y="1409700"/>
          <p14:tracePt t="53872" x="7880350" y="1409700"/>
          <p14:tracePt t="53887" x="7886700" y="1409700"/>
          <p14:tracePt t="53908" x="7893050" y="1409700"/>
          <p14:tracePt t="53929" x="7893050" y="1403350"/>
          <p14:tracePt t="53951" x="7899400" y="1403350"/>
          <p14:tracePt t="53958" x="7905750" y="1403350"/>
          <p14:tracePt t="53971" x="7912100" y="1397000"/>
          <p14:tracePt t="53993" x="7918450" y="1397000"/>
          <p14:tracePt t="54021" x="7924800" y="1390650"/>
          <p14:tracePt t="54049" x="7931150" y="1390650"/>
          <p14:tracePt t="54070" x="7931150" y="1384300"/>
          <p14:tracePt t="54098" x="7937500" y="1384300"/>
          <p14:tracePt t="54133" x="7943850" y="1377950"/>
          <p14:tracePt t="54161" x="7950200" y="1371600"/>
          <p14:tracePt t="54663" x="7937500" y="1371600"/>
          <p14:tracePt t="54670" x="7918450" y="1371600"/>
          <p14:tracePt t="54685" x="7905750" y="1371600"/>
          <p14:tracePt t="54691" x="7886700" y="1371600"/>
          <p14:tracePt t="54707" x="7867650" y="1371600"/>
          <p14:tracePt t="54721" x="7842250" y="1371600"/>
          <p14:tracePt t="54737" x="7804150" y="1371600"/>
          <p14:tracePt t="54756" x="7759700" y="1377950"/>
          <p14:tracePt t="54771" x="7740650" y="1384300"/>
          <p14:tracePt t="54787" x="7715250" y="1384300"/>
          <p14:tracePt t="54804" x="7702550" y="1384300"/>
          <p14:tracePt t="54820" x="7696200" y="1384300"/>
          <p14:tracePt t="54837" x="7677150" y="1384300"/>
          <p14:tracePt t="54853" x="7664450" y="1384300"/>
          <p14:tracePt t="54871" x="7658100" y="1384300"/>
          <p14:tracePt t="54888" x="7651750" y="1384300"/>
          <p14:tracePt t="54904" x="7639050" y="1384300"/>
          <p14:tracePt t="54937" x="7632700" y="1390650"/>
          <p14:tracePt t="54953" x="7626350" y="1390650"/>
          <p14:tracePt t="54973" x="7620000" y="1390650"/>
          <p14:tracePt t="55014" x="7613650" y="1390650"/>
          <p14:tracePt t="55127" x="7620000" y="1390650"/>
          <p14:tracePt t="55154" x="7632700" y="1390650"/>
          <p14:tracePt t="55176" x="7639050" y="1390650"/>
          <p14:tracePt t="55182" x="7645400" y="1397000"/>
          <p14:tracePt t="55197" x="7651750" y="1403350"/>
          <p14:tracePt t="55206" x="7658100" y="1403350"/>
          <p14:tracePt t="55219" x="7664450" y="1409700"/>
          <p14:tracePt t="55236" x="7702550" y="1435100"/>
          <p14:tracePt t="55253" x="7747000" y="1460500"/>
          <p14:tracePt t="55269" x="7778750" y="1485900"/>
          <p14:tracePt t="55286" x="7842250" y="1524000"/>
          <p14:tracePt t="55302" x="7905750" y="1574800"/>
          <p14:tracePt t="55319" x="7937500" y="1600200"/>
          <p14:tracePt t="55335" x="7975600" y="1625600"/>
          <p14:tracePt t="55352" x="8039100" y="1682750"/>
          <p14:tracePt t="55368" x="8051800" y="1695450"/>
          <p14:tracePt t="55386" x="8077200" y="1714500"/>
          <p14:tracePt t="55402" x="8083550" y="1727200"/>
          <p14:tracePt t="55418" x="8096250" y="1733550"/>
          <p14:tracePt t="55451" x="8096250" y="1739900"/>
          <p14:tracePt t="55486" x="8102600" y="1746250"/>
          <p14:tracePt t="55772" x="8102600" y="1739900"/>
          <p14:tracePt t="55793" x="8096250" y="1733550"/>
          <p14:tracePt t="55834" x="8089900" y="1733550"/>
          <p14:tracePt t="55842" x="8089900" y="1727200"/>
          <p14:tracePt t="55863" x="8083550" y="1720850"/>
          <p14:tracePt t="55878" x="8083550" y="1714500"/>
          <p14:tracePt t="55886" x="8077200" y="1714500"/>
          <p14:tracePt t="55900" x="8077200" y="1708150"/>
          <p14:tracePt t="55917" x="8070850" y="1701800"/>
          <p14:tracePt t="55934" x="8058150" y="1695450"/>
          <p14:tracePt t="55967" x="8051800" y="1689100"/>
          <p14:tracePt t="55983" x="8045450" y="1682750"/>
          <p14:tracePt t="55999" x="8045450" y="1676400"/>
          <p14:tracePt t="56025" x="8039100" y="1670050"/>
          <p14:tracePt t="56039" x="8032750" y="1670050"/>
          <p14:tracePt t="56067" x="8026400" y="1670050"/>
          <p14:tracePt t="56074" x="8020050" y="1670050"/>
          <p14:tracePt t="56095" x="8013700" y="1663700"/>
          <p14:tracePt t="56117" x="8007350" y="1663700"/>
          <p14:tracePt t="56158" x="8001000" y="1663700"/>
          <p14:tracePt t="56186" x="7988300" y="1663700"/>
          <p14:tracePt t="56214" x="7981950" y="1663700"/>
          <p14:tracePt t="56235" x="7969250" y="1663700"/>
          <p14:tracePt t="56256" x="7962900" y="1663700"/>
          <p14:tracePt t="56270" x="7962900" y="1657350"/>
          <p14:tracePt t="56284" x="7956550" y="1657350"/>
          <p14:tracePt t="56300" x="7950200" y="1657350"/>
          <p14:tracePt t="56305" x="7937500" y="1657350"/>
          <p14:tracePt t="56319" x="7931150" y="1657350"/>
          <p14:tracePt t="56332" x="7918450" y="1657350"/>
          <p14:tracePt t="56349" x="7880350" y="1638300"/>
          <p14:tracePt t="56365" x="7861300" y="1638300"/>
          <p14:tracePt t="56382" x="7797800" y="1631950"/>
          <p14:tracePt t="56398" x="7721600" y="1631950"/>
          <p14:tracePt t="56415" x="7683500" y="1625600"/>
          <p14:tracePt t="56432" x="7550150" y="1625600"/>
          <p14:tracePt t="56448" x="7385050" y="1625600"/>
          <p14:tracePt t="56465" x="7308850" y="1625600"/>
          <p14:tracePt t="56481" x="7131050" y="1625600"/>
          <p14:tracePt t="56498" x="6953250" y="1625600"/>
          <p14:tracePt t="56515" x="6838950" y="1625600"/>
          <p14:tracePt t="56531" x="6597650" y="1606550"/>
          <p14:tracePt t="56548" x="6483350" y="1593850"/>
          <p14:tracePt t="56565" x="6134100" y="1581150"/>
          <p14:tracePt t="56581" x="6007100" y="1587500"/>
          <p14:tracePt t="56598" x="5880100" y="1587500"/>
          <p14:tracePt t="56614" x="5638800" y="1574800"/>
          <p14:tracePt t="56631" x="5359400" y="1562100"/>
          <p14:tracePt t="56648" x="5219700" y="1549400"/>
          <p14:tracePt t="56664" x="4914900" y="1543050"/>
          <p14:tracePt t="56681" x="4616450" y="1504950"/>
          <p14:tracePt t="56698" x="4267200" y="1441450"/>
          <p14:tracePt t="56714" x="4140200" y="1422400"/>
          <p14:tracePt t="56731" x="3854450" y="1390650"/>
          <p14:tracePt t="56748" x="3556000" y="1358900"/>
          <p14:tracePt t="56764" x="3429000" y="1346200"/>
          <p14:tracePt t="56780" x="3200400" y="1301750"/>
          <p14:tracePt t="56797" x="2971800" y="1270000"/>
          <p14:tracePt t="56813" x="2857500" y="1263650"/>
          <p14:tracePt t="56831" x="2673350" y="1244600"/>
          <p14:tracePt t="56847" x="2489200" y="1200150"/>
          <p14:tracePt t="56863" x="2400300" y="1181100"/>
          <p14:tracePt t="56881" x="2203450" y="1130300"/>
          <p14:tracePt t="56897" x="2114550" y="1117600"/>
          <p14:tracePt t="56913" x="1936750" y="1079500"/>
          <p14:tracePt t="56930" x="1778000" y="1028700"/>
          <p14:tracePt t="56946" x="1695450" y="1009650"/>
          <p14:tracePt t="56963" x="1524000" y="958850"/>
          <p14:tracePt t="56980" x="1352550" y="908050"/>
          <p14:tracePt t="56996" x="1289050" y="901700"/>
          <p14:tracePt t="57013" x="1193800" y="882650"/>
          <p14:tracePt t="57029" x="1155700" y="876300"/>
          <p14:tracePt t="57046" x="1130300" y="863600"/>
          <p14:tracePt t="57063" x="1111250" y="857250"/>
          <p14:tracePt t="57079" x="1104900" y="857250"/>
          <p14:tracePt t="57115" x="1104900" y="863600"/>
          <p14:tracePt t="57129" x="1104900" y="869950"/>
          <p14:tracePt t="57145" x="1111250" y="882650"/>
          <p14:tracePt t="57163" x="1117600" y="889000"/>
          <p14:tracePt t="57179" x="1117600" y="895350"/>
          <p14:tracePt t="57196" x="1123950" y="908050"/>
          <p14:tracePt t="57212" x="1123950" y="933450"/>
          <p14:tracePt t="57229" x="1123950" y="939800"/>
          <p14:tracePt t="57246" x="1123950" y="958850"/>
          <p14:tracePt t="57262" x="1123950" y="965200"/>
          <p14:tracePt t="57279" x="1123950" y="971550"/>
          <p14:tracePt t="57295" x="1123950" y="984250"/>
          <p14:tracePt t="57312" x="1123950" y="1003300"/>
          <p14:tracePt t="57328" x="1123950" y="1016000"/>
          <p14:tracePt t="57345" x="1130300" y="1028700"/>
          <p14:tracePt t="57362" x="1136650" y="1035050"/>
          <p14:tracePt t="57379" x="1143000" y="1047750"/>
          <p14:tracePt t="57395" x="1143000" y="1054100"/>
          <p14:tracePt t="57412" x="1162050" y="1066800"/>
          <p14:tracePt t="57429" x="1187450" y="1085850"/>
          <p14:tracePt t="57445" x="1200150" y="1092200"/>
          <p14:tracePt t="57461" x="1225550" y="1098550"/>
          <p14:tracePt t="57478" x="1289050" y="1123950"/>
          <p14:tracePt t="57495" x="1314450" y="1123950"/>
          <p14:tracePt t="57512" x="1358900" y="1123950"/>
          <p14:tracePt t="57528" x="1371600" y="1123950"/>
          <p14:tracePt t="57544" x="1403350" y="1123950"/>
          <p14:tracePt t="57561" x="1409700" y="1123950"/>
          <p14:tracePt t="57578" x="1416050" y="1111250"/>
          <p14:tracePt t="57594" x="1422400" y="1098550"/>
          <p14:tracePt t="57611" x="1435100" y="1085850"/>
          <p14:tracePt t="57644" x="1441450" y="1079500"/>
          <p14:tracePt t="57661" x="1447800" y="1079500"/>
          <p14:tracePt t="57681" x="1447800" y="1073150"/>
          <p14:tracePt t="57722" x="1447800" y="1066800"/>
          <p14:tracePt t="57729" x="1454150" y="1066800"/>
          <p14:tracePt t="57751" x="1460500" y="1060450"/>
          <p14:tracePt t="57779" x="1460500" y="1054100"/>
          <p14:tracePt t="57800" x="1466850" y="1054100"/>
          <p14:tracePt t="57850" x="1473200" y="1047750"/>
          <p14:tracePt t="57934" x="1479550" y="1047750"/>
          <p14:tracePt t="57961" x="1485900" y="1047750"/>
          <p14:tracePt t="58010" x="1492250" y="1054100"/>
          <p14:tracePt t="58032" x="1498600" y="1054100"/>
          <p14:tracePt t="58039" x="1504950" y="1060450"/>
          <p14:tracePt t="58052" x="1511300" y="1060450"/>
          <p14:tracePt t="58063" x="1517650" y="1060450"/>
          <p14:tracePt t="58076" x="1530350" y="1066800"/>
          <p14:tracePt t="58093" x="1543050" y="1073150"/>
          <p14:tracePt t="58110" x="1670050" y="1123950"/>
          <p14:tracePt t="58126" x="1739900" y="1155700"/>
          <p14:tracePt t="58142" x="1828800" y="1174750"/>
          <p14:tracePt t="58159" x="2114550" y="1276350"/>
          <p14:tracePt t="58176" x="2222500" y="1295400"/>
          <p14:tracePt t="58179" x="2324100" y="1327150"/>
          <p14:tracePt t="58195" x="2413000" y="1346200"/>
          <p14:tracePt t="58210" x="2508250" y="1371600"/>
          <p14:tracePt t="58225" x="2660650" y="1390650"/>
          <p14:tracePt t="58242" x="2730500" y="1409700"/>
          <p14:tracePt t="58259" x="2825750" y="1422400"/>
          <p14:tracePt t="58275" x="2901950" y="1435100"/>
          <p14:tracePt t="58292" x="2971800" y="1441450"/>
          <p14:tracePt t="58309" x="3003550" y="1441450"/>
          <p14:tracePt t="58325" x="3048000" y="1441450"/>
          <p14:tracePt t="58342" x="3098800" y="1454150"/>
          <p14:tracePt t="58358" x="3130550" y="1454150"/>
          <p14:tracePt t="58376" x="3187700" y="1454150"/>
          <p14:tracePt t="58392" x="3263900" y="1460500"/>
          <p14:tracePt t="58409" x="3295650" y="1460500"/>
          <p14:tracePt t="58425" x="3352800" y="1479550"/>
          <p14:tracePt t="58441" x="3378200" y="1485900"/>
          <p14:tracePt t="58458" x="3454400" y="1498600"/>
          <p14:tracePt t="58475" x="3517900" y="1504950"/>
          <p14:tracePt t="58492" x="3562350" y="1504950"/>
          <p14:tracePt t="58508" x="3625850" y="1504950"/>
          <p14:tracePt t="58525" x="3689350" y="1498600"/>
          <p14:tracePt t="58541" x="3708400" y="1492250"/>
          <p14:tracePt t="58558" x="3746500" y="1485900"/>
          <p14:tracePt t="58574" x="3784600" y="1479550"/>
          <p14:tracePt t="58591" x="3803650" y="1473200"/>
          <p14:tracePt t="58608" x="3835400" y="1466850"/>
          <p14:tracePt t="58624" x="3860800" y="1460500"/>
          <p14:tracePt t="58640" x="3873500" y="1460500"/>
          <p14:tracePt t="58657" x="3892550" y="1447800"/>
          <p14:tracePt t="58674" x="3911600" y="1435100"/>
          <p14:tracePt t="58692" x="3917950" y="1428750"/>
          <p14:tracePt t="58707" x="3924300" y="1428750"/>
          <p14:tracePt t="58724" x="3930650" y="1428750"/>
          <p14:tracePt t="58741" x="3937000" y="1428750"/>
          <p14:tracePt t="58773" x="3943350" y="1428750"/>
          <p14:tracePt t="58797" x="3949700" y="1428750"/>
          <p14:tracePt t="58832" x="3956050" y="1428750"/>
          <p14:tracePt t="58853" x="3962400" y="1428750"/>
          <p14:tracePt t="58881" x="3968750" y="1428750"/>
          <p14:tracePt t="58902" x="3975100" y="1428750"/>
          <p14:tracePt t="58924" x="3981450" y="1428750"/>
          <p14:tracePt t="58944" x="3987800" y="1435100"/>
          <p14:tracePt t="58986" x="3987800" y="1441450"/>
          <p14:tracePt t="58993" x="3994150" y="1441450"/>
          <p14:tracePt t="59021" x="3994150" y="1447800"/>
          <p14:tracePt t="59043" x="4000500" y="1454150"/>
          <p14:tracePt t="59091" x="4006850" y="1460500"/>
          <p14:tracePt t="59113" x="4006850" y="1466850"/>
          <p14:tracePt t="59119" x="4006850" y="1473200"/>
          <p14:tracePt t="69699" x="3994150" y="1473200"/>
          <p14:tracePt t="69713" x="3975100" y="1473200"/>
          <p14:tracePt t="69722" x="3949700" y="1473200"/>
          <p14:tracePt t="69736" x="3917950" y="1466850"/>
          <p14:tracePt t="69752" x="3879850" y="1466850"/>
          <p14:tracePt t="69770" x="3771900" y="1454150"/>
          <p14:tracePt t="69786" x="3733800" y="1454150"/>
          <p14:tracePt t="69802" x="3683000" y="1454150"/>
          <p14:tracePt t="69819" x="3581400" y="1454150"/>
          <p14:tracePt t="69835" x="3556000" y="1454150"/>
          <p14:tracePt t="69852" x="3524250" y="1454150"/>
          <p14:tracePt t="69868" x="3479800" y="1441450"/>
          <p14:tracePt t="69885" x="3416300" y="1428750"/>
          <p14:tracePt t="69902" x="3390900" y="1428750"/>
          <p14:tracePt t="69918" x="3333750" y="1416050"/>
          <p14:tracePt t="69935" x="3257550" y="1397000"/>
          <p14:tracePt t="69952" x="3187700" y="1371600"/>
          <p14:tracePt t="69968" x="3149600" y="1371600"/>
          <p14:tracePt t="69985" x="3098800" y="1358900"/>
          <p14:tracePt t="70002" x="3054350" y="1352550"/>
          <p14:tracePt t="70018" x="3041650" y="1346200"/>
          <p14:tracePt t="70034" x="3022600" y="1339850"/>
          <p14:tracePt t="70051" x="2965450" y="1282700"/>
          <p14:tracePt t="70068" x="2933700" y="1263650"/>
          <p14:tracePt t="70085" x="2876550" y="1219200"/>
          <p14:tracePt t="70101" x="2844800" y="1193800"/>
          <p14:tracePt t="70118" x="2794000" y="1155700"/>
          <p14:tracePt t="70135" x="2749550" y="1130300"/>
          <p14:tracePt t="70151" x="2736850" y="1117600"/>
          <p14:tracePt t="70167" x="2724150" y="1111250"/>
          <p14:tracePt t="70185" x="2711450" y="1111250"/>
          <p14:tracePt t="70253" x="2711450" y="1117600"/>
          <p14:tracePt t="70281" x="2711450" y="1123950"/>
          <p14:tracePt t="70302" x="2717800" y="1130300"/>
          <p14:tracePt t="70331" x="2717800" y="1136650"/>
          <p14:tracePt t="70373" x="2717800" y="1143000"/>
          <p14:tracePt t="70422" x="2717800" y="1149350"/>
          <p14:tracePt t="70456" x="2717800" y="1155700"/>
          <p14:tracePt t="70513" x="2717800" y="1162050"/>
          <p14:tracePt t="70541" x="2717800" y="1168400"/>
          <p14:tracePt t="71254" x="2724150" y="1168400"/>
          <p14:tracePt t="71268" x="2730500" y="1168400"/>
          <p14:tracePt t="71275" x="2743200" y="1162050"/>
          <p14:tracePt t="71289" x="2749550" y="1155700"/>
          <p14:tracePt t="71299" x="2762250" y="1149350"/>
          <p14:tracePt t="71313" x="2768600" y="1143000"/>
          <p14:tracePt t="71330" x="2787650" y="1136650"/>
          <p14:tracePt t="71347" x="2800350" y="1130300"/>
          <p14:tracePt t="71363" x="2806700" y="1130300"/>
          <p14:tracePt t="71380" x="2813050" y="1130300"/>
          <p14:tracePt t="71396" x="2825750" y="1130300"/>
          <p14:tracePt t="71430" x="2838450" y="1130300"/>
          <p14:tracePt t="71446" x="2844800" y="1130300"/>
          <p14:tracePt t="71463" x="2851150" y="1130300"/>
          <p14:tracePt t="71480" x="2863850" y="1130300"/>
          <p14:tracePt t="71496" x="2870200" y="1130300"/>
          <p14:tracePt t="71514" x="2901950" y="1136650"/>
          <p14:tracePt t="71529" x="2914650" y="1136650"/>
          <p14:tracePt t="71546" x="2933700" y="1136650"/>
          <p14:tracePt t="71563" x="2959100" y="1136650"/>
          <p14:tracePt t="71579" x="2971800" y="1136650"/>
          <p14:tracePt t="71596" x="2984500" y="1136650"/>
          <p14:tracePt t="71612" x="2997200" y="1136650"/>
          <p14:tracePt t="71629" x="3003550" y="1136650"/>
          <p14:tracePt t="71646" x="3003550" y="1130300"/>
          <p14:tracePt t="75548" x="3003550" y="1143000"/>
          <p14:tracePt t="75554" x="3009900" y="1168400"/>
          <p14:tracePt t="75569" x="3009900" y="1193800"/>
          <p14:tracePt t="75583" x="3016250" y="1250950"/>
          <p14:tracePt t="75598" x="3016250" y="1276350"/>
          <p14:tracePt t="75615" x="3016250" y="1308100"/>
          <p14:tracePt t="75632" x="3016250" y="1352550"/>
          <p14:tracePt t="75649" x="3022600" y="1377950"/>
          <p14:tracePt t="75665" x="3022600" y="1416050"/>
          <p14:tracePt t="75681" x="3022600" y="1441450"/>
          <p14:tracePt t="75698" x="3022600" y="1454150"/>
          <p14:tracePt t="75715" x="3022600" y="1466850"/>
          <p14:tracePt t="75731" x="3016250" y="1479550"/>
          <p14:tracePt t="75748" x="3009900" y="1498600"/>
          <p14:tracePt t="75765" x="3009900" y="1504950"/>
          <p14:tracePt t="75781" x="3009900" y="1511300"/>
          <p14:tracePt t="75798" x="3009900" y="1530350"/>
          <p14:tracePt t="75815" x="3009900" y="1543050"/>
          <p14:tracePt t="75856" x="3009900" y="1549400"/>
          <p14:tracePt t="75906" x="3009900" y="1555750"/>
          <p14:tracePt t="75934" x="3009900" y="1562100"/>
          <p14:tracePt t="75955" x="3009900" y="1568450"/>
          <p14:tracePt t="75969" x="3009900" y="1574800"/>
          <p14:tracePt t="75990" x="3009900" y="1581150"/>
          <p14:tracePt t="76025" x="3016250" y="1587500"/>
          <p14:tracePt t="76046" x="3016250" y="1593850"/>
          <p14:tracePt t="76067" x="3022600" y="1600200"/>
          <p14:tracePt t="76108" x="3028950" y="1606550"/>
          <p14:tracePt t="76137" x="3028950" y="1612900"/>
          <p14:tracePt t="76179" x="3041650" y="1612900"/>
          <p14:tracePt t="76207" x="3041650" y="1606550"/>
          <p14:tracePt t="76214" x="3041650" y="1600200"/>
          <p14:tracePt t="76229" x="3041650" y="1593850"/>
          <p14:tracePt t="76250" x="3041650" y="1587500"/>
          <p14:tracePt t="76271" x="3041650" y="1581150"/>
          <p14:tracePt t="76277" x="3041650" y="1574800"/>
          <p14:tracePt t="76285" x="3041650" y="1568450"/>
          <p14:tracePt t="76299" x="3041650" y="1562100"/>
          <p14:tracePt t="76313" x="3035300" y="1549400"/>
          <p14:tracePt t="76329" x="3028950" y="1530350"/>
          <p14:tracePt t="76346" x="3022600" y="1517650"/>
          <p14:tracePt t="76363" x="3009900" y="1492250"/>
          <p14:tracePt t="76379" x="2990850" y="1460500"/>
          <p14:tracePt t="76397" x="2971800" y="1435100"/>
          <p14:tracePt t="76412" x="2965450" y="1422400"/>
          <p14:tracePt t="76429" x="2946400" y="1403350"/>
          <p14:tracePt t="76446" x="2933700" y="1397000"/>
          <p14:tracePt t="76462" x="2927350" y="1384300"/>
          <p14:tracePt t="76479" x="2921000" y="1384300"/>
          <p14:tracePt t="76496" x="2908300" y="1377950"/>
          <p14:tracePt t="76529" x="2901950" y="1377950"/>
          <p14:tracePt t="76565" x="2895600" y="1377950"/>
          <p14:tracePt t="76614" x="2895600" y="1384300"/>
          <p14:tracePt t="76621" x="2895600" y="1390650"/>
          <p14:tracePt t="76643" x="2895600" y="1397000"/>
          <p14:tracePt t="76649" x="2895600" y="1403350"/>
          <p14:tracePt t="76698" x="2895600" y="1409700"/>
          <p14:tracePt t="76706" x="2889250" y="1416050"/>
          <p14:tracePt t="76741" x="2889250" y="1422400"/>
          <p14:tracePt t="76769" x="2889250" y="1428750"/>
          <p14:tracePt t="76797" x="2882900" y="1435100"/>
          <p14:tracePt t="76832" x="2876550" y="1441450"/>
          <p14:tracePt t="76846" x="2870200" y="1441450"/>
          <p14:tracePt t="76881" x="2863850" y="1441450"/>
          <p14:tracePt t="76909" x="2857500" y="1441450"/>
          <p14:tracePt t="76937" x="2857500" y="1447800"/>
          <p14:tracePt t="76972" x="2851150" y="1447800"/>
          <p14:tracePt t="76979" x="2851150" y="1454150"/>
          <p14:tracePt t="76986" x="2844800" y="1454150"/>
          <p14:tracePt t="77042" x="2838450" y="1460500"/>
          <p14:tracePt t="77127" x="2844800" y="1460500"/>
          <p14:tracePt t="77148" x="2851150" y="1460500"/>
          <p14:tracePt t="77183" x="2857500" y="1460500"/>
          <p14:tracePt t="77190" x="2863850" y="1460500"/>
          <p14:tracePt t="77196" x="2870200" y="1460500"/>
          <p14:tracePt t="77218" x="2876550" y="1460500"/>
          <p14:tracePt t="77231" x="2889250" y="1460500"/>
          <p14:tracePt t="77253" x="2895600" y="1454150"/>
          <p14:tracePt t="77263" x="2908300" y="1454150"/>
          <p14:tracePt t="77276" x="2927350" y="1454150"/>
          <p14:tracePt t="77293" x="2971800" y="1454150"/>
          <p14:tracePt t="77310" x="3035300" y="1454150"/>
          <p14:tracePt t="77326" x="3073400" y="1460500"/>
          <p14:tracePt t="77343" x="3168650" y="1466850"/>
          <p14:tracePt t="77359" x="3238500" y="1479550"/>
          <p14:tracePt t="77376" x="3257550" y="1479550"/>
          <p14:tracePt t="77393" x="3302000" y="1485900"/>
          <p14:tracePt t="77409" x="3327400" y="1492250"/>
          <p14:tracePt t="77426" x="3327400" y="1498600"/>
          <p14:tracePt t="77443" x="3340100" y="1498600"/>
          <p14:tracePt t="78271" x="3352800" y="1498600"/>
          <p14:tracePt t="78285" x="3365500" y="1492250"/>
          <p14:tracePt t="78292" x="3378200" y="1485900"/>
          <p14:tracePt t="78307" x="3390900" y="1479550"/>
          <p14:tracePt t="78322" x="3409950" y="1473200"/>
          <p14:tracePt t="78340" x="3422650" y="1466850"/>
          <p14:tracePt t="78356" x="3441700" y="1460500"/>
          <p14:tracePt t="78372" x="3454400" y="1454150"/>
          <p14:tracePt t="78389" x="3467100" y="1454150"/>
          <p14:tracePt t="78405" x="3479800" y="1454150"/>
          <p14:tracePt t="78422" x="3486150" y="1454150"/>
          <p14:tracePt t="78439" x="3498850" y="1454150"/>
          <p14:tracePt t="78455" x="3505200" y="1454150"/>
          <p14:tracePt t="78472" x="3511550" y="1454150"/>
          <p14:tracePt t="78505" x="3524250" y="1454150"/>
          <p14:tracePt t="78525" x="3530600" y="1454150"/>
          <p14:tracePt t="78551" x="3536950" y="1454150"/>
          <p14:tracePt t="78586" x="3543300" y="1447800"/>
          <p14:tracePt t="78600" x="3549650" y="1447800"/>
          <p14:tracePt t="78663" x="3556000" y="1447800"/>
          <p14:tracePt t="78691" x="3562350" y="1447800"/>
          <p14:tracePt t="78706" x="3568700" y="1447800"/>
          <p14:tracePt t="78712" x="3575050" y="1447800"/>
          <p14:tracePt t="78734" x="3581400" y="1447800"/>
          <p14:tracePt t="78761" x="3587750" y="1447800"/>
          <p14:tracePt t="78783" x="3594100" y="1447800"/>
          <p14:tracePt t="78804" x="3600450" y="1447800"/>
          <p14:tracePt t="78811" x="3606800" y="1447800"/>
          <p14:tracePt t="78825" x="3613150" y="1447800"/>
          <p14:tracePt t="78837" x="3625850" y="1447800"/>
          <p14:tracePt t="78853" x="3657600" y="1447800"/>
          <p14:tracePt t="78871" x="3676650" y="1447800"/>
          <p14:tracePt t="78888" x="3740150" y="1447800"/>
          <p14:tracePt t="78904" x="3810000" y="1447800"/>
          <p14:tracePt t="78920" x="3848100" y="1447800"/>
          <p14:tracePt t="78937" x="3924300" y="1447800"/>
          <p14:tracePt t="78954" x="3994150" y="1447800"/>
          <p14:tracePt t="78970" x="4019550" y="1447800"/>
          <p14:tracePt t="78987" x="4083050" y="1447800"/>
          <p14:tracePt t="79003" x="4108450" y="1447800"/>
          <p14:tracePt t="79022" x="4191000" y="1422400"/>
          <p14:tracePt t="79036" x="4216400" y="1422400"/>
          <p14:tracePt t="79053" x="4248150" y="1422400"/>
          <p14:tracePt t="79070" x="4318000" y="1416050"/>
          <p14:tracePt t="79086" x="4330700" y="1416050"/>
          <p14:tracePt t="79103" x="4343400" y="1409700"/>
          <p14:tracePt t="79120" x="4362450" y="1403350"/>
          <p14:tracePt t="79136" x="4375150" y="1397000"/>
          <p14:tracePt t="79176" x="4381500" y="1390650"/>
          <p14:tracePt t="79414" x="4375150" y="1390650"/>
          <p14:tracePt t="79491" x="4368800" y="1390650"/>
          <p14:tracePt t="79519" x="4362450" y="1390650"/>
          <p14:tracePt t="80067" x="4349750" y="1390650"/>
          <p14:tracePt t="80073" x="4330700" y="1390650"/>
          <p14:tracePt t="80088" x="4318000" y="1390650"/>
          <p14:tracePt t="80100" x="4298950" y="1390650"/>
          <p14:tracePt t="80117" x="4273550" y="1403350"/>
          <p14:tracePt t="80133" x="4248150" y="1409700"/>
          <p14:tracePt t="80150" x="4222750" y="1422400"/>
          <p14:tracePt t="80166" x="4197350" y="1435100"/>
          <p14:tracePt t="80183" x="4184650" y="1435100"/>
          <p14:tracePt t="80201" x="4152900" y="1441450"/>
          <p14:tracePt t="80217" x="4127500" y="1447800"/>
          <p14:tracePt t="80233" x="4114800" y="1454150"/>
          <p14:tracePt t="80250" x="4083050" y="1454150"/>
          <p14:tracePt t="80266" x="4070350" y="1454150"/>
          <p14:tracePt t="80282" x="4044950" y="1460500"/>
          <p14:tracePt t="80300" x="4025900" y="1460500"/>
          <p14:tracePt t="80316" x="4013200" y="1466850"/>
          <p14:tracePt t="80333" x="4000500" y="1473200"/>
          <p14:tracePt t="80348" x="3994150" y="1473200"/>
          <p14:tracePt t="80365" x="3987800" y="1473200"/>
          <p14:tracePt t="80383" x="3975100" y="1473200"/>
          <p14:tracePt t="80399" x="3975100" y="1479550"/>
          <p14:tracePt t="80416" x="3968750" y="1479550"/>
          <p14:tracePt t="80448" x="3962400" y="1479550"/>
          <p14:tracePt t="80474" x="3956050" y="1485900"/>
          <p14:tracePt t="80495" x="3956050" y="1492250"/>
          <p14:tracePt t="80516" x="3956050" y="1498600"/>
          <p14:tracePt t="80537" x="3956050" y="1504950"/>
          <p14:tracePt t="80544" x="3956050" y="1511300"/>
          <p14:tracePt t="80558" x="3956050" y="1517650"/>
          <p14:tracePt t="80568" x="3956050" y="1524000"/>
          <p14:tracePt t="80581" x="3956050" y="1530350"/>
          <p14:tracePt t="80598" x="3956050" y="1549400"/>
          <p14:tracePt t="80615" x="3968750" y="1581150"/>
          <p14:tracePt t="80632" x="3981450" y="1631950"/>
          <p14:tracePt t="80648" x="3994150" y="1657350"/>
          <p14:tracePt t="80664" x="4013200" y="1708150"/>
          <p14:tracePt t="80681" x="4032250" y="1739900"/>
          <p14:tracePt t="80698" x="4044950" y="1765300"/>
          <p14:tracePt t="80714" x="4044950" y="1778000"/>
          <p14:tracePt t="80731" x="4057650" y="1797050"/>
          <p14:tracePt t="80776" x="4064000" y="1803400"/>
          <p14:tracePt t="80838" x="4070350" y="1809750"/>
          <p14:tracePt t="80867" x="4076700" y="1809750"/>
          <p14:tracePt t="80888" x="4083050" y="1809750"/>
          <p14:tracePt t="80909" x="4089400" y="1809750"/>
          <p14:tracePt t="80915" x="4095750" y="1809750"/>
          <p14:tracePt t="80933" x="4102100" y="1809750"/>
          <p14:tracePt t="80947" x="4108450" y="1809750"/>
          <p14:tracePt t="80964" x="4127500" y="1809750"/>
          <p14:tracePt t="80980" x="4165600" y="1809750"/>
          <p14:tracePt t="80997" x="4191000" y="1809750"/>
          <p14:tracePt t="81014" x="4260850" y="1797050"/>
          <p14:tracePt t="81030" x="4362450" y="1797050"/>
          <p14:tracePt t="81047" x="4413250" y="1797050"/>
          <p14:tracePt t="81064" x="4559300" y="1790700"/>
          <p14:tracePt t="81080" x="4711700" y="1790700"/>
          <p14:tracePt t="81096" x="4800600" y="1778000"/>
          <p14:tracePt t="81113" x="4965700" y="1778000"/>
          <p14:tracePt t="81129" x="5118100" y="1771650"/>
          <p14:tracePt t="81146" x="5194300" y="1771650"/>
          <p14:tracePt t="81163" x="5314950" y="1758950"/>
          <p14:tracePt t="81180" x="5353050" y="1752600"/>
          <p14:tracePt t="81197" x="5435600" y="1739900"/>
          <p14:tracePt t="81212" x="5461000" y="1733550"/>
          <p14:tracePt t="81229" x="5467350" y="1733550"/>
          <p14:tracePt t="81246" x="5486400" y="1727200"/>
          <p14:tracePt t="81263" x="5505450" y="1720850"/>
          <p14:tracePt t="81280" x="5505450" y="1714500"/>
          <p14:tracePt t="81296" x="5511800" y="1714500"/>
          <p14:tracePt t="81323" x="5518150" y="1708150"/>
          <p14:tracePt t="81477" x="5511800" y="1708150"/>
          <p14:tracePt t="81519" x="5505450" y="1708150"/>
          <p14:tracePt t="81541" x="5499100" y="1708150"/>
          <p14:tracePt t="81547" x="5492750" y="1701800"/>
          <p14:tracePt t="81590" x="5486400" y="1701800"/>
          <p14:tracePt t="81604" x="5480050" y="1701800"/>
          <p14:tracePt t="81611" x="5473700" y="1701800"/>
          <p14:tracePt t="81618" x="5467350" y="1701800"/>
          <p14:tracePt t="81639" x="5461000" y="1701800"/>
          <p14:tracePt t="81660" x="5454650" y="1701800"/>
          <p14:tracePt t="81681" x="5448300" y="1701800"/>
          <p14:tracePt t="81688" x="5441950" y="1701800"/>
          <p14:tracePt t="81709" x="5435600" y="1701800"/>
          <p14:tracePt t="81730" x="5429250" y="1701800"/>
          <p14:tracePt t="81745" x="5422900" y="1701800"/>
          <p14:tracePt t="81772" x="5416550" y="1701800"/>
          <p14:tracePt t="81779" x="5410200" y="1701800"/>
          <p14:tracePt t="81800" x="5403850" y="1701800"/>
          <p14:tracePt t="81814" x="5397500" y="1701800"/>
          <p14:tracePt t="81820" x="5391150" y="1701800"/>
          <p14:tracePt t="81830" x="5384800" y="1701800"/>
          <p14:tracePt t="81849" x="5378450" y="1701800"/>
          <p14:tracePt t="81863" x="5372100" y="1701800"/>
          <p14:tracePt t="81878" x="5365750" y="1701800"/>
          <p14:tracePt t="81893" x="5334000" y="1701800"/>
          <p14:tracePt t="81910" x="5314950" y="1701800"/>
          <p14:tracePt t="81927" x="5276850" y="1701800"/>
          <p14:tracePt t="81943" x="5226050" y="1695450"/>
          <p14:tracePt t="81960" x="5194300" y="1695450"/>
          <p14:tracePt t="81977" x="5137150" y="1695450"/>
          <p14:tracePt t="81993" x="5099050" y="1695450"/>
          <p14:tracePt t="82011" x="5060950" y="1695450"/>
          <p14:tracePt t="82026" x="5035550" y="1695450"/>
          <p14:tracePt t="82043" x="5003800" y="1695450"/>
          <p14:tracePt t="82060" x="4978400" y="1701800"/>
          <p14:tracePt t="82076" x="4972050" y="1701800"/>
          <p14:tracePt t="82093" x="4965700" y="1701800"/>
          <p14:tracePt t="82110" x="4959350" y="1708150"/>
          <p14:tracePt t="82165" x="4959350" y="1714500"/>
          <p14:tracePt t="82221" x="4965700" y="1714500"/>
          <p14:tracePt t="82242" x="4972050" y="1720850"/>
          <p14:tracePt t="82249" x="4978400" y="1720850"/>
          <p14:tracePt t="82270" x="4984750" y="1720850"/>
          <p14:tracePt t="82284" x="4991100" y="1720850"/>
          <p14:tracePt t="82292" x="4997450" y="1720850"/>
          <p14:tracePt t="82308" x="5003800" y="1727200"/>
          <p14:tracePt t="82326" x="5048250" y="1739900"/>
          <p14:tracePt t="82341" x="5118100" y="1752600"/>
          <p14:tracePt t="82358" x="5156200" y="1765300"/>
          <p14:tracePt t="82376" x="5251450" y="1778000"/>
          <p14:tracePt t="82392" x="5334000" y="1790700"/>
          <p14:tracePt t="82408" x="5372100" y="1790700"/>
          <p14:tracePt t="82425" x="5422900" y="1797050"/>
          <p14:tracePt t="82442" x="5435600" y="1797050"/>
          <p14:tracePt t="82459" x="5461000" y="1797050"/>
          <p14:tracePt t="82491" x="5467350" y="1797050"/>
          <p14:tracePt t="82523" x="5461000" y="1797050"/>
          <p14:tracePt t="82552" x="5448300" y="1797050"/>
          <p14:tracePt t="82565" x="5441950" y="1790700"/>
          <p14:tracePt t="82572" x="5435600" y="1790700"/>
          <p14:tracePt t="82586" x="5429250" y="1790700"/>
          <p14:tracePt t="82594" x="5422900" y="1790700"/>
          <p14:tracePt t="82608" x="5397500" y="1784350"/>
          <p14:tracePt t="82624" x="5334000" y="1778000"/>
          <p14:tracePt t="82641" x="5283200" y="1778000"/>
          <p14:tracePt t="82657" x="5162550" y="1778000"/>
          <p14:tracePt t="82674" x="4997450" y="1778000"/>
          <p14:tracePt t="82691" x="4806950" y="1778000"/>
          <p14:tracePt t="82707" x="4699000" y="1778000"/>
          <p14:tracePt t="82724" x="4597400" y="1778000"/>
          <p14:tracePt t="82741" x="4292600" y="1778000"/>
          <p14:tracePt t="82757" x="4197350" y="1790700"/>
          <p14:tracePt t="82774" x="4095750" y="1797050"/>
          <p14:tracePt t="82791" x="3854450" y="1797050"/>
          <p14:tracePt t="82807" x="3790950" y="1797050"/>
          <p14:tracePt t="82824" x="3727450" y="1797050"/>
          <p14:tracePt t="82840" x="3625850" y="1797050"/>
          <p14:tracePt t="82857" x="3556000" y="1790700"/>
          <p14:tracePt t="82874" x="3517900" y="1784350"/>
          <p14:tracePt t="82890" x="3505200" y="1784350"/>
          <p14:tracePt t="82907" x="3498850" y="1784350"/>
          <p14:tracePt t="82924" x="3492500" y="1784350"/>
          <p14:tracePt t="82993" x="3505200" y="1784350"/>
          <p14:tracePt t="83021" x="3511550" y="1784350"/>
          <p14:tracePt t="83035" x="3517900" y="1784350"/>
          <p14:tracePt t="83042" x="3524250" y="1784350"/>
          <p14:tracePt t="83059" x="3530600" y="1784350"/>
          <p14:tracePt t="83073" x="3543300" y="1784350"/>
          <p14:tracePt t="83089" x="3549650" y="1784350"/>
          <p14:tracePt t="83106" x="3556000" y="1784350"/>
          <p14:tracePt t="83123" x="3562350" y="1784350"/>
          <p14:tracePt t="83140" x="3581400" y="1784350"/>
          <p14:tracePt t="83156" x="3606800" y="1790700"/>
          <p14:tracePt t="83172" x="3625850" y="1790700"/>
          <p14:tracePt t="83190" x="3670300" y="1790700"/>
          <p14:tracePt t="83206" x="3752850" y="1790700"/>
          <p14:tracePt t="83223" x="3803650" y="1790700"/>
          <p14:tracePt t="83239" x="3911600" y="1809750"/>
          <p14:tracePt t="83255" x="4025900" y="1809750"/>
          <p14:tracePt t="83272" x="4089400" y="1822450"/>
          <p14:tracePt t="83289" x="4197350" y="1828800"/>
          <p14:tracePt t="83306" x="4273550" y="1828800"/>
          <p14:tracePt t="83323" x="4356100" y="1835150"/>
          <p14:tracePt t="83338" x="4394200" y="1847850"/>
          <p14:tracePt t="83355" x="4438650" y="1854200"/>
          <p14:tracePt t="83373" x="4559300" y="1860550"/>
          <p14:tracePt t="83388" x="4610100" y="1860550"/>
          <p14:tracePt t="83405" x="4660900" y="1860550"/>
          <p14:tracePt t="83422" x="4762500" y="1873250"/>
          <p14:tracePt t="83439" x="4895850" y="1879600"/>
          <p14:tracePt t="83455" x="4959350" y="1892300"/>
          <p14:tracePt t="83472" x="5060950" y="1892300"/>
          <p14:tracePt t="83488" x="5156200" y="1885950"/>
          <p14:tracePt t="83506" x="5200650" y="1879600"/>
          <p14:tracePt t="83522" x="5213350" y="1873250"/>
          <p14:tracePt t="83538" x="5245100" y="1866900"/>
          <p14:tracePt t="83555" x="5264150" y="1854200"/>
          <p14:tracePt t="83587" x="5276850" y="1847850"/>
          <p14:tracePt t="83605" x="5283200" y="1847850"/>
          <p14:tracePt t="83621" x="5289550" y="1847850"/>
          <p14:tracePt t="83638" x="5289550" y="1841500"/>
          <p14:tracePt t="83654" x="5302250" y="1841500"/>
          <p14:tracePt t="83671" x="5308600" y="1841500"/>
          <p14:tracePt t="83688" x="5321300" y="1841500"/>
          <p14:tracePt t="83721" x="5334000" y="1847850"/>
          <p14:tracePt t="83738" x="5340350" y="1847850"/>
          <p14:tracePt t="83787" x="5346700" y="1847850"/>
          <p14:tracePt t="89029" x="5359400" y="1847850"/>
          <p14:tracePt t="89036" x="5378450" y="1847850"/>
          <p14:tracePt t="89043" x="5397500" y="1847850"/>
          <p14:tracePt t="89052" x="5422900" y="1847850"/>
          <p14:tracePt t="89069" x="5480050" y="1847850"/>
          <p14:tracePt t="89085" x="5556250" y="1841500"/>
          <p14:tracePt t="89102" x="5607050" y="1841500"/>
          <p14:tracePt t="89118" x="5676900" y="1835150"/>
          <p14:tracePt t="89136" x="5772150" y="1816100"/>
          <p14:tracePt t="89152" x="5829300" y="1809750"/>
          <p14:tracePt t="89169" x="5880100" y="1797050"/>
          <p14:tracePt t="89185" x="5911850" y="1797050"/>
          <p14:tracePt t="89202" x="5924550" y="1790700"/>
          <p14:tracePt t="89219" x="5930900" y="1778000"/>
          <p14:tracePt t="89235" x="5937250" y="1771650"/>
          <p14:tracePt t="89268" x="5943600" y="1752600"/>
          <p14:tracePt t="89285" x="5949950" y="1746250"/>
          <p14:tracePt t="89302" x="5949950" y="1739900"/>
          <p14:tracePt t="89318" x="5949950" y="1733550"/>
          <p14:tracePt t="89334" x="5956300" y="1733550"/>
          <p14:tracePt t="89351" x="5962650" y="1727200"/>
          <p14:tracePt t="89394" x="5969000" y="1727200"/>
          <p14:tracePt t="89415" x="5975350" y="1727200"/>
          <p14:tracePt t="89436" x="5981700" y="1727200"/>
          <p14:tracePt t="89443" x="5988050" y="1727200"/>
          <p14:tracePt t="89464" x="6000750" y="1727200"/>
          <p14:tracePt t="89478" x="6000750" y="1733550"/>
          <p14:tracePt t="89487" x="6007100" y="1733550"/>
          <p14:tracePt t="89501" x="6026150" y="1739900"/>
          <p14:tracePt t="89517" x="6076950" y="1746250"/>
          <p14:tracePt t="89535" x="6159500" y="1771650"/>
          <p14:tracePt t="89550" x="6203950" y="1778000"/>
          <p14:tracePt t="89567" x="6318250" y="1797050"/>
          <p14:tracePt t="89584" x="6438900" y="1809750"/>
          <p14:tracePt t="89600" x="6502400" y="1809750"/>
          <p14:tracePt t="89617" x="6553200" y="1809750"/>
          <p14:tracePt t="89633" x="6654800" y="1809750"/>
          <p14:tracePt t="89650" x="6737350" y="1809750"/>
          <p14:tracePt t="89667" x="6775450" y="1803400"/>
          <p14:tracePt t="89683" x="6870700" y="1803400"/>
          <p14:tracePt t="89700" x="6940550" y="1790700"/>
          <p14:tracePt t="89717" x="6991350" y="1784350"/>
          <p14:tracePt t="89733" x="7016750" y="1784350"/>
          <p14:tracePt t="89750" x="7067550" y="1784350"/>
          <p14:tracePt t="89767" x="7112000" y="1784350"/>
          <p14:tracePt t="89783" x="7143750" y="1784350"/>
          <p14:tracePt t="89800" x="7194550" y="1778000"/>
          <p14:tracePt t="89816" x="7245350" y="1778000"/>
          <p14:tracePt t="89833" x="7270750" y="1778000"/>
          <p14:tracePt t="89850" x="7308850" y="1778000"/>
          <p14:tracePt t="89866" x="7346950" y="1784350"/>
          <p14:tracePt t="89882" x="7359650" y="1784350"/>
          <p14:tracePt t="89900" x="7372350" y="1784350"/>
          <p14:tracePt t="89932" x="7378700" y="1784350"/>
          <p14:tracePt t="89956" x="7378700" y="1778000"/>
          <p14:tracePt t="89977" x="7378700" y="1771650"/>
          <p14:tracePt t="89998" x="7366000" y="1765300"/>
          <p14:tracePt t="90047" x="7359650" y="1758950"/>
          <p14:tracePt t="90068" x="7353300" y="1758950"/>
          <p14:tracePt t="90074" x="7346950" y="1758950"/>
          <p14:tracePt t="90089" x="7340600" y="1758950"/>
          <p14:tracePt t="90098" x="7334250" y="1758950"/>
          <p14:tracePt t="90114" x="7315200" y="1752600"/>
          <p14:tracePt t="90132" x="7251700" y="1733550"/>
          <p14:tracePt t="90148" x="7092950" y="1701800"/>
          <p14:tracePt t="90166" x="6851650" y="1670050"/>
          <p14:tracePt t="90182" x="6705600" y="1651000"/>
          <p14:tracePt t="90198" x="6534150" y="1625600"/>
          <p14:tracePt t="90215" x="5994400" y="1536700"/>
          <p14:tracePt t="90231" x="5842000" y="1504950"/>
          <p14:tracePt t="90248" x="5727700" y="1479550"/>
          <p14:tracePt t="90265" x="5543550" y="1454150"/>
          <p14:tracePt t="90281" x="5410200" y="1422400"/>
          <p14:tracePt t="90298" x="5327650" y="1397000"/>
          <p14:tracePt t="90314" x="5308600" y="1390650"/>
          <p14:tracePt t="90727" x="5264150" y="1409700"/>
          <p14:tracePt t="90741" x="5200650" y="1441450"/>
          <p14:tracePt t="90749" x="5105400" y="1466850"/>
          <p14:tracePt t="90765" x="5003800" y="1511300"/>
          <p14:tracePt t="90780" x="4768850" y="1606550"/>
          <p14:tracePt t="90797" x="4660900" y="1638300"/>
          <p14:tracePt t="90813" x="4432300" y="1689100"/>
          <p14:tracePt t="90829" x="4127500" y="1727200"/>
          <p14:tracePt t="90847" x="3803650" y="1784350"/>
          <p14:tracePt t="90862" x="3670300" y="1797050"/>
          <p14:tracePt t="90879" x="3340100" y="1828800"/>
          <p14:tracePt t="90896" x="3098800" y="1828800"/>
          <p14:tracePt t="90912" x="3009900" y="1828800"/>
          <p14:tracePt t="90916" x="2933700" y="1828800"/>
          <p14:tracePt t="90946" x="2692400" y="1816100"/>
          <p14:tracePt t="90962" x="2603500" y="1809750"/>
          <p14:tracePt t="90979" x="2520950" y="1790700"/>
          <p14:tracePt t="90995" x="2425700" y="1758950"/>
          <p14:tracePt t="91012" x="2305050" y="1739900"/>
          <p14:tracePt t="91030" x="2197100" y="1714500"/>
          <p14:tracePt t="91045" x="2146300" y="1708150"/>
          <p14:tracePt t="91062" x="2012950" y="1670050"/>
          <p14:tracePt t="91079" x="1917700" y="1651000"/>
          <p14:tracePt t="91095" x="1885950" y="1644650"/>
          <p14:tracePt t="91112" x="1866900" y="1638300"/>
          <p14:tracePt t="91128" x="1809750" y="1631950"/>
          <p14:tracePt t="91144" x="1797050" y="1625600"/>
          <p14:tracePt t="91170" x="1790700" y="1625600"/>
          <p14:tracePt t="91282" x="1784350" y="1625600"/>
          <p14:tracePt t="91289" x="1778000" y="1625600"/>
          <p14:tracePt t="91303" x="1771650" y="1625600"/>
          <p14:tracePt t="91311" x="1765300" y="1625600"/>
          <p14:tracePt t="91328" x="1752600" y="1625600"/>
          <p14:tracePt t="91345" x="1720850" y="1625600"/>
          <p14:tracePt t="91361" x="1676400" y="1619250"/>
          <p14:tracePt t="91377" x="1625600" y="1619250"/>
          <p14:tracePt t="91394" x="1511300" y="1619250"/>
          <p14:tracePt t="91411" x="1371600" y="1619250"/>
          <p14:tracePt t="91430" x="1212850" y="1619250"/>
          <p14:tracePt t="91444" x="1136650" y="1619250"/>
          <p14:tracePt t="91461" x="1060450" y="1619250"/>
          <p14:tracePt t="91478" x="869950" y="1638300"/>
          <p14:tracePt t="91493" x="812800" y="1644650"/>
          <p14:tracePt t="91511" x="762000" y="1657350"/>
          <p14:tracePt t="91527" x="749300" y="1663700"/>
          <p14:tracePt t="91544" x="730250" y="1663700"/>
          <p14:tracePt t="91560" x="730250" y="1670050"/>
          <p14:tracePt t="91619" x="730250" y="1676400"/>
          <p14:tracePt t="91640" x="736600" y="1676400"/>
          <p14:tracePt t="91654" x="742950" y="1676400"/>
          <p14:tracePt t="91662" x="755650" y="1676400"/>
          <p14:tracePt t="91676" x="768350" y="1676400"/>
          <p14:tracePt t="91693" x="812800" y="1676400"/>
          <p14:tracePt t="91710" x="927100" y="1670050"/>
          <p14:tracePt t="91726" x="1028700" y="1670050"/>
          <p14:tracePt t="91743" x="1257300" y="1670050"/>
          <p14:tracePt t="91760" x="1574800" y="1682750"/>
          <p14:tracePt t="91776" x="1714500" y="1682750"/>
          <p14:tracePt t="91793" x="1873250" y="1695450"/>
          <p14:tracePt t="91809" x="2292350" y="1720850"/>
          <p14:tracePt t="91826" x="2393950" y="1720850"/>
          <p14:tracePt t="91843" x="2470150" y="1727200"/>
          <p14:tracePt t="91859" x="2603500" y="1727200"/>
          <p14:tracePt t="91876" x="2622550" y="1727200"/>
          <p14:tracePt t="91893" x="2647950" y="1727200"/>
          <p14:tracePt t="91909" x="2654300" y="1733550"/>
          <p14:tracePt t="91925" x="2660650" y="1733550"/>
          <p14:tracePt t="91942" x="2667000" y="1739900"/>
          <p14:tracePt t="91959" x="2673350" y="1746250"/>
          <p14:tracePt t="91977" x="2679700" y="1746250"/>
          <p14:tracePt t="91993" x="2686050" y="1752600"/>
          <p14:tracePt t="92061" x="2692400" y="1758950"/>
          <p14:tracePt t="92089" x="2698750" y="1765300"/>
          <p14:tracePt t="92103" x="2705100" y="1771650"/>
          <p14:tracePt t="92111" x="2717800" y="1778000"/>
          <p14:tracePt t="92125" x="2724150" y="1778000"/>
          <p14:tracePt t="92141" x="2730500" y="1784350"/>
          <p14:tracePt t="92159" x="2743200" y="1797050"/>
          <p14:tracePt t="92175" x="2781300" y="1822450"/>
          <p14:tracePt t="92192" x="2800350" y="1835150"/>
          <p14:tracePt t="92208" x="2838450" y="1866900"/>
          <p14:tracePt t="92224" x="2870200" y="1892300"/>
          <p14:tracePt t="92241" x="2882900" y="1905000"/>
          <p14:tracePt t="92258" x="2921000" y="1924050"/>
          <p14:tracePt t="92275" x="2946400" y="1930400"/>
          <p14:tracePt t="95779" x="2946400" y="1924050"/>
          <p14:tracePt t="95793" x="2940050" y="1905000"/>
          <p14:tracePt t="95799" x="2927350" y="1885950"/>
          <p14:tracePt t="95812" x="2921000" y="1879600"/>
          <p14:tracePt t="95829" x="2901950" y="1847850"/>
          <p14:tracePt t="95845" x="2895600" y="1841500"/>
          <p14:tracePt t="95863" x="2882900" y="1816100"/>
          <p14:tracePt t="95879" x="2863850" y="1797050"/>
          <p14:tracePt t="95895" x="2857500" y="1784350"/>
          <p14:tracePt t="95912" x="2832100" y="1758950"/>
          <p14:tracePt t="95928" x="2819400" y="1746250"/>
          <p14:tracePt t="95945" x="2781300" y="1701800"/>
          <p14:tracePt t="95962" x="2755900" y="1663700"/>
          <p14:tracePt t="95978" x="2730500" y="1657350"/>
          <p14:tracePt t="95982" x="2717800" y="1644650"/>
          <p14:tracePt t="95996" x="2711450" y="1638300"/>
          <p14:tracePt t="96011" x="2698750" y="1631950"/>
          <p14:tracePt t="96028" x="2692400" y="1631950"/>
          <p14:tracePt t="96045" x="2686050" y="1631950"/>
          <p14:tracePt t="96061" x="2679700" y="1638300"/>
          <p14:tracePt t="96081" x="2673350" y="1644650"/>
          <p14:tracePt t="96096" x="2673350" y="1651000"/>
          <p14:tracePt t="96110" x="2673350" y="1657350"/>
          <p14:tracePt t="96127" x="2673350" y="1663700"/>
          <p14:tracePt t="96150" x="2673350" y="1670050"/>
          <p14:tracePt t="96164" x="2673350" y="1676400"/>
          <p14:tracePt t="96199" x="2667000" y="1682750"/>
          <p14:tracePt t="96220" x="2667000" y="1689100"/>
          <p14:tracePt t="96241" x="2667000" y="1695450"/>
          <p14:tracePt t="96283" x="2667000" y="1701800"/>
          <p14:tracePt t="96332" x="2660650" y="1701800"/>
          <p14:tracePt t="96339" x="2660650" y="1708150"/>
          <p14:tracePt t="96374" x="2654300" y="1708150"/>
          <p14:tracePt t="96409" x="2647950" y="1708150"/>
          <p14:tracePt t="96445" x="2641600" y="1708150"/>
          <p14:tracePt t="96500" x="2641600" y="1701800"/>
          <p14:tracePt t="96529" x="2635250" y="1695450"/>
          <p14:tracePt t="96550" x="2628900" y="1689100"/>
          <p14:tracePt t="96585" x="2622550" y="1689100"/>
          <p14:tracePt t="96591" x="2616200" y="1689100"/>
          <p14:tracePt t="96599" x="2616200" y="1682750"/>
          <p14:tracePt t="96613" x="2609850" y="1682750"/>
          <p14:tracePt t="96626" x="2603500" y="1682750"/>
          <p14:tracePt t="96642" x="2590800" y="1682750"/>
          <p14:tracePt t="96676" x="2565400" y="1676400"/>
          <p14:tracePt t="96692" x="2514600" y="1676400"/>
          <p14:tracePt t="96709" x="2482850" y="1670050"/>
          <p14:tracePt t="96726" x="2425700" y="1663700"/>
          <p14:tracePt t="96742" x="2349500" y="1651000"/>
          <p14:tracePt t="96759" x="2305050" y="1651000"/>
          <p14:tracePt t="96775" x="2228850" y="1644650"/>
          <p14:tracePt t="96792" x="2190750" y="1644650"/>
          <p14:tracePt t="96809" x="2108200" y="1644650"/>
          <p14:tracePt t="96825" x="2089150" y="1644650"/>
          <p14:tracePt t="96842" x="2070100" y="1644650"/>
          <p14:tracePt t="96858" x="2044700" y="1644650"/>
          <p14:tracePt t="96875" x="2019300" y="1644650"/>
          <p14:tracePt t="96892" x="2012950" y="1644650"/>
          <p14:tracePt t="96908" x="2000250" y="1644650"/>
          <p14:tracePt t="96924" x="1981200" y="1651000"/>
          <p14:tracePt t="96942" x="1968500" y="1651000"/>
          <p14:tracePt t="96958" x="1962150" y="1657350"/>
          <p14:tracePt t="96975" x="1955800" y="1657350"/>
          <p14:tracePt t="97012" x="1949450" y="1657350"/>
          <p14:tracePt t="97024" x="1943100" y="1657350"/>
          <p14:tracePt t="97061" x="1943100" y="1663700"/>
          <p14:tracePt t="97111" x="1943100" y="1670050"/>
          <p14:tracePt t="97153" x="1949450" y="1670050"/>
          <p14:tracePt t="97159" x="1949450" y="1676400"/>
          <p14:tracePt t="97181" x="1955800" y="1682750"/>
          <p14:tracePt t="97195" x="1962150" y="1682750"/>
          <p14:tracePt t="97209" x="1968500" y="1682750"/>
          <p14:tracePt t="97224" x="1993900" y="1689100"/>
          <p14:tracePt t="97240" x="2012950" y="1689100"/>
          <p14:tracePt t="97258" x="2063750" y="1695450"/>
          <p14:tracePt t="97274" x="2120900" y="1714500"/>
          <p14:tracePt t="97290" x="2159000" y="1714500"/>
          <p14:tracePt t="97307" x="2241550" y="1727200"/>
          <p14:tracePt t="97323" x="2324100" y="1733550"/>
          <p14:tracePt t="97340" x="2349500" y="1746250"/>
          <p14:tracePt t="97357" x="2400300" y="1746250"/>
          <p14:tracePt t="97373" x="2444750" y="1752600"/>
          <p14:tracePt t="97391" x="2476500" y="1752600"/>
          <p14:tracePt t="97406" x="2489200" y="1752600"/>
          <p14:tracePt t="97423" x="2495550" y="1752600"/>
          <p14:tracePt t="97441" x="2501900" y="1746250"/>
          <p14:tracePt t="97456" x="2508250" y="1746250"/>
          <p14:tracePt t="97473" x="2514600" y="1746250"/>
          <p14:tracePt t="97672" x="2508250" y="1746250"/>
          <p14:tracePt t="97693" x="2508250" y="1752600"/>
          <p14:tracePt t="97714" x="2495550" y="1752600"/>
          <p14:tracePt t="97735" x="2489200" y="1752600"/>
          <p14:tracePt t="97742" x="2482850" y="1752600"/>
          <p14:tracePt t="97758" x="2476500" y="1752600"/>
          <p14:tracePt t="97772" x="2463800" y="1752600"/>
          <p14:tracePt t="97789" x="2432050" y="1752600"/>
          <p14:tracePt t="97805" x="2368550" y="1752600"/>
          <p14:tracePt t="97821" x="2330450" y="1752600"/>
          <p14:tracePt t="97838" x="2222500" y="1752600"/>
          <p14:tracePt t="97855" x="2108200" y="1752600"/>
          <p14:tracePt t="97871" x="2057400" y="1752600"/>
          <p14:tracePt t="97889" x="1962150" y="1752600"/>
          <p14:tracePt t="97905" x="1898650" y="1746250"/>
          <p14:tracePt t="97921" x="1854200" y="1746250"/>
          <p14:tracePt t="97938" x="1816100" y="1746250"/>
          <p14:tracePt t="97955" x="1778000" y="1752600"/>
          <p14:tracePt t="97971" x="1758950" y="1752600"/>
          <p14:tracePt t="97988" x="1746250" y="1752600"/>
          <p14:tracePt t="98004" x="1733550" y="1752600"/>
          <p14:tracePt t="98021" x="1720850" y="1752600"/>
          <p14:tracePt t="98037" x="1701800" y="1752600"/>
          <p14:tracePt t="98054" x="1695450" y="1752600"/>
          <p14:tracePt t="98072" x="1670050" y="1752600"/>
          <p14:tracePt t="98087" x="1663700" y="1752600"/>
          <p14:tracePt t="98104" x="1657350" y="1752600"/>
          <p14:tracePt t="98121" x="1651000" y="1746250"/>
          <p14:tracePt t="98137" x="1644650" y="1746250"/>
          <p14:tracePt t="98177" x="1638300" y="1746250"/>
          <p14:tracePt t="98296" x="1644650" y="1746250"/>
          <p14:tracePt t="98324" x="1651000" y="1746250"/>
          <p14:tracePt t="98345" x="1657350" y="1746250"/>
          <p14:tracePt t="98351" x="1663700" y="1746250"/>
          <p14:tracePt t="98373" x="1670050" y="1746250"/>
          <p14:tracePt t="98394" x="1676400" y="1746250"/>
          <p14:tracePt t="98415" x="1682750" y="1746250"/>
          <p14:tracePt t="98443" x="1689100" y="1746250"/>
          <p14:tracePt t="98464" x="1695450" y="1746250"/>
          <p14:tracePt t="98484" x="1708150" y="1746250"/>
          <p14:tracePt t="98505" x="1714500" y="1746250"/>
          <p14:tracePt t="98527" x="1720850" y="1746250"/>
          <p14:tracePt t="98555" x="1727200" y="1752600"/>
          <p14:tracePt t="98577" x="1733550" y="1752600"/>
          <p14:tracePt t="98583" x="1739900" y="1752600"/>
          <p14:tracePt t="98604" x="1746250" y="1752600"/>
          <p14:tracePt t="98620" x="1752600" y="1752600"/>
          <p14:tracePt t="98625" x="1752600" y="1758950"/>
          <p14:tracePt t="98636" x="1758950" y="1758950"/>
          <p14:tracePt t="98667" x="1765300" y="1758950"/>
          <p14:tracePt t="98689" x="1771650" y="1765300"/>
          <p14:tracePt t="98703" x="1778000" y="1765300"/>
          <p14:tracePt t="98716" x="1784350" y="1765300"/>
          <p14:tracePt t="98738" x="1790700" y="1765300"/>
          <p14:tracePt t="98744" x="1797050" y="1765300"/>
          <p14:tracePt t="98773" x="1803400" y="1765300"/>
          <p14:tracePt t="98787" x="1809750" y="1765300"/>
          <p14:tracePt t="98794" x="1816100" y="1765300"/>
          <p14:tracePt t="98808" x="1822450" y="1765300"/>
          <p14:tracePt t="98818" x="1835150" y="1765300"/>
          <p14:tracePt t="98835" x="1847850" y="1765300"/>
          <p14:tracePt t="98852" x="1879600" y="1765300"/>
          <p14:tracePt t="98869" x="1917700" y="1765300"/>
          <p14:tracePt t="98885" x="1968500" y="1765300"/>
          <p14:tracePt t="98901" x="1993900" y="1758950"/>
          <p14:tracePt t="98918" x="2063750" y="1758950"/>
          <p14:tracePt t="98935" x="2146300" y="1758950"/>
          <p14:tracePt t="98952" x="2184400" y="1765300"/>
          <p14:tracePt t="98969" x="2254250" y="1765300"/>
          <p14:tracePt t="98985" x="2298700" y="1771650"/>
          <p14:tracePt t="99001" x="2317750" y="1771650"/>
          <p14:tracePt t="99004" x="2343150" y="1771650"/>
          <p14:tracePt t="99020" x="2355850" y="1771650"/>
          <p14:tracePt t="99034" x="2368550" y="1771650"/>
          <p14:tracePt t="99051" x="2381250" y="1778000"/>
          <p14:tracePt t="99068" x="2400300" y="1778000"/>
          <p14:tracePt t="99084" x="2406650" y="1778000"/>
          <p14:tracePt t="99101" x="2419350" y="1784350"/>
          <p14:tracePt t="99117" x="2425700" y="1784350"/>
          <p14:tracePt t="99151" x="2432050" y="1784350"/>
          <p14:tracePt t="99179" x="2438400" y="1784350"/>
          <p14:tracePt t="99194" x="2444750" y="1784350"/>
          <p14:tracePt t="99202" x="2451100" y="1790700"/>
          <p14:tracePt t="99635" x="2470150" y="1790700"/>
          <p14:tracePt t="99650" x="2489200" y="1784350"/>
          <p14:tracePt t="99656" x="2508250" y="1778000"/>
          <p14:tracePt t="99670" x="2552700" y="1758950"/>
          <p14:tracePt t="99682" x="2584450" y="1746250"/>
          <p14:tracePt t="99699" x="2667000" y="1727200"/>
          <p14:tracePt t="99715" x="2705100" y="1714500"/>
          <p14:tracePt t="99731" x="2781300" y="1689100"/>
          <p14:tracePt t="99749" x="2851150" y="1670050"/>
          <p14:tracePt t="99765" x="2895600" y="1651000"/>
          <p14:tracePt t="99782" x="2952750" y="1638300"/>
          <p14:tracePt t="99798" x="2984500" y="1619250"/>
          <p14:tracePt t="99815" x="3009900" y="1606550"/>
          <p14:tracePt t="99832" x="3041650" y="1600200"/>
          <p14:tracePt t="99848" x="3073400" y="1587500"/>
          <p14:tracePt t="99865" x="3086100" y="1574800"/>
          <p14:tracePt t="99881" x="3111500" y="1568450"/>
          <p14:tracePt t="99898" x="3130550" y="1568450"/>
          <p14:tracePt t="99915" x="3149600" y="1568450"/>
          <p14:tracePt t="99931" x="3155950" y="1568450"/>
          <p14:tracePt t="99948" x="3162300" y="1568450"/>
          <p14:tracePt t="99965" x="3175000" y="1568450"/>
          <p14:tracePt t="99981" x="3181350" y="1568450"/>
          <p14:tracePt t="99997" x="3194050" y="1568450"/>
          <p14:tracePt t="100014" x="3206750" y="1574800"/>
          <p14:tracePt t="100031" x="3213100" y="1574800"/>
          <p14:tracePt t="100034" x="3225800" y="1581150"/>
          <p14:tracePt t="100051" x="3238500" y="1581150"/>
          <p14:tracePt t="100064" x="3282950" y="1593850"/>
          <p14:tracePt t="100081" x="3308350" y="1593850"/>
          <p14:tracePt t="100098" x="3359150" y="1612900"/>
          <p14:tracePt t="100114" x="3378200" y="1619250"/>
          <p14:tracePt t="100130" x="3441700" y="1631950"/>
          <p14:tracePt t="100147" x="3498850" y="1644650"/>
          <p14:tracePt t="100164" x="3530600" y="1657350"/>
          <p14:tracePt t="100180" x="3613150" y="1670050"/>
          <p14:tracePt t="100197" x="3708400" y="1689100"/>
          <p14:tracePt t="100213" x="3746500" y="1695450"/>
          <p14:tracePt t="100232" x="3879850" y="1727200"/>
          <p14:tracePt t="100246" x="4051300" y="1752600"/>
          <p14:tracePt t="100263" x="4140200" y="1778000"/>
          <p14:tracePt t="100281" x="4298950" y="1803400"/>
          <p14:tracePt t="100296" x="4375150" y="1816100"/>
          <p14:tracePt t="100313" x="4502150" y="1835150"/>
          <p14:tracePt t="100330" x="4622800" y="1841500"/>
          <p14:tracePt t="100346" x="4673600" y="1841500"/>
          <p14:tracePt t="100363" x="4794250" y="1860550"/>
          <p14:tracePt t="100380" x="4921250" y="1866900"/>
          <p14:tracePt t="100396" x="4978400" y="1885950"/>
          <p14:tracePt t="100413" x="5048250" y="1885950"/>
          <p14:tracePt t="100429" x="5105400" y="1885950"/>
          <p14:tracePt t="100446" x="5130800" y="1885950"/>
          <p14:tracePt t="100463" x="5194300" y="1879600"/>
          <p14:tracePt t="100479" x="5238750" y="1873250"/>
          <p14:tracePt t="100496" x="5251450" y="1866900"/>
          <p14:tracePt t="100512" x="5295900" y="1860550"/>
          <p14:tracePt t="100529" x="5346700" y="1854200"/>
          <p14:tracePt t="100546" x="5365750" y="1854200"/>
          <p14:tracePt t="100550" x="5384800" y="1841500"/>
          <p14:tracePt t="100563" x="5403850" y="1835150"/>
          <p14:tracePt t="100579" x="5448300" y="1828800"/>
          <p14:tracePt t="100596" x="5486400" y="1822450"/>
          <p14:tracePt t="100612" x="5499100" y="1822450"/>
          <p14:tracePt t="100629" x="5530850" y="1816100"/>
          <p14:tracePt t="100646" x="5607050" y="1809750"/>
          <p14:tracePt t="100662" x="5638800" y="1809750"/>
          <p14:tracePt t="100679" x="5664200" y="1809750"/>
          <p14:tracePt t="100695" x="5715000" y="1803400"/>
          <p14:tracePt t="100712" x="5746750" y="1803400"/>
          <p14:tracePt t="100729" x="5759450" y="1803400"/>
          <p14:tracePt t="100745" x="5772150" y="1803400"/>
          <p14:tracePt t="100762" x="5778500" y="1797050"/>
          <p14:tracePt t="100807" x="5772150" y="1797050"/>
          <p14:tracePt t="100821" x="5765800" y="1797050"/>
          <p14:tracePt t="100841" x="5759450" y="1797050"/>
          <p14:tracePt t="100856" x="5746750" y="1797050"/>
          <p14:tracePt t="100870" x="5734050" y="1797050"/>
          <p14:tracePt t="100878" x="5721350" y="1803400"/>
          <p14:tracePt t="100894" x="5702300" y="1803400"/>
          <p14:tracePt t="100912" x="5632450" y="1803400"/>
          <p14:tracePt t="100927" x="5581650" y="1797050"/>
          <p14:tracePt t="100944" x="5410200" y="1790700"/>
          <p14:tracePt t="100961" x="5194300" y="1771650"/>
          <p14:tracePt t="100977" x="5067300" y="1746250"/>
          <p14:tracePt t="100994" x="4781550" y="1701800"/>
          <p14:tracePt t="101011" x="4425950" y="1625600"/>
          <p14:tracePt t="101027" x="4254500" y="1600200"/>
          <p14:tracePt t="101044" x="3962400" y="1555750"/>
          <p14:tracePt t="101060" x="3689350" y="1511300"/>
          <p14:tracePt t="101077" x="3575050" y="1492250"/>
          <p14:tracePt t="101094" x="3390900" y="1454150"/>
          <p14:tracePt t="101110" x="3263900" y="1435100"/>
          <p14:tracePt t="101127" x="3232150" y="1428750"/>
          <p14:tracePt t="101144" x="3181350" y="1428750"/>
          <p14:tracePt t="101160" x="3155950" y="1422400"/>
          <p14:tracePt t="101193" x="3143250" y="1422400"/>
          <p14:tracePt t="101210" x="3136900" y="1422400"/>
          <p14:tracePt t="101228" x="3124200" y="1422400"/>
          <p14:tracePt t="101263" x="3117850" y="1422400"/>
          <p14:tracePt t="101354" x="3117850" y="1428750"/>
          <p14:tracePt t="101389" x="3117850" y="1435100"/>
          <p14:tracePt t="101411" x="3124200" y="1435100"/>
          <p14:tracePt t="101431" x="3130550" y="1435100"/>
          <p14:tracePt t="101438" x="3143250" y="1441450"/>
          <p14:tracePt t="101452" x="3155950" y="1447800"/>
          <p14:tracePt t="101461" x="3175000" y="1454150"/>
          <p14:tracePt t="101475" x="3219450" y="1473200"/>
          <p14:tracePt t="101493" x="3282950" y="1492250"/>
          <p14:tracePt t="101509" x="3587750" y="1593850"/>
          <p14:tracePt t="101526" x="3727450" y="1651000"/>
          <p14:tracePt t="101543" x="4051300" y="1765300"/>
          <p14:tracePt t="101559" x="4210050" y="1809750"/>
          <p14:tracePt t="101575" x="4483100" y="1866900"/>
          <p14:tracePt t="101592" x="4667250" y="1905000"/>
          <p14:tracePt t="101609" x="4730750" y="1917700"/>
          <p14:tracePt t="101626" x="4806950" y="1917700"/>
          <p14:tracePt t="101642" x="4851400" y="1917700"/>
          <p14:tracePt t="101658" x="4864100" y="1917700"/>
          <p14:tracePt t="101676" x="4876800" y="1905000"/>
          <p14:tracePt t="101691" x="4883150" y="1898650"/>
          <p14:tracePt t="101708" x="4889500" y="1898650"/>
          <p14:tracePt t="101726" x="4902200" y="1885950"/>
          <p14:tracePt t="101742" x="4933950" y="1885950"/>
          <p14:tracePt t="101758" x="4946650" y="1879600"/>
          <p14:tracePt t="101775" x="5003800" y="1866900"/>
          <p14:tracePt t="101791" x="5124450" y="1854200"/>
          <p14:tracePt t="101808" x="5213350" y="1854200"/>
          <p14:tracePt t="101825" x="5416550" y="1828800"/>
          <p14:tracePt t="101841" x="5632450" y="1809750"/>
          <p14:tracePt t="101859" x="5816600" y="1790700"/>
          <p14:tracePt t="101874" x="5892800" y="1771650"/>
          <p14:tracePt t="101891" x="5988050" y="1746250"/>
          <p14:tracePt t="101908" x="6045200" y="1720850"/>
          <p14:tracePt t="101924" x="6057900" y="1708150"/>
          <p14:tracePt t="101941" x="6070600" y="1701800"/>
          <p14:tracePt t="101958" x="6083300" y="1682750"/>
          <p14:tracePt t="101974" x="6083300" y="1676400"/>
          <p14:tracePt t="101991" x="6089650" y="1676400"/>
          <p14:tracePt t="102007" x="6096000" y="1663700"/>
          <p14:tracePt t="102097" x="6089650" y="1663700"/>
          <p14:tracePt t="102139" x="6083300" y="1670050"/>
          <p14:tracePt t="102153" x="6076950" y="1670050"/>
          <p14:tracePt t="102167" x="6064250" y="1670050"/>
          <p14:tracePt t="102181" x="6057900" y="1670050"/>
          <p14:tracePt t="102190" x="6045200" y="1676400"/>
          <p14:tracePt t="102206" x="6019800" y="1676400"/>
          <p14:tracePt t="102224" x="5943600" y="1676400"/>
          <p14:tracePt t="102240" x="5861050" y="1689100"/>
          <p14:tracePt t="102257" x="5683250" y="1695450"/>
          <p14:tracePt t="102274" x="5448300" y="1695450"/>
          <p14:tracePt t="102290" x="5308600" y="1695450"/>
          <p14:tracePt t="102306" x="5016500" y="1695450"/>
          <p14:tracePt t="102322" x="4737100" y="1695450"/>
          <p14:tracePt t="102339" x="4610100" y="1682750"/>
          <p14:tracePt t="102357" x="4356100" y="1682750"/>
          <p14:tracePt t="102373" x="4165600" y="1689100"/>
          <p14:tracePt t="102389" x="4089400" y="1695450"/>
          <p14:tracePt t="102406" x="3981450" y="1714500"/>
          <p14:tracePt t="102422" x="3911600" y="1727200"/>
          <p14:tracePt t="102439" x="3898900" y="1739900"/>
          <p14:tracePt t="102456" x="3879850" y="1739900"/>
          <p14:tracePt t="102473" x="3873500" y="1746250"/>
          <p14:tracePt t="102490" x="3841750" y="1752600"/>
          <p14:tracePt t="103146" x="3867150" y="1752600"/>
          <p14:tracePt t="103154" x="3886200" y="1752600"/>
          <p14:tracePt t="103167" x="3898900" y="1746250"/>
          <p14:tracePt t="103174" x="3930650" y="1746250"/>
          <p14:tracePt t="103186" x="3949700" y="1739900"/>
          <p14:tracePt t="103204" x="4013200" y="1733550"/>
          <p14:tracePt t="103220" x="4064000" y="1720850"/>
          <p14:tracePt t="103237" x="4203700" y="1720850"/>
          <p14:tracePt t="103253" x="4368800" y="1720850"/>
          <p14:tracePt t="103270" x="4445000" y="1720850"/>
          <p14:tracePt t="103287" x="4578350" y="1720850"/>
          <p14:tracePt t="103303" x="4629150" y="1720850"/>
          <p14:tracePt t="103319" x="4718050" y="1714500"/>
          <p14:tracePt t="103336" x="4800600" y="1695450"/>
          <p14:tracePt t="103353" x="4832350" y="1695450"/>
          <p14:tracePt t="103370" x="4876800" y="1695450"/>
          <p14:tracePt t="103386" x="4946650" y="1689100"/>
          <p14:tracePt t="103402" x="4984750" y="1689100"/>
          <p14:tracePt t="103420" x="5041900" y="1689100"/>
          <p14:tracePt t="103436" x="5111750" y="1701800"/>
          <p14:tracePt t="103452" x="5149850" y="1708150"/>
          <p14:tracePt t="103469" x="5245100" y="1733550"/>
          <p14:tracePt t="103485" x="5378450" y="1758950"/>
          <p14:tracePt t="103502" x="5448300" y="1790700"/>
          <p14:tracePt t="103519" x="5568950" y="1809750"/>
          <p14:tracePt t="103535" x="5657850" y="1816100"/>
          <p14:tracePt t="103553" x="5689600" y="1816100"/>
          <p14:tracePt t="103568" x="5734050" y="1822450"/>
          <p14:tracePt t="103585" x="5759450" y="1822450"/>
          <p14:tracePt t="103602" x="5778500" y="1822450"/>
          <p14:tracePt t="103618" x="5784850" y="1822450"/>
          <p14:tracePt t="103635" x="5791200" y="1822450"/>
          <p14:tracePt t="103652" x="5797550" y="1822450"/>
          <p14:tracePt t="103668" x="5803900" y="1822450"/>
          <p14:tracePt t="103685" x="5810250" y="1822450"/>
          <p14:tracePt t="103702" x="5816600" y="1816100"/>
          <p14:tracePt t="103718" x="5835650" y="1816100"/>
          <p14:tracePt t="103735" x="5854700" y="1816100"/>
          <p14:tracePt t="103751" x="5861050" y="1816100"/>
          <p14:tracePt t="103768" x="5892800" y="1816100"/>
          <p14:tracePt t="103785" x="5937250" y="1822450"/>
          <p14:tracePt t="103801" x="5956300" y="1822450"/>
          <p14:tracePt t="103818" x="6000750" y="1828800"/>
          <p14:tracePt t="103834" x="6032500" y="1828800"/>
          <p14:tracePt t="103851" x="6038850" y="1835150"/>
          <p14:tracePt t="103868" x="6051550" y="1835150"/>
          <p14:tracePt t="104676" x="6032500" y="1835150"/>
          <p14:tracePt t="104683" x="5994400" y="1835150"/>
          <p14:tracePt t="104697" x="5956300" y="1835150"/>
          <p14:tracePt t="104704" x="5905500" y="1835150"/>
          <p14:tracePt t="104718" x="5861050" y="1847850"/>
          <p14:tracePt t="104732" x="5772150" y="1847850"/>
          <p14:tracePt t="104748" x="5740400" y="1854200"/>
          <p14:tracePt t="104764" x="5702300" y="1854200"/>
          <p14:tracePt t="104781" x="5638800" y="1860550"/>
          <p14:tracePt t="104798" x="5594350" y="1860550"/>
          <p14:tracePt t="104814" x="5568950" y="1866900"/>
          <p14:tracePt t="104830" x="5537200" y="1873250"/>
          <p14:tracePt t="104847" x="5511800" y="1879600"/>
          <p14:tracePt t="104864" x="5499100" y="1879600"/>
          <p14:tracePt t="104881" x="5467350" y="1885950"/>
          <p14:tracePt t="104897" x="5429250" y="1885950"/>
          <p14:tracePt t="104915" x="5346700" y="1885950"/>
          <p14:tracePt t="104930" x="5295900" y="1885950"/>
          <p14:tracePt t="104947" x="5156200" y="1885950"/>
          <p14:tracePt t="104964" x="5016500" y="1885950"/>
          <p14:tracePt t="104980" x="4940300" y="1885950"/>
          <p14:tracePt t="104997" x="4864100" y="1885950"/>
          <p14:tracePt t="105014" x="4572000" y="1885950"/>
          <p14:tracePt t="105030" x="4470400" y="1898650"/>
          <p14:tracePt t="105048" x="4298950" y="1917700"/>
          <p14:tracePt t="105063" x="4222750" y="1930400"/>
          <p14:tracePt t="105080" x="4076700" y="1949450"/>
          <p14:tracePt t="105097" x="3924300" y="1955800"/>
          <p14:tracePt t="105113" x="3848100" y="1968500"/>
          <p14:tracePt t="105130" x="3708400" y="1968500"/>
          <p14:tracePt t="105147" x="3606800" y="1968500"/>
          <p14:tracePt t="105163" x="3562350" y="1968500"/>
          <p14:tracePt t="105180" x="3460750" y="1955800"/>
          <p14:tracePt t="105196" x="3352800" y="1955800"/>
          <p14:tracePt t="105213" x="3302000" y="1936750"/>
          <p14:tracePt t="105230" x="3155950" y="1930400"/>
          <p14:tracePt t="105246" x="3016250" y="1911350"/>
          <p14:tracePt t="105263" x="2959100" y="1898650"/>
          <p14:tracePt t="105280" x="2844800" y="1879600"/>
          <p14:tracePt t="105296" x="2711450" y="1860550"/>
          <p14:tracePt t="105313" x="2647950" y="1860550"/>
          <p14:tracePt t="105330" x="2501900" y="1854200"/>
          <p14:tracePt t="105346" x="2438400" y="1841500"/>
          <p14:tracePt t="105363" x="2305050" y="1847850"/>
          <p14:tracePt t="105379" x="2286000" y="1854200"/>
          <p14:tracePt t="105396" x="2266950" y="1854200"/>
          <p14:tracePt t="105412" x="2235200" y="1866900"/>
          <p14:tracePt t="105429" x="2222500" y="1873250"/>
          <p14:tracePt t="105445" x="2216150" y="1879600"/>
          <p14:tracePt t="105462" x="2203450" y="1885950"/>
          <p14:tracePt t="105479" x="2197100" y="1885950"/>
          <p14:tracePt t="105495" x="2190750" y="1892300"/>
          <p14:tracePt t="105512" x="2190750" y="1898650"/>
          <p14:tracePt t="105529" x="2178050" y="1898650"/>
          <p14:tracePt t="105546" x="2171700" y="1898650"/>
          <p14:tracePt t="105578" x="2171700" y="1905000"/>
          <p14:tracePt t="105609" x="2171700" y="1911350"/>
          <p14:tracePt t="105735" x="2165350" y="1917700"/>
          <p14:tracePt t="106030" x="2171700" y="1917700"/>
          <p14:tracePt t="106037" x="2178050" y="1917700"/>
          <p14:tracePt t="106051" x="2184400" y="1917700"/>
          <p14:tracePt t="106060" x="2184400" y="1911350"/>
          <p14:tracePt t="106077" x="2190750" y="1911350"/>
          <p14:tracePt t="106093" x="2209800" y="1911350"/>
          <p14:tracePt t="106110" x="2292350" y="1892300"/>
          <p14:tracePt t="106127" x="2368550" y="1885950"/>
          <p14:tracePt t="106143" x="2565400" y="1866900"/>
          <p14:tracePt t="106160" x="2832100" y="1854200"/>
          <p14:tracePt t="106178" x="3181350" y="1841500"/>
          <p14:tracePt t="106193" x="3346450" y="1828800"/>
          <p14:tracePt t="106210" x="3498850" y="1828800"/>
          <p14:tracePt t="106226" x="3879850" y="1822450"/>
          <p14:tracePt t="106242" x="4006850" y="1822450"/>
          <p14:tracePt t="106259" x="4133850" y="1822450"/>
          <p14:tracePt t="106276" x="4502150" y="1822450"/>
          <p14:tracePt t="106292" x="4622800" y="1822450"/>
          <p14:tracePt t="106309" x="4762500" y="1822450"/>
          <p14:tracePt t="106325" x="5041900" y="1822450"/>
          <p14:tracePt t="106342" x="5245100" y="1822450"/>
          <p14:tracePt t="106360" x="5410200" y="1797050"/>
          <p14:tracePt t="106376" x="5473700" y="1790700"/>
          <p14:tracePt t="106393" x="5600700" y="1752600"/>
          <p14:tracePt t="106410" x="5708650" y="1714500"/>
          <p14:tracePt t="106425" x="5765800" y="1695450"/>
          <p14:tracePt t="106442" x="5816600" y="1682750"/>
          <p14:tracePt t="106459" x="6051550" y="1638300"/>
          <p14:tracePt t="106475" x="6140450" y="1619250"/>
          <p14:tracePt t="106492" x="6299200" y="1600200"/>
          <p14:tracePt t="106508" x="6413500" y="1600200"/>
          <p14:tracePt t="106525" x="6470650" y="1600200"/>
          <p14:tracePt t="106542" x="6546850" y="1612900"/>
          <p14:tracePt t="106558" x="6642100" y="1612900"/>
          <p14:tracePt t="106575" x="6686550" y="1612900"/>
          <p14:tracePt t="106592" x="6743700" y="1612900"/>
          <p14:tracePt t="106608" x="6769100" y="1612900"/>
          <p14:tracePt t="106626" x="6813550" y="1612900"/>
          <p14:tracePt t="106641" x="6819900" y="1612900"/>
          <p14:tracePt t="106675" x="6826250" y="1606550"/>
          <p14:tracePt t="106708" x="6832600" y="1600200"/>
          <p14:tracePt t="106808" x="6826250" y="1600200"/>
          <p14:tracePt t="106906" x="6826250" y="1606550"/>
          <p14:tracePt t="106962" x="6826250" y="1612900"/>
          <p14:tracePt t="106998" x="6819900" y="1612900"/>
          <p14:tracePt t="107039" x="6819900" y="1619250"/>
          <p14:tracePt t="107082" x="6813550" y="1619250"/>
          <p14:tracePt t="107109" x="6813550" y="1625600"/>
          <p14:tracePt t="107138" x="6813550" y="1638300"/>
          <p14:tracePt t="107159" x="6807200" y="1638300"/>
          <p14:tracePt t="107174" x="6807200" y="1644650"/>
          <p14:tracePt t="107179" x="6800850" y="1651000"/>
          <p14:tracePt t="107189" x="6800850" y="1657350"/>
          <p14:tracePt t="107206" x="6794500" y="1657350"/>
          <p14:tracePt t="107222" x="6781800" y="1663700"/>
          <p14:tracePt t="110440" x="6711950" y="1676400"/>
          <p14:tracePt t="110446" x="6623050" y="1720850"/>
          <p14:tracePt t="110462" x="6515100" y="1739900"/>
          <p14:tracePt t="110468" x="6400800" y="1771650"/>
          <p14:tracePt t="110478" x="6254750" y="1803400"/>
          <p14:tracePt t="110494" x="6083300" y="1828800"/>
          <p14:tracePt t="110511" x="5810250" y="1866900"/>
          <p14:tracePt t="110528" x="5683250" y="1898650"/>
          <p14:tracePt t="110545" x="5264150" y="1930400"/>
          <p14:tracePt t="110561" x="5124450" y="1930400"/>
          <p14:tracePt t="110578" x="4997450" y="1936750"/>
          <p14:tracePt t="110581" x="4883150" y="1936750"/>
          <p14:tracePt t="110594" x="4756150" y="1949450"/>
          <p14:tracePt t="110611" x="4502150" y="1962150"/>
          <p14:tracePt t="110627" x="4387850" y="1968500"/>
          <p14:tracePt t="110644" x="4159250" y="1993900"/>
          <p14:tracePt t="110661" x="3917950" y="2025650"/>
          <p14:tracePt t="110678" x="3625850" y="2057400"/>
          <p14:tracePt t="110694" x="3505200" y="2076450"/>
          <p14:tracePt t="110710" x="3314700" y="2108200"/>
          <p14:tracePt t="110727" x="3098800" y="2120900"/>
          <p14:tracePt t="110744" x="3009900" y="2120900"/>
          <p14:tracePt t="110760" x="2863850" y="2095500"/>
          <p14:tracePt t="110777" x="2736850" y="2076450"/>
          <p14:tracePt t="110793" x="2654300" y="2044700"/>
          <p14:tracePt t="110812" x="2470150" y="2006600"/>
          <p14:tracePt t="110827" x="2279650" y="1968500"/>
          <p14:tracePt t="110843" x="2209800" y="1949450"/>
          <p14:tracePt t="110861" x="2076450" y="1911350"/>
          <p14:tracePt t="110877" x="2019300" y="1892300"/>
          <p14:tracePt t="110893" x="1905000" y="1879600"/>
          <p14:tracePt t="110910" x="1784350" y="1860550"/>
          <p14:tracePt t="110926" x="1746250" y="1860550"/>
          <p14:tracePt t="110943" x="1695450" y="1860550"/>
          <p14:tracePt t="110960" x="1663700" y="1860550"/>
          <p14:tracePt t="110976" x="1651000" y="1860550"/>
          <p14:tracePt t="110993" x="1644650" y="1860550"/>
          <p14:tracePt t="111029" x="1638300" y="1866900"/>
          <p14:tracePt t="111057" x="1625600" y="1866900"/>
          <p14:tracePt t="111064" x="1619250" y="1847850"/>
          <p14:tracePt t="126282" x="1631950" y="1847850"/>
          <p14:tracePt t="126289" x="1670050" y="1847850"/>
          <p14:tracePt t="126296" x="1701800" y="1854200"/>
          <p14:tracePt t="126306" x="1739900" y="1854200"/>
          <p14:tracePt t="126324" x="1860550" y="1879600"/>
          <p14:tracePt t="126340" x="2095500" y="1930400"/>
          <p14:tracePt t="126356" x="2266950" y="1962150"/>
          <p14:tracePt t="126374" x="2533650" y="1993900"/>
          <p14:tracePt t="126390" x="2743200" y="2019300"/>
          <p14:tracePt t="126406" x="2908300" y="2032000"/>
          <p14:tracePt t="126423" x="3124200" y="2044700"/>
          <p14:tracePt t="126439" x="3302000" y="2051050"/>
          <p14:tracePt t="126456" x="3530600" y="2070100"/>
          <p14:tracePt t="126473" x="3790950" y="2089150"/>
          <p14:tracePt t="126490" x="3943350" y="2101850"/>
          <p14:tracePt t="126507" x="4210050" y="2114550"/>
          <p14:tracePt t="126522" x="4318000" y="2114550"/>
          <p14:tracePt t="126539" x="4406900" y="2108200"/>
          <p14:tracePt t="126556" x="4521200" y="2082800"/>
          <p14:tracePt t="126572" x="4584700" y="2070100"/>
          <p14:tracePt t="126589" x="4648200" y="2070100"/>
          <p14:tracePt t="126606" x="4756150" y="2044700"/>
          <p14:tracePt t="126622" x="4794250" y="2025650"/>
          <p14:tracePt t="126640" x="4851400" y="2012950"/>
          <p14:tracePt t="126655" x="4883150" y="1993900"/>
          <p14:tracePt t="126672" x="4902200" y="1974850"/>
          <p14:tracePt t="126689" x="4933950" y="1962150"/>
          <p14:tracePt t="126705" x="4953000" y="1955800"/>
          <p14:tracePt t="126722" x="4959350" y="1936750"/>
          <p14:tracePt t="126739" x="4991100" y="1936750"/>
          <p14:tracePt t="126755" x="5016500" y="1930400"/>
          <p14:tracePt t="126772" x="5035550" y="1924050"/>
          <p14:tracePt t="126775" x="5041900" y="1924050"/>
          <p14:tracePt t="126788" x="5086350" y="1917700"/>
          <p14:tracePt t="126805" x="5118100" y="1917700"/>
          <p14:tracePt t="126822" x="5162550" y="1905000"/>
          <p14:tracePt t="126838" x="5200650" y="1898650"/>
          <p14:tracePt t="126855" x="5238750" y="1892300"/>
          <p14:tracePt t="126872" x="5270500" y="1885950"/>
          <p14:tracePt t="126888" x="5321300" y="1885950"/>
          <p14:tracePt t="126904" x="5340350" y="1879600"/>
          <p14:tracePt t="126921" x="5391150" y="1866900"/>
          <p14:tracePt t="126938" x="5441950" y="1847850"/>
          <p14:tracePt t="126954" x="5461000" y="1835150"/>
          <p14:tracePt t="126971" x="5524500" y="1816100"/>
          <p14:tracePt t="126988" x="5562600" y="1809750"/>
          <p14:tracePt t="127005" x="5664200" y="1778000"/>
          <p14:tracePt t="127021" x="5695950" y="1765300"/>
          <p14:tracePt t="127037" x="5727700" y="1765300"/>
          <p14:tracePt t="127054" x="5772150" y="1746250"/>
          <p14:tracePt t="127071" x="5816600" y="1739900"/>
          <p14:tracePt t="127087" x="5835650" y="1733550"/>
          <p14:tracePt t="127104" x="5886450" y="1720850"/>
          <p14:tracePt t="127121" x="5918200" y="1708150"/>
          <p14:tracePt t="127138" x="5956300" y="1701800"/>
          <p14:tracePt t="127154" x="5969000" y="1695450"/>
          <p14:tracePt t="127170" x="5988050" y="1695450"/>
          <p14:tracePt t="127187" x="6000750" y="1689100"/>
          <p14:tracePt t="127220" x="6013450" y="1682750"/>
          <p14:tracePt t="127253" x="6019800" y="1682750"/>
          <p14:tracePt t="127270" x="6026150" y="1682750"/>
          <p14:tracePt t="127287" x="6032500" y="1682750"/>
          <p14:tracePt t="127397" x="6032500" y="1689100"/>
          <p14:tracePt t="127440" x="6026150" y="1689100"/>
          <p14:tracePt t="127482" x="6019800" y="1695450"/>
          <p14:tracePt t="127516" x="6013450" y="1695450"/>
          <p14:tracePt t="127551" x="6007100" y="1695450"/>
          <p14:tracePt t="127657" x="6000750" y="1695450"/>
          <p14:tracePt t="127748" x="5994400" y="1701800"/>
          <p14:tracePt t="127776" x="5988050" y="1701800"/>
          <p14:tracePt t="127811" x="5981700" y="1701800"/>
          <p14:tracePt t="127819" x="5981700" y="1708150"/>
          <p14:tracePt t="127847" x="5975350" y="1708150"/>
          <p14:tracePt t="127867" x="5969000" y="1708150"/>
          <p14:tracePt t="127889" x="5962650" y="1708150"/>
          <p14:tracePt t="127917" x="5956300" y="1708150"/>
          <p14:tracePt t="127930" x="5949950" y="1708150"/>
          <p14:tracePt t="127937" x="5943600" y="1708150"/>
          <p14:tracePt t="127954" x="5937250" y="1708150"/>
          <p14:tracePt t="127968" x="5930900" y="1708150"/>
          <p14:tracePt t="127984" x="5911850" y="1708150"/>
          <p14:tracePt t="128001" x="5873750" y="1708150"/>
          <p14:tracePt t="128017" x="5854700" y="1708150"/>
          <p14:tracePt t="128034" x="5816600" y="1708150"/>
          <p14:tracePt t="128051" x="5784850" y="1708150"/>
          <p14:tracePt t="128067" x="5772150" y="1708150"/>
          <p14:tracePt t="128084" x="5746750" y="1714500"/>
          <p14:tracePt t="128100" x="5740400" y="1714500"/>
          <p14:tracePt t="128134" x="5734050" y="1714500"/>
          <p14:tracePt t="128232" x="5727700" y="1720850"/>
          <p14:tracePt t="128260" x="5721350" y="1720850"/>
          <p14:tracePt t="128268" x="5721350" y="1727200"/>
          <p14:tracePt t="128281" x="5708650" y="1727200"/>
          <p14:tracePt t="128288" x="5689600" y="1727200"/>
          <p14:tracePt t="128303" x="5664200" y="1739900"/>
          <p14:tracePt t="128316" x="5638800" y="1746250"/>
          <p14:tracePt t="128333" x="5511800" y="1784350"/>
          <p14:tracePt t="128350" x="5422900" y="1803400"/>
          <p14:tracePt t="128367" x="5194300" y="1847850"/>
          <p14:tracePt t="128383" x="4933950" y="1892300"/>
          <p14:tracePt t="128400" x="4673600" y="1911350"/>
          <p14:tracePt t="128416" x="4514850" y="1924050"/>
          <p14:tracePt t="128432" x="4216400" y="1924050"/>
          <p14:tracePt t="128450" x="3937000" y="1917700"/>
          <p14:tracePt t="128466" x="3816350" y="1905000"/>
          <p14:tracePt t="128483" x="3543300" y="1873250"/>
          <p14:tracePt t="128500" x="3314700" y="1835150"/>
          <p14:tracePt t="128515" x="3200400" y="1816100"/>
          <p14:tracePt t="128533" x="3105150" y="1784350"/>
          <p14:tracePt t="128549" x="2908300" y="1727200"/>
          <p14:tracePt t="128566" x="2863850" y="1720850"/>
          <p14:tracePt t="128583" x="2813050" y="1701800"/>
          <p14:tracePt t="128599" x="2800350" y="1695450"/>
          <p14:tracePt t="128615" x="2794000" y="1695450"/>
          <p14:tracePt t="128632" x="2787650" y="1695450"/>
          <p14:tracePt t="128758" x="2794000" y="1695450"/>
          <p14:tracePt t="128842" x="2794000" y="1701800"/>
          <p14:tracePt t="128871" x="2800350" y="1708150"/>
          <p14:tracePt t="128884" x="2806700" y="1708150"/>
          <p14:tracePt t="128892" x="2813050" y="1708150"/>
          <p14:tracePt t="128901" x="2825750" y="1714500"/>
          <p14:tracePt t="128914" x="2844800" y="1720850"/>
          <p14:tracePt t="128931" x="2876550" y="1727200"/>
          <p14:tracePt t="128948" x="2997200" y="1758950"/>
          <p14:tracePt t="128964" x="3200400" y="1797050"/>
          <p14:tracePt t="128981" x="3340100" y="1809750"/>
          <p14:tracePt t="128998" x="3670300" y="1841500"/>
          <p14:tracePt t="129014" x="4006850" y="1841500"/>
          <p14:tracePt t="129033" x="4292600" y="1841500"/>
          <p14:tracePt t="129047" x="4419600" y="1828800"/>
          <p14:tracePt t="129064" x="4635500" y="1809750"/>
          <p14:tracePt t="129081" x="4838700" y="1784350"/>
          <p14:tracePt t="129097" x="4953000" y="1778000"/>
          <p14:tracePt t="129114" x="5207000" y="1758950"/>
          <p14:tracePt t="129130" x="5505450" y="1746250"/>
          <p14:tracePt t="129147" x="5632450" y="1746250"/>
          <p14:tracePt t="129163" x="5772150" y="1746250"/>
          <p14:tracePt t="129180" x="6051550" y="1746250"/>
          <p14:tracePt t="129196" x="6089650" y="1758950"/>
          <p14:tracePt t="129214" x="6153150" y="1758950"/>
          <p14:tracePt t="129230" x="6165850" y="1758950"/>
          <p14:tracePt t="129246" x="6172200" y="1758950"/>
          <p14:tracePt t="129354" x="6172200" y="1765300"/>
          <p14:tracePt t="129361" x="6165850" y="1765300"/>
          <p14:tracePt t="129404" x="6159500" y="1765300"/>
          <p14:tracePt t="130203" x="6153150" y="1765300"/>
          <p14:tracePt t="130217" x="6146800" y="1765300"/>
          <p14:tracePt t="130245" x="6140450" y="1765300"/>
          <p14:tracePt t="130252" x="6134100" y="1765300"/>
          <p14:tracePt t="130294" x="6134100" y="1771650"/>
          <p14:tracePt t="130301" x="6134100" y="1778000"/>
          <p14:tracePt t="130344" x="6127750" y="1778000"/>
          <p14:tracePt t="130365" x="6121400" y="1784350"/>
          <p14:tracePt t="130392" x="6115050" y="1784350"/>
          <p14:tracePt t="130414" x="6102350" y="1784350"/>
          <p14:tracePt t="130435" x="6096000" y="1784350"/>
          <p14:tracePt t="130484" x="6089650" y="1784350"/>
          <p14:tracePt t="130505" x="6076950" y="1784350"/>
          <p14:tracePt t="130512" x="6070600" y="1784350"/>
          <p14:tracePt t="130528" x="6064250" y="1784350"/>
          <p14:tracePt t="130542" x="6057900" y="1784350"/>
          <p14:tracePt t="130558" x="6019800" y="1784350"/>
          <p14:tracePt t="130575" x="5962650" y="1771650"/>
          <p14:tracePt t="130592" x="5911850" y="1771650"/>
          <p14:tracePt t="130608" x="5753100" y="1752600"/>
          <p14:tracePt t="130625" x="5562600" y="1733550"/>
          <p14:tracePt t="130642" x="5448300" y="1720850"/>
          <p14:tracePt t="130659" x="5219700" y="1689100"/>
          <p14:tracePt t="130674" x="4984750" y="1657350"/>
          <p14:tracePt t="130692" x="4883150" y="1657350"/>
          <p14:tracePt t="130708" x="4679950" y="1644650"/>
          <p14:tracePt t="130725" x="4502150" y="1625600"/>
          <p14:tracePt t="130741" x="4413250" y="1606550"/>
          <p14:tracePt t="130758" x="4279900" y="1606550"/>
          <p14:tracePt t="130774" x="4165600" y="1606550"/>
          <p14:tracePt t="130793" x="4076700" y="1606550"/>
          <p14:tracePt t="130808" x="4025900" y="1606550"/>
          <p14:tracePt t="130824" x="3892550" y="1619250"/>
          <p14:tracePt t="130842" x="3765550" y="1619250"/>
          <p14:tracePt t="130857" x="3702050" y="1619250"/>
          <p14:tracePt t="130874" x="3644900" y="1619250"/>
          <p14:tracePt t="130891" x="3441700" y="1619250"/>
          <p14:tracePt t="130907" x="3365500" y="1606550"/>
          <p14:tracePt t="130924" x="3289300" y="1606550"/>
          <p14:tracePt t="130941" x="3124200" y="1587500"/>
          <p14:tracePt t="130957" x="2965450" y="1574800"/>
          <p14:tracePt t="130975" x="2832100" y="1549400"/>
          <p14:tracePt t="130990" x="2781300" y="1536700"/>
          <p14:tracePt t="131007" x="2660650" y="1524000"/>
          <p14:tracePt t="131024" x="2559050" y="1504950"/>
          <p14:tracePt t="131040" x="2514600" y="1492250"/>
          <p14:tracePt t="131057" x="2432050" y="1479550"/>
          <p14:tracePt t="131073" x="2381250" y="1479550"/>
          <p14:tracePt t="131090" x="2362200" y="1479550"/>
          <p14:tracePt t="131107" x="2330450" y="1479550"/>
          <p14:tracePt t="131123" x="2298700" y="1479550"/>
          <p14:tracePt t="131140" x="2292350" y="1479550"/>
          <p14:tracePt t="131157" x="2266950" y="1479550"/>
          <p14:tracePt t="131173" x="2260600" y="1479550"/>
          <p14:tracePt t="131190" x="2247900" y="1485900"/>
          <p14:tracePt t="131207" x="2241550" y="1485900"/>
          <p14:tracePt t="131223" x="2235200" y="1485900"/>
          <p14:tracePt t="131240" x="2228850" y="1492250"/>
          <p14:tracePt t="131257" x="2222500" y="1504950"/>
          <p14:tracePt t="131273" x="2216150" y="1511300"/>
          <p14:tracePt t="131290" x="2216150" y="1517650"/>
          <p14:tracePt t="131305" x="2203450" y="1536700"/>
          <p14:tracePt t="131323" x="2203450" y="1543050"/>
          <p14:tracePt t="131340" x="2197100" y="1555750"/>
          <p14:tracePt t="131356" x="2197100" y="1562100"/>
          <p14:tracePt t="131372" x="2197100" y="1574800"/>
          <p14:tracePt t="131389" x="2190750" y="1581150"/>
          <p14:tracePt t="131405" x="2190750" y="1587500"/>
          <p14:tracePt t="131439" x="2190750" y="1593850"/>
          <p14:tracePt t="131456" x="2190750" y="1600200"/>
          <p14:tracePt t="131475" x="2190750" y="1606550"/>
          <p14:tracePt t="131515" x="2190750" y="1619250"/>
          <p14:tracePt t="131523" x="2197100" y="1619250"/>
          <p14:tracePt t="131543" x="2197100" y="1625600"/>
          <p14:tracePt t="131564" x="2197100" y="1631950"/>
          <p14:tracePt t="131585" x="2197100" y="1638300"/>
          <p14:tracePt t="131613" x="2203450" y="1644650"/>
          <p14:tracePt t="131675" x="2203450" y="1651000"/>
          <p14:tracePt t="131704" x="2203450" y="1657350"/>
          <p14:tracePt t="131726" x="2209800" y="1663700"/>
          <p14:tracePt t="131739" x="2209800" y="1670050"/>
          <p14:tracePt t="131753" x="2216150" y="1676400"/>
          <p14:tracePt t="131789" x="2222500" y="1676400"/>
          <p14:tracePt t="131796" x="2222500" y="1682750"/>
          <p14:tracePt t="131816" x="2228850" y="1682750"/>
          <p14:tracePt t="131839" x="2235200" y="1682750"/>
          <p14:tracePt t="131845" x="2241550" y="1682750"/>
          <p14:tracePt t="131866" x="2247900" y="1682750"/>
          <p14:tracePt t="131874" x="2260600" y="1682750"/>
          <p14:tracePt t="131888" x="2279650" y="1682750"/>
          <p14:tracePt t="131903" x="2311400" y="1682750"/>
          <p14:tracePt t="131921" x="2374900" y="1695450"/>
          <p14:tracePt t="131937" x="2495550" y="1695450"/>
          <p14:tracePt t="131954" x="2559050" y="1695450"/>
          <p14:tracePt t="131971" x="2698750" y="1701800"/>
          <p14:tracePt t="131988" x="2838450" y="1701800"/>
          <p14:tracePt t="132004" x="2908300" y="1714500"/>
          <p14:tracePt t="132020" x="3022600" y="1714500"/>
          <p14:tracePt t="132037" x="3073400" y="1720850"/>
          <p14:tracePt t="132053" x="3155950" y="1720850"/>
          <p14:tracePt t="132070" x="3232150" y="1720850"/>
          <p14:tracePt t="132087" x="3282950" y="1720850"/>
          <p14:tracePt t="132104" x="3390900" y="1720850"/>
          <p14:tracePt t="132120" x="3517900" y="1720850"/>
          <p14:tracePt t="132136" x="3581400" y="1720850"/>
          <p14:tracePt t="132153" x="3778250" y="1739900"/>
          <p14:tracePt t="132170" x="4006850" y="1771650"/>
          <p14:tracePt t="132187" x="4121150" y="1784350"/>
          <p14:tracePt t="132204" x="4387850" y="1816100"/>
          <p14:tracePt t="132220" x="4654550" y="1835150"/>
          <p14:tracePt t="132236" x="4794250" y="1847850"/>
          <p14:tracePt t="132252" x="5022850" y="1879600"/>
          <p14:tracePt t="132269" x="5238750" y="1879600"/>
          <p14:tracePt t="132286" x="5461000" y="1879600"/>
          <p14:tracePt t="132303" x="5568950" y="1873250"/>
          <p14:tracePt t="132320" x="5645150" y="1873250"/>
          <p14:tracePt t="132323" x="5708650" y="1873250"/>
          <p14:tracePt t="132336" x="5772150" y="1866900"/>
          <p14:tracePt t="132352" x="5797550" y="1860550"/>
          <p14:tracePt t="132369" x="5816600" y="1860550"/>
          <p14:tracePt t="132386" x="5854700" y="1854200"/>
          <p14:tracePt t="132402" x="5880100" y="1841500"/>
          <p14:tracePt t="132420" x="5905500" y="1841500"/>
          <p14:tracePt t="132435" x="5911850" y="1841500"/>
          <p14:tracePt t="132452" x="5937250" y="1841500"/>
          <p14:tracePt t="132469" x="5962650" y="1841500"/>
          <p14:tracePt t="132485" x="5969000" y="1841500"/>
          <p14:tracePt t="132502" x="5975350" y="1841500"/>
          <p14:tracePt t="132560" x="5969000" y="1841500"/>
          <p14:tracePt t="132567" x="5949950" y="1841500"/>
          <p14:tracePt t="132581" x="5930900" y="1841500"/>
          <p14:tracePt t="132588" x="5899150" y="1835150"/>
          <p14:tracePt t="132604" x="5861050" y="1835150"/>
          <p14:tracePt t="132618" x="5708650" y="1835150"/>
          <p14:tracePt t="132635" x="5594350" y="1822450"/>
          <p14:tracePt t="132652" x="5340350" y="1803400"/>
          <p14:tracePt t="132668" x="5200650" y="1803400"/>
          <p14:tracePt t="132685" x="4832350" y="1778000"/>
          <p14:tracePt t="132702" x="4337050" y="1765300"/>
          <p14:tracePt t="132718" x="4121150" y="1771650"/>
          <p14:tracePt t="132735" x="3721100" y="1765300"/>
          <p14:tracePt t="132751" x="3403600" y="1771650"/>
          <p14:tracePt t="132767" x="3257550" y="1790700"/>
          <p14:tracePt t="132785" x="3054350" y="1803400"/>
          <p14:tracePt t="132801" x="2876550" y="1835150"/>
          <p14:tracePt t="132817" x="2800350" y="1835150"/>
          <p14:tracePt t="132834" x="2698750" y="1873250"/>
          <p14:tracePt t="132851" x="2647950" y="1892300"/>
          <p14:tracePt t="132867" x="2635250" y="1898650"/>
          <p14:tracePt t="132884" x="2622550" y="1911350"/>
          <p14:tracePt t="132901" x="2616200" y="1917700"/>
          <p14:tracePt t="132967" x="2616200" y="1924050"/>
          <p14:tracePt t="133002" x="2616200" y="1930400"/>
          <p14:tracePt t="133037" x="2616200" y="1936750"/>
          <p14:tracePt t="133072" x="2616200" y="1943100"/>
          <p14:tracePt t="133093" x="2616200" y="1949450"/>
          <p14:tracePt t="133101" x="2616200" y="1955800"/>
          <p14:tracePt t="133107" x="2616200" y="1962150"/>
          <p14:tracePt t="133128" x="2616200" y="1974850"/>
          <p14:tracePt t="133142" x="2616200" y="1981200"/>
          <p14:tracePt t="133153" x="2622550" y="1987550"/>
          <p14:tracePt t="133166" x="2622550" y="1993900"/>
          <p14:tracePt t="133183" x="2622550" y="2006600"/>
          <p14:tracePt t="133200" x="2628900" y="2019300"/>
          <p14:tracePt t="133234" x="2628900" y="2038350"/>
          <p14:tracePt t="133249" x="2628900" y="2051050"/>
          <p14:tracePt t="137402" x="2628900" y="2044700"/>
          <p14:tracePt t="137407" x="2635250" y="2019300"/>
          <p14:tracePt t="137422" x="2641600" y="2006600"/>
          <p14:tracePt t="137435" x="2654300" y="1974850"/>
          <p14:tracePt t="137451" x="2654300" y="1955800"/>
          <p14:tracePt t="137468" x="2660650" y="1936750"/>
          <p14:tracePt t="137485" x="2660650" y="1911350"/>
          <p14:tracePt t="137501" x="2660650" y="1879600"/>
          <p14:tracePt t="137518" x="2660650" y="1866900"/>
          <p14:tracePt t="137535" x="2660650" y="1835150"/>
          <p14:tracePt t="137551" x="2660650" y="1809750"/>
          <p14:tracePt t="137569" x="2660650" y="1797050"/>
          <p14:tracePt t="137584" x="2660650" y="1778000"/>
          <p14:tracePt t="137601" x="2654300" y="1765300"/>
          <p14:tracePt t="137618" x="2654300" y="1752600"/>
          <p14:tracePt t="137669" x="2654300" y="1746250"/>
          <p14:tracePt t="137702" x="2654300" y="1739900"/>
          <p14:tracePt t="137709" x="2647950" y="1739900"/>
          <p14:tracePt t="137717" x="2647950" y="1733550"/>
          <p14:tracePt t="137737" x="2641600" y="1727200"/>
          <p14:tracePt t="137779" x="2641600" y="1720850"/>
          <p14:tracePt t="137786" x="2641600" y="1714500"/>
          <p14:tracePt t="137807" x="2635250" y="1714500"/>
          <p14:tracePt t="137828" x="2628900" y="1714500"/>
          <p14:tracePt t="137850" x="2628900" y="1708150"/>
          <p14:tracePt t="137856" x="2628900" y="1701800"/>
          <p14:tracePt t="137877" x="2622550" y="1695450"/>
          <p14:tracePt t="137891" x="2622550" y="1689100"/>
          <p14:tracePt t="137919" x="2616200" y="1682750"/>
          <p14:tracePt t="137926" x="2616200" y="1676400"/>
          <p14:tracePt t="137947" x="2609850" y="1670050"/>
          <p14:tracePt t="137962" x="2603500" y="1670050"/>
          <p14:tracePt t="137969" x="2597150" y="1663700"/>
          <p14:tracePt t="137985" x="2590800" y="1657350"/>
          <p14:tracePt t="137999" x="2565400" y="1631950"/>
          <p14:tracePt t="138016" x="2559050" y="1625600"/>
          <p14:tracePt t="138033" x="2533650" y="1600200"/>
          <p14:tracePt t="138049" x="2520950" y="1593850"/>
          <p14:tracePt t="138066" x="2495550" y="1562100"/>
          <p14:tracePt t="138082" x="2482850" y="1555750"/>
          <p14:tracePt t="138099" x="2476500" y="1549400"/>
          <p14:tracePt t="138116" x="2476500" y="1543050"/>
          <p14:tracePt t="138179" x="2476500" y="1536700"/>
          <p14:tracePt t="138200" x="2476500" y="1530350"/>
          <p14:tracePt t="138207" x="2482850" y="1530350"/>
          <p14:tracePt t="138228" x="2489200" y="1530350"/>
          <p14:tracePt t="138270" x="2495550" y="1530350"/>
          <p14:tracePt t="138298" x="2501900" y="1530350"/>
          <p14:tracePt t="138319" x="2514600" y="1530350"/>
          <p14:tracePt t="138340" x="2520950" y="1530350"/>
          <p14:tracePt t="138347" x="2520950" y="1524000"/>
          <p14:tracePt t="138361" x="2527300" y="1524000"/>
          <p14:tracePt t="138383" x="2533650" y="1524000"/>
          <p14:tracePt t="138403" x="2533650" y="1517650"/>
          <p14:tracePt t="138410" x="2540000" y="1517650"/>
          <p14:tracePt t="138418" x="2546350" y="1517650"/>
          <p14:tracePt t="138434" x="2552700" y="1517650"/>
          <p14:tracePt t="138448" x="2559050" y="1517650"/>
          <p14:tracePt t="138466" x="2578100" y="1511300"/>
          <p14:tracePt t="138481" x="2609850" y="1504950"/>
          <p14:tracePt t="138498" x="2628900" y="1498600"/>
          <p14:tracePt t="138515" x="2660650" y="1498600"/>
          <p14:tracePt t="138531" x="2717800" y="1492250"/>
          <p14:tracePt t="138548" x="2749550" y="1479550"/>
          <p14:tracePt t="138565" x="2825750" y="1479550"/>
          <p14:tracePt t="138581" x="2895600" y="1479550"/>
          <p14:tracePt t="138597" x="2933700" y="1485900"/>
          <p14:tracePt t="138614" x="2990850" y="1485900"/>
          <p14:tracePt t="138631" x="3048000" y="1492250"/>
          <p14:tracePt t="138649" x="3092450" y="1492250"/>
          <p14:tracePt t="138664" x="3111500" y="1492250"/>
          <p14:tracePt t="138680" x="3136900" y="1492250"/>
          <p14:tracePt t="138698" x="3194050" y="1492250"/>
          <p14:tracePt t="138714" x="3206750" y="1492250"/>
          <p14:tracePt t="138730" x="3219450" y="1492250"/>
          <p14:tracePt t="138747" x="3238500" y="1492250"/>
          <p14:tracePt t="138764" x="3244850" y="1492250"/>
          <p14:tracePt t="138781" x="3251200" y="1492250"/>
          <p14:tracePt t="138797" x="3257550" y="1492250"/>
          <p14:tracePt t="138831" x="3263900" y="1492250"/>
          <p14:tracePt t="138922" x="3270250" y="1492250"/>
          <p14:tracePt t="138935" x="3276600" y="1498600"/>
          <p14:tracePt t="138958" x="3282950" y="1498600"/>
          <p14:tracePt t="143030" x="3276600" y="1511300"/>
          <p14:tracePt t="143036" x="3263900" y="1530350"/>
          <p14:tracePt t="143052" x="3251200" y="1549400"/>
          <p14:tracePt t="143066" x="3213100" y="1587500"/>
          <p14:tracePt t="143082" x="3194050" y="1600200"/>
          <p14:tracePt t="143100" x="3168650" y="1625600"/>
          <p14:tracePt t="143115" x="3149600" y="1644650"/>
          <p14:tracePt t="143132" x="3124200" y="1663700"/>
          <p14:tracePt t="143149" x="3098800" y="1689100"/>
          <p14:tracePt t="143165" x="3079750" y="1701800"/>
          <p14:tracePt t="143184" x="3041650" y="1746250"/>
          <p14:tracePt t="143199" x="3003550" y="1784350"/>
          <p14:tracePt t="143215" x="2990850" y="1797050"/>
          <p14:tracePt t="143232" x="2965450" y="1822450"/>
          <p14:tracePt t="143248" x="2940050" y="1841500"/>
          <p14:tracePt t="143265" x="2933700" y="1854200"/>
          <p14:tracePt t="143282" x="2921000" y="1860550"/>
          <p14:tracePt t="143298" x="2914650" y="1866900"/>
          <p14:tracePt t="143331" x="2908300" y="1866900"/>
          <p14:tracePt t="143415" x="2908300" y="1860550"/>
          <p14:tracePt t="143506" x="2908300" y="1854200"/>
          <p14:tracePt t="143521" x="2914650" y="1854200"/>
          <p14:tracePt t="143527" x="2921000" y="1847850"/>
          <p14:tracePt t="143542" x="2927350" y="1847850"/>
          <p14:tracePt t="143550" x="2933700" y="1847850"/>
          <p14:tracePt t="143563" x="2940050" y="1847850"/>
          <p14:tracePt t="143580" x="2971800" y="1841500"/>
          <p14:tracePt t="143598" x="3035300" y="1835150"/>
          <p14:tracePt t="143614" x="3079750" y="1828800"/>
          <p14:tracePt t="143630" x="3194050" y="1816100"/>
          <p14:tracePt t="143647" x="3327400" y="1809750"/>
          <p14:tracePt t="143663" x="3378200" y="1809750"/>
          <p14:tracePt t="143680" x="3441700" y="1797050"/>
          <p14:tracePt t="143697" x="3632200" y="1797050"/>
          <p14:tracePt t="143713" x="3689350" y="1797050"/>
          <p14:tracePt t="143731" x="3752850" y="1797050"/>
          <p14:tracePt t="143746" x="3810000" y="1797050"/>
          <p14:tracePt t="143763" x="3835400" y="1790700"/>
          <p14:tracePt t="143780" x="3854450" y="1790700"/>
          <p14:tracePt t="143796" x="3879850" y="1797050"/>
          <p14:tracePt t="143813" x="3911600" y="1809750"/>
          <p14:tracePt t="143830" x="3943350" y="1816100"/>
          <p14:tracePt t="143845" x="3962400" y="1822450"/>
          <p14:tracePt t="143863" x="3994150" y="1835150"/>
          <p14:tracePt t="143879" x="4025900" y="1847850"/>
          <p14:tracePt t="143896" x="4044950" y="1847850"/>
          <p14:tracePt t="143913" x="4095750" y="1854200"/>
          <p14:tracePt t="143929" x="4152900" y="1860550"/>
          <p14:tracePt t="143945" x="4191000" y="1860550"/>
          <p14:tracePt t="143962" x="4260850" y="1860550"/>
          <p14:tracePt t="143979" x="4349750" y="1860550"/>
          <p14:tracePt t="143995" x="4387850" y="1860550"/>
          <p14:tracePt t="144012" x="4470400" y="1860550"/>
          <p14:tracePt t="144029" x="4521200" y="1860550"/>
          <p14:tracePt t="144047" x="4673600" y="1854200"/>
          <p14:tracePt t="144062" x="4743450" y="1841500"/>
          <p14:tracePt t="144078" x="4794250" y="1841500"/>
          <p14:tracePt t="144095" x="4946650" y="1841500"/>
          <p14:tracePt t="144111" x="5086350" y="1835150"/>
          <p14:tracePt t="144129" x="5175250" y="1835150"/>
          <p14:tracePt t="144145" x="5327650" y="1835150"/>
          <p14:tracePt t="144161" x="5505450" y="1835150"/>
          <p14:tracePt t="144179" x="5594350" y="1835150"/>
          <p14:tracePt t="144195" x="5765800" y="1809750"/>
          <p14:tracePt t="144211" x="5918200" y="1809750"/>
          <p14:tracePt t="144229" x="5994400" y="1809750"/>
          <p14:tracePt t="144245" x="6127750" y="1809750"/>
          <p14:tracePt t="144261" x="6254750" y="1822450"/>
          <p14:tracePt t="144278" x="6318250" y="1822450"/>
          <p14:tracePt t="144294" x="6337300" y="1822450"/>
          <p14:tracePt t="144311" x="6369050" y="1816100"/>
          <p14:tracePt t="144328" x="6388100" y="1816100"/>
          <p14:tracePt t="144344" x="6394450" y="1816100"/>
          <p14:tracePt t="144361" x="6407150" y="1816100"/>
          <p14:tracePt t="144377" x="6426200" y="1816100"/>
          <p14:tracePt t="144394" x="6445250" y="1816100"/>
          <p14:tracePt t="144411" x="6489700" y="1809750"/>
          <p14:tracePt t="144427" x="6508750" y="1803400"/>
          <p14:tracePt t="148658" x="6502400" y="1803400"/>
          <p14:tracePt t="148665" x="6464300" y="1803400"/>
          <p14:tracePt t="148681" x="6438900" y="1803400"/>
          <p14:tracePt t="148696" x="6400800" y="1803400"/>
          <p14:tracePt t="148712" x="6299200" y="1803400"/>
          <p14:tracePt t="148729" x="6153150" y="1803400"/>
          <p14:tracePt t="148746" x="6076950" y="1790700"/>
          <p14:tracePt t="148764" x="5759450" y="1771650"/>
          <p14:tracePt t="148779" x="5632450" y="1758950"/>
          <p14:tracePt t="148795" x="5518150" y="1752600"/>
          <p14:tracePt t="148812" x="5264150" y="1727200"/>
          <p14:tracePt t="148829" x="4965700" y="1708150"/>
          <p14:tracePt t="148845" x="4806950" y="1695450"/>
          <p14:tracePt t="148862" x="4470400" y="1695450"/>
          <p14:tracePt t="148878" x="4057650" y="1657350"/>
          <p14:tracePt t="148896" x="3905250" y="1657350"/>
          <p14:tracePt t="148911" x="3587750" y="1657350"/>
          <p14:tracePt t="148928" x="3257550" y="1631950"/>
          <p14:tracePt t="148945" x="3143250" y="1619250"/>
          <p14:tracePt t="148961" x="2952750" y="1612900"/>
          <p14:tracePt t="148978" x="2863850" y="1600200"/>
          <p14:tracePt t="148995" x="2647950" y="1600200"/>
          <p14:tracePt t="149011" x="2597150" y="1600200"/>
          <p14:tracePt t="149028" x="2559050" y="1600200"/>
          <p14:tracePt t="149045" x="2438400" y="1600200"/>
          <p14:tracePt t="149061" x="2400300" y="1600200"/>
          <p14:tracePt t="149079" x="2305050" y="1612900"/>
          <p14:tracePt t="149094" x="2254250" y="1612900"/>
          <p14:tracePt t="149111" x="2146300" y="1625600"/>
          <p14:tracePt t="149129" x="2032000" y="1638300"/>
          <p14:tracePt t="149144" x="1968500" y="1638300"/>
          <p14:tracePt t="149161" x="1835150" y="1651000"/>
          <p14:tracePt t="149178" x="1682750" y="1657350"/>
          <p14:tracePt t="149194" x="1606550" y="1657350"/>
          <p14:tracePt t="149211" x="1422400" y="1644650"/>
          <p14:tracePt t="149227" x="1320800" y="1644650"/>
          <p14:tracePt t="149244" x="1282700" y="1638300"/>
          <p14:tracePt t="149261" x="1257300" y="1631950"/>
          <p14:tracePt t="149277" x="1219200" y="1619250"/>
          <p14:tracePt t="149313" x="1219200" y="1612900"/>
          <p14:tracePt t="149338" x="1225550" y="1612900"/>
          <p14:tracePt t="149347" x="1231900" y="1606550"/>
          <p14:tracePt t="149360" x="1238250" y="1606550"/>
          <p14:tracePt t="149377" x="1244600" y="1606550"/>
          <p14:tracePt t="149394" x="1257300" y="1600200"/>
          <p14:tracePt t="149410" x="1282700" y="1593850"/>
          <p14:tracePt t="149426" x="1314450" y="1593850"/>
          <p14:tracePt t="149444" x="1390650" y="1587500"/>
          <p14:tracePt t="149460" x="1511300" y="1587500"/>
          <p14:tracePt t="149476" x="1574800" y="1587500"/>
          <p14:tracePt t="149493" x="1727200" y="1619250"/>
          <p14:tracePt t="149510" x="1898650" y="1670050"/>
          <p14:tracePt t="149527" x="1993900" y="1676400"/>
          <p14:tracePt t="149543" x="2171700" y="1720850"/>
          <p14:tracePt t="149560" x="2330450" y="1746250"/>
          <p14:tracePt t="149577" x="2476500" y="1778000"/>
          <p14:tracePt t="149593" x="2540000" y="1790700"/>
          <p14:tracePt t="149609" x="2603500" y="1797050"/>
          <p14:tracePt t="149626" x="2825750" y="1828800"/>
          <p14:tracePt t="149642" x="2908300" y="1847850"/>
          <p14:tracePt t="149659" x="2971800" y="1866900"/>
          <p14:tracePt t="149676" x="3079750" y="1879600"/>
          <p14:tracePt t="149692" x="3136900" y="1898650"/>
          <p14:tracePt t="149710" x="3181350" y="1892300"/>
          <p14:tracePt t="149725" x="3194050" y="1892300"/>
          <p14:tracePt t="149742" x="3219450" y="1885950"/>
          <p14:tracePt t="149760" x="3225800" y="1873250"/>
          <p14:tracePt t="149776" x="3232150" y="1866900"/>
          <p14:tracePt t="149792" x="3251200" y="1854200"/>
          <p14:tracePt t="149808" x="3263900" y="1835150"/>
          <p14:tracePt t="149825" x="3270250" y="1835150"/>
          <p14:tracePt t="149842" x="3282950" y="1835150"/>
          <p14:tracePt t="149858" x="3302000" y="1828800"/>
          <p14:tracePt t="149876" x="3308350" y="1822450"/>
          <p14:tracePt t="149892" x="3321050" y="1816100"/>
          <p14:tracePt t="149908" x="3327400" y="1809750"/>
          <p14:tracePt t="149925" x="3333750" y="1803400"/>
          <p14:tracePt t="149942" x="3340100" y="1803400"/>
          <p14:tracePt t="149958" x="3346450" y="1797050"/>
          <p14:tracePt t="149975" x="3352800" y="1790700"/>
          <p14:tracePt t="149998" x="3359150" y="1790700"/>
          <p14:tracePt t="150019" x="3359150" y="1784350"/>
          <p14:tracePt t="150033" x="3365500" y="1778000"/>
          <p14:tracePt t="150047" x="3365500" y="1771650"/>
          <p14:tracePt t="150782" x="3384550" y="1771650"/>
          <p14:tracePt t="150790" x="3416300" y="1771650"/>
          <p14:tracePt t="150803" x="3454400" y="1771650"/>
          <p14:tracePt t="150810" x="3492500" y="1771650"/>
          <p14:tracePt t="150822" x="3543300" y="1771650"/>
          <p14:tracePt t="150838" x="3670300" y="1771650"/>
          <p14:tracePt t="150855" x="3733800" y="1771650"/>
          <p14:tracePt t="150872" x="3822700" y="1771650"/>
          <p14:tracePt t="150888" x="4000500" y="1778000"/>
          <p14:tracePt t="150905" x="4216400" y="1771650"/>
          <p14:tracePt t="150922" x="4330700" y="1771650"/>
          <p14:tracePt t="150938" x="4546600" y="1771650"/>
          <p14:tracePt t="150955" x="4775200" y="1771650"/>
          <p14:tracePt t="150972" x="4978400" y="1727200"/>
          <p14:tracePt t="150988" x="5073650" y="1720850"/>
          <p14:tracePt t="151005" x="5251450" y="1689100"/>
          <p14:tracePt t="151022" x="5384800" y="1651000"/>
          <p14:tracePt t="151038" x="5454650" y="1631950"/>
          <p14:tracePt t="151055" x="5594350" y="1625600"/>
          <p14:tracePt t="151071" x="5689600" y="1612900"/>
          <p14:tracePt t="151088" x="5715000" y="1606550"/>
          <p14:tracePt t="151091" x="5727700" y="1606550"/>
          <p14:tracePt t="151107" x="5746750" y="1606550"/>
          <p14:tracePt t="151121" x="5772150" y="1600200"/>
          <p14:tracePt t="151138" x="5778500" y="1600200"/>
          <p14:tracePt t="151154" x="5791200" y="1600200"/>
          <p14:tracePt t="151187" x="5791200" y="1606550"/>
          <p14:tracePt t="151204" x="5791200" y="1612900"/>
          <p14:tracePt t="151245" x="5784850" y="1612900"/>
          <p14:tracePt t="151251" x="5778500" y="1612900"/>
          <p14:tracePt t="151259" x="5772150" y="1612900"/>
          <p14:tracePt t="151274" x="5759450" y="1612900"/>
          <p14:tracePt t="151287" x="5734050" y="1625600"/>
          <p14:tracePt t="151303" x="5695950" y="1638300"/>
          <p14:tracePt t="151320" x="5664200" y="1638300"/>
          <p14:tracePt t="151337" x="5619750" y="1644650"/>
          <p14:tracePt t="151353" x="5568950" y="1657350"/>
          <p14:tracePt t="151371" x="5524500" y="1657350"/>
          <p14:tracePt t="151387" x="5499100" y="1657350"/>
          <p14:tracePt t="151403" x="5454650" y="1657350"/>
          <p14:tracePt t="151420" x="5422900" y="1657350"/>
          <p14:tracePt t="151436" x="5403850" y="1657350"/>
          <p14:tracePt t="151453" x="5384800" y="1657350"/>
          <p14:tracePt t="151470" x="5327650" y="1651000"/>
          <p14:tracePt t="151486" x="5308600" y="1651000"/>
          <p14:tracePt t="151503" x="5257800" y="1651000"/>
          <p14:tracePt t="151519" x="5232400" y="1651000"/>
          <p14:tracePt t="151536" x="5175250" y="1651000"/>
          <p14:tracePt t="151553" x="5143500" y="1651000"/>
          <p14:tracePt t="151569" x="5092700" y="1651000"/>
          <p14:tracePt t="151586" x="5035550" y="1651000"/>
          <p14:tracePt t="151603" x="4978400" y="1644650"/>
          <p14:tracePt t="151619" x="4953000" y="1638300"/>
          <p14:tracePt t="151636" x="4902200" y="1638300"/>
          <p14:tracePt t="151652" x="4864100" y="1625600"/>
          <p14:tracePt t="151669" x="4838700" y="1619250"/>
          <p14:tracePt t="151686" x="4781550" y="1612900"/>
          <p14:tracePt t="151702" x="4724400" y="1606550"/>
          <p14:tracePt t="151719" x="4673600" y="1606550"/>
          <p14:tracePt t="151736" x="4559300" y="1606550"/>
          <p14:tracePt t="151752" x="4432300" y="1619250"/>
          <p14:tracePt t="151768" x="4375150" y="1619250"/>
          <p14:tracePt t="151785" x="4260850" y="1638300"/>
          <p14:tracePt t="151802" x="4152900" y="1657350"/>
          <p14:tracePt t="151819" x="4095750" y="1676400"/>
          <p14:tracePt t="151835" x="4025900" y="1689100"/>
          <p14:tracePt t="151851" x="4006850" y="1695450"/>
          <p14:tracePt t="151869" x="3981450" y="1714500"/>
          <p14:tracePt t="151885" x="3968750" y="1720850"/>
          <p14:tracePt t="151901" x="3968750" y="1727200"/>
          <p14:tracePt t="151918" x="3962400" y="1727200"/>
          <p14:tracePt t="151934" x="3956050" y="1739900"/>
          <p14:tracePt t="151981" x="3949700" y="1746250"/>
          <p14:tracePt t="152016" x="3949700" y="1752600"/>
          <p14:tracePt t="152023" x="3943350" y="1752600"/>
          <p14:tracePt t="152052" x="3937000" y="1752600"/>
          <p14:tracePt t="152065" x="3930650" y="1752600"/>
          <p14:tracePt t="152072" x="3924300" y="1752600"/>
          <p14:tracePt t="152087" x="3917950" y="1758950"/>
          <p14:tracePt t="152101" x="3898900" y="1758950"/>
          <p14:tracePt t="152117" x="3892550" y="1758950"/>
          <p14:tracePt t="152134" x="3886200" y="1758950"/>
          <p14:tracePt t="152151" x="3854450" y="1758950"/>
          <p14:tracePt t="152167" x="3810000" y="1758950"/>
          <p14:tracePt t="152184" x="3771900" y="1758950"/>
          <p14:tracePt t="152200" x="3759200" y="1758950"/>
          <p14:tracePt t="152217" x="3721100" y="1758950"/>
          <p14:tracePt t="152234" x="3676650" y="1758950"/>
          <p14:tracePt t="152250" x="3651250" y="1758950"/>
          <p14:tracePt t="152267" x="3600450" y="1752600"/>
          <p14:tracePt t="152283" x="3556000" y="1746250"/>
          <p14:tracePt t="152300" x="3536950" y="1739900"/>
          <p14:tracePt t="152317" x="3479800" y="1739900"/>
          <p14:tracePt t="152333" x="3429000" y="1739900"/>
          <p14:tracePt t="152350" x="3403600" y="1733550"/>
          <p14:tracePt t="152367" x="3371850" y="1727200"/>
          <p14:tracePt t="152382" x="3340100" y="1727200"/>
          <p14:tracePt t="152400" x="3333750" y="1720850"/>
          <p14:tracePt t="152486" x="3340100" y="1720850"/>
          <p14:tracePt t="152493" x="3346450" y="1720850"/>
          <p14:tracePt t="152507" x="3359150" y="1720850"/>
          <p14:tracePt t="152521" x="3371850" y="1733550"/>
          <p14:tracePt t="152536" x="3384550" y="1733550"/>
          <p14:tracePt t="152549" x="3403600" y="1733550"/>
          <p14:tracePt t="152566" x="3473450" y="1733550"/>
          <p14:tracePt t="152582" x="3536950" y="1739900"/>
          <p14:tracePt t="152586" x="3600450" y="1739900"/>
          <p14:tracePt t="152599" x="3689350" y="1739900"/>
          <p14:tracePt t="152615" x="3905250" y="1739900"/>
          <p14:tracePt t="152633" x="4019550" y="1739900"/>
          <p14:tracePt t="152648" x="4286250" y="1714500"/>
          <p14:tracePt t="152665" x="4578350" y="1714500"/>
          <p14:tracePt t="152682" x="4959350" y="1689100"/>
          <p14:tracePt t="152699" x="5118100" y="1676400"/>
          <p14:tracePt t="152715" x="5245100" y="1657350"/>
          <p14:tracePt t="152732" x="5518150" y="1625600"/>
          <p14:tracePt t="152748" x="5588000" y="1606550"/>
          <p14:tracePt t="152765" x="5626100" y="1600200"/>
          <p14:tracePt t="152781" x="5676900" y="1574800"/>
          <p14:tracePt t="152798" x="5689600" y="1568450"/>
          <p14:tracePt t="152815" x="5695950" y="1562100"/>
          <p14:tracePt t="152831" x="5695950" y="1555750"/>
          <p14:tracePt t="152848" x="5689600" y="1549400"/>
          <p14:tracePt t="152865" x="5683250" y="1549400"/>
          <p14:tracePt t="152897" x="5676900" y="1543050"/>
          <p14:tracePt t="153005" x="5670550" y="1543050"/>
          <p14:tracePt t="153237" x="5670550" y="1549400"/>
          <p14:tracePt t="153264" x="5670550" y="1555750"/>
          <p14:tracePt t="153314" x="5670550" y="1562100"/>
          <p14:tracePt t="153327" x="5664200" y="1568450"/>
          <p14:tracePt t="153356" x="5657850" y="1574800"/>
          <p14:tracePt t="153364" x="5651500" y="1581150"/>
          <p14:tracePt t="153377" x="5651500" y="1593850"/>
          <p14:tracePt t="153384" x="5645150" y="1606550"/>
          <p14:tracePt t="153399" x="5632450" y="1619250"/>
          <p14:tracePt t="153412" x="5626100" y="1651000"/>
          <p14:tracePt t="153429" x="5594350" y="1708150"/>
          <p14:tracePt t="153447" x="5549900" y="1797050"/>
          <p14:tracePt t="153463" x="5530850" y="1841500"/>
          <p14:tracePt t="153480" x="5499100" y="1917700"/>
          <p14:tracePt t="153496" x="5461000" y="1968500"/>
          <p14:tracePt t="153512" x="5454650" y="2000250"/>
          <p14:tracePt t="153529" x="5435600" y="2025650"/>
          <p14:tracePt t="153546" x="5422900" y="2038350"/>
          <p14:tracePt t="153562" x="5422900" y="2044700"/>
          <p14:tracePt t="153580" x="5416550" y="2044700"/>
          <p14:tracePt t="153596" x="5410200" y="2044700"/>
          <p14:tracePt t="153613" x="5410200" y="2051050"/>
          <p14:tracePt t="153629" x="5397500" y="2063750"/>
          <p14:tracePt t="159648" x="5365750" y="2063750"/>
          <p14:tracePt t="159656" x="5327650" y="2063750"/>
          <p14:tracePt t="159662" x="5289550" y="2063750"/>
          <p14:tracePt t="159675" x="5238750" y="2063750"/>
          <p14:tracePt t="159692" x="5041900" y="2051050"/>
          <p14:tracePt t="159707" x="4864100" y="2063750"/>
          <p14:tracePt t="159725" x="4597400" y="2063750"/>
          <p14:tracePt t="159741" x="4451350" y="2063750"/>
          <p14:tracePt t="159757" x="4311650" y="2051050"/>
          <p14:tracePt t="159775" x="4083050" y="2051050"/>
          <p14:tracePt t="159791" x="3943350" y="2051050"/>
          <p14:tracePt t="159807" x="3803650" y="2044700"/>
          <p14:tracePt t="159824" x="3556000" y="2038350"/>
          <p14:tracePt t="159841" x="3384550" y="2070100"/>
          <p14:tracePt t="159858" x="3244850" y="2070100"/>
          <p14:tracePt t="159874" x="3092450" y="2070100"/>
          <p14:tracePt t="159891" x="3054350" y="2070100"/>
          <p14:tracePt t="159908" x="2933700" y="2070100"/>
          <p14:tracePt t="159924" x="2851150" y="2095500"/>
          <p14:tracePt t="159940" x="2825750" y="2101850"/>
          <p14:tracePt t="159957" x="2762250" y="2133600"/>
          <p14:tracePt t="159973" x="2705100" y="2152650"/>
          <p14:tracePt t="159990" x="2686050" y="2178050"/>
          <p14:tracePt t="160007" x="2641600" y="2216150"/>
          <p14:tracePt t="160023" x="2578100" y="2260600"/>
          <p14:tracePt t="160041" x="2514600" y="2305050"/>
          <p14:tracePt t="160056" x="2470150" y="2317750"/>
          <p14:tracePt t="160073" x="2425700" y="2336800"/>
          <p14:tracePt t="160090" x="2292350" y="2362200"/>
          <p14:tracePt t="160106" x="2247900" y="2368550"/>
          <p14:tracePt t="160123" x="2209800" y="2368550"/>
          <p14:tracePt t="160140" x="2152650" y="2381250"/>
          <p14:tracePt t="160156" x="2114550" y="2381250"/>
          <p14:tracePt t="160160" x="2095500" y="2381250"/>
          <p14:tracePt t="160176" x="2070100" y="2381250"/>
          <p14:tracePt t="160189" x="2051050" y="2387600"/>
          <p14:tracePt t="160206" x="2012950" y="2387600"/>
          <p14:tracePt t="160223" x="1968500" y="2387600"/>
          <p14:tracePt t="160239" x="1943100" y="2374900"/>
          <p14:tracePt t="160256" x="1898650" y="2374900"/>
          <p14:tracePt t="160273" x="1860550" y="2362200"/>
          <p14:tracePt t="160289" x="1847850" y="2362200"/>
          <p14:tracePt t="160305" x="1803400" y="2349500"/>
          <p14:tracePt t="160323" x="1778000" y="2343150"/>
          <p14:tracePt t="160339" x="1758950" y="2336800"/>
          <p14:tracePt t="160356" x="1739900" y="2336800"/>
          <p14:tracePt t="160372" x="1708150" y="2324100"/>
          <p14:tracePt t="160389" x="1701800" y="2317750"/>
          <p14:tracePt t="160405" x="1695450" y="2305050"/>
          <p14:tracePt t="163802" x="1739900" y="2305050"/>
          <p14:tracePt t="163809" x="1790700" y="2298700"/>
          <p14:tracePt t="163815" x="1860550" y="2286000"/>
          <p14:tracePt t="163830" x="1911350" y="2279650"/>
          <p14:tracePt t="163844" x="1974850" y="2266950"/>
          <p14:tracePt t="163861" x="2082800" y="2254250"/>
          <p14:tracePt t="163877" x="2127250" y="2241550"/>
          <p14:tracePt t="163893" x="2209800" y="2216150"/>
          <p14:tracePt t="163910" x="2266950" y="2203450"/>
          <p14:tracePt t="163926" x="2292350" y="2190750"/>
          <p14:tracePt t="163943" x="2330450" y="2178050"/>
          <p14:tracePt t="163960" x="2355850" y="2165350"/>
          <p14:tracePt t="163978" x="2393950" y="2152650"/>
          <p14:tracePt t="163993" x="2406650" y="2139950"/>
          <p14:tracePt t="164010" x="2419350" y="2133600"/>
          <p14:tracePt t="164027" x="2451100" y="2108200"/>
          <p14:tracePt t="164043" x="2463800" y="2108200"/>
          <p14:tracePt t="164059" x="2470150" y="2101850"/>
          <p14:tracePt t="164076" x="2482850" y="2095500"/>
          <p14:tracePt t="164092" x="2501900" y="2089150"/>
          <p14:tracePt t="164110" x="2508250" y="2082800"/>
          <p14:tracePt t="164126" x="2533650" y="2082800"/>
          <p14:tracePt t="164142" x="2565400" y="2082800"/>
          <p14:tracePt t="164160" x="2622550" y="2076450"/>
          <p14:tracePt t="164176" x="2660650" y="2076450"/>
          <p14:tracePt t="164192" x="2743200" y="2057400"/>
          <p14:tracePt t="164209" x="2800350" y="2044700"/>
          <p14:tracePt t="164225" x="2819400" y="2044700"/>
          <p14:tracePt t="164242" x="2838450" y="2038350"/>
          <p14:tracePt t="164259" x="2851150" y="2038350"/>
          <p14:tracePt t="164300" x="2844800" y="2038350"/>
          <p14:tracePt t="164308" x="2838450" y="2044700"/>
          <p14:tracePt t="164328" x="2832100" y="2044700"/>
          <p14:tracePt t="164370" x="2825750" y="2044700"/>
          <p14:tracePt t="164377" x="2825750" y="2051050"/>
          <p14:tracePt t="164384" x="2819400" y="2057400"/>
          <p14:tracePt t="165399" x="2889250" y="2076450"/>
          <p14:tracePt t="165413" x="2997200" y="2101850"/>
          <p14:tracePt t="165420" x="3143250" y="2139950"/>
          <p14:tracePt t="165427" x="3295650" y="2171700"/>
          <p14:tracePt t="165441" x="3422650" y="2203450"/>
          <p14:tracePt t="165455" x="3568700" y="2228850"/>
          <p14:tracePt t="165471" x="3956050" y="2279650"/>
          <p14:tracePt t="165488" x="4127500" y="2305050"/>
          <p14:tracePt t="165505" x="4451350" y="2362200"/>
          <p14:tracePt t="165521" x="4851400" y="2387600"/>
          <p14:tracePt t="165538" x="4997450" y="2413000"/>
          <p14:tracePt t="165554" x="5276850" y="2413000"/>
          <p14:tracePt t="165571" x="5626100" y="2393950"/>
          <p14:tracePt t="165588" x="5867400" y="2362200"/>
          <p14:tracePt t="165604" x="5994400" y="2343150"/>
          <p14:tracePt t="165621" x="6121400" y="2311400"/>
          <p14:tracePt t="165637" x="6369050" y="2254250"/>
          <p14:tracePt t="165654" x="6572250" y="2197100"/>
          <p14:tracePt t="165671" x="6667500" y="2171700"/>
          <p14:tracePt t="165687" x="6864350" y="2114550"/>
          <p14:tracePt t="165704" x="7080250" y="2070100"/>
          <p14:tracePt t="165722" x="7226300" y="2038350"/>
          <p14:tracePt t="165738" x="7289800" y="2032000"/>
          <p14:tracePt t="165753" x="7359650" y="2025650"/>
          <p14:tracePt t="165771" x="7391400" y="2006600"/>
          <p14:tracePt t="165787" x="7397750" y="2000250"/>
          <p14:tracePt t="165803" x="7404100" y="1987550"/>
          <p14:tracePt t="165821" x="7404100" y="1968500"/>
          <p14:tracePt t="165837" x="7397750" y="1968500"/>
          <p14:tracePt t="165853" x="7385050" y="1962150"/>
          <p14:tracePt t="165870" x="7321550" y="1936750"/>
          <p14:tracePt t="165886" x="7188200" y="1885950"/>
          <p14:tracePt t="165904" x="6946900" y="1822450"/>
          <p14:tracePt t="165920" x="6775450" y="1797050"/>
          <p14:tracePt t="165936" x="6381750" y="1733550"/>
          <p14:tracePt t="165953" x="5899150" y="1689100"/>
          <p14:tracePt t="165969" x="5626100" y="1657350"/>
          <p14:tracePt t="165986" x="5143500" y="1612900"/>
          <p14:tracePt t="166003" x="4629150" y="1555750"/>
          <p14:tracePt t="166019" x="4387850" y="1543050"/>
          <p14:tracePt t="166036" x="3898900" y="1498600"/>
          <p14:tracePt t="166053" x="3587750" y="1479550"/>
          <p14:tracePt t="166069" x="3460750" y="1466850"/>
          <p14:tracePt t="166086" x="3359150" y="1466850"/>
          <p14:tracePt t="166102" x="3041650" y="1435100"/>
          <p14:tracePt t="166119" x="2971800" y="1435100"/>
          <p14:tracePt t="166136" x="2857500" y="1416050"/>
          <p14:tracePt t="166153" x="2825750" y="1409700"/>
          <p14:tracePt t="166168" x="2774950" y="1403350"/>
          <p14:tracePt t="166185" x="2749550" y="1397000"/>
          <p14:tracePt t="166202" x="2749550" y="1390650"/>
          <p14:tracePt t="166219" x="2736850" y="1384300"/>
          <p14:tracePt t="166268" x="2736850" y="1397000"/>
          <p14:tracePt t="166766" x="2692400" y="1416050"/>
          <p14:tracePt t="166772" x="2635250" y="1454150"/>
          <p14:tracePt t="166786" x="2565400" y="1517650"/>
          <p14:tracePt t="166800" x="2387600" y="1644650"/>
          <p14:tracePt t="166816" x="2305050" y="1695450"/>
          <p14:tracePt t="166833" x="2222500" y="1746250"/>
          <p14:tracePt t="166850" x="2101850" y="1822450"/>
          <p14:tracePt t="166866" x="1987550" y="1879600"/>
          <p14:tracePt t="166883" x="1955800" y="1905000"/>
          <p14:tracePt t="166899" x="1911350" y="1924050"/>
          <p14:tracePt t="166916" x="1892300" y="1936750"/>
          <p14:tracePt t="166933" x="1885950" y="1936750"/>
          <p14:tracePt t="167004" x="1892300" y="1936750"/>
          <p14:tracePt t="167046" x="1898650" y="1936750"/>
          <p14:tracePt t="167144" x="1885950" y="1943100"/>
          <p14:tracePt t="167158" x="1885950" y="1949450"/>
          <p14:tracePt t="167168" x="1873250" y="1955800"/>
          <p14:tracePt t="167182" x="1866900" y="1974850"/>
          <p14:tracePt t="167199" x="1841500" y="2006600"/>
          <p14:tracePt t="167215" x="1809750" y="2038350"/>
          <p14:tracePt t="167232" x="1797050" y="2057400"/>
          <p14:tracePt t="167235" x="1784350" y="2082800"/>
          <p14:tracePt t="167249" x="1771650" y="2101850"/>
          <p14:tracePt t="167265" x="1739900" y="2127250"/>
          <p14:tracePt t="167282" x="1733550" y="2146300"/>
          <p14:tracePt t="167299" x="1720850" y="2171700"/>
          <p14:tracePt t="167315" x="1714500" y="2178050"/>
          <p14:tracePt t="167348" x="1714500" y="2190750"/>
          <p14:tracePt t="167381" x="1714500" y="2197100"/>
          <p14:tracePt t="167404" x="1720850" y="2203450"/>
          <p14:tracePt t="167418" x="1727200" y="2209800"/>
          <p14:tracePt t="167439" x="1727200" y="2216150"/>
          <p14:tracePt t="167447" x="1733550" y="2222500"/>
          <p14:tracePt t="167464" x="1739900" y="2241550"/>
          <p14:tracePt t="167481" x="1765300" y="2298700"/>
          <p14:tracePt t="167497" x="1778000" y="2317750"/>
          <p14:tracePt t="167514" x="1797050" y="2349500"/>
          <p14:tracePt t="167531" x="1816100" y="2381250"/>
          <p14:tracePt t="167547" x="1828800" y="2413000"/>
          <p14:tracePt t="167564" x="1835150" y="2413000"/>
          <p14:tracePt t="167580" x="1841500" y="2425700"/>
          <p14:tracePt t="167597" x="1841500" y="2432050"/>
          <p14:tracePt t="176273" x="1841500" y="2438400"/>
          <p14:tracePt t="176294" x="1847850" y="2444750"/>
          <p14:tracePt t="176328" x="1854200" y="2444750"/>
          <p14:tracePt t="176336" x="1860550" y="2444750"/>
          <p14:tracePt t="176349" x="1866900" y="2444750"/>
          <p14:tracePt t="176364" x="1873250" y="2444750"/>
          <p14:tracePt t="176371" x="1879600" y="2444750"/>
          <p14:tracePt t="176392" x="1885950" y="2438400"/>
          <p14:tracePt t="176406" x="1892300" y="2438400"/>
          <p14:tracePt t="176416" x="1905000" y="2432050"/>
          <p14:tracePt t="176434" x="1924050" y="2419350"/>
          <p14:tracePt t="176450" x="1949450" y="2406650"/>
          <p14:tracePt t="176466" x="1987550" y="2393950"/>
          <p14:tracePt t="176483" x="2070100" y="2374900"/>
          <p14:tracePt t="176500" x="2120900" y="2349500"/>
          <p14:tracePt t="176516" x="2171700" y="2343150"/>
          <p14:tracePt t="176533" x="2216150" y="2324100"/>
          <p14:tracePt t="176549" x="2241550" y="2317750"/>
          <p14:tracePt t="176567" x="2254250" y="2305050"/>
          <p14:tracePt t="176583" x="2260600" y="2292350"/>
          <p14:tracePt t="176616" x="2260600" y="2279650"/>
          <p14:tracePt t="176632" x="2260600" y="2273300"/>
          <p14:tracePt t="176649" x="2260600" y="2266950"/>
          <p14:tracePt t="176666" x="2260600" y="2260600"/>
          <p14:tracePt t="176682" x="2260600" y="2254250"/>
          <p14:tracePt t="176702" x="2260600" y="2247900"/>
          <p14:tracePt t="176791" x="2266950" y="2247900"/>
          <p14:tracePt t="176805" x="2273300" y="2247900"/>
          <p14:tracePt t="176827" x="2279650" y="2254250"/>
          <p14:tracePt t="176833" x="2286000" y="2254250"/>
          <p14:tracePt t="176840" x="2292350" y="2254250"/>
          <p14:tracePt t="176862" x="2298700" y="2254250"/>
          <p14:tracePt t="176875" x="2305050" y="2254250"/>
          <p14:tracePt t="176885" x="2305050" y="2260600"/>
          <p14:tracePt t="176904" x="2317750" y="2260600"/>
          <p14:tracePt t="176914" x="2324100" y="2266950"/>
          <p14:tracePt t="176932" x="2343150" y="2273300"/>
          <p14:tracePt t="176948" x="2362200" y="2279650"/>
          <p14:tracePt t="176965" x="2393950" y="2292350"/>
          <p14:tracePt t="176981" x="2425700" y="2298700"/>
          <p14:tracePt t="176999" x="2451100" y="2305050"/>
          <p14:tracePt t="177015" x="2470150" y="2311400"/>
          <p14:tracePt t="177031" x="2514600" y="2311400"/>
          <p14:tracePt t="177047" x="2527300" y="2311400"/>
          <p14:tracePt t="177065" x="2546350" y="2311400"/>
          <p14:tracePt t="177081" x="2552700" y="2311400"/>
          <p14:tracePt t="177098" x="2559050" y="2311400"/>
          <p14:tracePt t="177114" x="2571750" y="2305050"/>
          <p14:tracePt t="177131" x="2578100" y="2298700"/>
          <p14:tracePt t="177148" x="2590800" y="2292350"/>
          <p14:tracePt t="177164" x="2628900" y="2286000"/>
          <p14:tracePt t="177180" x="2641600" y="2279650"/>
          <p14:tracePt t="177199" x="2679700" y="2266950"/>
          <p14:tracePt t="177215" x="2724150" y="2254250"/>
          <p14:tracePt t="177230" x="2736850" y="2247900"/>
          <p14:tracePt t="177248" x="2762250" y="2228850"/>
          <p14:tracePt t="177264" x="2774950" y="2228850"/>
          <p14:tracePt t="177281" x="2781300" y="2222500"/>
          <p14:tracePt t="177297" x="2781300" y="2216150"/>
          <p14:tracePt t="177314" x="2787650" y="2209800"/>
          <p14:tracePt t="177331" x="2787650" y="2203450"/>
          <p14:tracePt t="177364" x="2787650" y="2197100"/>
          <p14:tracePt t="177382" x="2794000" y="2190750"/>
          <p14:tracePt t="177422" x="2794000" y="2184400"/>
          <p14:tracePt t="177443" x="2800350" y="2178050"/>
          <p14:tracePt t="177485" x="2800350" y="2171700"/>
          <p14:tracePt t="177521" x="2800350" y="2165350"/>
          <p14:tracePt t="177570" x="2800350" y="2159000"/>
          <p14:tracePt t="177633" x="2794000" y="2159000"/>
          <p14:tracePt t="178145" x="2774950" y="2159000"/>
          <p14:tracePt t="178159" x="2749550" y="2165350"/>
          <p14:tracePt t="178166" x="2730500" y="2165350"/>
          <p14:tracePt t="178177" x="2692400" y="2165350"/>
          <p14:tracePt t="178194" x="2660650" y="2171700"/>
          <p14:tracePt t="178211" x="2578100" y="2197100"/>
          <p14:tracePt t="178227" x="2527300" y="2197100"/>
          <p14:tracePt t="178244" x="2381250" y="2203450"/>
          <p14:tracePt t="178260" x="2317750" y="2203450"/>
          <p14:tracePt t="178279" x="2184400" y="2209800"/>
          <p14:tracePt t="178293" x="2133600" y="2222500"/>
          <p14:tracePt t="178310" x="2038350" y="2228850"/>
          <p14:tracePt t="178327" x="1968500" y="2235200"/>
          <p14:tracePt t="178343" x="1943100" y="2235200"/>
          <p14:tracePt t="178360" x="1892300" y="2241550"/>
          <p14:tracePt t="178377" x="1860550" y="2254250"/>
          <p14:tracePt t="178393" x="1841500" y="2260600"/>
          <p14:tracePt t="178410" x="1822450" y="2260600"/>
          <p14:tracePt t="178427" x="1803400" y="2260600"/>
          <p14:tracePt t="178443" x="1790700" y="2260600"/>
          <p14:tracePt t="178461" x="1778000" y="2266950"/>
          <p14:tracePt t="178476" x="1771650" y="2266950"/>
          <p14:tracePt t="178510" x="1758950" y="2266950"/>
          <p14:tracePt t="178526" x="1746250" y="2273300"/>
          <p14:tracePt t="178543" x="1739900" y="2279650"/>
          <p14:tracePt t="178559" x="1733550" y="2286000"/>
          <p14:tracePt t="178576" x="1720850" y="2292350"/>
          <p14:tracePt t="178593" x="1701800" y="2292350"/>
          <p14:tracePt t="178609" x="1676400" y="2298700"/>
          <p14:tracePt t="182096" x="1682750" y="2298700"/>
          <p14:tracePt t="182102" x="1701800" y="2298700"/>
          <p14:tracePt t="182117" x="1714500" y="2292350"/>
          <p14:tracePt t="182131" x="1727200" y="2286000"/>
          <p14:tracePt t="182147" x="1758950" y="2266950"/>
          <p14:tracePt t="182163" x="1771650" y="2260600"/>
          <p14:tracePt t="182180" x="1784350" y="2247900"/>
          <p14:tracePt t="182197" x="1803400" y="2235200"/>
          <p14:tracePt t="182213" x="1809750" y="2222500"/>
          <p14:tracePt t="182230" x="1835150" y="2209800"/>
          <p14:tracePt t="182246" x="1854200" y="2203450"/>
          <p14:tracePt t="182264" x="1866900" y="2190750"/>
          <p14:tracePt t="182280" x="1879600" y="2184400"/>
          <p14:tracePt t="182296" x="1892300" y="2178050"/>
          <p14:tracePt t="182329" x="1898650" y="2178050"/>
          <p14:tracePt t="182346" x="1905000" y="2178050"/>
          <p14:tracePt t="182363" x="1911350" y="2178050"/>
          <p14:tracePt t="182383" x="1917700" y="2178050"/>
          <p14:tracePt t="182404" x="1924050" y="2171700"/>
          <p14:tracePt t="182413" x="1930400" y="2171700"/>
          <p14:tracePt t="182447" x="1936750" y="2171700"/>
          <p14:tracePt t="182453" x="1943100" y="2171700"/>
          <p14:tracePt t="182467" x="1955800" y="2171700"/>
          <p14:tracePt t="182479" x="1968500" y="2171700"/>
          <p14:tracePt t="182496" x="2006600" y="2165350"/>
          <p14:tracePt t="182512" x="2038350" y="2165350"/>
          <p14:tracePt t="182529" x="2127250" y="2159000"/>
          <p14:tracePt t="182545" x="2254250" y="2159000"/>
          <p14:tracePt t="182562" x="2317750" y="2159000"/>
          <p14:tracePt t="182579" x="2482850" y="2159000"/>
          <p14:tracePt t="182595" x="2647950" y="2159000"/>
          <p14:tracePt t="182612" x="2736850" y="2159000"/>
          <p14:tracePt t="182629" x="2870200" y="2159000"/>
          <p14:tracePt t="182645" x="2971800" y="2152650"/>
          <p14:tracePt t="182662" x="3016250" y="2139950"/>
          <p14:tracePt t="182679" x="3079750" y="2139950"/>
          <p14:tracePt t="182695" x="3143250" y="2127250"/>
          <p14:tracePt t="182711" x="3162300" y="2120900"/>
          <p14:tracePt t="182728" x="3200400" y="2114550"/>
          <p14:tracePt t="182745" x="3225800" y="2108200"/>
          <p14:tracePt t="182762" x="3289300" y="2082800"/>
          <p14:tracePt t="182778" x="3302000" y="2076450"/>
          <p14:tracePt t="182795" x="3314700" y="2070100"/>
          <p14:tracePt t="182811" x="3321050" y="2070100"/>
          <p14:tracePt t="182828" x="3327400" y="2057400"/>
          <p14:tracePt t="182867" x="3327400" y="2051050"/>
          <p14:tracePt t="182902" x="3321050" y="2051050"/>
          <p14:tracePt t="182965" x="3314700" y="2051050"/>
          <p14:tracePt t="182986" x="3308350" y="2051050"/>
          <p14:tracePt t="182994" x="3302000" y="2051050"/>
          <p14:tracePt t="183014" x="3295650" y="2051050"/>
          <p14:tracePt t="183029" x="3289300" y="2051050"/>
          <p14:tracePt t="183042" x="3282950" y="2051050"/>
          <p14:tracePt t="183056" x="3276600" y="2051050"/>
          <p14:tracePt t="183064" x="3263900" y="2051050"/>
          <p14:tracePt t="183079" x="3251200" y="2057400"/>
          <p14:tracePt t="183093" x="3200400" y="2057400"/>
          <p14:tracePt t="183110" x="3181350" y="2057400"/>
          <p14:tracePt t="183127" x="3111500" y="2057400"/>
          <p14:tracePt t="183143" x="3048000" y="2044700"/>
          <p14:tracePt t="183160" x="3009900" y="2044700"/>
          <p14:tracePt t="183177" x="2940050" y="2038350"/>
          <p14:tracePt t="183193" x="2908300" y="2038350"/>
          <p14:tracePt t="183211" x="2844800" y="2032000"/>
          <p14:tracePt t="183226" x="2787650" y="2025650"/>
          <p14:tracePt t="183243" x="2762250" y="2025650"/>
          <p14:tracePt t="183260" x="2724150" y="2019300"/>
          <p14:tracePt t="183276" x="2692400" y="2019300"/>
          <p14:tracePt t="183293" x="2679700" y="2019300"/>
          <p14:tracePt t="183309" x="2667000" y="2019300"/>
          <p14:tracePt t="183326" x="2660650" y="2019300"/>
          <p14:tracePt t="183414" x="2660650" y="2025650"/>
          <p14:tracePt t="183449" x="2660650" y="2032000"/>
          <p14:tracePt t="183463" x="2667000" y="2032000"/>
          <p14:tracePt t="183484" x="2673350" y="2038350"/>
          <p14:tracePt t="183498" x="2673350" y="2044700"/>
          <p14:tracePt t="183505" x="2679700" y="2051050"/>
          <p14:tracePt t="183526" x="2686050" y="2057400"/>
          <p14:tracePt t="183548" x="2692400" y="2063750"/>
          <p14:tracePt t="183554" x="2705100" y="2063750"/>
          <p14:tracePt t="183569" x="2711450" y="2070100"/>
          <p14:tracePt t="183578" x="2724150" y="2076450"/>
          <p14:tracePt t="183591" x="2736850" y="2082800"/>
          <p14:tracePt t="183608" x="2768600" y="2095500"/>
          <p14:tracePt t="183625" x="2787650" y="2095500"/>
          <p14:tracePt t="183642" x="2800350" y="2101850"/>
          <p14:tracePt t="183659" x="2813050" y="2101850"/>
          <p14:tracePt t="183675" x="2819400" y="2101850"/>
          <p14:tracePt t="183785" x="2825750" y="2101850"/>
          <p14:tracePt t="183793" x="2825750" y="2095500"/>
          <p14:tracePt t="183905" x="2825750" y="2089150"/>
          <p14:tracePt t="183933" x="2825750" y="2082800"/>
          <p14:tracePt t="183954" x="2825750" y="2076450"/>
          <p14:tracePt t="183982" x="2825750" y="2070100"/>
          <p14:tracePt t="184003" x="2838450" y="2063750"/>
          <p14:tracePt t="184025" x="2838450" y="2057400"/>
          <p14:tracePt t="184038" x="2844800" y="2057400"/>
          <p14:tracePt t="184045" x="2851150" y="2057400"/>
          <p14:tracePt t="184067" x="2857500" y="2057400"/>
          <p14:tracePt t="184095" x="2863850" y="2051050"/>
          <p14:tracePt t="184228" x="2857500" y="2051050"/>
          <p14:tracePt t="184249" x="2844800" y="2057400"/>
          <p14:tracePt t="184257" x="2832100" y="2076450"/>
          <p14:tracePt t="184270" x="2819400" y="2076450"/>
          <p14:tracePt t="184277" x="2806700" y="2089150"/>
          <p14:tracePt t="184293" x="2781300" y="2095500"/>
          <p14:tracePt t="184306" x="2743200" y="2114550"/>
          <p14:tracePt t="184323" x="2730500" y="2120900"/>
          <p14:tracePt t="184340" x="2692400" y="2133600"/>
          <p14:tracePt t="184356" x="2679700" y="2139950"/>
          <p14:tracePt t="184373" x="2673350" y="2146300"/>
          <p14:tracePt t="184459" x="2679700" y="2139950"/>
          <p14:tracePt t="184466" x="2686050" y="2139950"/>
          <p14:tracePt t="184487" x="2698750" y="2139950"/>
          <p14:tracePt t="184494" x="2705100" y="2133600"/>
          <p14:tracePt t="184509" x="2717800" y="2127250"/>
          <p14:tracePt t="184522" x="2730500" y="2120900"/>
          <p14:tracePt t="184539" x="2755900" y="2108200"/>
          <p14:tracePt t="184556" x="2768600" y="2101850"/>
          <p14:tracePt t="184572" x="2800350" y="2076450"/>
          <p14:tracePt t="184588" x="2819400" y="2070100"/>
          <p14:tracePt t="184605" x="2825750" y="2057400"/>
          <p14:tracePt t="184622" x="2838450" y="2051050"/>
          <p14:tracePt t="184638" x="2838450" y="2044700"/>
          <p14:tracePt t="184670" x="2844800" y="2038350"/>
          <p14:tracePt t="184859" x="2844800" y="2044700"/>
          <p14:tracePt t="185268" x="2844800" y="2051050"/>
          <p14:tracePt t="185282" x="2838450" y="2057400"/>
          <p14:tracePt t="185289" x="2825750" y="2076450"/>
          <p14:tracePt t="185305" x="2813050" y="2082800"/>
          <p14:tracePt t="185319" x="2794000" y="2089150"/>
          <p14:tracePt t="185336" x="2781300" y="2089150"/>
          <p14:tracePt t="185353" x="2762250" y="2089150"/>
          <p14:tracePt t="185369" x="2749550" y="2089150"/>
          <p14:tracePt t="185386" x="2736850" y="2089150"/>
          <p14:tracePt t="185402" x="2705100" y="2089150"/>
          <p14:tracePt t="185419" x="2692400" y="2089150"/>
          <p14:tracePt t="185436" x="2673350" y="2089150"/>
          <p14:tracePt t="185452" x="2660650" y="2089150"/>
          <p14:tracePt t="185469" x="2654300" y="2089150"/>
          <p14:tracePt t="185584" x="2647950" y="2089150"/>
          <p14:tracePt t="185654" x="2647950" y="2095500"/>
          <p14:tracePt t="185669" x="2654300" y="2095500"/>
          <p14:tracePt t="185682" x="2660650" y="2095500"/>
          <p14:tracePt t="185703" x="2667000" y="2095500"/>
          <p14:tracePt t="185710" x="2673350" y="2095500"/>
          <p14:tracePt t="185724" x="2679700" y="2095500"/>
          <p14:tracePt t="185734" x="2692400" y="2095500"/>
          <p14:tracePt t="185752" x="2724150" y="2095500"/>
          <p14:tracePt t="185768" x="2743200" y="2095500"/>
          <p14:tracePt t="185784" x="2794000" y="2089150"/>
          <p14:tracePt t="185801" x="2851150" y="2076450"/>
          <p14:tracePt t="185817" x="2863850" y="2076450"/>
          <p14:tracePt t="185834" x="2901950" y="2063750"/>
          <p14:tracePt t="185851" x="2927350" y="2057400"/>
          <p14:tracePt t="185867" x="2933700" y="2057400"/>
          <p14:tracePt t="185885" x="2946400" y="2051050"/>
          <p14:tracePt t="186110" x="2940050" y="2057400"/>
          <p14:tracePt t="186124" x="2933700" y="2063750"/>
          <p14:tracePt t="186130" x="2927350" y="2063750"/>
          <p14:tracePt t="186145" x="2921000" y="2063750"/>
          <p14:tracePt t="186153" x="2901950" y="2070100"/>
          <p14:tracePt t="186166" x="2889250" y="2076450"/>
          <p14:tracePt t="186183" x="2825750" y="2108200"/>
          <p14:tracePt t="186200" x="2736850" y="2146300"/>
          <p14:tracePt t="186216" x="2692400" y="2171700"/>
          <p14:tracePt t="186233" x="2584450" y="2216150"/>
          <p14:tracePt t="186253" x="2495550" y="2260600"/>
          <p14:tracePt t="186266" x="2451100" y="2279650"/>
          <p14:tracePt t="186282" x="2419350" y="2292350"/>
          <p14:tracePt t="186300" x="2355850" y="2324100"/>
          <p14:tracePt t="186332" x="2343150" y="2324100"/>
          <p14:tracePt t="186349" x="2336800" y="2324100"/>
          <p14:tracePt t="186432" x="2343150" y="2324100"/>
          <p14:tracePt t="186474" x="2349500" y="2324100"/>
          <p14:tracePt t="186502" x="2362200" y="2324100"/>
          <p14:tracePt t="186530" x="2368550" y="2317750"/>
          <p14:tracePt t="186551" x="2374900" y="2317750"/>
          <p14:tracePt t="186573" x="2381250" y="2311400"/>
          <p14:tracePt t="186579" x="2387600" y="2311400"/>
          <p14:tracePt t="186593" x="2387600" y="2305050"/>
          <p14:tracePt t="186601" x="2393950" y="2305050"/>
          <p14:tracePt t="186617" x="2400300" y="2298700"/>
          <p14:tracePt t="186632" x="2413000" y="2292350"/>
          <p14:tracePt t="186649" x="2438400" y="2273300"/>
          <p14:tracePt t="186665" x="2476500" y="2254250"/>
          <p14:tracePt t="186681" x="2495550" y="2241550"/>
          <p14:tracePt t="186698" x="2527300" y="2209800"/>
          <p14:tracePt t="186714" x="2565400" y="2190750"/>
          <p14:tracePt t="186731" x="2578100" y="2178050"/>
          <p14:tracePt t="186748" x="2603500" y="2159000"/>
          <p14:tracePt t="186764" x="2622550" y="2139950"/>
          <p14:tracePt t="186781" x="2635250" y="2133600"/>
          <p14:tracePt t="186797" x="2654300" y="2120900"/>
          <p14:tracePt t="186814" x="2673350" y="2108200"/>
          <p14:tracePt t="186831" x="2679700" y="2101850"/>
          <p14:tracePt t="186847" x="2692400" y="2089150"/>
          <p14:tracePt t="186864" x="2698750" y="2089150"/>
          <p14:tracePt t="186881" x="2705100" y="2082800"/>
          <p14:tracePt t="186897" x="2711450" y="2082800"/>
          <p14:tracePt t="186930" x="2724150" y="2076450"/>
          <p14:tracePt t="186951" x="2730500" y="2070100"/>
          <p14:tracePt t="186993" x="2730500" y="2063750"/>
          <p14:tracePt t="187000" x="2736850" y="2063750"/>
          <p14:tracePt t="187036" x="2743200" y="2057400"/>
          <p14:tracePt t="187091" x="2749550" y="2051050"/>
          <p14:tracePt t="187112" x="2755900" y="2044700"/>
          <p14:tracePt t="187762" x="2762250" y="2044700"/>
          <p14:tracePt t="187825" x="2768600" y="2051050"/>
          <p14:tracePt t="187846" x="2768600" y="2057400"/>
          <p14:tracePt t="187853" x="2781300" y="2063750"/>
          <p14:tracePt t="187867" x="2787650" y="2070100"/>
          <p14:tracePt t="187877" x="2794000" y="2076450"/>
          <p14:tracePt t="187893" x="2806700" y="2082800"/>
          <p14:tracePt t="187910" x="2851150" y="2101850"/>
          <p14:tracePt t="187927" x="2901950" y="2133600"/>
          <p14:tracePt t="187945" x="3003550" y="2203450"/>
          <p14:tracePt t="187960" x="3060700" y="2241550"/>
          <p14:tracePt t="187977" x="3225800" y="2336800"/>
          <p14:tracePt t="187994" x="3397250" y="2425700"/>
          <p14:tracePt t="188010" x="3492500" y="2470150"/>
          <p14:tracePt t="188027" x="3676650" y="2527300"/>
          <p14:tracePt t="188043" x="3905250" y="2571750"/>
          <p14:tracePt t="188060" x="4032250" y="2590800"/>
          <p14:tracePt t="188077" x="4260850" y="2603500"/>
          <p14:tracePt t="188093" x="4375150" y="2603500"/>
          <p14:tracePt t="188110" x="4673600" y="2597150"/>
          <p14:tracePt t="188127" x="4826000" y="2597150"/>
          <p14:tracePt t="188143" x="5105400" y="2590800"/>
          <p14:tracePt t="188160" x="5403850" y="2578100"/>
          <p14:tracePt t="188176" x="5721350" y="2565400"/>
          <p14:tracePt t="188193" x="5848350" y="2552700"/>
          <p14:tracePt t="188210" x="6146800" y="2533650"/>
          <p14:tracePt t="188226" x="6451600" y="2520950"/>
          <p14:tracePt t="188242" x="6553200" y="2514600"/>
          <p14:tracePt t="188260" x="6724650" y="2470150"/>
          <p14:tracePt t="188278" x="6858000" y="2413000"/>
          <p14:tracePt t="188293" x="6915150" y="2387600"/>
          <p14:tracePt t="188309" x="7016750" y="2330450"/>
          <p14:tracePt t="188325" x="7067550" y="2292350"/>
          <p14:tracePt t="188342" x="7086600" y="2273300"/>
          <p14:tracePt t="188359" x="7131050" y="2216150"/>
          <p14:tracePt t="188375" x="7194550" y="2139950"/>
          <p14:tracePt t="188393" x="7219950" y="2101850"/>
          <p14:tracePt t="188408" x="7283450" y="2044700"/>
          <p14:tracePt t="188425" x="7308850" y="2019300"/>
          <p14:tracePt t="188442" x="7340600" y="1993900"/>
          <p14:tracePt t="188458" x="7353300" y="1981200"/>
          <p14:tracePt t="188475" x="7359650" y="1974850"/>
          <p14:tracePt t="188492" x="7372350" y="1962150"/>
          <p14:tracePt t="188508" x="7372350" y="1949450"/>
          <p14:tracePt t="188525" x="7385050" y="1943100"/>
          <p14:tracePt t="188542" x="7391400" y="1930400"/>
          <p14:tracePt t="188558" x="7397750" y="1911350"/>
          <p14:tracePt t="188575" x="7397750" y="1898650"/>
          <p14:tracePt t="188591" x="7397750" y="1892300"/>
          <p14:tracePt t="188758" x="7391400" y="1892300"/>
          <p14:tracePt t="188765" x="7385050" y="1892300"/>
          <p14:tracePt t="188773" x="7378700" y="1892300"/>
          <p14:tracePt t="188790" x="7372350" y="1892300"/>
          <p14:tracePt t="188807" x="7340600" y="1898650"/>
          <p14:tracePt t="188824" x="7321550" y="1898650"/>
          <p14:tracePt t="188841" x="7226300" y="1917700"/>
          <p14:tracePt t="188857" x="7099300" y="1930400"/>
          <p14:tracePt t="188874" x="7035800" y="1936750"/>
          <p14:tracePt t="188891" x="6889750" y="1955800"/>
          <p14:tracePt t="188906" x="6769100" y="1981200"/>
          <p14:tracePt t="188923" x="6718300" y="1993900"/>
          <p14:tracePt t="188941" x="6667500" y="2000250"/>
          <p14:tracePt t="188956" x="6635750" y="2006600"/>
          <p14:tracePt t="188973" x="6629400" y="2012950"/>
          <p14:tracePt t="188990" x="6623050" y="2012950"/>
          <p14:tracePt t="189011" x="6623050" y="2019300"/>
          <p14:tracePt t="189026" x="6623050" y="2025650"/>
          <p14:tracePt t="189040" x="6629400" y="2025650"/>
          <p14:tracePt t="189067" x="6635750" y="2025650"/>
          <p14:tracePt t="189081" x="6642100" y="2025650"/>
          <p14:tracePt t="189089" x="6648450" y="2025650"/>
          <p14:tracePt t="189106" x="6654800" y="2025650"/>
          <p14:tracePt t="189123" x="6661150" y="2025650"/>
          <p14:tracePt t="189139" x="6667500" y="2025650"/>
          <p14:tracePt t="189207" x="6667500" y="2032000"/>
          <p14:tracePt t="189221" x="6661150" y="2032000"/>
          <p14:tracePt t="189228" x="6648450" y="2032000"/>
          <p14:tracePt t="189239" x="6642100" y="2032000"/>
          <p14:tracePt t="189256" x="6610350" y="2038350"/>
          <p14:tracePt t="189272" x="6572250" y="2038350"/>
          <p14:tracePt t="189291" x="6457950" y="2038350"/>
          <p14:tracePt t="189306" x="6292850" y="2038350"/>
          <p14:tracePt t="189322" x="6203950" y="2038350"/>
          <p14:tracePt t="189339" x="6076950" y="2038350"/>
          <p14:tracePt t="189355" x="5797550" y="2038350"/>
          <p14:tracePt t="189372" x="5486400" y="2032000"/>
          <p14:tracePt t="189389" x="5086350" y="2019300"/>
          <p14:tracePt t="189405" x="4876800" y="2019300"/>
          <p14:tracePt t="189422" x="4533900" y="2006600"/>
          <p14:tracePt t="189438" x="4229100" y="1987550"/>
          <p14:tracePt t="189455" x="4070350" y="1974850"/>
          <p14:tracePt t="189471" x="3816350" y="1968500"/>
          <p14:tracePt t="189488" x="3619500" y="1968500"/>
          <p14:tracePt t="189504" x="3536950" y="1955800"/>
          <p14:tracePt t="189508" x="3473450" y="1949450"/>
          <p14:tracePt t="189521" x="3422650" y="1936750"/>
          <p14:tracePt t="189537" x="3346450" y="1924050"/>
          <p14:tracePt t="189554" x="3327400" y="1917700"/>
          <p14:tracePt t="189572" x="3308350" y="1911350"/>
          <p14:tracePt t="189588" x="3302000" y="1905000"/>
          <p14:tracePt t="189604" x="3295650" y="1905000"/>
          <p14:tracePt t="189642" x="3289300" y="1905000"/>
          <p14:tracePt t="189887" x="3295650" y="1905000"/>
          <p14:tracePt t="189901" x="3295650" y="1911350"/>
          <p14:tracePt t="189930" x="3302000" y="1917700"/>
          <p14:tracePt t="189938" x="3308350" y="1917700"/>
          <p14:tracePt t="189950" x="3314700" y="1917700"/>
          <p14:tracePt t="189957" x="3314700" y="1924050"/>
          <p14:tracePt t="189979" x="3321050" y="1924050"/>
          <p14:tracePt t="189999" x="3333750" y="1924050"/>
          <p14:tracePt t="190006" x="3333750" y="1930400"/>
          <p14:tracePt t="190048" x="3340100" y="1936750"/>
          <p14:tracePt t="190070" x="3346450" y="1936750"/>
          <p14:tracePt t="190098" x="3352800" y="1936750"/>
          <p14:tracePt t="190119" x="3359150" y="1936750"/>
          <p14:tracePt t="190147" x="3365500" y="1943100"/>
          <p14:tracePt t="190168" x="3371850" y="1943100"/>
          <p14:tracePt t="190189" x="3371850" y="1949450"/>
          <p14:tracePt t="190231" x="3378200" y="1955800"/>
          <p14:tracePt t="190273" x="3384550" y="1962150"/>
          <p14:tracePt t="190287" x="3390900" y="1968500"/>
          <p14:tracePt t="190308" x="3397250" y="1968500"/>
          <p14:tracePt t="190322" x="3403600" y="1968500"/>
          <p14:tracePt t="190329" x="3409950" y="1974850"/>
          <p14:tracePt t="190350" x="3416300" y="1974850"/>
          <p14:tracePt t="190357" x="3422650" y="1974850"/>
          <p14:tracePt t="190372" x="3435350" y="1974850"/>
          <p14:tracePt t="190385" x="3441700" y="1981200"/>
          <p14:tracePt t="190402" x="3467100" y="1987550"/>
          <p14:tracePt t="190418" x="3479800" y="1993900"/>
          <p14:tracePt t="190435" x="3511550" y="2000250"/>
          <p14:tracePt t="190451" x="3530600" y="2006600"/>
          <p14:tracePt t="190468" x="3536950" y="2006600"/>
          <p14:tracePt t="190485" x="3536950" y="2012950"/>
          <p14:tracePt t="190501" x="3543300" y="2012950"/>
          <p14:tracePt t="190722" x="3536950" y="2006600"/>
          <p14:tracePt t="190764" x="3530600" y="2006600"/>
          <p14:tracePt t="190841" x="3524250" y="2006600"/>
          <p14:tracePt t="190911" x="3517900" y="2012950"/>
          <p14:tracePt t="190940" x="3517900" y="2019300"/>
          <p14:tracePt t="191010" x="3517900" y="2025650"/>
          <p14:tracePt t="191045" x="3517900" y="2032000"/>
          <p14:tracePt t="191129" x="3517900" y="2038350"/>
          <p14:tracePt t="191192" x="3511550" y="2038350"/>
          <p14:tracePt t="191269" x="3505200" y="2044700"/>
          <p14:tracePt t="191522" x="3505200" y="2051050"/>
          <p14:tracePt t="191536" x="3517900" y="2051050"/>
          <p14:tracePt t="191543" x="3524250" y="2057400"/>
          <p14:tracePt t="191551" x="3536950" y="2057400"/>
          <p14:tracePt t="191566" x="3549650" y="2063750"/>
          <p14:tracePt t="191581" x="3568700" y="2063750"/>
          <p14:tracePt t="191598" x="3714750" y="2089150"/>
          <p14:tracePt t="191614" x="3784600" y="2101850"/>
          <p14:tracePt t="191631" x="3873500" y="2108200"/>
          <p14:tracePt t="191648" x="4064000" y="2120900"/>
          <p14:tracePt t="191664" x="4254500" y="2139950"/>
          <p14:tracePt t="191681" x="4356100" y="2146300"/>
          <p14:tracePt t="191697" x="4533900" y="2146300"/>
          <p14:tracePt t="191714" x="4673600" y="2146300"/>
          <p14:tracePt t="191731" x="4743450" y="2146300"/>
          <p14:tracePt t="191747" x="4845050" y="2146300"/>
          <p14:tracePt t="191764" x="4972050" y="2139950"/>
          <p14:tracePt t="191781" x="5105400" y="2139950"/>
          <p14:tracePt t="191796" x="5168900" y="2127250"/>
          <p14:tracePt t="191813" x="5232400" y="2127250"/>
          <p14:tracePt t="191830" x="5486400" y="2133600"/>
          <p14:tracePt t="191847" x="5588000" y="2139950"/>
          <p14:tracePt t="191863" x="5689600" y="2152650"/>
          <p14:tracePt t="191880" x="5886450" y="2152650"/>
          <p14:tracePt t="191897" x="6064250" y="2190750"/>
          <p14:tracePt t="191913" x="6159500" y="2209800"/>
          <p14:tracePt t="191930" x="6362700" y="2235200"/>
          <p14:tracePt t="191946" x="6553200" y="2254250"/>
          <p14:tracePt t="191964" x="6711950" y="2292350"/>
          <p14:tracePt t="191980" x="6775450" y="2305050"/>
          <p14:tracePt t="191997" x="6908800" y="2311400"/>
          <p14:tracePt t="192013" x="6997700" y="2311400"/>
          <p14:tracePt t="192029" x="7035800" y="2311400"/>
          <p14:tracePt t="192046" x="7092950" y="2311400"/>
          <p14:tracePt t="192063" x="7143750" y="2311400"/>
          <p14:tracePt t="192080" x="7162800" y="2311400"/>
          <p14:tracePt t="192097" x="7194550" y="2311400"/>
          <p14:tracePt t="192112" x="7207250" y="2311400"/>
          <p14:tracePt t="192129" x="7213600" y="2311400"/>
          <p14:tracePt t="192146" x="7219950" y="2311400"/>
          <p14:tracePt t="192174" x="7213600" y="2311400"/>
          <p14:tracePt t="192182" x="7200900" y="2311400"/>
          <p14:tracePt t="192198" x="7194550" y="2311400"/>
          <p14:tracePt t="192212" x="7181850" y="2317750"/>
          <p14:tracePt t="192229" x="7169150" y="2317750"/>
          <p14:tracePt t="207825" x="7137400" y="2311400"/>
          <p14:tracePt t="207832" x="7112000" y="2305050"/>
          <p14:tracePt t="207841" x="7067550" y="2305050"/>
          <p14:tracePt t="207858" x="6985000" y="2286000"/>
          <p14:tracePt t="207874" x="6838950" y="2286000"/>
          <p14:tracePt t="207891" x="6750050" y="2286000"/>
          <p14:tracePt t="207908" x="6604000" y="2279650"/>
          <p14:tracePt t="207924" x="6496050" y="2279650"/>
          <p14:tracePt t="207941" x="6394450" y="2266950"/>
          <p14:tracePt t="207958" x="6261100" y="2279650"/>
          <p14:tracePt t="207974" x="6216650" y="2279650"/>
          <p14:tracePt t="207991" x="6178550" y="2279650"/>
          <p14:tracePt t="208007" x="6083300" y="2266950"/>
          <p14:tracePt t="208024" x="5981700" y="2260600"/>
          <p14:tracePt t="208043" x="5842000" y="2247900"/>
          <p14:tracePt t="208058" x="5759450" y="2241550"/>
          <p14:tracePt t="208073" x="5645150" y="2235200"/>
          <p14:tracePt t="208091" x="5537200" y="2222500"/>
          <p14:tracePt t="208107" x="5486400" y="2216150"/>
          <p14:tracePt t="208124" x="5378450" y="2197100"/>
          <p14:tracePt t="208141" x="5207000" y="2165350"/>
          <p14:tracePt t="208157" x="5105400" y="2146300"/>
          <p14:tracePt t="208173" x="4940300" y="2133600"/>
          <p14:tracePt t="208190" x="4749800" y="2114550"/>
          <p14:tracePt t="208207" x="4641850" y="2108200"/>
          <p14:tracePt t="208224" x="4413250" y="2063750"/>
          <p14:tracePt t="208240" x="4210050" y="2032000"/>
          <p14:tracePt t="208257" x="4108450" y="2025650"/>
          <p14:tracePt t="208274" x="3898900" y="2000250"/>
          <p14:tracePt t="208290" x="3797300" y="2000250"/>
          <p14:tracePt t="208306" x="3613150" y="2000250"/>
          <p14:tracePt t="208323" x="3467100" y="2006600"/>
          <p14:tracePt t="208340" x="3390900" y="2025650"/>
          <p14:tracePt t="208357" x="3295650" y="2051050"/>
          <p14:tracePt t="208373" x="3244850" y="2076450"/>
          <p14:tracePt t="208390" x="3213100" y="2089150"/>
          <p14:tracePt t="208406" x="3168650" y="2101850"/>
          <p14:tracePt t="208423" x="3130550" y="2108200"/>
          <p14:tracePt t="208439" x="3111500" y="2114550"/>
          <p14:tracePt t="208456" x="3105150" y="2120900"/>
          <p14:tracePt t="208473" x="3098800" y="2127250"/>
          <p14:tracePt t="208490" x="3098800" y="2133600"/>
          <p14:tracePt t="208582" x="3105150" y="2133600"/>
          <p14:tracePt t="208610" x="3105150" y="2127250"/>
          <p14:tracePt t="208624" x="3111500" y="2127250"/>
          <p14:tracePt t="208631" x="3117850" y="2127250"/>
          <p14:tracePt t="208645" x="3124200" y="2120900"/>
          <p14:tracePt t="208655" x="3136900" y="2114550"/>
          <p14:tracePt t="208672" x="3143250" y="2114550"/>
          <p14:tracePt t="208689" x="3175000" y="2114550"/>
          <p14:tracePt t="208705" x="3219450" y="2095500"/>
          <p14:tracePt t="208722" x="3276600" y="2082800"/>
          <p14:tracePt t="208738" x="3314700" y="2076450"/>
          <p14:tracePt t="208755" x="3409950" y="2051050"/>
          <p14:tracePt t="208772" x="3486150" y="2032000"/>
          <p14:tracePt t="208788" x="3511550" y="2025650"/>
          <p14:tracePt t="208805" x="3562350" y="2019300"/>
          <p14:tracePt t="208821" x="3594100" y="2012950"/>
          <p14:tracePt t="208838" x="3600450" y="2012950"/>
          <p14:tracePt t="208855" x="3606800" y="2012950"/>
          <p14:tracePt t="208871" x="3613150" y="2012950"/>
          <p14:tracePt t="208911" x="3613150" y="2019300"/>
          <p14:tracePt t="208953" x="3613150" y="2025650"/>
          <p14:tracePt t="208996" x="3613150" y="2032000"/>
          <p14:tracePt t="209002" x="3619500" y="2032000"/>
          <p14:tracePt t="209010" x="3619500" y="2038350"/>
          <p14:tracePt t="209024" x="3625850" y="2044700"/>
          <p14:tracePt t="209037" x="3625850" y="2051050"/>
          <p14:tracePt t="209054" x="3644900" y="2057400"/>
          <p14:tracePt t="209070" x="3670300" y="2076450"/>
          <p14:tracePt t="209087" x="3740150" y="2114550"/>
          <p14:tracePt t="209104" x="3841750" y="2171700"/>
          <p14:tracePt t="209120" x="3924300" y="2203450"/>
          <p14:tracePt t="209137" x="4083050" y="2273300"/>
          <p14:tracePt t="209153" x="4267200" y="2324100"/>
          <p14:tracePt t="209171" x="4457700" y="2355850"/>
          <p14:tracePt t="209186" x="4552950" y="2362200"/>
          <p14:tracePt t="209203" x="4641850" y="2374900"/>
          <p14:tracePt t="209220" x="4933950" y="2381250"/>
          <p14:tracePt t="209236" x="5035550" y="2381250"/>
          <p14:tracePt t="209253" x="5124450" y="2381250"/>
          <p14:tracePt t="209270" x="5289550" y="2393950"/>
          <p14:tracePt t="209286" x="5441950" y="2400300"/>
          <p14:tracePt t="209304" x="5607050" y="2413000"/>
          <p14:tracePt t="209320" x="5695950" y="2413000"/>
          <p14:tracePt t="209336" x="5842000" y="2425700"/>
          <p14:tracePt t="209353" x="5956300" y="2432050"/>
          <p14:tracePt t="209369" x="6026150" y="2425700"/>
          <p14:tracePt t="209386" x="6108700" y="2413000"/>
          <p14:tracePt t="209403" x="6178550" y="2387600"/>
          <p14:tracePt t="209419" x="6210300" y="2374900"/>
          <p14:tracePt t="209437" x="6273800" y="2349500"/>
          <p14:tracePt t="209452" x="6350000" y="2305050"/>
          <p14:tracePt t="209469" x="6388100" y="2298700"/>
          <p14:tracePt t="209486" x="6438900" y="2260600"/>
          <p14:tracePt t="209502" x="6483350" y="2241550"/>
          <p14:tracePt t="209519" x="6502400" y="2222500"/>
          <p14:tracePt t="209536" x="6540500" y="2203450"/>
          <p14:tracePt t="209552" x="6553200" y="2190750"/>
          <p14:tracePt t="209569" x="6578600" y="2178050"/>
          <p14:tracePt t="209585" x="6616700" y="2159000"/>
          <p14:tracePt t="209602" x="6635750" y="2152650"/>
          <p14:tracePt t="209619" x="6667500" y="2146300"/>
          <p14:tracePt t="209634" x="6699250" y="2139950"/>
          <p14:tracePt t="209652" x="6705600" y="2139950"/>
          <p14:tracePt t="209669" x="6731000" y="2139950"/>
          <p14:tracePt t="209685" x="6743700" y="2139950"/>
          <p14:tracePt t="209702" x="6750050" y="2139950"/>
          <p14:tracePt t="209718" x="6762750" y="2133600"/>
          <p14:tracePt t="209735" x="6775450" y="2133600"/>
          <p14:tracePt t="209752" x="6788150" y="2133600"/>
          <p14:tracePt t="209784" x="6794500" y="2133600"/>
          <p14:tracePt t="209802" x="6813550" y="2133600"/>
          <p14:tracePt t="209818" x="6819900" y="2133600"/>
          <p14:tracePt t="209834" x="6845300" y="2139950"/>
          <p14:tracePt t="209851" x="6877050" y="2146300"/>
          <p14:tracePt t="209867" x="6889750" y="2146300"/>
          <p14:tracePt t="209884" x="6915150" y="2146300"/>
          <p14:tracePt t="209901" x="6985000" y="2159000"/>
          <p14:tracePt t="209917" x="7080250" y="2184400"/>
          <p14:tracePt t="209935" x="7226300" y="2216150"/>
          <p14:tracePt t="209951" x="7308850" y="2222500"/>
          <p14:tracePt t="209967" x="7435850" y="2235200"/>
          <p14:tracePt t="209984" x="7537450" y="2241550"/>
          <p14:tracePt t="210000" x="7594600" y="2241550"/>
          <p14:tracePt t="210017" x="7651750" y="2241550"/>
          <p14:tracePt t="210034" x="7696200" y="2235200"/>
          <p14:tracePt t="210050" x="7721600" y="2235200"/>
          <p14:tracePt t="210067" x="7753350" y="2228850"/>
          <p14:tracePt t="210083" x="7778750" y="2216150"/>
          <p14:tracePt t="210100" x="7785100" y="2209800"/>
          <p14:tracePt t="210117" x="7797800" y="2203450"/>
          <p14:tracePt t="210133" x="7810500" y="2203450"/>
          <p14:tracePt t="210150" x="7816850" y="2197100"/>
          <p14:tracePt t="210167" x="7829550" y="2197100"/>
          <p14:tracePt t="210200" x="7835900" y="2197100"/>
          <p14:tracePt t="210216" x="7835900" y="2190750"/>
          <p14:tracePt t="210293" x="7829550" y="2190750"/>
          <p14:tracePt t="210314" x="7823200" y="2190750"/>
          <p14:tracePt t="210336" x="7816850" y="2190750"/>
          <p14:tracePt t="214483" x="7797800" y="2190750"/>
          <p14:tracePt t="214489" x="7759700" y="2190750"/>
          <p14:tracePt t="214504" x="7721600" y="2190750"/>
          <p14:tracePt t="214518" x="7683500" y="2190750"/>
          <p14:tracePt t="214535" x="7575550" y="2190750"/>
          <p14:tracePt t="214552" x="7448550" y="2159000"/>
          <p14:tracePt t="214568" x="7378700" y="2139950"/>
          <p14:tracePt t="214585" x="7258050" y="2114550"/>
          <p14:tracePt t="214602" x="7169150" y="2070100"/>
          <p14:tracePt t="214618" x="7137400" y="2057400"/>
          <p14:tracePt t="214635" x="7099300" y="2032000"/>
          <p14:tracePt t="214651" x="7080250" y="2012950"/>
          <p14:tracePt t="214668" x="7073900" y="2012950"/>
          <p14:tracePt t="214742" x="7067550" y="2012950"/>
          <p14:tracePt t="215023" x="7054850" y="2012950"/>
          <p14:tracePt t="215036" x="7048500" y="2012950"/>
          <p14:tracePt t="215043" x="7029450" y="2012950"/>
          <p14:tracePt t="215053" x="7010400" y="2012950"/>
          <p14:tracePt t="215067" x="6991350" y="2012950"/>
          <p14:tracePt t="215083" x="6959600" y="2025650"/>
          <p14:tracePt t="215100" x="6813550" y="2025650"/>
          <p14:tracePt t="215116" x="6762750" y="2025650"/>
          <p14:tracePt t="215133" x="6629400" y="2012950"/>
          <p14:tracePt t="215149" x="6578600" y="2000250"/>
          <p14:tracePt t="218422" x="6578600" y="2006600"/>
          <p14:tracePt t="218429" x="6572250" y="2012950"/>
          <p14:tracePt t="218438" x="6565900" y="2032000"/>
          <p14:tracePt t="218454" x="6565900" y="2044700"/>
          <p14:tracePt t="218472" x="6553200" y="2070100"/>
          <p14:tracePt t="218488" x="6546850" y="2082800"/>
          <p14:tracePt t="218504" x="6540500" y="2108200"/>
          <p14:tracePt t="218521" x="6527800" y="2114550"/>
          <p14:tracePt t="218538" x="6527800" y="2120900"/>
          <p14:tracePt t="218555" x="6521450" y="2127250"/>
          <p14:tracePt t="218571" x="6508750" y="2133600"/>
          <p14:tracePt t="218587" x="6496050" y="2139950"/>
          <p14:tracePt t="218604" x="6457950" y="2146300"/>
          <p14:tracePt t="218621" x="6388100" y="2152650"/>
          <p14:tracePt t="218638" x="6343650" y="2165350"/>
          <p14:tracePt t="218654" x="6254750" y="2171700"/>
          <p14:tracePt t="218671" x="6159500" y="2171700"/>
          <p14:tracePt t="218688" x="6121400" y="2171700"/>
          <p14:tracePt t="218703" x="6013450" y="2159000"/>
          <p14:tracePt t="218720" x="5892800" y="2133600"/>
          <p14:tracePt t="218738" x="5759450" y="2095500"/>
          <p14:tracePt t="218754" x="5683250" y="2076450"/>
          <p14:tracePt t="218770" x="5600700" y="2044700"/>
          <p14:tracePt t="218774" x="5524500" y="2012950"/>
          <p14:tracePt t="218787" x="5359400" y="1943100"/>
          <p14:tracePt t="218804" x="5270500" y="1905000"/>
          <p14:tracePt t="218820" x="5149850" y="1860550"/>
          <p14:tracePt t="218837" x="4902200" y="1765300"/>
          <p14:tracePt t="218853" x="4622800" y="1606550"/>
          <p14:tracePt t="218871" x="4210050" y="1403350"/>
          <p14:tracePt t="218886" x="3987800" y="1301750"/>
          <p14:tracePt t="218903" x="3543300" y="1092200"/>
          <p14:tracePt t="218920" x="3111500" y="920750"/>
          <p14:tracePt t="218936" x="2908300" y="863600"/>
          <p14:tracePt t="218953" x="2647950" y="812800"/>
          <p14:tracePt t="218970" x="2432050" y="762000"/>
          <p14:tracePt t="218987" x="2317750" y="749300"/>
          <p14:tracePt t="219004" x="2133600" y="717550"/>
          <p14:tracePt t="219019" x="2012950" y="692150"/>
          <p14:tracePt t="219036" x="1962150" y="692150"/>
          <p14:tracePt t="219053" x="1905000" y="692150"/>
          <p14:tracePt t="219069" x="1854200" y="698500"/>
          <p14:tracePt t="219086" x="1835150" y="698500"/>
          <p14:tracePt t="219103" x="1803400" y="711200"/>
          <p14:tracePt t="219119" x="1797050" y="717550"/>
          <p14:tracePt t="219136" x="1778000" y="723900"/>
          <p14:tracePt t="219153" x="1771650" y="736600"/>
          <p14:tracePt t="219169" x="1771650" y="742950"/>
          <p14:tracePt t="219186" x="1765300" y="742950"/>
          <p14:tracePt t="219201" x="1746250" y="742950"/>
          <p14:tracePt t="219219" x="1733550" y="749300"/>
          <p14:tracePt t="219235" x="1708150" y="755650"/>
          <p14:tracePt t="219252" x="1682750" y="774700"/>
          <p14:tracePt t="219269" x="1663700" y="774700"/>
          <p14:tracePt t="219286" x="1638300" y="793750"/>
          <p14:tracePt t="219302" x="1606550" y="819150"/>
          <p14:tracePt t="219319" x="1574800" y="863600"/>
          <p14:tracePt t="219335" x="1549400" y="895350"/>
          <p14:tracePt t="219352" x="1511300" y="977900"/>
          <p14:tracePt t="219369" x="1498600" y="1022350"/>
          <p14:tracePt t="219385" x="1473200" y="1104900"/>
          <p14:tracePt t="219401" x="1460500" y="1174750"/>
          <p14:tracePt t="219418" x="1454150" y="1219200"/>
          <p14:tracePt t="219434" x="1454150" y="1231900"/>
          <p14:tracePt t="219451" x="1454150" y="1250950"/>
          <p14:tracePt t="219468" x="1460500" y="1257300"/>
          <p14:tracePt t="219485" x="1460500" y="1263650"/>
          <p14:tracePt t="219501" x="1460500" y="1270000"/>
          <p14:tracePt t="219517" x="1466850" y="1270000"/>
          <p14:tracePt t="219554" x="1473200" y="1276350"/>
          <p14:tracePt t="219568" x="1479550" y="1276350"/>
          <p14:tracePt t="219586" x="1498600" y="1276350"/>
          <p14:tracePt t="219601" x="1562100" y="1289050"/>
          <p14:tracePt t="219617" x="1625600" y="1301750"/>
          <p14:tracePt t="219634" x="1816100" y="1320800"/>
          <p14:tracePt t="219650" x="2133600" y="1346200"/>
          <p14:tracePt t="219667" x="2374900" y="1358900"/>
          <p14:tracePt t="219685" x="2908300" y="1403350"/>
          <p14:tracePt t="219700" x="3492500" y="1435100"/>
          <p14:tracePt t="219717" x="3778250" y="1435100"/>
          <p14:tracePt t="219734" x="4254500" y="1460500"/>
          <p14:tracePt t="219750" x="4495800" y="1473200"/>
          <p14:tracePt t="219767" x="4876800" y="1498600"/>
          <p14:tracePt t="219784" x="5156200" y="1536700"/>
          <p14:tracePt t="219800" x="5270500" y="1555750"/>
          <p14:tracePt t="219817" x="5492750" y="1593850"/>
          <p14:tracePt t="219833" x="5664200" y="1644650"/>
          <p14:tracePt t="219850" x="5715000" y="1663700"/>
          <p14:tracePt t="219867" x="5810250" y="1689100"/>
          <p14:tracePt t="219883" x="5854700" y="1714500"/>
          <p14:tracePt t="219900" x="5873750" y="1720850"/>
          <p14:tracePt t="219916" x="5880100" y="1720850"/>
          <p14:tracePt t="219933" x="5892800" y="1720850"/>
          <p14:tracePt t="219949" x="5905500" y="1720850"/>
          <p14:tracePt t="219966" x="5918200" y="1746250"/>
          <p14:tracePt t="219983" x="5937250" y="1765300"/>
          <p14:tracePt t="220001" x="5962650" y="1784350"/>
          <p14:tracePt t="220016" x="5988050" y="1797050"/>
          <p14:tracePt t="220032" x="6007100" y="1816100"/>
          <p14:tracePt t="220049" x="6083300" y="1866900"/>
          <p14:tracePt t="220066" x="6102350" y="1879600"/>
          <p14:tracePt t="220082" x="6121400" y="1905000"/>
          <p14:tracePt t="220099" x="6191250" y="1955800"/>
          <p14:tracePt t="220115" x="6210300" y="1974850"/>
          <p14:tracePt t="220133" x="6248400" y="2012950"/>
          <p14:tracePt t="220149" x="6261100" y="2019300"/>
          <p14:tracePt t="220165" x="6286500" y="2038350"/>
          <p14:tracePt t="220182" x="6299200" y="2044700"/>
          <p14:tracePt t="220198" x="6311900" y="2051050"/>
          <p14:tracePt t="220215" x="6318250" y="2051050"/>
          <p14:tracePt t="220232" x="6330950" y="2051050"/>
          <p14:tracePt t="220248" x="6343650" y="2051050"/>
          <p14:tracePt t="220266" x="6356350" y="2051050"/>
          <p14:tracePt t="220281" x="6394450" y="2051050"/>
          <p14:tracePt t="220298" x="6419850" y="2051050"/>
          <p14:tracePt t="220302" x="6451600" y="2051050"/>
          <p14:tracePt t="220318" x="6483350" y="2051050"/>
          <p14:tracePt t="220331" x="6591300" y="2051050"/>
          <p14:tracePt t="220348" x="6642100" y="2051050"/>
          <p14:tracePt t="220364" x="6743700" y="2057400"/>
          <p14:tracePt t="220381" x="6813550" y="2063750"/>
          <p14:tracePt t="220398" x="6915150" y="2076450"/>
          <p14:tracePt t="220414" x="7048500" y="2082800"/>
          <p14:tracePt t="220431" x="7099300" y="2082800"/>
          <p14:tracePt t="220448" x="7169150" y="2089150"/>
          <p14:tracePt t="220464" x="7207250" y="2089150"/>
          <p14:tracePt t="220481" x="7226300" y="2089150"/>
          <p14:tracePt t="220498" x="7251700" y="2082800"/>
          <p14:tracePt t="220514" x="7264400" y="2082800"/>
          <p14:tracePt t="220531" x="7270750" y="2082800"/>
          <p14:tracePt t="220547" x="7277100" y="2082800"/>
          <p14:tracePt t="220666" x="7277100" y="2089150"/>
          <p14:tracePt t="220681" x="7277100" y="2095500"/>
          <p14:tracePt t="220715" x="7270750" y="2101850"/>
          <p14:tracePt t="220722" x="7264400" y="2101850"/>
          <p14:tracePt t="220743" x="7264400" y="2108200"/>
          <p14:tracePt t="220750" x="7258050" y="2108200"/>
          <p14:tracePt t="220785" x="7251700" y="2114550"/>
          <p14:tracePt t="220792" x="7251700" y="2120900"/>
          <p14:tracePt t="220806" x="7251700" y="2127250"/>
          <p14:tracePt t="220816" x="7245350" y="2133600"/>
          <p14:tracePt t="220830" x="7239000" y="2139950"/>
          <p14:tracePt t="220847" x="7226300" y="2152650"/>
          <p14:tracePt t="220863" x="7200900" y="2190750"/>
          <p14:tracePt t="220880" x="7175500" y="2209800"/>
          <p14:tracePt t="220897" x="7137400" y="2266950"/>
          <p14:tracePt t="220912" x="7073900" y="2324100"/>
          <p14:tracePt t="220929" x="7035800" y="2368550"/>
          <p14:tracePt t="220946" x="6959600" y="2419350"/>
          <p14:tracePt t="220963" x="6921500" y="245745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#Currently, the class is just an empty roo</a:t>
            </a:r>
            <a:r>
              <a:rPr lang="en-US" altLang="en-US" kern="0" spc="-2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with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4495800"/>
            <a:ext cx="533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FFFF">
                  <a:lumMod val="95000"/>
                </a:srgb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146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579"/>
    </mc:Choice>
    <mc:Fallback>
      <p:transition spd="slow" advTm="3175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4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</p:bldLst>
  </p:timing>
  <p:extLst>
    <p:ext uri="{3A86A75C-4F4B-4683-9AE1-C65F6400EC91}">
      <p14:laserTraceLst xmlns:p14="http://schemas.microsoft.com/office/powerpoint/2010/main">
        <p14:tracePtLst>
          <p14:tracePt t="4656" x="6883400" y="2457450"/>
          <p14:tracePt t="4663" x="6838950" y="2444750"/>
          <p14:tracePt t="4672" x="6800850" y="2432050"/>
          <p14:tracePt t="4686" x="6724650" y="2413000"/>
          <p14:tracePt t="4703" x="6667500" y="2381250"/>
          <p14:tracePt t="4719" x="6597650" y="2374900"/>
          <p14:tracePt t="4736" x="6534150" y="2355850"/>
          <p14:tracePt t="4753" x="6489700" y="2336800"/>
          <p14:tracePt t="4769" x="6432550" y="2317750"/>
          <p14:tracePt t="4785" x="6407150" y="2317750"/>
          <p14:tracePt t="4803" x="6369050" y="2305050"/>
          <p14:tracePt t="4819" x="6343650" y="2298700"/>
          <p14:tracePt t="4835" x="6330950" y="2298700"/>
          <p14:tracePt t="4838" x="6324600" y="2298700"/>
          <p14:tracePt t="4852" x="6318250" y="2298700"/>
          <p14:tracePt t="4869" x="6311900" y="2305050"/>
          <p14:tracePt t="4943" x="6311900" y="2311400"/>
          <p14:tracePt t="4992" x="6311900" y="2317750"/>
          <p14:tracePt t="4999" x="6311900" y="2324100"/>
          <p14:tracePt t="5020" x="6311900" y="2330450"/>
          <p14:tracePt t="5049" x="6311900" y="2336800"/>
          <p14:tracePt t="5070" x="6305550" y="2336800"/>
          <p14:tracePt t="5091" x="6299200" y="2343150"/>
          <p14:tracePt t="5097" x="6292850" y="2343150"/>
          <p14:tracePt t="5119" x="6286500" y="2343150"/>
          <p14:tracePt t="5133" x="6280150" y="2349500"/>
          <p14:tracePt t="5140" x="6273800" y="2349500"/>
          <p14:tracePt t="5154" x="6267450" y="2355850"/>
          <p14:tracePt t="5168" x="6235700" y="2368550"/>
          <p14:tracePt t="5184" x="6216650" y="2381250"/>
          <p14:tracePt t="5201" x="6197600" y="2393950"/>
          <p14:tracePt t="5218" x="6134100" y="2413000"/>
          <p14:tracePt t="5234" x="6064250" y="2432050"/>
          <p14:tracePt t="5251" x="6026150" y="2444750"/>
          <p14:tracePt t="5267" x="5937250" y="2470150"/>
          <p14:tracePt t="5283" x="5867400" y="2489200"/>
          <p14:tracePt t="5301" x="5810250" y="2501900"/>
          <p14:tracePt t="5317" x="5778500" y="2501900"/>
          <p14:tracePt t="5334" x="5734050" y="2508250"/>
          <p14:tracePt t="5351" x="5702300" y="2508250"/>
          <p14:tracePt t="5383" x="5683250" y="2508250"/>
          <p14:tracePt t="5400" x="5664200" y="2508250"/>
          <p14:tracePt t="5434" x="5657850" y="2508250"/>
          <p14:tracePt t="5450" x="5651500" y="2508250"/>
          <p14:tracePt t="5470" x="5645150" y="2508250"/>
          <p14:tracePt t="5505" x="5638800" y="2508250"/>
          <p14:tracePt t="5645" x="5645150" y="2508250"/>
          <p14:tracePt t="5701" x="5651500" y="2508250"/>
          <p14:tracePt t="5729" x="5657850" y="2508250"/>
          <p14:tracePt t="5764" x="5664200" y="2508250"/>
          <p14:tracePt t="5792" x="5670550" y="2508250"/>
          <p14:tracePt t="5800" x="5676900" y="2508250"/>
          <p14:tracePt t="5820" x="5683250" y="2508250"/>
          <p14:tracePt t="5841" x="5689600" y="2508250"/>
          <p14:tracePt t="5855" x="5702300" y="2508250"/>
          <p14:tracePt t="5862" x="5721350" y="2508250"/>
          <p14:tracePt t="5869" x="5746750" y="2501900"/>
          <p14:tracePt t="5885" x="5772150" y="2501900"/>
          <p14:tracePt t="5898" x="5810250" y="2495550"/>
          <p14:tracePt t="5915" x="5880100" y="2489200"/>
          <p14:tracePt t="5932" x="5962650" y="2470150"/>
          <p14:tracePt t="5948" x="5981700" y="2463800"/>
          <p14:tracePt t="5965" x="6032500" y="2451100"/>
          <p14:tracePt t="5983" x="6076950" y="2444750"/>
          <p14:tracePt t="5998" x="6089650" y="2444750"/>
          <p14:tracePt t="6015" x="6096000" y="2438400"/>
          <p14:tracePt t="6031" x="6108700" y="2432050"/>
          <p14:tracePt t="6114" x="6115050" y="2432050"/>
          <p14:tracePt t="6212" x="6115050" y="2438400"/>
          <p14:tracePt t="6241" x="6108700" y="2438400"/>
          <p14:tracePt t="6262" x="6096000" y="2438400"/>
          <p14:tracePt t="6297" x="6089650" y="2438400"/>
          <p14:tracePt t="7553" x="6038850" y="2432050"/>
          <p14:tracePt t="7567" x="5981700" y="2413000"/>
          <p14:tracePt t="7574" x="5911850" y="2393950"/>
          <p14:tracePt t="7588" x="5822950" y="2381250"/>
          <p14:tracePt t="7596" x="5734050" y="2362200"/>
          <p14:tracePt t="7609" x="5619750" y="2343150"/>
          <p14:tracePt t="7626" x="5372100" y="2298700"/>
          <p14:tracePt t="7642" x="5213350" y="2273300"/>
          <p14:tracePt t="7659" x="4743450" y="2203450"/>
          <p14:tracePt t="7676" x="4254500" y="2165350"/>
          <p14:tracePt t="7694" x="3746500" y="2120900"/>
          <p14:tracePt t="7708" x="3536950" y="2120900"/>
          <p14:tracePt t="7725" x="3321050" y="2089150"/>
          <p14:tracePt t="7742" x="2730500" y="2063750"/>
          <p14:tracePt t="7759" x="2584450" y="2044700"/>
          <p14:tracePt t="7775" x="2451100" y="2044700"/>
          <p14:tracePt t="7791" x="2184400" y="2044700"/>
          <p14:tracePt t="7809" x="1981200" y="2032000"/>
          <p14:tracePt t="7825" x="1892300" y="2032000"/>
          <p14:tracePt t="7842" x="1758950" y="2000250"/>
          <p14:tracePt t="7858" x="1651000" y="1993900"/>
          <p14:tracePt t="7876" x="1574800" y="1987550"/>
          <p14:tracePt t="7891" x="1549400" y="1981200"/>
          <p14:tracePt t="7908" x="1511300" y="1974850"/>
          <p14:tracePt t="7925" x="1479550" y="1949450"/>
          <p14:tracePt t="7941" x="1454150" y="1943100"/>
          <p14:tracePt t="7958" x="1422400" y="1930400"/>
          <p14:tracePt t="7975" x="1397000" y="1917700"/>
          <p14:tracePt t="7991" x="1384300" y="1911350"/>
          <p14:tracePt t="8009" x="1371600" y="1905000"/>
          <p14:tracePt t="8024" x="1371600" y="1898650"/>
          <p14:tracePt t="8079" x="1377950" y="1898650"/>
          <p14:tracePt t="8085" x="1384300" y="1905000"/>
          <p14:tracePt t="8108" x="1390650" y="1905000"/>
          <p14:tracePt t="8114" x="1397000" y="1911350"/>
          <p14:tracePt t="8128" x="1403350" y="1917700"/>
          <p14:tracePt t="8140" x="1409700" y="1917700"/>
          <p14:tracePt t="8157" x="1435100" y="1924050"/>
          <p14:tracePt t="8174" x="1454150" y="1924050"/>
          <p14:tracePt t="8191" x="1524000" y="1930400"/>
          <p14:tracePt t="8207" x="1638300" y="1936750"/>
          <p14:tracePt t="8224" x="1689100" y="1936750"/>
          <p14:tracePt t="8240" x="1822450" y="1949450"/>
          <p14:tracePt t="8258" x="1936750" y="1955800"/>
          <p14:tracePt t="8274" x="1993900" y="1968500"/>
          <p14:tracePt t="8291" x="2070100" y="1974850"/>
          <p14:tracePt t="8308" x="2139950" y="1974850"/>
          <p14:tracePt t="8324" x="2184400" y="1981200"/>
          <p14:tracePt t="8340" x="2203450" y="1981200"/>
          <p14:tracePt t="8357" x="2209800" y="1981200"/>
          <p14:tracePt t="8360" x="2216150" y="1981200"/>
          <p14:tracePt t="8374" x="2228850" y="1981200"/>
          <p14:tracePt t="8549" x="2228850" y="1987550"/>
          <p14:tracePt t="8557" x="2235200" y="1987550"/>
          <p14:tracePt t="8570" x="2247900" y="1993900"/>
          <p14:tracePt t="8577" x="2254250" y="1993900"/>
          <p14:tracePt t="8589" x="2266950" y="1993900"/>
          <p14:tracePt t="8606" x="2298700" y="2000250"/>
          <p14:tracePt t="8622" x="2317750" y="2006600"/>
          <p14:tracePt t="8640" x="2393950" y="2006600"/>
          <p14:tracePt t="8655" x="2476500" y="2012950"/>
          <p14:tracePt t="8672" x="2520950" y="2025650"/>
          <p14:tracePt t="8689" x="2597150" y="2025650"/>
          <p14:tracePt t="8705" x="2628900" y="2025650"/>
          <p14:tracePt t="8722" x="2686050" y="2019300"/>
          <p14:tracePt t="8739" x="2743200" y="2019300"/>
          <p14:tracePt t="8755" x="2787650" y="2019300"/>
          <p14:tracePt t="8772" x="2857500" y="2012950"/>
          <p14:tracePt t="8788" x="2933700" y="2012950"/>
          <p14:tracePt t="8805" x="2978150" y="2006600"/>
          <p14:tracePt t="8822" x="3073400" y="2000250"/>
          <p14:tracePt t="8838" x="3200400" y="2000250"/>
          <p14:tracePt t="8855" x="3289300" y="2000250"/>
          <p14:tracePt t="8858" x="3365500" y="2000250"/>
          <p14:tracePt t="8872" x="3454400" y="2000250"/>
          <p14:tracePt t="8888" x="3606800" y="1987550"/>
          <p14:tracePt t="8905" x="3663950" y="1981200"/>
          <p14:tracePt t="8922" x="3778250" y="1968500"/>
          <p14:tracePt t="8938" x="3892550" y="1968500"/>
          <p14:tracePt t="8955" x="4013200" y="1962150"/>
          <p14:tracePt t="8971" x="4076700" y="1955800"/>
          <p14:tracePt t="8988" x="4127500" y="1955800"/>
          <p14:tracePt t="9005" x="4324350" y="1943100"/>
          <p14:tracePt t="9021" x="4400550" y="1943100"/>
          <p14:tracePt t="9037" x="4489450" y="1943100"/>
          <p14:tracePt t="9055" x="4718050" y="1955800"/>
          <p14:tracePt t="9071" x="4908550" y="1968500"/>
          <p14:tracePt t="9088" x="5073650" y="1987550"/>
          <p14:tracePt t="9104" x="5149850" y="1987550"/>
          <p14:tracePt t="9121" x="5321300" y="2000250"/>
          <p14:tracePt t="9138" x="5473700" y="2000250"/>
          <p14:tracePt t="9154" x="5524500" y="2000250"/>
          <p14:tracePt t="9170" x="5607050" y="2006600"/>
          <p14:tracePt t="9187" x="5670550" y="2006600"/>
          <p14:tracePt t="9204" x="5708650" y="2012950"/>
          <p14:tracePt t="9221" x="5765800" y="2012950"/>
          <p14:tracePt t="9237" x="5835650" y="2032000"/>
          <p14:tracePt t="9254" x="5892800" y="2038350"/>
          <p14:tracePt t="9272" x="5988050" y="2057400"/>
          <p14:tracePt t="9286" x="6064250" y="2057400"/>
          <p14:tracePt t="9303" x="6102350" y="2057400"/>
          <p14:tracePt t="9320" x="6172200" y="2057400"/>
          <p14:tracePt t="9337" x="6197600" y="2057400"/>
          <p14:tracePt t="9355" x="6292850" y="2063750"/>
          <p14:tracePt t="9370" x="6324600" y="2063750"/>
          <p14:tracePt t="9386" x="6362700" y="2070100"/>
          <p14:tracePt t="9403" x="6438900" y="2070100"/>
          <p14:tracePt t="9419" x="6521450" y="2070100"/>
          <p14:tracePt t="9437" x="6546850" y="2070100"/>
          <p14:tracePt t="9453" x="6616700" y="2070100"/>
          <p14:tracePt t="9470" x="6667500" y="2063750"/>
          <p14:tracePt t="9487" x="6686550" y="2063750"/>
          <p14:tracePt t="9503" x="6743700" y="2057400"/>
          <p14:tracePt t="9519" x="6781800" y="2057400"/>
          <p14:tracePt t="9536" x="6807200" y="2057400"/>
          <p14:tracePt t="9553" x="6838950" y="2057400"/>
          <p14:tracePt t="9569" x="6870700" y="2057400"/>
          <p14:tracePt t="9587" x="6883400" y="2063750"/>
          <p14:tracePt t="9602" x="6915150" y="2063750"/>
          <p14:tracePt t="9619" x="6934200" y="2063750"/>
          <p14:tracePt t="9636" x="6991350" y="2063750"/>
          <p14:tracePt t="9652" x="7004050" y="2063750"/>
          <p14:tracePt t="9669" x="7023100" y="2063750"/>
          <p14:tracePt t="9686" x="7061200" y="2070100"/>
          <p14:tracePt t="9702" x="7099300" y="2082800"/>
          <p14:tracePt t="9719" x="7118350" y="2089150"/>
          <p14:tracePt t="9735" x="7150100" y="2101850"/>
          <p14:tracePt t="9752" x="7169150" y="2101850"/>
          <p14:tracePt t="9769" x="7181850" y="2101850"/>
          <p14:tracePt t="9785" x="7188200" y="2101850"/>
          <p14:tracePt t="9802" x="7194550" y="2101850"/>
          <p14:tracePt t="9832" x="7194550" y="2095500"/>
          <p14:tracePt t="9860" x="7200900" y="2089150"/>
          <p14:tracePt t="9951" x="7207250" y="2089150"/>
          <p14:tracePt t="9958" x="7207250" y="2095500"/>
          <p14:tracePt t="9979" x="7207250" y="2101850"/>
          <p14:tracePt t="10007" x="7200900" y="2101850"/>
          <p14:tracePt t="10021" x="7200900" y="2114550"/>
          <p14:tracePt t="10043" x="7194550" y="2120900"/>
          <p14:tracePt t="10049" x="7194550" y="2133600"/>
          <p14:tracePt t="10057" x="7188200" y="2139950"/>
          <p14:tracePt t="10071" x="7175500" y="2159000"/>
          <p14:tracePt t="10084" x="7162800" y="2171700"/>
          <p14:tracePt t="10101" x="7137400" y="2222500"/>
          <p14:tracePt t="10118" x="7118350" y="2254250"/>
          <p14:tracePt t="10134" x="7086600" y="2305050"/>
          <p14:tracePt t="10150" x="7061200" y="2362200"/>
          <p14:tracePt t="10167" x="7048500" y="2393950"/>
          <p14:tracePt t="10184" x="7035800" y="2457450"/>
          <p14:tracePt t="10200" x="7016750" y="2514600"/>
          <p14:tracePt t="10219" x="7010400" y="2546350"/>
          <p14:tracePt t="10234" x="7004050" y="2565400"/>
          <p14:tracePt t="10250" x="7004050" y="2571750"/>
          <p14:tracePt t="10267" x="6991350" y="2609850"/>
          <p14:tracePt t="10283" x="6991350" y="2622550"/>
          <p14:tracePt t="10300" x="6985000" y="2641600"/>
          <p14:tracePt t="10317" x="6978650" y="2711450"/>
          <p14:tracePt t="10334" x="6978650" y="2717800"/>
          <p14:tracePt t="10350" x="6985000" y="2717800"/>
          <p14:tracePt t="20512" x="6940550" y="2717800"/>
          <p14:tracePt t="20518" x="6864350" y="2717800"/>
          <p14:tracePt t="20531" x="6788150" y="2724150"/>
          <p14:tracePt t="20548" x="6451600" y="2787650"/>
          <p14:tracePt t="20564" x="6235700" y="2806700"/>
          <p14:tracePt t="20582" x="5842000" y="2851150"/>
          <p14:tracePt t="20598" x="5588000" y="2857500"/>
          <p14:tracePt t="20614" x="5384800" y="2857500"/>
          <p14:tracePt t="20631" x="4972050" y="2889250"/>
          <p14:tracePt t="20647" x="4743450" y="2876550"/>
          <p14:tracePt t="20664" x="4610100" y="2857500"/>
          <p14:tracePt t="20681" x="4330700" y="2857500"/>
          <p14:tracePt t="20697" x="4216400" y="2857500"/>
          <p14:tracePt t="20714" x="3987800" y="2838450"/>
          <p14:tracePt t="20731" x="3937000" y="2838450"/>
          <p14:tracePt t="20747" x="3879850" y="2838450"/>
          <p14:tracePt t="20764" x="3797300" y="2806700"/>
          <p14:tracePt t="20780" x="3746500" y="2800350"/>
          <p14:tracePt t="20797" x="3727450" y="2800350"/>
          <p14:tracePt t="20814" x="3689350" y="2794000"/>
          <p14:tracePt t="20830" x="3638550" y="2787650"/>
          <p14:tracePt t="20848" x="3575050" y="2774950"/>
          <p14:tracePt t="20863" x="3556000" y="2774950"/>
          <p14:tracePt t="20880" x="3505200" y="2755900"/>
          <p14:tracePt t="20897" x="3448050" y="2749550"/>
          <p14:tracePt t="20913" x="3403600" y="2743200"/>
          <p14:tracePt t="20930" x="3308350" y="2736850"/>
          <p14:tracePt t="20947" x="3175000" y="2724150"/>
          <p14:tracePt t="20963" x="3098800" y="2724150"/>
          <p14:tracePt t="20979" x="3022600" y="2724150"/>
          <p14:tracePt t="20997" x="2806700" y="2717800"/>
          <p14:tracePt t="21013" x="2730500" y="2705100"/>
          <p14:tracePt t="21030" x="2667000" y="2705100"/>
          <p14:tracePt t="21046" x="2495550" y="2711450"/>
          <p14:tracePt t="21063" x="2343150" y="2705100"/>
          <p14:tracePt t="21079" x="2279650" y="2705100"/>
          <p14:tracePt t="21096" x="2139950" y="2698750"/>
          <p14:tracePt t="21112" x="2044700" y="2698750"/>
          <p14:tracePt t="21129" x="1968500" y="2698750"/>
          <p14:tracePt t="21146" x="1930400" y="2698750"/>
          <p14:tracePt t="21163" x="1841500" y="2698750"/>
          <p14:tracePt t="21179" x="1771650" y="2698750"/>
          <p14:tracePt t="21196" x="1739900" y="2698750"/>
          <p14:tracePt t="21213" x="1676400" y="2698750"/>
          <p14:tracePt t="21228" x="1625600" y="2698750"/>
          <p14:tracePt t="21246" x="1600200" y="2698750"/>
          <p14:tracePt t="21262" x="1568450" y="2698750"/>
          <p14:tracePt t="21279" x="1549400" y="2698750"/>
          <p14:tracePt t="21297" x="1530350" y="2698750"/>
          <p14:tracePt t="21312" x="1524000" y="2698750"/>
          <p14:tracePt t="21328" x="1511300" y="2705100"/>
          <p14:tracePt t="21362" x="1504950" y="2711450"/>
          <p14:tracePt t="21378" x="1498600" y="2717800"/>
          <p14:tracePt t="21411" x="1492250" y="2717800"/>
          <p14:tracePt t="21550" x="1498600" y="2724150"/>
          <p14:tracePt t="21592" x="1504950" y="2730500"/>
          <p14:tracePt t="21613" x="1511300" y="2730500"/>
          <p14:tracePt t="21620" x="1517650" y="2730500"/>
          <p14:tracePt t="21628" x="1524000" y="2730500"/>
          <p14:tracePt t="21644" x="1536700" y="2730500"/>
          <p14:tracePt t="21661" x="1574800" y="2736850"/>
          <p14:tracePt t="21677" x="1612900" y="2743200"/>
          <p14:tracePt t="21694" x="1733550" y="2762250"/>
          <p14:tracePt t="21711" x="1892300" y="2787650"/>
          <p14:tracePt t="21727" x="1968500" y="2800350"/>
          <p14:tracePt t="21744" x="2127250" y="2832100"/>
          <p14:tracePt t="21760" x="2241550" y="2838450"/>
          <p14:tracePt t="21777" x="2279650" y="2838450"/>
          <p14:tracePt t="21794" x="2330450" y="2844800"/>
          <p14:tracePt t="21810" x="2362200" y="2844800"/>
          <p14:tracePt t="21826" x="2368550" y="2844800"/>
          <p14:tracePt t="21844" x="2374900" y="2844800"/>
          <p14:tracePt t="21900" x="2374900" y="2838450"/>
          <p14:tracePt t="21949" x="2374900" y="2832100"/>
          <p14:tracePt t="22040" x="2374900" y="2825750"/>
          <p14:tracePt t="22160" x="2374900" y="2819400"/>
          <p14:tracePt t="22251" x="2381250" y="2813050"/>
          <p14:tracePt t="22321" x="2387600" y="2813050"/>
          <p14:tracePt t="22328" x="2400300" y="2806700"/>
          <p14:tracePt t="22349" x="2413000" y="2800350"/>
          <p14:tracePt t="22363" x="2419350" y="2800350"/>
          <p14:tracePt t="22374" x="2419350" y="2794000"/>
          <p14:tracePt t="22391" x="2438400" y="2794000"/>
          <p14:tracePt t="22408" x="2451100" y="2787650"/>
          <p14:tracePt t="22425" x="2514600" y="2781300"/>
          <p14:tracePt t="22442" x="2584450" y="2768600"/>
          <p14:tracePt t="22458" x="2622550" y="2755900"/>
          <p14:tracePt t="22475" x="2736850" y="2724150"/>
          <p14:tracePt t="22491" x="2832100" y="2686050"/>
          <p14:tracePt t="22508" x="2876550" y="2679700"/>
          <p14:tracePt t="22525" x="2946400" y="2654300"/>
          <p14:tracePt t="22541" x="2990850" y="2622550"/>
          <p14:tracePt t="22558" x="3009900" y="2616200"/>
          <p14:tracePt t="22574" x="3035300" y="2590800"/>
          <p14:tracePt t="22591" x="3048000" y="2584450"/>
          <p14:tracePt t="22608" x="3067050" y="2565400"/>
          <p14:tracePt t="22624" x="3073400" y="2565400"/>
          <p14:tracePt t="22657" x="3079750" y="2559050"/>
          <p14:tracePt t="22679" x="3086100" y="2559050"/>
          <p14:tracePt t="22791" x="3086100" y="2552700"/>
          <p14:tracePt t="22854" x="3086100" y="2546350"/>
          <p14:tracePt t="23072" x="3092450" y="2546350"/>
          <p14:tracePt t="23092" x="3105150" y="2546350"/>
          <p14:tracePt t="23099" x="3130550" y="2552700"/>
          <p14:tracePt t="23113" x="3155950" y="2559050"/>
          <p14:tracePt t="23122" x="3200400" y="2565400"/>
          <p14:tracePt t="23139" x="3263900" y="2578100"/>
          <p14:tracePt t="23156" x="3441700" y="2597150"/>
          <p14:tracePt t="23172" x="3670300" y="2616200"/>
          <p14:tracePt t="23189" x="3784600" y="2628900"/>
          <p14:tracePt t="23205" x="4000500" y="2641600"/>
          <p14:tracePt t="23222" x="4076700" y="2641600"/>
          <p14:tracePt t="23239" x="4222750" y="2635250"/>
          <p14:tracePt t="23255" x="4305300" y="2622550"/>
          <p14:tracePt t="23272" x="4324350" y="2609850"/>
          <p14:tracePt t="23289" x="4349750" y="2603500"/>
          <p14:tracePt t="23305" x="4362450" y="2597150"/>
          <p14:tracePt t="23345" x="4368800" y="2590800"/>
          <p14:tracePt t="23380" x="4368800" y="2584450"/>
          <p14:tracePt t="23401" x="4362450" y="2584450"/>
          <p14:tracePt t="23415" x="4356100" y="2584450"/>
          <p14:tracePt t="23424" x="4349750" y="2584450"/>
          <p14:tracePt t="23438" x="4343400" y="2584450"/>
          <p14:tracePt t="23454" x="4330700" y="2584450"/>
          <p14:tracePt t="23472" x="4292600" y="2584450"/>
          <p14:tracePt t="23487" x="4254500" y="2584450"/>
          <p14:tracePt t="23504" x="4127500" y="2584450"/>
          <p14:tracePt t="23521" x="3924300" y="2590800"/>
          <p14:tracePt t="23537" x="3810000" y="2597150"/>
          <p14:tracePt t="23555" x="3556000" y="2622550"/>
          <p14:tracePt t="23571" x="3409950" y="2641600"/>
          <p14:tracePt t="23587" x="3130550" y="2673350"/>
          <p14:tracePt t="23604" x="2901950" y="2692400"/>
          <p14:tracePt t="23620" x="2806700" y="2705100"/>
          <p14:tracePt t="23637" x="2667000" y="2724150"/>
          <p14:tracePt t="23654" x="2571750" y="2743200"/>
          <p14:tracePt t="23670" x="2540000" y="2743200"/>
          <p14:tracePt t="23687" x="2527300" y="2749550"/>
          <p14:tracePt t="23704" x="2514600" y="2755900"/>
          <p14:tracePt t="23745" x="2520950" y="2755900"/>
          <p14:tracePt t="23766" x="2527300" y="2755900"/>
          <p14:tracePt t="23773" x="2533650" y="2755900"/>
          <p14:tracePt t="23790" x="2540000" y="2755900"/>
          <p14:tracePt t="23803" x="2565400" y="2755900"/>
          <p14:tracePt t="23820" x="2584450" y="2755900"/>
          <p14:tracePt t="23837" x="2686050" y="2755900"/>
          <p14:tracePt t="23853" x="2863850" y="2781300"/>
          <p14:tracePt t="23870" x="2978150" y="2781300"/>
          <p14:tracePt t="23886" x="3238500" y="2781300"/>
          <p14:tracePt t="23903" x="3365500" y="2781300"/>
          <p14:tracePt t="23920" x="3683000" y="2787650"/>
          <p14:tracePt t="23936" x="3962400" y="2787650"/>
          <p14:tracePt t="23953" x="4102100" y="2787650"/>
          <p14:tracePt t="23970" x="4368800" y="2787650"/>
          <p14:tracePt t="23986" x="4616450" y="2800350"/>
          <p14:tracePt t="24003" x="4749800" y="2819400"/>
          <p14:tracePt t="24019" x="4991100" y="2844800"/>
          <p14:tracePt t="24036" x="5181600" y="2863850"/>
          <p14:tracePt t="24054" x="5346700" y="2895600"/>
          <p14:tracePt t="24069" x="5441950" y="2889250"/>
          <p14:tracePt t="24085" x="5632450" y="2889250"/>
          <p14:tracePt t="24103" x="5784850" y="2857500"/>
          <p14:tracePt t="24118" x="5842000" y="2844800"/>
          <p14:tracePt t="27632" x="5772150" y="2844800"/>
          <p14:tracePt t="27639" x="5683250" y="2844800"/>
          <p14:tracePt t="27653" x="5581650" y="2844800"/>
          <p14:tracePt t="27660" x="5492750" y="2844800"/>
          <p14:tracePt t="27674" x="5416550" y="2857500"/>
          <p14:tracePt t="27690" x="5232400" y="2882900"/>
          <p14:tracePt t="27706" x="5130800" y="2895600"/>
          <p14:tracePt t="27723" x="4921250" y="2946400"/>
          <p14:tracePt t="27739" x="4819650" y="2959100"/>
          <p14:tracePt t="27756" x="4654550" y="2990850"/>
          <p14:tracePt t="27773" x="4457700" y="3028950"/>
          <p14:tracePt t="27789" x="4343400" y="3041650"/>
          <p14:tracePt t="27807" x="4146550" y="3067050"/>
          <p14:tracePt t="27822" x="4006850" y="3079750"/>
          <p14:tracePt t="27839" x="3943350" y="3073400"/>
          <p14:tracePt t="27856" x="3822700" y="3067050"/>
          <p14:tracePt t="27872" x="3683000" y="3054350"/>
          <p14:tracePt t="27889" x="3606800" y="3035300"/>
          <p14:tracePt t="27906" x="3454400" y="2990850"/>
          <p14:tracePt t="27922" x="3321050" y="2927350"/>
          <p14:tracePt t="27939" x="3263900" y="2914650"/>
          <p14:tracePt t="27955" x="3130550" y="2851150"/>
          <p14:tracePt t="27972" x="3009900" y="2832100"/>
          <p14:tracePt t="27990" x="2876550" y="2794000"/>
          <p14:tracePt t="28006" x="2813050" y="2774950"/>
          <p14:tracePt t="28022" x="2736850" y="2762250"/>
          <p14:tracePt t="28039" x="2705100" y="2755900"/>
          <p14:tracePt t="28055" x="2698750" y="2749550"/>
          <p14:tracePt t="28072" x="2692400" y="2749550"/>
          <p14:tracePt t="28123" x="2686050" y="2749550"/>
          <p14:tracePt t="28179" x="2692400" y="2755900"/>
          <p14:tracePt t="28200" x="2692400" y="2762250"/>
          <p14:tracePt t="28214" x="2698750" y="2768600"/>
          <p14:tracePt t="28224" x="2705100" y="2774950"/>
          <p14:tracePt t="28238" x="2705100" y="2781300"/>
          <p14:tracePt t="28254" x="2711450" y="2781300"/>
          <p14:tracePt t="28271" x="2717800" y="2787650"/>
          <p14:tracePt t="28288" x="2717800" y="2794000"/>
          <p14:tracePt t="28305" x="2717800" y="2813050"/>
          <p14:tracePt t="28321" x="2717800" y="2838450"/>
          <p14:tracePt t="28338" x="2717800" y="2851150"/>
          <p14:tracePt t="28355" x="2717800" y="2882900"/>
          <p14:tracePt t="28371" x="2711450" y="2914650"/>
          <p14:tracePt t="28387" x="2711450" y="2933700"/>
          <p14:tracePt t="28404" x="2711450" y="2959100"/>
          <p14:tracePt t="28421" x="2711450" y="2965450"/>
          <p14:tracePt t="28438" x="2711450" y="2978150"/>
          <p14:tracePt t="28453" x="2711450" y="2984500"/>
          <p14:tracePt t="28470" x="2711450" y="2990850"/>
          <p14:tracePt t="31185" x="2705100" y="2990850"/>
          <p14:tracePt t="31206" x="2698750" y="2990850"/>
          <p14:tracePt t="31220" x="2686050" y="2990850"/>
          <p14:tracePt t="31233" x="2679700" y="2990850"/>
          <p14:tracePt t="31248" x="2673350" y="2984500"/>
          <p14:tracePt t="31276" x="2660650" y="2984500"/>
          <p14:tracePt t="31290" x="2647950" y="2984500"/>
          <p14:tracePt t="31297" x="2622550" y="2978150"/>
          <p14:tracePt t="31311" x="2609850" y="2971800"/>
          <p14:tracePt t="31327" x="2578100" y="2959100"/>
          <p14:tracePt t="31344" x="2559050" y="2959100"/>
          <p14:tracePt t="31361" x="2533650" y="2946400"/>
          <p14:tracePt t="31377" x="2508250" y="2946400"/>
          <p14:tracePt t="31394" x="2495550" y="2940050"/>
          <p14:tracePt t="31410" x="2482850" y="2940050"/>
          <p14:tracePt t="31427" x="2476500" y="2940050"/>
          <p14:tracePt t="31444" x="2463800" y="2940050"/>
          <p14:tracePt t="31477" x="2457450" y="2940050"/>
          <p14:tracePt t="31494" x="2444750" y="2940050"/>
          <p14:tracePt t="31536" x="2438400" y="2940050"/>
          <p14:tracePt t="31570" x="2432050" y="2946400"/>
          <p14:tracePt t="31605" x="2425700" y="2946400"/>
          <p14:tracePt t="31628" x="2419350" y="2946400"/>
          <p14:tracePt t="31655" x="2413000" y="2946400"/>
          <p14:tracePt t="31879" x="2387600" y="2946400"/>
          <p14:tracePt t="31886" x="2343150" y="2946400"/>
          <p14:tracePt t="31900" x="2273300" y="2946400"/>
          <p14:tracePt t="31909" x="2209800" y="2946400"/>
          <p14:tracePt t="31925" x="2133600" y="2940050"/>
          <p14:tracePt t="31942" x="1981200" y="2940050"/>
          <p14:tracePt t="31958" x="1841500" y="2927350"/>
          <p14:tracePt t="31975" x="1771650" y="2921000"/>
          <p14:tracePt t="31992" x="1682750" y="2908300"/>
          <p14:tracePt t="32008" x="1600200" y="2901950"/>
          <p14:tracePt t="32025" x="1555750" y="2895600"/>
          <p14:tracePt t="32042" x="1517650" y="2889250"/>
          <p14:tracePt t="32058" x="1492250" y="2889250"/>
          <p14:tracePt t="32075" x="1473200" y="2889250"/>
          <p14:tracePt t="32091" x="1466850" y="2889250"/>
          <p14:tracePt t="32127" x="1460500" y="2889250"/>
          <p14:tracePt t="32195" x="1460500" y="2895600"/>
          <p14:tracePt t="32230" x="1460500" y="2901950"/>
          <p14:tracePt t="32265" x="1460500" y="2908300"/>
          <p14:tracePt t="32307" x="1460500" y="2914650"/>
          <p14:tracePt t="32426" x="1460500" y="2921000"/>
          <p14:tracePt t="32552" x="1466850" y="2921000"/>
          <p14:tracePt t="32587" x="1473200" y="2921000"/>
          <p14:tracePt t="32608" x="1479550" y="2921000"/>
          <p14:tracePt t="32630" x="1485900" y="2921000"/>
          <p14:tracePt t="32658" x="1498600" y="2921000"/>
          <p14:tracePt t="32693" x="1504950" y="2921000"/>
          <p14:tracePt t="32707" x="1511300" y="2921000"/>
          <p14:tracePt t="32720" x="1517650" y="2921000"/>
          <p14:tracePt t="32728" x="1524000" y="2921000"/>
          <p14:tracePt t="32742" x="1530350" y="2921000"/>
          <p14:tracePt t="32756" x="1530350" y="2914650"/>
          <p14:tracePt t="32772" x="1543050" y="2914650"/>
          <p14:tracePt t="32789" x="1549400" y="2908300"/>
          <p14:tracePt t="32806" x="1574800" y="2901950"/>
          <p14:tracePt t="32822" x="1606550" y="2895600"/>
          <p14:tracePt t="32839" x="1631950" y="2889250"/>
          <p14:tracePt t="32855" x="1670050" y="2882900"/>
          <p14:tracePt t="32872" x="1714500" y="2882900"/>
          <p14:tracePt t="32891" x="1746250" y="2882900"/>
          <p14:tracePt t="32906" x="1758950" y="2882900"/>
          <p14:tracePt t="32921" x="1784350" y="2882900"/>
          <p14:tracePt t="32939" x="1803400" y="2882900"/>
          <p14:tracePt t="32955" x="1809750" y="2889250"/>
          <p14:tracePt t="32972" x="1822450" y="2895600"/>
          <p14:tracePt t="32989" x="1847850" y="2895600"/>
          <p14:tracePt t="33005" x="1860550" y="2895600"/>
          <p14:tracePt t="33022" x="1879600" y="2895600"/>
          <p14:tracePt t="33038" x="1892300" y="2895600"/>
          <p14:tracePt t="33054" x="1917700" y="2901950"/>
          <p14:tracePt t="33072" x="1949450" y="2901950"/>
          <p14:tracePt t="33088" x="1962150" y="2914650"/>
          <p14:tracePt t="33105" x="2000250" y="2914650"/>
          <p14:tracePt t="33122" x="2025650" y="2921000"/>
          <p14:tracePt t="33138" x="2032000" y="2921000"/>
          <p14:tracePt t="33154" x="2070100" y="2927350"/>
          <p14:tracePt t="33171" x="2082800" y="2927350"/>
          <p14:tracePt t="33188" x="2095500" y="2933700"/>
          <p14:tracePt t="33205" x="2114550" y="2933700"/>
          <p14:tracePt t="33221" x="2127250" y="2933700"/>
          <p14:tracePt t="33237" x="2133600" y="2933700"/>
          <p14:tracePt t="33254" x="2139950" y="2933700"/>
          <p14:tracePt t="33270" x="2146300" y="2940050"/>
          <p14:tracePt t="33304" x="2152650" y="2946400"/>
          <p14:tracePt t="33321" x="2159000" y="2946400"/>
          <p14:tracePt t="33337" x="2171700" y="2952750"/>
          <p14:tracePt t="33353" x="2184400" y="2959100"/>
          <p14:tracePt t="33370" x="2190750" y="2959100"/>
          <p14:tracePt t="33387" x="2216150" y="2959100"/>
          <p14:tracePt t="33403" x="2254250" y="2971800"/>
          <p14:tracePt t="33420" x="2260600" y="2971800"/>
          <p14:tracePt t="33437" x="2286000" y="2978150"/>
          <p14:tracePt t="33453" x="2292350" y="2978150"/>
          <p14:tracePt t="33569" x="2286000" y="2978150"/>
          <p14:tracePt t="36114" x="2228850" y="2940050"/>
          <p14:tracePt t="36129" x="2159000" y="2889250"/>
          <p14:tracePt t="36134" x="2076450" y="2819400"/>
          <p14:tracePt t="36148" x="1981200" y="2724150"/>
          <p14:tracePt t="36160" x="1816100" y="2590800"/>
          <p14:tracePt t="36177" x="1485900" y="2336800"/>
          <p14:tracePt t="36194" x="1320800" y="2178050"/>
          <p14:tracePt t="36211" x="1054100" y="1873250"/>
          <p14:tracePt t="36227" x="749300" y="1555750"/>
          <p14:tracePt t="36243" x="603250" y="1409700"/>
          <p14:tracePt t="36261" x="387350" y="1206500"/>
          <p14:tracePt t="36277" x="165100" y="971550"/>
          <p14:tracePt t="36294" x="31750" y="825500"/>
          <p14:tracePt t="36875" x="31750" y="685800"/>
          <p14:tracePt t="36892" x="120650" y="730250"/>
          <p14:tracePt t="36908" x="171450" y="755650"/>
          <p14:tracePt t="36925" x="190500" y="762000"/>
          <p14:tracePt t="36941" x="215900" y="768350"/>
          <p14:tracePt t="36958" x="234950" y="768350"/>
          <p14:tracePt t="36975" x="241300" y="768350"/>
          <p14:tracePt t="37007" x="247650" y="762000"/>
          <p14:tracePt t="37039" x="247650" y="755650"/>
          <p14:tracePt t="37046" x="247650" y="749300"/>
          <p14:tracePt t="37130" x="241300" y="749300"/>
          <p14:tracePt t="37390" x="241300" y="755650"/>
          <p14:tracePt t="37397" x="241300" y="768350"/>
          <p14:tracePt t="37406" x="247650" y="781050"/>
          <p14:tracePt t="37423" x="266700" y="812800"/>
          <p14:tracePt t="37439" x="311150" y="927100"/>
          <p14:tracePt t="37456" x="349250" y="1016000"/>
          <p14:tracePt t="37473" x="495300" y="1301750"/>
          <p14:tracePt t="37489" x="685800" y="1676400"/>
          <p14:tracePt t="37506" x="787400" y="1873250"/>
          <p14:tracePt t="37523" x="1028700" y="2254250"/>
          <p14:tracePt t="37539" x="1219200" y="2565400"/>
          <p14:tracePt t="37556" x="1295400" y="2673350"/>
          <p14:tracePt t="37572" x="1428750" y="2838450"/>
          <p14:tracePt t="37589" x="1511300" y="2940050"/>
          <p14:tracePt t="37606" x="1536700" y="2971800"/>
          <p14:tracePt t="37622" x="1568450" y="3016250"/>
          <p14:tracePt t="37639" x="1587500" y="3035300"/>
          <p14:tracePt t="37656" x="1593850" y="3041650"/>
          <p14:tracePt t="37672" x="1600200" y="3060700"/>
          <p14:tracePt t="37689" x="1606550" y="3067050"/>
          <p14:tracePt t="37706" x="1619250" y="3079750"/>
          <p14:tracePt t="37722" x="1625600" y="3086100"/>
          <p14:tracePt t="37739" x="1644650" y="3117850"/>
          <p14:tracePt t="37755" x="1663700" y="3149600"/>
          <p14:tracePt t="37772" x="1682750" y="3168650"/>
          <p14:tracePt t="37789" x="1701800" y="3225800"/>
          <p14:tracePt t="37805" x="1727200" y="3251200"/>
          <p14:tracePt t="37822" x="1739900" y="3282950"/>
          <p14:tracePt t="37839" x="1752600" y="3302000"/>
          <p14:tracePt t="37855" x="1752600" y="3308350"/>
          <p14:tracePt t="37871" x="1758950" y="3314700"/>
          <p14:tracePt t="37937" x="1758950" y="3308350"/>
          <p14:tracePt t="37957" x="1758950" y="3302000"/>
          <p14:tracePt t="37979" x="1758950" y="3295650"/>
          <p14:tracePt t="37985" x="1758950" y="3289300"/>
          <p14:tracePt t="38028" x="1758950" y="3282950"/>
          <p14:tracePt t="38042" x="1758950" y="3276600"/>
          <p14:tracePt t="38056" x="1758950" y="3270250"/>
          <p14:tracePt t="38077" x="1765300" y="3263900"/>
          <p14:tracePt t="38091" x="1765300" y="3257550"/>
          <p14:tracePt t="38098" x="1765300" y="3251200"/>
          <p14:tracePt t="38119" x="1771650" y="3238500"/>
          <p14:tracePt t="38126" x="1771650" y="3225800"/>
          <p14:tracePt t="38140" x="1778000" y="3206750"/>
          <p14:tracePt t="38154" x="1784350" y="3187700"/>
          <p14:tracePt t="38170" x="1803400" y="3143250"/>
          <p14:tracePt t="38187" x="1816100" y="3117850"/>
          <p14:tracePt t="38203" x="1835150" y="3067050"/>
          <p14:tracePt t="38220" x="1866900" y="3016250"/>
          <p14:tracePt t="38237" x="1873250" y="2997200"/>
          <p14:tracePt t="38254" x="1898650" y="2952750"/>
          <p14:tracePt t="38270" x="1917700" y="2921000"/>
          <p14:tracePt t="38288" x="1924050" y="2895600"/>
          <p14:tracePt t="38303" x="1924050" y="2889250"/>
          <p14:tracePt t="38320" x="1930400" y="2882900"/>
          <p14:tracePt t="38336" x="1936750" y="2870200"/>
          <p14:tracePt t="38370" x="1936750" y="2863850"/>
          <p14:tracePt t="41628" x="1936750" y="2825750"/>
          <p14:tracePt t="41635" x="1949450" y="2755900"/>
          <p14:tracePt t="41644" x="1949450" y="2692400"/>
          <p14:tracePt t="41658" x="1955800" y="2641600"/>
          <p14:tracePt t="41675" x="1955800" y="2590800"/>
          <p14:tracePt t="41691" x="1955800" y="2476500"/>
          <p14:tracePt t="41708" x="1955800" y="2311400"/>
          <p14:tracePt t="41725" x="1955800" y="2222500"/>
          <p14:tracePt t="41741" x="1949450" y="2019300"/>
          <p14:tracePt t="41758" x="1943100" y="1873250"/>
          <p14:tracePt t="41775" x="1930400" y="1797050"/>
          <p14:tracePt t="41791" x="1924050" y="1689100"/>
          <p14:tracePt t="41808" x="1905000" y="1593850"/>
          <p14:tracePt t="41825" x="1898650" y="1536700"/>
          <p14:tracePt t="41841" x="1892300" y="1511300"/>
          <p14:tracePt t="41857" x="1879600" y="1466850"/>
          <p14:tracePt t="41874" x="1873250" y="1441450"/>
          <p14:tracePt t="41891" x="1866900" y="1428750"/>
          <p14:tracePt t="41908" x="1866900" y="1416050"/>
          <p14:tracePt t="41924" x="1847850" y="1397000"/>
          <p14:tracePt t="41941" x="1847850" y="1390650"/>
          <p14:tracePt t="41986" x="1841500" y="1390650"/>
          <p14:tracePt t="42035" x="1841500" y="1384300"/>
          <p14:tracePt t="42063" x="1847850" y="1384300"/>
          <p14:tracePt t="42077" x="1854200" y="1384300"/>
          <p14:tracePt t="42098" x="1860550" y="1384300"/>
          <p14:tracePt t="42126" x="1866900" y="1384300"/>
          <p14:tracePt t="42154" x="1879600" y="1390650"/>
          <p14:tracePt t="42168" x="1885950" y="1390650"/>
          <p14:tracePt t="42191" x="1892300" y="1390650"/>
          <p14:tracePt t="42196" x="1898650" y="1390650"/>
          <p14:tracePt t="42206" x="1905000" y="1390650"/>
          <p14:tracePt t="42223" x="1911350" y="1390650"/>
          <p14:tracePt t="42240" x="1936750" y="1390650"/>
          <p14:tracePt t="42256" x="1968500" y="1390650"/>
          <p14:tracePt t="42274" x="2070100" y="1403350"/>
          <p14:tracePt t="42289" x="2120900" y="1403350"/>
          <p14:tracePt t="42293" x="2178050" y="1403350"/>
          <p14:tracePt t="42323" x="2305050" y="1409700"/>
          <p14:tracePt t="42339" x="2432050" y="1422400"/>
          <p14:tracePt t="42356" x="2501900" y="1422400"/>
          <p14:tracePt t="42372" x="2603500" y="1428750"/>
          <p14:tracePt t="42389" x="2679700" y="1428750"/>
          <p14:tracePt t="42406" x="2774950" y="1428750"/>
          <p14:tracePt t="42422" x="2806700" y="1422400"/>
          <p14:tracePt t="42439" x="2857500" y="1422400"/>
          <p14:tracePt t="42456" x="2901950" y="1422400"/>
          <p14:tracePt t="42472" x="2927350" y="1428750"/>
          <p14:tracePt t="42488" x="2959100" y="1428750"/>
          <p14:tracePt t="42505" x="2997200" y="1428750"/>
          <p14:tracePt t="42522" x="3016250" y="1428750"/>
          <p14:tracePt t="42539" x="3054350" y="1435100"/>
          <p14:tracePt t="42555" x="3092450" y="1441450"/>
          <p14:tracePt t="42572" x="3117850" y="1447800"/>
          <p14:tracePt t="42589" x="3149600" y="1447800"/>
          <p14:tracePt t="42605" x="3162300" y="1447800"/>
          <p14:tracePt t="42621" x="3187700" y="1454150"/>
          <p14:tracePt t="42638" x="3200400" y="1454150"/>
          <p14:tracePt t="42655" x="3206750" y="1454150"/>
          <p14:tracePt t="42671" x="3213100" y="1454150"/>
          <p14:tracePt t="42715" x="3213100" y="1460500"/>
          <p14:tracePt t="42778" x="3213100" y="1466850"/>
          <p14:tracePt t="42827" x="3213100" y="1473200"/>
          <p14:tracePt t="42855" x="3206750" y="1473200"/>
          <p14:tracePt t="42897" x="3206750" y="1479550"/>
          <p14:tracePt t="42918" x="3200400" y="1479550"/>
          <p14:tracePt t="42926" x="3194050" y="1479550"/>
          <p14:tracePt t="42947" x="3187700" y="1485900"/>
          <p14:tracePt t="42956" x="3181350" y="1498600"/>
          <p14:tracePt t="42970" x="3175000" y="1504950"/>
          <p14:tracePt t="42987" x="3162300" y="1517650"/>
          <p14:tracePt t="43003" x="3130550" y="1562100"/>
          <p14:tracePt t="43020" x="3086100" y="1625600"/>
          <p14:tracePt t="43037" x="3060700" y="1657350"/>
          <p14:tracePt t="43053" x="3003550" y="1727200"/>
          <p14:tracePt t="43070" x="2952750" y="1790700"/>
          <p14:tracePt t="43087" x="2908300" y="1847850"/>
          <p14:tracePt t="43103" x="2882900" y="1879600"/>
          <p14:tracePt t="43120" x="2857500" y="1917700"/>
          <p14:tracePt t="43137" x="2819400" y="1943100"/>
          <p14:tracePt t="43153" x="2806700" y="1955800"/>
          <p14:tracePt t="43170" x="2794000" y="1968500"/>
          <p14:tracePt t="43186" x="2755900" y="1993900"/>
          <p14:tracePt t="43203" x="2749550" y="2006600"/>
          <p14:tracePt t="43220" x="2724150" y="2019300"/>
          <p14:tracePt t="43236" x="2711450" y="2025650"/>
          <p14:tracePt t="43252" x="2692400" y="2032000"/>
          <p14:tracePt t="43270" x="2673350" y="2038350"/>
          <p14:tracePt t="43286" x="2660650" y="2044700"/>
          <p14:tracePt t="43302" x="2647950" y="2051050"/>
          <p14:tracePt t="43319" x="2641600" y="2051050"/>
          <p14:tracePt t="43336" x="2635250" y="2057400"/>
          <p14:tracePt t="43381" x="2628900" y="2057400"/>
          <p14:tracePt t="43388" x="2628900" y="2063750"/>
          <p14:tracePt t="43417" x="2622550" y="2063750"/>
          <p14:tracePt t="43437" x="2616200" y="2063750"/>
          <p14:tracePt t="43459" x="2609850" y="2063750"/>
          <p14:tracePt t="43466" x="2609850" y="2070100"/>
          <p14:tracePt t="43487" x="2603500" y="2070100"/>
          <p14:tracePt t="43508" x="2597150" y="2070100"/>
          <p14:tracePt t="43528" x="2597150" y="2076450"/>
          <p14:tracePt t="43550" x="2590800" y="2076450"/>
          <p14:tracePt t="43557" x="2584450" y="2076450"/>
          <p14:tracePt t="43592" x="2578100" y="2076450"/>
          <p14:tracePt t="43599" x="2571750" y="2076450"/>
          <p14:tracePt t="43605" x="2571750" y="2082800"/>
          <p14:tracePt t="43621" x="2565400" y="2082800"/>
          <p14:tracePt t="43641" x="2559050" y="2082800"/>
          <p14:tracePt t="43662" x="2552700" y="2082800"/>
          <p14:tracePt t="43671" x="2540000" y="2082800"/>
          <p14:tracePt t="43684" x="2533650" y="2082800"/>
          <p14:tracePt t="43701" x="2495550" y="2089150"/>
          <p14:tracePt t="43718" x="2444750" y="2101850"/>
          <p14:tracePt t="43734" x="2419350" y="2108200"/>
          <p14:tracePt t="43751" x="2355850" y="2120900"/>
          <p14:tracePt t="43768" x="2298700" y="2146300"/>
          <p14:tracePt t="43785" x="2266950" y="2152650"/>
          <p14:tracePt t="43787" x="2235200" y="2159000"/>
          <p14:tracePt t="43804" x="2216150" y="2171700"/>
          <p14:tracePt t="43817" x="2165350" y="2184400"/>
          <p14:tracePt t="43834" x="2146300" y="2184400"/>
          <p14:tracePt t="43851" x="2114550" y="2190750"/>
          <p14:tracePt t="43867" x="2089150" y="2190750"/>
          <p14:tracePt t="43884" x="2076450" y="2190750"/>
          <p14:tracePt t="43901" x="2057400" y="2190750"/>
          <p14:tracePt t="43917" x="2044700" y="2190750"/>
          <p14:tracePt t="43934" x="2025650" y="2190750"/>
          <p14:tracePt t="43950" x="2019300" y="2190750"/>
          <p14:tracePt t="43984" x="2012950" y="2190750"/>
          <p14:tracePt t="44069" x="2012950" y="2197100"/>
          <p14:tracePt t="44083" x="2019300" y="2203450"/>
          <p14:tracePt t="44097" x="2025650" y="2203450"/>
          <p14:tracePt t="44111" x="2038350" y="2209800"/>
          <p14:tracePt t="44119" x="2051050" y="2209800"/>
          <p14:tracePt t="44133" x="2070100" y="2209800"/>
          <p14:tracePt t="44149" x="2082800" y="2216150"/>
          <p14:tracePt t="44167" x="2254250" y="2235200"/>
          <p14:tracePt t="44183" x="2317750" y="2241550"/>
          <p14:tracePt t="44199" x="2393950" y="2254250"/>
          <p14:tracePt t="44216" x="2527300" y="2260600"/>
          <p14:tracePt t="44232" x="2628900" y="2260600"/>
          <p14:tracePt t="44249" x="2667000" y="2260600"/>
          <p14:tracePt t="44266" x="2717800" y="2260600"/>
          <p14:tracePt t="44283" x="2749550" y="2260600"/>
          <p14:tracePt t="44299" x="2755900" y="2260600"/>
          <p14:tracePt t="44321" x="2762250" y="2260600"/>
          <p14:tracePt t="44332" x="2762250" y="2266950"/>
          <p14:tracePt t="44349" x="2774950" y="2273300"/>
          <p14:tracePt t="51240" x="2768600" y="2292350"/>
          <p14:tracePt t="51247" x="2743200" y="2336800"/>
          <p14:tracePt t="51258" x="2717800" y="2368550"/>
          <p14:tracePt t="51276" x="2628900" y="2501900"/>
          <p14:tracePt t="51292" x="2565400" y="2584450"/>
          <p14:tracePt t="51309" x="2520950" y="2647950"/>
          <p14:tracePt t="51326" x="2419350" y="2774950"/>
          <p14:tracePt t="51341" x="2374900" y="2832100"/>
          <p14:tracePt t="51358" x="2260600" y="2971800"/>
          <p14:tracePt t="51375" x="2152650" y="3092450"/>
          <p14:tracePt t="51392" x="2108200" y="3136900"/>
          <p14:tracePt t="51409" x="2038350" y="3232150"/>
          <p14:tracePt t="51425" x="1987550" y="3282950"/>
          <p14:tracePt t="51441" x="1981200" y="3295650"/>
          <p14:tracePt t="51458" x="1962150" y="3314700"/>
          <p14:tracePt t="51474" x="1955800" y="3327400"/>
          <p14:tracePt t="51491" x="1949450" y="3333750"/>
          <p14:tracePt t="51508" x="1949450" y="3346450"/>
          <p14:tracePt t="51524" x="1936750" y="3346450"/>
          <p14:tracePt t="51563" x="1936750" y="3340100"/>
          <p14:tracePt t="51577" x="1930400" y="3340100"/>
          <p14:tracePt t="51592" x="1924050" y="3333750"/>
          <p14:tracePt t="51608" x="1892300" y="3314700"/>
          <p14:tracePt t="51624" x="1879600" y="3314700"/>
          <p14:tracePt t="51641" x="1847850" y="3302000"/>
          <p14:tracePt t="51657" x="1809750" y="3282950"/>
          <p14:tracePt t="51673" x="1790700" y="3282950"/>
          <p14:tracePt t="51690" x="1758950" y="3263900"/>
          <p14:tracePt t="51707" x="1708150" y="3238500"/>
          <p14:tracePt t="51724" x="1682750" y="3232150"/>
          <p14:tracePt t="51740" x="1657350" y="3219450"/>
          <p14:tracePt t="51757" x="1631950" y="3206750"/>
          <p14:tracePt t="51774" x="1619250" y="3200400"/>
          <p14:tracePt t="51790" x="1619250" y="3194050"/>
          <p14:tracePt t="51806" x="1612900" y="3187700"/>
          <p14:tracePt t="51824" x="1600200" y="3168650"/>
          <p14:tracePt t="51840" x="1600200" y="3155950"/>
          <p14:tracePt t="51857" x="1600200" y="3143250"/>
          <p14:tracePt t="51874" x="1593850" y="3111500"/>
          <p14:tracePt t="51889" x="1593850" y="3086100"/>
          <p14:tracePt t="51906" x="1593850" y="3073400"/>
          <p14:tracePt t="51923" x="1593850" y="3028950"/>
          <p14:tracePt t="51940" x="1593850" y="2984500"/>
          <p14:tracePt t="51957" x="1593850" y="2959100"/>
          <p14:tracePt t="51972" x="1593850" y="2952750"/>
          <p14:tracePt t="51989" x="1593850" y="2940050"/>
          <p14:tracePt t="52008" x="1593850" y="2927350"/>
          <p14:tracePt t="52041" x="1593850" y="2914650"/>
          <p14:tracePt t="52075" x="1593850" y="2908300"/>
          <p14:tracePt t="52118" x="1593850" y="2901950"/>
          <p14:tracePt t="52153" x="1593850" y="2895600"/>
          <p14:tracePt t="52174" x="1593850" y="2889250"/>
          <p14:tracePt t="52195" x="1600200" y="2882900"/>
          <p14:tracePt t="52223" x="1600200" y="2876550"/>
          <p14:tracePt t="52237" x="1606550" y="2876550"/>
          <p14:tracePt t="52244" x="1606550" y="2870200"/>
          <p14:tracePt t="52265" x="1612900" y="2870200"/>
          <p14:tracePt t="52279" x="1619250" y="2870200"/>
          <p14:tracePt t="52293" x="1625600" y="2870200"/>
          <p14:tracePt t="52308" x="1638300" y="2870200"/>
          <p14:tracePt t="52328" x="1651000" y="2870200"/>
          <p14:tracePt t="52338" x="1663700" y="2863850"/>
          <p14:tracePt t="52354" x="1689100" y="2863850"/>
          <p14:tracePt t="52372" x="1746250" y="2851150"/>
          <p14:tracePt t="52388" x="1803400" y="2851150"/>
          <p14:tracePt t="52404" x="1841500" y="2844800"/>
          <p14:tracePt t="52421" x="1905000" y="2838450"/>
          <p14:tracePt t="52437" x="1955800" y="2832100"/>
          <p14:tracePt t="52454" x="1987550" y="2825750"/>
          <p14:tracePt t="52471" x="2019300" y="2819400"/>
          <p14:tracePt t="52487" x="2038350" y="2819400"/>
          <p14:tracePt t="52505" x="2063750" y="2813050"/>
          <p14:tracePt t="52520" x="2070100" y="2813050"/>
          <p14:tracePt t="52537" x="2076450" y="2813050"/>
          <p14:tracePt t="52570" x="2082800" y="2813050"/>
          <p14:tracePt t="52638" x="2089150" y="2813050"/>
          <p14:tracePt t="52708" x="2089150" y="2806700"/>
          <p14:tracePt t="52736" x="2082800" y="2800350"/>
          <p14:tracePt t="52757" x="2082800" y="2794000"/>
          <p14:tracePt t="52771" x="2082800" y="2787650"/>
          <p14:tracePt t="52778" x="2076450" y="2781300"/>
          <p14:tracePt t="52787" x="2076450" y="2774950"/>
          <p14:tracePt t="52803" x="2070100" y="2755900"/>
          <p14:tracePt t="52820" x="2044700" y="2705100"/>
          <p14:tracePt t="52836" x="2025650" y="2660650"/>
          <p14:tracePt t="52853" x="1993900" y="2540000"/>
          <p14:tracePt t="52870" x="1930400" y="2387600"/>
          <p14:tracePt t="52886" x="1898650" y="2286000"/>
          <p14:tracePt t="52889" x="1879600" y="2184400"/>
          <p14:tracePt t="52903" x="1847850" y="2076450"/>
          <p14:tracePt t="52920" x="1784350" y="1879600"/>
          <p14:tracePt t="52936" x="1765300" y="1790700"/>
          <p14:tracePt t="52953" x="1727200" y="1644650"/>
          <p14:tracePt t="52969" x="1701800" y="1498600"/>
          <p14:tracePt t="52986" x="1689100" y="1435100"/>
          <p14:tracePt t="53003" x="1670050" y="1327150"/>
          <p14:tracePt t="53019" x="1663700" y="1244600"/>
          <p14:tracePt t="53035" x="1663700" y="1206500"/>
          <p14:tracePt t="53052" x="1663700" y="1143000"/>
          <p14:tracePt t="53068" x="1663700" y="1079500"/>
          <p14:tracePt t="53085" x="1663700" y="1054100"/>
          <p14:tracePt t="53102" x="1670050" y="1009650"/>
          <p14:tracePt t="53118" x="1682750" y="984250"/>
          <p14:tracePt t="53135" x="1682750" y="939800"/>
          <p14:tracePt t="53151" x="1689100" y="908050"/>
          <p14:tracePt t="53168" x="1689100" y="895350"/>
          <p14:tracePt t="53185" x="1695450" y="882650"/>
          <p14:tracePt t="53201" x="1695450" y="869950"/>
          <p14:tracePt t="53290" x="1695450" y="876300"/>
          <p14:tracePt t="53332" x="1695450" y="882650"/>
          <p14:tracePt t="53339" x="1695450" y="889000"/>
          <p14:tracePt t="53381" x="1701800" y="889000"/>
          <p14:tracePt t="53388" x="1708150" y="889000"/>
          <p14:tracePt t="53409" x="1720850" y="889000"/>
          <p14:tracePt t="53418" x="1727200" y="889000"/>
          <p14:tracePt t="53437" x="1739900" y="889000"/>
          <p14:tracePt t="53454" x="1746250" y="889000"/>
          <p14:tracePt t="53467" x="1752600" y="882650"/>
          <p14:tracePt t="53484" x="1797050" y="882650"/>
          <p14:tracePt t="53501" x="1847850" y="876300"/>
          <p14:tracePt t="53517" x="1866900" y="869950"/>
          <p14:tracePt t="53534" x="1917700" y="857250"/>
          <p14:tracePt t="53551" x="1955800" y="857250"/>
          <p14:tracePt t="53567" x="1968500" y="857250"/>
          <p14:tracePt t="53584" x="1993900" y="857250"/>
          <p14:tracePt t="53601" x="2006600" y="857250"/>
          <p14:tracePt t="53636" x="2006600" y="863600"/>
          <p14:tracePt t="53662" x="2006600" y="869950"/>
          <p14:tracePt t="53670" x="2006600" y="876300"/>
          <p14:tracePt t="53690" x="2006600" y="882650"/>
          <p14:tracePt t="53699" x="2000250" y="882650"/>
          <p14:tracePt t="53716" x="1993900" y="889000"/>
          <p14:tracePt t="53735" x="1987550" y="895350"/>
          <p14:tracePt t="53749" x="1981200" y="901700"/>
          <p14:tracePt t="53767" x="1955800" y="946150"/>
          <p14:tracePt t="53782" x="1905000" y="1047750"/>
          <p14:tracePt t="53799" x="1879600" y="1111250"/>
          <p14:tracePt t="53817" x="1797050" y="1301750"/>
          <p14:tracePt t="53833" x="1701800" y="1524000"/>
          <p14:tracePt t="53849" x="1657350" y="1638300"/>
          <p14:tracePt t="53866" x="1581150" y="1885950"/>
          <p14:tracePt t="53882" x="1511300" y="2120900"/>
          <p14:tracePt t="53901" x="1466850" y="2305050"/>
          <p14:tracePt t="53916" x="1460500" y="2368550"/>
          <p14:tracePt t="53932" x="1441450" y="2463800"/>
          <p14:tracePt t="53950" x="1435100" y="2514600"/>
          <p14:tracePt t="53966" x="1435100" y="2533650"/>
          <p14:tracePt t="53982" x="1435100" y="2552700"/>
          <p14:tracePt t="53999" x="1435100" y="2559050"/>
          <p14:tracePt t="54062" x="1435100" y="2565400"/>
          <p14:tracePt t="54104" x="1441450" y="2565400"/>
          <p14:tracePt t="54160" x="1447800" y="2571750"/>
          <p14:tracePt t="54181" x="1460500" y="2578100"/>
          <p14:tracePt t="54188" x="1466850" y="2584450"/>
          <p14:tracePt t="54202" x="1473200" y="2584450"/>
          <p14:tracePt t="54215" x="1485900" y="2590800"/>
          <p14:tracePt t="54232" x="1517650" y="2603500"/>
          <p14:tracePt t="54248" x="1543050" y="2616200"/>
          <p14:tracePt t="54266" x="1638300" y="2667000"/>
          <p14:tracePt t="54281" x="1752600" y="2743200"/>
          <p14:tracePt t="54298" x="1822450" y="2774950"/>
          <p14:tracePt t="54316" x="1955800" y="2832100"/>
          <p14:tracePt t="54331" x="2012950" y="2863850"/>
          <p14:tracePt t="54348" x="2101850" y="2901950"/>
          <p14:tracePt t="54365" x="2165350" y="2921000"/>
          <p14:tracePt t="54381" x="2184400" y="2933700"/>
          <p14:tracePt t="54399" x="2203450" y="2940050"/>
          <p14:tracePt t="54414" x="2216150" y="2946400"/>
          <p14:tracePt t="54673" x="2222500" y="2946400"/>
          <p14:tracePt t="54687" x="2228850" y="2946400"/>
          <p14:tracePt t="54701" x="2235200" y="2946400"/>
          <p14:tracePt t="54715" x="2241550" y="2946400"/>
          <p14:tracePt t="54722" x="2247900" y="2946400"/>
          <p14:tracePt t="54743" x="2254250" y="2946400"/>
          <p14:tracePt t="54764" x="2260600" y="2946400"/>
          <p14:tracePt t="54771" x="2273300" y="2946400"/>
          <p14:tracePt t="54785" x="2286000" y="2940050"/>
          <p14:tracePt t="54796" x="2298700" y="2940050"/>
          <p14:tracePt t="54813" x="2343150" y="2933700"/>
          <p14:tracePt t="54829" x="2368550" y="2927350"/>
          <p14:tracePt t="54846" x="2413000" y="2921000"/>
          <p14:tracePt t="54863" x="2476500" y="2914650"/>
          <p14:tracePt t="54880" x="2514600" y="2914650"/>
          <p14:tracePt t="54896" x="2546350" y="2914650"/>
          <p14:tracePt t="54912" x="2622550" y="2914650"/>
          <p14:tracePt t="54928" x="2641600" y="2914650"/>
          <p14:tracePt t="54947" x="2686050" y="2908300"/>
          <p14:tracePt t="54962" x="2698750" y="2908300"/>
          <p14:tracePt t="54979" x="2730500" y="2895600"/>
          <p14:tracePt t="54996" x="2762250" y="2889250"/>
          <p14:tracePt t="55012" x="2774950" y="2889250"/>
          <p14:tracePt t="55029" x="2800350" y="2882900"/>
          <p14:tracePt t="55045" x="2825750" y="2870200"/>
          <p14:tracePt t="55062" x="2832100" y="2870200"/>
          <p14:tracePt t="55080" x="2851150" y="2870200"/>
          <p14:tracePt t="55095" x="2857500" y="2863850"/>
          <p14:tracePt t="55111" x="2863850" y="2863850"/>
          <p14:tracePt t="55129" x="2876550" y="2863850"/>
          <p14:tracePt t="55145" x="2889250" y="2857500"/>
          <p14:tracePt t="55276" x="2895600" y="2857500"/>
          <p14:tracePt t="55856" x="2901950" y="2857500"/>
          <p14:tracePt t="55870" x="2908300" y="2857500"/>
          <p14:tracePt t="55878" x="2908300" y="2851150"/>
          <p14:tracePt t="55892" x="2914650" y="2851150"/>
          <p14:tracePt t="55909" x="2927350" y="2851150"/>
          <p14:tracePt t="55928" x="2933700" y="2844800"/>
          <p14:tracePt t="55942" x="2940050" y="2844800"/>
          <p14:tracePt t="55958" x="2959100" y="2838450"/>
          <p14:tracePt t="55976" x="2984500" y="2832100"/>
          <p14:tracePt t="55992" x="2990850" y="2832100"/>
          <p14:tracePt t="56009" x="2997200" y="2832100"/>
          <p14:tracePt t="56025" x="3035300" y="2825750"/>
          <p14:tracePt t="56042" x="3048000" y="2825750"/>
          <p14:tracePt t="56060" x="3079750" y="2825750"/>
          <p14:tracePt t="56076" x="3092450" y="2825750"/>
          <p14:tracePt t="56092" x="3136900" y="2825750"/>
          <p14:tracePt t="56108" x="3155950" y="2825750"/>
          <p14:tracePt t="56125" x="3206750" y="2819400"/>
          <p14:tracePt t="56141" x="3270250" y="2819400"/>
          <p14:tracePt t="56158" x="3321050" y="2813050"/>
          <p14:tracePt t="56175" x="3340100" y="2813050"/>
          <p14:tracePt t="56191" x="3397250" y="2819400"/>
          <p14:tracePt t="56208" x="3454400" y="2819400"/>
          <p14:tracePt t="56224" x="3473450" y="2819400"/>
          <p14:tracePt t="56242" x="3524250" y="2825750"/>
          <p14:tracePt t="56258" x="3568700" y="2825750"/>
          <p14:tracePt t="56274" x="3581400" y="2832100"/>
          <p14:tracePt t="56291" x="3613150" y="2832100"/>
          <p14:tracePt t="56307" x="3632200" y="2838450"/>
          <p14:tracePt t="56346" x="3638550" y="2838450"/>
          <p14:tracePt t="56357" x="3638550" y="2844800"/>
          <p14:tracePt t="56397" x="3644900" y="2851150"/>
          <p14:tracePt t="56410" x="3644900" y="2857500"/>
          <p14:tracePt t="56495" x="3644900" y="2863850"/>
          <p14:tracePt t="56544" x="3638550" y="2863850"/>
          <p14:tracePt t="57166" x="3632200" y="2863850"/>
          <p14:tracePt t="57181" x="3619500" y="2863850"/>
          <p14:tracePt t="57190" x="3606800" y="2863850"/>
          <p14:tracePt t="57205" x="3594100" y="2863850"/>
          <p14:tracePt t="57221" x="3575050" y="2863850"/>
          <p14:tracePt t="57238" x="3524250" y="2863850"/>
          <p14:tracePt t="57254" x="3511550" y="2863850"/>
          <p14:tracePt t="57271" x="3498850" y="2870200"/>
          <p14:tracePt t="57288" x="3479800" y="2870200"/>
          <p14:tracePt t="57304" x="3460750" y="2876550"/>
          <p14:tracePt t="57322" x="3441700" y="2876550"/>
          <p14:tracePt t="57337" x="3435350" y="2876550"/>
          <p14:tracePt t="57354" x="3416300" y="2876550"/>
          <p14:tracePt t="57371" x="3403600" y="2882900"/>
          <p14:tracePt t="57387" x="3352800" y="2882900"/>
          <p14:tracePt t="57404" x="3282950" y="2889250"/>
          <p14:tracePt t="57421" x="3181350" y="2889250"/>
          <p14:tracePt t="57437" x="3111500" y="2895600"/>
          <p14:tracePt t="57454" x="2984500" y="2895600"/>
          <p14:tracePt t="57470" x="2857500" y="2908300"/>
          <p14:tracePt t="57487" x="2794000" y="2908300"/>
          <p14:tracePt t="57504" x="2647950" y="2901950"/>
          <p14:tracePt t="57520" x="2495550" y="2908300"/>
          <p14:tracePt t="57537" x="2419350" y="2908300"/>
          <p14:tracePt t="57554" x="2292350" y="2908300"/>
          <p14:tracePt t="57570" x="2241550" y="2908300"/>
          <p14:tracePt t="57588" x="2133600" y="2914650"/>
          <p14:tracePt t="57603" x="2101850" y="2914650"/>
          <p14:tracePt t="57620" x="2076450" y="2921000"/>
          <p14:tracePt t="57637" x="2025650" y="2927350"/>
          <p14:tracePt t="57653" x="1974850" y="2940050"/>
          <p14:tracePt t="57670" x="1943100" y="2946400"/>
          <p14:tracePt t="57686" x="1898650" y="2952750"/>
          <p14:tracePt t="57703" x="1854200" y="2952750"/>
          <p14:tracePt t="57720" x="1835150" y="2952750"/>
          <p14:tracePt t="57736" x="1809750" y="2959100"/>
          <p14:tracePt t="57753" x="1797050" y="2965450"/>
          <p14:tracePt t="57770" x="1784350" y="2965450"/>
          <p14:tracePt t="57802" x="1778000" y="2965450"/>
          <p14:tracePt t="58051" x="1784350" y="2965450"/>
          <p14:tracePt t="58072" x="1790700" y="2965450"/>
          <p14:tracePt t="58093" x="1797050" y="2965450"/>
          <p14:tracePt t="58121" x="1809750" y="2965450"/>
          <p14:tracePt t="58142" x="1816100" y="2965450"/>
          <p14:tracePt t="58149" x="1822450" y="2959100"/>
          <p14:tracePt t="58170" x="1828800" y="2959100"/>
          <p14:tracePt t="58186" x="1835150" y="2959100"/>
          <p14:tracePt t="58191" x="1847850" y="2952750"/>
          <p14:tracePt t="58205" x="1860550" y="2952750"/>
          <p14:tracePt t="58218" x="1873250" y="2952750"/>
          <p14:tracePt t="58235" x="1905000" y="2946400"/>
          <p14:tracePt t="58251" x="1917700" y="2940050"/>
          <p14:tracePt t="58269" x="1949450" y="2933700"/>
          <p14:tracePt t="58284" x="1974850" y="2927350"/>
          <p14:tracePt t="58300" x="1987550" y="2927350"/>
          <p14:tracePt t="58317" x="2006600" y="2921000"/>
          <p14:tracePt t="58333" x="2019300" y="2914650"/>
          <p14:tracePt t="58351" x="2025650" y="2908300"/>
          <p14:tracePt t="58369" x="2032000" y="2901950"/>
          <p14:tracePt t="58384" x="2038350" y="2901950"/>
          <p14:tracePt t="58400" x="2044700" y="2895600"/>
          <p14:tracePt t="58434" x="2051050" y="2889250"/>
          <p14:tracePt t="58465" x="2057400" y="2889250"/>
          <p14:tracePt t="58472" x="2063750" y="2889250"/>
          <p14:tracePt t="58521" x="2063750" y="2882900"/>
          <p14:tracePt t="58542" x="2063750" y="2876550"/>
          <p14:tracePt t="58612" x="2063750" y="2870200"/>
          <p14:tracePt t="58634" x="2057400" y="2870200"/>
          <p14:tracePt t="58661" x="2051050" y="2870200"/>
          <p14:tracePt t="58683" x="2044700" y="2870200"/>
          <p14:tracePt t="58696" x="2038350" y="2870200"/>
          <p14:tracePt t="58731" x="2032000" y="2870200"/>
          <p14:tracePt t="58745" x="2025650" y="2870200"/>
          <p14:tracePt t="58752" x="2019300" y="2870200"/>
          <p14:tracePt t="58774" x="2012950" y="2870200"/>
          <p14:tracePt t="58783" x="2006600" y="2870200"/>
          <p14:tracePt t="58802" x="2000250" y="2870200"/>
          <p14:tracePt t="58823" x="1993900" y="2870200"/>
          <p14:tracePt t="58837" x="1981200" y="2870200"/>
          <p14:tracePt t="58849" x="1974850" y="2876550"/>
          <p14:tracePt t="58867" x="1943100" y="2876550"/>
          <p14:tracePt t="58882" x="1924050" y="2876550"/>
          <p14:tracePt t="58898" x="1892300" y="2882900"/>
          <p14:tracePt t="58915" x="1860550" y="2889250"/>
          <p14:tracePt t="58932" x="1847850" y="2889250"/>
          <p14:tracePt t="58949" x="1828800" y="2895600"/>
          <p14:tracePt t="58966" x="1822450" y="2901950"/>
          <p14:tracePt t="58999" x="1816100" y="2901950"/>
          <p14:tracePt t="59015" x="1816100" y="2908300"/>
          <p14:tracePt t="59032" x="1822450" y="2914650"/>
          <p14:tracePt t="59048" x="1835150" y="2914650"/>
          <p14:tracePt t="59064" x="1841500" y="2914650"/>
          <p14:tracePt t="59081" x="1847850" y="2914650"/>
          <p14:tracePt t="59098" x="1879600" y="2921000"/>
          <p14:tracePt t="59115" x="1892300" y="2921000"/>
          <p14:tracePt t="59132" x="1936750" y="2914650"/>
          <p14:tracePt t="59148" x="1981200" y="2895600"/>
          <p14:tracePt t="59164" x="1987550" y="2882900"/>
          <p14:tracePt t="59181" x="2006600" y="2825750"/>
          <p14:tracePt t="59198" x="2006600" y="2762250"/>
          <p14:tracePt t="59216" x="2000250" y="2679700"/>
          <p14:tracePt t="59231" x="1981200" y="2647950"/>
          <p14:tracePt t="59247" x="1955800" y="2590800"/>
          <p14:tracePt t="59264" x="1943100" y="2565400"/>
          <p14:tracePt t="59281" x="1930400" y="2540000"/>
          <p14:tracePt t="59297" x="1930400" y="2527300"/>
          <p14:tracePt t="59330" x="1930400" y="2520950"/>
          <p14:tracePt t="59347" x="1936750" y="2520950"/>
          <p14:tracePt t="59364" x="1955800" y="2520950"/>
          <p14:tracePt t="59380" x="1962150" y="2520950"/>
          <p14:tracePt t="59397" x="1987550" y="2514600"/>
          <p14:tracePt t="59414" x="2025650" y="2514600"/>
          <p14:tracePt t="59430" x="2051050" y="2514600"/>
          <p14:tracePt t="59447" x="2082800" y="2508250"/>
          <p14:tracePt t="59463" x="2235200" y="2508250"/>
          <p14:tracePt t="59480" x="2298700" y="2508250"/>
          <p14:tracePt t="59497" x="2374900" y="2508250"/>
          <p14:tracePt t="59513" x="2508250" y="2495550"/>
          <p14:tracePt t="59530" x="2609850" y="2495550"/>
          <p14:tracePt t="59547" x="2686050" y="2495550"/>
          <p14:tracePt t="59563" x="2724150" y="2495550"/>
          <p14:tracePt t="59580" x="2774950" y="2495550"/>
          <p14:tracePt t="59597" x="2800350" y="2495550"/>
          <p14:tracePt t="59613" x="2806700" y="2495550"/>
          <p14:tracePt t="59630" x="2813050" y="2495550"/>
          <p14:tracePt t="59658" x="2813050" y="2501900"/>
          <p14:tracePt t="59672" x="2813050" y="2508250"/>
          <p14:tracePt t="59686" x="2806700" y="2508250"/>
          <p14:tracePt t="59707" x="2800350" y="2508250"/>
          <p14:tracePt t="59715" x="2794000" y="2514600"/>
          <p14:tracePt t="59731" x="2781300" y="2514600"/>
          <p14:tracePt t="59746" x="2768600" y="2520950"/>
          <p14:tracePt t="59763" x="2755900" y="2527300"/>
          <p14:tracePt t="59779" x="2692400" y="2546350"/>
          <p14:tracePt t="59795" x="2654300" y="2559050"/>
          <p14:tracePt t="59813" x="2540000" y="2597150"/>
          <p14:tracePt t="59829" x="2393950" y="2647950"/>
          <p14:tracePt t="59845" x="2330450" y="2667000"/>
          <p14:tracePt t="59862" x="2216150" y="2711450"/>
          <p14:tracePt t="59878" x="2120900" y="2749550"/>
          <p14:tracePt t="59895" x="2076450" y="2762250"/>
          <p14:tracePt t="59912" x="2000250" y="2800350"/>
          <p14:tracePt t="59928" x="1949450" y="2825750"/>
          <p14:tracePt t="59946" x="1924050" y="2838450"/>
          <p14:tracePt t="59961" x="1911350" y="2844800"/>
          <p14:tracePt t="59978" x="1898650" y="2851150"/>
          <p14:tracePt t="59996" x="1898650" y="2857500"/>
          <p14:tracePt t="60031" x="1892300" y="2863850"/>
          <p14:tracePt t="60107" x="1885950" y="2870200"/>
          <p14:tracePt t="60170" x="1885950" y="2876550"/>
          <p14:tracePt t="60219" x="1885950" y="2882900"/>
          <p14:tracePt t="60228" x="1892300" y="2882900"/>
          <p14:tracePt t="60240" x="1898650" y="2882900"/>
          <p14:tracePt t="60248" x="1905000" y="2882900"/>
          <p14:tracePt t="60261" x="1917700" y="2882900"/>
          <p14:tracePt t="60277" x="1962150" y="2882900"/>
          <p14:tracePt t="60294" x="2012950" y="2882900"/>
          <p14:tracePt t="60311" x="2178050" y="2882900"/>
          <p14:tracePt t="60327" x="2393950" y="2889250"/>
          <p14:tracePt t="60344" x="2508250" y="2889250"/>
          <p14:tracePt t="60361" x="2736850" y="2901950"/>
          <p14:tracePt t="60377" x="2825750" y="2901950"/>
          <p14:tracePt t="60393" x="2978150" y="2901950"/>
          <p14:tracePt t="60410" x="3054350" y="2908300"/>
          <p14:tracePt t="60427" x="3079750" y="2908300"/>
          <p14:tracePt t="60430" x="3092450" y="2908300"/>
          <p14:tracePt t="60486" x="3092450" y="2914650"/>
          <p14:tracePt t="60591" x="3098800" y="2921000"/>
          <p14:tracePt t="60626" x="3105150" y="2921000"/>
          <p14:tracePt t="60647" x="3111500" y="2921000"/>
          <p14:tracePt t="60661" x="3117850" y="2921000"/>
          <p14:tracePt t="60668" x="3124200" y="2921000"/>
          <p14:tracePt t="60678" x="3130550" y="2921000"/>
          <p14:tracePt t="60711" x="3143250" y="2921000"/>
          <p14:tracePt t="60718" x="3155950" y="2927350"/>
          <p14:tracePt t="60732" x="3181350" y="2927350"/>
          <p14:tracePt t="60742" x="3206750" y="2933700"/>
          <p14:tracePt t="60761" x="3314700" y="2952750"/>
          <p14:tracePt t="60776" x="3390900" y="2959100"/>
          <p14:tracePt t="60792" x="3575050" y="3003550"/>
          <p14:tracePt t="60809" x="3765550" y="3041650"/>
          <p14:tracePt t="60825" x="3873500" y="3054350"/>
          <p14:tracePt t="60842" x="4013200" y="3073400"/>
          <p14:tracePt t="60859" x="4121150" y="3079750"/>
          <p14:tracePt t="60875" x="4146550" y="3079750"/>
          <p14:tracePt t="60892" x="4191000" y="3079750"/>
          <p14:tracePt t="60909" x="4203700" y="3073400"/>
          <p14:tracePt t="60925" x="4210050" y="3073400"/>
          <p14:tracePt t="60942" x="4216400" y="3073400"/>
          <p14:tracePt t="60959" x="4229100" y="3073400"/>
          <p14:tracePt t="60992" x="4241800" y="3073400"/>
          <p14:tracePt t="61008" x="4248150" y="3073400"/>
          <p14:tracePt t="61024" x="4248150" y="3079750"/>
          <p14:tracePt t="61042" x="4254500" y="3079750"/>
          <p14:tracePt t="61058" x="4260850" y="3079750"/>
          <p14:tracePt t="61074" x="4267200" y="3079750"/>
          <p14:tracePt t="61091" x="4279900" y="3086100"/>
          <p14:tracePt t="61124" x="4286250" y="3086100"/>
          <p14:tracePt t="61141" x="4292600" y="3092450"/>
          <p14:tracePt t="61158" x="4298950" y="3092450"/>
          <p14:tracePt t="61174" x="4324350" y="3092450"/>
          <p14:tracePt t="61191" x="4349750" y="3092450"/>
          <p14:tracePt t="61207" x="4368800" y="3098800"/>
          <p14:tracePt t="61224" x="4400550" y="3105150"/>
          <p14:tracePt t="61240" x="4438650" y="3111500"/>
          <p14:tracePt t="61257" x="4445000" y="3111500"/>
          <p14:tracePt t="61274" x="4464050" y="3117850"/>
          <p14:tracePt t="61291" x="4470400" y="3117850"/>
          <p14:tracePt t="61309" x="4495800" y="3130550"/>
          <p14:tracePt t="61324" x="4502150" y="3136900"/>
          <p14:tracePt t="61340" x="4533900" y="3162300"/>
          <p14:tracePt t="61358" x="4572000" y="3168650"/>
          <p14:tracePt t="62040" x="4565650" y="3168650"/>
          <p14:tracePt t="62082" x="4559300" y="3168650"/>
          <p14:tracePt t="62096" x="4552950" y="3168650"/>
          <p14:tracePt t="62103" x="4552950" y="3162300"/>
          <p14:tracePt t="62110" x="4540250" y="3162300"/>
          <p14:tracePt t="62124" x="4533900" y="3155950"/>
          <p14:tracePt t="62138" x="4527550" y="3155950"/>
          <p14:tracePt t="62154" x="4514850" y="3143250"/>
          <p14:tracePt t="62170" x="4508500" y="3130550"/>
          <p14:tracePt t="62188" x="4502150" y="3117850"/>
          <p14:tracePt t="62204" x="4489450" y="3111500"/>
          <p14:tracePt t="62220" x="4489450" y="3105150"/>
          <p14:tracePt t="62237" x="4476750" y="3086100"/>
          <p14:tracePt t="62254" x="4470400" y="3067050"/>
          <p14:tracePt t="62271" x="4457700" y="3054350"/>
          <p14:tracePt t="62287" x="4438650" y="3022600"/>
          <p14:tracePt t="62303" x="4419600" y="2997200"/>
          <p14:tracePt t="62321" x="4349750" y="2921000"/>
          <p14:tracePt t="62337" x="4318000" y="2908300"/>
          <p14:tracePt t="62353" x="4286250" y="2882900"/>
          <p14:tracePt t="62370" x="4229100" y="2851150"/>
          <p14:tracePt t="62386" x="4191000" y="2832100"/>
          <p14:tracePt t="62403" x="4178300" y="2825750"/>
          <p14:tracePt t="62420" x="4159250" y="2819400"/>
          <p14:tracePt t="62436" x="4152900" y="2819400"/>
          <p14:tracePt t="62453" x="4146550" y="2819400"/>
          <p14:tracePt t="62469" x="4140200" y="2819400"/>
          <p14:tracePt t="62504" x="4133850" y="2819400"/>
          <p14:tracePt t="62524" x="4127500" y="2819400"/>
          <p14:tracePt t="62552" x="4114800" y="2819400"/>
          <p14:tracePt t="62573" x="4108450" y="2819400"/>
          <p14:tracePt t="62594" x="4102100" y="2819400"/>
          <p14:tracePt t="62623" x="4095750" y="2819400"/>
          <p14:tracePt t="62644" x="4095750" y="2825750"/>
          <p14:tracePt t="62658" x="4089400" y="2825750"/>
          <p14:tracePt t="62664" x="4083050" y="2825750"/>
          <p14:tracePt t="62672" x="4076700" y="2825750"/>
          <p14:tracePt t="62693" x="4070350" y="2832100"/>
          <p14:tracePt t="62707" x="4064000" y="2832100"/>
          <p14:tracePt t="62718" x="4057650" y="2832100"/>
          <p14:tracePt t="62738" x="4051300" y="2832100"/>
          <p14:tracePt t="62756" x="4038600" y="2832100"/>
          <p14:tracePt t="62769" x="4032250" y="2838450"/>
          <p14:tracePt t="62785" x="4013200" y="2844800"/>
          <p14:tracePt t="62802" x="4006850" y="2844800"/>
          <p14:tracePt t="62819" x="3975100" y="2857500"/>
          <p14:tracePt t="62835" x="3962400" y="2863850"/>
          <p14:tracePt t="62851" x="3956050" y="2870200"/>
          <p14:tracePt t="62868" x="3949700" y="2876550"/>
          <p14:tracePt t="62903" x="3949700" y="2882900"/>
          <p14:tracePt t="62938" x="3949700" y="2889250"/>
          <p14:tracePt t="62945" x="3956050" y="2889250"/>
          <p14:tracePt t="62954" x="3962400" y="2889250"/>
          <p14:tracePt t="62968" x="3968750" y="2895600"/>
          <p14:tracePt t="62984" x="3994150" y="2901950"/>
          <p14:tracePt t="63002" x="4051300" y="2921000"/>
          <p14:tracePt t="63018" x="4171950" y="2946400"/>
          <p14:tracePt t="63034" x="4254500" y="2965450"/>
          <p14:tracePt t="63051" x="4432300" y="3009900"/>
          <p14:tracePt t="63068" x="4641850" y="3060700"/>
          <p14:tracePt t="63084" x="4743450" y="3092450"/>
          <p14:tracePt t="63101" x="4914900" y="3143250"/>
          <p14:tracePt t="63119" x="5073650" y="3181350"/>
          <p14:tracePt t="63135" x="5181600" y="3200400"/>
          <p14:tracePt t="63150" x="5213350" y="3206750"/>
          <p14:tracePt t="63167" x="5245100" y="3219450"/>
          <p14:tracePt t="63184" x="5257800" y="3219450"/>
          <p14:tracePt t="63200" x="5264150" y="3225800"/>
          <p14:tracePt t="63296" x="5257800" y="3225800"/>
          <p14:tracePt t="63303" x="5251450" y="3225800"/>
          <p14:tracePt t="63577" x="5213350" y="3225800"/>
          <p14:tracePt t="63583" x="5149850" y="3225800"/>
          <p14:tracePt t="63599" x="5060950" y="3225800"/>
          <p14:tracePt t="63615" x="4959350" y="3225800"/>
          <p14:tracePt t="63632" x="4718050" y="3219450"/>
          <p14:tracePt t="63649" x="4464050" y="3219450"/>
          <p14:tracePt t="63666" x="4349750" y="3219450"/>
          <p14:tracePt t="63682" x="4121150" y="3219450"/>
          <p14:tracePt t="63698" x="3924300" y="3219450"/>
          <p14:tracePt t="63715" x="3841750" y="3225800"/>
          <p14:tracePt t="63732" x="3714750" y="3225800"/>
          <p14:tracePt t="63749" x="3632200" y="3232150"/>
          <p14:tracePt t="63767" x="3575050" y="3238500"/>
          <p14:tracePt t="63782" x="3556000" y="3244850"/>
          <p14:tracePt t="63798" x="3517900" y="3251200"/>
          <p14:tracePt t="63815" x="3473450" y="3251200"/>
          <p14:tracePt t="63831" x="3454400" y="3257550"/>
          <p14:tracePt t="63848" x="3403600" y="3263900"/>
          <p14:tracePt t="63865" x="3346450" y="3263900"/>
          <p14:tracePt t="63881" x="3321050" y="3263900"/>
          <p14:tracePt t="63899" x="3263900" y="3263900"/>
          <p14:tracePt t="63915" x="3225800" y="3263900"/>
          <p14:tracePt t="63931" x="3219450" y="3263900"/>
          <p14:tracePt t="63935" x="3206750" y="3263900"/>
          <p14:tracePt t="63951" x="3194050" y="3270250"/>
          <p14:tracePt t="63965" x="3181350" y="3270250"/>
          <p14:tracePt t="63981" x="3175000" y="3270250"/>
          <p14:tracePt t="63999" x="3162300" y="3270250"/>
          <p14:tracePt t="64031" x="3149600" y="3270250"/>
          <p14:tracePt t="64048" x="3136900" y="3270250"/>
          <p14:tracePt t="64064" x="3130550" y="3270250"/>
          <p14:tracePt t="64081" x="3117850" y="3270250"/>
          <p14:tracePt t="64098" x="3111500" y="3270250"/>
          <p14:tracePt t="64114" x="3098800" y="3270250"/>
          <p14:tracePt t="64131" x="3086100" y="3270250"/>
          <p14:tracePt t="64147" x="3067050" y="3270250"/>
          <p14:tracePt t="64164" x="3060700" y="3263900"/>
          <p14:tracePt t="64181" x="3054350" y="3263900"/>
          <p14:tracePt t="64197" x="3041650" y="3263900"/>
          <p14:tracePt t="64418" x="3054350" y="3257550"/>
          <p14:tracePt t="64440" x="3060700" y="3257550"/>
          <p14:tracePt t="64461" x="3067050" y="3257550"/>
          <p14:tracePt t="64468" x="3073400" y="3257550"/>
          <p14:tracePt t="64482" x="3079750" y="3251200"/>
          <p14:tracePt t="64497" x="3105150" y="3251200"/>
          <p14:tracePt t="64512" x="3124200" y="3251200"/>
          <p14:tracePt t="64529" x="3143250" y="3244850"/>
          <p14:tracePt t="64546" x="3213100" y="3244850"/>
          <p14:tracePt t="64562" x="3302000" y="3244850"/>
          <p14:tracePt t="64579" x="3352800" y="3244850"/>
          <p14:tracePt t="64596" x="3524250" y="3244850"/>
          <p14:tracePt t="64612" x="3575050" y="3244850"/>
          <p14:tracePt t="64629" x="3625850" y="3257550"/>
          <p14:tracePt t="64645" x="3695700" y="3263900"/>
          <p14:tracePt t="64662" x="3752850" y="3263900"/>
          <p14:tracePt t="64679" x="3803650" y="3263900"/>
          <p14:tracePt t="64695" x="3816350" y="3263900"/>
          <p14:tracePt t="64712" x="3854450" y="3263900"/>
          <p14:tracePt t="64729" x="3886200" y="3263900"/>
          <p14:tracePt t="64745" x="3898900" y="3263900"/>
          <p14:tracePt t="64762" x="3956050" y="3263900"/>
          <p14:tracePt t="64778" x="4013200" y="3263900"/>
          <p14:tracePt t="64795" x="4051300" y="3263900"/>
          <p14:tracePt t="64813" x="4108450" y="3257550"/>
          <p14:tracePt t="64828" x="4140200" y="3257550"/>
          <p14:tracePt t="64845" x="4197350" y="3257550"/>
          <p14:tracePt t="64862" x="4248150" y="3238500"/>
          <p14:tracePt t="64878" x="4273550" y="3238500"/>
          <p14:tracePt t="64894" x="4324350" y="3225800"/>
          <p14:tracePt t="64911" x="4381500" y="3225800"/>
          <p14:tracePt t="64928" x="4413250" y="3219450"/>
          <p14:tracePt t="64931" x="4432300" y="3213100"/>
          <p14:tracePt t="64944" x="4451350" y="3206750"/>
          <p14:tracePt t="64961" x="4495800" y="3206750"/>
          <p14:tracePt t="64978" x="4521200" y="3200400"/>
          <p14:tracePt t="64994" x="4572000" y="3194050"/>
          <p14:tracePt t="65011" x="4641850" y="3181350"/>
          <p14:tracePt t="65027" x="4686300" y="3175000"/>
          <p14:tracePt t="65044" x="4781550" y="3175000"/>
          <p14:tracePt t="65060" x="4946650" y="3175000"/>
          <p14:tracePt t="65077" x="5035550" y="3181350"/>
          <p14:tracePt t="65094" x="5213350" y="3175000"/>
          <p14:tracePt t="65110" x="5314950" y="3168650"/>
          <p14:tracePt t="65127" x="5492750" y="3168650"/>
          <p14:tracePt t="65144" x="5721350" y="3143250"/>
          <p14:tracePt t="65160" x="5822950" y="3143250"/>
          <p14:tracePt t="65178" x="6070600" y="3124200"/>
          <p14:tracePt t="65193" x="6134100" y="3124200"/>
          <p14:tracePt t="65210" x="6210300" y="3124200"/>
          <p14:tracePt t="65227" x="6337300" y="3105150"/>
          <p14:tracePt t="65243" x="6457950" y="3079750"/>
          <p14:tracePt t="65260" x="6515100" y="3079750"/>
          <p14:tracePt t="65277" x="6591300" y="3079750"/>
          <p14:tracePt t="65293" x="6642100" y="3079750"/>
          <p14:tracePt t="65310" x="6661150" y="3079750"/>
          <p14:tracePt t="65326" x="6692900" y="3079750"/>
          <p14:tracePt t="65343" x="6705600" y="3079750"/>
          <p14:tracePt t="65360" x="6724650" y="3079750"/>
          <p14:tracePt t="65393" x="6731000" y="3079750"/>
          <p14:tracePt t="65423" x="6731000" y="3073400"/>
          <p14:tracePt t="65662" x="6731000" y="3067050"/>
          <p14:tracePt t="66217" x="6718300" y="3067050"/>
          <p14:tracePt t="66224" x="6686550" y="3073400"/>
          <p14:tracePt t="66231" x="6648450" y="3073400"/>
          <p14:tracePt t="66246" x="6616700" y="3079750"/>
          <p14:tracePt t="66256" x="6565900" y="3098800"/>
          <p14:tracePt t="66274" x="6457950" y="3124200"/>
          <p14:tracePt t="66289" x="6388100" y="3136900"/>
          <p14:tracePt t="66306" x="6210300" y="3175000"/>
          <p14:tracePt t="66324" x="6038850" y="3213100"/>
          <p14:tracePt t="66339" x="5937250" y="3225800"/>
          <p14:tracePt t="66356" x="5829300" y="3244850"/>
          <p14:tracePt t="66373" x="5492750" y="3257550"/>
          <p14:tracePt t="66389" x="5365750" y="3263900"/>
          <p14:tracePt t="66407" x="5111750" y="3276600"/>
          <p14:tracePt t="66423" x="4819650" y="3289300"/>
          <p14:tracePt t="66439" x="4679950" y="3289300"/>
          <p14:tracePt t="66457" x="4413250" y="3308350"/>
          <p14:tracePt t="66473" x="4133850" y="3321050"/>
          <p14:tracePt t="66489" x="3975100" y="3321050"/>
          <p14:tracePt t="66506" x="3733800" y="3327400"/>
          <p14:tracePt t="66523" x="3594100" y="3352800"/>
          <p14:tracePt t="66538" x="3365500" y="3371850"/>
          <p14:tracePt t="66555" x="3111500" y="3384550"/>
          <p14:tracePt t="66572" x="3022600" y="3384550"/>
          <p14:tracePt t="66589" x="2882900" y="3384550"/>
          <p14:tracePt t="66605" x="2749550" y="3390900"/>
          <p14:tracePt t="66622" x="2698750" y="3390900"/>
          <p14:tracePt t="66638" x="2590800" y="3403600"/>
          <p14:tracePt t="66655" x="2533650" y="3409950"/>
          <p14:tracePt t="66672" x="2520950" y="3416300"/>
          <p14:tracePt t="66688" x="2501900" y="3422650"/>
          <p14:tracePt t="66705" x="2489200" y="3429000"/>
          <p14:tracePt t="66722" x="2482850" y="3429000"/>
          <p14:tracePt t="66738" x="2476500" y="3435350"/>
          <p14:tracePt t="66786" x="2476500" y="3441700"/>
          <p14:tracePt t="66808" x="2476500" y="3448050"/>
          <p14:tracePt t="66890" x="2476500" y="3454400"/>
          <p14:tracePt t="66911" x="2482850" y="3454400"/>
          <p14:tracePt t="66932" x="2489200" y="3454400"/>
          <p14:tracePt t="66939" x="2495550" y="3454400"/>
          <p14:tracePt t="66955" x="2501900" y="3460750"/>
          <p14:tracePt t="66961" x="2514600" y="3460750"/>
          <p14:tracePt t="66975" x="2533650" y="3467100"/>
          <p14:tracePt t="66987" x="2559050" y="3467100"/>
          <p14:tracePt t="67004" x="2622550" y="3473450"/>
          <p14:tracePt t="67020" x="2660650" y="3473450"/>
          <p14:tracePt t="67038" x="2743200" y="3473450"/>
          <p14:tracePt t="67054" x="2813050" y="3473450"/>
          <p14:tracePt t="67071" x="2851150" y="3473450"/>
          <p14:tracePt t="67087" x="2914650" y="3473450"/>
          <p14:tracePt t="67103" x="2971800" y="3467100"/>
          <p14:tracePt t="67120" x="2997200" y="3467100"/>
          <p14:tracePt t="67137" x="3054350" y="3467100"/>
          <p14:tracePt t="67153" x="3092450" y="3467100"/>
          <p14:tracePt t="67171" x="3143250" y="3467100"/>
          <p14:tracePt t="67186" x="3181350" y="3467100"/>
          <p14:tracePt t="67203" x="3206750" y="3467100"/>
          <p14:tracePt t="67220" x="3314700" y="3467100"/>
          <p14:tracePt t="67236" x="3352800" y="3467100"/>
          <p14:tracePt t="67253" x="3397250" y="3473450"/>
          <p14:tracePt t="67270" x="3498850" y="3473450"/>
          <p14:tracePt t="67287" x="3587750" y="3473450"/>
          <p14:tracePt t="67303" x="3638550" y="3473450"/>
          <p14:tracePt t="67319" x="3759200" y="3486150"/>
          <p14:tracePt t="67336" x="3873500" y="3486150"/>
          <p14:tracePt t="67354" x="3968750" y="3492500"/>
          <p14:tracePt t="67369" x="4019550" y="3492500"/>
          <p14:tracePt t="67386" x="4102100" y="3511550"/>
          <p14:tracePt t="67403" x="4171950" y="3517900"/>
          <p14:tracePt t="67419" x="4210050" y="3517900"/>
          <p14:tracePt t="67436" x="4305300" y="3543300"/>
          <p14:tracePt t="67453" x="4413250" y="3549650"/>
          <p14:tracePt t="67469" x="4476750" y="3562350"/>
          <p14:tracePt t="67486" x="4527550" y="3568700"/>
          <p14:tracePt t="67502" x="4737100" y="3587750"/>
          <p14:tracePt t="67519" x="4787900" y="3600450"/>
          <p14:tracePt t="67536" x="4921250" y="3606800"/>
          <p14:tracePt t="67552" x="4959350" y="3606800"/>
          <p14:tracePt t="67569" x="5029200" y="3606800"/>
          <p14:tracePt t="67586" x="5080000" y="3600450"/>
          <p14:tracePt t="67602" x="5092700" y="3600450"/>
          <p14:tracePt t="67618" x="5105400" y="3594100"/>
          <p14:tracePt t="67635" x="5130800" y="3594100"/>
          <p14:tracePt t="67651" x="5143500" y="3594100"/>
          <p14:tracePt t="67669" x="5187950" y="3600450"/>
          <p14:tracePt t="67686" x="5219700" y="3606800"/>
          <p14:tracePt t="67702" x="5232400" y="3613150"/>
          <p14:tracePt t="67718" x="5276850" y="3625850"/>
          <p14:tracePt t="67735" x="5321300" y="3644900"/>
          <p14:tracePt t="67751" x="5353050" y="3651250"/>
          <p14:tracePt t="67768" x="5416550" y="3670300"/>
          <p14:tracePt t="67785" x="5441950" y="3676650"/>
          <p14:tracePt t="69609" x="5397500" y="3670300"/>
          <p14:tracePt t="69616" x="5327650" y="3638550"/>
          <p14:tracePt t="69631" x="5251450" y="3619500"/>
          <p14:tracePt t="69645" x="5181600" y="3587750"/>
          <p14:tracePt t="69661" x="5073650" y="3562350"/>
          <p14:tracePt t="69678" x="5003800" y="3556000"/>
          <p14:tracePt t="69695" x="4895850" y="3524250"/>
          <p14:tracePt t="69711" x="4794250" y="3505200"/>
          <p14:tracePt t="69728" x="4711700" y="3486150"/>
          <p14:tracePt t="69744" x="4552950" y="3460750"/>
          <p14:tracePt t="69761" x="4432300" y="3422650"/>
          <p14:tracePt t="69779" x="4349750" y="3384550"/>
          <p14:tracePt t="69794" x="4305300" y="3371850"/>
          <p14:tracePt t="69811" x="4216400" y="3333750"/>
          <p14:tracePt t="69828" x="4159250" y="3308350"/>
          <p14:tracePt t="69844" x="4064000" y="3270250"/>
          <p14:tracePt t="69861" x="3962400" y="3225800"/>
          <p14:tracePt t="69877" x="3848100" y="3149600"/>
          <p14:tracePt t="69893" x="3790950" y="3111500"/>
          <p14:tracePt t="69910" x="3721100" y="3060700"/>
          <p14:tracePt t="69928" x="3549650" y="2971800"/>
          <p14:tracePt t="69944" x="3340100" y="2863850"/>
          <p14:tracePt t="69960" x="3232150" y="2819400"/>
          <p14:tracePt t="69977" x="3060700" y="2749550"/>
          <p14:tracePt t="69993" x="2889250" y="2698750"/>
          <p14:tracePt t="70011" x="2755900" y="2673350"/>
          <p14:tracePt t="70026" x="2686050" y="2654300"/>
          <p14:tracePt t="70043" x="2616200" y="2635250"/>
          <p14:tracePt t="70060" x="2578100" y="2628900"/>
          <p14:tracePt t="70077" x="2565400" y="2628900"/>
          <p14:tracePt t="70093" x="2546350" y="2635250"/>
          <p14:tracePt t="70110" x="2540000" y="2647950"/>
          <p14:tracePt t="70127" x="2527300" y="2654300"/>
          <p14:tracePt t="70144" x="2520950" y="2679700"/>
          <p14:tracePt t="70159" x="2508250" y="2705100"/>
          <p14:tracePt t="70176" x="2508250" y="2717800"/>
          <p14:tracePt t="70193" x="2501900" y="2749550"/>
          <p14:tracePt t="70209" x="2501900" y="2781300"/>
          <p14:tracePt t="70226" x="2501900" y="2832100"/>
          <p14:tracePt t="70243" x="2520950" y="2908300"/>
          <p14:tracePt t="70259" x="2552700" y="3009900"/>
          <p14:tracePt t="70276" x="2571750" y="3060700"/>
          <p14:tracePt t="70295" x="2616200" y="3149600"/>
          <p14:tracePt t="70309" x="2641600" y="3181350"/>
          <p14:tracePt t="70326" x="2667000" y="3225800"/>
          <p14:tracePt t="70342" x="2679700" y="3244850"/>
          <p14:tracePt t="70358" x="2686050" y="3251200"/>
          <p14:tracePt t="70376" x="2692400" y="3257550"/>
          <p14:tracePt t="70392" x="2698750" y="3257550"/>
          <p14:tracePt t="70530" x="2698750" y="3251200"/>
          <p14:tracePt t="70557" x="2705100" y="3251200"/>
          <p14:tracePt t="71098" x="2705100" y="3244850"/>
          <p14:tracePt t="71112" x="2692400" y="3232150"/>
          <p14:tracePt t="71119" x="2679700" y="3225800"/>
          <p14:tracePt t="71133" x="2667000" y="3213100"/>
          <p14:tracePt t="71143" x="2654300" y="3206750"/>
          <p14:tracePt t="71156" x="2641600" y="3194050"/>
          <p14:tracePt t="71173" x="2622550" y="3181350"/>
          <p14:tracePt t="71189" x="2590800" y="3149600"/>
          <p14:tracePt t="71206" x="2546350" y="3117850"/>
          <p14:tracePt t="71222" x="2514600" y="3098800"/>
          <p14:tracePt t="71239" x="2451100" y="3048000"/>
          <p14:tracePt t="71256" x="2393950" y="3003550"/>
          <p14:tracePt t="71274" x="2349500" y="2965450"/>
          <p14:tracePt t="71289" x="2317750" y="2940050"/>
          <p14:tracePt t="71306" x="2266950" y="2901950"/>
          <p14:tracePt t="71323" x="2222500" y="2870200"/>
          <p14:tracePt t="71339" x="2209800" y="2857500"/>
          <p14:tracePt t="71356" x="2165350" y="2832100"/>
          <p14:tracePt t="71373" x="2120900" y="2819400"/>
          <p14:tracePt t="71388" x="2108200" y="2813050"/>
          <p14:tracePt t="71405" x="2089150" y="2813050"/>
          <p14:tracePt t="71422" x="2032000" y="2800350"/>
          <p14:tracePt t="71438" x="2012950" y="2794000"/>
          <p14:tracePt t="71456" x="1974850" y="2794000"/>
          <p14:tracePt t="71472" x="1930400" y="2794000"/>
          <p14:tracePt t="71488" x="1917700" y="2794000"/>
          <p14:tracePt t="71505" x="1885950" y="2787650"/>
          <p14:tracePt t="71521" x="1873250" y="2787650"/>
          <p14:tracePt t="71538" x="1854200" y="2787650"/>
          <p14:tracePt t="71557" x="1847850" y="2787650"/>
          <p14:tracePt t="71572" x="1835150" y="2787650"/>
          <p14:tracePt t="71588" x="1822450" y="2781300"/>
          <p14:tracePt t="71605" x="1816100" y="2781300"/>
          <p14:tracePt t="71621" x="1809750" y="2781300"/>
          <p14:tracePt t="71638" x="1790700" y="2774950"/>
          <p14:tracePt t="71654" x="1771650" y="2774950"/>
          <p14:tracePt t="71689" x="1746250" y="2774950"/>
          <p14:tracePt t="71705" x="1701800" y="2762250"/>
          <p14:tracePt t="71721" x="1682750" y="2755900"/>
          <p14:tracePt t="71738" x="1625600" y="2743200"/>
          <p14:tracePt t="71754" x="1593850" y="2730500"/>
          <p14:tracePt t="71771" x="1536700" y="2724150"/>
          <p14:tracePt t="71788" x="1485900" y="2711450"/>
          <p14:tracePt t="71804" x="1466850" y="2705100"/>
          <p14:tracePt t="71821" x="1428750" y="2692400"/>
          <p14:tracePt t="71837" x="1416050" y="2686050"/>
          <p14:tracePt t="71870" x="1403350" y="2679700"/>
          <p14:tracePt t="71887" x="1397000" y="2679700"/>
          <p14:tracePt t="71948" x="1390650" y="2673350"/>
          <p14:tracePt t="72257" x="1397000" y="2673350"/>
          <p14:tracePt t="72285" x="1403350" y="2673350"/>
          <p14:tracePt t="72320" x="1409700" y="2673350"/>
          <p14:tracePt t="72333" x="1416050" y="2673350"/>
          <p14:tracePt t="72375" x="1416050" y="2667000"/>
          <p14:tracePt t="72418" x="1422400" y="2667000"/>
          <p14:tracePt t="72446" x="1428750" y="2667000"/>
          <p14:tracePt t="72488" x="1435100" y="2667000"/>
          <p14:tracePt t="72523" x="1441450" y="2667000"/>
          <p14:tracePt t="72537" x="1454150" y="2667000"/>
          <p14:tracePt t="72558" x="1466850" y="2667000"/>
          <p14:tracePt t="72565" x="1492250" y="2667000"/>
          <p14:tracePt t="72572" x="1517650" y="2667000"/>
          <p14:tracePt t="72588" x="1543050" y="2667000"/>
          <p14:tracePt t="72602" x="1593850" y="2667000"/>
          <p14:tracePt t="72618" x="1708150" y="2667000"/>
          <p14:tracePt t="72635" x="1847850" y="2667000"/>
          <p14:tracePt t="72650" x="1924050" y="2667000"/>
          <p14:tracePt t="72667" x="1993900" y="2667000"/>
          <p14:tracePt t="72685" x="2184400" y="2654300"/>
          <p14:tracePt t="72701" x="2254250" y="2647950"/>
          <p14:tracePt t="72717" x="2292350" y="2647950"/>
          <p14:tracePt t="72734" x="2381250" y="2647950"/>
          <p14:tracePt t="72751" x="2451100" y="2647950"/>
          <p14:tracePt t="72767" x="2476500" y="2647950"/>
          <p14:tracePt t="72784" x="2520950" y="2647950"/>
          <p14:tracePt t="72800" x="2559050" y="2641600"/>
          <p14:tracePt t="72818" x="2603500" y="2641600"/>
          <p14:tracePt t="72833" x="2622550" y="2641600"/>
          <p14:tracePt t="72850" x="2673350" y="2654300"/>
          <p14:tracePt t="72867" x="2730500" y="2660650"/>
          <p14:tracePt t="72883" x="2762250" y="2667000"/>
          <p14:tracePt t="72900" x="2806700" y="2686050"/>
          <p14:tracePt t="72917" x="2851150" y="2698750"/>
          <p14:tracePt t="72933" x="2863850" y="2698750"/>
          <p14:tracePt t="72950" x="2870200" y="2698750"/>
          <p14:tracePt t="72967" x="2895600" y="2698750"/>
          <p14:tracePt t="72983" x="2901950" y="2698750"/>
          <p14:tracePt t="73001" x="2914650" y="2698750"/>
          <p14:tracePt t="73036" x="2921000" y="2698750"/>
          <p14:tracePt t="73057" x="2927350" y="2698750"/>
          <p14:tracePt t="73106" x="2933700" y="2698750"/>
          <p14:tracePt t="73141" x="2940050" y="2698750"/>
          <p14:tracePt t="73169" x="2946400" y="2698750"/>
          <p14:tracePt t="73197" x="2952750" y="2698750"/>
          <p14:tracePt t="73218" x="2959100" y="2698750"/>
          <p14:tracePt t="73246" x="2965450" y="2698750"/>
          <p14:tracePt t="73267" x="2971800" y="2698750"/>
          <p14:tracePt t="73310" x="2978150" y="2698750"/>
          <p14:tracePt t="73338" x="2984500" y="2698750"/>
          <p14:tracePt t="73358" x="2990850" y="2698750"/>
          <p14:tracePt t="73373" x="2997200" y="2698750"/>
          <p14:tracePt t="73408" x="3003550" y="2698750"/>
          <p14:tracePt t="73429" x="3009900" y="2698750"/>
          <p14:tracePt t="73450" x="3016250" y="2698750"/>
          <p14:tracePt t="73457" x="3022600" y="2698750"/>
          <p14:tracePt t="73471" x="3028950" y="2705100"/>
          <p14:tracePt t="73491" x="3035300" y="2705100"/>
          <p14:tracePt t="73513" x="3041650" y="2711450"/>
          <p14:tracePt t="73520" x="3048000" y="2711450"/>
          <p14:tracePt t="73531" x="3060700" y="2717800"/>
          <p14:tracePt t="73548" x="3086100" y="2730500"/>
          <p14:tracePt t="73564" x="3105150" y="2749550"/>
          <p14:tracePt t="73581" x="3124200" y="2755900"/>
          <p14:tracePt t="73598" x="3175000" y="2787650"/>
          <p14:tracePt t="73614" x="3187700" y="2794000"/>
          <p14:tracePt t="73631" x="3200400" y="2806700"/>
          <p14:tracePt t="73648" x="3219450" y="2813050"/>
          <p14:tracePt t="73664" x="3232150" y="2813050"/>
          <p14:tracePt t="73681" x="3238500" y="2813050"/>
          <p14:tracePt t="73697" x="3244850" y="2819400"/>
          <p14:tracePt t="73759" x="3244850" y="2825750"/>
          <p14:tracePt t="73793" x="3244850" y="2832100"/>
          <p14:tracePt t="73800" x="3251200" y="2832100"/>
          <p14:tracePt t="73813" x="3251200" y="2838450"/>
          <p14:tracePt t="73850" x="3251200" y="2844800"/>
          <p14:tracePt t="73871" x="3251200" y="2851150"/>
          <p14:tracePt t="73878" x="3257550" y="2851150"/>
          <p14:tracePt t="73892" x="3257550" y="2857500"/>
          <p14:tracePt t="73900" x="3257550" y="2863850"/>
          <p14:tracePt t="73920" x="3263900" y="2870200"/>
          <p14:tracePt t="73934" x="3270250" y="2876550"/>
          <p14:tracePt t="73947" x="3270250" y="2882900"/>
          <p14:tracePt t="73969" x="3276600" y="2889250"/>
          <p14:tracePt t="73991" x="3282950" y="2895600"/>
          <p14:tracePt t="74012" x="3289300" y="2901950"/>
          <p14:tracePt t="74018" x="3289300" y="2908300"/>
          <p14:tracePt t="74033" x="3289300" y="2914650"/>
          <p14:tracePt t="74047" x="3308350" y="2933700"/>
          <p14:tracePt t="74062" x="3321050" y="2946400"/>
          <p14:tracePt t="74079" x="3346450" y="2965450"/>
          <p14:tracePt t="74096" x="3390900" y="3003550"/>
          <p14:tracePt t="74113" x="3422650" y="3048000"/>
          <p14:tracePt t="74132" x="3460750" y="3073400"/>
          <p14:tracePt t="74146" x="3473450" y="3086100"/>
          <p14:tracePt t="74162" x="3486150" y="3092450"/>
          <p14:tracePt t="74179" x="3492500" y="3098800"/>
          <p14:tracePt t="74195" x="3498850" y="3092450"/>
          <p14:tracePt t="74212" x="3505200" y="3086100"/>
          <p14:tracePt t="74230" x="3511550" y="3073400"/>
          <p14:tracePt t="81138" x="3505200" y="3079750"/>
          <p14:tracePt t="81144" x="3492500" y="3098800"/>
          <p14:tracePt t="81154" x="3479800" y="3111500"/>
          <p14:tracePt t="81172" x="3429000" y="3168650"/>
          <p14:tracePt t="81188" x="3359150" y="3263900"/>
          <p14:tracePt t="81205" x="3295650" y="3333750"/>
          <p14:tracePt t="81222" x="3194050" y="3441700"/>
          <p14:tracePt t="81238" x="3143250" y="3498850"/>
          <p14:tracePt t="81254" x="3111500" y="3530600"/>
          <p14:tracePt t="81275" x="3060700" y="3600450"/>
          <p14:tracePt t="81288" x="3022600" y="3625850"/>
          <p14:tracePt t="81304" x="3003550" y="3644900"/>
          <p14:tracePt t="81321" x="2971800" y="3683000"/>
          <p14:tracePt t="81338" x="2952750" y="3708400"/>
          <p14:tracePt t="81355" x="2927350" y="3740150"/>
          <p14:tracePt t="81371" x="2901950" y="3752850"/>
          <p14:tracePt t="81387" x="2882900" y="3759200"/>
          <p14:tracePt t="81404" x="2857500" y="3778250"/>
          <p14:tracePt t="81421" x="2825750" y="3790950"/>
          <p14:tracePt t="81437" x="2813050" y="3790950"/>
          <p14:tracePt t="81454" x="2762250" y="3816350"/>
          <p14:tracePt t="81470" x="2736850" y="3822700"/>
          <p14:tracePt t="81487" x="2673350" y="3841750"/>
          <p14:tracePt t="81504" x="2616200" y="3854450"/>
          <p14:tracePt t="81520" x="2597150" y="3854450"/>
          <p14:tracePt t="81537" x="2546350" y="3860800"/>
          <p14:tracePt t="81553" x="2495550" y="3860800"/>
          <p14:tracePt t="81570" x="2457450" y="3860800"/>
          <p14:tracePt t="81587" x="2400300" y="3860800"/>
          <p14:tracePt t="81604" x="2330450" y="3860800"/>
          <p14:tracePt t="81620" x="2305050" y="3860800"/>
          <p14:tracePt t="81637" x="2254250" y="3848100"/>
          <p14:tracePt t="81653" x="2197100" y="3841750"/>
          <p14:tracePt t="81670" x="2178050" y="3841750"/>
          <p14:tracePt t="81687" x="2127250" y="3835400"/>
          <p14:tracePt t="81703" x="2089150" y="3822700"/>
          <p14:tracePt t="81720" x="2063750" y="3816350"/>
          <p14:tracePt t="81736" x="2032000" y="3810000"/>
          <p14:tracePt t="81753" x="2019300" y="3803650"/>
          <p14:tracePt t="81770" x="1987550" y="3790950"/>
          <p14:tracePt t="81786" x="1981200" y="3790950"/>
          <p14:tracePt t="81819" x="1968500" y="3790950"/>
          <p14:tracePt t="81836" x="1955800" y="3790950"/>
          <p14:tracePt t="81853" x="1949450" y="3790950"/>
          <p14:tracePt t="81869" x="1936750" y="3790950"/>
          <p14:tracePt t="81886" x="1917700" y="3790950"/>
          <p14:tracePt t="81903" x="1905000" y="3790950"/>
          <p14:tracePt t="81919" x="1892300" y="3790950"/>
          <p14:tracePt t="81935" x="1879600" y="3790950"/>
          <p14:tracePt t="81952" x="1854200" y="3790950"/>
          <p14:tracePt t="81969" x="1841500" y="3790950"/>
          <p14:tracePt t="81985" x="1822450" y="3790950"/>
          <p14:tracePt t="82002" x="1809750" y="3790950"/>
          <p14:tracePt t="82036" x="1797050" y="3790950"/>
          <p14:tracePt t="82052" x="1790700" y="3790950"/>
          <p14:tracePt t="82107" x="1784350" y="3797300"/>
          <p14:tracePt t="82205" x="1778000" y="3797300"/>
          <p14:tracePt t="82261" x="1771650" y="3797300"/>
          <p14:tracePt t="82387" x="1771650" y="3803650"/>
          <p14:tracePt t="82402" x="1778000" y="3803650"/>
          <p14:tracePt t="82415" x="1784350" y="3803650"/>
          <p14:tracePt t="82422" x="1790700" y="3803650"/>
          <p14:tracePt t="82437" x="1797050" y="3803650"/>
          <p14:tracePt t="82450" x="1803400" y="3803650"/>
          <p14:tracePt t="82466" x="1809750" y="3803650"/>
          <p14:tracePt t="82483" x="1816100" y="3803650"/>
          <p14:tracePt t="82500" x="1847850" y="3803650"/>
          <p14:tracePt t="82517" x="1879600" y="3803650"/>
          <p14:tracePt t="82535" x="1936750" y="3797300"/>
          <p14:tracePt t="82550" x="1968500" y="3797300"/>
          <p14:tracePt t="82567" x="2032000" y="3797300"/>
          <p14:tracePt t="82584" x="2114550" y="3797300"/>
          <p14:tracePt t="82600" x="2152650" y="3797300"/>
          <p14:tracePt t="82617" x="2235200" y="3790950"/>
          <p14:tracePt t="82634" x="2292350" y="3784600"/>
          <p14:tracePt t="82650" x="2317750" y="3784600"/>
          <p14:tracePt t="82667" x="2349500" y="3784600"/>
          <p14:tracePt t="82683" x="2381250" y="3784600"/>
          <p14:tracePt t="82699" x="2393950" y="3784600"/>
          <p14:tracePt t="82717" x="2406650" y="3784600"/>
          <p14:tracePt t="82733" x="2413000" y="3784600"/>
          <p14:tracePt t="82750" x="2425700" y="3778250"/>
          <p14:tracePt t="82782" x="2432050" y="3778250"/>
          <p14:tracePt t="82893" x="2432050" y="3771900"/>
          <p14:tracePt t="82934" x="2425700" y="3771900"/>
          <p14:tracePt t="82956" x="2419350" y="3765550"/>
          <p14:tracePt t="83327" x="2425700" y="3765550"/>
          <p14:tracePt t="83333" x="2438400" y="3765550"/>
          <p14:tracePt t="83350" x="2451100" y="3771900"/>
          <p14:tracePt t="83364" x="2470150" y="3784600"/>
          <p14:tracePt t="83380" x="2508250" y="3797300"/>
          <p14:tracePt t="83398" x="2546350" y="3803650"/>
          <p14:tracePt t="83414" x="2559050" y="3810000"/>
          <p14:tracePt t="83430" x="2609850" y="3822700"/>
          <p14:tracePt t="83447" x="2654300" y="3835400"/>
          <p14:tracePt t="83464" x="2673350" y="3841750"/>
          <p14:tracePt t="83481" x="2711450" y="3854450"/>
          <p14:tracePt t="83497" x="2749550" y="3867150"/>
          <p14:tracePt t="83514" x="2768600" y="3873500"/>
          <p14:tracePt t="83530" x="2800350" y="3879850"/>
          <p14:tracePt t="83547" x="2825750" y="3886200"/>
          <p14:tracePt t="83563" x="2838450" y="3886200"/>
          <p14:tracePt t="83580" x="2857500" y="3892550"/>
          <p14:tracePt t="83597" x="2863850" y="3892550"/>
          <p14:tracePt t="83613" x="2870200" y="3898900"/>
          <p14:tracePt t="83630" x="2876550" y="3898900"/>
          <p14:tracePt t="83646" x="2882900" y="3898900"/>
          <p14:tracePt t="83677" x="2889250" y="3898900"/>
          <p14:tracePt t="83698" x="2889250" y="3905250"/>
          <p14:tracePt t="83705" x="2895600" y="3905250"/>
          <p14:tracePt t="83716" x="2901950" y="3905250"/>
          <p14:tracePt t="83730" x="2901950" y="3911600"/>
          <p14:tracePt t="90386" x="2959100" y="3911600"/>
          <p14:tracePt t="90393" x="3035300" y="3911600"/>
          <p14:tracePt t="90406" x="3124200" y="3911600"/>
          <p14:tracePt t="90422" x="3390900" y="3987800"/>
          <p14:tracePt t="90440" x="3632200" y="4019550"/>
          <p14:tracePt t="90457" x="3949700" y="4165600"/>
          <p14:tracePt t="90472" x="4203700" y="4254500"/>
          <p14:tracePt t="90489" x="4438650" y="4318000"/>
          <p14:tracePt t="90506" x="4768850" y="4413250"/>
          <p14:tracePt t="90522" x="4984750" y="4483100"/>
          <p14:tracePt t="90539" x="5181600" y="4514850"/>
          <p14:tracePt t="90556" x="5429250" y="4559300"/>
          <p14:tracePt t="90572" x="5581650" y="4552950"/>
          <p14:tracePt t="90589" x="5715000" y="4527550"/>
          <p14:tracePt t="90605" x="5810250" y="4508500"/>
          <p14:tracePt t="90622" x="5861050" y="4502150"/>
          <p14:tracePt t="90639" x="5924550" y="4495800"/>
          <p14:tracePt t="90656" x="5962650" y="4489450"/>
          <p14:tracePt t="90659" x="5988050" y="4476750"/>
          <p14:tracePt t="90672" x="6007100" y="4464050"/>
          <p14:tracePt t="90689" x="6076950" y="4457700"/>
          <p14:tracePt t="90705" x="6121400" y="4445000"/>
          <p14:tracePt t="90722" x="6165850" y="4438650"/>
          <p14:tracePt t="90738" x="6248400" y="4438650"/>
          <p14:tracePt t="90755" x="6286500" y="4432300"/>
          <p14:tracePt t="90773" x="6350000" y="4432300"/>
          <p14:tracePt t="90789" x="6375400" y="4425950"/>
          <p14:tracePt t="90805" x="6400800" y="4425950"/>
          <p14:tracePt t="90822" x="6438900" y="4406900"/>
          <p14:tracePt t="90838" x="6477000" y="4387850"/>
          <p14:tracePt t="90855" x="6496050" y="4387850"/>
          <p14:tracePt t="90872" x="6534150" y="4368800"/>
          <p14:tracePt t="90889" x="6572250" y="4349750"/>
          <p14:tracePt t="90905" x="6591300" y="4330700"/>
          <p14:tracePt t="90921" x="6629400" y="4305300"/>
          <p14:tracePt t="90938" x="6661150" y="4286250"/>
          <p14:tracePt t="90955" x="6699250" y="4260850"/>
          <p14:tracePt t="90971" x="6718300" y="4248150"/>
          <p14:tracePt t="90988" x="6750050" y="4229100"/>
          <p14:tracePt t="91004" x="6788150" y="4210050"/>
          <p14:tracePt t="91020" x="6800850" y="4197350"/>
          <p14:tracePt t="91037" x="6813550" y="4178300"/>
          <p14:tracePt t="91054" x="6864350" y="4140200"/>
          <p14:tracePt t="91071" x="6877050" y="4127500"/>
          <p14:tracePt t="91088" x="6896100" y="4114800"/>
          <p14:tracePt t="91105" x="6908800" y="4108450"/>
          <p14:tracePt t="91121" x="6927850" y="4095750"/>
          <p14:tracePt t="91137" x="6940550" y="4083050"/>
          <p14:tracePt t="91154" x="6940550" y="4076700"/>
          <p14:tracePt t="91170" x="6959600" y="4064000"/>
          <p14:tracePt t="91187" x="6972300" y="4057650"/>
          <p14:tracePt t="91204" x="6978650" y="4057650"/>
          <p14:tracePt t="91221" x="6978650" y="4051300"/>
          <p14:tracePt t="91237" x="6978650" y="4044950"/>
          <p14:tracePt t="91334" x="6972300" y="4044950"/>
          <p14:tracePt t="91348" x="6965950" y="4044950"/>
          <p14:tracePt t="91355" x="6959600" y="4044950"/>
          <p14:tracePt t="91370" x="6946900" y="4044950"/>
          <p14:tracePt t="91386" x="6921500" y="4044950"/>
          <p14:tracePt t="91403" x="6737350" y="4064000"/>
          <p14:tracePt t="91419" x="6635750" y="4076700"/>
          <p14:tracePt t="91436" x="6534150" y="4095750"/>
          <p14:tracePt t="91453" x="6248400" y="4127500"/>
          <p14:tracePt t="91469" x="5854700" y="4197350"/>
          <p14:tracePt t="91486" x="5657850" y="4222750"/>
          <p14:tracePt t="91503" x="5283200" y="4298950"/>
          <p14:tracePt t="91519" x="4927600" y="4375150"/>
          <p14:tracePt t="91536" x="4800600" y="4406900"/>
          <p14:tracePt t="91552" x="4578350" y="4470400"/>
          <p14:tracePt t="91569" x="4406900" y="4508500"/>
          <p14:tracePt t="91586" x="4292600" y="4521200"/>
          <p14:tracePt t="91602" x="4248150" y="4527550"/>
          <p14:tracePt t="91619" x="4191000" y="4533900"/>
          <p14:tracePt t="91636" x="4159250" y="4533900"/>
          <p14:tracePt t="91652" x="4146550" y="4533900"/>
          <p14:tracePt t="91668" x="4140200" y="4533900"/>
          <p14:tracePt t="91672" x="4133850" y="4533900"/>
          <p14:tracePt t="91685" x="4127500" y="4533900"/>
          <p14:tracePt t="91839" x="4121150" y="4527550"/>
          <p14:tracePt t="91846" x="4114800" y="4527550"/>
          <p14:tracePt t="91868" x="4108450" y="4527550"/>
          <p14:tracePt t="91881" x="4095750" y="4527550"/>
          <p14:tracePt t="91888" x="4083050" y="4527550"/>
          <p14:tracePt t="91901" x="4070350" y="4527550"/>
          <p14:tracePt t="91917" x="4038600" y="4533900"/>
          <p14:tracePt t="91934" x="4025900" y="4533900"/>
          <p14:tracePt t="91951" x="3994150" y="4540250"/>
          <p14:tracePt t="91967" x="3975100" y="4540250"/>
          <p14:tracePt t="91984" x="3968750" y="4540250"/>
          <p14:tracePt t="92001" x="3956050" y="4546600"/>
          <p14:tracePt t="92078" x="3962400" y="4546600"/>
          <p14:tracePt t="92106" x="3968750" y="4546600"/>
          <p14:tracePt t="92127" x="3975100" y="4540250"/>
          <p14:tracePt t="92141" x="3981450" y="4540250"/>
          <p14:tracePt t="92155" x="3987800" y="4540250"/>
          <p14:tracePt t="92169" x="3994150" y="4540250"/>
          <p14:tracePt t="92176" x="4013200" y="4533900"/>
          <p14:tracePt t="92190" x="4032250" y="4527550"/>
          <p14:tracePt t="92200" x="4057650" y="4514850"/>
          <p14:tracePt t="92216" x="4095750" y="4508500"/>
          <p14:tracePt t="92233" x="4178300" y="4495800"/>
          <p14:tracePt t="92250" x="4279900" y="4483100"/>
          <p14:tracePt t="92267" x="4400550" y="4457700"/>
          <p14:tracePt t="92283" x="4470400" y="4445000"/>
          <p14:tracePt t="92300" x="4533900" y="4438650"/>
          <p14:tracePt t="92316" x="4768850" y="4400550"/>
          <p14:tracePt t="92333" x="4857750" y="4387850"/>
          <p14:tracePt t="92349" x="4933950" y="4387850"/>
          <p14:tracePt t="92366" x="5099050" y="4387850"/>
          <p14:tracePt t="92383" x="5251450" y="4387850"/>
          <p14:tracePt t="92400" x="5327650" y="4387850"/>
          <p14:tracePt t="92416" x="5454650" y="4387850"/>
          <p14:tracePt t="92433" x="5600700" y="4368800"/>
          <p14:tracePt t="92450" x="5664200" y="4368800"/>
          <p14:tracePt t="92466" x="5791200" y="4368800"/>
          <p14:tracePt t="92482" x="5899150" y="4362450"/>
          <p14:tracePt t="92499" x="6000750" y="4349750"/>
          <p14:tracePt t="92515" x="6045200" y="4324350"/>
          <p14:tracePt t="92532" x="6096000" y="4311650"/>
          <p14:tracePt t="92549" x="6140450" y="4292600"/>
          <p14:tracePt t="92565" x="6153150" y="4292600"/>
          <p14:tracePt t="92583" x="6172200" y="4292600"/>
          <p14:tracePt t="92598" x="6203950" y="4298950"/>
          <p14:tracePt t="93896" x="6191250" y="4298950"/>
          <p14:tracePt t="93903" x="6165850" y="4305300"/>
          <p14:tracePt t="93913" x="6140450" y="4311650"/>
          <p14:tracePt t="93927" x="6115050" y="4311650"/>
          <p14:tracePt t="93944" x="6089650" y="4311650"/>
          <p14:tracePt t="93961" x="6007100" y="4305300"/>
          <p14:tracePt t="93977" x="5880100" y="4305300"/>
          <p14:tracePt t="93994" x="5727700" y="4298950"/>
          <p14:tracePt t="94010" x="5638800" y="4298950"/>
          <p14:tracePt t="94027" x="5461000" y="4292600"/>
          <p14:tracePt t="94045" x="5245100" y="4279900"/>
          <p14:tracePt t="94060" x="5118100" y="4260850"/>
          <p14:tracePt t="94077" x="4876800" y="4241800"/>
          <p14:tracePt t="94093" x="4641850" y="4216400"/>
          <p14:tracePt t="94110" x="4527550" y="4210050"/>
          <p14:tracePt t="94127" x="4324350" y="4165600"/>
          <p14:tracePt t="94144" x="4127500" y="4133850"/>
          <p14:tracePt t="94160" x="4051300" y="4127500"/>
          <p14:tracePt t="94177" x="3905250" y="4095750"/>
          <p14:tracePt t="94193" x="3784600" y="4057650"/>
          <p14:tracePt t="94210" x="3708400" y="4051300"/>
          <p14:tracePt t="94227" x="3562350" y="4019550"/>
          <p14:tracePt t="94243" x="3498850" y="4013200"/>
          <p14:tracePt t="94260" x="3403600" y="3981450"/>
          <p14:tracePt t="94277" x="3282950" y="3956050"/>
          <p14:tracePt t="94293" x="3232150" y="3949700"/>
          <p14:tracePt t="94311" x="3111500" y="3937000"/>
          <p14:tracePt t="94326" x="2965450" y="3917950"/>
          <p14:tracePt t="94342" x="2889250" y="3911600"/>
          <p14:tracePt t="94360" x="2774950" y="3898900"/>
          <p14:tracePt t="94376" x="2667000" y="3879850"/>
          <p14:tracePt t="94392" x="2603500" y="3873500"/>
          <p14:tracePt t="94409" x="2457450" y="3860800"/>
          <p14:tracePt t="94426" x="2279650" y="3854450"/>
          <p14:tracePt t="94443" x="2203450" y="3854450"/>
          <p14:tracePt t="94459" x="2101850" y="3854450"/>
          <p14:tracePt t="94476" x="2051050" y="3854450"/>
          <p14:tracePt t="94493" x="2012950" y="3860800"/>
          <p14:tracePt t="94508" x="2000250" y="3860800"/>
          <p14:tracePt t="94526" x="1993900" y="3860800"/>
          <p14:tracePt t="94542" x="1981200" y="3873500"/>
          <p14:tracePt t="94558" x="1981200" y="3879850"/>
          <p14:tracePt t="94605" x="1981200" y="3886200"/>
          <p14:tracePt t="94612" x="1987550" y="3892550"/>
          <p14:tracePt t="94628" x="1987550" y="3905250"/>
          <p14:tracePt t="94641" x="1993900" y="3917950"/>
          <p14:tracePt t="94658" x="2000250" y="3949700"/>
          <p14:tracePt t="94675" x="2019300" y="3994150"/>
          <p14:tracePt t="94692" x="2025650" y="4025900"/>
          <p14:tracePt t="94695" x="2038350" y="4051300"/>
          <p14:tracePt t="94708" x="2051050" y="4083050"/>
          <p14:tracePt t="94725" x="2070100" y="4133850"/>
          <p14:tracePt t="94741" x="2082800" y="4159250"/>
          <p14:tracePt t="94758" x="2095500" y="4178300"/>
          <p14:tracePt t="94775" x="2101850" y="4197350"/>
          <p14:tracePt t="94791" x="2101850" y="4203700"/>
          <p14:tracePt t="94808" x="2101850" y="4210050"/>
          <p14:tracePt t="94844" x="2101850" y="4216400"/>
          <p14:tracePt t="97303" x="2082800" y="4191000"/>
          <p14:tracePt t="97310" x="2063750" y="4159250"/>
          <p14:tracePt t="97324" x="2051050" y="4133850"/>
          <p14:tracePt t="97332" x="2044700" y="4121150"/>
          <p14:tracePt t="97349" x="2038350" y="4102100"/>
          <p14:tracePt t="97366" x="2025650" y="4070350"/>
          <p14:tracePt t="97382" x="2006600" y="4025900"/>
          <p14:tracePt t="97399" x="2000250" y="4006850"/>
          <p14:tracePt t="97416" x="1987550" y="3956050"/>
          <p14:tracePt t="97432" x="1981200" y="3905250"/>
          <p14:tracePt t="97448" x="1974850" y="3879850"/>
          <p14:tracePt t="97465" x="1968500" y="3829050"/>
          <p14:tracePt t="97482" x="1962150" y="3810000"/>
          <p14:tracePt t="97499" x="1962150" y="3771900"/>
          <p14:tracePt t="97515" x="1955800" y="3746500"/>
          <p14:tracePt t="97548" x="1955800" y="3733800"/>
          <p14:tracePt t="97565" x="1949450" y="3727450"/>
          <p14:tracePt t="97581" x="1949450" y="3721100"/>
          <p14:tracePt t="97661" x="1949450" y="3727450"/>
          <p14:tracePt t="97695" x="1949450" y="3733800"/>
          <p14:tracePt t="97731" x="1949450" y="3740150"/>
          <p14:tracePt t="97914" x="1949450" y="3746500"/>
          <p14:tracePt t="97962" x="1955800" y="3746500"/>
          <p14:tracePt t="98026" x="1962150" y="3746500"/>
          <p14:tracePt t="98082" x="1968500" y="3746500"/>
          <p14:tracePt t="98117" x="1974850" y="3752850"/>
          <p14:tracePt t="98187" x="1981200" y="3759200"/>
          <p14:tracePt t="98215" x="1981200" y="3765550"/>
          <p14:tracePt t="98222" x="1981200" y="3771900"/>
          <p14:tracePt t="98243" x="1987550" y="3778250"/>
          <p14:tracePt t="98257" x="1993900" y="3778250"/>
          <p14:tracePt t="98265" x="2000250" y="3778250"/>
          <p14:tracePt t="98279" x="2012950" y="3790950"/>
          <p14:tracePt t="98296" x="2032000" y="3810000"/>
          <p14:tracePt t="98314" x="2063750" y="3848100"/>
          <p14:tracePt t="98328" x="2070100" y="3860800"/>
          <p14:tracePt t="98346" x="2108200" y="3886200"/>
          <p14:tracePt t="98363" x="2139950" y="3905250"/>
          <p14:tracePt t="98378" x="2152650" y="3924300"/>
          <p14:tracePt t="98395" x="2165350" y="3930650"/>
          <p14:tracePt t="98412" x="2190750" y="3943350"/>
          <p14:tracePt t="98428" x="2197100" y="3949700"/>
          <p14:tracePt t="98461" x="2203450" y="3956050"/>
          <p14:tracePt t="98482" x="2209800" y="3956050"/>
          <p14:tracePt t="98663" x="2209800" y="3949700"/>
          <p14:tracePt t="98713" x="2203450" y="3949700"/>
          <p14:tracePt t="98735" x="2197100" y="3949700"/>
          <p14:tracePt t="98784" x="2190750" y="3949700"/>
          <p14:tracePt t="98825" x="2184400" y="3949700"/>
          <p14:tracePt t="98917" x="2178050" y="3943350"/>
          <p14:tracePt t="98959" x="2171700" y="3943350"/>
          <p14:tracePt t="98994" x="2165350" y="3943350"/>
          <p14:tracePt t="99029" x="2159000" y="3943350"/>
          <p14:tracePt t="99044" x="2152650" y="3943350"/>
          <p14:tracePt t="99085" x="2152650" y="3949700"/>
          <p14:tracePt t="99107" x="2146300" y="3949700"/>
          <p14:tracePt t="99113" x="2146300" y="3956050"/>
          <p14:tracePt t="103573" x="2146300" y="3949700"/>
          <p14:tracePt t="103587" x="2146300" y="3937000"/>
          <p14:tracePt t="103596" x="2152650" y="3917950"/>
          <p14:tracePt t="103610" x="2159000" y="3898900"/>
          <p14:tracePt t="103627" x="2159000" y="3873500"/>
          <p14:tracePt t="103644" x="2171700" y="3803650"/>
          <p14:tracePt t="103660" x="2171700" y="3714750"/>
          <p14:tracePt t="103677" x="2171700" y="3651250"/>
          <p14:tracePt t="103694" x="2171700" y="3505200"/>
          <p14:tracePt t="103710" x="2159000" y="3365500"/>
          <p14:tracePt t="103728" x="2152650" y="3200400"/>
          <p14:tracePt t="103743" x="2139950" y="3124200"/>
          <p14:tracePt t="103760" x="2133600" y="2940050"/>
          <p14:tracePt t="103777" x="2133600" y="2774950"/>
          <p14:tracePt t="103793" x="2120900" y="2686050"/>
          <p14:tracePt t="103810" x="2089150" y="2546350"/>
          <p14:tracePt t="103827" x="2063750" y="2413000"/>
          <p14:tracePt t="103843" x="2057400" y="2343150"/>
          <p14:tracePt t="103861" x="2025650" y="2203450"/>
          <p14:tracePt t="103876" x="1974850" y="2063750"/>
          <p14:tracePt t="103893" x="1962150" y="2012950"/>
          <p14:tracePt t="103910" x="1905000" y="1898650"/>
          <p14:tracePt t="103926" x="1885950" y="1841500"/>
          <p14:tracePt t="103943" x="1822450" y="1695450"/>
          <p14:tracePt t="103960" x="1778000" y="1574800"/>
          <p14:tracePt t="103976" x="1752600" y="1530350"/>
          <p14:tracePt t="103993" x="1733550" y="1460500"/>
          <p14:tracePt t="104009" x="1708150" y="1416050"/>
          <p14:tracePt t="104026" x="1701800" y="1403350"/>
          <p14:tracePt t="104043" x="1682750" y="1377950"/>
          <p14:tracePt t="104059" x="1670050" y="1358900"/>
          <p14:tracePt t="104076" x="1663700" y="1346200"/>
          <p14:tracePt t="104092" x="1651000" y="1333500"/>
          <p14:tracePt t="104109" x="1644650" y="1320800"/>
          <p14:tracePt t="104125" x="1638300" y="1314450"/>
          <p14:tracePt t="104142" x="1631950" y="1308100"/>
          <p14:tracePt t="104159" x="1625600" y="1295400"/>
          <p14:tracePt t="104175" x="1625600" y="1289050"/>
          <p14:tracePt t="104192" x="1619250" y="1282700"/>
          <p14:tracePt t="104208" x="1619250" y="1276350"/>
          <p14:tracePt t="104226" x="1612900" y="1257300"/>
          <p14:tracePt t="104258" x="1612900" y="1250950"/>
          <p14:tracePt t="104275" x="1612900" y="1244600"/>
          <p14:tracePt t="104291" x="1606550" y="1244600"/>
          <p14:tracePt t="104338" x="1606550" y="1250950"/>
          <p14:tracePt t="104352" x="1606550" y="1257300"/>
          <p14:tracePt t="104366" x="1606550" y="1270000"/>
          <p14:tracePt t="104380" x="1606550" y="1276350"/>
          <p14:tracePt t="104391" x="1606550" y="1289050"/>
          <p14:tracePt t="104408" x="1606550" y="1327150"/>
          <p14:tracePt t="104424" x="1606550" y="1365250"/>
          <p14:tracePt t="104441" x="1606550" y="1504950"/>
          <p14:tracePt t="104458" x="1625600" y="1695450"/>
          <p14:tracePt t="104474" x="1625600" y="1822450"/>
          <p14:tracePt t="104491" x="1651000" y="1949450"/>
          <p14:tracePt t="104508" x="1708150" y="2476500"/>
          <p14:tracePt t="104524" x="1746250" y="2654300"/>
          <p14:tracePt t="104541" x="1816100" y="3022600"/>
          <p14:tracePt t="104557" x="1847850" y="3200400"/>
          <p14:tracePt t="104574" x="1924050" y="3511550"/>
          <p14:tracePt t="104591" x="1974850" y="3695700"/>
          <p14:tracePt t="104607" x="1993900" y="3759200"/>
          <p14:tracePt t="104624" x="2006600" y="3816350"/>
          <p14:tracePt t="104640" x="2006600" y="3829050"/>
          <p14:tracePt t="104682" x="2006600" y="3822700"/>
          <p14:tracePt t="104690" x="2006600" y="3816350"/>
          <p14:tracePt t="104707" x="2006600" y="3790950"/>
          <p14:tracePt t="104724" x="1993900" y="3733800"/>
          <p14:tracePt t="104740" x="1962150" y="3575050"/>
          <p14:tracePt t="104757" x="1936750" y="3486150"/>
          <p14:tracePt t="104774" x="1873250" y="3263900"/>
          <p14:tracePt t="104790" x="1758950" y="2990850"/>
          <p14:tracePt t="104808" x="1676400" y="2794000"/>
          <p14:tracePt t="104824" x="1511300" y="2406650"/>
          <p14:tracePt t="104840" x="1428750" y="2241550"/>
          <p14:tracePt t="104858" x="1212850" y="1739900"/>
          <p14:tracePt t="104872" x="1168400" y="1619250"/>
          <p14:tracePt t="104890" x="1136650" y="1504950"/>
          <p14:tracePt t="104907" x="1098550" y="1346200"/>
          <p14:tracePt t="104923" x="1066800" y="1200150"/>
          <p14:tracePt t="104939" x="1066800" y="1162050"/>
          <p14:tracePt t="104956" x="1054100" y="1098550"/>
          <p14:tracePt t="104972" x="1047750" y="1047750"/>
          <p14:tracePt t="104989" x="1047750" y="1028700"/>
          <p14:tracePt t="105006" x="1041400" y="1003300"/>
          <p14:tracePt t="105022" x="1041400" y="990600"/>
          <p14:tracePt t="105055" x="1041400" y="984250"/>
          <p14:tracePt t="105072" x="1041400" y="977900"/>
          <p14:tracePt t="105091" x="1041400" y="971550"/>
          <p14:tracePt t="105105" x="1041400" y="965200"/>
          <p14:tracePt t="105121" x="1041400" y="952500"/>
          <p14:tracePt t="105139" x="1041400" y="939800"/>
          <p14:tracePt t="105155" x="1041400" y="927100"/>
          <p14:tracePt t="105172" x="1041400" y="920750"/>
          <p14:tracePt t="105188" x="1054100" y="901700"/>
          <p14:tracePt t="105205" x="1060450" y="889000"/>
          <p14:tracePt t="105222" x="1073150" y="882650"/>
          <p14:tracePt t="105238" x="1073150" y="876300"/>
          <p14:tracePt t="105255" x="1085850" y="869950"/>
          <p14:tracePt t="105272" x="1111250" y="869950"/>
          <p14:tracePt t="105288" x="1130300" y="869950"/>
          <p14:tracePt t="105305" x="1187450" y="869950"/>
          <p14:tracePt t="105321" x="1282700" y="882650"/>
          <p14:tracePt t="105338" x="1320800" y="889000"/>
          <p14:tracePt t="105355" x="1441450" y="914400"/>
          <p14:tracePt t="105371" x="1549400" y="933450"/>
          <p14:tracePt t="105388" x="1606550" y="952500"/>
          <p14:tracePt t="105405" x="1676400" y="965200"/>
          <p14:tracePt t="105421" x="1727200" y="971550"/>
          <p14:tracePt t="105438" x="1739900" y="971550"/>
          <p14:tracePt t="105454" x="1765300" y="971550"/>
          <p14:tracePt t="105487" x="1771650" y="971550"/>
          <p14:tracePt t="105504" x="1778000" y="971550"/>
          <p14:tracePt t="105531" x="1784350" y="971550"/>
          <p14:tracePt t="105552" x="1790700" y="971550"/>
          <p14:tracePt t="105559" x="1797050" y="971550"/>
          <p14:tracePt t="105693" x="1803400" y="971550"/>
          <p14:tracePt t="105735" x="1809750" y="971550"/>
          <p14:tracePt t="105756" x="1822450" y="971550"/>
          <p14:tracePt t="105763" x="1828800" y="971550"/>
          <p14:tracePt t="105773" x="1841500" y="971550"/>
          <p14:tracePt t="105786" x="1847850" y="971550"/>
          <p14:tracePt t="105803" x="1854200" y="971550"/>
          <p14:tracePt t="105820" x="1898650" y="971550"/>
          <p14:tracePt t="105836" x="1955800" y="977900"/>
          <p14:tracePt t="105854" x="2019300" y="990600"/>
          <p14:tracePt t="105870" x="2057400" y="990600"/>
          <p14:tracePt t="105886" x="2108200" y="996950"/>
          <p14:tracePt t="105903" x="2152650" y="996950"/>
          <p14:tracePt t="105919" x="2165350" y="996950"/>
          <p14:tracePt t="105936" x="2184400" y="984250"/>
          <p14:tracePt t="105953" x="2184400" y="977900"/>
          <p14:tracePt t="105969" x="2190750" y="977900"/>
          <p14:tracePt t="106002" x="2197100" y="977900"/>
          <p14:tracePt t="106163" x="2190750" y="977900"/>
          <p14:tracePt t="106184" x="2190750" y="984250"/>
          <p14:tracePt t="106205" x="2184400" y="984250"/>
          <p14:tracePt t="106212" x="2178050" y="990600"/>
          <p14:tracePt t="106226" x="2165350" y="996950"/>
          <p14:tracePt t="106234" x="2159000" y="1003300"/>
          <p14:tracePt t="106251" x="2146300" y="1009650"/>
          <p14:tracePt t="106269" x="2108200" y="1041400"/>
          <p14:tracePt t="106285" x="2063750" y="1066800"/>
          <p14:tracePt t="106303" x="1987550" y="1117600"/>
          <p14:tracePt t="106318" x="1955800" y="1143000"/>
          <p14:tracePt t="106334" x="1879600" y="1193800"/>
          <p14:tracePt t="106353" x="1822450" y="1231900"/>
          <p14:tracePt t="106368" x="1803400" y="1238250"/>
          <p14:tracePt t="106385" x="1784350" y="1250950"/>
          <p14:tracePt t="106403" x="1746250" y="1270000"/>
          <p14:tracePt t="106418" x="1739900" y="1276350"/>
          <p14:tracePt t="106434" x="1733550" y="1276350"/>
          <p14:tracePt t="106467" x="1727200" y="1276350"/>
          <p14:tracePt t="106507" x="1720850" y="1276350"/>
          <p14:tracePt t="106577" x="1727200" y="1276350"/>
          <p14:tracePt t="106585" x="1727200" y="1270000"/>
          <p14:tracePt t="106612" x="1733550" y="1270000"/>
          <p14:tracePt t="106647" x="1739900" y="1270000"/>
          <p14:tracePt t="106668" x="1746250" y="1270000"/>
          <p14:tracePt t="106675" x="1752600" y="1270000"/>
          <p14:tracePt t="106684" x="1758950" y="1270000"/>
          <p14:tracePt t="106700" x="1765300" y="1270000"/>
          <p14:tracePt t="106717" x="1797050" y="1270000"/>
          <p14:tracePt t="106733" x="1822450" y="1270000"/>
          <p14:tracePt t="106750" x="1892300" y="1276350"/>
          <p14:tracePt t="106767" x="2000250" y="1289050"/>
          <p14:tracePt t="106783" x="2051050" y="1301750"/>
          <p14:tracePt t="106800" x="2146300" y="1308100"/>
          <p14:tracePt t="106817" x="2203450" y="1314450"/>
          <p14:tracePt t="106833" x="2222500" y="1314450"/>
          <p14:tracePt t="106850" x="2241550" y="1314450"/>
          <p14:tracePt t="106866" x="2254250" y="1320800"/>
          <p14:tracePt t="107082" x="2254250" y="1314450"/>
          <p14:tracePt t="107628" x="2254250" y="1358900"/>
          <p14:tracePt t="107635" x="2241550" y="1409700"/>
          <p14:tracePt t="107650" x="2241550" y="1460500"/>
          <p14:tracePt t="107663" x="2241550" y="1517650"/>
          <p14:tracePt t="107680" x="2241550" y="1644650"/>
          <p14:tracePt t="107696" x="2247900" y="1708150"/>
          <p14:tracePt t="107713" x="2260600" y="1873250"/>
          <p14:tracePt t="107730" x="2266950" y="2063750"/>
          <p14:tracePt t="107747" x="2286000" y="2273300"/>
          <p14:tracePt t="107762" x="2298700" y="2374900"/>
          <p14:tracePt t="107779" x="2311400" y="2622550"/>
          <p14:tracePt t="107797" x="2362200" y="2857500"/>
          <p14:tracePt t="107812" x="2381250" y="2946400"/>
          <p14:tracePt t="107829" x="2400300" y="3028950"/>
          <p14:tracePt t="107846" x="2457450" y="3238500"/>
          <p14:tracePt t="107862" x="2470150" y="3314700"/>
          <p14:tracePt t="107879" x="2470150" y="3435350"/>
          <p14:tracePt t="107896" x="2495550" y="3460750"/>
          <p14:tracePt t="108429" x="2495550" y="3473450"/>
          <p14:tracePt t="108443" x="2482850" y="3486150"/>
          <p14:tracePt t="108450" x="2470150" y="3498850"/>
          <p14:tracePt t="108460" x="2463800" y="3524250"/>
          <p14:tracePt t="108478" x="2451100" y="3549650"/>
          <p14:tracePt t="108493" x="2444750" y="3562350"/>
          <p14:tracePt t="108510" x="2438400" y="3581400"/>
          <p14:tracePt t="108527" x="2406650" y="3638550"/>
          <p14:tracePt t="108543" x="2400300" y="3663950"/>
          <p14:tracePt t="108560" x="2387600" y="3689350"/>
          <p14:tracePt t="108576" x="2349500" y="3752850"/>
          <p14:tracePt t="108593" x="2343150" y="3765550"/>
          <p14:tracePt t="108610" x="2336800" y="3778250"/>
          <p14:tracePt t="108626" x="2324100" y="3803650"/>
          <p14:tracePt t="108643" x="2317750" y="3816350"/>
          <p14:tracePt t="108660" x="2311400" y="3829050"/>
          <p14:tracePt t="108676" x="2311400" y="3848100"/>
          <p14:tracePt t="108693" x="2305050" y="3867150"/>
          <p14:tracePt t="108710" x="2298700" y="3886200"/>
          <p14:tracePt t="108726" x="2298700" y="3892550"/>
          <p14:tracePt t="108743" x="2298700" y="3905250"/>
          <p14:tracePt t="108759" x="2298700" y="3911600"/>
          <p14:tracePt t="108793" x="2298700" y="3917950"/>
          <p14:tracePt t="108809" x="2298700" y="3924300"/>
          <p14:tracePt t="108829" x="2298700" y="3930650"/>
          <p14:tracePt t="108850" x="2298700" y="3937000"/>
          <p14:tracePt t="108899" x="2298700" y="3943350"/>
          <p14:tracePt t="108934" x="2298700" y="3949700"/>
          <p14:tracePt t="108941" x="2305050" y="3949700"/>
          <p14:tracePt t="108948" x="2305050" y="3956050"/>
          <p14:tracePt t="108990" x="2305050" y="3962400"/>
          <p14:tracePt t="109011" x="2305050" y="3968750"/>
          <p14:tracePt t="109039" x="2311400" y="3975100"/>
          <p14:tracePt t="109103" x="2317750" y="3975100"/>
          <p14:tracePt t="109152" x="2324100" y="3975100"/>
          <p14:tracePt t="109159" x="2330450" y="3975100"/>
          <p14:tracePt t="109194" x="2336800" y="3975100"/>
          <p14:tracePt t="109200" x="2343150" y="3975100"/>
          <p14:tracePt t="109215" x="2349500" y="3975100"/>
          <p14:tracePt t="109224" x="2355850" y="3975100"/>
          <p14:tracePt t="109240" x="2368550" y="3975100"/>
          <p14:tracePt t="109258" x="2406650" y="3975100"/>
          <p14:tracePt t="109275" x="2457450" y="3975100"/>
          <p14:tracePt t="109291" x="2482850" y="3962400"/>
          <p14:tracePt t="109295" x="2514600" y="3962400"/>
          <p14:tracePt t="109308" x="2552700" y="3962400"/>
          <p14:tracePt t="109325" x="2641600" y="3962400"/>
          <p14:tracePt t="109341" x="2711450" y="3956050"/>
          <p14:tracePt t="109357" x="2743200" y="3956050"/>
          <p14:tracePt t="109374" x="2768600" y="3956050"/>
          <p14:tracePt t="109391" x="2813050" y="3956050"/>
          <p14:tracePt t="109407" x="2819400" y="3949700"/>
          <p14:tracePt t="109440" x="2825750" y="3949700"/>
          <p14:tracePt t="109460" x="2832100" y="3943350"/>
          <p14:tracePt t="109664" x="2838450" y="3943350"/>
          <p14:tracePt t="109671" x="2844800" y="3943350"/>
          <p14:tracePt t="109685" x="2857500" y="3943350"/>
          <p14:tracePt t="109693" x="2876550" y="3949700"/>
          <p14:tracePt t="109709" x="2908300" y="3949700"/>
          <p14:tracePt t="109723" x="2946400" y="3962400"/>
          <p14:tracePt t="109739" x="3028950" y="3987800"/>
          <p14:tracePt t="109756" x="3136900" y="4013200"/>
          <p14:tracePt t="109772" x="3194050" y="4032250"/>
          <p14:tracePt t="109789" x="3276600" y="4044950"/>
          <p14:tracePt t="109806" x="3340100" y="4064000"/>
          <p14:tracePt t="109823" x="3371850" y="4070350"/>
          <p14:tracePt t="109840" x="3403600" y="4083050"/>
          <p14:tracePt t="109856" x="3429000" y="4089400"/>
          <p14:tracePt t="109872" x="3435350" y="4089400"/>
          <p14:tracePt t="109889" x="3441700" y="4089400"/>
          <p14:tracePt t="110127" x="3416300" y="4089400"/>
          <p14:tracePt t="110134" x="3397250" y="4089400"/>
          <p14:tracePt t="110148" x="3359150" y="4083050"/>
          <p14:tracePt t="110157" x="3321050" y="4083050"/>
          <p14:tracePt t="110171" x="3263900" y="4070350"/>
          <p14:tracePt t="110188" x="3136900" y="4051300"/>
          <p14:tracePt t="110205" x="3003550" y="4044950"/>
          <p14:tracePt t="110221" x="2952750" y="4032250"/>
          <p14:tracePt t="110238" x="2844800" y="4025900"/>
          <p14:tracePt t="110254" x="2781300" y="4019550"/>
          <p14:tracePt t="110271" x="2755900" y="4013200"/>
          <p14:tracePt t="110289" x="2724150" y="4013200"/>
          <p14:tracePt t="110304" x="2705100" y="4006850"/>
          <p14:tracePt t="110321" x="2698750" y="4006850"/>
          <p14:tracePt t="110340" x="2692400" y="4006850"/>
          <p14:tracePt t="110408" x="2686050" y="4006850"/>
          <p14:tracePt t="110625" x="2679700" y="4000500"/>
          <p14:tracePt t="110635" x="2686050" y="4006850"/>
          <p14:tracePt t="111310" x="2673350" y="4006850"/>
          <p14:tracePt t="111318" x="2654300" y="4013200"/>
          <p14:tracePt t="111331" x="2635250" y="4019550"/>
          <p14:tracePt t="111338" x="2609850" y="4032250"/>
          <p14:tracePt t="111350" x="2590800" y="4038600"/>
          <p14:tracePt t="111367" x="2546350" y="4051300"/>
          <p14:tracePt t="111384" x="2533650" y="4057650"/>
          <p14:tracePt t="111401" x="2520950" y="4070350"/>
          <p14:tracePt t="111417" x="2482850" y="4089400"/>
          <p14:tracePt t="111433" x="2476500" y="4095750"/>
          <p14:tracePt t="111451" x="2470150" y="4102100"/>
          <p14:tracePt t="111483" x="2463800" y="4108450"/>
          <p14:tracePt t="111502" x="2457450" y="4114800"/>
          <p14:tracePt t="111516" x="2451100" y="4114800"/>
          <p14:tracePt t="111533" x="2444750" y="4121150"/>
          <p14:tracePt t="111550" x="2432050" y="4121150"/>
          <p14:tracePt t="111566" x="2425700" y="4121150"/>
          <p14:tracePt t="111584" x="2387600" y="4127500"/>
          <p14:tracePt t="111599" x="2374900" y="4127500"/>
          <p14:tracePt t="111616" x="2355850" y="4127500"/>
          <p14:tracePt t="111633" x="2330450" y="4127500"/>
          <p14:tracePt t="111649" x="2311400" y="4127500"/>
          <p14:tracePt t="111683" x="2298700" y="4127500"/>
          <p14:tracePt t="111699" x="2292350" y="4127500"/>
          <p14:tracePt t="111738" x="2286000" y="4127500"/>
          <p14:tracePt t="111787" x="2279650" y="4121150"/>
          <p14:tracePt t="111795" x="2279650" y="4114800"/>
          <p14:tracePt t="111970" x="2286000" y="4114800"/>
          <p14:tracePt t="112040" x="2292350" y="4114800"/>
          <p14:tracePt t="112082" x="2298700" y="4114800"/>
          <p14:tracePt t="112110" x="2305050" y="4114800"/>
          <p14:tracePt t="112137" x="2305050" y="4121150"/>
          <p14:tracePt t="112173" x="2305050" y="4127500"/>
          <p14:tracePt t="112223" x="2305050" y="4133850"/>
          <p14:tracePt t="112250" x="2305050" y="4140200"/>
          <p14:tracePt t="112279" x="2311400" y="4140200"/>
          <p14:tracePt t="112321" x="2311400" y="4146550"/>
          <p14:tracePt t="112327" x="2317750" y="4146550"/>
          <p14:tracePt t="112349" x="2324100" y="4146550"/>
          <p14:tracePt t="112370" x="2330450" y="4146550"/>
          <p14:tracePt t="112391" x="2336800" y="4146550"/>
          <p14:tracePt t="112398" x="2343150" y="4146550"/>
          <p14:tracePt t="112419" x="2349500" y="4146550"/>
          <p14:tracePt t="112433" x="2355850" y="4146550"/>
          <p14:tracePt t="112440" x="2368550" y="4152900"/>
          <p14:tracePt t="112454" x="2387600" y="4152900"/>
          <p14:tracePt t="112463" x="2400300" y="4152900"/>
          <p14:tracePt t="112480" x="2432050" y="4152900"/>
          <p14:tracePt t="112497" x="2476500" y="4171950"/>
          <p14:tracePt t="112513" x="2540000" y="4178300"/>
          <p14:tracePt t="112530" x="2578100" y="4184650"/>
          <p14:tracePt t="112546" x="2647950" y="4191000"/>
          <p14:tracePt t="112563" x="2755900" y="4210050"/>
          <p14:tracePt t="112580" x="2857500" y="4216400"/>
          <p14:tracePt t="112596" x="2914650" y="4229100"/>
          <p14:tracePt t="112613" x="3016250" y="4235450"/>
          <p14:tracePt t="112630" x="3124200" y="4248150"/>
          <p14:tracePt t="112646" x="3175000" y="4241800"/>
          <p14:tracePt t="112663" x="3213100" y="4241800"/>
          <p14:tracePt t="112680" x="3302000" y="4241800"/>
          <p14:tracePt t="112696" x="3321050" y="4241800"/>
          <p14:tracePt t="112715" x="3390900" y="4241800"/>
          <p14:tracePt t="112729" x="3422650" y="4254500"/>
          <p14:tracePt t="112746" x="3486150" y="4254500"/>
          <p14:tracePt t="112763" x="3556000" y="4254500"/>
          <p14:tracePt t="112779" x="3594100" y="4254500"/>
          <p14:tracePt t="112796" x="3689350" y="4260850"/>
          <p14:tracePt t="112812" x="3727450" y="4260850"/>
          <p14:tracePt t="112829" x="3829050" y="4267200"/>
          <p14:tracePt t="112845" x="3949700" y="4286250"/>
          <p14:tracePt t="112862" x="4064000" y="4298950"/>
          <p14:tracePt t="112878" x="4108450" y="4298950"/>
          <p14:tracePt t="112895" x="4210050" y="4298950"/>
          <p14:tracePt t="112912" x="4286250" y="4298950"/>
          <p14:tracePt t="112929" x="4324350" y="4298950"/>
          <p14:tracePt t="112946" x="4394200" y="4305300"/>
          <p14:tracePt t="112961" x="4464050" y="4311650"/>
          <p14:tracePt t="112978" x="4495800" y="4311650"/>
          <p14:tracePt t="112995" x="4552950" y="4318000"/>
          <p14:tracePt t="113012" x="4572000" y="4318000"/>
          <p14:tracePt t="113029" x="4635500" y="4324350"/>
          <p14:tracePt t="113044" x="4648200" y="4324350"/>
          <p14:tracePt t="113061" x="4660900" y="4324350"/>
          <p14:tracePt t="113078" x="4673600" y="4324350"/>
          <p14:tracePt t="113094" x="4692650" y="4318000"/>
          <p14:tracePt t="113111" x="4699000" y="4318000"/>
          <p14:tracePt t="113128" x="4718050" y="4318000"/>
          <p14:tracePt t="113144" x="4724400" y="4318000"/>
          <p14:tracePt t="113161" x="4730750" y="4311650"/>
          <p14:tracePt t="113178" x="4749800" y="4311650"/>
          <p14:tracePt t="113194" x="4762500" y="4305300"/>
          <p14:tracePt t="113211" x="4768850" y="4305300"/>
          <p14:tracePt t="113228" x="4794250" y="4305300"/>
          <p14:tracePt t="113244" x="4845050" y="4305300"/>
          <p14:tracePt t="113261" x="4933950" y="4305300"/>
          <p14:tracePt t="113277" x="5003800" y="4292600"/>
          <p14:tracePt t="113294" x="5067300" y="4286250"/>
          <p14:tracePt t="113311" x="5321300" y="4267200"/>
          <p14:tracePt t="113327" x="5397500" y="4267200"/>
          <p14:tracePt t="113344" x="5486400" y="4267200"/>
          <p14:tracePt t="113360" x="5664200" y="4254500"/>
          <p14:tracePt t="113377" x="5784850" y="4254500"/>
          <p14:tracePt t="113394" x="5873750" y="4254500"/>
          <p14:tracePt t="113410" x="5899150" y="4254500"/>
          <p14:tracePt t="113427" x="5943600" y="4248150"/>
          <p14:tracePt t="113444" x="5994400" y="4248150"/>
          <p14:tracePt t="113460" x="6007100" y="4248150"/>
          <p14:tracePt t="113476" x="6038850" y="4248150"/>
          <p14:tracePt t="113493" x="6070600" y="4248150"/>
          <p14:tracePt t="113510" x="6083300" y="4248150"/>
          <p14:tracePt t="113526" x="6108700" y="4248150"/>
          <p14:tracePt t="113543" x="6134100" y="4248150"/>
          <p14:tracePt t="113559" x="6146800" y="4248150"/>
          <p14:tracePt t="113577" x="6165850" y="4254500"/>
          <p14:tracePt t="113592" x="6184900" y="4254500"/>
          <p14:tracePt t="113609" x="6197600" y="4254500"/>
          <p14:tracePt t="113626" x="6210300" y="4254500"/>
          <p14:tracePt t="113642" x="6216650" y="4254500"/>
          <p14:tracePt t="113659" x="6223000" y="4254500"/>
          <p14:tracePt t="113676" x="6235700" y="4254500"/>
          <p14:tracePt t="113692" x="6242050" y="4254500"/>
          <p14:tracePt t="113709" x="6248400" y="4254500"/>
          <p14:tracePt t="113742" x="6254750" y="4254500"/>
          <p14:tracePt t="113795" x="6261100" y="4248150"/>
          <p14:tracePt t="113844" x="6254750" y="4248150"/>
          <p14:tracePt t="113859" x="6242050" y="4241800"/>
          <p14:tracePt t="113865" x="6229350" y="4241800"/>
          <p14:tracePt t="113875" x="6197600" y="4229100"/>
          <p14:tracePt t="113893" x="6121400" y="4222750"/>
          <p14:tracePt t="113908" x="6057900" y="4216400"/>
          <p14:tracePt t="113925" x="5981700" y="4203700"/>
          <p14:tracePt t="113942" x="5607050" y="4159250"/>
          <p14:tracePt t="113958" x="5467350" y="4152900"/>
          <p14:tracePt t="113975" x="5308600" y="4127500"/>
          <p14:tracePt t="113992" x="4953000" y="4102100"/>
          <p14:tracePt t="114008" x="4578350" y="4089400"/>
          <p14:tracePt t="114024" x="4413250" y="4076700"/>
          <p14:tracePt t="114041" x="4152900" y="4070350"/>
          <p14:tracePt t="114057" x="3867150" y="4057650"/>
          <p14:tracePt t="114075" x="3625850" y="4057650"/>
          <p14:tracePt t="114091" x="3524250" y="4057650"/>
          <p14:tracePt t="114108" x="3359150" y="4057650"/>
          <p14:tracePt t="114125" x="3232150" y="4070350"/>
          <p14:tracePt t="114141" x="3168650" y="4070350"/>
          <p14:tracePt t="114158" x="3060700" y="4076700"/>
          <p14:tracePt t="114174" x="3003550" y="4076700"/>
          <p14:tracePt t="114191" x="2984500" y="4083050"/>
          <p14:tracePt t="114208" x="2965450" y="4089400"/>
          <p14:tracePt t="114224" x="2952750" y="4102100"/>
          <p14:tracePt t="114265" x="2946400" y="4102100"/>
          <p14:tracePt t="114286" x="2940050" y="4102100"/>
          <p14:tracePt t="114314" x="2933700" y="4102100"/>
          <p14:tracePt t="114335" x="2927350" y="4102100"/>
          <p14:tracePt t="114363" x="2921000" y="4102100"/>
          <p14:tracePt t="114384" x="2914650" y="4102100"/>
          <p14:tracePt t="114412" x="2908300" y="4102100"/>
          <p14:tracePt t="114426" x="2901950" y="4102100"/>
          <p14:tracePt t="114977" x="2914650" y="4064000"/>
          <p14:tracePt t="114991" x="2946400" y="3994150"/>
          <p14:tracePt t="114998" x="2978150" y="3930650"/>
          <p14:tracePt t="115007" x="3003550" y="3848100"/>
          <p14:tracePt t="115021" x="3035300" y="3746500"/>
          <p14:tracePt t="115038" x="3067050" y="3625850"/>
          <p14:tracePt t="115054" x="3130550" y="3397250"/>
          <p14:tracePt t="115071" x="3194050" y="3200400"/>
          <p14:tracePt t="115088" x="3225800" y="3105150"/>
          <p14:tracePt t="115104" x="3295650" y="2921000"/>
          <p14:tracePt t="115121" x="3378200" y="2736850"/>
          <p14:tracePt t="115138" x="3448050" y="2565400"/>
          <p14:tracePt t="115154" x="3479800" y="2482850"/>
          <p14:tracePt t="115171" x="3530600" y="2336800"/>
          <p14:tracePt t="115188" x="3556000" y="2190750"/>
          <p14:tracePt t="115204" x="3575050" y="2127250"/>
          <p14:tracePt t="115220" x="3600450" y="2025650"/>
          <p14:tracePt t="115237" x="3638550" y="1943100"/>
          <p14:tracePt t="115254" x="3651250" y="1911350"/>
          <p14:tracePt t="115271" x="3670300" y="1866900"/>
          <p14:tracePt t="115287" x="3683000" y="1835150"/>
          <p14:tracePt t="115303" x="3689350" y="1822450"/>
          <p14:tracePt t="115321" x="3702050" y="1797050"/>
          <p14:tracePt t="115337" x="3708400" y="1784350"/>
          <p14:tracePt t="115353" x="3708400" y="1771650"/>
          <p14:tracePt t="115373" x="3708400" y="1765300"/>
          <p14:tracePt t="115405" x="3714750" y="1758950"/>
          <p14:tracePt t="115496" x="3714750" y="1765300"/>
          <p14:tracePt t="115531" x="3714750" y="1771650"/>
          <p14:tracePt t="115538" x="3714750" y="1778000"/>
          <p14:tracePt t="115559" x="3714750" y="1784350"/>
          <p14:tracePt t="115587" x="3714750" y="1790700"/>
          <p14:tracePt t="115637" x="3721100" y="1797050"/>
          <p14:tracePt t="115658" x="3727450" y="1797050"/>
          <p14:tracePt t="115671" x="3733800" y="1803400"/>
          <p14:tracePt t="115687" x="3746500" y="1803400"/>
          <p14:tracePt t="115707" x="3752850" y="1803400"/>
          <p14:tracePt t="115721" x="3765550" y="1803400"/>
          <p14:tracePt t="115728" x="3784600" y="1803400"/>
          <p14:tracePt t="115741" x="3816350" y="1803400"/>
          <p14:tracePt t="115752" x="3841750" y="1797050"/>
          <p14:tracePt t="115768" x="3886200" y="1797050"/>
          <p14:tracePt t="115785" x="4013200" y="1790700"/>
          <p14:tracePt t="115802" x="4152900" y="1778000"/>
          <p14:tracePt t="115819" x="4324350" y="1771650"/>
          <p14:tracePt t="115835" x="4413250" y="1758950"/>
          <p14:tracePt t="115852" x="4565650" y="1746250"/>
          <p14:tracePt t="115868" x="4705350" y="1739900"/>
          <p14:tracePt t="115885" x="4762500" y="1720850"/>
          <p14:tracePt t="115902" x="4813300" y="1720850"/>
          <p14:tracePt t="115919" x="4883150" y="1714500"/>
          <p14:tracePt t="115934" x="4895850" y="1708150"/>
          <p14:tracePt t="115951" x="4902200" y="1708150"/>
          <p14:tracePt t="115968" x="4908550" y="1701800"/>
          <p14:tracePt t="116004" x="4902200" y="1701800"/>
          <p14:tracePt t="116018" x="4895850" y="1701800"/>
          <p14:tracePt t="116044" x="4883150" y="1701800"/>
          <p14:tracePt t="116054" x="4876800" y="1701800"/>
          <p14:tracePt t="116067" x="4864100" y="1701800"/>
          <p14:tracePt t="116084" x="4832350" y="1701800"/>
          <p14:tracePt t="116101" x="4756150" y="1701800"/>
          <p14:tracePt t="116118" x="4699000" y="1701800"/>
          <p14:tracePt t="116134" x="4559300" y="1714500"/>
          <p14:tracePt t="116150" x="4381500" y="1727200"/>
          <p14:tracePt t="116167" x="4279900" y="1727200"/>
          <p14:tracePt t="116184" x="4076700" y="1733550"/>
          <p14:tracePt t="116200" x="3886200" y="1746250"/>
          <p14:tracePt t="116217" x="3797300" y="1746250"/>
          <p14:tracePt t="116234" x="3657600" y="1746250"/>
          <p14:tracePt t="116250" x="3600450" y="1739900"/>
          <p14:tracePt t="116267" x="3524250" y="1739900"/>
          <p14:tracePt t="116284" x="3473450" y="1739900"/>
          <p14:tracePt t="116300" x="3460750" y="1739900"/>
          <p14:tracePt t="116317" x="3454400" y="1746250"/>
          <p14:tracePt t="116334" x="3454400" y="1752600"/>
          <p14:tracePt t="116350" x="3454400" y="1758950"/>
          <p14:tracePt t="116367" x="3467100" y="1765300"/>
          <p14:tracePt t="116383" x="3479800" y="1765300"/>
          <p14:tracePt t="116400" x="3486150" y="1765300"/>
          <p14:tracePt t="116417" x="3511550" y="1778000"/>
          <p14:tracePt t="116433" x="3568700" y="1784350"/>
          <p14:tracePt t="116451" x="3683000" y="1803400"/>
          <p14:tracePt t="116466" x="3778250" y="1822450"/>
          <p14:tracePt t="116483" x="3994150" y="1866900"/>
          <p14:tracePt t="116500" x="4235450" y="1905000"/>
          <p14:tracePt t="116516" x="4349750" y="1917700"/>
          <p14:tracePt t="116532" x="4495800" y="1936750"/>
          <p14:tracePt t="116550" x="4813300" y="1981200"/>
          <p14:tracePt t="116566" x="4902200" y="1981200"/>
          <p14:tracePt t="116582" x="4972050" y="1987550"/>
          <p14:tracePt t="116599" x="5060950" y="1987550"/>
          <p14:tracePt t="116616" x="5143500" y="1987550"/>
          <p14:tracePt t="116633" x="5187950" y="1987550"/>
          <p14:tracePt t="116649" x="5213350" y="1987550"/>
          <p14:tracePt t="116665" x="5219700" y="1981200"/>
          <p14:tracePt t="116683" x="5238750" y="1974850"/>
          <p14:tracePt t="116715" x="5238750" y="1968500"/>
          <p14:tracePt t="116773" x="5238750" y="1962150"/>
          <p14:tracePt t="116935" x="5232400" y="1962150"/>
          <p14:tracePt t="116956" x="5232400" y="1968500"/>
          <p14:tracePt t="117394" x="5194300" y="1981200"/>
          <p14:tracePt t="117401" x="5137150" y="2006600"/>
          <p14:tracePt t="117416" x="5067300" y="2038350"/>
          <p14:tracePt t="117430" x="5010150" y="2057400"/>
          <p14:tracePt t="117446" x="4895850" y="2120900"/>
          <p14:tracePt t="117462" x="4832350" y="2159000"/>
          <p14:tracePt t="117479" x="4679950" y="2254250"/>
          <p14:tracePt t="117496" x="4521200" y="2387600"/>
          <p14:tracePt t="117514" x="4343400" y="2533650"/>
          <p14:tracePt t="117529" x="4248150" y="2603500"/>
          <p14:tracePt t="117546" x="4108450" y="2736850"/>
          <p14:tracePt t="117563" x="3975100" y="2870200"/>
          <p14:tracePt t="117579" x="3892550" y="2952750"/>
          <p14:tracePt t="117596" x="3829050" y="3035300"/>
          <p14:tracePt t="117612" x="3594100" y="3257550"/>
          <p14:tracePt t="117629" x="3536950" y="3302000"/>
          <p14:tracePt t="117646" x="3479800" y="3340100"/>
          <p14:tracePt t="117662" x="3397250" y="3403600"/>
          <p14:tracePt t="117678" x="3308350" y="3467100"/>
          <p14:tracePt t="117696" x="3244850" y="3517900"/>
          <p14:tracePt t="117712" x="3194050" y="3543300"/>
          <p14:tracePt t="117728" x="3143250" y="3581400"/>
          <p14:tracePt t="117745" x="3092450" y="3594100"/>
          <p14:tracePt t="117762" x="3067050" y="3600450"/>
          <p14:tracePt t="117778" x="3035300" y="3613150"/>
          <p14:tracePt t="117795" x="3022600" y="3625850"/>
          <p14:tracePt t="117811" x="3016250" y="3632200"/>
          <p14:tracePt t="117828" x="2997200" y="3632200"/>
          <p14:tracePt t="117844" x="2978150" y="3651250"/>
          <p14:tracePt t="117861" x="2971800" y="3663950"/>
          <p14:tracePt t="117865" x="2965450" y="3670300"/>
          <p14:tracePt t="117881" x="2959100" y="3676650"/>
          <p14:tracePt t="117894" x="2946400" y="3683000"/>
          <p14:tracePt t="117928" x="2927350" y="3695700"/>
          <p14:tracePt t="117944" x="2914650" y="3708400"/>
          <p14:tracePt t="117961" x="2895600" y="3721100"/>
          <p14:tracePt t="117977" x="2876550" y="3740150"/>
          <p14:tracePt t="117994" x="2863850" y="3752850"/>
          <p14:tracePt t="118011" x="2832100" y="3778250"/>
          <p14:tracePt t="118027" x="2774950" y="3829050"/>
          <p14:tracePt t="118044" x="2743200" y="3848100"/>
          <p14:tracePt t="118061" x="2705100" y="3886200"/>
          <p14:tracePt t="118077" x="2660650" y="3911600"/>
          <p14:tracePt t="118094" x="2641600" y="3924300"/>
          <p14:tracePt t="118110" x="2603500" y="3937000"/>
          <p14:tracePt t="118127" x="2571750" y="3956050"/>
          <p14:tracePt t="118144" x="2565400" y="3968750"/>
          <p14:tracePt t="118160" x="2540000" y="3981450"/>
          <p14:tracePt t="118177" x="2527300" y="3987800"/>
          <p14:tracePt t="118194" x="2520950" y="3994150"/>
          <p14:tracePt t="118210" x="2514600" y="3994150"/>
          <p14:tracePt t="118226" x="2508250" y="3994150"/>
          <p14:tracePt t="118244" x="2495550" y="3994150"/>
          <p14:tracePt t="118277" x="2489200" y="3994150"/>
          <p14:tracePt t="118293" x="2482850" y="3994150"/>
          <p14:tracePt t="118310" x="2476500" y="3994150"/>
          <p14:tracePt t="118327" x="2470150" y="3994150"/>
          <p14:tracePt t="118356" x="2470150" y="4000500"/>
          <p14:tracePt t="118383" x="2463800" y="4000500"/>
          <p14:tracePt t="118397" x="2457450" y="4000500"/>
          <p14:tracePt t="118426" x="2451100" y="4000500"/>
          <p14:tracePt t="118440" x="2444750" y="4000500"/>
          <p14:tracePt t="118454" x="2438400" y="4006850"/>
          <p14:tracePt t="118475" x="2432050" y="4013200"/>
          <p14:tracePt t="118517" x="2419350" y="4025900"/>
          <p14:tracePt t="118545" x="2413000" y="4032250"/>
          <p14:tracePt t="118566" x="2406650" y="4038600"/>
          <p14:tracePt t="118587" x="2400300" y="4051300"/>
          <p14:tracePt t="118610" x="2393950" y="4051300"/>
          <p14:tracePt t="118630" x="2393950" y="4057650"/>
          <p14:tracePt t="118651" x="2387600" y="4064000"/>
          <p14:tracePt t="118657" x="2387600" y="4070350"/>
          <p14:tracePt t="118678" x="2387600" y="4076700"/>
          <p14:tracePt t="118685" x="2381250" y="4076700"/>
          <p14:tracePt t="118707" x="2381250" y="4083050"/>
          <p14:tracePt t="118727" x="2381250" y="4089400"/>
          <p14:tracePt t="118791" x="2381250" y="4095750"/>
          <p14:tracePt t="118798" x="2381250" y="4102100"/>
          <p14:tracePt t="118826" x="2381250" y="4108450"/>
          <p14:tracePt t="118861" x="2374900" y="4114800"/>
          <p14:tracePt t="118967" x="2387600" y="4114800"/>
          <p14:tracePt t="118988" x="2393950" y="4114800"/>
          <p14:tracePt t="119002" x="2406650" y="4114800"/>
          <p14:tracePt t="119010" x="2419350" y="4108450"/>
          <p14:tracePt t="119024" x="2438400" y="4108450"/>
          <p14:tracePt t="119040" x="2508250" y="4108450"/>
          <p14:tracePt t="119059" x="2635250" y="4108450"/>
          <p14:tracePt t="119074" x="2724150" y="4108450"/>
          <p14:tracePt t="119090" x="2940050" y="4114800"/>
          <p14:tracePt t="119108" x="3194050" y="4108450"/>
          <p14:tracePt t="119124" x="3321050" y="4108450"/>
          <p14:tracePt t="119141" x="3448050" y="4095750"/>
          <p14:tracePt t="119157" x="3778250" y="4064000"/>
          <p14:tracePt t="119173" x="3879850" y="4057650"/>
          <p14:tracePt t="119191" x="4057650" y="4038600"/>
          <p14:tracePt t="119207" x="4216400" y="4006850"/>
          <p14:tracePt t="119224" x="4279900" y="4006850"/>
          <p14:tracePt t="119240" x="4413250" y="3987800"/>
          <p14:tracePt t="119257" x="4489450" y="3981450"/>
          <p14:tracePt t="119273" x="4641850" y="3968750"/>
          <p14:tracePt t="119290" x="4806950" y="3968750"/>
          <p14:tracePt t="119306" x="4914900" y="3975100"/>
          <p14:tracePt t="119323" x="5092700" y="4000500"/>
          <p14:tracePt t="119340" x="5276850" y="4044950"/>
          <p14:tracePt t="119356" x="5378450" y="4051300"/>
          <p14:tracePt t="119360" x="5467350" y="4064000"/>
          <p14:tracePt t="119373" x="5543550" y="4064000"/>
          <p14:tracePt t="119389" x="5664200" y="4070350"/>
          <p14:tracePt t="119406" x="5715000" y="4083050"/>
          <p14:tracePt t="119423" x="5797550" y="4095750"/>
          <p14:tracePt t="119439" x="5848350" y="4095750"/>
          <p14:tracePt t="119457" x="5886450" y="4095750"/>
          <p14:tracePt t="119473" x="5899150" y="4095750"/>
          <p14:tracePt t="119489" x="5911850" y="4095750"/>
          <p14:tracePt t="119506" x="5918200" y="4095750"/>
          <p14:tracePt t="119539" x="5924550" y="4095750"/>
          <p14:tracePt t="119668" x="5924550" y="4102100"/>
          <p14:tracePt t="119704" x="5924550" y="4108450"/>
          <p14:tracePt t="119710" x="5924550" y="4114800"/>
          <p14:tracePt t="119721" x="5924550" y="4121150"/>
          <p14:tracePt t="119739" x="5930900" y="4121150"/>
          <p14:tracePt t="124997" x="5918200" y="4121150"/>
          <p14:tracePt t="125004" x="5892800" y="4121150"/>
          <p14:tracePt t="125011" x="5842000" y="4121150"/>
          <p14:tracePt t="125019" x="5803900" y="4121150"/>
          <p14:tracePt t="125037" x="5715000" y="4114800"/>
          <p14:tracePt t="125053" x="5530850" y="4108450"/>
          <p14:tracePt t="125070" x="5365750" y="4108450"/>
          <p14:tracePt t="125086" x="5200650" y="4108450"/>
          <p14:tracePt t="125103" x="4953000" y="4108450"/>
          <p14:tracePt t="125119" x="4775200" y="4095750"/>
          <p14:tracePt t="125137" x="4495800" y="4095750"/>
          <p14:tracePt t="125152" x="4330700" y="4102100"/>
          <p14:tracePt t="125169" x="4216400" y="4108450"/>
          <p14:tracePt t="125186" x="4089400" y="4108450"/>
          <p14:tracePt t="125202" x="3879850" y="4121150"/>
          <p14:tracePt t="125219" x="3765550" y="4121150"/>
          <p14:tracePt t="125236" x="3632200" y="4127500"/>
          <p14:tracePt t="125252" x="3524250" y="4152900"/>
          <p14:tracePt t="125269" x="3454400" y="4171950"/>
          <p14:tracePt t="125286" x="3314700" y="4203700"/>
          <p14:tracePt t="125302" x="3244850" y="4222750"/>
          <p14:tracePt t="125319" x="3168650" y="4235450"/>
          <p14:tracePt t="125335" x="3124200" y="4235450"/>
          <p14:tracePt t="125352" x="3073400" y="4235450"/>
          <p14:tracePt t="125369" x="2965450" y="4235450"/>
          <p14:tracePt t="125385" x="2889250" y="4229100"/>
          <p14:tracePt t="125402" x="2794000" y="4210050"/>
          <p14:tracePt t="125418" x="2667000" y="4184650"/>
          <p14:tracePt t="125435" x="2609850" y="4171950"/>
          <p14:tracePt t="125452" x="2565400" y="4146550"/>
          <p14:tracePt t="125468" x="2520950" y="4140200"/>
          <p14:tracePt t="125485" x="2489200" y="4133850"/>
          <p14:tracePt t="125502" x="2413000" y="4114800"/>
          <p14:tracePt t="125518" x="2368550" y="4102100"/>
          <p14:tracePt t="125535" x="2305050" y="4089400"/>
          <p14:tracePt t="125552" x="2235200" y="4076700"/>
          <p14:tracePt t="125568" x="2197100" y="4076700"/>
          <p14:tracePt t="125585" x="2165350" y="4070350"/>
          <p14:tracePt t="125601" x="2108200" y="4064000"/>
          <p14:tracePt t="125618" x="2076450" y="4057650"/>
          <p14:tracePt t="125635" x="2025650" y="4057650"/>
          <p14:tracePt t="125651" x="1981200" y="4051300"/>
          <p14:tracePt t="125668" x="1943100" y="4038600"/>
          <p14:tracePt t="125685" x="1885950" y="4032250"/>
          <p14:tracePt t="125701" x="1866900" y="4025900"/>
          <p14:tracePt t="125718" x="1854200" y="4019550"/>
          <p14:tracePt t="125734" x="1835150" y="4019550"/>
          <p14:tracePt t="125751" x="1816100" y="4013200"/>
          <p14:tracePt t="125768" x="1809750" y="4013200"/>
          <p14:tracePt t="125784" x="1797050" y="4013200"/>
          <p14:tracePt t="125800" x="1790700" y="4013200"/>
          <p14:tracePt t="125818" x="1784350" y="4013200"/>
          <p14:tracePt t="125834" x="1778000" y="4013200"/>
          <p14:tracePt t="125868" x="1771650" y="4013200"/>
          <p14:tracePt t="125874" x="1771650" y="4019550"/>
          <p14:tracePt t="125923" x="1765300" y="4025900"/>
          <p14:tracePt t="125945" x="1758950" y="4032250"/>
          <p14:tracePt t="125965" x="1746250" y="4038600"/>
          <p14:tracePt t="125972" x="1746250" y="4044950"/>
          <p14:tracePt t="125986" x="1739900" y="4044950"/>
          <p14:tracePt t="126014" x="1727200" y="4051300"/>
          <p14:tracePt t="126035" x="1720850" y="4057650"/>
          <p14:tracePt t="126042" x="1720850" y="4064000"/>
          <p14:tracePt t="126085" x="1708150" y="4070350"/>
          <p14:tracePt t="126106" x="1701800" y="4076700"/>
          <p14:tracePt t="126112" x="1695450" y="4076700"/>
          <p14:tracePt t="126127" x="1695450" y="4083050"/>
          <p14:tracePt t="126135" x="1695450" y="4089400"/>
          <p14:tracePt t="126155" x="1689100" y="4095750"/>
          <p14:tracePt t="126176" x="1682750" y="4095750"/>
          <p14:tracePt t="126186" x="1682750" y="4102100"/>
          <p14:tracePt t="126204" x="1676400" y="4102100"/>
          <p14:tracePt t="133555" x="1682750" y="4102100"/>
          <p14:tracePt t="133562" x="1714500" y="4102100"/>
          <p14:tracePt t="133573" x="1752600" y="4095750"/>
          <p14:tracePt t="133590" x="1898650" y="4095750"/>
          <p14:tracePt t="133607" x="1987550" y="4095750"/>
          <p14:tracePt t="133623" x="2089150" y="4095750"/>
          <p14:tracePt t="133640" x="2235200" y="4108450"/>
          <p14:tracePt t="133657" x="2343150" y="4108450"/>
          <p14:tracePt t="133674" x="2419350" y="4108450"/>
          <p14:tracePt t="133690" x="2508250" y="4095750"/>
          <p14:tracePt t="133706" x="2559050" y="4095750"/>
          <p14:tracePt t="133724" x="2635250" y="4095750"/>
          <p14:tracePt t="133740" x="2686050" y="4095750"/>
          <p14:tracePt t="133756" x="2724150" y="4095750"/>
          <p14:tracePt t="133773" x="2774950" y="4089400"/>
          <p14:tracePt t="133789" x="2800350" y="4070350"/>
          <p14:tracePt t="133806" x="2806700" y="4057650"/>
          <p14:tracePt t="133823" x="2819400" y="4044950"/>
          <p14:tracePt t="133839" x="2825750" y="4044950"/>
          <p14:tracePt t="133856" x="2838450" y="4038600"/>
          <p14:tracePt t="133872" x="2844800" y="4038600"/>
          <p14:tracePt t="133906" x="2851150" y="4032250"/>
          <p14:tracePt t="133934" x="2857500" y="4032250"/>
          <p14:tracePt t="133957" x="2863850" y="4032250"/>
          <p14:tracePt t="133962" x="2870200" y="4038600"/>
          <p14:tracePt t="133972" x="2882900" y="4038600"/>
          <p14:tracePt t="133989" x="2889250" y="4044950"/>
          <p14:tracePt t="134006" x="2895600" y="4044950"/>
          <p14:tracePt t="134022" x="2901950" y="4051300"/>
          <p14:tracePt t="134039" x="2908300" y="4051300"/>
          <p14:tracePt t="134055" x="2914650" y="4051300"/>
          <p14:tracePt t="134072" x="2921000" y="4057650"/>
          <p14:tracePt t="134096" x="2927350" y="4057650"/>
          <p14:tracePt t="134201" x="2921000" y="4057650"/>
          <p14:tracePt t="134215" x="2908300" y="4057650"/>
          <p14:tracePt t="134224" x="2895600" y="4057650"/>
          <p14:tracePt t="134238" x="2882900" y="4057650"/>
          <p14:tracePt t="134254" x="2844800" y="4064000"/>
          <p14:tracePt t="134272" x="2749550" y="4064000"/>
          <p14:tracePt t="134288" x="2698750" y="4064000"/>
          <p14:tracePt t="134304" x="2635250" y="4064000"/>
          <p14:tracePt t="134321" x="2495550" y="4064000"/>
          <p14:tracePt t="134338" x="2362200" y="4051300"/>
          <p14:tracePt t="134355" x="2298700" y="4051300"/>
          <p14:tracePt t="134371" x="2159000" y="4051300"/>
          <p14:tracePt t="134387" x="2019300" y="4051300"/>
          <p14:tracePt t="134405" x="1879600" y="4051300"/>
          <p14:tracePt t="134421" x="1816100" y="4051300"/>
          <p14:tracePt t="134437" x="1676400" y="4057650"/>
          <p14:tracePt t="134454" x="1555750" y="4083050"/>
          <p14:tracePt t="134471" x="1485900" y="4095750"/>
          <p14:tracePt t="134474" x="1447800" y="4102100"/>
          <p14:tracePt t="134487" x="1397000" y="4102100"/>
          <p14:tracePt t="134504" x="1327150" y="4114800"/>
          <p14:tracePt t="134520" x="1295400" y="4114800"/>
          <p14:tracePt t="134537" x="1257300" y="4114800"/>
          <p14:tracePt t="134553" x="1231900" y="4127500"/>
          <p14:tracePt t="134570" x="1225550" y="4127500"/>
          <p14:tracePt t="134588" x="1219200" y="4133850"/>
          <p14:tracePt t="134603" x="1212850" y="4133850"/>
          <p14:tracePt t="134623" x="1212850" y="4140200"/>
          <p14:tracePt t="134665" x="1212850" y="4146550"/>
          <p14:tracePt t="134671" x="1212850" y="4152900"/>
          <p14:tracePt t="134714" x="1212850" y="4159250"/>
          <p14:tracePt t="134826" x="1219200" y="4159250"/>
          <p14:tracePt t="134847" x="1225550" y="4159250"/>
          <p14:tracePt t="134854" x="1231900" y="4159250"/>
          <p14:tracePt t="134868" x="1244600" y="4159250"/>
          <p14:tracePt t="134875" x="1257300" y="4159250"/>
          <p14:tracePt t="134889" x="1270000" y="4159250"/>
          <p14:tracePt t="134903" x="1320800" y="4165600"/>
          <p14:tracePt t="134919" x="1371600" y="4171950"/>
          <p14:tracePt t="134935" x="1409700" y="4178300"/>
          <p14:tracePt t="134952" x="1492250" y="4210050"/>
          <p14:tracePt t="134969" x="1600200" y="4235450"/>
          <p14:tracePt t="134986" x="1670050" y="4241800"/>
          <p14:tracePt t="135002" x="1790700" y="4260850"/>
          <p14:tracePt t="135019" x="1905000" y="4279900"/>
          <p14:tracePt t="135036" x="1974850" y="4292600"/>
          <p14:tracePt t="135052" x="2089150" y="4292600"/>
          <p14:tracePt t="135068" x="2190750" y="4286250"/>
          <p14:tracePt t="135086" x="2273300" y="4273550"/>
          <p14:tracePt t="135102" x="2317750" y="4254500"/>
          <p14:tracePt t="135119" x="2368550" y="4248150"/>
          <p14:tracePt t="135135" x="2406650" y="4248150"/>
          <p14:tracePt t="135151" x="2432050" y="4241800"/>
          <p14:tracePt t="135168" x="2451100" y="4241800"/>
          <p14:tracePt t="135185" x="2495550" y="4241800"/>
          <p14:tracePt t="135202" x="2508250" y="4235450"/>
          <p14:tracePt t="135219" x="2533650" y="4235450"/>
          <p14:tracePt t="135235" x="2540000" y="4235450"/>
          <p14:tracePt t="135251" x="2565400" y="4229100"/>
          <p14:tracePt t="135268" x="2571750" y="4229100"/>
          <p14:tracePt t="135284" x="2578100" y="4229100"/>
          <p14:tracePt t="135301" x="2584450" y="4229100"/>
          <p14:tracePt t="135318" x="2590800" y="4229100"/>
          <p14:tracePt t="135351" x="2597150" y="4229100"/>
          <p14:tracePt t="135387" x="2603500" y="4229100"/>
          <p14:tracePt t="135458" x="2603500" y="4222750"/>
          <p14:tracePt t="135465" x="2609850" y="4216400"/>
          <p14:tracePt t="135479" x="2616200" y="4216400"/>
          <p14:tracePt t="135486" x="2622550" y="4216400"/>
          <p14:tracePt t="135501" x="2628900" y="4216400"/>
          <p14:tracePt t="135517" x="2635250" y="4216400"/>
          <p14:tracePt t="135535" x="2660650" y="4210050"/>
          <p14:tracePt t="135550" x="2686050" y="4210050"/>
          <p14:tracePt t="135567" x="2705100" y="4210050"/>
          <p14:tracePt t="135584" x="2762250" y="4210050"/>
          <p14:tracePt t="135600" x="2838450" y="4210050"/>
          <p14:tracePt t="135616" x="2882900" y="4210050"/>
          <p14:tracePt t="135633" x="2971800" y="4197350"/>
          <p14:tracePt t="135650" x="3067050" y="4191000"/>
          <p14:tracePt t="135666" x="3105150" y="4191000"/>
          <p14:tracePt t="135683" x="3200400" y="4184650"/>
          <p14:tracePt t="135699" x="3289300" y="4184650"/>
          <p14:tracePt t="135716" x="3321050" y="4178300"/>
          <p14:tracePt t="135733" x="3384550" y="4165600"/>
          <p14:tracePt t="135750" x="3454400" y="4159250"/>
          <p14:tracePt t="135767" x="3524250" y="4146550"/>
          <p14:tracePt t="135783" x="3568700" y="4133850"/>
          <p14:tracePt t="135799" x="3606800" y="4127500"/>
          <p14:tracePt t="135816" x="3721100" y="4102100"/>
          <p14:tracePt t="135832" x="3746500" y="4095750"/>
          <p14:tracePt t="135850" x="3797300" y="4083050"/>
          <p14:tracePt t="135866" x="3822700" y="4070350"/>
          <p14:tracePt t="135882" x="3854450" y="4051300"/>
          <p14:tracePt t="135900" x="3879850" y="4044950"/>
          <p14:tracePt t="135915" x="3892550" y="4038600"/>
          <p14:tracePt t="135932" x="3911600" y="4032250"/>
          <p14:tracePt t="135949" x="3924300" y="4032250"/>
          <p14:tracePt t="135966" x="3930650" y="4032250"/>
          <p14:tracePt t="135982" x="3937000" y="4032250"/>
          <p14:tracePt t="135998" x="3943350" y="4032250"/>
          <p14:tracePt t="136019" x="3949700" y="4032250"/>
          <p14:tracePt t="136033" x="3962400" y="4032250"/>
          <p14:tracePt t="140081" x="3937000" y="4032250"/>
          <p14:tracePt t="140088" x="3898900" y="4038600"/>
          <p14:tracePt t="140104" x="3854450" y="4044950"/>
          <p14:tracePt t="140117" x="3803650" y="4057650"/>
          <p14:tracePt t="140134" x="3784600" y="4064000"/>
          <p14:tracePt t="140151" x="3765550" y="4070350"/>
          <p14:tracePt t="140168" x="3759200" y="4070350"/>
          <p14:tracePt t="140184" x="3759200" y="4076700"/>
          <p14:tracePt t="140250" x="3759200" y="4083050"/>
          <p14:tracePt t="140278" x="3765550" y="4083050"/>
          <p14:tracePt t="140292" x="3771900" y="4083050"/>
          <p14:tracePt t="140298" x="3778250" y="4083050"/>
          <p14:tracePt t="140320" x="3790950" y="4076700"/>
          <p14:tracePt t="140327" x="3797300" y="4076700"/>
          <p14:tracePt t="140341" x="3816350" y="4070350"/>
          <p14:tracePt t="140350" x="3835400" y="4064000"/>
          <p14:tracePt t="140366" x="3867150" y="4057650"/>
          <p14:tracePt t="140384" x="3962400" y="4032250"/>
          <p14:tracePt t="140400" x="4095750" y="3994150"/>
          <p14:tracePt t="140417" x="4178300" y="3987800"/>
          <p14:tracePt t="140433" x="4368800" y="3943350"/>
          <p14:tracePt t="140450" x="4457700" y="3937000"/>
          <p14:tracePt t="140467" x="4660900" y="3873500"/>
          <p14:tracePt t="140483" x="4705350" y="3860800"/>
          <p14:tracePt t="140500" x="4743450" y="3848100"/>
          <p14:tracePt t="140503" x="4775200" y="3841750"/>
          <p14:tracePt t="140516" x="4794250" y="3829050"/>
          <p14:tracePt t="140533" x="4813300" y="3822700"/>
          <p14:tracePt t="140549" x="4826000" y="3816350"/>
          <p14:tracePt t="140566" x="4832350" y="3810000"/>
          <p14:tracePt t="140583" x="4832350" y="3803650"/>
          <p14:tracePt t="140748" x="4826000" y="3803650"/>
          <p14:tracePt t="140783" x="4826000" y="3810000"/>
          <p14:tracePt t="140804" x="4826000" y="3816350"/>
          <p14:tracePt t="140811" x="4826000" y="3822700"/>
          <p14:tracePt t="140818" x="4832350" y="3829050"/>
          <p14:tracePt t="140839" x="4838700" y="3835400"/>
          <p14:tracePt t="140853" x="4845050" y="3854450"/>
          <p14:tracePt t="140865" x="4857750" y="3867150"/>
          <p14:tracePt t="140882" x="4908550" y="3937000"/>
          <p14:tracePt t="140898" x="4940300" y="3981450"/>
          <p14:tracePt t="140915" x="5022850" y="4064000"/>
          <p14:tracePt t="140932" x="5118100" y="4146550"/>
          <p14:tracePt t="140948" x="5175250" y="4191000"/>
          <p14:tracePt t="140965" x="5289550" y="4267200"/>
          <p14:tracePt t="140981" x="5403850" y="4337050"/>
          <p14:tracePt t="140998" x="5454650" y="4356100"/>
          <p14:tracePt t="141001" x="5499100" y="4368800"/>
          <p14:tracePt t="141017" x="5543550" y="4381500"/>
          <p14:tracePt t="141031" x="5600700" y="4387850"/>
          <p14:tracePt t="141048" x="5619750" y="4387850"/>
          <p14:tracePt t="141065" x="5645150" y="4387850"/>
          <p14:tracePt t="141081" x="5657850" y="4381500"/>
          <p14:tracePt t="141098" x="5664200" y="4368800"/>
          <p14:tracePt t="141114" x="5676900" y="4349750"/>
          <p14:tracePt t="141148" x="5683250" y="4330700"/>
          <p14:tracePt t="141164" x="5689600" y="4311650"/>
          <p14:tracePt t="141181" x="5689600" y="4305300"/>
          <p14:tracePt t="141198" x="5689600" y="4279900"/>
          <p14:tracePt t="141214" x="5683250" y="4241800"/>
          <p14:tracePt t="141230" x="5676900" y="4222750"/>
          <p14:tracePt t="141247" x="5657850" y="4171950"/>
          <p14:tracePt t="141264" x="5632450" y="4114800"/>
          <p14:tracePt t="141281" x="5613400" y="4076700"/>
          <p14:tracePt t="141297" x="5613400" y="4064000"/>
          <p14:tracePt t="141314" x="5607050" y="4057650"/>
          <p14:tracePt t="141331" x="5613400" y="4051300"/>
          <p14:tracePt t="141363" x="5632450" y="4051300"/>
          <p14:tracePt t="141380" x="5645150" y="4051300"/>
          <p14:tracePt t="141397" x="5657850" y="4051300"/>
          <p14:tracePt t="141414" x="5664200" y="4051300"/>
          <p14:tracePt t="141430" x="5695950" y="4051300"/>
          <p14:tracePt t="141446" x="5702300" y="4057650"/>
          <p14:tracePt t="141463" x="5708650" y="4057650"/>
          <p14:tracePt t="141479" x="5715000" y="4057650"/>
          <p14:tracePt t="141496" x="5721350" y="4057650"/>
          <p14:tracePt t="141632" x="5727700" y="4064000"/>
          <p14:tracePt t="141731" x="5715000" y="4057650"/>
          <p14:tracePt t="141745" x="5708650" y="4044950"/>
          <p14:tracePt t="141752" x="5695950" y="4019550"/>
          <p14:tracePt t="141765" x="5676900" y="4006850"/>
          <p14:tracePt t="141778" x="5638800" y="3962400"/>
          <p14:tracePt t="141795" x="5518150" y="3835400"/>
          <p14:tracePt t="141812" x="5435600" y="3740150"/>
          <p14:tracePt t="141829" x="5200650" y="3467100"/>
          <p14:tracePt t="141845" x="4838700" y="3073400"/>
          <p14:tracePt t="141862" x="4629150" y="2832100"/>
          <p14:tracePt t="141878" x="4146550" y="2336800"/>
          <p14:tracePt t="141895" x="3606800" y="1841500"/>
          <p14:tracePt t="141911" x="3384550" y="1619250"/>
          <p14:tracePt t="141928" x="3016250" y="1289050"/>
          <p14:tracePt t="141945" x="2787650" y="1060450"/>
          <p14:tracePt t="141962" x="2660650" y="952500"/>
          <p14:tracePt t="141977" x="2603500" y="914400"/>
          <p14:tracePt t="141995" x="2514600" y="876300"/>
          <p14:tracePt t="142012" x="2476500" y="863600"/>
          <p14:tracePt t="142028" x="2463800" y="863600"/>
          <p14:tracePt t="142044" x="2457450" y="863600"/>
          <p14:tracePt t="142061" x="2438400" y="869950"/>
          <p14:tracePt t="142078" x="2432050" y="876300"/>
          <p14:tracePt t="142095" x="2425700" y="882650"/>
          <p14:tracePt t="142111" x="2419350" y="889000"/>
          <p14:tracePt t="142128" x="2400300" y="895350"/>
          <p14:tracePt t="142145" x="2387600" y="895350"/>
          <p14:tracePt t="142160" x="2381250" y="901700"/>
          <p14:tracePt t="142177" x="2374900" y="901700"/>
          <p14:tracePt t="142194" x="2374900" y="908050"/>
          <p14:tracePt t="142211" x="2374900" y="914400"/>
          <p14:tracePt t="142227" x="2374900" y="920750"/>
          <p14:tracePt t="142244" x="2374900" y="933450"/>
          <p14:tracePt t="142277" x="2387600" y="958850"/>
          <p14:tracePt t="142293" x="2425700" y="990600"/>
          <p14:tracePt t="142310" x="2444750" y="1022350"/>
          <p14:tracePt t="142327" x="2482850" y="1047750"/>
          <p14:tracePt t="142344" x="2584450" y="1130300"/>
          <p14:tracePt t="142360" x="2724150" y="1231900"/>
          <p14:tracePt t="142377" x="2876550" y="1320800"/>
          <p14:tracePt t="142393" x="2959100" y="1352550"/>
          <p14:tracePt t="142410" x="3143250" y="1435100"/>
          <p14:tracePt t="142427" x="3352800" y="1498600"/>
          <p14:tracePt t="142443" x="3441700" y="1517650"/>
          <p14:tracePt t="142460" x="3613150" y="1568450"/>
          <p14:tracePt t="142476" x="3771900" y="1625600"/>
          <p14:tracePt t="142493" x="3841750" y="1657350"/>
          <p14:tracePt t="142510" x="3949700" y="1695450"/>
          <p14:tracePt t="142526" x="4000500" y="1708150"/>
          <p14:tracePt t="142543" x="4013200" y="1708150"/>
          <p14:tracePt t="142559" x="4019550" y="1708150"/>
          <p14:tracePt t="142608" x="4019550" y="1701800"/>
          <p14:tracePt t="142629" x="4019550" y="1695450"/>
          <p14:tracePt t="142644" x="4019550" y="1689100"/>
          <p14:tracePt t="142657" x="4019550" y="1682750"/>
          <p14:tracePt t="142664" x="4013200" y="1682750"/>
          <p14:tracePt t="142678" x="4013200" y="1676400"/>
          <p14:tracePt t="142692" x="4013200" y="1670050"/>
          <p14:tracePt t="142708" x="4006850" y="1657350"/>
          <p14:tracePt t="142725" x="4006850" y="1651000"/>
          <p14:tracePt t="142742" x="4006850" y="1638300"/>
          <p14:tracePt t="142759" x="4000500" y="1619250"/>
          <p14:tracePt t="142776" x="3987800" y="1612900"/>
          <p14:tracePt t="142791" x="3987800" y="1606550"/>
          <p14:tracePt t="142808" x="3968750" y="1587500"/>
          <p14:tracePt t="142825" x="3949700" y="1568450"/>
          <p14:tracePt t="142842" x="3937000" y="1555750"/>
          <p14:tracePt t="142858" x="3892550" y="1517650"/>
          <p14:tracePt t="142875" x="3860800" y="1498600"/>
          <p14:tracePt t="142891" x="3841750" y="1485900"/>
          <p14:tracePt t="142908" x="3829050" y="1479550"/>
          <p14:tracePt t="142925" x="3797300" y="1460500"/>
          <p14:tracePt t="142941" x="3790950" y="1460500"/>
          <p14:tracePt t="142958" x="3784600" y="1460500"/>
          <p14:tracePt t="142974" x="3778250" y="1460500"/>
          <p14:tracePt t="143218" x="3784600" y="1466850"/>
          <p14:tracePt t="143267" x="3790950" y="1466850"/>
          <p14:tracePt t="143345" x="3797300" y="1466850"/>
          <p14:tracePt t="143387" x="3803650" y="1466850"/>
          <p14:tracePt t="143408" x="3810000" y="1466850"/>
          <p14:tracePt t="143428" x="3816350" y="1466850"/>
          <p14:tracePt t="143436" x="3822700" y="1466850"/>
          <p14:tracePt t="143457" x="3829050" y="1466850"/>
          <p14:tracePt t="143478" x="3835400" y="1466850"/>
          <p14:tracePt t="143485" x="3848100" y="1466850"/>
          <p14:tracePt t="143499" x="3860800" y="1466850"/>
          <p14:tracePt t="143508" x="3879850" y="1466850"/>
          <p14:tracePt t="143522" x="3911600" y="1466850"/>
          <p14:tracePt t="143539" x="3937000" y="1473200"/>
          <p14:tracePt t="143556" x="4057650" y="1473200"/>
          <p14:tracePt t="143572" x="4095750" y="1479550"/>
          <p14:tracePt t="143589" x="4140200" y="1479550"/>
          <p14:tracePt t="143605" x="4216400" y="1479550"/>
          <p14:tracePt t="143622" x="4286250" y="1479550"/>
          <p14:tracePt t="143640" x="4356100" y="1473200"/>
          <p14:tracePt t="143655" x="4394200" y="1473200"/>
          <p14:tracePt t="143672" x="4476750" y="1466850"/>
          <p14:tracePt t="143689" x="4578350" y="1466850"/>
          <p14:tracePt t="143705" x="4629150" y="1466850"/>
          <p14:tracePt t="143722" x="4743450" y="1466850"/>
          <p14:tracePt t="143738" x="4889500" y="1479550"/>
          <p14:tracePt t="143755" x="4978400" y="1479550"/>
          <p14:tracePt t="143772" x="5168900" y="1473200"/>
          <p14:tracePt t="143789" x="5359400" y="1485900"/>
          <p14:tracePt t="143805" x="5448300" y="1485900"/>
          <p14:tracePt t="143822" x="5613400" y="1485900"/>
          <p14:tracePt t="143838" x="5784850" y="1460500"/>
          <p14:tracePt t="143856" x="5861050" y="1460500"/>
          <p14:tracePt t="143872" x="6038850" y="1460500"/>
          <p14:tracePt t="143888" x="6115050" y="1454150"/>
          <p14:tracePt t="143905" x="6280150" y="1441450"/>
          <p14:tracePt t="143922" x="6451600" y="1422400"/>
          <p14:tracePt t="143938" x="6565900" y="1422400"/>
          <p14:tracePt t="143955" x="6769100" y="1435100"/>
          <p14:tracePt t="143971" x="6972300" y="1435100"/>
          <p14:tracePt t="143989" x="7061200" y="1435100"/>
          <p14:tracePt t="144004" x="7277100" y="1435100"/>
          <p14:tracePt t="144021" x="7442200" y="1435100"/>
          <p14:tracePt t="144038" x="7518400" y="1435100"/>
          <p14:tracePt t="144040" x="7581900" y="1435100"/>
          <p14:tracePt t="144054" x="7645400" y="1435100"/>
          <p14:tracePt t="144071" x="7753350" y="1428750"/>
          <p14:tracePt t="144088" x="7804150" y="1416050"/>
          <p14:tracePt t="144104" x="7899400" y="1390650"/>
          <p14:tracePt t="144120" x="7981950" y="1390650"/>
          <p14:tracePt t="144138" x="8045450" y="1390650"/>
          <p14:tracePt t="144154" x="8077200" y="1384300"/>
          <p14:tracePt t="144171" x="8096250" y="1384300"/>
          <p14:tracePt t="144187" x="8147050" y="1377950"/>
          <p14:tracePt t="144204" x="8159750" y="1377950"/>
          <p14:tracePt t="144220" x="8166100" y="1371600"/>
          <p14:tracePt t="144237" x="8185150" y="1365250"/>
          <p14:tracePt t="144253" x="8197850" y="1358900"/>
          <p14:tracePt t="144313" x="8197850" y="1352550"/>
          <p14:tracePt t="144340" x="8191500" y="1352550"/>
          <p14:tracePt t="144362" x="8178800" y="1352550"/>
          <p14:tracePt t="144371" x="8166100" y="1352550"/>
          <p14:tracePt t="144383" x="8153400" y="1352550"/>
          <p14:tracePt t="144390" x="8134350" y="1346200"/>
          <p14:tracePt t="144402" x="8096250" y="1339850"/>
          <p14:tracePt t="144419" x="7962900" y="1320800"/>
          <p14:tracePt t="144436" x="7861300" y="1301750"/>
          <p14:tracePt t="144453" x="7620000" y="1270000"/>
          <p14:tracePt t="144469" x="7264400" y="1231900"/>
          <p14:tracePt t="144486" x="7035800" y="1187450"/>
          <p14:tracePt t="144503" x="6673850" y="1136650"/>
          <p14:tracePt t="144519" x="6527800" y="1117600"/>
          <p14:tracePt t="144536" x="6261100" y="1104900"/>
          <p14:tracePt t="144552" x="6045200" y="1073150"/>
          <p14:tracePt t="144569" x="5956300" y="1073150"/>
          <p14:tracePt t="144586" x="5816600" y="1073150"/>
          <p14:tracePt t="144602" x="5708650" y="1073150"/>
          <p14:tracePt t="144619" x="5651500" y="1092200"/>
          <p14:tracePt t="144636" x="5562600" y="1111250"/>
          <p14:tracePt t="144652" x="5454650" y="1130300"/>
          <p14:tracePt t="144668" x="5397500" y="1136650"/>
          <p14:tracePt t="144685" x="5308600" y="1149350"/>
          <p14:tracePt t="144701" x="5200650" y="1155700"/>
          <p14:tracePt t="144718" x="5137150" y="1168400"/>
          <p14:tracePt t="144735" x="5016500" y="1193800"/>
          <p14:tracePt t="144752" x="4870450" y="1225550"/>
          <p14:tracePt t="144769" x="4730750" y="1244600"/>
          <p14:tracePt t="144785" x="4660900" y="1263650"/>
          <p14:tracePt t="144801" x="4552950" y="1289050"/>
          <p14:tracePt t="144819" x="4502150" y="1301750"/>
          <p14:tracePt t="144835" x="4495800" y="1301750"/>
          <p14:tracePt t="144851" x="4489450" y="1301750"/>
          <p14:tracePt t="144868" x="4483100" y="1308100"/>
          <p14:tracePt t="144889" x="4495800" y="1314450"/>
          <p14:tracePt t="144905" x="4527550" y="1320800"/>
          <p14:tracePt t="144918" x="4603750" y="1320800"/>
          <p14:tracePt t="144934" x="4806950" y="1339850"/>
          <p14:tracePt t="144951" x="5219700" y="1409700"/>
          <p14:tracePt t="144968" x="5461000" y="1422400"/>
          <p14:tracePt t="144984" x="5981700" y="1498600"/>
          <p14:tracePt t="145001" x="6496050" y="1555750"/>
          <p14:tracePt t="145017" x="6711950" y="1581150"/>
          <p14:tracePt t="145034" x="7194550" y="1612900"/>
          <p14:tracePt t="145051" x="7512050" y="1625600"/>
          <p14:tracePt t="145067" x="7639050" y="1625600"/>
          <p14:tracePt t="145084" x="7893050" y="1631950"/>
          <p14:tracePt t="145101" x="8032750" y="1644650"/>
          <p14:tracePt t="145118" x="8089900" y="1644650"/>
          <p14:tracePt t="145134" x="8147050" y="1638300"/>
          <p14:tracePt t="145150" x="8185150" y="1619250"/>
          <p14:tracePt t="145167" x="8197850" y="1612900"/>
          <p14:tracePt t="145184" x="8216900" y="1612900"/>
          <p14:tracePt t="145200" x="8223250" y="1606550"/>
          <p14:tracePt t="145217" x="8235950" y="1600200"/>
          <p14:tracePt t="145233" x="8242300" y="1600200"/>
          <p14:tracePt t="145261" x="8242300" y="1593850"/>
          <p14:tracePt t="145338" x="8235950" y="1593850"/>
          <p14:tracePt t="145352" x="8229600" y="1593850"/>
          <p14:tracePt t="145358" x="8223250" y="1593850"/>
          <p14:tracePt t="145372" x="8204200" y="1587500"/>
          <p14:tracePt t="145383" x="8185150" y="1587500"/>
          <p14:tracePt t="145399" x="8159750" y="1587500"/>
          <p14:tracePt t="145416" x="8051800" y="1568450"/>
          <p14:tracePt t="145433" x="7975600" y="1549400"/>
          <p14:tracePt t="145450" x="7664450" y="1511300"/>
          <p14:tracePt t="145466" x="7575550" y="1498600"/>
          <p14:tracePt t="145482" x="7486650" y="1498600"/>
          <p14:tracePt t="145499" x="7353300" y="1479550"/>
          <p14:tracePt t="145516" x="7264400" y="1473200"/>
          <p14:tracePt t="145532" x="7245350" y="1473200"/>
          <p14:tracePt t="145549" x="7219950" y="1473200"/>
          <p14:tracePt t="145565" x="7213600" y="1473200"/>
          <p14:tracePt t="145611" x="7219950" y="1473200"/>
          <p14:tracePt t="145633" x="7232650" y="1473200"/>
          <p14:tracePt t="145646" x="7245350" y="1479550"/>
          <p14:tracePt t="145654" x="7258050" y="1479550"/>
          <p14:tracePt t="145665" x="7289800" y="1492250"/>
          <p14:tracePt t="145682" x="7366000" y="1492250"/>
          <p14:tracePt t="145698" x="7416800" y="1492250"/>
          <p14:tracePt t="145715" x="7480300" y="1492250"/>
          <p14:tracePt t="145732" x="7639050" y="1492250"/>
          <p14:tracePt t="145748" x="7664450" y="1492250"/>
          <p14:tracePt t="145766" x="7702550" y="1492250"/>
          <p14:tracePt t="145781" x="7715250" y="1492250"/>
          <p14:tracePt t="145798" x="7721600" y="1492250"/>
          <p14:tracePt t="145816" x="7721600" y="1485900"/>
          <p14:tracePt t="145848" x="7696200" y="1473200"/>
          <p14:tracePt t="145865" x="7588250" y="1454150"/>
          <p14:tracePt t="145881" x="7486650" y="1422400"/>
          <p14:tracePt t="145898" x="7169150" y="1352550"/>
          <p14:tracePt t="145914" x="6629400" y="1212850"/>
          <p14:tracePt t="145931" x="6273800" y="1130300"/>
          <p14:tracePt t="145949" x="5505450" y="939800"/>
          <p14:tracePt t="145964" x="4718050" y="781050"/>
          <p14:tracePt t="145981" x="4394200" y="717550"/>
          <p14:tracePt t="145998" x="3740150" y="615950"/>
          <p14:tracePt t="146014" x="3168650" y="539750"/>
          <p14:tracePt t="146030" x="2959100" y="527050"/>
          <p14:tracePt t="146048" x="2654300" y="508000"/>
          <p14:tracePt t="146064" x="2514600" y="508000"/>
          <p14:tracePt t="146081" x="2298700" y="508000"/>
          <p14:tracePt t="146084" x="2209800" y="508000"/>
          <p14:tracePt t="146097" x="2146300" y="508000"/>
          <p14:tracePt t="146113" x="2095500" y="514350"/>
          <p14:tracePt t="146131" x="2051050" y="527050"/>
          <p14:tracePt t="146147" x="2025650" y="539750"/>
          <p14:tracePt t="146164" x="2019300" y="539750"/>
          <p14:tracePt t="146180" x="2012950" y="539750"/>
          <p14:tracePt t="146216" x="2012950" y="552450"/>
          <p14:tracePt t="146243" x="2012950" y="558800"/>
          <p14:tracePt t="146264" x="2019300" y="565150"/>
          <p14:tracePt t="146278" x="2032000" y="571500"/>
          <p14:tracePt t="146285" x="2063750" y="584200"/>
          <p14:tracePt t="146296" x="2108200" y="603250"/>
          <p14:tracePt t="146313" x="2266950" y="666750"/>
          <p14:tracePt t="146329" x="2368550" y="717550"/>
          <p14:tracePt t="146346" x="2527300" y="787400"/>
          <p14:tracePt t="146363" x="3340100" y="1155700"/>
          <p14:tracePt t="146380" x="3619500" y="1320800"/>
          <p14:tracePt t="146396" x="3898900" y="1485900"/>
          <p14:tracePt t="146413" x="4375150" y="1746250"/>
          <p14:tracePt t="146429" x="4883150" y="2032000"/>
          <p14:tracePt t="146447" x="5207000" y="2286000"/>
          <p14:tracePt t="146462" x="5346700" y="2400300"/>
          <p14:tracePt t="146479" x="5518150" y="2559050"/>
          <p14:tracePt t="146496" x="5670550" y="2724150"/>
          <p14:tracePt t="146512" x="5746750" y="2806700"/>
          <p14:tracePt t="146529" x="5848350" y="2959100"/>
          <p14:tracePt t="146546" x="5937250" y="3111500"/>
          <p14:tracePt t="146562" x="5962650" y="3168650"/>
          <p14:tracePt t="146581" x="6045200" y="3302000"/>
          <p14:tracePt t="146595" x="6134100" y="3441700"/>
          <p14:tracePt t="146612" x="6184900" y="3524250"/>
          <p14:tracePt t="146629" x="6286500" y="3663950"/>
          <p14:tracePt t="146645" x="6394450" y="3816350"/>
          <p14:tracePt t="146662" x="6445250" y="3879850"/>
          <p14:tracePt t="146678" x="6521450" y="3994150"/>
          <p14:tracePt t="146695" x="6546850" y="4038600"/>
          <p14:tracePt t="146712" x="6591300" y="4121150"/>
          <p14:tracePt t="146728" x="6616700" y="4171950"/>
          <p14:tracePt t="146745" x="6623050" y="4203700"/>
          <p14:tracePt t="146762" x="6635750" y="4248150"/>
          <p14:tracePt t="146778" x="6642100" y="4248150"/>
          <p14:tracePt t="146795" x="6648450" y="4248150"/>
          <p14:tracePt t="146812" x="6648450" y="4260850"/>
          <p14:tracePt t="146828" x="6654800" y="4254500"/>
          <p14:tracePt t="160566" x="6623050" y="4216400"/>
          <p14:tracePt t="160573" x="6565900" y="4140200"/>
          <p14:tracePt t="160582" x="6508750" y="4102100"/>
          <p14:tracePt t="160597" x="6388100" y="3975100"/>
          <p14:tracePt t="160613" x="6254750" y="3835400"/>
          <p14:tracePt t="160630" x="6032500" y="3556000"/>
          <p14:tracePt t="160647" x="5835650" y="3352800"/>
          <p14:tracePt t="160664" x="5600700" y="3086100"/>
          <p14:tracePt t="160679" x="5295900" y="2768600"/>
          <p14:tracePt t="160697" x="4978400" y="2470150"/>
          <p14:tracePt t="160700" x="4838700" y="2355850"/>
          <p14:tracePt t="160713" x="4756150" y="2260600"/>
          <p14:tracePt t="160730" x="4406900" y="1943100"/>
          <p14:tracePt t="160746" x="4076700" y="1689100"/>
          <p14:tracePt t="160763" x="3695700" y="1377950"/>
          <p14:tracePt t="160779" x="3492500" y="1219200"/>
          <p14:tracePt t="160798" x="3238500" y="1073150"/>
          <p14:tracePt t="160813" x="3155950" y="1003300"/>
          <p14:tracePt t="160829" x="3098800" y="933450"/>
          <p14:tracePt t="160847" x="3054350" y="876300"/>
          <p14:tracePt t="160862" x="3041650" y="857250"/>
          <p14:tracePt t="160879" x="3041650" y="850900"/>
          <p14:tracePt t="160896" x="3035300" y="850900"/>
          <p14:tracePt t="160913" x="3035300" y="844550"/>
          <p14:tracePt t="160947" x="3041650" y="844550"/>
          <p14:tracePt t="160952" x="3048000" y="857250"/>
          <p14:tracePt t="160962" x="3054350" y="863600"/>
          <p14:tracePt t="160979" x="3060700" y="869950"/>
          <p14:tracePt t="160995" x="3073400" y="895350"/>
          <p14:tracePt t="161012" x="3092450" y="908050"/>
          <p14:tracePt t="161029" x="3187700" y="1003300"/>
          <p14:tracePt t="161045" x="3295650" y="1117600"/>
          <p14:tracePt t="161062" x="3441700" y="1276350"/>
          <p14:tracePt t="161079" x="3670300" y="1549400"/>
          <p14:tracePt t="161095" x="3829050" y="1739900"/>
          <p14:tracePt t="161114" x="4089400" y="2019300"/>
          <p14:tracePt t="161129" x="4216400" y="2159000"/>
          <p14:tracePt t="161145" x="4337050" y="2305050"/>
          <p14:tracePt t="161162" x="4438650" y="2419350"/>
          <p14:tracePt t="161178" x="4559300" y="2559050"/>
          <p14:tracePt t="161195" x="4622800" y="2616200"/>
          <p14:tracePt t="161212" x="4718050" y="2667000"/>
          <p14:tracePt t="161228" x="4787900" y="2673350"/>
          <p14:tracePt t="161245" x="4857750" y="2660650"/>
          <p14:tracePt t="161261" x="4889500" y="2603500"/>
          <p14:tracePt t="260446" x="4857750" y="2603500"/>
          <p14:tracePt t="260453" x="4794250" y="2622550"/>
          <p14:tracePt t="260460" x="4737100" y="2641600"/>
          <p14:tracePt t="260468" x="4679950" y="2660650"/>
          <p14:tracePt t="260485" x="4572000" y="2705100"/>
          <p14:tracePt t="260502" x="4337050" y="2755900"/>
          <p14:tracePt t="260518" x="4203700" y="2774950"/>
          <p14:tracePt t="260535" x="3975100" y="2851150"/>
          <p14:tracePt t="260552" x="3822700" y="2933700"/>
          <p14:tracePt t="260568" x="3765550" y="2971800"/>
          <p14:tracePt t="260584" x="3644900" y="3028950"/>
          <p14:tracePt t="260601" x="3562350" y="3079750"/>
          <p14:tracePt t="260618" x="3530600" y="3092450"/>
          <p14:tracePt t="260635" x="3454400" y="3155950"/>
          <p14:tracePt t="260650" x="3397250" y="3200400"/>
          <p14:tracePt t="260668" x="3365500" y="3225800"/>
          <p14:tracePt t="260684" x="3308350" y="3276600"/>
          <p14:tracePt t="260701" x="3289300" y="3289300"/>
          <p14:tracePt t="260717" x="3213100" y="3340100"/>
          <p14:tracePt t="260734" x="3098800" y="3403600"/>
          <p14:tracePt t="260750" x="3041650" y="3454400"/>
          <p14:tracePt t="260768" x="2927350" y="3543300"/>
          <p14:tracePt t="260784" x="2806700" y="3657600"/>
          <p14:tracePt t="260800" x="2755900" y="3733800"/>
          <p14:tracePt t="260818" x="2698750" y="3981450"/>
          <p14:tracePt t="260834" x="2698750" y="4095750"/>
          <p14:tracePt t="260850" x="2717800" y="4197350"/>
          <p14:tracePt t="260867" x="2794000" y="4432300"/>
          <p14:tracePt t="260883" x="2908300" y="4705350"/>
          <p14:tracePt t="260900" x="2984500" y="4851400"/>
          <p14:tracePt t="260917" x="3130550" y="5232400"/>
          <p14:tracePt t="260933" x="3219450" y="5454650"/>
          <p14:tracePt t="260950" x="3244850" y="5543550"/>
          <p14:tracePt t="260966" x="3295650" y="5670550"/>
          <p14:tracePt t="260983" x="3327400" y="5695950"/>
          <p14:tracePt t="261000" x="3340100" y="5695950"/>
          <p14:tracePt t="261508" x="3359150" y="5683250"/>
          <p14:tracePt t="261515" x="3390900" y="5638800"/>
          <p14:tracePt t="261522" x="3422650" y="5607050"/>
          <p14:tracePt t="261535" x="3479800" y="5556250"/>
          <p14:tracePt t="261548" x="3530600" y="5511800"/>
          <p14:tracePt t="261564" x="3670300" y="5410200"/>
          <p14:tracePt t="261581" x="3752850" y="5365750"/>
          <p14:tracePt t="261585" x="3829050" y="5346700"/>
          <p14:tracePt t="261598" x="3930650" y="5314950"/>
          <p14:tracePt t="261614" x="4102100" y="5264150"/>
          <p14:tracePt t="261631" x="4184650" y="5257800"/>
          <p14:tracePt t="261648" x="4311650" y="5238750"/>
          <p14:tracePt t="261664" x="4419600" y="5219700"/>
          <p14:tracePt t="261681" x="4476750" y="5200650"/>
          <p14:tracePt t="261698" x="4578350" y="5194300"/>
          <p14:tracePt t="261714" x="4616450" y="5194300"/>
          <p14:tracePt t="261731" x="4686300" y="5194300"/>
          <p14:tracePt t="261747" x="4730750" y="5194300"/>
          <p14:tracePt t="261764" x="4749800" y="5194300"/>
          <p14:tracePt t="261780" x="4787900" y="5200650"/>
          <p14:tracePt t="261797" x="4813300" y="5207000"/>
          <p14:tracePt t="261813" x="4838700" y="5213350"/>
          <p14:tracePt t="261831" x="4870450" y="5219700"/>
          <p14:tracePt t="261847" x="4921250" y="5238750"/>
          <p14:tracePt t="261865" x="4978400" y="5257800"/>
          <p14:tracePt t="261880" x="5010150" y="5276850"/>
          <p14:tracePt t="261896" x="5080000" y="5283200"/>
          <p14:tracePt t="261913" x="5111750" y="5289550"/>
          <p14:tracePt t="261929" x="5143500" y="5289550"/>
          <p14:tracePt t="261947" x="5168900" y="5289550"/>
          <p14:tracePt t="261999" x="5175250" y="5283200"/>
          <p14:tracePt t="262055" x="5168900" y="5283200"/>
          <p14:tracePt t="262076" x="5162550" y="5283200"/>
          <p14:tracePt t="262083" x="5156200" y="5283200"/>
          <p14:tracePt t="262104" x="5149850" y="5289550"/>
          <p14:tracePt t="262117" x="5143500" y="5289550"/>
          <p14:tracePt t="262129" x="5130800" y="5295900"/>
          <p14:tracePt t="262147" x="5099050" y="5302250"/>
          <p14:tracePt t="262162" x="5073650" y="5308600"/>
          <p14:tracePt t="262179" x="4984750" y="5314950"/>
          <p14:tracePt t="262195" x="4806950" y="5314950"/>
          <p14:tracePt t="262212" x="4679950" y="5327650"/>
          <p14:tracePt t="262229" x="4394200" y="5359400"/>
          <p14:tracePt t="262246" x="4000500" y="5429250"/>
          <p14:tracePt t="262262" x="3797300" y="5467350"/>
          <p14:tracePt t="262280" x="3429000" y="5530850"/>
          <p14:tracePt t="262295" x="3067050" y="5619750"/>
          <p14:tracePt t="262312" x="2914650" y="5657850"/>
          <p14:tracePt t="262329" x="2647950" y="5715000"/>
          <p14:tracePt t="262345" x="2533650" y="5734050"/>
          <p14:tracePt t="262362" x="2374900" y="5765800"/>
          <p14:tracePt t="262379" x="2241550" y="5791200"/>
          <p14:tracePt t="262395" x="2190750" y="5810250"/>
          <p14:tracePt t="262412" x="2120900" y="5822950"/>
          <p14:tracePt t="262428" x="2063750" y="5842000"/>
          <p14:tracePt t="262445" x="2051050" y="5848350"/>
          <p14:tracePt t="262462" x="2044700" y="5848350"/>
          <p14:tracePt t="262478" x="2032000" y="5848350"/>
          <p14:tracePt t="262511" x="2025650" y="5848350"/>
          <p14:tracePt t="262546" x="2012950" y="5848350"/>
          <p14:tracePt t="286942" x="2057400" y="5848350"/>
          <p14:tracePt t="286948" x="2120900" y="5861050"/>
          <p14:tracePt t="286960" x="2197100" y="5861050"/>
          <p14:tracePt t="286977" x="2495550" y="5918200"/>
          <p14:tracePt t="286993" x="2730500" y="5994400"/>
          <p14:tracePt t="287010" x="2997200" y="6051550"/>
          <p14:tracePt t="287026" x="3441700" y="6153150"/>
          <p14:tracePt t="287043" x="3695700" y="6197600"/>
          <p14:tracePt t="287061" x="4102100" y="6242050"/>
          <p14:tracePt t="287077" x="4267200" y="6261100"/>
          <p14:tracePt t="287093" x="4438650" y="6299200"/>
          <p14:tracePt t="287110" x="4699000" y="6254750"/>
          <p14:tracePt t="287126" x="4806950" y="6242050"/>
          <p14:tracePt t="287143" x="4883150" y="6242050"/>
          <p14:tracePt t="287160" x="5029200" y="6210300"/>
          <p14:tracePt t="287177" x="5118100" y="6184900"/>
          <p14:tracePt t="287192" x="5207000" y="6178550"/>
          <p14:tracePt t="287209" x="5289550" y="6153150"/>
          <p14:tracePt t="287226" x="5327650" y="6146800"/>
          <p14:tracePt t="287243" x="5384800" y="6127750"/>
          <p14:tracePt t="287259" x="5492750" y="6127750"/>
          <p14:tracePt t="287276" x="5530850" y="6127750"/>
          <p14:tracePt t="287293" x="5645150" y="6127750"/>
          <p14:tracePt t="287309" x="5702300" y="6127750"/>
          <p14:tracePt t="287325" x="5829300" y="6134100"/>
          <p14:tracePt t="287329" x="5867400" y="6146800"/>
          <p14:tracePt t="287344" x="5899150" y="6146800"/>
          <p14:tracePt t="287358" x="5924550" y="6146800"/>
          <p14:tracePt t="287375" x="5969000" y="6146800"/>
          <p14:tracePt t="287392" x="6000750" y="6140450"/>
          <p14:tracePt t="287408" x="6013450" y="6134100"/>
          <p14:tracePt t="287425" x="6038850" y="6121400"/>
          <p14:tracePt t="287441" x="6064250" y="6115050"/>
          <p14:tracePt t="287458" x="6070600" y="6115050"/>
          <p14:tracePt t="287475" x="6083300" y="6108700"/>
          <p14:tracePt t="287491" x="6096000" y="6102350"/>
          <p14:tracePt t="287713" x="6102350" y="6102350"/>
          <p14:tracePt t="287749" x="6108700" y="6102350"/>
          <p14:tracePt t="287763" x="6115050" y="6102350"/>
          <p14:tracePt t="287770" x="6121400" y="6102350"/>
          <p14:tracePt t="287792" x="6134100" y="6102350"/>
          <p14:tracePt t="287805" x="6140450" y="6102350"/>
          <p14:tracePt t="287819" x="6146800" y="6102350"/>
          <p14:tracePt t="287833" x="6153150" y="6102350"/>
          <p14:tracePt t="287843" x="6165850" y="6102350"/>
          <p14:tracePt t="287856" x="6184900" y="6102350"/>
          <p14:tracePt t="287873" x="6197600" y="6102350"/>
          <p14:tracePt t="287890" x="6267450" y="6102350"/>
          <p14:tracePt t="287907" x="6299200" y="6102350"/>
          <p14:tracePt t="287924" x="6356350" y="6102350"/>
          <p14:tracePt t="287940" x="6381750" y="6102350"/>
          <p14:tracePt t="287956" x="6451600" y="6102350"/>
          <p14:tracePt t="287973" x="6515100" y="6102350"/>
          <p14:tracePt t="287990" x="6546850" y="6096000"/>
          <p14:tracePt t="288006" x="6610350" y="6096000"/>
          <p14:tracePt t="288023" x="6667500" y="6096000"/>
          <p14:tracePt t="288039" x="6705600" y="6096000"/>
          <p14:tracePt t="288056" x="6769100" y="6096000"/>
          <p14:tracePt t="288073" x="6813550" y="6102350"/>
          <p14:tracePt t="288089" x="6845300" y="6108700"/>
          <p14:tracePt t="288106" x="6896100" y="6115050"/>
          <p14:tracePt t="288123" x="6940550" y="6115050"/>
          <p14:tracePt t="288139" x="6965950" y="6115050"/>
          <p14:tracePt t="288156" x="7010400" y="6121400"/>
          <p14:tracePt t="288172" x="7073900" y="6127750"/>
          <p14:tracePt t="288189" x="7099300" y="6146800"/>
          <p14:tracePt t="288206" x="7213600" y="6184900"/>
          <p14:tracePt t="288222" x="7308850" y="6229350"/>
          <p14:tracePt t="288239" x="7366000" y="6235700"/>
          <p14:tracePt t="296776" x="7346950" y="6235700"/>
          <p14:tracePt t="296783" x="7334250" y="6235700"/>
          <p14:tracePt t="296792" x="7321550" y="6235700"/>
          <p14:tracePt t="296809" x="7289800" y="6235700"/>
          <p14:tracePt t="296826" x="7239000" y="6235700"/>
          <p14:tracePt t="296842" x="7207250" y="6242050"/>
          <p14:tracePt t="296859" x="7169150" y="6248400"/>
          <p14:tracePt t="296876" x="7118350" y="6254750"/>
          <p14:tracePt t="296892" x="7073900" y="6261100"/>
          <p14:tracePt t="296909" x="6997700" y="6273800"/>
          <p14:tracePt t="296925" x="6940550" y="6273800"/>
          <p14:tracePt t="296942" x="6864350" y="6267450"/>
          <p14:tracePt t="296945" x="6819900" y="6261100"/>
          <p14:tracePt t="296959" x="6743700" y="6261100"/>
          <p14:tracePt t="296975" x="6661150" y="6273800"/>
          <p14:tracePt t="296992" x="6578600" y="6261100"/>
          <p14:tracePt t="297009" x="6438900" y="6248400"/>
          <p14:tracePt t="297025" x="6337300" y="6235700"/>
          <p14:tracePt t="297042" x="6172200" y="6216650"/>
          <p14:tracePt t="297058" x="6083300" y="6203950"/>
          <p14:tracePt t="297075" x="5975350" y="6191250"/>
          <p14:tracePt t="297092" x="5848350" y="6165850"/>
          <p14:tracePt t="297108" x="5746750" y="6153150"/>
          <p14:tracePt t="297125" x="5626100" y="6146800"/>
          <p14:tracePt t="297142" x="5473700" y="6146800"/>
          <p14:tracePt t="297158" x="5391150" y="6140450"/>
          <p14:tracePt t="297175" x="5308600" y="6140450"/>
          <p14:tracePt t="297191" x="5213350" y="6146800"/>
          <p14:tracePt t="297208" x="5149850" y="6146800"/>
          <p14:tracePt t="297225" x="5060950" y="6153150"/>
          <p14:tracePt t="297240" x="5022850" y="6153150"/>
          <p14:tracePt t="297258" x="4991100" y="6153150"/>
          <p14:tracePt t="297275" x="4965700" y="6159500"/>
          <p14:tracePt t="297291" x="4946650" y="6159500"/>
          <p14:tracePt t="297308" x="4933950" y="6159500"/>
          <p14:tracePt t="297324" x="4927600" y="6165850"/>
          <p14:tracePt t="297380" x="4933950" y="6165850"/>
          <p14:tracePt t="297387" x="4940300" y="6165850"/>
          <p14:tracePt t="297421" x="4946650" y="6165850"/>
          <p14:tracePt t="297436" x="4959350" y="6172200"/>
          <p14:tracePt t="297443" x="4965700" y="6172200"/>
          <p14:tracePt t="297457" x="4984750" y="6172200"/>
          <p14:tracePt t="297473" x="5003800" y="6172200"/>
          <p14:tracePt t="297490" x="5041900" y="6172200"/>
          <p14:tracePt t="297507" x="5118100" y="6153150"/>
          <p14:tracePt t="297523" x="5175250" y="6140450"/>
          <p14:tracePt t="297540" x="5245100" y="6127750"/>
          <p14:tracePt t="297556" x="5359400" y="6108700"/>
          <p14:tracePt t="297573" x="5429250" y="6096000"/>
          <p14:tracePt t="297591" x="5600700" y="6076950"/>
          <p14:tracePt t="297606" x="5715000" y="6064250"/>
          <p14:tracePt t="297623" x="5835650" y="6051550"/>
          <p14:tracePt t="297640" x="5981700" y="6038850"/>
          <p14:tracePt t="297656" x="6045200" y="6038850"/>
          <p14:tracePt t="297673" x="6108700" y="6026150"/>
          <p14:tracePt t="297690" x="6184900" y="6019800"/>
          <p14:tracePt t="297706" x="6216650" y="6007100"/>
          <p14:tracePt t="297723" x="6280150" y="5988050"/>
          <p14:tracePt t="297739" x="6311900" y="5981700"/>
          <p14:tracePt t="297756" x="6343650" y="5975350"/>
          <p14:tracePt t="297773" x="6400800" y="5975350"/>
          <p14:tracePt t="297789" x="6438900" y="5975350"/>
          <p14:tracePt t="297806" x="6464300" y="5962650"/>
          <p14:tracePt t="297822" x="6502400" y="5956300"/>
          <p14:tracePt t="297839" x="6534150" y="5943600"/>
          <p14:tracePt t="297856" x="6572250" y="5943600"/>
          <p14:tracePt t="297872" x="6616700" y="5956300"/>
          <p14:tracePt t="297889" x="6648450" y="5956300"/>
          <p14:tracePt t="297906" x="6686550" y="5956300"/>
          <p14:tracePt t="297922" x="6705600" y="5956300"/>
          <p14:tracePt t="297938" x="6711950" y="5956300"/>
          <p14:tracePt t="297942" x="6718300" y="5949950"/>
          <p14:tracePt t="297956" x="6731000" y="5949950"/>
          <p14:tracePt t="297972" x="6737350" y="5949950"/>
          <p14:tracePt t="297988" x="6743700" y="5949950"/>
          <p14:tracePt t="298022" x="6750050" y="5949950"/>
          <p14:tracePt t="298109" x="6743700" y="5949950"/>
          <p14:tracePt t="298131" x="6737350" y="5949950"/>
          <p14:tracePt t="298152" x="6731000" y="5949950"/>
          <p14:tracePt t="298158" x="6724650" y="5949950"/>
          <p14:tracePt t="298180" x="6718300" y="5949950"/>
          <p14:tracePt t="298200" x="6711950" y="5949950"/>
          <p14:tracePt t="298208" x="6705600" y="5949950"/>
          <p14:tracePt t="298221" x="6680200" y="5949950"/>
          <p14:tracePt t="298238" x="6654800" y="5949950"/>
          <p14:tracePt t="298254" x="6610350" y="5949950"/>
          <p14:tracePt t="298271" x="6502400" y="5949950"/>
          <p14:tracePt t="298287" x="6394450" y="5956300"/>
          <p14:tracePt t="298304" x="6229350" y="5969000"/>
          <p14:tracePt t="298321" x="5994400" y="5994400"/>
          <p14:tracePt t="298337" x="5803900" y="6019800"/>
          <p14:tracePt t="298354" x="5588000" y="6026150"/>
          <p14:tracePt t="298370" x="5245100" y="6057900"/>
          <p14:tracePt t="298387" x="5054600" y="6057900"/>
          <p14:tracePt t="298404" x="4724400" y="6076950"/>
          <p14:tracePt t="298420" x="4546600" y="6076950"/>
          <p14:tracePt t="298437" x="4406900" y="6076950"/>
          <p14:tracePt t="298454" x="4159250" y="6076950"/>
          <p14:tracePt t="298470" x="3968750" y="6045200"/>
          <p14:tracePt t="298487" x="3867150" y="6045200"/>
          <p14:tracePt t="298503" x="3695700" y="6019800"/>
          <p14:tracePt t="298520" x="3606800" y="5994400"/>
          <p14:tracePt t="298538" x="3467100" y="5981700"/>
          <p14:tracePt t="298553" x="3397250" y="5981700"/>
          <p14:tracePt t="298570" x="3346450" y="5981700"/>
          <p14:tracePt t="298587" x="3302000" y="5988050"/>
          <p14:tracePt t="298603" x="3276600" y="5988050"/>
          <p14:tracePt t="298620" x="3270250" y="5988050"/>
          <p14:tracePt t="298637" x="3257550" y="5988050"/>
          <p14:tracePt t="298672" x="3251200" y="5988050"/>
          <p14:tracePt t="298734" x="3244850" y="5988050"/>
          <p14:tracePt t="298852" x="3232150" y="5988050"/>
          <p14:tracePt t="298860" x="3219450" y="5988050"/>
          <p14:tracePt t="298868" x="3213100" y="5994400"/>
          <p14:tracePt t="298885" x="3200400" y="5994400"/>
          <p14:tracePt t="298902" x="3168650" y="6000750"/>
          <p14:tracePt t="298918" x="3105150" y="6007100"/>
          <p14:tracePt t="298935" x="3035300" y="6019800"/>
          <p14:tracePt t="298952" x="2940050" y="6019800"/>
          <p14:tracePt t="298968" x="2863850" y="6019800"/>
          <p14:tracePt t="298985" x="2806700" y="6019800"/>
          <p14:tracePt t="299002" x="2711450" y="6013450"/>
          <p14:tracePt t="299018" x="2667000" y="6013450"/>
          <p14:tracePt t="299035" x="2635250" y="6013450"/>
          <p14:tracePt t="299051" x="2616200" y="6013450"/>
          <p14:tracePt t="299069" x="2609850" y="6013450"/>
          <p14:tracePt t="299141" x="2609850" y="6019800"/>
          <p14:tracePt t="299162" x="2616200" y="6019800"/>
          <p14:tracePt t="299183" x="2622550" y="6019800"/>
          <p14:tracePt t="299190" x="2628900" y="6019800"/>
          <p14:tracePt t="299211" x="2635250" y="6019800"/>
          <p14:tracePt t="299232" x="2647950" y="6019800"/>
          <p14:tracePt t="299253" x="2654300" y="6019800"/>
          <p14:tracePt t="299274" x="2660650" y="6019800"/>
          <p14:tracePt t="299281" x="2667000" y="6026150"/>
          <p14:tracePt t="299288" x="2673350" y="6026150"/>
          <p14:tracePt t="299300" x="2679700" y="6026150"/>
          <p14:tracePt t="299317" x="2692400" y="6032500"/>
          <p14:tracePt t="299334" x="2711450" y="6032500"/>
          <p14:tracePt t="299352" x="2749550" y="6045200"/>
          <p14:tracePt t="299367" x="2774950" y="6051550"/>
          <p14:tracePt t="299384" x="2800350" y="6057900"/>
          <p14:tracePt t="299401" x="2838450" y="6064250"/>
          <p14:tracePt t="299417" x="2857500" y="6064250"/>
          <p14:tracePt t="299433" x="2876550" y="6070600"/>
          <p14:tracePt t="299450" x="2908300" y="6076950"/>
          <p14:tracePt t="299467" x="2914650" y="6076950"/>
          <p14:tracePt t="299505" x="2921000" y="6076950"/>
          <p14:tracePt t="299555" x="2921000" y="6070600"/>
          <p14:tracePt t="299653" x="2927350" y="6070600"/>
          <p14:tracePt t="299660" x="2933700" y="6070600"/>
          <p14:tracePt t="299674" x="2940050" y="6070600"/>
          <p14:tracePt t="299682" x="2952750" y="6070600"/>
          <p14:tracePt t="299699" x="2959100" y="6070600"/>
          <p14:tracePt t="299717" x="2997200" y="6070600"/>
          <p14:tracePt t="299732" x="3028950" y="6070600"/>
          <p14:tracePt t="299749" x="3079750" y="6070600"/>
          <p14:tracePt t="299766" x="3187700" y="6064250"/>
          <p14:tracePt t="299782" x="3327400" y="6045200"/>
          <p14:tracePt t="299799" x="3473450" y="6026150"/>
          <p14:tracePt t="299816" x="3721100" y="5981700"/>
          <p14:tracePt t="299832" x="3886200" y="5956300"/>
          <p14:tracePt t="299849" x="4121150" y="5918200"/>
          <p14:tracePt t="299865" x="4254500" y="5899150"/>
          <p14:tracePt t="299882" x="4349750" y="5886450"/>
          <p14:tracePt t="299899" x="4438650" y="5861050"/>
          <p14:tracePt t="299915" x="4495800" y="5842000"/>
          <p14:tracePt t="299932" x="4559300" y="5835650"/>
          <p14:tracePt t="299949" x="4641850" y="5822950"/>
          <p14:tracePt t="299965" x="4711700" y="5822950"/>
          <p14:tracePt t="299968" x="4749800" y="5829300"/>
          <p14:tracePt t="299982" x="4794250" y="5835650"/>
          <p14:tracePt t="299998" x="4927600" y="5854700"/>
          <p14:tracePt t="300015" x="5016500" y="5892800"/>
          <p14:tracePt t="300032" x="5162550" y="5905500"/>
          <p14:tracePt t="300048" x="5245100" y="5924550"/>
          <p14:tracePt t="300065" x="5327650" y="5949950"/>
          <p14:tracePt t="300081" x="5397500" y="5962650"/>
          <p14:tracePt t="300098" x="5416550" y="5969000"/>
          <p14:tracePt t="300115" x="5429250" y="5975350"/>
          <p14:tracePt t="300131" x="5435600" y="5969000"/>
          <p14:tracePt t="300172" x="5435600" y="5962650"/>
          <p14:tracePt t="300242" x="5435600" y="5956300"/>
          <p14:tracePt t="300277" x="5448300" y="5956300"/>
          <p14:tracePt t="300284" x="5461000" y="5956300"/>
          <p14:tracePt t="300300" x="5473700" y="5956300"/>
          <p14:tracePt t="300313" x="5492750" y="5956300"/>
          <p14:tracePt t="300330" x="5524500" y="5956300"/>
          <p14:tracePt t="300347" x="5575300" y="5962650"/>
          <p14:tracePt t="300363" x="5607050" y="5962650"/>
          <p14:tracePt t="300380" x="5683250" y="5981700"/>
          <p14:tracePt t="300397" x="5791200" y="5988050"/>
          <p14:tracePt t="300413" x="5842000" y="5988050"/>
          <p14:tracePt t="300430" x="5943600" y="5988050"/>
          <p14:tracePt t="300447" x="6064250" y="6007100"/>
          <p14:tracePt t="300463" x="6127750" y="6007100"/>
          <p14:tracePt t="300481" x="6261100" y="6026150"/>
          <p14:tracePt t="300496" x="6426200" y="6045200"/>
          <p14:tracePt t="300513" x="6502400" y="6057900"/>
          <p14:tracePt t="300530" x="6648450" y="6064250"/>
          <p14:tracePt t="300546" x="6794500" y="6096000"/>
          <p14:tracePt t="300563" x="6870700" y="6102350"/>
          <p14:tracePt t="300579" x="7048500" y="6121400"/>
          <p14:tracePt t="300596" x="7213600" y="6134100"/>
          <p14:tracePt t="300613" x="7289800" y="6134100"/>
          <p14:tracePt t="300629" x="7423150" y="6140450"/>
          <p14:tracePt t="300646" x="7473950" y="6153150"/>
          <p14:tracePt t="300663" x="7645400" y="6140450"/>
          <p14:tracePt t="300679" x="7702550" y="6127750"/>
          <p14:tracePt t="300696" x="7753350" y="6121400"/>
          <p14:tracePt t="300713" x="7874000" y="6102350"/>
          <p14:tracePt t="300729" x="7918450" y="6096000"/>
          <p14:tracePt t="300746" x="7943850" y="6096000"/>
          <p14:tracePt t="300762" x="8013700" y="6096000"/>
          <p14:tracePt t="300779" x="8070850" y="6096000"/>
          <p14:tracePt t="300796" x="8096250" y="6096000"/>
          <p14:tracePt t="300812" x="8153400" y="6096000"/>
          <p14:tracePt t="300828" x="8204200" y="6102350"/>
          <p14:tracePt t="300845" x="8261350" y="6115050"/>
          <p14:tracePt t="300862" x="8293100" y="6121400"/>
          <p14:tracePt t="300878" x="8343900" y="6121400"/>
          <p14:tracePt t="300895" x="8382000" y="6127750"/>
          <p14:tracePt t="300912" x="8401050" y="6127750"/>
          <p14:tracePt t="300928" x="8432800" y="6127750"/>
          <p14:tracePt t="300945" x="8477250" y="6127750"/>
          <p14:tracePt t="300961" x="8489950" y="6127750"/>
          <p14:tracePt t="300965" x="8509000" y="6127750"/>
          <p14:tracePt t="300981" x="8521700" y="6127750"/>
          <p14:tracePt t="300994" x="8540750" y="6127750"/>
          <p14:tracePt t="301011" x="8559800" y="6121400"/>
          <p14:tracePt t="301028" x="8585200" y="6115050"/>
          <p14:tracePt t="301044" x="8591550" y="6108700"/>
          <p14:tracePt t="301061" x="8610600" y="6102350"/>
          <p14:tracePt t="301078" x="8623300" y="6096000"/>
          <p14:tracePt t="301094" x="8623300" y="6089650"/>
          <p14:tracePt t="301112" x="8636000" y="6083300"/>
          <p14:tracePt t="301127" x="8636000" y="6076950"/>
          <p14:tracePt t="301144" x="8636000" y="6070600"/>
          <p14:tracePt t="301161" x="8636000" y="6038850"/>
          <p14:tracePt t="301177" x="8636000" y="5988050"/>
          <p14:tracePt t="301194" x="8629650" y="5956300"/>
          <p14:tracePt t="301211" x="8591550" y="5848350"/>
          <p14:tracePt t="301227" x="8572500" y="5803900"/>
          <p14:tracePt t="301244" x="8540750" y="5721350"/>
          <p14:tracePt t="301260" x="8528050" y="5670550"/>
          <p14:tracePt t="301277" x="8509000" y="5638800"/>
          <p14:tracePt t="301294" x="8502650" y="5607050"/>
          <p14:tracePt t="301310" x="8489950" y="5581650"/>
          <p14:tracePt t="301327" x="8489950" y="5575300"/>
          <p14:tracePt t="301344" x="8489950" y="5562600"/>
          <p14:tracePt t="301377" x="8489950" y="5556250"/>
          <p14:tracePt t="301400" x="8496300" y="5556250"/>
          <p14:tracePt t="301435" x="8502650" y="5556250"/>
          <p14:tracePt t="314115" x="8489950" y="5549900"/>
          <p14:tracePt t="314123" x="8458200" y="5530850"/>
          <p14:tracePt t="314132" x="8426450" y="5505450"/>
          <p14:tracePt t="314149" x="8350250" y="5461000"/>
          <p14:tracePt t="314166" x="8229600" y="5391150"/>
          <p14:tracePt t="314182" x="8128000" y="5346700"/>
          <p14:tracePt t="314200" x="7918450" y="5194300"/>
          <p14:tracePt t="314216" x="7740650" y="5073650"/>
          <p14:tracePt t="314232" x="7575550" y="4946650"/>
          <p14:tracePt t="314249" x="7327900" y="4781550"/>
          <p14:tracePt t="314265" x="7156450" y="4679950"/>
          <p14:tracePt t="314282" x="6978650" y="4584700"/>
          <p14:tracePt t="314299" x="6781800" y="4470400"/>
          <p14:tracePt t="314316" x="6661150" y="4419600"/>
          <p14:tracePt t="314332" x="6540500" y="4375150"/>
          <p14:tracePt t="314349" x="6388100" y="4337050"/>
          <p14:tracePt t="314365" x="6311900" y="4305300"/>
          <p14:tracePt t="314382" x="6223000" y="4267200"/>
          <p14:tracePt t="314398" x="6178550" y="4254500"/>
          <p14:tracePt t="314415" x="6140450" y="4248150"/>
          <p14:tracePt t="314432" x="6045200" y="4235450"/>
          <p14:tracePt t="314448" x="5981700" y="4229100"/>
          <p14:tracePt t="314465" x="5918200" y="4216400"/>
          <p14:tracePt t="314481" x="5816600" y="4197350"/>
          <p14:tracePt t="314498" x="5759450" y="4184650"/>
          <p14:tracePt t="314516" x="5619750" y="4133850"/>
          <p14:tracePt t="314531" x="5461000" y="4089400"/>
          <p14:tracePt t="314548" x="5264150" y="4032250"/>
          <p14:tracePt t="314565" x="4972050" y="3930650"/>
          <p14:tracePt t="314581" x="4775200" y="3854450"/>
          <p14:tracePt t="314598" x="4572000" y="3803650"/>
          <p14:tracePt t="314601" x="4470400" y="3784600"/>
          <p14:tracePt t="314615" x="4318000" y="3689350"/>
          <p14:tracePt t="314631" x="4171950" y="3644900"/>
          <p14:tracePt t="314647" x="4038600" y="3606800"/>
          <p14:tracePt t="314664" x="3822700" y="3556000"/>
          <p14:tracePt t="314680" x="3721100" y="3549650"/>
          <p14:tracePt t="314698" x="3657600" y="3530600"/>
          <p14:tracePt t="314714" x="3594100" y="3524250"/>
          <p14:tracePt t="314731" x="3568700" y="3536950"/>
          <p14:tracePt t="314748" x="3549650" y="3536950"/>
          <p14:tracePt t="314764" x="3536950" y="3536950"/>
          <p14:tracePt t="314797" x="3517900" y="3556000"/>
          <p14:tracePt t="314813" x="3517900" y="3562350"/>
          <p14:tracePt t="314830" x="3517900" y="3568700"/>
          <p14:tracePt t="314847" x="3530600" y="3568700"/>
          <p14:tracePt t="314863" x="3543300" y="3568700"/>
          <p14:tracePt t="314881" x="3562350" y="3568700"/>
          <p14:tracePt t="314897" x="3587750" y="3568700"/>
          <p14:tracePt t="314913" x="3613150" y="3568700"/>
          <p14:tracePt t="314930" x="3670300" y="3575050"/>
          <p14:tracePt t="314946" x="3740150" y="3575050"/>
          <p14:tracePt t="314963" x="3816350" y="3568700"/>
          <p14:tracePt t="314980" x="3968750" y="3556000"/>
          <p14:tracePt t="314996" x="4038600" y="3536950"/>
          <p14:tracePt t="315013" x="4089400" y="3524250"/>
          <p14:tracePt t="315029" x="4133850" y="3492500"/>
          <p14:tracePt t="315046" x="4146550" y="3479800"/>
          <p14:tracePt t="315063" x="4159250" y="3467100"/>
          <p14:tracePt t="315079" x="4159250" y="3460750"/>
          <p14:tracePt t="315115" x="4152900" y="3460750"/>
          <p14:tracePt t="315129" x="4140200" y="3454400"/>
          <p14:tracePt t="315146" x="4114800" y="3448050"/>
          <p14:tracePt t="315162" x="4038600" y="3429000"/>
          <p14:tracePt t="315179" x="3943350" y="3409950"/>
          <p14:tracePt t="315196" x="3835400" y="3384550"/>
          <p14:tracePt t="315212" x="3733800" y="3371850"/>
          <p14:tracePt t="315229" x="3695700" y="3371850"/>
          <p14:tracePt t="315246" x="3657600" y="3371850"/>
          <p14:tracePt t="315262" x="3651250" y="3378200"/>
          <p14:tracePt t="315279" x="3644900" y="3378200"/>
          <p14:tracePt t="315295" x="3644900" y="3384550"/>
          <p14:tracePt t="315312" x="3657600" y="3384550"/>
          <p14:tracePt t="315328" x="3663950" y="3384550"/>
          <p14:tracePt t="315345" x="3702050" y="3384550"/>
          <p14:tracePt t="315362" x="3752850" y="3384550"/>
          <p14:tracePt t="315379" x="3917950" y="3403600"/>
          <p14:tracePt t="315394" x="4044950" y="3416300"/>
          <p14:tracePt t="315411" x="4165600" y="3409950"/>
          <p14:tracePt t="315429" x="4337050" y="3403600"/>
          <p14:tracePt t="315445" x="4413250" y="3403600"/>
          <p14:tracePt t="315461" x="4464050" y="3390900"/>
          <p14:tracePt t="315478" x="4533900" y="3384550"/>
          <p14:tracePt t="315495" x="4565650" y="3371850"/>
          <p14:tracePt t="315512" x="4572000" y="3365500"/>
          <p14:tracePt t="315528" x="4578350" y="3352800"/>
          <p14:tracePt t="315612" x="4572000" y="3352800"/>
          <p14:tracePt t="315632" x="4565650" y="3359150"/>
          <p14:tracePt t="315653" x="4565650" y="3365500"/>
          <p14:tracePt t="315659" x="4565650" y="3371850"/>
          <p14:tracePt t="315744" x="4559300" y="3371850"/>
          <p14:tracePt t="316143" x="4629150" y="3416300"/>
          <p14:tracePt t="316157" x="4724400" y="3473450"/>
          <p14:tracePt t="316164" x="4832350" y="3543300"/>
          <p14:tracePt t="316175" x="4940300" y="3619500"/>
          <p14:tracePt t="316192" x="5200650" y="3810000"/>
          <p14:tracePt t="316208" x="5378450" y="3917950"/>
          <p14:tracePt t="316225" x="5651500" y="4133850"/>
          <p14:tracePt t="316242" x="5867400" y="4248150"/>
          <p14:tracePt t="316258" x="5988050" y="4311650"/>
          <p14:tracePt t="316275" x="6134100" y="4387850"/>
          <p14:tracePt t="316292" x="6343650" y="4527550"/>
          <p14:tracePt t="316308" x="6521450" y="4673600"/>
          <p14:tracePt t="316326" x="6661150" y="4775200"/>
          <p14:tracePt t="316341" x="6731000" y="4813300"/>
          <p14:tracePt t="316359" x="6819900" y="4864100"/>
          <p14:tracePt t="316375" x="6896100" y="4908550"/>
          <p14:tracePt t="316391" x="6927850" y="4933950"/>
          <p14:tracePt t="316408" x="6972300" y="4972050"/>
          <p14:tracePt t="316425" x="7004050" y="5010150"/>
          <p14:tracePt t="316441" x="7029450" y="5054600"/>
          <p14:tracePt t="316459" x="7073900" y="5168900"/>
          <p14:tracePt t="316474" x="7124700" y="5314950"/>
          <p14:tracePt t="316491" x="7143750" y="5378450"/>
          <p14:tracePt t="316508" x="7200900" y="5518150"/>
          <p14:tracePt t="316524" x="7264400" y="5619750"/>
          <p14:tracePt t="316541" x="7283450" y="5638800"/>
          <p14:tracePt t="316558" x="7308850" y="5676900"/>
          <p14:tracePt t="316574" x="7321550" y="5689600"/>
          <p14:tracePt t="316591" x="7334250" y="5695950"/>
          <p14:tracePt t="316607" x="7346950" y="5689600"/>
          <p14:tracePt t="316624" x="7378700" y="5670550"/>
          <p14:tracePt t="316641" x="7404100" y="56642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#Currently, the class is just an empty roo</a:t>
            </a:r>
            <a:r>
              <a:rPr lang="en-US" altLang="en-US" kern="0" spc="-2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with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3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813"/>
    </mc:Choice>
    <mc:Fallback>
      <p:transition spd="slow" advTm="27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83" x="2006600" y="5664200"/>
          <p14:tracePt t="1890" x="2032000" y="5645150"/>
          <p14:tracePt t="1898" x="2063750" y="5619750"/>
          <p14:tracePt t="1912" x="2127250" y="5568950"/>
          <p14:tracePt t="1929" x="2197100" y="5511800"/>
          <p14:tracePt t="1946" x="2305050" y="5384800"/>
          <p14:tracePt t="1962" x="2355850" y="5283200"/>
          <p14:tracePt t="1979" x="2432050" y="5181600"/>
          <p14:tracePt t="1996" x="2540000" y="4997450"/>
          <p14:tracePt t="2012" x="2609850" y="4902200"/>
          <p14:tracePt t="2029" x="2673350" y="4826000"/>
          <p14:tracePt t="2045" x="2730500" y="4743450"/>
          <p14:tracePt t="2062" x="2755900" y="4686300"/>
          <p14:tracePt t="2079" x="2813050" y="4603750"/>
          <p14:tracePt t="2094" x="2832100" y="4546600"/>
          <p14:tracePt t="2111" x="2870200" y="4457700"/>
          <p14:tracePt t="2128" x="2895600" y="4330700"/>
          <p14:tracePt t="2145" x="2908300" y="4260850"/>
          <p14:tracePt t="2161" x="2921000" y="4210050"/>
          <p14:tracePt t="2178" x="2921000" y="4133850"/>
          <p14:tracePt t="2194" x="2921000" y="4102100"/>
          <p14:tracePt t="2211" x="2921000" y="4064000"/>
          <p14:tracePt t="2228" x="2889250" y="3949700"/>
          <p14:tracePt t="2244" x="2863850" y="3841750"/>
          <p14:tracePt t="2262" x="2806700" y="3651250"/>
          <p14:tracePt t="2278" x="2774950" y="3568700"/>
          <p14:tracePt t="2294" x="2749550" y="3505200"/>
          <p14:tracePt t="2298" x="2743200" y="3479800"/>
          <p14:tracePt t="2311" x="2705100" y="3441700"/>
          <p14:tracePt t="2327" x="2686050" y="3409950"/>
          <p14:tracePt t="2344" x="2667000" y="3384550"/>
          <p14:tracePt t="2361" x="2647950" y="3352800"/>
          <p14:tracePt t="2377" x="2628900" y="3346450"/>
          <p14:tracePt t="2394" x="2609850" y="3327400"/>
          <p14:tracePt t="2410" x="2597150" y="3321050"/>
          <p14:tracePt t="2427" x="2590800" y="3314700"/>
          <p14:tracePt t="2444" x="2584450" y="3302000"/>
          <p14:tracePt t="2477" x="2571750" y="3295650"/>
          <p14:tracePt t="2494" x="2565400" y="3282950"/>
          <p14:tracePt t="2510" x="2559050" y="3282950"/>
          <p14:tracePt t="2527" x="2552700" y="3276600"/>
          <p14:tracePt t="2543" x="2540000" y="3251200"/>
          <p14:tracePt t="2560" x="2527300" y="3238500"/>
          <p14:tracePt t="2577" x="2495550" y="3200400"/>
          <p14:tracePt t="2593" x="2463800" y="3162300"/>
          <p14:tracePt t="2610" x="2438400" y="3130550"/>
          <p14:tracePt t="2627" x="2387600" y="3086100"/>
          <p14:tracePt t="2643" x="2355850" y="3060700"/>
          <p14:tracePt t="2659" x="2330450" y="3048000"/>
          <p14:tracePt t="2676" x="2273300" y="3009900"/>
          <p14:tracePt t="2693" x="2241550" y="2997200"/>
          <p14:tracePt t="2710" x="2190750" y="2965450"/>
          <p14:tracePt t="2725" x="2165350" y="2946400"/>
          <p14:tracePt t="2742" x="2159000" y="2940050"/>
          <p14:tracePt t="2759" x="2139950" y="2933700"/>
          <p14:tracePt t="2776" x="2114550" y="2914650"/>
          <p14:tracePt t="2792" x="2101850" y="2895600"/>
          <p14:tracePt t="2796" x="2089150" y="2876550"/>
          <p14:tracePt t="2809" x="2070100" y="2857500"/>
          <p14:tracePt t="2826" x="2000250" y="2794000"/>
          <p14:tracePt t="2843" x="1930400" y="2749550"/>
          <p14:tracePt t="3189" x="1930400" y="2743200"/>
          <p14:tracePt t="3196" x="1930400" y="2730500"/>
          <p14:tracePt t="3207" x="1949450" y="2711450"/>
          <p14:tracePt t="3224" x="1968500" y="2660650"/>
          <p14:tracePt t="3241" x="1981200" y="2635250"/>
          <p14:tracePt t="3258" x="1993900" y="2616200"/>
          <p14:tracePt t="3274" x="2025650" y="2533650"/>
          <p14:tracePt t="3291" x="2032000" y="2514600"/>
          <p14:tracePt t="3294" x="2038350" y="2489200"/>
          <p14:tracePt t="3310" x="2044700" y="2476500"/>
          <p14:tracePt t="3324" x="2057400" y="2457450"/>
          <p14:tracePt t="3340" x="2070100" y="2425700"/>
          <p14:tracePt t="3358" x="2082800" y="2381250"/>
          <p14:tracePt t="3374" x="2082800" y="2368550"/>
          <p14:tracePt t="3390" x="2095500" y="2343150"/>
          <p14:tracePt t="3407" x="2095500" y="2317750"/>
          <p14:tracePt t="3423" x="2101850" y="2305050"/>
          <p14:tracePt t="3440" x="2101850" y="2298700"/>
          <p14:tracePt t="3610" x="2101850" y="2305050"/>
          <p14:tracePt t="3617" x="2101850" y="2311400"/>
          <p14:tracePt t="3625" x="2101850" y="2317750"/>
          <p14:tracePt t="3645" x="2101850" y="2324100"/>
          <p14:tracePt t="3659" x="2095500" y="2324100"/>
          <p14:tracePt t="3674" x="2095500" y="2330450"/>
          <p14:tracePt t="3689" x="2089150" y="2355850"/>
          <p14:tracePt t="3706" x="2082800" y="2374900"/>
          <p14:tracePt t="3722" x="2070100" y="2438400"/>
          <p14:tracePt t="3739" x="2044700" y="2520950"/>
          <p14:tracePt t="3756" x="2032000" y="2559050"/>
          <p14:tracePt t="3773" x="2019300" y="2667000"/>
          <p14:tracePt t="3789" x="2000250" y="2736850"/>
          <p14:tracePt t="3806" x="2000250" y="2787650"/>
          <p14:tracePt t="3822" x="2000250" y="2800350"/>
          <p14:tracePt t="3839" x="2000250" y="2825750"/>
          <p14:tracePt t="3856" x="2012950" y="2838450"/>
          <p14:tracePt t="3873" x="2019300" y="2838450"/>
          <p14:tracePt t="3890" x="2025650" y="2838450"/>
          <p14:tracePt t="3905" x="2070100" y="2838450"/>
          <p14:tracePt t="3922" x="2089150" y="2838450"/>
          <p14:tracePt t="3939" x="2146300" y="2844800"/>
          <p14:tracePt t="3955" x="2184400" y="2844800"/>
          <p14:tracePt t="3972" x="2292350" y="2863850"/>
          <p14:tracePt t="3989" x="2343150" y="2882900"/>
          <p14:tracePt t="4005" x="2438400" y="2895600"/>
          <p14:tracePt t="4022" x="2508250" y="2914650"/>
          <p14:tracePt t="4039" x="2571750" y="2927350"/>
          <p14:tracePt t="4055" x="2603500" y="2946400"/>
          <p14:tracePt t="4071" x="2628900" y="2952750"/>
          <p14:tracePt t="4088" x="2692400" y="2971800"/>
          <p14:tracePt t="4105" x="2711450" y="2984500"/>
          <p14:tracePt t="4122" x="2794000" y="3009900"/>
          <p14:tracePt t="4137" x="2825750" y="3022600"/>
          <p14:tracePt t="4154" x="2857500" y="3035300"/>
          <p14:tracePt t="4171" x="2952750" y="3060700"/>
          <p14:tracePt t="4188" x="3035300" y="3079750"/>
          <p14:tracePt t="4205" x="3073400" y="3086100"/>
          <p14:tracePt t="4221" x="3155950" y="3092450"/>
          <p14:tracePt t="4238" x="3194050" y="3092450"/>
          <p14:tracePt t="4254" x="3289300" y="3092450"/>
          <p14:tracePt t="4271" x="3352800" y="3092450"/>
          <p14:tracePt t="4287" x="3492500" y="3086100"/>
          <p14:tracePt t="4304" x="3587750" y="3060700"/>
          <p14:tracePt t="4321" x="3689350" y="3054350"/>
          <p14:tracePt t="4337" x="3829050" y="3041650"/>
          <p14:tracePt t="4354" x="4165600" y="3028950"/>
          <p14:tracePt t="4370" x="4356100" y="3016250"/>
          <p14:tracePt t="4387" x="4495800" y="3009900"/>
          <p14:tracePt t="4404" x="4781550" y="2984500"/>
          <p14:tracePt t="4420" x="4895850" y="2978150"/>
          <p14:tracePt t="4437" x="5067300" y="2927350"/>
          <p14:tracePt t="4454" x="5149850" y="2889250"/>
          <p14:tracePt t="4470" x="5181600" y="2863850"/>
          <p14:tracePt t="4487" x="5219700" y="2819400"/>
          <p14:tracePt t="4503" x="5219700" y="2787650"/>
          <p14:tracePt t="4520" x="5213350" y="2768600"/>
          <p14:tracePt t="4811" x="5219700" y="2768600"/>
          <p14:tracePt t="4818" x="5245100" y="2768600"/>
          <p14:tracePt t="4832" x="5283200" y="2781300"/>
          <p14:tracePt t="4839" x="5365750" y="2794000"/>
          <p14:tracePt t="4852" x="5441950" y="2813050"/>
          <p14:tracePt t="4868" x="5638800" y="2863850"/>
          <p14:tracePt t="4885" x="5753100" y="2895600"/>
          <p14:tracePt t="4903" x="6038850" y="3003550"/>
          <p14:tracePt t="4919" x="6356350" y="3098800"/>
          <p14:tracePt t="4935" x="6515100" y="3149600"/>
          <p14:tracePt t="4952" x="6750050" y="3219450"/>
          <p14:tracePt t="4968" x="6838950" y="3238500"/>
          <p14:tracePt t="4985" x="6965950" y="3276600"/>
          <p14:tracePt t="5002" x="6997700" y="3295650"/>
          <p14:tracePt t="5018" x="7016750" y="3295650"/>
          <p14:tracePt t="5035" x="7023100" y="3295650"/>
          <p14:tracePt t="5077" x="7023100" y="3289300"/>
          <p14:tracePt t="5099" x="7016750" y="3282950"/>
          <p14:tracePt t="5113" x="7010400" y="3282950"/>
          <p14:tracePt t="5121" x="7010400" y="3276600"/>
          <p14:tracePt t="5134" x="7010400" y="3270250"/>
          <p14:tracePt t="5151" x="7010400" y="3263900"/>
          <p14:tracePt t="5183" x="7010400" y="3257550"/>
          <p14:tracePt t="5190" x="7016750" y="3257550"/>
          <p14:tracePt t="5200" x="7016750" y="3251200"/>
          <p14:tracePt t="5218" x="7016750" y="3244850"/>
          <p14:tracePt t="5234" x="7016750" y="3232150"/>
          <p14:tracePt t="5250" x="7010400" y="3225800"/>
          <p14:tracePt t="5267" x="7004050" y="3219450"/>
          <p14:tracePt t="5283" x="6997700" y="3213100"/>
          <p14:tracePt t="5300" x="6991350" y="3213100"/>
          <p14:tracePt t="5317" x="6978650" y="3206750"/>
          <p14:tracePt t="5334" x="6965950" y="3194050"/>
          <p14:tracePt t="5351" x="6965950" y="3187700"/>
          <p14:tracePt t="5367" x="6953250" y="3181350"/>
          <p14:tracePt t="5383" x="6940550" y="3175000"/>
          <p14:tracePt t="5400" x="6927850" y="3175000"/>
          <p14:tracePt t="5417" x="6921500" y="3175000"/>
          <p14:tracePt t="5433" x="6908800" y="3168650"/>
          <p14:tracePt t="5477" x="6902450" y="3168650"/>
          <p14:tracePt t="5582" x="6908800" y="3175000"/>
          <p14:tracePt t="5589" x="6915150" y="3175000"/>
          <p14:tracePt t="5603" x="6927850" y="3181350"/>
          <p14:tracePt t="5615" x="6940550" y="3187700"/>
          <p14:tracePt t="5633" x="6972300" y="3213100"/>
          <p14:tracePt t="5649" x="6997700" y="3225800"/>
          <p14:tracePt t="5666" x="7029450" y="3238500"/>
          <p14:tracePt t="5682" x="7054850" y="3244850"/>
          <p14:tracePt t="5699" x="7061200" y="3244850"/>
          <p14:tracePt t="5716" x="7073900" y="3244850"/>
          <p14:tracePt t="5748" x="7061200" y="3238500"/>
          <p14:tracePt t="5766" x="7042150" y="3225800"/>
          <p14:tracePt t="5782" x="6997700" y="3200400"/>
          <p14:tracePt t="5800" x="6946900" y="3168650"/>
          <p14:tracePt t="5815" x="6921500" y="3155950"/>
          <p14:tracePt t="5832" x="6864350" y="3124200"/>
          <p14:tracePt t="5849" x="6838950" y="3105150"/>
          <p14:tracePt t="5865" x="6826250" y="3098800"/>
          <p14:tracePt t="5882" x="6819900" y="3098800"/>
          <p14:tracePt t="5899" x="6813550" y="3098800"/>
          <p14:tracePt t="5919" x="6819900" y="3098800"/>
          <p14:tracePt t="5934" x="6826250" y="3105150"/>
          <p14:tracePt t="5948" x="6832600" y="3111500"/>
          <p14:tracePt t="5965" x="6851650" y="3111500"/>
          <p14:tracePt t="5982" x="6864350" y="3117850"/>
          <p14:tracePt t="5998" x="6870700" y="3124200"/>
          <p14:tracePt t="6014" x="6902450" y="3143250"/>
          <p14:tracePt t="6032" x="6940550" y="3162300"/>
          <p14:tracePt t="6048" x="6959600" y="3175000"/>
          <p14:tracePt t="6064" x="6978650" y="3194050"/>
          <p14:tracePt t="6080" x="6985000" y="3194050"/>
          <p14:tracePt t="6172" x="6978650" y="3194050"/>
          <p14:tracePt t="6178" x="6972300" y="3194050"/>
          <p14:tracePt t="6200" x="6965950" y="3200400"/>
          <p14:tracePt t="6221" x="6965950" y="3206750"/>
          <p14:tracePt t="6249" x="6959600" y="3206750"/>
          <p14:tracePt t="6270" x="6959600" y="3219450"/>
          <p14:tracePt t="6291" x="6959600" y="3225800"/>
          <p14:tracePt t="6312" x="6959600" y="3232150"/>
          <p14:tracePt t="6333" x="6965950" y="3238500"/>
          <p14:tracePt t="6340" x="6972300" y="3244850"/>
          <p14:tracePt t="6354" x="6978650" y="3251200"/>
          <p14:tracePt t="6363" x="6991350" y="3263900"/>
          <p14:tracePt t="6380" x="6997700" y="3270250"/>
          <p14:tracePt t="6397" x="7023100" y="3289300"/>
          <p14:tracePt t="6413" x="7029450" y="3308350"/>
          <p14:tracePt t="6431" x="7035800" y="3314700"/>
          <p14:tracePt t="6446" x="7042150" y="3314700"/>
          <p14:tracePt t="6473" x="7035800" y="3314700"/>
          <p14:tracePt t="6483" x="7029450" y="3314700"/>
          <p14:tracePt t="6496" x="7023100" y="3314700"/>
          <p14:tracePt t="6513" x="7010400" y="3308350"/>
          <p14:tracePt t="6530" x="6927850" y="3270250"/>
          <p14:tracePt t="6546" x="6883400" y="3257550"/>
          <p14:tracePt t="6563" x="6838950" y="3244850"/>
          <p14:tracePt t="6580" x="6769100" y="3225800"/>
          <p14:tracePt t="6596" x="6718300" y="3206750"/>
          <p14:tracePt t="6613" x="6673850" y="3200400"/>
          <p14:tracePt t="6629" x="6667500" y="3200400"/>
          <p14:tracePt t="6645" x="6654800" y="3200400"/>
          <p14:tracePt t="6683" x="6654800" y="3206750"/>
          <p14:tracePt t="6695" x="6661150" y="3213100"/>
          <p14:tracePt t="6712" x="6680200" y="3219450"/>
          <p14:tracePt t="6729" x="6686550" y="3225800"/>
          <p14:tracePt t="6746" x="6731000" y="3238500"/>
          <p14:tracePt t="6762" x="6769100" y="3263900"/>
          <p14:tracePt t="6779" x="6800850" y="3276600"/>
          <p14:tracePt t="6796" x="6864350" y="3308350"/>
          <p14:tracePt t="6812" x="6908800" y="3321050"/>
          <p14:tracePt t="6829" x="6921500" y="3327400"/>
          <p14:tracePt t="6845" x="6927850" y="3327400"/>
          <p14:tracePt t="6862" x="6927850" y="3333750"/>
          <p14:tracePt t="7006" x="6921500" y="3333750"/>
          <p14:tracePt t="7034" x="6915150" y="3327400"/>
          <p14:tracePt t="7476" x="6870700" y="3327400"/>
          <p14:tracePt t="7482" x="6794500" y="3340100"/>
          <p14:tracePt t="7497" x="6686550" y="3371850"/>
          <p14:tracePt t="7509" x="6584950" y="3403600"/>
          <p14:tracePt t="7526" x="6350000" y="3479800"/>
          <p14:tracePt t="7542" x="6216650" y="3530600"/>
          <p14:tracePt t="7560" x="5892800" y="3714750"/>
          <p14:tracePt t="7576" x="5511800" y="3924300"/>
          <p14:tracePt t="7592" x="5359400" y="4025900"/>
          <p14:tracePt t="7609" x="5003800" y="4248150"/>
          <p14:tracePt t="7626" x="4686300" y="4476750"/>
          <p14:tracePt t="7642" x="4565650" y="4578350"/>
          <p14:tracePt t="7659" x="4387850" y="4762500"/>
          <p14:tracePt t="7675" x="4216400" y="4940300"/>
          <p14:tracePt t="7693" x="4133850" y="5022850"/>
          <p14:tracePt t="7709" x="3956050" y="5276850"/>
          <p14:tracePt t="7725" x="3841750" y="5492750"/>
          <p14:tracePt t="7743" x="3765550" y="5619750"/>
          <p14:tracePt t="7759" x="3746500" y="5664200"/>
          <p14:tracePt t="7775" x="3733800" y="5695950"/>
          <p14:tracePt t="7792" x="3727450" y="5734050"/>
          <p14:tracePt t="7825" x="3759200" y="5727700"/>
          <p14:tracePt t="8195" x="3702050" y="5797550"/>
          <p14:tracePt t="8202" x="3644900" y="5880100"/>
          <p14:tracePt t="8217" x="3568700" y="5962650"/>
          <p14:tracePt t="8226" x="3498850" y="6045200"/>
          <p14:tracePt t="8240" x="3422650" y="6115050"/>
          <p14:tracePt t="8257" x="3378200" y="6172200"/>
          <p14:tracePt t="8274" x="3213100" y="6330950"/>
          <p14:tracePt t="8290" x="3149600" y="6400800"/>
          <p14:tracePt t="8307" x="2997200" y="6546850"/>
          <p14:tracePt t="8323" x="2876550" y="6673850"/>
          <p14:tracePt t="8340" x="2832100" y="6718300"/>
          <p14:tracePt t="8357" x="2762250" y="6794500"/>
          <p14:tracePt t="8373" x="2724150" y="6826250"/>
          <p14:tracePt t="8376" x="2692400" y="6851650"/>
          <p14:tracePt t="8390" x="2679700" y="6851650"/>
          <p14:tracePt t="8406" x="2647950" y="6851650"/>
          <p14:tracePt t="8439" x="2635250" y="6851650"/>
          <p14:tracePt t="8456" x="2622550" y="6851650"/>
          <p14:tracePt t="8490" x="2616200" y="6851650"/>
          <p14:tracePt t="8525" x="2609850" y="6851650"/>
          <p14:tracePt t="8553" x="2597150" y="6851650"/>
          <p14:tracePt t="8567" x="2584450" y="6851650"/>
          <p14:tracePt t="8575" x="2565400" y="6851650"/>
          <p14:tracePt t="8589" x="2533650" y="6851650"/>
          <p14:tracePt t="8606" x="2501900" y="6851650"/>
          <p14:tracePt t="8623" x="2374900" y="6851650"/>
          <p14:tracePt t="8639" x="2324100" y="6851650"/>
          <p14:tracePt t="8655" x="2273300" y="6851650"/>
          <p14:tracePt t="8672" x="2152650" y="6851650"/>
          <p14:tracePt t="9415" x="2273300" y="6851650"/>
          <p14:tracePt t="9430" x="2362200" y="6826250"/>
          <p14:tracePt t="9439" x="2463800" y="6807200"/>
          <p14:tracePt t="9452" x="2559050" y="6788150"/>
          <p14:tracePt t="9469" x="2762250" y="6737350"/>
          <p14:tracePt t="9487" x="2946400" y="6686550"/>
          <p14:tracePt t="9502" x="3028950" y="6667500"/>
          <p14:tracePt t="9519" x="3175000" y="6616700"/>
          <p14:tracePt t="9536" x="3295650" y="6584950"/>
          <p14:tracePt t="9552" x="3333750" y="6584950"/>
          <p14:tracePt t="9569" x="3371850" y="6578600"/>
          <p14:tracePt t="9586" x="3397250" y="6572250"/>
          <p14:tracePt t="9602" x="3403600" y="6572250"/>
          <p14:tracePt t="9619" x="3409950" y="6572250"/>
          <p14:tracePt t="9696" x="3409950" y="6578600"/>
          <p14:tracePt t="9717" x="3403600" y="6578600"/>
          <p14:tracePt t="9766" x="3397250" y="6578600"/>
          <p14:tracePt t="9801" x="3390900" y="6584950"/>
          <p14:tracePt t="9879" x="3390900" y="6591300"/>
          <p14:tracePt t="9921" x="3384550" y="6597650"/>
          <p14:tracePt t="9970" x="3378200" y="6597650"/>
          <p14:tracePt t="9998" x="3371850" y="6597650"/>
          <p14:tracePt t="10012" x="3365500" y="6597650"/>
          <p14:tracePt t="10026" x="3359150" y="6597650"/>
          <p14:tracePt t="10039" x="3352800" y="6597650"/>
          <p14:tracePt t="10050" x="3340100" y="6597650"/>
          <p14:tracePt t="10068" x="3308350" y="6604000"/>
          <p14:tracePt t="10084" x="3289300" y="6616700"/>
          <p14:tracePt t="10101" x="3225800" y="6623050"/>
          <p14:tracePt t="10118" x="3181350" y="6629400"/>
          <p14:tracePt t="10134" x="3162300" y="6629400"/>
          <p14:tracePt t="10151" x="3130550" y="6629400"/>
          <p14:tracePt t="10167" x="3092450" y="6629400"/>
          <p14:tracePt t="10183" x="3079750" y="6629400"/>
          <p14:tracePt t="10200" x="3073400" y="6629400"/>
          <p14:tracePt t="10217" x="3073400" y="6635750"/>
          <p14:tracePt t="10278" x="3079750" y="6635750"/>
          <p14:tracePt t="10299" x="3086100" y="6635750"/>
          <p14:tracePt t="10306" x="3092450" y="6635750"/>
          <p14:tracePt t="10327" x="3098800" y="6635750"/>
          <p14:tracePt t="10348" x="3105150" y="6635750"/>
          <p14:tracePt t="10369" x="3117850" y="6635750"/>
          <p14:tracePt t="10376" x="3130550" y="6642100"/>
          <p14:tracePt t="10390" x="3155950" y="6642100"/>
          <p14:tracePt t="10399" x="3175000" y="6642100"/>
          <p14:tracePt t="10415" x="3213100" y="6654800"/>
          <p14:tracePt t="10433" x="3282950" y="6667500"/>
          <p14:tracePt t="10449" x="3378200" y="6680200"/>
          <p14:tracePt t="10466" x="3416300" y="6686550"/>
          <p14:tracePt t="10483" x="3511550" y="6692900"/>
          <p14:tracePt t="10499" x="3562350" y="6705600"/>
          <p14:tracePt t="10516" x="3670300" y="6718300"/>
          <p14:tracePt t="10532" x="3790950" y="6750050"/>
          <p14:tracePt t="10549" x="3854450" y="6756400"/>
          <p14:tracePt t="10566" x="3987800" y="6775450"/>
          <p14:tracePt t="10582" x="4114800" y="6788150"/>
          <p14:tracePt t="10599" x="4184650" y="6794500"/>
          <p14:tracePt t="10615" x="4324350" y="6807200"/>
          <p14:tracePt t="10632" x="4483100" y="6826250"/>
          <p14:tracePt t="10650" x="4667250" y="6826250"/>
          <p14:tracePt t="10666" x="4762500" y="6819900"/>
          <p14:tracePt t="10682" x="4953000" y="6813550"/>
          <p14:tracePt t="10699" x="5143500" y="6826250"/>
          <p14:tracePt t="10715" x="5245100" y="6826250"/>
          <p14:tracePt t="10732" x="5397500" y="6819900"/>
          <p14:tracePt t="10749" x="5568950" y="6800850"/>
          <p14:tracePt t="10765" x="5632450" y="6794500"/>
          <p14:tracePt t="10781" x="5708650" y="6794500"/>
          <p14:tracePt t="10798" x="5911850" y="6781800"/>
          <p14:tracePt t="10815" x="5969000" y="6775450"/>
          <p14:tracePt t="10832" x="6070600" y="6775450"/>
          <p14:tracePt t="10848" x="6115050" y="6762750"/>
          <p14:tracePt t="10864" x="6191250" y="6762750"/>
          <p14:tracePt t="10882" x="6273800" y="6756400"/>
          <p14:tracePt t="10898" x="6311900" y="6756400"/>
          <p14:tracePt t="10914" x="6381750" y="6750050"/>
          <p14:tracePt t="10931" x="6438900" y="6750050"/>
          <p14:tracePt t="10948" x="6470650" y="6750050"/>
          <p14:tracePt t="10965" x="6515100" y="6750050"/>
          <p14:tracePt t="10980" x="6565900" y="6750050"/>
          <p14:tracePt t="10997" x="6584950" y="6750050"/>
          <p14:tracePt t="11014" x="6629400" y="6750050"/>
          <p14:tracePt t="11030" x="6673850" y="6750050"/>
          <p14:tracePt t="11047" x="6699250" y="6743700"/>
          <p14:tracePt t="11064" x="6737350" y="6743700"/>
          <p14:tracePt t="11080" x="6788150" y="6724650"/>
          <p14:tracePt t="11097" x="6813550" y="6724650"/>
          <p14:tracePt t="11114" x="6864350" y="6711950"/>
          <p14:tracePt t="11130" x="6896100" y="6699250"/>
          <p14:tracePt t="11148" x="6946900" y="6673850"/>
          <p14:tracePt t="11164" x="6978650" y="6661150"/>
          <p14:tracePt t="11180" x="7004050" y="6642100"/>
          <p14:tracePt t="11197" x="7054850" y="6610350"/>
          <p14:tracePt t="11213" x="7092950" y="6565900"/>
          <p14:tracePt t="11230" x="7099300" y="6553200"/>
          <p14:tracePt t="11246" x="7118350" y="6508750"/>
          <p14:tracePt t="11263" x="7124700" y="6470650"/>
          <p14:tracePt t="11280" x="7124700" y="6457950"/>
          <p14:tracePt t="11296" x="7124700" y="6407150"/>
          <p14:tracePt t="11313" x="7124700" y="6369050"/>
          <p14:tracePt t="11330" x="7124700" y="6324600"/>
          <p14:tracePt t="11346" x="7124700" y="6305550"/>
          <p14:tracePt t="11363" x="7131050" y="6261100"/>
          <p14:tracePt t="11380" x="7137400" y="6223000"/>
          <p14:tracePt t="11396" x="7137400" y="6203950"/>
          <p14:tracePt t="11412" x="7143750" y="6191250"/>
          <p14:tracePt t="11429" x="7150100" y="6153150"/>
          <p14:tracePt t="11446" x="7150100" y="6140450"/>
          <p14:tracePt t="11463" x="7150100" y="6127750"/>
          <p14:tracePt t="11479" x="7150100" y="6121400"/>
          <p14:tracePt t="11495" x="7150100" y="6108700"/>
          <p14:tracePt t="11513" x="7156450" y="6089650"/>
          <p14:tracePt t="11529" x="7156450" y="6076950"/>
          <p14:tracePt t="11545" x="7156450" y="6057900"/>
          <p14:tracePt t="11562" x="7162800" y="6045200"/>
          <p14:tracePt t="11579" x="7162800" y="6026150"/>
          <p14:tracePt t="11596" x="7169150" y="5975350"/>
          <p14:tracePt t="11612" x="7175500" y="5918200"/>
          <p14:tracePt t="11629" x="7175500" y="5886450"/>
          <p14:tracePt t="11646" x="7175500" y="5848350"/>
          <p14:tracePt t="11661" x="7175500" y="5816600"/>
          <p14:tracePt t="14482" x="7226300" y="5822950"/>
          <p14:tracePt t="14488" x="7296150" y="5854700"/>
          <p14:tracePt t="14504" x="7372350" y="5880100"/>
          <p14:tracePt t="14518" x="7467600" y="5924550"/>
          <p14:tracePt t="14535" x="7651750" y="5994400"/>
          <p14:tracePt t="14552" x="7804150" y="6064250"/>
          <p14:tracePt t="14569" x="7867650" y="6102350"/>
          <p14:tracePt t="14585" x="7969250" y="6159500"/>
          <p14:tracePt t="14602" x="8026400" y="6191250"/>
          <p14:tracePt t="14618" x="8039100" y="6197600"/>
          <p14:tracePt t="14635" x="8045450" y="6203950"/>
          <p14:tracePt t="14668" x="8045450" y="6210300"/>
          <p14:tracePt t="14685" x="8032750" y="6210300"/>
          <p14:tracePt t="14701" x="8020050" y="6210300"/>
          <p14:tracePt t="14735" x="8007350" y="6210300"/>
          <p14:tracePt t="14768" x="7962900" y="6216650"/>
          <p14:tracePt t="14784" x="7893050" y="6229350"/>
          <p14:tracePt t="14801" x="7842250" y="6229350"/>
          <p14:tracePt t="14818" x="7708900" y="6248400"/>
          <p14:tracePt t="14834" x="7556500" y="6248400"/>
          <p14:tracePt t="14851" x="7454900" y="6248400"/>
          <p14:tracePt t="14868" x="7251700" y="6248400"/>
          <p14:tracePt t="14884" x="7073900" y="6235700"/>
          <p14:tracePt t="14900" x="6985000" y="6223000"/>
          <p14:tracePt t="14917" x="6807200" y="6223000"/>
          <p14:tracePt t="14934" x="6667500" y="6216650"/>
          <p14:tracePt t="14951" x="6597650" y="6203950"/>
          <p14:tracePt t="14966" x="6502400" y="6191250"/>
          <p14:tracePt t="14983" x="6426200" y="6191250"/>
          <p14:tracePt t="15001" x="6318250" y="6178550"/>
          <p14:tracePt t="15016" x="6254750" y="6178550"/>
          <p14:tracePt t="15033" x="6191250" y="6184900"/>
          <p14:tracePt t="15050" x="5975350" y="6184900"/>
          <p14:tracePt t="15067" x="5899150" y="6184900"/>
          <p14:tracePt t="15083" x="5848350" y="6184900"/>
          <p14:tracePt t="15100" x="5765800" y="6184900"/>
          <p14:tracePt t="15116" x="5689600" y="6178550"/>
          <p14:tracePt t="15134" x="5626100" y="6178550"/>
          <p14:tracePt t="15150" x="5600700" y="6178550"/>
          <p14:tracePt t="15166" x="5568950" y="6178550"/>
          <p14:tracePt t="15183" x="5549900" y="6191250"/>
          <p14:tracePt t="15216" x="5543550" y="6191250"/>
          <p14:tracePt t="15294" x="5537200" y="6191250"/>
          <p14:tracePt t="15540" x="5524500" y="6210300"/>
          <p14:tracePt t="15555" x="5511800" y="6235700"/>
          <p14:tracePt t="15561" x="5486400" y="6254750"/>
          <p14:tracePt t="15575" x="5473700" y="6286500"/>
          <p14:tracePt t="15584" x="5448300" y="6318250"/>
          <p14:tracePt t="15598" x="5435600" y="6343650"/>
          <p14:tracePt t="15615" x="5403850" y="6381750"/>
          <p14:tracePt t="15632" x="5378450" y="6413500"/>
          <p14:tracePt t="15648" x="5372100" y="6426200"/>
          <p14:tracePt t="15664" x="5359400" y="6432550"/>
          <p14:tracePt t="15681" x="5346700" y="6445250"/>
          <p14:tracePt t="15698" x="5340350" y="6451600"/>
          <p14:tracePt t="15715" x="5334000" y="6464300"/>
          <p14:tracePt t="15731" x="5327650" y="6470650"/>
          <p14:tracePt t="15748" x="5321300" y="6483350"/>
          <p14:tracePt t="15765" x="5308600" y="6496050"/>
          <p14:tracePt t="15798" x="5295900" y="6508750"/>
          <p14:tracePt t="15814" x="5289550" y="6521450"/>
          <p14:tracePt t="15831" x="5283200" y="6527800"/>
          <p14:tracePt t="15848" x="5283200" y="6534150"/>
          <p14:tracePt t="15864" x="5276850" y="6534150"/>
          <p14:tracePt t="15912" x="5270500" y="6540500"/>
          <p14:tracePt t="15982" x="5264150" y="6534150"/>
          <p14:tracePt t="15996" x="5264150" y="6527800"/>
          <p14:tracePt t="16003" x="5264150" y="6521450"/>
          <p14:tracePt t="16017" x="5257800" y="6508750"/>
          <p14:tracePt t="16030" x="5251450" y="6496050"/>
          <p14:tracePt t="16046" x="5226050" y="6426200"/>
          <p14:tracePt t="16063" x="5187950" y="6369050"/>
          <p14:tracePt t="16081" x="5060950" y="6134100"/>
          <p14:tracePt t="16096" x="5010150" y="6051550"/>
          <p14:tracePt t="16113" x="4953000" y="5962650"/>
          <p14:tracePt t="16130" x="4832350" y="5816600"/>
          <p14:tracePt t="16146" x="4737100" y="5702300"/>
          <p14:tracePt t="16163" x="4679950" y="5651500"/>
          <p14:tracePt t="16180" x="4552950" y="5588000"/>
          <p14:tracePt t="16196" x="4419600" y="5556250"/>
          <p14:tracePt t="16213" x="4318000" y="5549900"/>
          <p14:tracePt t="16229" x="4254500" y="5549900"/>
          <p14:tracePt t="16246" x="4133850" y="5562600"/>
          <p14:tracePt t="16263" x="3987800" y="5607050"/>
          <p14:tracePt t="16279" x="3905250" y="5632450"/>
          <p14:tracePt t="16296" x="3733800" y="5689600"/>
          <p14:tracePt t="16313" x="3587750" y="5759450"/>
          <p14:tracePt t="16329" x="3530600" y="5797550"/>
          <p14:tracePt t="16346" x="3416300" y="5854700"/>
          <p14:tracePt t="16362" x="3371850" y="5880100"/>
          <p14:tracePt t="16379" x="3359150" y="5892800"/>
          <p14:tracePt t="16396" x="3340100" y="5905500"/>
          <p14:tracePt t="16412" x="3321050" y="5949950"/>
          <p14:tracePt t="16429" x="3321050" y="5988050"/>
          <p14:tracePt t="16445" x="3308350" y="6070600"/>
          <p14:tracePt t="16462" x="3302000" y="6127750"/>
          <p14:tracePt t="16479" x="3295650" y="6210300"/>
          <p14:tracePt t="16496" x="3295650" y="6223000"/>
          <p14:tracePt t="16512" x="3295650" y="6242050"/>
          <p14:tracePt t="16529" x="3289300" y="6261100"/>
          <p14:tracePt t="16545" x="3289300" y="6273800"/>
          <p14:tracePt t="16561" x="3282950" y="6280150"/>
          <p14:tracePt t="16830" x="3282950" y="6286500"/>
          <p14:tracePt t="16845" x="3276600" y="6286500"/>
          <p14:tracePt t="16851" x="3263900" y="6305550"/>
          <p14:tracePt t="16865" x="3257550" y="6330950"/>
          <p14:tracePt t="16876" x="3244850" y="6350000"/>
          <p14:tracePt t="16894" x="3213100" y="6413500"/>
          <p14:tracePt t="16911" x="3194050" y="6457950"/>
          <p14:tracePt t="16927" x="3155950" y="6521450"/>
          <p14:tracePt t="16944" x="3130550" y="6559550"/>
          <p14:tracePt t="16960" x="3124200" y="6584950"/>
          <p14:tracePt t="16977" x="3111500" y="6610350"/>
          <p14:tracePt t="16993" x="3105150" y="6635750"/>
          <p14:tracePt t="17010" x="3105150" y="6642100"/>
          <p14:tracePt t="17030" x="3105150" y="6648450"/>
          <p14:tracePt t="17043" x="3105150" y="6654800"/>
          <p14:tracePt t="17063" x="3105150" y="6661150"/>
          <p14:tracePt t="17181" x="3111500" y="6661150"/>
          <p14:tracePt t="17202" x="3117850" y="6654800"/>
          <p14:tracePt t="17216" x="3124200" y="6654800"/>
          <p14:tracePt t="17223" x="3130550" y="6648450"/>
          <p14:tracePt t="17237" x="3143250" y="6642100"/>
          <p14:tracePt t="17246" x="3155950" y="6629400"/>
          <p14:tracePt t="17259" x="3175000" y="6616700"/>
          <p14:tracePt t="17276" x="3276600" y="6553200"/>
          <p14:tracePt t="17293" x="3448050" y="6470650"/>
          <p14:tracePt t="17309" x="3556000" y="6419850"/>
          <p14:tracePt t="17325" x="3689350" y="6375400"/>
          <p14:tracePt t="17342" x="3981450" y="6280150"/>
          <p14:tracePt t="17359" x="4368800" y="6172200"/>
          <p14:tracePt t="17375" x="4591050" y="6146800"/>
          <p14:tracePt t="17392" x="4965700" y="6121400"/>
          <p14:tracePt t="17408" x="5314950" y="6108700"/>
          <p14:tracePt t="17426" x="5632450" y="6134100"/>
          <p14:tracePt t="17442" x="5803900" y="6159500"/>
          <p14:tracePt t="17459" x="6178550" y="6223000"/>
          <p14:tracePt t="17476" x="6648450" y="6299200"/>
          <p14:tracePt t="17491" x="6870700" y="6337300"/>
          <p14:tracePt t="17508" x="7251700" y="6413500"/>
          <p14:tracePt t="17525" x="7518400" y="6451600"/>
          <p14:tracePt t="17541" x="7632700" y="6470650"/>
          <p14:tracePt t="17559" x="7810500" y="6502400"/>
          <p14:tracePt t="17575" x="7969250" y="6546850"/>
          <p14:tracePt t="17591" x="8077200" y="6572250"/>
          <p14:tracePt t="17609" x="8280400" y="6610350"/>
          <p14:tracePt t="17624" x="8356600" y="6610350"/>
          <p14:tracePt t="17641" x="8464550" y="6610350"/>
          <p14:tracePt t="17658" x="8521700" y="6610350"/>
          <p14:tracePt t="17675" x="8553450" y="6604000"/>
          <p14:tracePt t="17691" x="8585200" y="6597650"/>
          <p14:tracePt t="17708" x="8604250" y="6578600"/>
          <p14:tracePt t="17724" x="8616950" y="6572250"/>
          <p14:tracePt t="17741" x="8623300" y="6565900"/>
          <p14:tracePt t="17757" x="8623300" y="6559550"/>
          <p14:tracePt t="17791" x="8623300" y="6553200"/>
          <p14:tracePt t="17896" x="8616950" y="6553200"/>
          <p14:tracePt t="17917" x="8610600" y="6553200"/>
          <p14:tracePt t="17925" x="8604250" y="6559550"/>
          <p14:tracePt t="17938" x="8591550" y="6559550"/>
          <p14:tracePt t="17945" x="8572500" y="6572250"/>
          <p14:tracePt t="17960" x="8553450" y="6578600"/>
          <p14:tracePt t="17973" x="8502650" y="6604000"/>
          <p14:tracePt t="17990" x="8375650" y="6642100"/>
          <p14:tracePt t="18007" x="8312150" y="6673850"/>
          <p14:tracePt t="18023" x="8178800" y="6711950"/>
          <p14:tracePt t="18040" x="8089900" y="6737350"/>
          <p14:tracePt t="18043" x="8070850" y="6743700"/>
          <p14:tracePt t="18059" x="8058150" y="6743700"/>
          <p14:tracePt t="18073" x="8045450" y="6750050"/>
          <p14:tracePt t="18089" x="8039100" y="6750050"/>
          <p14:tracePt t="18156" x="8039100" y="6743700"/>
          <p14:tracePt t="18177" x="8045450" y="6743700"/>
          <p14:tracePt t="18191" x="8051800" y="6731000"/>
          <p14:tracePt t="18197" x="8064500" y="6724650"/>
          <p14:tracePt t="18206" x="8077200" y="6711950"/>
          <p14:tracePt t="18222" x="8102600" y="6686550"/>
          <p14:tracePt t="18240" x="8166100" y="6629400"/>
          <p14:tracePt t="18255" x="8216900" y="6578600"/>
          <p14:tracePt t="18272" x="8318500" y="6477000"/>
          <p14:tracePt t="18289" x="8439150" y="6356350"/>
          <p14:tracePt t="18306" x="8489950" y="6299200"/>
          <p14:tracePt t="18322" x="8585200" y="6191250"/>
          <p14:tracePt t="18339" x="8648700" y="6115050"/>
          <p14:tracePt t="18355" x="8667750" y="6083300"/>
          <p14:tracePt t="18373" x="8699500" y="6026150"/>
          <p14:tracePt t="18388" x="8705850" y="6007100"/>
          <p14:tracePt t="18422" x="8705850" y="6000750"/>
          <p14:tracePt t="18438" x="8699500" y="6000750"/>
          <p14:tracePt t="18458" x="8693150" y="6000750"/>
          <p14:tracePt t="18478" x="8686800" y="6000750"/>
          <p14:tracePt t="18488" x="8680450" y="6000750"/>
          <p14:tracePt t="18505" x="8667750" y="6000750"/>
          <p14:tracePt t="18521" x="8661400" y="6000750"/>
          <p14:tracePt t="18538" x="8655050" y="6000750"/>
          <p14:tracePt t="18555" x="8616950" y="6007100"/>
          <p14:tracePt t="18571" x="8578850" y="6007100"/>
          <p14:tracePt t="18588" x="8540750" y="6013450"/>
          <p14:tracePt t="18605" x="8331200" y="6051550"/>
          <p14:tracePt t="18621" x="8261350" y="6070600"/>
          <p14:tracePt t="18638" x="8185150" y="6083300"/>
          <p14:tracePt t="18654" x="8039100" y="6121400"/>
          <p14:tracePt t="18671" x="7905750" y="6159500"/>
          <p14:tracePt t="18688" x="7829550" y="6178550"/>
          <p14:tracePt t="18704" x="7658100" y="6216650"/>
          <p14:tracePt t="18720" x="7473950" y="6235700"/>
          <p14:tracePt t="18738" x="7308850" y="6248400"/>
          <p14:tracePt t="18754" x="7232650" y="6248400"/>
          <p14:tracePt t="18770" x="7092950" y="6248400"/>
          <p14:tracePt t="18787" x="6997700" y="6235700"/>
          <p14:tracePt t="18804" x="6972300" y="6229350"/>
          <p14:tracePt t="18820" x="6946900" y="6229350"/>
          <p14:tracePt t="18837" x="6927850" y="6203950"/>
          <p14:tracePt t="18853" x="6934200" y="6197600"/>
          <p14:tracePt t="18870" x="6946900" y="6178550"/>
          <p14:tracePt t="19183" x="6870700" y="6178550"/>
          <p14:tracePt t="19190" x="6769100" y="6210300"/>
          <p14:tracePt t="19202" x="6648450" y="6235700"/>
          <p14:tracePt t="19219" x="6419850" y="6273800"/>
          <p14:tracePt t="19235" x="6330950" y="6305550"/>
          <p14:tracePt t="19253" x="6121400" y="6350000"/>
          <p14:tracePt t="19268" x="6000750" y="6381750"/>
          <p14:tracePt t="19285" x="5969000" y="6394450"/>
          <p14:tracePt t="19303" x="5924550" y="6407150"/>
          <p14:tracePt t="19319" x="5918200" y="6419850"/>
          <p14:tracePt t="19352" x="5918200" y="6426200"/>
          <p14:tracePt t="19379" x="5924550" y="6426200"/>
          <p14:tracePt t="19394" x="5937250" y="6426200"/>
          <p14:tracePt t="19402" x="5949950" y="6426200"/>
          <p14:tracePt t="19418" x="5988050" y="6426200"/>
          <p14:tracePt t="19435" x="6127750" y="6438900"/>
          <p14:tracePt t="19452" x="6381750" y="6451600"/>
          <p14:tracePt t="19468" x="6559550" y="6464300"/>
          <p14:tracePt t="19485" x="6978650" y="6464300"/>
          <p14:tracePt t="19502" x="7397750" y="6451600"/>
          <p14:tracePt t="19518" x="7588250" y="6438900"/>
          <p14:tracePt t="19535" x="7867650" y="6419850"/>
          <p14:tracePt t="19551" x="8108950" y="6375400"/>
          <p14:tracePt t="19568" x="8267700" y="6337300"/>
          <p14:tracePt t="19584" x="8331200" y="6330950"/>
          <p14:tracePt t="19601" x="8375650" y="6318250"/>
          <p14:tracePt t="19618" x="8407400" y="6305550"/>
          <p14:tracePt t="19634" x="8413750" y="6305550"/>
          <p14:tracePt t="19688" x="8413750" y="6299200"/>
          <p14:tracePt t="19709" x="8407400" y="6299200"/>
          <p14:tracePt t="19723" x="8401050" y="6299200"/>
          <p14:tracePt t="19744" x="8394700" y="6299200"/>
          <p14:tracePt t="19752" x="8375650" y="6305550"/>
          <p14:tracePt t="19758" x="8337550" y="6305550"/>
          <p14:tracePt t="19772" x="8274050" y="6318250"/>
          <p14:tracePt t="19783" x="8191500" y="6318250"/>
          <p14:tracePt t="19801" x="7988300" y="6324600"/>
          <p14:tracePt t="19817" x="7835900" y="6337300"/>
          <p14:tracePt t="19834" x="7493000" y="6337300"/>
          <p14:tracePt t="19850" x="7086600" y="6362700"/>
          <p14:tracePt t="19867" x="6877050" y="6375400"/>
          <p14:tracePt t="19884" x="6426200" y="6388100"/>
          <p14:tracePt t="19900" x="6019800" y="6419850"/>
          <p14:tracePt t="19917" x="5829300" y="6445250"/>
          <p14:tracePt t="19934" x="5543550" y="6477000"/>
          <p14:tracePt t="19949" x="5429250" y="6483350"/>
          <p14:tracePt t="19967" x="5175250" y="6521450"/>
          <p14:tracePt t="19983" x="4991100" y="6540500"/>
          <p14:tracePt t="20000" x="4940300" y="6540500"/>
          <p14:tracePt t="20016" x="4902200" y="6553200"/>
          <p14:tracePt t="20033" x="4876800" y="6553200"/>
          <p14:tracePt t="20151" x="4870450" y="6553200"/>
          <p14:tracePt t="20166" x="4864100" y="6553200"/>
          <p14:tracePt t="20172" x="4857750" y="6553200"/>
          <p14:tracePt t="20182" x="4851400" y="6553200"/>
          <p14:tracePt t="20199" x="4838700" y="6553200"/>
          <p14:tracePt t="20215" x="4819650" y="6553200"/>
          <p14:tracePt t="20232" x="4806950" y="6553200"/>
          <p14:tracePt t="20250" x="4749800" y="6553200"/>
          <p14:tracePt t="20265" x="4737100" y="6553200"/>
          <p14:tracePt t="20282" x="4724400" y="6546850"/>
          <p14:tracePt t="20299" x="4699000" y="6546850"/>
          <p14:tracePt t="20315" x="4692650" y="6546850"/>
          <p14:tracePt t="20361" x="4686300" y="6553200"/>
          <p14:tracePt t="20460" x="4692650" y="6553200"/>
          <p14:tracePt t="20473" x="4705350" y="6553200"/>
          <p14:tracePt t="20480" x="4718050" y="6553200"/>
          <p14:tracePt t="20494" x="4756150" y="6559550"/>
          <p14:tracePt t="20502" x="4800600" y="6565900"/>
          <p14:tracePt t="20517" x="4864100" y="6578600"/>
          <p14:tracePt t="20531" x="5086350" y="6610350"/>
          <p14:tracePt t="20548" x="5213350" y="6616700"/>
          <p14:tracePt t="20565" x="5467350" y="6661150"/>
          <p14:tracePt t="20581" x="5594350" y="6673850"/>
          <p14:tracePt t="20598" x="5810250" y="6711950"/>
          <p14:tracePt t="20614" x="5962650" y="6724650"/>
          <p14:tracePt t="20631" x="6019800" y="6724650"/>
          <p14:tracePt t="20647" x="6064250" y="6724650"/>
          <p14:tracePt t="20664" x="6083300" y="6724650"/>
          <p14:tracePt t="20681" x="6089650" y="6724650"/>
          <p14:tracePt t="20726" x="6096000" y="6724650"/>
          <p14:tracePt t="20761" x="6096000" y="6731000"/>
          <p14:tracePt t="20782" x="6108700" y="6731000"/>
          <p14:tracePt t="20796" x="6121400" y="6731000"/>
          <p14:tracePt t="20803" x="6134100" y="6731000"/>
          <p14:tracePt t="20813" x="6153150" y="6731000"/>
          <p14:tracePt t="20830" x="6184900" y="6731000"/>
          <p14:tracePt t="20846" x="6299200" y="6724650"/>
          <p14:tracePt t="20863" x="6388100" y="6705600"/>
          <p14:tracePt t="20880" x="6724650" y="6642100"/>
          <p14:tracePt t="20896" x="6826250" y="6623050"/>
          <p14:tracePt t="20913" x="6927850" y="6604000"/>
          <p14:tracePt t="20930" x="7112000" y="6553200"/>
          <p14:tracePt t="20946" x="7207250" y="6534150"/>
          <p14:tracePt t="20963" x="7239000" y="6527800"/>
          <p14:tracePt t="20979" x="7264400" y="6515100"/>
          <p14:tracePt t="20996" x="7270750" y="6515100"/>
          <p14:tracePt t="21054" x="7264400" y="6515100"/>
          <p14:tracePt t="21063" x="7251700" y="6515100"/>
          <p14:tracePt t="21077" x="7226300" y="6521450"/>
          <p14:tracePt t="21083" x="7194550" y="6521450"/>
          <p14:tracePt t="21095" x="7137400" y="6521450"/>
          <p14:tracePt t="21113" x="6934200" y="6521450"/>
          <p14:tracePt t="21129" x="6794500" y="6521450"/>
          <p14:tracePt t="21146" x="6432550" y="6515100"/>
          <p14:tracePt t="21162" x="5911850" y="6515100"/>
          <p14:tracePt t="21179" x="5651500" y="6515100"/>
          <p14:tracePt t="21196" x="5181600" y="6515100"/>
          <p14:tracePt t="21212" x="4978400" y="6515100"/>
          <p14:tracePt t="21229" x="4597400" y="6534150"/>
          <p14:tracePt t="21245" x="4343400" y="6546850"/>
          <p14:tracePt t="21262" x="4241800" y="6546850"/>
          <p14:tracePt t="21279" x="4076700" y="6553200"/>
          <p14:tracePt t="21295" x="3937000" y="6553200"/>
          <p14:tracePt t="21312" x="3886200" y="6553200"/>
          <p14:tracePt t="21329" x="3835400" y="6553200"/>
          <p14:tracePt t="21345" x="3816350" y="6553200"/>
          <p14:tracePt t="21361" x="3810000" y="6553200"/>
          <p14:tracePt t="21378" x="3810000" y="6565900"/>
          <p14:tracePt t="21395" x="3816350" y="6572250"/>
          <p14:tracePt t="21737" x="3733800" y="6559550"/>
          <p14:tracePt t="21745" x="3644900" y="6534150"/>
          <p14:tracePt t="21758" x="3562350" y="6502400"/>
          <p14:tracePt t="21765" x="3486150" y="6470650"/>
          <p14:tracePt t="21776" x="3429000" y="6445250"/>
          <p14:tracePt t="21794" x="3340100" y="6388100"/>
          <p14:tracePt t="21810" x="3295650" y="6362700"/>
          <p14:tracePt t="21827" x="3251200" y="6343650"/>
          <p14:tracePt t="21843" x="3073400" y="6280150"/>
          <p14:tracePt t="21860" x="3003550" y="6261100"/>
          <p14:tracePt t="21877" x="2870200" y="6203950"/>
          <p14:tracePt t="21893" x="2762250" y="6178550"/>
          <p14:tracePt t="21910" x="2705100" y="6165850"/>
          <p14:tracePt t="21926" x="2628900" y="6159500"/>
          <p14:tracePt t="21943" x="2571750" y="6146800"/>
          <p14:tracePt t="21959" x="2482850" y="6140450"/>
          <p14:tracePt t="21976" x="2400300" y="6140450"/>
          <p14:tracePt t="21993" x="2362200" y="6140450"/>
          <p14:tracePt t="22010" x="2311400" y="6140450"/>
          <p14:tracePt t="22026" x="2298700" y="6140450"/>
          <p14:tracePt t="22043" x="2286000" y="6146800"/>
          <p14:tracePt t="22059" x="2266950" y="6153150"/>
          <p14:tracePt t="22076" x="2247900" y="6153150"/>
          <p14:tracePt t="22092" x="2235200" y="6159500"/>
          <p14:tracePt t="22109" x="2222500" y="6165850"/>
          <p14:tracePt t="22125" x="2203450" y="6172200"/>
          <p14:tracePt t="22143" x="2178050" y="6178550"/>
          <p14:tracePt t="22158" x="2165350" y="6178550"/>
          <p14:tracePt t="22175" x="2146300" y="6184900"/>
          <p14:tracePt t="22192" x="2095500" y="6210300"/>
          <p14:tracePt t="22209" x="2076450" y="6216650"/>
          <p14:tracePt t="22225" x="2063750" y="6223000"/>
          <p14:tracePt t="22242" x="2044700" y="6229350"/>
          <p14:tracePt t="22258" x="2038350" y="6235700"/>
          <p14:tracePt t="22275" x="2032000" y="6242050"/>
          <p14:tracePt t="22291" x="2019300" y="6242050"/>
          <p14:tracePt t="22309" x="2006600" y="6242050"/>
          <p14:tracePt t="22341" x="2000250" y="6242050"/>
          <p14:tracePt t="22627" x="1993900" y="6248400"/>
          <p14:tracePt t="22634" x="1987550" y="6254750"/>
          <p14:tracePt t="22648" x="1974850" y="6261100"/>
          <p14:tracePt t="22657" x="1968500" y="6273800"/>
          <p14:tracePt t="22674" x="1962150" y="6280150"/>
          <p14:tracePt t="22690" x="1949450" y="6292850"/>
          <p14:tracePt t="22707" x="1949450" y="6299200"/>
          <p14:tracePt t="22725" x="1943100" y="6299200"/>
          <p14:tracePt t="22767" x="1943100" y="6305550"/>
          <p14:tracePt t="22845" x="1943100" y="6311900"/>
          <p14:tracePt t="22865" x="1949450" y="6311900"/>
          <p14:tracePt t="22879" x="1955800" y="6311900"/>
          <p14:tracePt t="22886" x="1962150" y="6311900"/>
          <p14:tracePt t="22915" x="1974850" y="6311900"/>
          <p14:tracePt t="22928" x="1981200" y="6311900"/>
          <p14:tracePt t="22935" x="1987550" y="6311900"/>
          <p14:tracePt t="22950" x="2012950" y="6318250"/>
          <p14:tracePt t="22959" x="2038350" y="6318250"/>
          <p14:tracePt t="22973" x="2070100" y="6318250"/>
          <p14:tracePt t="22989" x="2133600" y="6318250"/>
          <p14:tracePt t="23006" x="2216150" y="6318250"/>
          <p14:tracePt t="23022" x="2266950" y="6318250"/>
          <p14:tracePt t="23039" x="2355850" y="6318250"/>
          <p14:tracePt t="23057" x="2444750" y="6318250"/>
          <p14:tracePt t="23072" x="2489200" y="6330950"/>
          <p14:tracePt t="23076" x="2527300" y="6330950"/>
          <p14:tracePt t="23092" x="2559050" y="6337300"/>
          <p14:tracePt t="23105" x="2609850" y="6343650"/>
          <p14:tracePt t="23122" x="2616200" y="6343650"/>
          <p14:tracePt t="23139" x="2641600" y="6343650"/>
          <p14:tracePt t="23156" x="2647950" y="6350000"/>
          <p14:tracePt t="23172" x="2654300" y="6350000"/>
          <p14:tracePt t="23209" x="2660650" y="6350000"/>
          <p14:tracePt t="23237" x="2673350" y="6350000"/>
          <p14:tracePt t="23244" x="2679700" y="6350000"/>
          <p14:tracePt t="23258" x="2679700" y="6356350"/>
          <p14:tracePt t="23272" x="2692400" y="6362700"/>
          <p14:tracePt t="23289" x="2711450" y="6362700"/>
          <p14:tracePt t="23305" x="2724150" y="6369050"/>
          <p14:tracePt t="23322" x="2755900" y="6381750"/>
          <p14:tracePt t="23338" x="2806700" y="6381750"/>
          <p14:tracePt t="23356" x="2863850" y="6388100"/>
          <p14:tracePt t="23372" x="2895600" y="6388100"/>
          <p14:tracePt t="23388" x="2940050" y="6388100"/>
          <p14:tracePt t="23405" x="2990850" y="6388100"/>
          <p14:tracePt t="23421" x="3009900" y="6388100"/>
          <p14:tracePt t="23438" x="3028950" y="6388100"/>
          <p14:tracePt t="23455" x="3067050" y="6388100"/>
          <p14:tracePt t="23471" x="3079750" y="6388100"/>
          <p14:tracePt t="23488" x="3086100" y="6388100"/>
          <p14:tracePt t="23504" x="3105150" y="6388100"/>
          <p14:tracePt t="23521" x="3117850" y="6388100"/>
          <p14:tracePt t="23539" x="3143250" y="6394450"/>
          <p14:tracePt t="23554" x="3155950" y="6394450"/>
          <p14:tracePt t="23571" x="3181350" y="6394450"/>
          <p14:tracePt t="23589" x="3206750" y="6394450"/>
          <p14:tracePt t="23604" x="3219450" y="6394450"/>
          <p14:tracePt t="23620" x="3257550" y="6394450"/>
          <p14:tracePt t="23637" x="3289300" y="6394450"/>
          <p14:tracePt t="23653" x="3314700" y="6394450"/>
          <p14:tracePt t="23671" x="3346450" y="6388100"/>
          <p14:tracePt t="23687" x="3384550" y="6388100"/>
          <p14:tracePt t="23703" x="3397250" y="6388100"/>
          <p14:tracePt t="23721" x="3429000" y="6388100"/>
          <p14:tracePt t="23737" x="3460750" y="6388100"/>
          <p14:tracePt t="23753" x="3486150" y="6388100"/>
          <p14:tracePt t="23770" x="3549650" y="6388100"/>
          <p14:tracePt t="23786" x="3594100" y="6388100"/>
          <p14:tracePt t="23803" x="3695700" y="6388100"/>
          <p14:tracePt t="23820" x="3835400" y="6394450"/>
          <p14:tracePt t="23836" x="3911600" y="6407150"/>
          <p14:tracePt t="23853" x="4070350" y="6438900"/>
          <p14:tracePt t="23869" x="4171950" y="6470650"/>
          <p14:tracePt t="23886" x="4184650" y="6477000"/>
          <p14:tracePt t="23903" x="4197350" y="6496050"/>
          <p14:tracePt t="23919" x="4184650" y="6508750"/>
          <p14:tracePt t="23936" x="4165600" y="6508750"/>
          <p14:tracePt t="23953" x="4095750" y="6521450"/>
          <p14:tracePt t="23969" x="3962400" y="6534150"/>
          <p14:tracePt t="23986" x="3873500" y="6534150"/>
          <p14:tracePt t="24003" x="3683000" y="6534150"/>
          <p14:tracePt t="24019" x="3467100" y="6521450"/>
          <p14:tracePt t="24036" x="3263900" y="6508750"/>
          <p14:tracePt t="24052" x="3187700" y="6508750"/>
          <p14:tracePt t="24069" x="3124200" y="6508750"/>
          <p14:tracePt t="24086" x="3022600" y="6508750"/>
          <p14:tracePt t="24102" x="3009900" y="6508750"/>
          <p14:tracePt t="24122" x="3003550" y="6508750"/>
          <p14:tracePt t="24135" x="2997200" y="6508750"/>
          <p14:tracePt t="24198" x="2997200" y="6502400"/>
          <p14:tracePt t="24226" x="3003550" y="6502400"/>
          <p14:tracePt t="24268" x="3009900" y="6496050"/>
          <p14:tracePt t="24282" x="3016250" y="6496050"/>
          <p14:tracePt t="24317" x="3022600" y="6496050"/>
          <p14:tracePt t="24338" x="3028950" y="6489700"/>
          <p14:tracePt t="24359" x="3035300" y="6489700"/>
          <p14:tracePt t="24366" x="3041650" y="6489700"/>
          <p14:tracePt t="24401" x="3048000" y="6489700"/>
          <p14:tracePt t="24429" x="3054350" y="6489700"/>
          <p14:tracePt t="24450" x="3060700" y="6489700"/>
          <p14:tracePt t="24457" x="3067050" y="6489700"/>
          <p14:tracePt t="24478" x="3079750" y="6489700"/>
          <p14:tracePt t="24492" x="3092450" y="6489700"/>
          <p14:tracePt t="24500" x="3111500" y="6496050"/>
          <p14:tracePt t="24517" x="3136900" y="6508750"/>
          <p14:tracePt t="24534" x="3257550" y="6515100"/>
          <p14:tracePt t="24550" x="3422650" y="6546850"/>
          <p14:tracePt t="24567" x="3530600" y="6553200"/>
          <p14:tracePt t="24584" x="3797300" y="6584950"/>
          <p14:tracePt t="24600" x="4083050" y="6629400"/>
          <p14:tracePt t="24618" x="4368800" y="6654800"/>
          <p14:tracePt t="24634" x="4495800" y="6673850"/>
          <p14:tracePt t="24650" x="4762500" y="6686550"/>
          <p14:tracePt t="24668" x="4965700" y="6718300"/>
          <p14:tracePt t="24683" x="5041900" y="6724650"/>
          <p14:tracePt t="24700" x="5118100" y="6724650"/>
          <p14:tracePt t="24717" x="5270500" y="6750050"/>
          <p14:tracePt t="24733" x="5308600" y="6750050"/>
          <p14:tracePt t="24750" x="5346700" y="6750050"/>
          <p14:tracePt t="24766" x="5422900" y="6750050"/>
          <p14:tracePt t="24783" x="5492750" y="6750050"/>
          <p14:tracePt t="24800" x="5543550" y="6750050"/>
          <p14:tracePt t="24816" x="5568950" y="6750050"/>
          <p14:tracePt t="24833" x="5626100" y="6750050"/>
          <p14:tracePt t="24850" x="5695950" y="6750050"/>
          <p14:tracePt t="24866" x="5746750" y="6750050"/>
          <p14:tracePt t="24883" x="5861050" y="6762750"/>
          <p14:tracePt t="24900" x="5994400" y="6769100"/>
          <p14:tracePt t="24916" x="6070600" y="6781800"/>
          <p14:tracePt t="24933" x="6261100" y="6781800"/>
          <p14:tracePt t="24949" x="6451600" y="6775450"/>
          <p14:tracePt t="24966" x="6553200" y="6769100"/>
          <p14:tracePt t="24983" x="6775450" y="6737350"/>
          <p14:tracePt t="24999" x="6978650" y="6705600"/>
          <p14:tracePt t="25015" x="7080250" y="6673850"/>
          <p14:tracePt t="25033" x="7251700" y="6642100"/>
          <p14:tracePt t="25049" x="7308850" y="6623050"/>
          <p14:tracePt t="25065" x="7404100" y="6597650"/>
          <p14:tracePt t="25082" x="7442200" y="6584950"/>
          <p14:tracePt t="25099" x="7448550" y="6584950"/>
          <p14:tracePt t="25116" x="7454900" y="6578600"/>
          <p14:tracePt t="25151" x="7448550" y="6578600"/>
          <p14:tracePt t="25158" x="7442200" y="6578600"/>
          <p14:tracePt t="25179" x="7435850" y="6578600"/>
          <p14:tracePt t="25194" x="7429500" y="6578600"/>
          <p14:tracePt t="25201" x="7423150" y="6578600"/>
          <p14:tracePt t="25214" x="7416800" y="6578600"/>
          <p14:tracePt t="25231" x="7372350" y="6559550"/>
          <p14:tracePt t="25248" x="7334250" y="6546850"/>
          <p14:tracePt t="25265" x="7181850" y="6489700"/>
          <p14:tracePt t="25281" x="6946900" y="6388100"/>
          <p14:tracePt t="25299" x="6515100" y="6235700"/>
          <p14:tracePt t="25315" x="6273800" y="6146800"/>
          <p14:tracePt t="25331" x="6019800" y="6070600"/>
          <p14:tracePt t="25348" x="5137150" y="5829300"/>
          <p14:tracePt t="25364" x="4857750" y="5765800"/>
          <p14:tracePt t="25381" x="4610100" y="5721350"/>
          <p14:tracePt t="25398" x="4197350" y="5670550"/>
          <p14:tracePt t="25415" x="3841750" y="5645150"/>
          <p14:tracePt t="25432" x="3702050" y="5645150"/>
          <p14:tracePt t="25447" x="3524250" y="5645150"/>
          <p14:tracePt t="25464" x="3397250" y="5645150"/>
          <p14:tracePt t="25481" x="3314700" y="5645150"/>
          <p14:tracePt t="25497" x="3263900" y="5651500"/>
          <p14:tracePt t="25514" x="3194050" y="5670550"/>
          <p14:tracePt t="25530" x="3124200" y="5683250"/>
          <p14:tracePt t="25547" x="3092450" y="5683250"/>
          <p14:tracePt t="25564" x="3054350" y="5695950"/>
          <p14:tracePt t="25580" x="3035300" y="5702300"/>
          <p14:tracePt t="25597" x="3028950" y="5708650"/>
          <p14:tracePt t="25614" x="3016250" y="5721350"/>
          <p14:tracePt t="25630" x="3003550" y="5734050"/>
          <p14:tracePt t="25647" x="2990850" y="5740400"/>
          <p14:tracePt t="25664" x="2965450" y="5772150"/>
          <p14:tracePt t="25679" x="2946400" y="5797550"/>
          <p14:tracePt t="25697" x="2914650" y="5861050"/>
          <p14:tracePt t="25714" x="2876550" y="5899150"/>
          <p14:tracePt t="25730" x="2863850" y="5924550"/>
          <p14:tracePt t="25747" x="2825750" y="5949950"/>
          <p14:tracePt t="25763" x="2806700" y="5969000"/>
          <p14:tracePt t="25780" x="2806700" y="5975350"/>
          <p14:tracePt t="25797" x="2800350" y="5981700"/>
          <p14:tracePt t="25813" x="2794000" y="5981700"/>
          <p14:tracePt t="25951" x="2800350" y="5981700"/>
          <p14:tracePt t="25979" x="2806700" y="5981700"/>
          <p14:tracePt t="25993" x="2813050" y="5981700"/>
          <p14:tracePt t="26000" x="2819400" y="5981700"/>
          <p14:tracePt t="26015" x="2838450" y="5981700"/>
          <p14:tracePt t="26029" x="2870200" y="5994400"/>
          <p14:tracePt t="26045" x="2984500" y="6007100"/>
          <p14:tracePt t="26063" x="3200400" y="6032500"/>
          <p14:tracePt t="26079" x="3359150" y="6038850"/>
          <p14:tracePt t="26095" x="3714750" y="6064250"/>
          <p14:tracePt t="26112" x="4108450" y="6076950"/>
          <p14:tracePt t="26129" x="4267200" y="6076950"/>
          <p14:tracePt t="26132" x="4457700" y="6089650"/>
          <p14:tracePt t="26145" x="4597400" y="6089650"/>
          <p14:tracePt t="26162" x="4838700" y="6102350"/>
          <p14:tracePt t="26178" x="4940300" y="6102350"/>
          <p14:tracePt t="26195" x="5105400" y="6089650"/>
          <p14:tracePt t="26211" x="5257800" y="6076950"/>
          <p14:tracePt t="26228" x="5321300" y="6076950"/>
          <p14:tracePt t="26246" x="5429250" y="6064250"/>
          <p14:tracePt t="26261" x="5499100" y="6064250"/>
          <p14:tracePt t="26278" x="5537200" y="6051550"/>
          <p14:tracePt t="26295" x="5600700" y="6038850"/>
          <p14:tracePt t="26311" x="5638800" y="6032500"/>
          <p14:tracePt t="26329" x="5759450" y="6013450"/>
          <p14:tracePt t="26345" x="5822950" y="6013450"/>
          <p14:tracePt t="26361" x="5886450" y="6013450"/>
          <p14:tracePt t="26377" x="6032500" y="6007100"/>
          <p14:tracePt t="26394" x="6172200" y="6007100"/>
          <p14:tracePt t="26411" x="6248400" y="6007100"/>
          <p14:tracePt t="26428" x="6419850" y="6026150"/>
          <p14:tracePt t="26444" x="6572250" y="6045200"/>
          <p14:tracePt t="26461" x="6648450" y="6057900"/>
          <p14:tracePt t="26477" x="6807200" y="6064250"/>
          <p14:tracePt t="26494" x="6896100" y="6076950"/>
          <p14:tracePt t="26510" x="7073900" y="6083300"/>
          <p14:tracePt t="26527" x="7302500" y="6096000"/>
          <p14:tracePt t="26544" x="7518400" y="6089650"/>
          <p14:tracePt t="26562" x="7734300" y="6089650"/>
          <p14:tracePt t="26577" x="7861300" y="6089650"/>
          <p14:tracePt t="26594" x="8001000" y="6070600"/>
          <p14:tracePt t="26610" x="8331200" y="6051550"/>
          <p14:tracePt t="26627" x="8432800" y="6038850"/>
          <p14:tracePt t="26643" x="8534400" y="6032500"/>
          <p14:tracePt t="26647" x="8636000" y="6019800"/>
          <p14:tracePt t="26660" x="8718550" y="6007100"/>
          <p14:tracePt t="26677" x="8801100" y="5994400"/>
          <p14:tracePt t="26694" x="8839200" y="5981700"/>
          <p14:tracePt t="26709" x="8845550" y="5975350"/>
          <p14:tracePt t="26726" x="8851900" y="5975350"/>
          <p14:tracePt t="26792" x="8851900" y="5962650"/>
          <p14:tracePt t="26799" x="8870950" y="594995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 students. but the </a:t>
            </a:r>
            <a:r>
              <a:rPr lang="en-US" altLang="en-US" kern="0" spc="-150" dirty="0" err="1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858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is in the 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321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81"/>
    </mc:Choice>
    <mc:Fallback>
      <p:transition spd="slow" advTm="12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015" x="8864600" y="5956300"/>
          <p14:tracePt t="7022" x="8832850" y="5969000"/>
          <p14:tracePt t="7035" x="8801100" y="5994400"/>
          <p14:tracePt t="7052" x="8731250" y="6032500"/>
          <p14:tracePt t="7069" x="8667750" y="6051550"/>
          <p14:tracePt t="7085" x="8597900" y="6083300"/>
          <p14:tracePt t="7102" x="8566150" y="6089650"/>
          <p14:tracePt t="7118" x="8540750" y="6096000"/>
          <p14:tracePt t="7135" x="8509000" y="6108700"/>
          <p14:tracePt t="7151" x="8483600" y="6115050"/>
          <p14:tracePt t="7168" x="8470900" y="6121400"/>
          <p14:tracePt t="7185" x="8439150" y="6121400"/>
          <p14:tracePt t="7201" x="8413750" y="6127750"/>
          <p14:tracePt t="7218" x="8401050" y="6127750"/>
          <p14:tracePt t="7235" x="8375650" y="6134100"/>
          <p14:tracePt t="7251" x="8356600" y="6140450"/>
          <p14:tracePt t="7268" x="8331200" y="6140450"/>
          <p14:tracePt t="7284" x="8305800" y="6140450"/>
          <p14:tracePt t="7301" x="8280400" y="6146800"/>
          <p14:tracePt t="7318" x="8216900" y="6153150"/>
          <p14:tracePt t="7334" x="8172450" y="6153150"/>
          <p14:tracePt t="7351" x="8083550" y="6184900"/>
          <p14:tracePt t="7367" x="8020050" y="6210300"/>
          <p14:tracePt t="7384" x="7969250" y="6223000"/>
          <p14:tracePt t="7401" x="7899400" y="6235700"/>
          <p14:tracePt t="7417" x="7861300" y="6235700"/>
          <p14:tracePt t="7421" x="7835900" y="6242050"/>
          <p14:tracePt t="7434" x="7816850" y="6242050"/>
          <p14:tracePt t="7451" x="7753350" y="6235700"/>
          <p14:tracePt t="7467" x="7715250" y="6229350"/>
          <p14:tracePt t="7484" x="7639050" y="6197600"/>
          <p14:tracePt t="7500" x="7588250" y="6178550"/>
          <p14:tracePt t="7517" x="7550150" y="6165850"/>
          <p14:tracePt t="7534" x="7480300" y="6146800"/>
          <p14:tracePt t="7550" x="7435850" y="6127750"/>
          <p14:tracePt t="7567" x="7391400" y="6108700"/>
          <p14:tracePt t="7583" x="7321550" y="6076950"/>
          <p14:tracePt t="7600" x="7270750" y="6057900"/>
          <p14:tracePt t="7617" x="7219950" y="6038850"/>
          <p14:tracePt t="7633" x="7156450" y="6019800"/>
          <p14:tracePt t="7650" x="7124700" y="6013450"/>
          <p14:tracePt t="7667" x="7086600" y="6000750"/>
          <p14:tracePt t="7683" x="7073900" y="5988050"/>
          <p14:tracePt t="7700" x="7073900" y="59817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kern="0" spc="-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ave(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9967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30"/>
    </mc:Choice>
    <mc:Fallback>
      <p:transition spd="slow" advTm="10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5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0"/>
    </mc:Choice>
    <mc:Fallback>
      <p:transition spd="slow" advTm="3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#Now 3 objects (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students) enter the classroom: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52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79"/>
    </mc:Choice>
    <mc:Fallback>
      <p:transition spd="slow" advTm="69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2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</a:t>
            </a:r>
            <a:r>
              <a:rPr lang="en-US" altLang="en-US" kern="0" spc="-1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ree</a:t>
            </a:r>
            <a:r>
              <a:rPr lang="en-US" altLang="en-US" kern="0" spc="-6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45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7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0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5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kern="0" spc="-1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kern="0" spc="-5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55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kern="0" spc="-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'b</a:t>
            </a:r>
            <a:r>
              <a:rPr lang="en-US" altLang="en-US" kern="0" spc="-3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6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5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kern="0" spc="-600" dirty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kern="0" spc="-150" dirty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387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51"/>
    </mc:Choice>
    <mc:Fallback>
      <p:transition spd="slow" advTm="141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#Each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nstance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has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</a:t>
            </a:r>
            <a:r>
              <a:rPr lang="en-US" altLang="en-US" kern="0" spc="-21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23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own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317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4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8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 mask is </a:t>
            </a:r>
            <a:r>
              <a:rPr lang="en-US" altLang="en-US" kern="0" spc="-3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</p:txBody>
      </p:sp>
    </p:spTree>
    <p:extLst>
      <p:ext uri="{BB962C8B-B14F-4D97-AF65-F5344CB8AC3E}">
        <p14:creationId xmlns:p14="http://schemas.microsoft.com/office/powerpoint/2010/main" val="3214293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just threw out his mask!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356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869"/>
    </mc:Choice>
    <mc:Fallback>
      <p:transition spd="slow" advTm="55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061" x="7454900" y="6680200"/>
          <p14:tracePt t="9068" x="7429500" y="6680200"/>
          <p14:tracePt t="9080" x="7410450" y="6680200"/>
          <p14:tracePt t="9097" x="7308850" y="6667500"/>
          <p14:tracePt t="9114" x="7232650" y="6623050"/>
          <p14:tracePt t="9131" x="7086600" y="6559550"/>
          <p14:tracePt t="9147" x="6991350" y="6515100"/>
          <p14:tracePt t="9164" x="6902450" y="6451600"/>
          <p14:tracePt t="9180" x="6762750" y="6356350"/>
          <p14:tracePt t="9197" x="6661150" y="6286500"/>
          <p14:tracePt t="9213" x="6546850" y="6223000"/>
          <p14:tracePt t="9230" x="6356350" y="6127750"/>
          <p14:tracePt t="9247" x="6261100" y="6064250"/>
          <p14:tracePt t="9264" x="6140450" y="5962650"/>
          <p14:tracePt t="9279" x="6000750" y="5873750"/>
          <p14:tracePt t="9296" x="5880100" y="5765800"/>
          <p14:tracePt t="9313" x="5683250" y="5638800"/>
          <p14:tracePt t="9330" x="5594350" y="5543550"/>
          <p14:tracePt t="9346" x="5467350" y="5454650"/>
          <p14:tracePt t="9350" x="5410200" y="5416550"/>
          <p14:tracePt t="9363" x="5257800" y="5308600"/>
          <p14:tracePt t="9380" x="5105400" y="5213350"/>
          <p14:tracePt t="9397" x="4997450" y="5149850"/>
          <p14:tracePt t="9413" x="4845050" y="5029200"/>
          <p14:tracePt t="9429" x="4705350" y="4940300"/>
          <p14:tracePt t="9447" x="4533900" y="4857750"/>
          <p14:tracePt t="9463" x="4425950" y="4826000"/>
          <p14:tracePt t="9480" x="4229100" y="4743450"/>
          <p14:tracePt t="9496" x="4083050" y="4679950"/>
          <p14:tracePt t="9512" x="3987800" y="4641850"/>
          <p14:tracePt t="9529" x="3765550" y="4578350"/>
          <p14:tracePt t="9546" x="3600450" y="4540250"/>
          <p14:tracePt t="9562" x="3517900" y="4508500"/>
          <p14:tracePt t="9580" x="3371850" y="4457700"/>
          <p14:tracePt t="9596" x="3200400" y="4387850"/>
          <p14:tracePt t="9612" x="3117850" y="4356100"/>
          <p14:tracePt t="9629" x="3048000" y="4330700"/>
          <p14:tracePt t="9645" x="2851150" y="4273550"/>
          <p14:tracePt t="9662" x="2806700" y="4260850"/>
          <p14:tracePt t="9679" x="2736850" y="4229100"/>
          <p14:tracePt t="9695" x="2705100" y="4222750"/>
          <p14:tracePt t="9711" x="2622550" y="4197350"/>
          <p14:tracePt t="9728" x="2533650" y="4171950"/>
          <p14:tracePt t="9745" x="2457450" y="4152900"/>
          <p14:tracePt t="9763" x="2228850" y="4095750"/>
          <p14:tracePt t="9778" x="2165350" y="4076700"/>
          <p14:tracePt t="9795" x="2076450" y="4076700"/>
          <p14:tracePt t="9811" x="1968500" y="4064000"/>
          <p14:tracePt t="9828" x="1898650" y="4070350"/>
          <p14:tracePt t="9845" x="1860550" y="4064000"/>
          <p14:tracePt t="9848" x="1828800" y="4051300"/>
          <p14:tracePt t="9861" x="1778000" y="4044950"/>
          <p14:tracePt t="9878" x="1720850" y="4006850"/>
          <p14:tracePt t="10261" x="1733550" y="4006850"/>
          <p14:tracePt t="10268" x="1752600" y="4019550"/>
          <p14:tracePt t="10277" x="1778000" y="4032250"/>
          <p14:tracePt t="10292" x="1797050" y="4038600"/>
          <p14:tracePt t="10310" x="1835150" y="4057650"/>
          <p14:tracePt t="10327" x="1860550" y="4057650"/>
          <p14:tracePt t="10343" x="1911350" y="4070350"/>
          <p14:tracePt t="10347" x="1936750" y="4076700"/>
          <p14:tracePt t="10362" x="1993900" y="4076700"/>
          <p14:tracePt t="10376" x="2044700" y="4083050"/>
          <p14:tracePt t="10393" x="2178050" y="4102100"/>
          <p14:tracePt t="10410" x="2343150" y="4121150"/>
          <p14:tracePt t="10426" x="2413000" y="4140200"/>
          <p14:tracePt t="10443" x="2540000" y="4152900"/>
          <p14:tracePt t="10459" x="2647950" y="4165600"/>
          <p14:tracePt t="10476" x="2686050" y="4178300"/>
          <p14:tracePt t="10493" x="2755900" y="4178300"/>
          <p14:tracePt t="10509" x="2794000" y="4178300"/>
          <p14:tracePt t="10526" x="2806700" y="4184650"/>
          <p14:tracePt t="10542" x="2825750" y="4184650"/>
          <p14:tracePt t="10558" x="2838450" y="4184650"/>
          <p14:tracePt t="10575" x="2844800" y="4184650"/>
          <p14:tracePt t="10626" x="2851150" y="4191000"/>
          <p14:tracePt t="10696" x="2857500" y="4191000"/>
          <p14:tracePt t="10710" x="2863850" y="4191000"/>
          <p14:tracePt t="10717" x="2870200" y="4191000"/>
          <p14:tracePt t="10731" x="2876550" y="4191000"/>
          <p14:tracePt t="10741" x="2882900" y="4184650"/>
          <p14:tracePt t="10758" x="2889250" y="4184650"/>
          <p14:tracePt t="10774" x="2895600" y="4184650"/>
          <p14:tracePt t="10791" x="2921000" y="4184650"/>
          <p14:tracePt t="10808" x="2965450" y="4178300"/>
          <p14:tracePt t="10824" x="2984500" y="4171950"/>
          <p14:tracePt t="10841" x="3035300" y="4165600"/>
          <p14:tracePt t="10858" x="3092450" y="4152900"/>
          <p14:tracePt t="10874" x="3130550" y="4146550"/>
          <p14:tracePt t="10890" x="3219450" y="4146550"/>
          <p14:tracePt t="10908" x="3314700" y="4146550"/>
          <p14:tracePt t="10924" x="3365500" y="4146550"/>
          <p14:tracePt t="10942" x="3441700" y="4140200"/>
          <p14:tracePt t="10957" x="3524250" y="4140200"/>
          <p14:tracePt t="10974" x="3562350" y="4140200"/>
          <p14:tracePt t="10991" x="3619500" y="4133850"/>
          <p14:tracePt t="11007" x="3638550" y="4127500"/>
          <p14:tracePt t="11024" x="3689350" y="4127500"/>
          <p14:tracePt t="11040" x="3733800" y="4121150"/>
          <p14:tracePt t="11057" x="3759200" y="4108450"/>
          <p14:tracePt t="11074" x="3784600" y="4102100"/>
          <p14:tracePt t="11090" x="3810000" y="4102100"/>
          <p14:tracePt t="11107" x="3816350" y="4102100"/>
          <p14:tracePt t="11124" x="3829050" y="4095750"/>
          <p14:tracePt t="11140" x="3848100" y="4095750"/>
          <p14:tracePt t="11156" x="3854450" y="4095750"/>
          <p14:tracePt t="11174" x="3860800" y="4095750"/>
          <p14:tracePt t="11190" x="3867150" y="4095750"/>
          <p14:tracePt t="11223" x="3879850" y="4095750"/>
          <p14:tracePt t="11240" x="3879850" y="4089400"/>
          <p14:tracePt t="11257" x="3886200" y="4089400"/>
          <p14:tracePt t="11273" x="3892550" y="4089400"/>
          <p14:tracePt t="11289" x="3898900" y="4089400"/>
          <p14:tracePt t="11306" x="3905250" y="4083050"/>
          <p14:tracePt t="11322" x="3911600" y="4083050"/>
          <p14:tracePt t="11339" x="3917950" y="4076700"/>
          <p14:tracePt t="11356" x="3924300" y="4076700"/>
          <p14:tracePt t="11372" x="3943350" y="4070350"/>
          <p14:tracePt t="11390" x="3956050" y="4064000"/>
          <p14:tracePt t="11406" x="3994150" y="4051300"/>
          <p14:tracePt t="11422" x="4057650" y="4044950"/>
          <p14:tracePt t="11440" x="4127500" y="4032250"/>
          <p14:tracePt t="11455" x="4152900" y="4025900"/>
          <p14:tracePt t="11472" x="4222750" y="4013200"/>
          <p14:tracePt t="11489" x="4279900" y="4006850"/>
          <p14:tracePt t="11505" x="4311650" y="3987800"/>
          <p14:tracePt t="11522" x="4343400" y="3981450"/>
          <p14:tracePt t="11539" x="4413250" y="3968750"/>
          <p14:tracePt t="11555" x="4425950" y="3968750"/>
          <p14:tracePt t="11572" x="4451350" y="3962400"/>
          <p14:tracePt t="11588" x="4464050" y="3962400"/>
          <p14:tracePt t="11605" x="4483100" y="3956050"/>
          <p14:tracePt t="11623" x="4489450" y="3956050"/>
          <p14:tracePt t="11638" x="4495800" y="3956050"/>
          <p14:tracePt t="11655" x="4508500" y="3956050"/>
          <p14:tracePt t="11672" x="4521200" y="3956050"/>
          <p14:tracePt t="11688" x="4533900" y="3962400"/>
          <p14:tracePt t="11705" x="4552950" y="3962400"/>
          <p14:tracePt t="11721" x="4578350" y="3968750"/>
          <p14:tracePt t="11738" x="4591050" y="3968750"/>
          <p14:tracePt t="11755" x="4629150" y="3975100"/>
          <p14:tracePt t="11771" x="4673600" y="3975100"/>
          <p14:tracePt t="11788" x="4699000" y="3975100"/>
          <p14:tracePt t="11805" x="4768850" y="3975100"/>
          <p14:tracePt t="11821" x="4832350" y="3975100"/>
          <p14:tracePt t="11838" x="4876800" y="3975100"/>
          <p14:tracePt t="11855" x="4946650" y="3987800"/>
          <p14:tracePt t="11871" x="4972050" y="4000500"/>
          <p14:tracePt t="11874" x="5016500" y="4006850"/>
          <p14:tracePt t="11887" x="5048250" y="4013200"/>
          <p14:tracePt t="11904" x="5105400" y="4013200"/>
          <p14:tracePt t="11921" x="5124450" y="4013200"/>
          <p14:tracePt t="11938" x="5162550" y="4013200"/>
          <p14:tracePt t="11954" x="5200650" y="4019550"/>
          <p14:tracePt t="11970" x="5219700" y="4019550"/>
          <p14:tracePt t="11987" x="5245100" y="4019550"/>
          <p14:tracePt t="12004" x="5270500" y="4019550"/>
          <p14:tracePt t="12020" x="5283200" y="4013200"/>
          <p14:tracePt t="12037" x="5308600" y="4006850"/>
          <p14:tracePt t="12053" x="5321300" y="4006850"/>
          <p14:tracePt t="12071" x="5340350" y="4000500"/>
          <p14:tracePt t="12087" x="5346700" y="4000500"/>
          <p14:tracePt t="12103" x="5353050" y="3994150"/>
          <p14:tracePt t="12120" x="5365750" y="3994150"/>
          <p14:tracePt t="12190" x="5372100" y="3987800"/>
          <p14:tracePt t="12218" x="5378450" y="3987800"/>
          <p14:tracePt t="12253" x="5384800" y="3987800"/>
          <p14:tracePt t="12288" x="5391150" y="3987800"/>
          <p14:tracePt t="12310" x="5397500" y="3981450"/>
          <p14:tracePt t="12422" x="5397500" y="3975100"/>
          <p14:tracePt t="12464" x="5391150" y="3975100"/>
          <p14:tracePt t="12499" x="5384800" y="3975100"/>
          <p14:tracePt t="12520" x="5378450" y="3975100"/>
          <p14:tracePt t="12555" x="5372100" y="3981450"/>
          <p14:tracePt t="12625" x="5365750" y="3981450"/>
          <p14:tracePt t="12632" x="5359400" y="3981450"/>
          <p14:tracePt t="12660" x="5353050" y="3981450"/>
          <p14:tracePt t="12681" x="5340350" y="3981450"/>
          <p14:tracePt t="12703" x="5334000" y="3987800"/>
          <p14:tracePt t="12716" x="5327650" y="3987800"/>
          <p14:tracePt t="12723" x="5327650" y="3994150"/>
          <p14:tracePt t="12744" x="5321300" y="4000500"/>
          <p14:tracePt t="12754" x="5314950" y="4000500"/>
          <p14:tracePt t="12768" x="5308600" y="4006850"/>
          <p14:tracePt t="12785" x="5295900" y="4013200"/>
          <p14:tracePt t="12801" x="5257800" y="4025900"/>
          <p14:tracePt t="12817" x="5238750" y="4038600"/>
          <p14:tracePt t="12835" x="5200650" y="4057650"/>
          <p14:tracePt t="12851" x="5181600" y="4064000"/>
          <p14:tracePt t="12868" x="5156200" y="4089400"/>
          <p14:tracePt t="12871" x="5143500" y="4095750"/>
          <p14:tracePt t="12887" x="5137150" y="4095750"/>
          <p14:tracePt t="12901" x="5130800" y="4102100"/>
          <p14:tracePt t="12917" x="5118100" y="4114800"/>
          <p14:tracePt t="12950" x="5118100" y="4121150"/>
          <p14:tracePt t="12967" x="5118100" y="4127500"/>
          <p14:tracePt t="13522" x="5118100" y="4140200"/>
          <p14:tracePt t="13536" x="5118100" y="4159250"/>
          <p14:tracePt t="13543" x="5118100" y="4178300"/>
          <p14:tracePt t="13557" x="5124450" y="4210050"/>
          <p14:tracePt t="13565" x="5124450" y="4235450"/>
          <p14:tracePt t="13581" x="5124450" y="4267200"/>
          <p14:tracePt t="13599" x="5124450" y="4311650"/>
          <p14:tracePt t="13615" x="5124450" y="4356100"/>
          <p14:tracePt t="13632" x="5124450" y="4375150"/>
          <p14:tracePt t="13648" x="5124450" y="4400550"/>
          <p14:tracePt t="13665" x="5118100" y="4425950"/>
          <p14:tracePt t="13681" x="5111750" y="4438650"/>
          <p14:tracePt t="13698" x="5092700" y="4464050"/>
          <p14:tracePt t="13714" x="5086350" y="4470400"/>
          <p14:tracePt t="13732" x="5054600" y="4495800"/>
          <p14:tracePt t="13748" x="5048250" y="4508500"/>
          <p14:tracePt t="13764" x="5041900" y="4514850"/>
          <p14:tracePt t="13781" x="5022850" y="4540250"/>
          <p14:tracePt t="13797" x="5010150" y="4565650"/>
          <p14:tracePt t="13814" x="5003800" y="4578350"/>
          <p14:tracePt t="13831" x="4991100" y="4629150"/>
          <p14:tracePt t="13847" x="4972050" y="4686300"/>
          <p14:tracePt t="13865" x="4965700" y="4756150"/>
          <p14:tracePt t="13880" x="4965700" y="4794250"/>
          <p14:tracePt t="13897" x="4965700" y="4864100"/>
          <p14:tracePt t="13914" x="4984750" y="4921250"/>
          <p14:tracePt t="13930" x="4991100" y="4953000"/>
          <p14:tracePt t="13947" x="5022850" y="5035550"/>
          <p14:tracePt t="13964" x="5060950" y="5124450"/>
          <p14:tracePt t="13980" x="5086350" y="5194300"/>
          <p14:tracePt t="13997" x="5105400" y="5245100"/>
          <p14:tracePt t="14014" x="5175250" y="5435600"/>
          <p14:tracePt t="14030" x="5187950" y="5492750"/>
          <p14:tracePt t="14047" x="5207000" y="5543550"/>
          <p14:tracePt t="14063" x="5232400" y="5645150"/>
          <p14:tracePt t="14080" x="5232400" y="5702300"/>
          <p14:tracePt t="14097" x="5226050" y="5746750"/>
          <p14:tracePt t="14113" x="5219700" y="5772150"/>
          <p14:tracePt t="14130" x="5213350" y="5784850"/>
          <p14:tracePt t="14146" x="5207000" y="5791200"/>
          <p14:tracePt t="14163" x="5194300" y="5791200"/>
          <p14:tracePt t="14180" x="5187950" y="5784850"/>
          <p14:tracePt t="14196" x="5156200" y="5753100"/>
          <p14:tracePt t="14213" x="5118100" y="5727700"/>
          <p14:tracePt t="14230" x="4984750" y="5657850"/>
          <p14:tracePt t="14246" x="4711700" y="5549900"/>
          <p14:tracePt t="14262" x="4521200" y="5467350"/>
          <p14:tracePt t="14279" x="4146550" y="5257800"/>
          <p14:tracePt t="14296" x="3873500" y="5060950"/>
          <p14:tracePt t="14312" x="3778250" y="4997450"/>
          <p14:tracePt t="14329" x="3638550" y="4889500"/>
          <p14:tracePt t="14346" x="3594100" y="4851400"/>
          <p14:tracePt t="14364" x="3536950" y="4794250"/>
          <p14:tracePt t="14378" x="3536950" y="4787900"/>
          <p14:tracePt t="14396" x="3536950" y="4781550"/>
          <p14:tracePt t="14413" x="3536950" y="4768850"/>
          <p14:tracePt t="14429" x="3568700" y="4762500"/>
          <p14:tracePt t="14445" x="3613150" y="4756150"/>
          <p14:tracePt t="14462" x="3822700" y="4724400"/>
          <p14:tracePt t="14478" x="4235450" y="4648200"/>
          <p14:tracePt t="14495" x="4533900" y="4616450"/>
          <p14:tracePt t="14512" x="5245100" y="4546600"/>
          <p14:tracePt t="14528" x="6083300" y="4514850"/>
          <p14:tracePt t="14546" x="6940550" y="4527550"/>
          <p14:tracePt t="14561" x="7378700" y="4527550"/>
          <p14:tracePt t="14578" x="8153400" y="4540250"/>
          <p14:tracePt t="14595" x="8775700" y="4540250"/>
          <p14:tracePt t="14611" x="9010650" y="4540250"/>
          <p14:tracePt t="14918" x="8940800" y="4679950"/>
          <p14:tracePt t="14924" x="8705850" y="4737100"/>
          <p14:tracePt t="14938" x="8445500" y="4813300"/>
          <p14:tracePt t="14947" x="8134350" y="4914900"/>
          <p14:tracePt t="14961" x="7823200" y="5010150"/>
          <p14:tracePt t="14977" x="7480300" y="5130800"/>
          <p14:tracePt t="14994" x="6800850" y="5372100"/>
          <p14:tracePt t="15010" x="6191250" y="5619750"/>
          <p14:tracePt t="15026" x="5918200" y="5746750"/>
          <p14:tracePt t="15044" x="5480050" y="5937250"/>
          <p14:tracePt t="15060" x="5067300" y="6121400"/>
          <p14:tracePt t="15077" x="4895850" y="6197600"/>
          <p14:tracePt t="15093" x="4673600" y="6292850"/>
          <p14:tracePt t="15110" x="4489450" y="6400800"/>
          <p14:tracePt t="15126" x="4381500" y="6438900"/>
          <p14:tracePt t="15143" x="4222750" y="6483350"/>
          <p14:tracePt t="15159" x="4127500" y="6489700"/>
          <p14:tracePt t="15177" x="4070350" y="6496050"/>
          <p14:tracePt t="15193" x="4051300" y="6489700"/>
          <p14:tracePt t="15209" x="4019550" y="6483350"/>
          <p14:tracePt t="15226" x="4000500" y="6477000"/>
          <p14:tracePt t="15242" x="3981450" y="6477000"/>
          <p14:tracePt t="15259" x="3968750" y="6470650"/>
          <p14:tracePt t="15276" x="3879850" y="6445250"/>
          <p14:tracePt t="15293" x="3822700" y="6432550"/>
          <p14:tracePt t="15310" x="3784600" y="6419850"/>
          <p14:tracePt t="15325" x="3683000" y="6394450"/>
          <p14:tracePt t="15342" x="3600450" y="6369050"/>
          <p14:tracePt t="15359" x="3517900" y="6356350"/>
          <p14:tracePt t="15376" x="3486150" y="6343650"/>
          <p14:tracePt t="15392" x="3429000" y="6330950"/>
          <p14:tracePt t="15409" x="3378200" y="6318250"/>
          <p14:tracePt t="15425" x="3359150" y="6318250"/>
          <p14:tracePt t="15442" x="3327400" y="6318250"/>
          <p14:tracePt t="15475" x="3327400" y="6330950"/>
          <p14:tracePt t="15492" x="3460750" y="6356350"/>
          <p14:tracePt t="15508" x="3524250" y="6362700"/>
          <p14:tracePt t="15525" x="3613150" y="6362700"/>
          <p14:tracePt t="15542" x="3771900" y="6375400"/>
          <p14:tracePt t="15558" x="3962400" y="6369050"/>
          <p14:tracePt t="15575" x="4064000" y="6375400"/>
          <p14:tracePt t="15592" x="4254500" y="6388100"/>
          <p14:tracePt t="15608" x="4425950" y="6362700"/>
          <p14:tracePt t="15625" x="4502150" y="6343650"/>
          <p14:tracePt t="15641" x="4749800" y="6280150"/>
          <p14:tracePt t="15658" x="5073650" y="6165850"/>
          <p14:tracePt t="15675" x="5353050" y="6064250"/>
          <p14:tracePt t="15691" x="5441950" y="6032500"/>
          <p14:tracePt t="15708" x="5511800" y="5994400"/>
          <p14:tracePt t="15725" x="5600700" y="5930900"/>
          <p14:tracePt t="15740" x="5695950" y="5854700"/>
          <p14:tracePt t="15757" x="5740400" y="5816600"/>
          <p14:tracePt t="15774" x="5854700" y="5740400"/>
          <p14:tracePt t="15791" x="5969000" y="5657850"/>
          <p14:tracePt t="15808" x="6051550" y="5581650"/>
          <p14:tracePt t="15824" x="6108700" y="5537200"/>
          <p14:tracePt t="15841" x="6165850" y="5480050"/>
          <p14:tracePt t="15857" x="6223000" y="5422900"/>
          <p14:tracePt t="15874" x="6242050" y="5397500"/>
          <p14:tracePt t="15890" x="6254750" y="5378450"/>
          <p14:tracePt t="15894" x="6280150" y="5365750"/>
          <p14:tracePt t="15908" x="6311900" y="5321300"/>
          <p14:tracePt t="15924" x="6337300" y="5295900"/>
          <p14:tracePt t="15941" x="6362700" y="5257800"/>
          <p14:tracePt t="15957" x="6381750" y="5245100"/>
          <p14:tracePt t="15973" x="6394450" y="5213350"/>
          <p14:tracePt t="15991" x="6413500" y="5187950"/>
          <p14:tracePt t="16007" x="6419850" y="5181600"/>
          <p14:tracePt t="16023" x="6426200" y="5168900"/>
          <p14:tracePt t="16040" x="6432550" y="5149850"/>
          <p14:tracePt t="16056" x="6438900" y="5143500"/>
          <p14:tracePt t="16073" x="6438900" y="5137150"/>
          <p14:tracePt t="16089" x="6438900" y="5130800"/>
          <p14:tracePt t="16123" x="6432550" y="5130800"/>
          <p14:tracePt t="16180" x="6426200" y="5137150"/>
          <p14:tracePt t="25416" x="6369050" y="5168900"/>
          <p14:tracePt t="25423" x="6299200" y="5207000"/>
          <p14:tracePt t="25437" x="6235700" y="5238750"/>
          <p14:tracePt t="25444" x="6165850" y="5264150"/>
          <p14:tracePt t="25460" x="6096000" y="5295900"/>
          <p14:tracePt t="25474" x="5962650" y="5346700"/>
          <p14:tracePt t="25490" x="5892800" y="5372100"/>
          <p14:tracePt t="25508" x="5797550" y="5397500"/>
          <p14:tracePt t="25524" x="5721350" y="5429250"/>
          <p14:tracePt t="25540" x="5695950" y="5441950"/>
          <p14:tracePt t="25557" x="5638800" y="5441950"/>
          <p14:tracePt t="25573" x="5619750" y="5448300"/>
          <p14:tracePt t="25590" x="5581650" y="5454650"/>
          <p14:tracePt t="25606" x="5575300" y="5454650"/>
          <p14:tracePt t="25623" x="5568950" y="5454650"/>
          <p14:tracePt t="25640" x="5568950" y="5448300"/>
          <p14:tracePt t="25696" x="5568950" y="5441950"/>
          <p14:tracePt t="25725" x="5562600" y="5435600"/>
          <p14:tracePt t="25738" x="5549900" y="5435600"/>
          <p14:tracePt t="25745" x="5530850" y="5435600"/>
          <p14:tracePt t="25756" x="5499100" y="5429250"/>
          <p14:tracePt t="25774" x="5410200" y="5429250"/>
          <p14:tracePt t="25789" x="5346700" y="5422900"/>
          <p14:tracePt t="25806" x="5270500" y="5422900"/>
          <p14:tracePt t="25823" x="4959350" y="5448300"/>
          <p14:tracePt t="25839" x="4845050" y="5454650"/>
          <p14:tracePt t="25856" x="4718050" y="5480050"/>
          <p14:tracePt t="25872" x="4502150" y="5505450"/>
          <p14:tracePt t="25889" x="4292600" y="5549900"/>
          <p14:tracePt t="25907" x="4064000" y="5600700"/>
          <p14:tracePt t="25922" x="3956050" y="5632450"/>
          <p14:tracePt t="25939" x="3784600" y="5683250"/>
          <p14:tracePt t="25956" x="3625850" y="5746750"/>
          <p14:tracePt t="25972" x="3562350" y="5772150"/>
          <p14:tracePt t="25989" x="3448050" y="5829300"/>
          <p14:tracePt t="26005" x="3359150" y="5873750"/>
          <p14:tracePt t="26022" x="3327400" y="5886450"/>
          <p14:tracePt t="26025" x="3308350" y="5905500"/>
          <p14:tracePt t="26039" x="3276600" y="5918200"/>
          <p14:tracePt t="26055" x="3225800" y="5956300"/>
          <p14:tracePt t="26072" x="3200400" y="5969000"/>
          <p14:tracePt t="26089" x="3149600" y="6000750"/>
          <p14:tracePt t="26105" x="3098800" y="6026150"/>
          <p14:tracePt t="26121" x="3079750" y="6045200"/>
          <p14:tracePt t="26138" x="3035300" y="6070600"/>
          <p14:tracePt t="26155" x="3003550" y="6096000"/>
          <p14:tracePt t="26171" x="2959100" y="6134100"/>
          <p14:tracePt t="26188" x="2914650" y="6159500"/>
          <p14:tracePt t="26205" x="2901950" y="6172200"/>
          <p14:tracePt t="26222" x="2876550" y="6210300"/>
          <p14:tracePt t="26238" x="2851150" y="6229350"/>
          <p14:tracePt t="26254" x="2832100" y="6248400"/>
          <p14:tracePt t="26271" x="2819400" y="6286500"/>
          <p14:tracePt t="26287" x="2806700" y="6318250"/>
          <p14:tracePt t="26304" x="2806700" y="6330950"/>
          <p14:tracePt t="26321" x="2800350" y="6362700"/>
          <p14:tracePt t="26337" x="2800350" y="6388100"/>
          <p14:tracePt t="26355" x="2800350" y="6400800"/>
          <p14:tracePt t="26370" x="2800350" y="6432550"/>
          <p14:tracePt t="26387" x="2806700" y="6451600"/>
          <p14:tracePt t="26405" x="2819400" y="6470650"/>
          <p14:tracePt t="26420" x="2819400" y="6483350"/>
          <p14:tracePt t="26437" x="2825750" y="6483350"/>
          <p14:tracePt t="26454" x="2851150" y="6534150"/>
          <p14:tracePt t="26470" x="2876550" y="6553200"/>
          <p14:tracePt t="26486" x="2889250" y="6578600"/>
          <p14:tracePt t="26504" x="2940050" y="6642100"/>
          <p14:tracePt t="26520" x="2952750" y="6654800"/>
          <p14:tracePt t="26538" x="2971800" y="6673850"/>
          <p14:tracePt t="26553" x="2978150" y="6680200"/>
          <p14:tracePt t="26570" x="2984500" y="6680200"/>
          <p14:tracePt t="26587" x="2984500" y="6686550"/>
          <p14:tracePt t="26603" x="2990850" y="6686550"/>
          <p14:tracePt t="27262" x="3003550" y="6686550"/>
          <p14:tracePt t="27269" x="3016250" y="6686550"/>
          <p14:tracePt t="27276" x="3035300" y="6686550"/>
          <p14:tracePt t="27290" x="3054350" y="6686550"/>
          <p14:tracePt t="27301" x="3079750" y="6680200"/>
          <p14:tracePt t="27318" x="3136900" y="6686550"/>
          <p14:tracePt t="27334" x="3162300" y="6686550"/>
          <p14:tracePt t="27351" x="3219450" y="6686550"/>
          <p14:tracePt t="27368" x="3282950" y="6686550"/>
          <p14:tracePt t="27385" x="3302000" y="6686550"/>
          <p14:tracePt t="27401" x="3321050" y="6686550"/>
          <p14:tracePt t="27417" x="3359150" y="6686550"/>
          <p14:tracePt t="27433" x="3371850" y="6680200"/>
          <p14:tracePt t="27451" x="3390900" y="6680200"/>
          <p14:tracePt t="27484" x="3397250" y="6673850"/>
          <p14:tracePt t="27501" x="3409950" y="6673850"/>
          <p14:tracePt t="27518" x="3416300" y="6673850"/>
          <p14:tracePt t="27533" x="3422650" y="6673850"/>
          <p14:tracePt t="27550" x="3429000" y="6673850"/>
          <p14:tracePt t="27567" x="3435350" y="6673850"/>
          <p14:tracePt t="27584" x="3448050" y="6673850"/>
          <p14:tracePt t="27600" x="3467100" y="6673850"/>
          <p14:tracePt t="27617" x="3479800" y="6680200"/>
          <p14:tracePt t="27634" x="3517900" y="6686550"/>
          <p14:tracePt t="27650" x="3568700" y="6686550"/>
          <p14:tracePt t="27666" x="3606800" y="6692900"/>
          <p14:tracePt t="27683" x="3689350" y="6705600"/>
          <p14:tracePt t="27700" x="3784600" y="6718300"/>
          <p14:tracePt t="27717" x="3822700" y="6718300"/>
          <p14:tracePt t="27733" x="3917950" y="6711950"/>
          <p14:tracePt t="27749" x="3943350" y="6705600"/>
          <p14:tracePt t="27767" x="4044950" y="6692900"/>
          <p14:tracePt t="27782" x="4064000" y="6680200"/>
          <p14:tracePt t="27799" x="4095750" y="6680200"/>
          <p14:tracePt t="27816" x="4133850" y="6661150"/>
          <p14:tracePt t="27833" x="4178300" y="6661150"/>
          <p14:tracePt t="27849" x="4197350" y="6654800"/>
          <p14:tracePt t="27866" x="4267200" y="6648450"/>
          <p14:tracePt t="27882" x="4286250" y="6648450"/>
          <p14:tracePt t="27899" x="4305300" y="6642100"/>
          <p14:tracePt t="27916" x="4349750" y="6635750"/>
          <p14:tracePt t="27933" x="4368800" y="6635750"/>
          <p14:tracePt t="27949" x="4381500" y="6629400"/>
          <p14:tracePt t="27965" x="4394200" y="6629400"/>
          <p14:tracePt t="27982" x="4413250" y="6629400"/>
          <p14:tracePt t="27999" x="4445000" y="662940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</a:t>
            </a:r>
            <a:r>
              <a:rPr lang="en-US" altLang="en-US" kern="0" spc="-30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</a:t>
            </a:r>
            <a:r>
              <a:rPr lang="en-US" altLang="en-US" kern="0" spc="-38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8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#Deleting your own instance's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252049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2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5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#attribute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only affects you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077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06"/>
    </mc:Choice>
    <mc:Fallback>
      <p:transition spd="slow" advTm="12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12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gree</a:t>
            </a:r>
            <a:r>
              <a:rPr lang="en-US" altLang="en-US" kern="0" spc="-40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kern="0" spc="-5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have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</a:t>
            </a:r>
            <a:r>
              <a:rPr lang="en-US" altLang="en-US" kern="0" spc="-40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k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kern="0" spc="-150" dirty="0" smtClean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My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000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blu</a:t>
            </a:r>
            <a:r>
              <a:rPr lang="en-US" altLang="en-US" kern="0" spc="-40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6973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40"/>
    </mc:Choice>
    <mc:Fallback>
      <p:transition spd="slow" advTm="7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kern="0" spc="-150" dirty="0" err="1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1600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380" dirty="0" smtClean="0">
                <a:solidFill>
                  <a:srgbClr val="5F5F5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that is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16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"/>
    </mc:Choice>
    <mc:Fallback>
      <p:transition advTm="30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#shared by the whole class.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948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"/>
    </mc:Choice>
    <mc:Fallback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OK.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985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22"/>
    </mc:Choice>
    <mc:Fallback>
      <p:transition spd="slow" advTm="29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176" x="7054850" y="5981700"/>
          <p14:tracePt t="17182" x="7029450" y="5981700"/>
          <p14:tracePt t="17191" x="7004050" y="5994400"/>
          <p14:tracePt t="17204" x="6953250" y="6007100"/>
          <p14:tracePt t="17221" x="6896100" y="6026150"/>
          <p14:tracePt t="17239" x="6800850" y="6057900"/>
          <p14:tracePt t="17254" x="6731000" y="6083300"/>
          <p14:tracePt t="17271" x="6654800" y="6102350"/>
          <p14:tracePt t="17288" x="6546850" y="6121400"/>
          <p14:tracePt t="17304" x="6496050" y="6140450"/>
          <p14:tracePt t="17321" x="6457950" y="6159500"/>
          <p14:tracePt t="17337" x="6413500" y="6178550"/>
          <p14:tracePt t="17354" x="6381750" y="6197600"/>
          <p14:tracePt t="17371" x="6350000" y="6210300"/>
          <p14:tracePt t="17387" x="6299200" y="6223000"/>
          <p14:tracePt t="17404" x="6267450" y="6229350"/>
          <p14:tracePt t="17421" x="6216650" y="6242050"/>
          <p14:tracePt t="17437" x="6165850" y="6261100"/>
          <p14:tracePt t="17453" x="6121400" y="6261100"/>
          <p14:tracePt t="17457" x="6108700" y="6267450"/>
          <p14:tracePt t="17470" x="6076950" y="6280150"/>
          <p14:tracePt t="17487" x="6051550" y="6280150"/>
          <p14:tracePt t="17503" x="6032500" y="6280150"/>
          <p14:tracePt t="17520" x="6019800" y="6286500"/>
          <p14:tracePt t="17536" x="6007100" y="6292850"/>
          <p14:tracePt t="17554" x="5981700" y="6299200"/>
          <p14:tracePt t="17570" x="5975350" y="6299200"/>
          <p14:tracePt t="17586" x="5969000" y="6299200"/>
          <p14:tracePt t="17603" x="5956300" y="6299200"/>
          <p14:tracePt t="17620" x="5949950" y="6299200"/>
          <p14:tracePt t="17636" x="5943600" y="6299200"/>
          <p14:tracePt t="17653" x="5937250" y="6299200"/>
          <p14:tracePt t="17673" x="5930900" y="6299200"/>
          <p14:tracePt t="17687" x="5918200" y="6299200"/>
          <p14:tracePt t="17702" x="5905500" y="6299200"/>
          <p14:tracePt t="17719" x="5899150" y="6299200"/>
          <p14:tracePt t="17736" x="5886450" y="6299200"/>
          <p14:tracePt t="17752" x="5880100" y="6299200"/>
        </p14:tracePtLst>
      </p14:laserTrace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 </a:t>
            </a:r>
            <a:r>
              <a:rPr lang="en-US" altLang="en-US" u="sng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see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the </a:t>
            </a:r>
            <a:r>
              <a:rPr lang="en-US" altLang="en-US" kern="0" spc="-15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" y="6518787"/>
            <a:ext cx="533400" cy="3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 smtClean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kern="0" spc="-150" dirty="0" smtClean="0">
              <a:solidFill>
                <a:srgbClr val="FF8585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0170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10"/>
    </mc:Choice>
    <mc:Fallback>
      <p:transition spd="slow" advTm="96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ca</a:t>
            </a:r>
            <a:r>
              <a:rPr lang="en-US" altLang="en-US" kern="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t. It was stolen!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7476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1"/>
    </mc:Choice>
    <mc:Fallback>
      <p:transition spd="slow" advTm="1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  <a:cs typeface="Times New Roman" pitchFamily="18" charset="0"/>
              </a:rPr>
              <a:t>Objects are Members of a Class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3733800"/>
          </a:xfrm>
        </p:spPr>
        <p:txBody>
          <a:bodyPr/>
          <a:lstStyle/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4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True</a:t>
            </a:r>
            <a:endParaRPr lang="en-US" altLang="en-US" spc="-150" dirty="0">
              <a:solidFill>
                <a:srgbClr val="F2A7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(x): return x in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oesClass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pc="-8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stat</a:t>
            </a:r>
            <a:r>
              <a:rPr lang="en-US" altLang="en-US" spc="-13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pc="-4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metho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DoesClassHave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oI</a:t>
            </a:r>
            <a:r>
              <a:rPr lang="en-US" altLang="en-US" spc="-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,x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return x in 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vars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,color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DoIHave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("mask"):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return "My mask is "+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mask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+"."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else: return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"I do not have a mask."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pc="-150" dirty="0" err="1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pc="-150" dirty="0" err="1" smtClean="0">
                <a:solidFill>
                  <a:srgbClr val="9966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</a:t>
            </a:r>
            <a:r>
              <a:rPr lang="en-US" altLang="en-US" spc="-15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oe</a:t>
            </a:r>
            <a:r>
              <a:rPr lang="en-US" altLang="en-US" spc="-50" dirty="0" err="1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pc="-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ave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pc="-150" dirty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err="1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pc="-150" dirty="0" smtClean="0">
                <a:solidFill>
                  <a:srgbClr val="F2A7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):print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pc="-30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spcAft>
                <a:spcPts val="900"/>
              </a:spcAft>
              <a:buClr>
                <a:srgbClr val="2D2DB9"/>
              </a:buClr>
              <a:buFontTx/>
              <a:buNone/>
            </a:pP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print("I can't. It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was </a:t>
            </a:r>
            <a:r>
              <a:rPr lang="en-US" altLang="en-US" spc="-15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stolen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  <a:endParaRPr lang="en-US" altLang="en-US" spc="-15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4495800"/>
            <a:ext cx="8686800" cy="23622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495800"/>
            <a:ext cx="89916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 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try: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err="1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endParaRPr lang="en-US" altLang="en-US" kern="0" spc="-150" dirty="0" smtClean="0">
              <a:solidFill>
                <a:srgbClr val="FFB1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r>
              <a:rPr lang="en-US" altLang="en-US" sz="18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except: print("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!")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b="1" kern="0" spc="60" dirty="0" smtClean="0">
                <a:solidFill>
                  <a:srgbClr val="5F5F5F"/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...</a:t>
            </a:r>
            <a:endParaRPr lang="en-US" altLang="en-US" kern="0" spc="-150" dirty="0" smtClean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doesn't own the </a:t>
            </a:r>
            <a:r>
              <a:rPr lang="en-US" altLang="en-US" kern="0" spc="-150" dirty="0" err="1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kern="0" spc="-15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kern="0" spc="-4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kern="0" spc="-40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kern="0" spc="-400" dirty="0" smtClean="0">
                <a:solidFill>
                  <a:srgbClr val="FFFFFF">
                    <a:lumMod val="9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</a:t>
            </a:r>
            <a:r>
              <a:rPr lang="en-US" altLang="en-US" kern="0" spc="-2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altLang="en-US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9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5151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Bob</a:t>
            </a:r>
            <a:r>
              <a:rPr lang="en-US" altLang="en-US" sz="1400" kern="0" spc="-15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threw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 out,</a:t>
            </a:r>
            <a:r>
              <a:rPr lang="en-US" altLang="en-US" sz="18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regardless!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r>
              <a:rPr lang="en-US" altLang="en-US" kern="0" spc="-150" dirty="0" smtClean="0">
                <a:solidFill>
                  <a:srgbClr val="FFFFFF">
                    <a:lumMod val="75000"/>
                  </a:srgbClr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kern="0" spc="-60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3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en-US" kern="0" spc="-15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kern="0" spc="-15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#D</a:t>
            </a:r>
            <a:r>
              <a:rPr lang="en-US" altLang="en-US" kern="0" spc="-45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  <a:r>
              <a:rPr lang="en-US" altLang="en-US" kern="0" spc="-40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eting</a:t>
            </a:r>
            <a:r>
              <a:rPr lang="en-US" altLang="en-US" sz="2000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en-US" sz="1800" kern="0" spc="-150" dirty="0" smtClean="0">
                <a:solidFill>
                  <a:srgbClr val="FFB1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15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affects</a:t>
            </a:r>
            <a:r>
              <a:rPr lang="en-US" altLang="en-US" sz="1800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kern="0" spc="-22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</a:t>
            </a:r>
            <a:r>
              <a:rPr lang="en-US" altLang="en-US" kern="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</a:t>
            </a:r>
            <a:r>
              <a:rPr lang="en-US" altLang="en-US" kern="0" spc="-400" dirty="0" smtClean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 ca</a:t>
            </a:r>
            <a:r>
              <a:rPr lang="en-US" altLang="en-US" kern="0" spc="-40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kern="0" spc="-15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t. It was stolen!</a:t>
            </a:r>
          </a:p>
          <a:p>
            <a:pPr marL="342900" lvl="1" indent="-342900" eaLnBrk="1" hangingPunct="1">
              <a:lnSpc>
                <a:spcPct val="79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kern="0" spc="-150" dirty="0" smtClean="0">
                <a:solidFill>
                  <a:srgbClr val="5F5F5F"/>
                </a:solidFill>
                <a:latin typeface="Agency FB" panose="020B0503020202020204" pitchFamily="34" charset="0"/>
                <a:cs typeface="Courier New" panose="02070309020205020404" pitchFamily="49" charset="0"/>
              </a:rPr>
              <a:t>&gt;&gt;&gt;</a:t>
            </a:r>
            <a:endParaRPr lang="en-US" altLang="en-US" kern="0" spc="-150" dirty="0">
              <a:solidFill>
                <a:srgbClr val="5F5F5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64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02"/>
    </mc:Choice>
    <mc:Fallback>
      <p:transition spd="slow" advTm="4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The </a:t>
            </a:r>
            <a:r>
              <a:rPr lang="en-US" altLang="en-US" sz="2800" spc="-40" dirty="0">
                <a:solidFill>
                  <a:schemeClr val="bg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modules </a:t>
            </a:r>
            <a:r>
              <a:rPr lang="en-US" altLang="en-US" sz="2800" spc="-40" dirty="0">
                <a:solidFill>
                  <a:schemeClr val="bg1"/>
                </a:solidFill>
              </a:rPr>
              <a:t>to achieve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bg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The bundling data with the</a:t>
            </a:r>
            <a:r>
              <a:rPr lang="en-US" altLang="en-US" sz="28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bg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bg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bg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資訊隱藏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dirty="0" smtClean="0">
                <a:solidFill>
                  <a:schemeClr val="bg1"/>
                </a:solidFill>
              </a:rPr>
              <a:t>The making of a </a:t>
            </a:r>
            <a:r>
              <a:rPr lang="en-US" altLang="en-US" sz="2800" dirty="0">
                <a:solidFill>
                  <a:schemeClr val="bg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bg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, data attributes) </a:t>
            </a:r>
            <a:r>
              <a:rPr lang="en-US" altLang="en-US" sz="2800" dirty="0">
                <a:solidFill>
                  <a:schemeClr val="bg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 </a:t>
            </a:r>
            <a:r>
              <a:rPr lang="en-US" altLang="en-US" sz="2800" dirty="0" smtClean="0">
                <a:solidFill>
                  <a:schemeClr val="bg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use</a:t>
            </a:r>
            <a:r>
              <a:rPr lang="en-US" altLang="en-US" sz="2400" spc="-40" dirty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o</a:t>
            </a:r>
            <a:r>
              <a:rPr lang="en-US" altLang="en-US" sz="2800" dirty="0">
                <a:solidFill>
                  <a:schemeClr val="bg1"/>
                </a:solidFill>
              </a:rPr>
              <a:t>f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bg1"/>
                </a:solidFill>
              </a:rPr>
              <a:t>info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hiding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simplify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</a:rPr>
              <a:t>ho</a:t>
            </a:r>
            <a:r>
              <a:rPr lang="en-US" altLang="en-US" sz="2800" spc="-30" dirty="0">
                <a:solidFill>
                  <a:schemeClr val="bg1"/>
                </a:solidFill>
              </a:rPr>
              <a:t>w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dat</a:t>
            </a:r>
            <a:r>
              <a:rPr lang="en-US" altLang="en-US" sz="2800" spc="-80" dirty="0">
                <a:solidFill>
                  <a:schemeClr val="bg1"/>
                </a:solidFill>
              </a:rPr>
              <a:t>a</a:t>
            </a:r>
            <a:r>
              <a:rPr lang="en-US" altLang="en-US" sz="2800" spc="-30" dirty="0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bg1"/>
                </a:solidFill>
              </a:rPr>
              <a:t>n the</a:t>
            </a:r>
            <a:r>
              <a:rPr lang="en-US" altLang="en-US" sz="2800" dirty="0" smtClean="0">
                <a:solidFill>
                  <a:schemeClr val="bg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 inherited) by instances of the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When 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91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92"/>
    </mc:Choice>
    <mc:Fallback>
      <p:transition spd="slow" advTm="128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741" x="5861050" y="6254750"/>
          <p14:tracePt t="6747" x="5822950" y="6184900"/>
          <p14:tracePt t="6754" x="5784850" y="6089650"/>
          <p14:tracePt t="6769" x="5695950" y="5880100"/>
          <p14:tracePt t="6784" x="5600700" y="5657850"/>
          <p14:tracePt t="6801" x="5461000" y="5391150"/>
          <p14:tracePt t="6818" x="5137150" y="4851400"/>
          <p14:tracePt t="6834" x="4927600" y="4540250"/>
          <p14:tracePt t="6851" x="4768850" y="4267200"/>
          <p14:tracePt t="6868" x="4578350" y="3968750"/>
          <p14:tracePt t="6884" x="4432300" y="3790950"/>
          <p14:tracePt t="6902" x="4216400" y="3467100"/>
          <p14:tracePt t="6917" x="4089400" y="3263900"/>
          <p14:tracePt t="6934" x="3975100" y="3086100"/>
          <p14:tracePt t="6951" x="3797300" y="2794000"/>
          <p14:tracePt t="6967" x="3683000" y="2628900"/>
          <p14:tracePt t="6984" x="3568700" y="2489200"/>
          <p14:tracePt t="7001" x="3473450" y="2349500"/>
          <p14:tracePt t="7017" x="3435350" y="2266950"/>
          <p14:tracePt t="7034" x="3403600" y="2203450"/>
          <p14:tracePt t="7050" x="3397250" y="2165350"/>
          <p14:tracePt t="7067" x="3390900" y="2089150"/>
          <p14:tracePt t="7084" x="3352800" y="2044700"/>
          <p14:tracePt t="7100" x="3340100" y="1993900"/>
          <p14:tracePt t="7117" x="3314700" y="1930400"/>
          <p14:tracePt t="7133" x="3289300" y="1860550"/>
          <p14:tracePt t="7150" x="3282950" y="1797050"/>
          <p14:tracePt t="7168" x="3257550" y="1714500"/>
          <p14:tracePt t="7183" x="3251200" y="1657350"/>
          <p14:tracePt t="7200" x="3244850" y="1606550"/>
          <p14:tracePt t="7217" x="3225800" y="1530350"/>
          <p14:tracePt t="7233" x="3213100" y="1473200"/>
          <p14:tracePt t="7250" x="3206750" y="1441450"/>
          <p14:tracePt t="7266" x="3206750" y="1409700"/>
          <p14:tracePt t="7283" x="3206750" y="1397000"/>
          <p14:tracePt t="7300" x="3206750" y="1390650"/>
          <p14:tracePt t="7316" x="3206750" y="1365250"/>
          <p14:tracePt t="7332" x="3213100" y="1352550"/>
          <p14:tracePt t="7350" x="3219450" y="1352550"/>
          <p14:tracePt t="7366" x="3219450" y="1346200"/>
          <p14:tracePt t="7469" x="3219450" y="1352550"/>
          <p14:tracePt t="7490" x="3219450" y="1358900"/>
          <p14:tracePt t="7497" x="3219450" y="1365250"/>
          <p14:tracePt t="7504" x="3219450" y="1371600"/>
          <p14:tracePt t="7519" x="3213100" y="1377950"/>
          <p14:tracePt t="7535" x="3206750" y="1384300"/>
          <p14:tracePt t="7548" x="3200400" y="1403350"/>
          <p14:tracePt t="7565" x="3187700" y="1422400"/>
          <p14:tracePt t="7581" x="3175000" y="1460500"/>
          <p14:tracePt t="7598" x="3162300" y="1492250"/>
          <p14:tracePt t="7615" x="3149600" y="1536700"/>
          <p14:tracePt t="7631" x="3143250" y="1562100"/>
          <p14:tracePt t="7648" x="3136900" y="1600200"/>
          <p14:tracePt t="7665" x="3136900" y="1657350"/>
          <p14:tracePt t="7681" x="3136900" y="1701800"/>
          <p14:tracePt t="7698" x="3143250" y="1727200"/>
          <p14:tracePt t="7715" x="3143250" y="1746250"/>
          <p14:tracePt t="7731" x="3143250" y="1758950"/>
          <p14:tracePt t="7748" x="3149600" y="1778000"/>
          <p14:tracePt t="7764" x="3149600" y="1784350"/>
          <p14:tracePt t="7781" x="3155950" y="1803400"/>
          <p14:tracePt t="7799" x="3181350" y="1841500"/>
          <p14:tracePt t="7814" x="3206750" y="1885950"/>
          <p14:tracePt t="7831" x="3244850" y="1949450"/>
          <p14:tracePt t="7848" x="3314700" y="2070100"/>
          <p14:tracePt t="7864" x="3371850" y="2165350"/>
          <p14:tracePt t="7881" x="3416300" y="2254250"/>
          <p14:tracePt t="7897" x="3473450" y="2387600"/>
          <p14:tracePt t="7914" x="3517900" y="2463800"/>
          <p14:tracePt t="7931" x="3568700" y="2578100"/>
          <p14:tracePt t="7947" x="3594100" y="2679700"/>
          <p14:tracePt t="7964" x="3613150" y="2717800"/>
          <p14:tracePt t="7980" x="3651250" y="2813050"/>
          <p14:tracePt t="7997" x="3676650" y="2832100"/>
          <p14:tracePt t="8014" x="3683000" y="2857500"/>
          <p14:tracePt t="8030" x="3695700" y="2882900"/>
          <p14:tracePt t="8047" x="3695700" y="2927350"/>
          <p14:tracePt t="8064" x="3695700" y="2959100"/>
          <p14:tracePt t="8080" x="3695700" y="2978150"/>
          <p14:tracePt t="8097" x="3702050" y="3003550"/>
          <p14:tracePt t="8113" x="3708400" y="3022600"/>
          <p14:tracePt t="8130" x="3708400" y="3028950"/>
          <p14:tracePt t="8146" x="3708400" y="3035300"/>
          <p14:tracePt t="8163" x="3714750" y="3041650"/>
          <p14:tracePt t="8197" x="3714750" y="3060700"/>
          <p14:tracePt t="8213" x="3714750" y="3079750"/>
          <p14:tracePt t="8229" x="3714750" y="3092450"/>
          <p14:tracePt t="8247" x="3714750" y="3136900"/>
          <p14:tracePt t="8263" x="3714750" y="3162300"/>
          <p14:tracePt t="8280" x="3708400" y="3206750"/>
          <p14:tracePt t="8296" x="3695700" y="3257550"/>
          <p14:tracePt t="8312" x="3695700" y="3302000"/>
          <p14:tracePt t="8330" x="3683000" y="3340100"/>
          <p14:tracePt t="8345" x="3676650" y="3378200"/>
          <p14:tracePt t="8362" x="3676650" y="3390900"/>
          <p14:tracePt t="8380" x="3670300" y="3403600"/>
          <p14:tracePt t="8421" x="3670300" y="3409950"/>
          <p14:tracePt t="9399" x="3657600" y="3416300"/>
          <p14:tracePt t="9413" x="3632200" y="3429000"/>
          <p14:tracePt t="9420" x="3606800" y="3435350"/>
          <p14:tracePt t="9428" x="3581400" y="3448050"/>
          <p14:tracePt t="9444" x="3562350" y="3467100"/>
          <p14:tracePt t="9458" x="3543300" y="3479800"/>
          <p14:tracePt t="9476" x="3498850" y="3517900"/>
          <p14:tracePt t="9492" x="3454400" y="3549650"/>
          <p14:tracePt t="9495" x="3422650" y="3575050"/>
          <p14:tracePt t="9525" x="3371850" y="3632200"/>
          <p14:tracePt t="9542" x="3327400" y="3689350"/>
          <p14:tracePt t="9558" x="3302000" y="3708400"/>
          <p14:tracePt t="9575" x="3257550" y="3765550"/>
          <p14:tracePt t="9591" x="3225800" y="3816350"/>
          <p14:tracePt t="9609" x="3200400" y="3860800"/>
          <p14:tracePt t="9625" x="3175000" y="3879850"/>
          <p14:tracePt t="9641" x="3155950" y="3930650"/>
          <p14:tracePt t="9659" x="3130550" y="3981450"/>
          <p14:tracePt t="9674" x="3124200" y="4006850"/>
          <p14:tracePt t="9692" x="3111500" y="4038600"/>
          <p14:tracePt t="9708" x="3098800" y="4064000"/>
          <p14:tracePt t="9724" x="3086100" y="4070350"/>
          <p14:tracePt t="9743" x="3079750" y="4089400"/>
          <p14:tracePt t="9758" x="3073400" y="4095750"/>
          <p14:tracePt t="9774" x="3067050" y="4095750"/>
          <p14:tracePt t="9791" x="3067050" y="4102100"/>
          <p14:tracePt t="9826" x="3067050" y="4108450"/>
          <p14:tracePt t="9910" x="3067050" y="4114800"/>
          <p14:tracePt t="9959" x="3067050" y="4121150"/>
          <p14:tracePt t="10211" x="3067050" y="4133850"/>
          <p14:tracePt t="10218" x="3067050" y="4152900"/>
          <p14:tracePt t="10232" x="3067050" y="4171950"/>
          <p14:tracePt t="10242" x="3067050" y="4203700"/>
          <p14:tracePt t="10256" x="3067050" y="4241800"/>
          <p14:tracePt t="10272" x="3054350" y="4343400"/>
          <p14:tracePt t="10289" x="3054350" y="4483100"/>
          <p14:tracePt t="10306" x="3054350" y="4572000"/>
          <p14:tracePt t="10323" x="3060700" y="4718050"/>
          <p14:tracePt t="10339" x="3060700" y="4832350"/>
          <p14:tracePt t="10355" x="3060700" y="4870450"/>
          <p14:tracePt t="10372" x="3067050" y="4921250"/>
          <p14:tracePt t="10388" x="3067050" y="4933950"/>
          <p14:tracePt t="10422" x="3067050" y="4940300"/>
          <p14:tracePt t="10981" x="3073400" y="4978400"/>
          <p14:tracePt t="10988" x="3073400" y="5016500"/>
          <p14:tracePt t="11002" x="3079750" y="5054600"/>
          <p14:tracePt t="11009" x="3092450" y="5111750"/>
          <p14:tracePt t="11019" x="3098800" y="5162550"/>
          <p14:tracePt t="11037" x="3098800" y="5245100"/>
          <p14:tracePt t="11053" x="3105150" y="5283200"/>
          <p14:tracePt t="11070" x="3105150" y="5321300"/>
          <p14:tracePt t="11087" x="3105150" y="5454650"/>
          <p14:tracePt t="11103" x="3098800" y="5505450"/>
          <p14:tracePt t="11120" x="3086100" y="5575300"/>
          <p14:tracePt t="11136" x="3079750" y="5689600"/>
          <p14:tracePt t="11153" x="3067050" y="5784850"/>
          <p14:tracePt t="11170" x="3067050" y="5854700"/>
          <p14:tracePt t="11186" x="3067050" y="5873750"/>
          <p14:tracePt t="11202" x="3060700" y="5905500"/>
          <p14:tracePt t="11220" x="3060700" y="5930900"/>
          <p14:tracePt t="11236" x="3060700" y="5937250"/>
          <p14:tracePt t="11252" x="3060700" y="5943600"/>
          <p14:tracePt t="11269" x="3060700" y="5949950"/>
          <p14:tracePt t="11305" x="3054350" y="5956300"/>
          <p14:tracePt t="11598" x="3060700" y="5956300"/>
          <p14:tracePt t="11612" x="3067050" y="5962650"/>
          <p14:tracePt t="11620" x="3079750" y="5962650"/>
          <p14:tracePt t="11634" x="3086100" y="5969000"/>
          <p14:tracePt t="11651" x="3092450" y="5975350"/>
          <p14:tracePt t="11668" x="3181350" y="5994400"/>
          <p14:tracePt t="11685" x="3225800" y="6000750"/>
          <p14:tracePt t="11701" x="3289300" y="6013450"/>
          <p14:tracePt t="11718" x="3416300" y="6013450"/>
          <p14:tracePt t="11734" x="3562350" y="6013450"/>
          <p14:tracePt t="11752" x="3740150" y="6007100"/>
          <p14:tracePt t="11767" x="3829050" y="6000750"/>
          <p14:tracePt t="11785" x="4032250" y="5969000"/>
          <p14:tracePt t="11801" x="4241800" y="5924550"/>
          <p14:tracePt t="11817" x="4343400" y="5905500"/>
          <p14:tracePt t="11834" x="4540250" y="5867400"/>
          <p14:tracePt t="11850" x="4756150" y="5822950"/>
          <p14:tracePt t="11867" x="4864100" y="5791200"/>
          <p14:tracePt t="11884" x="5041900" y="5753100"/>
          <p14:tracePt t="11900" x="5226050" y="5689600"/>
          <p14:tracePt t="11917" x="5308600" y="5664200"/>
          <p14:tracePt t="11934" x="5480050" y="5600700"/>
          <p14:tracePt t="11950" x="5632450" y="5518150"/>
          <p14:tracePt t="11967" x="5708650" y="5467350"/>
          <p14:tracePt t="11984" x="5829300" y="5384800"/>
          <p14:tracePt t="12000" x="5873750" y="5353050"/>
          <p14:tracePt t="12016" x="5937250" y="5314950"/>
          <p14:tracePt t="12032" x="6000750" y="5264150"/>
          <p14:tracePt t="12049" x="6057900" y="5219700"/>
          <p14:tracePt t="12067" x="6108700" y="5181600"/>
          <p14:tracePt t="12083" x="6121400" y="515620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The </a:t>
            </a:r>
            <a:r>
              <a:rPr lang="en-US" altLang="en-US" sz="2800" spc="-40" dirty="0">
                <a:solidFill>
                  <a:srgbClr val="FF0000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modules </a:t>
            </a:r>
            <a:r>
              <a:rPr lang="en-US" altLang="en-US" sz="2800" spc="-40" dirty="0">
                <a:solidFill>
                  <a:srgbClr val="FF0000"/>
                </a:solidFill>
              </a:rPr>
              <a:t>to achieve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rgbClr val="FF0000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The bundling data with the</a:t>
            </a:r>
            <a:r>
              <a:rPr lang="en-US" altLang="en-US" sz="28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bg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bg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bg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資訊隱藏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dirty="0" smtClean="0">
                <a:solidFill>
                  <a:schemeClr val="bg1"/>
                </a:solidFill>
              </a:rPr>
              <a:t>The making of a </a:t>
            </a:r>
            <a:r>
              <a:rPr lang="en-US" altLang="en-US" sz="2800" dirty="0">
                <a:solidFill>
                  <a:schemeClr val="bg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bg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, data attributes) </a:t>
            </a:r>
            <a:r>
              <a:rPr lang="en-US" altLang="en-US" sz="2800" dirty="0">
                <a:solidFill>
                  <a:schemeClr val="bg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 </a:t>
            </a:r>
            <a:r>
              <a:rPr lang="en-US" altLang="en-US" sz="2800" dirty="0" smtClean="0">
                <a:solidFill>
                  <a:schemeClr val="bg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use</a:t>
            </a:r>
            <a:r>
              <a:rPr lang="en-US" altLang="en-US" sz="2400" spc="-40" dirty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o</a:t>
            </a:r>
            <a:r>
              <a:rPr lang="en-US" altLang="en-US" sz="2800" dirty="0">
                <a:solidFill>
                  <a:schemeClr val="bg1"/>
                </a:solidFill>
              </a:rPr>
              <a:t>f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bg1"/>
                </a:solidFill>
              </a:rPr>
              <a:t>info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hiding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simplify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</a:rPr>
              <a:t>ho</a:t>
            </a:r>
            <a:r>
              <a:rPr lang="en-US" altLang="en-US" sz="2800" spc="-30" dirty="0">
                <a:solidFill>
                  <a:schemeClr val="bg1"/>
                </a:solidFill>
              </a:rPr>
              <a:t>w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dat</a:t>
            </a:r>
            <a:r>
              <a:rPr lang="en-US" altLang="en-US" sz="2800" spc="-80" dirty="0">
                <a:solidFill>
                  <a:schemeClr val="bg1"/>
                </a:solidFill>
              </a:rPr>
              <a:t>a</a:t>
            </a:r>
            <a:r>
              <a:rPr lang="en-US" altLang="en-US" sz="2800" spc="-30" dirty="0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bg1"/>
                </a:solidFill>
              </a:rPr>
              <a:t>n the</a:t>
            </a:r>
            <a:r>
              <a:rPr lang="en-US" altLang="en-US" sz="2800" dirty="0" smtClean="0">
                <a:solidFill>
                  <a:schemeClr val="bg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 inherited) by instances of the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When 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447800" y="3429000"/>
            <a:ext cx="2209800" cy="762000"/>
          </a:xfrm>
          <a:prstGeom prst="wedgeRoundRectCallout">
            <a:avLst>
              <a:gd name="adj1" fmla="val -44157"/>
              <a:gd name="adj2" fmla="val -325417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Helps with debugging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867400" y="3429000"/>
            <a:ext cx="2209800" cy="762000"/>
          </a:xfrm>
          <a:prstGeom prst="wedgeRoundRectCallout">
            <a:avLst>
              <a:gd name="adj1" fmla="val -207100"/>
              <a:gd name="adj2" fmla="val -321528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Facilitates group work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657600" y="3429000"/>
            <a:ext cx="2209800" cy="762000"/>
          </a:xfrm>
          <a:prstGeom prst="wedgeRoundRectCallout">
            <a:avLst>
              <a:gd name="adj1" fmla="val -129514"/>
              <a:gd name="adj2" fmla="val -324862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Encourages code reuse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1524000" y="2895600"/>
            <a:ext cx="6477000" cy="1600200"/>
          </a:xfrm>
          <a:prstGeom prst="wedgeRoundRectCallout">
            <a:avLst>
              <a:gd name="adj1" fmla="val -47705"/>
              <a:gd name="adj2" fmla="val -152844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96000"/>
              </a:lnSpc>
              <a:spcBef>
                <a:spcPts val="0"/>
              </a:spcBef>
            </a:pPr>
            <a:r>
              <a:rPr lang="en-US" altLang="en-US" sz="3600" dirty="0">
                <a:solidFill>
                  <a:srgbClr val="FF0000"/>
                </a:solidFill>
              </a:rPr>
              <a:t>Python </a:t>
            </a:r>
            <a:r>
              <a:rPr lang="en-US" altLang="en-US" sz="3600" b="1" dirty="0">
                <a:solidFill>
                  <a:srgbClr val="FF0000"/>
                </a:solidFill>
              </a:rPr>
              <a:t>modules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 smtClean="0">
                <a:solidFill>
                  <a:srgbClr val="FF0000"/>
                </a:solidFill>
              </a:rPr>
              <a:t>also achieve </a:t>
            </a:r>
            <a:r>
              <a:rPr lang="en-US" altLang="en-US" sz="3600" dirty="0">
                <a:solidFill>
                  <a:srgbClr val="FF0000"/>
                </a:solidFill>
              </a:rPr>
              <a:t>modularity, of </a:t>
            </a:r>
            <a:r>
              <a:rPr lang="en-US" altLang="en-US" sz="3600" dirty="0" smtClean="0">
                <a:solidFill>
                  <a:srgbClr val="FF0000"/>
                </a:solidFill>
              </a:rPr>
              <a:t>course.</a:t>
            </a:r>
            <a:br>
              <a:rPr lang="en-US" altLang="en-US" sz="3600" dirty="0" smtClean="0">
                <a:solidFill>
                  <a:srgbClr val="FF0000"/>
                </a:solidFill>
              </a:rPr>
            </a:br>
            <a:r>
              <a:rPr lang="en-US" altLang="en-US" sz="3200" dirty="0" smtClean="0">
                <a:solidFill>
                  <a:srgbClr val="FF0000"/>
                </a:solidFill>
              </a:rPr>
              <a:t>But classes can achieve it too…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9135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529"/>
    </mc:Choice>
    <mc:Fallback>
      <p:transition spd="slow" advTm="925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  <p:extLst>
    <p:ext uri="{3A86A75C-4F4B-4683-9AE1-C65F6400EC91}">
      <p14:laserTraceLst xmlns:p14="http://schemas.microsoft.com/office/powerpoint/2010/main">
        <p14:tracePtLst>
          <p14:tracePt t="972" x="4845050" y="3727450"/>
          <p14:tracePt t="978" x="4845050" y="3714750"/>
          <p14:tracePt t="992" x="4845050" y="3695700"/>
          <p14:tracePt t="1001" x="4838700" y="3670300"/>
          <p14:tracePt t="1014" x="4832350" y="3638550"/>
          <p14:tracePt t="1031" x="4806950" y="3556000"/>
          <p14:tracePt t="1049" x="4781550" y="3448050"/>
          <p14:tracePt t="1064" x="4768850" y="3390900"/>
          <p14:tracePt t="1081" x="4743450" y="3308350"/>
          <p14:tracePt t="1098" x="4711700" y="3200400"/>
          <p14:tracePt t="1114" x="4679950" y="3130550"/>
          <p14:tracePt t="1131" x="4654550" y="3073400"/>
          <p14:tracePt t="1147" x="4565650" y="2844800"/>
          <p14:tracePt t="1164" x="4533900" y="2755900"/>
          <p14:tracePt t="1182" x="4457700" y="2571750"/>
          <p14:tracePt t="1197" x="4432300" y="2489200"/>
          <p14:tracePt t="1214" x="4349750" y="2349500"/>
          <p14:tracePt t="1231" x="4292600" y="2216150"/>
          <p14:tracePt t="1247" x="4273550" y="2159000"/>
          <p14:tracePt t="1264" x="4241800" y="2063750"/>
          <p14:tracePt t="1280" x="4241800" y="2032000"/>
          <p14:tracePt t="1297" x="4241800" y="2019300"/>
          <p14:tracePt t="1314" x="4241800" y="2000250"/>
          <p14:tracePt t="1330" x="4241800" y="1981200"/>
          <p14:tracePt t="1346" x="4248150" y="1981200"/>
          <p14:tracePt t="1363" x="4248150" y="1974850"/>
          <p14:tracePt t="1380" x="4254500" y="1974850"/>
          <p14:tracePt t="1400" x="4260850" y="1974850"/>
          <p14:tracePt t="1483" x="4267200" y="1974850"/>
          <p14:tracePt t="1553" x="4273550" y="1974850"/>
          <p14:tracePt t="1567" x="4273550" y="1981200"/>
          <p14:tracePt t="1588" x="4273550" y="1987550"/>
          <p14:tracePt t="1594" x="4273550" y="1993900"/>
          <p14:tracePt t="1609" x="4273550" y="2000250"/>
          <p14:tracePt t="6104" x="4311650" y="2000250"/>
          <p14:tracePt t="6111" x="4381500" y="1987550"/>
          <p14:tracePt t="6125" x="4457700" y="1981200"/>
          <p14:tracePt t="6133" x="4559300" y="1955800"/>
          <p14:tracePt t="6146" x="4686300" y="1949450"/>
          <p14:tracePt t="6163" x="4927600" y="1924050"/>
          <p14:tracePt t="6181" x="5175250" y="1860550"/>
          <p14:tracePt t="6196" x="5346700" y="1835150"/>
          <p14:tracePt t="6213" x="5702300" y="1758950"/>
          <p14:tracePt t="6230" x="5969000" y="1670050"/>
          <p14:tracePt t="6247" x="6096000" y="1638300"/>
          <p14:tracePt t="6263" x="6229350" y="1593850"/>
          <p14:tracePt t="6279" x="6553200" y="1498600"/>
          <p14:tracePt t="6296" x="6648450" y="1479550"/>
          <p14:tracePt t="6314" x="6819900" y="1422400"/>
          <p14:tracePt t="6330" x="6908800" y="1397000"/>
          <p14:tracePt t="6347" x="7092950" y="1371600"/>
          <p14:tracePt t="6363" x="7213600" y="1333500"/>
          <p14:tracePt t="6379" x="7251700" y="1333500"/>
          <p14:tracePt t="6396" x="7327900" y="1333500"/>
          <p14:tracePt t="6413" x="7391400" y="1314450"/>
          <p14:tracePt t="6429" x="7416800" y="1314450"/>
          <p14:tracePt t="6447" x="7442200" y="1308100"/>
          <p14:tracePt t="6462" x="7454900" y="1308100"/>
          <p14:tracePt t="6479" x="7461250" y="1308100"/>
          <p14:tracePt t="6496" x="7454900" y="1308100"/>
          <p14:tracePt t="6512" x="7442200" y="1308100"/>
          <p14:tracePt t="6529" x="7423150" y="1308100"/>
          <p14:tracePt t="6546" x="7391400" y="1308100"/>
          <p14:tracePt t="6562" x="7289800" y="1308100"/>
          <p14:tracePt t="6579" x="7213600" y="1301750"/>
          <p14:tracePt t="6595" x="6997700" y="1295400"/>
          <p14:tracePt t="6612" x="6851650" y="1270000"/>
          <p14:tracePt t="6630" x="6419850" y="1250950"/>
          <p14:tracePt t="6645" x="6261100" y="1238250"/>
          <p14:tracePt t="6662" x="6121400" y="1225550"/>
          <p14:tracePt t="6678" x="5905500" y="1225550"/>
          <p14:tracePt t="6695" x="5765800" y="1225550"/>
          <p14:tracePt t="6711" x="5721350" y="1238250"/>
          <p14:tracePt t="6728" x="5695950" y="1244600"/>
          <p14:tracePt t="6745" x="5683250" y="1257300"/>
          <p14:tracePt t="6762" x="5689600" y="1257300"/>
          <p14:tracePt t="6778" x="5695950" y="1263650"/>
          <p14:tracePt t="6794" x="5702300" y="1270000"/>
          <p14:tracePt t="6811" x="5721350" y="1270000"/>
          <p14:tracePt t="6828" x="5727700" y="1270000"/>
          <p14:tracePt t="6846" x="5746750" y="1270000"/>
          <p14:tracePt t="6861" x="5772150" y="1276350"/>
          <p14:tracePt t="6877" x="5810250" y="1282700"/>
          <p14:tracePt t="6895" x="5905500" y="1301750"/>
          <p14:tracePt t="6910" x="6038850" y="1339850"/>
          <p14:tracePt t="6927" x="6115050" y="1371600"/>
          <p14:tracePt t="6946" x="6292850" y="1441450"/>
          <p14:tracePt t="6961" x="6369050" y="1479550"/>
          <p14:tracePt t="6978" x="6464300" y="1543050"/>
          <p14:tracePt t="6993" x="6496050" y="1581150"/>
          <p14:tracePt t="7010" x="6508750" y="1593850"/>
          <p14:tracePt t="7044" x="6502400" y="1593850"/>
          <p14:tracePt t="7063" x="6483350" y="1587500"/>
          <p14:tracePt t="32090" x="6496050" y="1587500"/>
          <p14:tracePt t="32097" x="6534150" y="1612900"/>
          <p14:tracePt t="32107" x="6604000" y="1644650"/>
          <p14:tracePt t="32124" x="6756400" y="1720850"/>
          <p14:tracePt t="32141" x="6997700" y="1866900"/>
          <p14:tracePt t="32157" x="7213600" y="1987550"/>
          <p14:tracePt t="32174" x="7505700" y="2165350"/>
          <p14:tracePt t="32190" x="7683500" y="2279650"/>
          <p14:tracePt t="32207" x="7835900" y="2387600"/>
          <p14:tracePt t="32224" x="8108950" y="2565400"/>
          <p14:tracePt t="32240" x="8248650" y="2654300"/>
          <p14:tracePt t="32256" x="8350250" y="2730500"/>
          <p14:tracePt t="32273" x="8420100" y="2819400"/>
          <p14:tracePt t="32290" x="8458200" y="2863850"/>
          <p14:tracePt t="32308" x="8489950" y="2914650"/>
          <p14:tracePt t="32322" x="8502650" y="2940050"/>
          <p14:tracePt t="32339" x="8515350" y="2959100"/>
          <p14:tracePt t="32357" x="8534400" y="3003550"/>
          <p14:tracePt t="32373" x="8540750" y="3035300"/>
          <p14:tracePt t="32389" x="8559800" y="3067050"/>
          <p14:tracePt t="32407" x="8585200" y="3111500"/>
          <p14:tracePt t="32422" x="8591550" y="3143250"/>
          <p14:tracePt t="32439" x="8572500" y="3187700"/>
          <p14:tracePt t="32456" x="8534400" y="3238500"/>
          <p14:tracePt t="32472" x="8489950" y="3263900"/>
          <p14:tracePt t="32490" x="8350250" y="3327400"/>
          <p14:tracePt t="32506" x="8191500" y="3365500"/>
          <p14:tracePt t="32523" x="7988300" y="3397250"/>
          <p14:tracePt t="32539" x="7677150" y="3448050"/>
          <p14:tracePt t="32555" x="7423150" y="3467100"/>
          <p14:tracePt t="32572" x="7169150" y="3498850"/>
          <p14:tracePt t="32589" x="6832600" y="3556000"/>
          <p14:tracePt t="32606" x="6616700" y="3581400"/>
          <p14:tracePt t="32624" x="6356350" y="3613150"/>
          <p14:tracePt t="32639" x="6216650" y="3632200"/>
          <p14:tracePt t="32655" x="6070600" y="3663950"/>
          <p14:tracePt t="32672" x="5873750" y="3689350"/>
          <p14:tracePt t="32688" x="5810250" y="3721100"/>
          <p14:tracePt t="32705" x="5727700" y="3727450"/>
          <p14:tracePt t="32722" x="5645150" y="3778250"/>
          <p14:tracePt t="32738" x="5581650" y="3797300"/>
          <p14:tracePt t="32756" x="5486400" y="3854450"/>
          <p14:tracePt t="32771" x="5435600" y="3879850"/>
          <p14:tracePt t="32788" x="5378450" y="3917950"/>
          <p14:tracePt t="32805" x="5327650" y="3949700"/>
          <p14:tracePt t="32821" x="5289550" y="3987800"/>
          <p14:tracePt t="32838" x="5264150" y="4013200"/>
          <p14:tracePt t="32854" x="5232400" y="4051300"/>
          <p14:tracePt t="32871" x="5219700" y="4076700"/>
          <p14:tracePt t="32889" x="5213350" y="4121150"/>
          <p14:tracePt t="32904" x="5207000" y="4146550"/>
          <p14:tracePt t="32921" x="5207000" y="4171950"/>
          <p14:tracePt t="32939" x="5213350" y="4222750"/>
          <p14:tracePt t="32954" x="5226050" y="4267200"/>
          <p14:tracePt t="32971" x="5245100" y="4311650"/>
          <p14:tracePt t="32987" x="5283200" y="4356100"/>
          <p14:tracePt t="33004" x="5302250" y="4400550"/>
          <p14:tracePt t="33021" x="5321300" y="4432300"/>
          <p14:tracePt t="33037" x="5359400" y="4470400"/>
          <p14:tracePt t="33054" x="5378450" y="4502150"/>
          <p14:tracePt t="33071" x="5391150" y="4521200"/>
          <p14:tracePt t="33087" x="5391150" y="4527550"/>
          <p14:tracePt t="33103" x="5391150" y="4533900"/>
          <p14:tracePt t="33122" x="5391150" y="4540250"/>
          <p14:tracePt t="33140" x="5384800" y="4546600"/>
          <p14:tracePt t="33154" x="5378450" y="4552950"/>
          <p14:tracePt t="63068" x="5365750" y="4540250"/>
          <p14:tracePt t="63074" x="5359400" y="4514850"/>
          <p14:tracePt t="63083" x="5346700" y="4489450"/>
          <p14:tracePt t="63100" x="5321300" y="4445000"/>
          <p14:tracePt t="63118" x="5276850" y="4349750"/>
          <p14:tracePt t="63133" x="5245100" y="4292600"/>
          <p14:tracePt t="63150" x="5181600" y="4191000"/>
          <p14:tracePt t="63166" x="5016500" y="4019550"/>
          <p14:tracePt t="63183" x="4889500" y="3867150"/>
          <p14:tracePt t="63200" x="4794250" y="3740150"/>
          <p14:tracePt t="63216" x="4660900" y="3568700"/>
          <p14:tracePt t="63233" x="4572000" y="3460750"/>
          <p14:tracePt t="63250" x="4508500" y="3352800"/>
          <p14:tracePt t="63266" x="4445000" y="3282950"/>
          <p14:tracePt t="63282" x="4394200" y="3225800"/>
          <p14:tracePt t="63299" x="4311650" y="3136900"/>
          <p14:tracePt t="63316" x="4267200" y="3092450"/>
          <p14:tracePt t="63333" x="4210050" y="3041650"/>
          <p14:tracePt t="63349" x="4152900" y="3003550"/>
          <p14:tracePt t="63365" x="4102100" y="2959100"/>
          <p14:tracePt t="63383" x="4019550" y="2870200"/>
          <p14:tracePt t="63399" x="3949700" y="2800350"/>
          <p14:tracePt t="63415" x="3860800" y="2736850"/>
          <p14:tracePt t="63432" x="3676650" y="2622550"/>
          <p14:tracePt t="63448" x="3556000" y="2514600"/>
          <p14:tracePt t="63465" x="3429000" y="2406650"/>
          <p14:tracePt t="63481" x="3238500" y="2247900"/>
          <p14:tracePt t="63498" x="3143250" y="2139950"/>
          <p14:tracePt t="63516" x="3009900" y="1968500"/>
          <p14:tracePt t="63531" x="2933700" y="1841500"/>
          <p14:tracePt t="63548" x="2851150" y="1758950"/>
          <p14:tracePt t="63565" x="2724150" y="1574800"/>
          <p14:tracePt t="63582" x="2647950" y="1460500"/>
          <p14:tracePt t="63598" x="2565400" y="1365250"/>
          <p14:tracePt t="63615" x="2470150" y="1219200"/>
          <p14:tracePt t="63631" x="2413000" y="1149350"/>
          <p14:tracePt t="63649" x="2355850" y="1054100"/>
          <p14:tracePt t="63664" x="2336800" y="1003300"/>
          <p14:tracePt t="63682" x="2317750" y="971550"/>
          <p14:tracePt t="63698" x="2311400" y="946150"/>
          <p14:tracePt t="63714" x="2305050" y="927100"/>
          <p14:tracePt t="63731" x="2305050" y="920750"/>
          <p14:tracePt t="63747" x="2311400" y="927100"/>
          <p14:tracePt t="63764" x="2311400" y="933450"/>
          <p14:tracePt t="63782" x="2311400" y="939800"/>
          <p14:tracePt t="63797" x="2311400" y="952500"/>
          <p14:tracePt t="63814" x="2317750" y="958850"/>
          <p14:tracePt t="63831" x="2317750" y="971550"/>
          <p14:tracePt t="63847" x="2317750" y="996950"/>
          <p14:tracePt t="63864" x="2317750" y="1009650"/>
          <p14:tracePt t="63881" x="2317750" y="1022350"/>
          <p14:tracePt t="63897" x="2324100" y="1028700"/>
          <p14:tracePt t="63914" x="2349500" y="1066800"/>
          <p14:tracePt t="63930" x="2381250" y="1098550"/>
          <p14:tracePt t="63947" x="2400300" y="1123950"/>
          <p14:tracePt t="63964" x="2451100" y="1168400"/>
          <p14:tracePt t="63980" x="2482850" y="1225550"/>
          <p14:tracePt t="63997" x="2520950" y="1270000"/>
          <p14:tracePt t="64013" x="2597150" y="1327150"/>
          <p14:tracePt t="64029" x="2641600" y="1371600"/>
          <p14:tracePt t="64047" x="2679700" y="1435100"/>
          <p14:tracePt t="64063" x="2736850" y="1524000"/>
          <p14:tracePt t="64080" x="2768600" y="1587500"/>
          <p14:tracePt t="64084" x="2781300" y="1619250"/>
          <p14:tracePt t="64097" x="2813050" y="1676400"/>
          <p14:tracePt t="64113" x="2825750" y="1720850"/>
          <p14:tracePt t="64129" x="2832100" y="1784350"/>
          <p14:tracePt t="64146" x="2857500" y="1949450"/>
          <p14:tracePt t="64163" x="2857500" y="1987550"/>
          <p14:tracePt t="64179" x="2857500" y="2051050"/>
          <p14:tracePt t="64196" x="2857500" y="2165350"/>
          <p14:tracePt t="64213" x="2838450" y="2273300"/>
          <p14:tracePt t="64230" x="2819400" y="2381250"/>
          <p14:tracePt t="64246" x="2800350" y="2457450"/>
          <p14:tracePt t="64262" x="2762250" y="2590800"/>
          <p14:tracePt t="64279" x="2711450" y="2743200"/>
          <p14:tracePt t="64296" x="2692400" y="2806700"/>
          <p14:tracePt t="64312" x="2647950" y="2952750"/>
          <p14:tracePt t="64329" x="2584450" y="3092450"/>
          <p14:tracePt t="64345" x="2546350" y="3162300"/>
          <p14:tracePt t="64362" x="2501900" y="3257550"/>
          <p14:tracePt t="64379" x="2457450" y="3346450"/>
          <p14:tracePt t="64395" x="2438400" y="3390900"/>
          <p14:tracePt t="64412" x="2406650" y="3467100"/>
          <p14:tracePt t="64429" x="2381250" y="3511550"/>
          <p14:tracePt t="64445" x="2355850" y="3568700"/>
          <p14:tracePt t="64462" x="2330450" y="3651250"/>
          <p14:tracePt t="64478" x="2324100" y="3695700"/>
          <p14:tracePt t="64495" x="2317750" y="3778250"/>
          <p14:tracePt t="64511" x="2317750" y="3841750"/>
          <p14:tracePt t="64528" x="2317750" y="3873500"/>
          <p14:tracePt t="64545" x="2317750" y="3949700"/>
          <p14:tracePt t="64561" x="2317750" y="3968750"/>
          <p14:tracePt t="64578" x="2317750" y="3987800"/>
          <p14:tracePt t="64595" x="2324100" y="4025900"/>
          <p14:tracePt t="64612" x="2330450" y="4051300"/>
          <p14:tracePt t="64629" x="2336800" y="4057650"/>
          <p14:tracePt t="64660" x="2336800" y="4064000"/>
          <p14:tracePt t="64699" x="2343150" y="4070350"/>
          <p14:tracePt t="64713" x="2349500" y="4070350"/>
          <p14:tracePt t="64728" x="2355850" y="4076700"/>
          <p14:tracePt t="64741" x="2374900" y="4076700"/>
          <p14:tracePt t="64748" x="2381250" y="4076700"/>
          <p14:tracePt t="64763" x="2393950" y="4083050"/>
          <p14:tracePt t="64777" x="2444750" y="4095750"/>
          <p14:tracePt t="64794" x="2476500" y="4108450"/>
          <p14:tracePt t="64811" x="2546350" y="4133850"/>
          <p14:tracePt t="64827" x="2590800" y="4152900"/>
          <p14:tracePt t="64844" x="2686050" y="4191000"/>
          <p14:tracePt t="64861" x="2794000" y="4222750"/>
          <p14:tracePt t="64877" x="2851150" y="4235450"/>
          <p14:tracePt t="64894" x="2959100" y="4273550"/>
          <p14:tracePt t="64910" x="3067050" y="4279900"/>
          <p14:tracePt t="64927" x="3105150" y="4286250"/>
          <p14:tracePt t="64944" x="3187700" y="4286250"/>
          <p14:tracePt t="64960" x="3244850" y="4286250"/>
          <p14:tracePt t="64977" x="3263900" y="4286250"/>
          <p14:tracePt t="64994" x="3282950" y="4286250"/>
          <p14:tracePt t="65010" x="3295650" y="4286250"/>
          <p14:tracePt t="65026" x="3302000" y="4286250"/>
          <p14:tracePt t="65063" x="3308350" y="4286250"/>
          <p14:tracePt t="67023" x="3352800" y="4286250"/>
          <p14:tracePt t="67030" x="3403600" y="4298950"/>
          <p14:tracePt t="67044" x="3473450" y="4305300"/>
          <p14:tracePt t="67053" x="3524250" y="4318000"/>
          <p14:tracePt t="67069" x="3575050" y="4318000"/>
          <p14:tracePt t="67086" x="3695700" y="4343400"/>
          <p14:tracePt t="67102" x="3854450" y="4362450"/>
          <p14:tracePt t="67119" x="3930650" y="4362450"/>
          <p14:tracePt t="67122" x="4032250" y="4362450"/>
          <p14:tracePt t="67136" x="4108450" y="4362450"/>
          <p14:tracePt t="67152" x="4248150" y="4381500"/>
          <p14:tracePt t="67171" x="4356100" y="4381500"/>
          <p14:tracePt t="67186" x="4406900" y="4381500"/>
          <p14:tracePt t="67202" x="4495800" y="4368800"/>
          <p14:tracePt t="67219" x="4565650" y="4362450"/>
          <p14:tracePt t="67235" x="4597400" y="4356100"/>
          <p14:tracePt t="67252" x="4616450" y="4356100"/>
          <p14:tracePt t="67270" x="4673600" y="4337050"/>
          <p14:tracePt t="67285" x="4692650" y="4330700"/>
          <p14:tracePt t="67302" x="4705350" y="4324350"/>
          <p14:tracePt t="67318" x="4743450" y="4311650"/>
          <p14:tracePt t="67335" x="4749800" y="4311650"/>
          <p14:tracePt t="67352" x="4762500" y="4311650"/>
          <p14:tracePt t="67368" x="4768850" y="4311650"/>
          <p14:tracePt t="67385" x="4775200" y="4311650"/>
          <p14:tracePt t="67402" x="4787900" y="4311650"/>
          <p14:tracePt t="67418" x="4800600" y="4311650"/>
          <p14:tracePt t="70173" x="4832350" y="4298950"/>
          <p14:tracePt t="70180" x="4889500" y="4273550"/>
          <p14:tracePt t="70195" x="4940300" y="4254500"/>
          <p14:tracePt t="70209" x="5067300" y="4197350"/>
          <p14:tracePt t="70225" x="5149850" y="4146550"/>
          <p14:tracePt t="70241" x="5238750" y="4095750"/>
          <p14:tracePt t="70258" x="5416550" y="3968750"/>
          <p14:tracePt t="70275" x="5638800" y="3848100"/>
          <p14:tracePt t="70292" x="6019800" y="3683000"/>
          <p14:tracePt t="70308" x="6210300" y="3619500"/>
          <p14:tracePt t="70324" x="6553200" y="3498850"/>
          <p14:tracePt t="70342" x="6864350" y="3416300"/>
          <p14:tracePt t="70358" x="6997700" y="3384550"/>
          <p14:tracePt t="70375" x="7194550" y="3302000"/>
          <p14:tracePt t="70392" x="7378700" y="3232150"/>
          <p14:tracePt t="70408" x="7454900" y="3200400"/>
          <p14:tracePt t="70424" x="7581900" y="3149600"/>
          <p14:tracePt t="70441" x="7664450" y="3136900"/>
          <p14:tracePt t="70457" x="7689850" y="3130550"/>
          <p14:tracePt t="70475" x="7727950" y="3130550"/>
          <p14:tracePt t="70491" x="7747000" y="3130550"/>
          <p14:tracePt t="70508" x="7747000" y="3136900"/>
          <p14:tracePt t="70524" x="7753350" y="3136900"/>
          <p14:tracePt t="70544" x="7753350" y="3143250"/>
          <p14:tracePt t="70560" x="7753350" y="3149600"/>
          <p14:tracePt t="70580" x="7753350" y="3155950"/>
          <p14:tracePt t="70594" x="7753350" y="3162300"/>
          <p14:tracePt t="70622" x="7753350" y="3168650"/>
          <p14:tracePt t="70628" x="7753350" y="3175000"/>
          <p14:tracePt t="70699" x="7747000" y="3175000"/>
          <p14:tracePt t="70720" x="7747000" y="3181350"/>
          <p14:tracePt t="70734" x="7747000" y="3187700"/>
          <p14:tracePt t="70743" x="7747000" y="3200400"/>
          <p14:tracePt t="70756" x="7747000" y="3213100"/>
          <p14:tracePt t="70773" x="7753350" y="3244850"/>
          <p14:tracePt t="70790" x="7759700" y="3263900"/>
          <p14:tracePt t="70806" x="7766050" y="3276600"/>
          <p14:tracePt t="70823" x="7766050" y="3295650"/>
          <p14:tracePt t="70840" x="7778750" y="3327400"/>
          <p14:tracePt t="70856" x="7778750" y="3340100"/>
          <p14:tracePt t="70874" x="7778750" y="3346450"/>
          <p14:tracePt t="70889" x="7785100" y="3352800"/>
          <p14:tracePt t="71028" x="7778750" y="335280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functions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0" dirty="0" smtClean="0">
                <a:solidFill>
                  <a:srgbClr val="FF0000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rgbClr val="FF0000"/>
                </a:solidFill>
              </a:rPr>
              <a:t>ie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,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method</a:t>
            </a:r>
            <a:r>
              <a:rPr lang="en-US" altLang="en-US" sz="2800" spc="-200" dirty="0" smtClean="0">
                <a:solidFill>
                  <a:srgbClr val="FF0000"/>
                </a:solidFill>
              </a:rPr>
              <a:t>s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rgbClr val="FF0000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資訊隱藏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spc="-70" dirty="0" smtClean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The making of a </a:t>
            </a:r>
            <a:r>
              <a:rPr lang="en-US" altLang="en-US" sz="2800" dirty="0">
                <a:solidFill>
                  <a:schemeClr val="bg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bg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, data attributes) </a:t>
            </a:r>
            <a:r>
              <a:rPr lang="en-US" altLang="en-US" sz="2800" dirty="0">
                <a:solidFill>
                  <a:schemeClr val="bg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 </a:t>
            </a:r>
            <a:r>
              <a:rPr lang="en-US" altLang="en-US" sz="2800" dirty="0" smtClean="0">
                <a:solidFill>
                  <a:schemeClr val="bg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use</a:t>
            </a:r>
            <a:r>
              <a:rPr lang="en-US" altLang="en-US" sz="2400" spc="-40" dirty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o</a:t>
            </a:r>
            <a:r>
              <a:rPr lang="en-US" altLang="en-US" sz="2800" dirty="0">
                <a:solidFill>
                  <a:schemeClr val="bg1"/>
                </a:solidFill>
              </a:rPr>
              <a:t>f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bg1"/>
                </a:solidFill>
              </a:rPr>
              <a:t>info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hiding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simplify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</a:rPr>
              <a:t>ho</a:t>
            </a:r>
            <a:r>
              <a:rPr lang="en-US" altLang="en-US" sz="2800" spc="-30" dirty="0">
                <a:solidFill>
                  <a:schemeClr val="bg1"/>
                </a:solidFill>
              </a:rPr>
              <a:t>w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dat</a:t>
            </a:r>
            <a:r>
              <a:rPr lang="en-US" altLang="en-US" sz="2800" spc="-80" dirty="0">
                <a:solidFill>
                  <a:schemeClr val="bg1"/>
                </a:solidFill>
              </a:rPr>
              <a:t>a</a:t>
            </a:r>
            <a:r>
              <a:rPr lang="en-US" altLang="en-US" sz="2800" spc="-30" dirty="0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bg1"/>
                </a:solidFill>
              </a:rPr>
              <a:t>n the</a:t>
            </a:r>
            <a:r>
              <a:rPr lang="en-US" altLang="en-US" sz="2800" dirty="0" smtClean="0">
                <a:solidFill>
                  <a:schemeClr val="bg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 inherited) by instances of the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 smtClean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When 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06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85"/>
    </mc:Choice>
    <mc:Fallback>
      <p:transition spd="slow" advTm="317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</a:t>
            </a:r>
            <a:r>
              <a:rPr lang="zh-TW" altLang="en-US" sz="2800" dirty="0" smtClean="0"/>
              <a:t>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T</a:t>
            </a:r>
            <a:r>
              <a:rPr lang="en-US" altLang="en-US" sz="2800" spc="-50" dirty="0">
                <a:solidFill>
                  <a:srgbClr val="FF0000"/>
                </a:solidFill>
              </a:rPr>
              <a:t>h</a:t>
            </a:r>
            <a:r>
              <a:rPr lang="en-US" altLang="en-US" sz="2800" dirty="0">
                <a:solidFill>
                  <a:srgbClr val="FF0000"/>
                </a:solidFill>
              </a:rPr>
              <a:t>e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act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800" spc="-60" dirty="0">
                <a:solidFill>
                  <a:srgbClr val="FF0000"/>
                </a:solidFill>
              </a:rPr>
              <a:t>o</a:t>
            </a:r>
            <a:r>
              <a:rPr lang="en-US" altLang="en-US" sz="2800" dirty="0">
                <a:solidFill>
                  <a:srgbClr val="FF0000"/>
                </a:solidFill>
              </a:rPr>
              <a:t>f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800" spc="-40" dirty="0">
                <a:solidFill>
                  <a:srgbClr val="FF0000"/>
                </a:solidFill>
              </a:rPr>
              <a:t>ma</a:t>
            </a:r>
            <a:r>
              <a:rPr lang="en-US" altLang="en-US" sz="2800" dirty="0">
                <a:solidFill>
                  <a:srgbClr val="FF0000"/>
                </a:solidFill>
              </a:rPr>
              <a:t>king</a:t>
            </a:r>
            <a:r>
              <a:rPr lang="en-US" altLang="en-US" sz="2800" dirty="0" smtClean="0">
                <a:solidFill>
                  <a:srgbClr val="FF0000"/>
                </a:solidFill>
              </a:rPr>
              <a:t> a </a:t>
            </a:r>
            <a:r>
              <a:rPr lang="en-US" altLang="en-US" sz="2800" dirty="0">
                <a:solidFill>
                  <a:srgbClr val="FF0000"/>
                </a:solidFill>
              </a:rPr>
              <a:t>class’s </a:t>
            </a:r>
            <a:r>
              <a:rPr lang="en-US" altLang="en-US" sz="2800" dirty="0" smtClean="0">
                <a:solidFill>
                  <a:srgbClr val="FF0000"/>
                </a:solidFill>
              </a:rPr>
              <a:t>information (</a:t>
            </a:r>
            <a:r>
              <a:rPr lang="en-US" altLang="en-US" sz="2800" dirty="0" err="1" smtClean="0">
                <a:solidFill>
                  <a:srgbClr val="FF0000"/>
                </a:solidFill>
              </a:rPr>
              <a:t>ie</a:t>
            </a:r>
            <a:r>
              <a:rPr lang="en-US" altLang="en-US" sz="2800" dirty="0" smtClean="0">
                <a:solidFill>
                  <a:srgbClr val="FF0000"/>
                </a:solidFill>
              </a:rPr>
              <a:t>, data attributes) </a:t>
            </a:r>
            <a:r>
              <a:rPr lang="en-US" altLang="en-US" sz="2800" dirty="0">
                <a:solidFill>
                  <a:srgbClr val="FF0000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</a:t>
            </a:r>
            <a:r>
              <a:rPr lang="en-US" altLang="en-US" sz="2800" dirty="0" smtClean="0">
                <a:solidFill>
                  <a:schemeClr val="bg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use</a:t>
            </a:r>
            <a:r>
              <a:rPr lang="en-US" altLang="en-US" sz="2400" spc="-40" dirty="0">
                <a:solidFill>
                  <a:schemeClr val="bg1"/>
                </a:solidFill>
              </a:rPr>
              <a:t> </a:t>
            </a:r>
            <a:r>
              <a:rPr lang="en-US" altLang="en-US" sz="2800" spc="-40" dirty="0">
                <a:solidFill>
                  <a:schemeClr val="bg1"/>
                </a:solidFill>
              </a:rPr>
              <a:t>o</a:t>
            </a:r>
            <a:r>
              <a:rPr lang="en-US" altLang="en-US" sz="2800" dirty="0">
                <a:solidFill>
                  <a:schemeClr val="bg1"/>
                </a:solidFill>
              </a:rPr>
              <a:t>f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bg1"/>
                </a:solidFill>
              </a:rPr>
              <a:t>info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dirty="0" smtClean="0">
                <a:solidFill>
                  <a:schemeClr val="bg1"/>
                </a:solidFill>
              </a:rPr>
              <a:t>hiding</a:t>
            </a:r>
            <a:r>
              <a:rPr lang="en-US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simplify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100" dirty="0">
                <a:solidFill>
                  <a:schemeClr val="bg1"/>
                </a:solidFill>
              </a:rPr>
              <a:t>ho</a:t>
            </a:r>
            <a:r>
              <a:rPr lang="en-US" altLang="en-US" sz="2800" spc="-30" dirty="0">
                <a:solidFill>
                  <a:schemeClr val="bg1"/>
                </a:solidFill>
              </a:rPr>
              <a:t>w</a:t>
            </a:r>
            <a:r>
              <a:rPr lang="en-US" altLang="en-US" sz="2400" spc="-30" dirty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bg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bg1"/>
                </a:solidFill>
              </a:rPr>
              <a:t> </a:t>
            </a:r>
            <a:r>
              <a:rPr lang="en-US" altLang="en-US" sz="2800" spc="-30" dirty="0">
                <a:solidFill>
                  <a:schemeClr val="bg1"/>
                </a:solidFill>
              </a:rPr>
              <a:t>dat</a:t>
            </a:r>
            <a:r>
              <a:rPr lang="en-US" altLang="en-US" sz="2800" spc="-80" dirty="0">
                <a:solidFill>
                  <a:schemeClr val="bg1"/>
                </a:solidFill>
              </a:rPr>
              <a:t>a</a:t>
            </a:r>
            <a:r>
              <a:rPr lang="en-US" altLang="en-US" sz="2800" spc="-30" dirty="0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bg1"/>
                </a:solidFill>
              </a:rPr>
              <a:t>n the</a:t>
            </a:r>
            <a:r>
              <a:rPr lang="en-US" altLang="en-US" sz="2800" dirty="0" smtClean="0">
                <a:solidFill>
                  <a:schemeClr val="bg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 inherited) by instances of the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When 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90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585"/>
    </mc:Choice>
    <mc:Fallback>
      <p:transition spd="slow" advTm="20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資訊隱藏</a:t>
            </a:r>
            <a:r>
              <a:rPr lang="en-US" altLang="en-US" sz="3200" b="1" spc="-100" dirty="0" smtClean="0">
                <a:solidFill>
                  <a:srgbClr val="006600"/>
                </a:solidFill>
              </a:rPr>
              <a:t>)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:</a:t>
            </a:r>
            <a:r>
              <a:rPr lang="en-US" altLang="en-US" sz="2400" spc="-70" dirty="0" smtClean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T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h</a:t>
            </a:r>
            <a:r>
              <a:rPr lang="en-US" altLang="en-US" sz="2800" dirty="0" smtClean="0">
                <a:solidFill>
                  <a:schemeClr val="tx1"/>
                </a:solidFill>
              </a:rPr>
              <a:t>e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act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60" dirty="0" smtClean="0">
                <a:solidFill>
                  <a:schemeClr val="tx1"/>
                </a:solidFill>
              </a:rPr>
              <a:t>o</a:t>
            </a:r>
            <a:r>
              <a:rPr lang="en-US" altLang="en-US" sz="2800" dirty="0" smtClean="0">
                <a:solidFill>
                  <a:schemeClr val="tx1"/>
                </a:solidFill>
              </a:rPr>
              <a:t>f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ma</a:t>
            </a:r>
            <a:r>
              <a:rPr lang="en-US" altLang="en-US" sz="2800" dirty="0" smtClean="0">
                <a:solidFill>
                  <a:schemeClr val="tx1"/>
                </a:solidFill>
              </a:rPr>
              <a:t>king a </a:t>
            </a:r>
            <a:r>
              <a:rPr lang="en-US" altLang="en-US" sz="2800" dirty="0">
                <a:solidFill>
                  <a:schemeClr val="tx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tx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, data attributes) </a:t>
            </a:r>
            <a:r>
              <a:rPr lang="en-US" altLang="en-US" sz="2800" dirty="0">
                <a:solidFill>
                  <a:schemeClr val="tx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dirty="0" smtClean="0">
                <a:solidFill>
                  <a:srgbClr val="FF0000"/>
                </a:solidFill>
              </a:rPr>
              <a:t>T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he</a:t>
            </a:r>
            <a:r>
              <a:rPr lang="en-US" altLang="en-US" sz="2400" spc="-4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40" dirty="0">
                <a:solidFill>
                  <a:srgbClr val="FF0000"/>
                </a:solidFill>
              </a:rPr>
              <a:t>use</a:t>
            </a:r>
            <a:r>
              <a:rPr lang="en-US" altLang="en-US" sz="2400" spc="-40" dirty="0">
                <a:solidFill>
                  <a:srgbClr val="FF0000"/>
                </a:solidFill>
              </a:rPr>
              <a:t> </a:t>
            </a:r>
            <a:r>
              <a:rPr lang="en-US" altLang="en-US" sz="2800" spc="-40" dirty="0">
                <a:solidFill>
                  <a:srgbClr val="FF0000"/>
                </a:solidFill>
              </a:rPr>
              <a:t>o</a:t>
            </a:r>
            <a:r>
              <a:rPr lang="en-US" altLang="en-US" sz="2800" dirty="0">
                <a:solidFill>
                  <a:srgbClr val="FF0000"/>
                </a:solidFill>
              </a:rPr>
              <a:t>f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encapsulation and </a:t>
            </a:r>
            <a:r>
              <a:rPr lang="en-US" altLang="en-US" sz="2800" dirty="0" smtClean="0">
                <a:solidFill>
                  <a:srgbClr val="FF0000"/>
                </a:solidFill>
              </a:rPr>
              <a:t>info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</a:rPr>
              <a:t>hiding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to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>
                <a:solidFill>
                  <a:srgbClr val="FF0000"/>
                </a:solidFill>
              </a:rPr>
              <a:t>simplify</a:t>
            </a:r>
            <a:r>
              <a:rPr lang="en-US" altLang="en-US" sz="2400" spc="-30" dirty="0">
                <a:solidFill>
                  <a:srgbClr val="FF0000"/>
                </a:solidFill>
              </a:rPr>
              <a:t> </a:t>
            </a:r>
            <a:r>
              <a:rPr lang="en-US" altLang="en-US" sz="2800" spc="-100" dirty="0">
                <a:solidFill>
                  <a:srgbClr val="FF0000"/>
                </a:solidFill>
              </a:rPr>
              <a:t>ho</a:t>
            </a:r>
            <a:r>
              <a:rPr lang="en-US" altLang="en-US" sz="2800" spc="-30" dirty="0">
                <a:solidFill>
                  <a:srgbClr val="FF0000"/>
                </a:solidFill>
              </a:rPr>
              <a:t>w</a:t>
            </a:r>
            <a:r>
              <a:rPr lang="en-US" altLang="en-US" sz="2400" spc="-30" dirty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clients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interact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rgbClr val="FF0000"/>
                </a:solidFill>
              </a:rPr>
              <a:t>with</a:t>
            </a:r>
            <a:r>
              <a:rPr lang="en-US" altLang="en-US" sz="24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>
                <a:solidFill>
                  <a:srgbClr val="FF0000"/>
                </a:solidFill>
              </a:rPr>
              <a:t>dat</a:t>
            </a:r>
            <a:r>
              <a:rPr lang="en-US" altLang="en-US" sz="2800" spc="-80" dirty="0">
                <a:solidFill>
                  <a:srgbClr val="FF0000"/>
                </a:solidFill>
              </a:rPr>
              <a:t>a</a:t>
            </a:r>
            <a:r>
              <a:rPr lang="en-US" altLang="en-US" sz="2800" spc="-30" dirty="0">
                <a:solidFill>
                  <a:srgbClr val="FF0000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40" dirty="0" smtClean="0">
                <a:solidFill>
                  <a:schemeClr val="bg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bg1"/>
                </a:solidFill>
              </a:rPr>
              <a:t>n the</a:t>
            </a:r>
            <a:r>
              <a:rPr lang="en-US" altLang="en-US" sz="2800" dirty="0" smtClean="0">
                <a:solidFill>
                  <a:schemeClr val="bg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bg1"/>
                </a:solidFill>
              </a:rPr>
              <a:t>ie</a:t>
            </a:r>
            <a:r>
              <a:rPr lang="en-US" altLang="en-US" sz="2800" dirty="0" smtClean="0">
                <a:solidFill>
                  <a:schemeClr val="bg1"/>
                </a:solidFill>
              </a:rPr>
              <a:t> inherited) by instances of the 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20" dirty="0">
                <a:solidFill>
                  <a:schemeClr val="bg1"/>
                </a:solidFill>
              </a:rPr>
              <a:t>When 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9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539"/>
    </mc:Choice>
    <mc:Fallback>
      <p:transition spd="slow" advTm="34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709" x="7740650" y="3295650"/>
          <p14:tracePt t="14716" x="7677150" y="3225800"/>
          <p14:tracePt t="14723" x="7594600" y="3155950"/>
          <p14:tracePt t="14733" x="7512050" y="3067050"/>
          <p14:tracePt t="14751" x="7245350" y="2787650"/>
          <p14:tracePt t="14767" x="7061200" y="2597150"/>
          <p14:tracePt t="14783" x="6870700" y="2451100"/>
          <p14:tracePt t="14800" x="6559550" y="2222500"/>
          <p14:tracePt t="14817" x="6394450" y="2101850"/>
          <p14:tracePt t="14833" x="6261100" y="2000250"/>
          <p14:tracePt t="14850" x="6032500" y="1847850"/>
          <p14:tracePt t="14866" x="5905500" y="1790700"/>
          <p14:tracePt t="14884" x="5715000" y="1695450"/>
          <p14:tracePt t="14900" x="5575300" y="1644650"/>
          <p14:tracePt t="14916" x="5454650" y="1619250"/>
          <p14:tracePt t="14933" x="5264150" y="1606550"/>
          <p14:tracePt t="14949" x="5156200" y="1587500"/>
          <p14:tracePt t="14966" x="5067300" y="1587500"/>
          <p14:tracePt t="14983" x="4946650" y="1600200"/>
          <p14:tracePt t="14999" x="4826000" y="1600200"/>
          <p14:tracePt t="15017" x="4660900" y="1663700"/>
          <p14:tracePt t="15032" x="4559300" y="1708150"/>
          <p14:tracePt t="15049" x="4489450" y="1733550"/>
          <p14:tracePt t="15066" x="4413250" y="1797050"/>
          <p14:tracePt t="15082" x="4368800" y="1803400"/>
          <p14:tracePt t="15099" x="4337050" y="1828800"/>
          <p14:tracePt t="15115" x="4286250" y="1898650"/>
          <p14:tracePt t="15132" x="4254500" y="1943100"/>
          <p14:tracePt t="15150" x="4241800" y="2019300"/>
          <p14:tracePt t="15165" x="4241800" y="2089150"/>
          <p14:tracePt t="15182" x="4248150" y="2139950"/>
          <p14:tracePt t="15199" x="4273550" y="2228850"/>
          <p14:tracePt t="15215" x="4279900" y="2279650"/>
          <p14:tracePt t="15219" x="4279900" y="2298700"/>
          <p14:tracePt t="15232" x="4286250" y="2317750"/>
          <p14:tracePt t="15249" x="4298950" y="2374900"/>
          <p14:tracePt t="15265" x="4311650" y="2400300"/>
          <p14:tracePt t="15282" x="4324350" y="2425700"/>
          <p14:tracePt t="15298" x="4349750" y="2463800"/>
          <p14:tracePt t="15315" x="4375150" y="2482850"/>
          <p14:tracePt t="15333" x="4400550" y="2520950"/>
          <p14:tracePt t="15348" x="4425950" y="2527300"/>
          <p14:tracePt t="15365" x="4438650" y="2533650"/>
          <p14:tracePt t="15381" x="4495800" y="2540000"/>
          <p14:tracePt t="15398" x="4527550" y="2546350"/>
          <p14:tracePt t="15415" x="4565650" y="2546350"/>
          <p14:tracePt t="15432" x="4629150" y="2540000"/>
          <p14:tracePt t="15448" x="4686300" y="2533650"/>
          <p14:tracePt t="15465" x="4775200" y="2508250"/>
          <p14:tracePt t="15481" x="4819650" y="2501900"/>
          <p14:tracePt t="15497" x="4857750" y="2489200"/>
          <p14:tracePt t="15514" x="4914900" y="2476500"/>
          <p14:tracePt t="15531" x="4946650" y="2470150"/>
          <p14:tracePt t="15548" x="4978400" y="2457450"/>
          <p14:tracePt t="15564" x="4997450" y="2451100"/>
          <p14:tracePt t="15580" x="5003800" y="2438400"/>
          <p14:tracePt t="15598" x="5022850" y="2425700"/>
          <p14:tracePt t="15613" x="5029200" y="2425700"/>
          <p14:tracePt t="15631" x="5035550" y="2425700"/>
          <p14:tracePt t="15648" x="5035550" y="2419350"/>
          <p14:tracePt t="15717" x="5029200" y="2419350"/>
          <p14:tracePt t="15731" x="5022850" y="2419350"/>
          <p14:tracePt t="16602" x="5016500" y="2425700"/>
          <p14:tracePt t="16609" x="5010150" y="2438400"/>
          <p14:tracePt t="16616" x="5010150" y="2451100"/>
          <p14:tracePt t="16627" x="5010150" y="2457450"/>
          <p14:tracePt t="16644" x="4991100" y="2508250"/>
          <p14:tracePt t="16660" x="4978400" y="2559050"/>
          <p14:tracePt t="16677" x="4972050" y="2616200"/>
          <p14:tracePt t="16694" x="4953000" y="2736850"/>
          <p14:tracePt t="16711" x="4953000" y="2800350"/>
          <p14:tracePt t="16714" x="4953000" y="2844800"/>
          <p14:tracePt t="16728" x="4946650" y="2921000"/>
          <p14:tracePt t="16743" x="4946650" y="2978150"/>
          <p14:tracePt t="16760" x="4940300" y="3028950"/>
          <p14:tracePt t="16777" x="4940300" y="3105150"/>
          <p14:tracePt t="16793" x="4940300" y="3130550"/>
          <p14:tracePt t="16810" x="4946650" y="3155950"/>
          <p14:tracePt t="16827" x="4953000" y="3181350"/>
          <p14:tracePt t="16843" x="4959350" y="3194050"/>
          <p14:tracePt t="16860" x="4959350" y="3200400"/>
          <p14:tracePt t="16876" x="4972050" y="3206750"/>
          <p14:tracePt t="16893" x="4984750" y="3213100"/>
          <p14:tracePt t="16910" x="5003800" y="3219450"/>
          <p14:tracePt t="16926" x="5035550" y="3219450"/>
          <p14:tracePt t="16943" x="5067300" y="3219450"/>
          <p14:tracePt t="16959" x="5118100" y="3225800"/>
          <p14:tracePt t="16976" x="5175250" y="3225800"/>
          <p14:tracePt t="16992" x="5257800" y="3225800"/>
          <p14:tracePt t="17009" x="5365750" y="3219450"/>
          <p14:tracePt t="17025" x="5448300" y="3206750"/>
          <p14:tracePt t="17043" x="5556250" y="3194050"/>
          <p14:tracePt t="17059" x="5626100" y="3194050"/>
          <p14:tracePt t="17075" x="5664200" y="3194050"/>
          <p14:tracePt t="17093" x="5715000" y="3187700"/>
          <p14:tracePt t="17109" x="5721350" y="3181350"/>
          <p14:tracePt t="17148" x="5721350" y="3175000"/>
          <p14:tracePt t="17169" x="5715000" y="3175000"/>
          <p14:tracePt t="17183" x="5708650" y="3175000"/>
          <p14:tracePt t="17192" x="5695950" y="3175000"/>
          <p14:tracePt t="17208" x="5670550" y="3175000"/>
          <p14:tracePt t="17225" x="5619750" y="3175000"/>
          <p14:tracePt t="17242" x="5562600" y="3181350"/>
          <p14:tracePt t="17258" x="5480050" y="3200400"/>
          <p14:tracePt t="17275" x="5321300" y="3219450"/>
          <p14:tracePt t="17291" x="5187950" y="3238500"/>
          <p14:tracePt t="17309" x="5048250" y="3270250"/>
          <p14:tracePt t="17324" x="4978400" y="3282950"/>
          <p14:tracePt t="17341" x="4927600" y="3302000"/>
          <p14:tracePt t="17358" x="4864100" y="3314700"/>
          <p14:tracePt t="17374" x="4832350" y="3327400"/>
          <p14:tracePt t="17391" x="4819650" y="3333750"/>
          <p14:tracePt t="17448" x="4826000" y="3333750"/>
          <p14:tracePt t="17462" x="4832350" y="3333750"/>
          <p14:tracePt t="17469" x="4838700" y="3333750"/>
          <p14:tracePt t="17477" x="4845050" y="3327400"/>
          <p14:tracePt t="17491" x="4857750" y="3321050"/>
          <p14:tracePt t="17507" x="4876800" y="3321050"/>
          <p14:tracePt t="17524" x="4895850" y="3308350"/>
          <p14:tracePt t="17541" x="4965700" y="3302000"/>
          <p14:tracePt t="17557" x="5041900" y="3289300"/>
          <p14:tracePt t="17574" x="5149850" y="3276600"/>
          <p14:tracePt t="17590" x="5372100" y="3257550"/>
          <p14:tracePt t="17607" x="5499100" y="3251200"/>
          <p14:tracePt t="17625" x="5664200" y="3251200"/>
          <p14:tracePt t="17640" x="5746750" y="3251200"/>
          <p14:tracePt t="17657" x="5810250" y="3251200"/>
          <p14:tracePt t="17674" x="5873750" y="3251200"/>
          <p14:tracePt t="17690" x="5892800" y="3251200"/>
          <p14:tracePt t="17707" x="5899150" y="3251200"/>
          <p14:tracePt t="17723" x="5899150" y="3257550"/>
          <p14:tracePt t="17740" x="5892800" y="3257550"/>
          <p14:tracePt t="17757" x="5880100" y="3257550"/>
          <p14:tracePt t="17789" x="5873750" y="3263900"/>
          <p14:tracePt t="17807" x="5835650" y="3276600"/>
          <p14:tracePt t="17823" x="5810250" y="3289300"/>
          <p14:tracePt t="17839" x="5759450" y="3314700"/>
          <p14:tracePt t="17856" x="5689600" y="3333750"/>
          <p14:tracePt t="17873" x="5619750" y="3352800"/>
          <p14:tracePt t="17890" x="5524500" y="3359150"/>
          <p14:tracePt t="17905" x="5454650" y="3365500"/>
          <p14:tracePt t="17922" x="5391150" y="3371850"/>
          <p14:tracePt t="17940" x="5334000" y="3384550"/>
          <p14:tracePt t="17956" x="5308600" y="3390900"/>
          <p14:tracePt t="17973" x="5302250" y="3397250"/>
          <p14:tracePt t="17989" x="5295900" y="3409950"/>
          <p14:tracePt t="18009" x="5289550" y="3416300"/>
          <p14:tracePt t="18051" x="5295900" y="3416300"/>
          <p14:tracePt t="18058" x="5302250" y="3416300"/>
          <p14:tracePt t="18080" x="5308600" y="3416300"/>
          <p14:tracePt t="18094" x="5314950" y="3416300"/>
          <p14:tracePt t="18105" x="5327650" y="3409950"/>
          <p14:tracePt t="18122" x="5359400" y="3409950"/>
          <p14:tracePt t="18139" x="5397500" y="3409950"/>
          <p14:tracePt t="18155" x="5454650" y="3409950"/>
          <p14:tracePt t="18172" x="5562600" y="3416300"/>
          <p14:tracePt t="18188" x="5657850" y="3429000"/>
          <p14:tracePt t="18206" x="5816600" y="3448050"/>
          <p14:tracePt t="18221" x="5918200" y="3454400"/>
          <p14:tracePt t="18238" x="6013450" y="3460750"/>
          <p14:tracePt t="18242" x="6038850" y="3460750"/>
          <p14:tracePt t="18255" x="6096000" y="3460750"/>
          <p14:tracePt t="18271" x="6140450" y="3460750"/>
          <p14:tracePt t="18289" x="6165850" y="3460750"/>
          <p14:tracePt t="18304" x="6178550" y="3460750"/>
          <p14:tracePt t="18341" x="6172200" y="3460750"/>
          <p14:tracePt t="18354" x="6153150" y="3460750"/>
          <p14:tracePt t="18371" x="6134100" y="3467100"/>
          <p14:tracePt t="18388" x="6102350" y="3536950"/>
          <p14:tracePt t="26380" x="6083300" y="3556000"/>
          <p14:tracePt t="26386" x="6019800" y="3581400"/>
          <p14:tracePt t="26396" x="5962650" y="3606800"/>
          <p14:tracePt t="26410" x="5816600" y="3689350"/>
          <p14:tracePt t="26426" x="5657850" y="3733800"/>
          <p14:tracePt t="26443" x="5429250" y="3797300"/>
          <p14:tracePt t="26460" x="5270500" y="3822700"/>
          <p14:tracePt t="26477" x="5118100" y="3854450"/>
          <p14:tracePt t="26493" x="4870450" y="3873500"/>
          <p14:tracePt t="26509" x="4730750" y="3879850"/>
          <p14:tracePt t="26527" x="4470400" y="3924300"/>
          <p14:tracePt t="26543" x="4318000" y="3943350"/>
          <p14:tracePt t="26559" x="4171950" y="3949700"/>
          <p14:tracePt t="26576" x="3962400" y="4000500"/>
          <p14:tracePt t="26593" x="3803650" y="4019550"/>
          <p14:tracePt t="26609" x="3625850" y="4051300"/>
          <p14:tracePt t="26626" x="3422650" y="4114800"/>
          <p14:tracePt t="26643" x="3295650" y="4127500"/>
          <p14:tracePt t="26660" x="3117850" y="4191000"/>
          <p14:tracePt t="26675" x="2997200" y="4216400"/>
          <p14:tracePt t="26692" x="2895600" y="4260850"/>
          <p14:tracePt t="26709" x="2781300" y="4292600"/>
          <p14:tracePt t="26725" x="2654300" y="4292600"/>
          <p14:tracePt t="26742" x="2546350" y="4305300"/>
          <p14:tracePt t="26759" x="2349500" y="4343400"/>
          <p14:tracePt t="26775" x="2266950" y="4362450"/>
          <p14:tracePt t="26793" x="2159000" y="4368800"/>
          <p14:tracePt t="26809" x="2095500" y="4375150"/>
          <p14:tracePt t="26825" x="2025650" y="4375150"/>
          <p14:tracePt t="26842" x="1835150" y="4375150"/>
          <p14:tracePt t="26858" x="1778000" y="4356100"/>
          <p14:tracePt t="26875" x="1727200" y="4343400"/>
          <p14:tracePt t="26891" x="1663700" y="4330700"/>
          <p14:tracePt t="26908" x="1625600" y="4318000"/>
          <p14:tracePt t="26925" x="1600200" y="4305300"/>
          <p14:tracePt t="26941" x="1568450" y="4279900"/>
          <p14:tracePt t="26958" x="1543050" y="4260850"/>
          <p14:tracePt t="26975" x="1524000" y="4254500"/>
          <p14:tracePt t="26991" x="1511300" y="4248150"/>
          <p14:tracePt t="27008" x="1498600" y="4235450"/>
          <p14:tracePt t="27025" x="1492250" y="4222750"/>
          <p14:tracePt t="27041" x="1485900" y="4216400"/>
          <p14:tracePt t="27058" x="1479550" y="4203700"/>
          <p14:tracePt t="27074" x="1473200" y="4197350"/>
          <p14:tracePt t="27091" x="1473200" y="4184650"/>
          <p14:tracePt t="27129" x="1473200" y="4178300"/>
          <p14:tracePt t="27150" x="1473200" y="4165600"/>
          <p14:tracePt t="27160" x="1479550" y="4159250"/>
          <p14:tracePt t="27174" x="1485900" y="4152900"/>
          <p14:tracePt t="27191" x="1498600" y="4133850"/>
          <p14:tracePt t="27207" x="1524000" y="4108450"/>
          <p14:tracePt t="27224" x="1549400" y="4095750"/>
          <p14:tracePt t="27241" x="1612900" y="4070350"/>
          <p14:tracePt t="27257" x="1657350" y="4051300"/>
          <p14:tracePt t="27273" x="1708150" y="4038600"/>
          <p14:tracePt t="27291" x="1765300" y="4038600"/>
          <p14:tracePt t="27307" x="1835150" y="4051300"/>
          <p14:tracePt t="27323" x="1885950" y="4064000"/>
          <p14:tracePt t="27327" x="1917700" y="4070350"/>
          <p14:tracePt t="27341" x="1968500" y="4095750"/>
          <p14:tracePt t="27356" x="2038350" y="4127500"/>
          <p14:tracePt t="27373" x="2146300" y="4178300"/>
          <p14:tracePt t="27389" x="2209800" y="4216400"/>
          <p14:tracePt t="27406" x="2273300" y="4248150"/>
          <p14:tracePt t="27424" x="2362200" y="4286250"/>
          <p14:tracePt t="27439" x="2451100" y="4330700"/>
          <p14:tracePt t="27456" x="2540000" y="4375150"/>
          <p14:tracePt t="27473" x="2647950" y="4425950"/>
          <p14:tracePt t="27489" x="2698750" y="4445000"/>
          <p14:tracePt t="27507" x="2743200" y="4457700"/>
          <p14:tracePt t="27523" x="2762250" y="4464050"/>
          <p14:tracePt t="27539" x="2768600" y="4476750"/>
          <p14:tracePt t="27556" x="2781300" y="4483100"/>
          <p14:tracePt t="27572" x="2787650" y="4489450"/>
          <p14:tracePt t="27599" x="2794000" y="4489450"/>
          <p14:tracePt t="27608" x="2800350" y="4508500"/>
          <p14:tracePt t="27622" x="2813050" y="4540250"/>
          <p14:tracePt t="28075" x="2800350" y="4502150"/>
          <p14:tracePt t="28082" x="2794000" y="4476750"/>
          <p14:tracePt t="28090" x="2768600" y="4406900"/>
          <p14:tracePt t="28104" x="2724150" y="4305300"/>
          <p14:tracePt t="28121" x="2686050" y="4184650"/>
          <p14:tracePt t="28139" x="2622550" y="3937000"/>
          <p14:tracePt t="28154" x="2578100" y="3803650"/>
          <p14:tracePt t="28171" x="2565400" y="3695700"/>
          <p14:tracePt t="28187" x="2565400" y="3543300"/>
          <p14:tracePt t="28204" x="2590800" y="3384550"/>
          <p14:tracePt t="28221" x="2609850" y="3232150"/>
          <p14:tracePt t="28237" x="2635250" y="3117850"/>
          <p14:tracePt t="28254" x="2647950" y="3048000"/>
          <p14:tracePt t="28271" x="2660650" y="2971800"/>
          <p14:tracePt t="28286" x="2673350" y="2940050"/>
          <p14:tracePt t="28303" x="2679700" y="2901950"/>
          <p14:tracePt t="28320" x="2673350" y="2870200"/>
          <p14:tracePt t="28336" x="2673350" y="2857500"/>
          <p14:tracePt t="28354" x="2673350" y="2838450"/>
          <p14:tracePt t="28370" x="2673350" y="2800350"/>
          <p14:tracePt t="28387" x="2673350" y="2781300"/>
          <p14:tracePt t="28404" x="2673350" y="2736850"/>
          <p14:tracePt t="28419" x="2673350" y="2698750"/>
          <p14:tracePt t="28436" x="2673350" y="2667000"/>
          <p14:tracePt t="28453" x="2679700" y="2641600"/>
          <p14:tracePt t="28470" x="2679700" y="2628900"/>
          <p14:tracePt t="28486" x="2679700" y="2622550"/>
          <p14:tracePt t="28523" x="2679700" y="2616200"/>
          <p14:tracePt t="28593" x="2679700" y="2622550"/>
          <p14:tracePt t="28600" x="2679700" y="2635250"/>
          <p14:tracePt t="28614" x="2679700" y="2647950"/>
          <p14:tracePt t="28622" x="2686050" y="2654300"/>
          <p14:tracePt t="28636" x="2698750" y="2679700"/>
          <p14:tracePt t="28652" x="2705100" y="2724150"/>
          <p14:tracePt t="28670" x="2736850" y="2844800"/>
          <p14:tracePt t="28686" x="2762250" y="2933700"/>
          <p14:tracePt t="28702" x="2781300" y="3048000"/>
          <p14:tracePt t="28719" x="2813050" y="3187700"/>
          <p14:tracePt t="28735" x="2832100" y="3257550"/>
          <p14:tracePt t="28752" x="2851150" y="3302000"/>
          <p14:tracePt t="28769" x="2870200" y="3359150"/>
          <p14:tracePt t="28785" x="2895600" y="3390900"/>
          <p14:tracePt t="28803" x="2901950" y="3409950"/>
          <p14:tracePt t="28818" x="2901950" y="3416300"/>
          <p14:tracePt t="28835" x="2908300" y="3416300"/>
          <p14:tracePt t="28901" x="2908300" y="3409950"/>
          <p14:tracePt t="28908" x="2908300" y="3403600"/>
          <p14:tracePt t="28917" x="2908300" y="3397250"/>
          <p14:tracePt t="28934" x="2908300" y="3390900"/>
          <p14:tracePt t="28951" x="2908300" y="3384550"/>
          <p14:tracePt t="28971" x="2908300" y="3378200"/>
          <p14:tracePt t="29019" x="2908300" y="3371850"/>
          <p14:tracePt t="29118" x="2921000" y="3371850"/>
          <p14:tracePt t="29132" x="2933700" y="3371850"/>
          <p14:tracePt t="29139" x="2940050" y="3365500"/>
          <p14:tracePt t="29150" x="2959100" y="3365500"/>
          <p14:tracePt t="29167" x="3048000" y="3340100"/>
          <p14:tracePt t="29183" x="3155950" y="3308350"/>
          <p14:tracePt t="29200" x="3314700" y="3238500"/>
          <p14:tracePt t="29217" x="3702050" y="3035300"/>
          <p14:tracePt t="29233" x="4000500" y="2857500"/>
          <p14:tracePt t="29251" x="4464050" y="2578100"/>
          <p14:tracePt t="29266" x="4857750" y="2305050"/>
          <p14:tracePt t="29283" x="5092700" y="2120900"/>
          <p14:tracePt t="29301" x="5435600" y="1803400"/>
          <p14:tracePt t="29317" x="5568950" y="1657350"/>
          <p14:tracePt t="29320" x="5619750" y="1600200"/>
          <p14:tracePt t="29333" x="5670550" y="1530350"/>
          <p14:tracePt t="29350" x="5759450" y="1371600"/>
          <p14:tracePt t="29366" x="5772150" y="1314450"/>
          <p14:tracePt t="29384" x="5740400" y="1270000"/>
          <p14:tracePt t="29399" x="5670550" y="1250950"/>
          <p14:tracePt t="29416" x="5588000" y="1225550"/>
          <p14:tracePt t="29433" x="5403850" y="1200150"/>
          <p14:tracePt t="29449" x="5308600" y="1187450"/>
          <p14:tracePt t="29466" x="5105400" y="1143000"/>
          <p14:tracePt t="29482" x="4806950" y="1073150"/>
          <p14:tracePt t="29499" x="4635500" y="1035050"/>
          <p14:tracePt t="29516" x="4464050" y="958850"/>
          <p14:tracePt t="29533" x="4260850" y="876300"/>
          <p14:tracePt t="29549" x="4152900" y="800100"/>
          <p14:tracePt t="29566" x="3994150" y="704850"/>
          <p14:tracePt t="29582" x="3892550" y="641350"/>
          <p14:tracePt t="29599" x="3816350" y="571500"/>
          <p14:tracePt t="29616" x="3695700" y="501650"/>
          <p14:tracePt t="29632" x="3651250" y="476250"/>
          <p14:tracePt t="29649" x="3619500" y="450850"/>
          <p14:tracePt t="29665" x="3568700" y="431800"/>
          <p14:tracePt t="29682" x="3543300" y="419100"/>
          <p14:tracePt t="29699" x="3511550" y="406400"/>
          <p14:tracePt t="29715" x="3505200" y="406400"/>
          <p14:tracePt t="29732" x="3498850" y="406400"/>
          <p14:tracePt t="29748" x="3498850" y="400050"/>
          <p14:tracePt t="29804" x="3498850" y="406400"/>
          <p14:tracePt t="29811" x="3505200" y="412750"/>
          <p14:tracePt t="29839" x="3511550" y="419100"/>
          <p14:tracePt t="29853" x="3517900" y="419100"/>
          <p14:tracePt t="29860" x="3536950" y="419100"/>
          <p14:tracePt t="29867" x="3543300" y="419100"/>
          <p14:tracePt t="29881" x="3568700" y="425450"/>
          <p14:tracePt t="29898" x="3581400" y="425450"/>
          <p14:tracePt t="29915" x="3606800" y="431800"/>
          <p14:tracePt t="29931" x="3651250" y="438150"/>
          <p14:tracePt t="29948" x="3702050" y="444500"/>
          <p14:tracePt t="29965" x="3790950" y="457200"/>
          <p14:tracePt t="29980" x="3841750" y="457200"/>
          <p14:tracePt t="29997" x="3924300" y="444500"/>
          <p14:tracePt t="30015" x="4064000" y="419100"/>
          <p14:tracePt t="30031" x="4146550" y="400050"/>
          <p14:tracePt t="30047" x="4248150" y="387350"/>
          <p14:tracePt t="30064" x="4457700" y="368300"/>
          <p14:tracePt t="30080" x="4603750" y="349250"/>
          <p14:tracePt t="30097" x="4743450" y="349250"/>
          <p14:tracePt t="30113" x="5010150" y="349250"/>
          <p14:tracePt t="30130" x="5187950" y="349250"/>
          <p14:tracePt t="30147" x="5416550" y="336550"/>
          <p14:tracePt t="30163" x="5568950" y="342900"/>
          <p14:tracePt t="30180" x="5784850" y="349250"/>
          <p14:tracePt t="30197" x="6070600" y="368300"/>
          <p14:tracePt t="30213" x="6248400" y="393700"/>
          <p14:tracePt t="30230" x="6489700" y="400050"/>
          <p14:tracePt t="30247" x="6781800" y="387350"/>
          <p14:tracePt t="30263" x="6972300" y="393700"/>
          <p14:tracePt t="30281" x="7277100" y="400050"/>
          <p14:tracePt t="30296" x="7429500" y="412750"/>
          <p14:tracePt t="30313" x="7562850" y="431800"/>
          <p14:tracePt t="30330" x="7772400" y="469900"/>
          <p14:tracePt t="30346" x="7893050" y="488950"/>
          <p14:tracePt t="30363" x="7981950" y="520700"/>
          <p14:tracePt t="30380" x="8064500" y="533400"/>
          <p14:tracePt t="30396" x="8089900" y="558800"/>
          <p14:tracePt t="30413" x="8140700" y="584200"/>
          <p14:tracePt t="30429" x="8159750" y="590550"/>
          <p14:tracePt t="30446" x="8178800" y="609600"/>
          <p14:tracePt t="30463" x="8185150" y="622300"/>
          <p14:tracePt t="30561" x="8178800" y="615950"/>
          <p14:tracePt t="30624" x="8172450" y="615950"/>
          <p14:tracePt t="30652" x="8166100" y="615950"/>
          <p14:tracePt t="30658" x="8159750" y="615950"/>
          <p14:tracePt t="30694" x="8159750" y="622300"/>
          <p14:tracePt t="30715" x="8159750" y="628650"/>
          <p14:tracePt t="30721" x="8159750" y="641350"/>
          <p14:tracePt t="30730" x="8159750" y="647700"/>
          <p14:tracePt t="30745" x="8159750" y="666750"/>
          <p14:tracePt t="30762" x="8153400" y="673100"/>
          <p14:tracePt t="30778" x="8147050" y="692150"/>
          <p14:tracePt t="30795" x="8134350" y="717550"/>
          <p14:tracePt t="30811" x="8128000" y="755650"/>
          <p14:tracePt t="30828" x="8121650" y="806450"/>
          <p14:tracePt t="30845" x="8083550" y="939800"/>
          <p14:tracePt t="30862" x="8001000" y="1136650"/>
          <p14:tracePt t="30878" x="7956550" y="1244600"/>
          <p14:tracePt t="30894" x="7823200" y="1485900"/>
          <p14:tracePt t="30911" x="7626350" y="1778000"/>
          <p14:tracePt t="30927" x="7505700" y="1936750"/>
          <p14:tracePt t="30946" x="7270750" y="2279650"/>
          <p14:tracePt t="30961" x="7035800" y="2578100"/>
          <p14:tracePt t="30977" x="6940550" y="2711450"/>
          <p14:tracePt t="30995" x="6800850" y="2901950"/>
          <p14:tracePt t="31011" x="6718300" y="3003550"/>
          <p14:tracePt t="31027" x="6680200" y="3048000"/>
          <p14:tracePt t="31044" x="6642100" y="3117850"/>
          <p14:tracePt t="31060" x="6629400" y="3136900"/>
          <p14:tracePt t="31077" x="6591300" y="3181350"/>
          <p14:tracePt t="31094" x="6565900" y="3225800"/>
          <p14:tracePt t="31110" x="6527800" y="3314700"/>
          <p14:tracePt t="31128" x="6483350" y="3378200"/>
          <p14:tracePt t="31585" x="6451600" y="3429000"/>
          <p14:tracePt t="31593" x="6413500" y="3486150"/>
          <p14:tracePt t="31606" x="6362700" y="3556000"/>
          <p14:tracePt t="31613" x="6305550" y="3613150"/>
          <p14:tracePt t="31628" x="6242050" y="3676650"/>
          <p14:tracePt t="31642" x="6045200" y="3829050"/>
          <p14:tracePt t="31659" x="5930900" y="3917950"/>
          <p14:tracePt t="31676" x="5778500" y="4051300"/>
          <p14:tracePt t="31691" x="5600700" y="4197350"/>
          <p14:tracePt t="31708" x="5518150" y="4260850"/>
          <p14:tracePt t="31725" x="5365750" y="4349750"/>
          <p14:tracePt t="31741" x="5245100" y="4419600"/>
          <p14:tracePt t="31758" x="5187950" y="4457700"/>
          <p14:tracePt t="31775" x="5111750" y="4489450"/>
          <p14:tracePt t="31792" x="5080000" y="4514850"/>
          <p14:tracePt t="31809" x="5035550" y="4527550"/>
          <p14:tracePt t="31824" x="4991100" y="4546600"/>
          <p14:tracePt t="31841" x="4972050" y="4565650"/>
          <p14:tracePt t="31858" x="4921250" y="4584700"/>
          <p14:tracePt t="31874" x="4902200" y="4597400"/>
          <p14:tracePt t="31891" x="4883150" y="4610100"/>
          <p14:tracePt t="31908" x="4870450" y="4616450"/>
          <p14:tracePt t="31924" x="4870450" y="4629150"/>
          <p14:tracePt t="31941" x="4864100" y="4641850"/>
          <p14:tracePt t="31957" x="4857750" y="4654550"/>
          <p14:tracePt t="31974" x="4857750" y="4667250"/>
          <p14:tracePt t="31993" x="4851400" y="4705350"/>
          <p14:tracePt t="32007" x="4851400" y="4724400"/>
          <p14:tracePt t="32023" x="4845050" y="4737100"/>
          <p14:tracePt t="32041" x="4845050" y="4768850"/>
          <p14:tracePt t="32057" x="4845050" y="4781550"/>
          <p14:tracePt t="32074" x="4851400" y="4794250"/>
          <p14:tracePt t="32091" x="4864100" y="4813300"/>
          <p14:tracePt t="32107" x="4870450" y="4819650"/>
          <p14:tracePt t="32123" x="4876800" y="481965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</a:t>
            </a:r>
            <a:r>
              <a:rPr lang="zh-TW" altLang="en-US" sz="2800" dirty="0" smtClean="0"/>
              <a:t>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T</a:t>
            </a:r>
            <a:r>
              <a:rPr lang="en-US" altLang="en-US" sz="2800" spc="-50" dirty="0">
                <a:solidFill>
                  <a:srgbClr val="000000"/>
                </a:solidFill>
              </a:rPr>
              <a:t>h</a:t>
            </a:r>
            <a:r>
              <a:rPr lang="en-US" altLang="en-US" sz="2800" dirty="0">
                <a:solidFill>
                  <a:srgbClr val="000000"/>
                </a:solidFill>
              </a:rPr>
              <a:t>e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act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60" dirty="0">
                <a:solidFill>
                  <a:srgbClr val="000000"/>
                </a:solidFill>
              </a:rPr>
              <a:t>o</a:t>
            </a:r>
            <a:r>
              <a:rPr lang="en-US" altLang="en-US" sz="2800" dirty="0">
                <a:solidFill>
                  <a:srgbClr val="000000"/>
                </a:solidFill>
              </a:rPr>
              <a:t>f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40" dirty="0">
                <a:solidFill>
                  <a:srgbClr val="000000"/>
                </a:solidFill>
              </a:rPr>
              <a:t>ma</a:t>
            </a:r>
            <a:r>
              <a:rPr lang="en-US" altLang="en-US" sz="2800" dirty="0">
                <a:solidFill>
                  <a:srgbClr val="000000"/>
                </a:solidFill>
              </a:rPr>
              <a:t>king</a:t>
            </a:r>
            <a:r>
              <a:rPr lang="en-US" altLang="en-US" sz="2800" dirty="0" smtClean="0">
                <a:solidFill>
                  <a:schemeClr val="tx1"/>
                </a:solidFill>
              </a:rPr>
              <a:t> a </a:t>
            </a:r>
            <a:r>
              <a:rPr lang="en-US" altLang="en-US" sz="2800" dirty="0">
                <a:solidFill>
                  <a:schemeClr val="tx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tx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, data attributes) </a:t>
            </a:r>
            <a:r>
              <a:rPr lang="en-US" altLang="en-US" sz="2800" dirty="0">
                <a:solidFill>
                  <a:schemeClr val="tx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dirty="0" smtClean="0">
                <a:solidFill>
                  <a:schemeClr val="tx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use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o</a:t>
            </a:r>
            <a:r>
              <a:rPr lang="en-US" altLang="en-US" sz="2800" dirty="0">
                <a:solidFill>
                  <a:schemeClr val="tx1"/>
                </a:solidFill>
              </a:rPr>
              <a:t>f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tx1"/>
                </a:solidFill>
              </a:rPr>
              <a:t>info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hiding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simplify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100" dirty="0">
                <a:solidFill>
                  <a:schemeClr val="tx1"/>
                </a:solidFill>
              </a:rPr>
              <a:t>ho</a:t>
            </a:r>
            <a:r>
              <a:rPr lang="en-US" altLang="en-US" sz="2800" spc="-30" dirty="0">
                <a:solidFill>
                  <a:schemeClr val="tx1"/>
                </a:solidFill>
              </a:rPr>
              <a:t>w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dat</a:t>
            </a:r>
            <a:r>
              <a:rPr lang="en-US" altLang="en-US" sz="2800" spc="-80" dirty="0">
                <a:solidFill>
                  <a:schemeClr val="tx1"/>
                </a:solidFill>
              </a:rPr>
              <a:t>a</a:t>
            </a:r>
            <a:r>
              <a:rPr lang="en-US" altLang="en-US" sz="2800" spc="-3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rgbClr val="FF0000"/>
                </a:solidFill>
              </a:rPr>
              <a:t>Whe</a:t>
            </a:r>
            <a:r>
              <a:rPr lang="en-US" altLang="en-US" sz="2800" spc="-10" dirty="0" smtClean="0">
                <a:solidFill>
                  <a:srgbClr val="FF0000"/>
                </a:solidFill>
              </a:rPr>
              <a:t>n the</a:t>
            </a:r>
            <a:r>
              <a:rPr lang="en-US" altLang="en-US" sz="2800" dirty="0" smtClean="0">
                <a:solidFill>
                  <a:srgbClr val="FF0000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rgbClr val="FF0000"/>
                </a:solidFill>
              </a:rPr>
              <a:t>ie</a:t>
            </a:r>
            <a:r>
              <a:rPr lang="en-US" altLang="en-US" sz="2800" dirty="0" smtClean="0">
                <a:solidFill>
                  <a:srgbClr val="FF0000"/>
                </a:solidFill>
              </a:rPr>
              <a:t> inherited) by instances of the class derived from it (</a:t>
            </a:r>
            <a:r>
              <a:rPr lang="en-US" altLang="en-US" sz="2800" i="1" dirty="0" err="1">
                <a:solidFill>
                  <a:srgbClr val="FF0000"/>
                </a:solidFill>
              </a:rPr>
              <a:t>ie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</a:rPr>
              <a:t>a derived class).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 </a:t>
            </a:r>
            <a:r>
              <a:rPr lang="en-US" altLang="en-US" sz="2800" spc="-20" dirty="0">
                <a:solidFill>
                  <a:schemeClr val="bg1"/>
                </a:solidFill>
              </a:rPr>
              <a:t>When 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a derived</a:t>
            </a:r>
            <a:r>
              <a:rPr lang="en-US" altLang="en-US" sz="2800" dirty="0" smtClean="0">
                <a:solidFill>
                  <a:schemeClr val="bg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bg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bg1"/>
                </a:solidFill>
              </a:rPr>
              <a:t>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30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42961"/>
    </mc:Choice>
    <mc:Fallback>
      <p:transition advTm="429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</a:t>
            </a:r>
            <a:r>
              <a:rPr lang="zh-TW" altLang="en-US" sz="2800" dirty="0" smtClean="0"/>
              <a:t>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T</a:t>
            </a:r>
            <a:r>
              <a:rPr lang="en-US" altLang="en-US" sz="2800" spc="-50" dirty="0">
                <a:solidFill>
                  <a:srgbClr val="000000"/>
                </a:solidFill>
              </a:rPr>
              <a:t>h</a:t>
            </a:r>
            <a:r>
              <a:rPr lang="en-US" altLang="en-US" sz="2800" dirty="0">
                <a:solidFill>
                  <a:srgbClr val="000000"/>
                </a:solidFill>
              </a:rPr>
              <a:t>e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act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60" dirty="0">
                <a:solidFill>
                  <a:srgbClr val="000000"/>
                </a:solidFill>
              </a:rPr>
              <a:t>o</a:t>
            </a:r>
            <a:r>
              <a:rPr lang="en-US" altLang="en-US" sz="2800" dirty="0">
                <a:solidFill>
                  <a:srgbClr val="000000"/>
                </a:solidFill>
              </a:rPr>
              <a:t>f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40" dirty="0">
                <a:solidFill>
                  <a:srgbClr val="000000"/>
                </a:solidFill>
              </a:rPr>
              <a:t>ma</a:t>
            </a:r>
            <a:r>
              <a:rPr lang="en-US" altLang="en-US" sz="2800" dirty="0">
                <a:solidFill>
                  <a:srgbClr val="000000"/>
                </a:solidFill>
              </a:rPr>
              <a:t>king</a:t>
            </a:r>
            <a:r>
              <a:rPr lang="en-US" altLang="en-US" sz="2800" dirty="0" smtClean="0">
                <a:solidFill>
                  <a:schemeClr val="tx1"/>
                </a:solidFill>
              </a:rPr>
              <a:t> a </a:t>
            </a:r>
            <a:r>
              <a:rPr lang="en-US" altLang="en-US" sz="2800" dirty="0">
                <a:solidFill>
                  <a:schemeClr val="tx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tx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, data attributes) </a:t>
            </a:r>
            <a:r>
              <a:rPr lang="en-US" altLang="en-US" sz="2800" dirty="0">
                <a:solidFill>
                  <a:schemeClr val="tx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dirty="0" smtClean="0">
                <a:solidFill>
                  <a:schemeClr val="tx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use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o</a:t>
            </a:r>
            <a:r>
              <a:rPr lang="en-US" altLang="en-US" sz="2800" dirty="0">
                <a:solidFill>
                  <a:schemeClr val="tx1"/>
                </a:solidFill>
              </a:rPr>
              <a:t>f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tx1"/>
                </a:solidFill>
              </a:rPr>
              <a:t>info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hiding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simplify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100" dirty="0">
                <a:solidFill>
                  <a:schemeClr val="tx1"/>
                </a:solidFill>
              </a:rPr>
              <a:t>ho</a:t>
            </a:r>
            <a:r>
              <a:rPr lang="en-US" altLang="en-US" sz="2800" spc="-30" dirty="0">
                <a:solidFill>
                  <a:schemeClr val="tx1"/>
                </a:solidFill>
              </a:rPr>
              <a:t>w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dat</a:t>
            </a:r>
            <a:r>
              <a:rPr lang="en-US" altLang="en-US" sz="2800" spc="-80" dirty="0">
                <a:solidFill>
                  <a:schemeClr val="tx1"/>
                </a:solidFill>
              </a:rPr>
              <a:t>a</a:t>
            </a:r>
            <a:r>
              <a:rPr lang="en-US" altLang="en-US" sz="2800" spc="-3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tx1"/>
                </a:solidFill>
              </a:rPr>
              <a:t>n the</a:t>
            </a:r>
            <a:r>
              <a:rPr lang="en-US" altLang="en-US" sz="2800" dirty="0" smtClean="0">
                <a:solidFill>
                  <a:schemeClr val="tx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 inherited) by instances of the class derived from it (</a:t>
            </a:r>
            <a:r>
              <a:rPr lang="en-US" altLang="en-US" sz="2800" i="1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a derived class).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20" dirty="0">
                <a:solidFill>
                  <a:srgbClr val="FF0000"/>
                </a:solidFill>
              </a:rPr>
              <a:t>When </a:t>
            </a:r>
            <a:r>
              <a:rPr lang="en-US" altLang="en-US" sz="2800" spc="-20" dirty="0" smtClean="0">
                <a:solidFill>
                  <a:srgbClr val="FF0000"/>
                </a:solidFill>
              </a:rPr>
              <a:t>a derived</a:t>
            </a:r>
            <a:r>
              <a:rPr lang="en-US" altLang="en-US" sz="2800" dirty="0" smtClean="0">
                <a:solidFill>
                  <a:srgbClr val="FF0000"/>
                </a:solidFill>
              </a:rPr>
              <a:t> class</a:t>
            </a:r>
            <a:r>
              <a:rPr lang="en-US" altLang="en-US" sz="2800" spc="-20" dirty="0" smtClean="0">
                <a:solidFill>
                  <a:srgbClr val="FF0000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rgbClr val="FF0000"/>
                </a:solidFill>
              </a:rPr>
              <a:t>.</a:t>
            </a:r>
            <a:endParaRPr lang="en-US" altLang="en-US" sz="2800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94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757"/>
    </mc:Choice>
    <mc:Fallback>
      <p:transition spd="slow" advTm="487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noFill/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 Concepts of OOP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Modularity (</a:t>
            </a:r>
            <a:r>
              <a:rPr lang="zh-TW" altLang="en-US" sz="2800" dirty="0"/>
              <a:t>模組化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spc="-40" dirty="0">
                <a:solidFill>
                  <a:schemeClr val="tx1"/>
                </a:solidFill>
              </a:rPr>
              <a:t>use of small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modules </a:t>
            </a:r>
            <a:r>
              <a:rPr lang="en-US" altLang="en-US" sz="2800" spc="-40" dirty="0">
                <a:solidFill>
                  <a:schemeClr val="tx1"/>
                </a:solidFill>
              </a:rPr>
              <a:t>to achieve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subtasks that are then combined to do more.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2800" dirty="0"/>
              <a:t>封裝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</a:t>
            </a:r>
            <a:r>
              <a:rPr lang="en-US" altLang="en-US" sz="3200" spc="-30" dirty="0" smtClean="0">
                <a:solidFill>
                  <a:srgbClr val="FF0000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The bundling of data with the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functions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0" dirty="0" smtClean="0">
                <a:solidFill>
                  <a:schemeClr val="tx1"/>
                </a:solidFill>
              </a:rPr>
              <a:t>(</a:t>
            </a:r>
            <a:r>
              <a:rPr lang="en-US" altLang="en-US" sz="2800" i="1" spc="-3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,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method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s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) that operate on that dat</a:t>
            </a:r>
            <a:r>
              <a:rPr lang="en-US" altLang="en-US" sz="2800" spc="-200" dirty="0" smtClean="0">
                <a:solidFill>
                  <a:schemeClr val="tx1"/>
                </a:solidFill>
              </a:rPr>
              <a:t>a.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 smtClean="0">
                <a:solidFill>
                  <a:srgbClr val="006600"/>
                </a:solidFill>
              </a:rPr>
              <a:t>Information </a:t>
            </a:r>
            <a:r>
              <a:rPr lang="en-US" altLang="en-US" sz="3200" b="1" dirty="0">
                <a:solidFill>
                  <a:srgbClr val="006600"/>
                </a:solidFill>
              </a:rPr>
              <a:t>hiding (</a:t>
            </a:r>
            <a:r>
              <a:rPr lang="zh-TW" altLang="en-US" sz="2800" dirty="0"/>
              <a:t>資訊隱</a:t>
            </a:r>
            <a:r>
              <a:rPr lang="zh-TW" altLang="en-US" sz="2800" dirty="0" smtClean="0"/>
              <a:t>藏</a:t>
            </a:r>
            <a:r>
              <a:rPr lang="en-US" altLang="en-US" sz="3200" b="1" spc="-100" dirty="0">
                <a:solidFill>
                  <a:srgbClr val="006600"/>
                </a:solidFill>
              </a:rPr>
              <a:t>)</a:t>
            </a:r>
            <a:r>
              <a:rPr lang="en-US" altLang="en-US" sz="3200" b="1" dirty="0">
                <a:solidFill>
                  <a:srgbClr val="006600"/>
                </a:solidFill>
              </a:rPr>
              <a:t>:</a:t>
            </a:r>
            <a:r>
              <a:rPr lang="en-US" altLang="en-US" sz="2400" spc="-7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T</a:t>
            </a:r>
            <a:r>
              <a:rPr lang="en-US" altLang="en-US" sz="2800" spc="-50" dirty="0">
                <a:solidFill>
                  <a:srgbClr val="000000"/>
                </a:solidFill>
              </a:rPr>
              <a:t>h</a:t>
            </a:r>
            <a:r>
              <a:rPr lang="en-US" altLang="en-US" sz="2800" dirty="0">
                <a:solidFill>
                  <a:srgbClr val="000000"/>
                </a:solidFill>
              </a:rPr>
              <a:t>e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act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60" dirty="0">
                <a:solidFill>
                  <a:srgbClr val="000000"/>
                </a:solidFill>
              </a:rPr>
              <a:t>o</a:t>
            </a:r>
            <a:r>
              <a:rPr lang="en-US" altLang="en-US" sz="2800" dirty="0">
                <a:solidFill>
                  <a:srgbClr val="000000"/>
                </a:solidFill>
              </a:rPr>
              <a:t>f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800" spc="-40" dirty="0">
                <a:solidFill>
                  <a:srgbClr val="000000"/>
                </a:solidFill>
              </a:rPr>
              <a:t>ma</a:t>
            </a:r>
            <a:r>
              <a:rPr lang="en-US" altLang="en-US" sz="2800" dirty="0">
                <a:solidFill>
                  <a:srgbClr val="000000"/>
                </a:solidFill>
              </a:rPr>
              <a:t>king</a:t>
            </a:r>
            <a:r>
              <a:rPr lang="en-US" altLang="en-US" sz="2800" dirty="0" smtClean="0">
                <a:solidFill>
                  <a:schemeClr val="tx1"/>
                </a:solidFill>
              </a:rPr>
              <a:t> a </a:t>
            </a:r>
            <a:r>
              <a:rPr lang="en-US" altLang="en-US" sz="2800" dirty="0">
                <a:solidFill>
                  <a:schemeClr val="tx1"/>
                </a:solidFill>
              </a:rPr>
              <a:t>class’s </a:t>
            </a:r>
            <a:r>
              <a:rPr lang="en-US" altLang="en-US" sz="2800" dirty="0" smtClean="0">
                <a:solidFill>
                  <a:schemeClr val="tx1"/>
                </a:solidFill>
              </a:rPr>
              <a:t>information (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, data attributes) </a:t>
            </a:r>
            <a:r>
              <a:rPr lang="en-US" altLang="en-US" sz="2800" dirty="0">
                <a:solidFill>
                  <a:schemeClr val="tx1"/>
                </a:solidFill>
              </a:rPr>
              <a:t>private.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Abstract</a:t>
            </a:r>
            <a:r>
              <a:rPr lang="en-US" altLang="en-US" sz="3200" b="1" spc="-100" dirty="0">
                <a:solidFill>
                  <a:srgbClr val="006600"/>
                </a:solidFill>
              </a:rPr>
              <a:t>io</a:t>
            </a:r>
            <a:r>
              <a:rPr lang="en-US" altLang="en-US" sz="3200" b="1" dirty="0">
                <a:solidFill>
                  <a:srgbClr val="006600"/>
                </a:solidFill>
              </a:rPr>
              <a:t>n</a:t>
            </a:r>
            <a:r>
              <a:rPr lang="en-US" altLang="en-US" sz="2800" b="1" dirty="0">
                <a:solidFill>
                  <a:srgbClr val="006600"/>
                </a:solidFill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</a:rPr>
              <a:t>(</a:t>
            </a:r>
            <a:r>
              <a:rPr lang="zh-TW" altLang="en-US" sz="2800" spc="-60" dirty="0"/>
              <a:t>資料抽象化</a:t>
            </a:r>
            <a:r>
              <a:rPr lang="en-US" altLang="en-US" sz="3200" b="1" spc="-60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dirty="0" smtClean="0">
                <a:solidFill>
                  <a:schemeClr val="tx1"/>
                </a:solidFill>
              </a:rPr>
              <a:t>T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he</a:t>
            </a:r>
            <a:r>
              <a:rPr lang="en-US" altLang="en-US" sz="2400" spc="-4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use</a:t>
            </a:r>
            <a:r>
              <a:rPr lang="en-US" altLang="en-US" sz="24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>
                <a:solidFill>
                  <a:schemeClr val="tx1"/>
                </a:solidFill>
              </a:rPr>
              <a:t>o</a:t>
            </a:r>
            <a:r>
              <a:rPr lang="en-US" altLang="en-US" sz="2800" dirty="0">
                <a:solidFill>
                  <a:schemeClr val="tx1"/>
                </a:solidFill>
              </a:rPr>
              <a:t>f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encapsulation and </a:t>
            </a:r>
            <a:r>
              <a:rPr lang="en-US" altLang="en-US" sz="2800" dirty="0" smtClean="0">
                <a:solidFill>
                  <a:schemeClr val="tx1"/>
                </a:solidFill>
              </a:rPr>
              <a:t>info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hiding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to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simplify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100" dirty="0">
                <a:solidFill>
                  <a:schemeClr val="tx1"/>
                </a:solidFill>
              </a:rPr>
              <a:t>ho</a:t>
            </a:r>
            <a:r>
              <a:rPr lang="en-US" altLang="en-US" sz="2800" spc="-30" dirty="0">
                <a:solidFill>
                  <a:schemeClr val="tx1"/>
                </a:solidFill>
              </a:rPr>
              <a:t>w</a:t>
            </a:r>
            <a:r>
              <a:rPr lang="en-US" altLang="en-US" sz="2400" spc="-30" dirty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clients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interact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 smtClean="0">
                <a:solidFill>
                  <a:schemeClr val="tx1"/>
                </a:solidFill>
              </a:rPr>
              <a:t>with</a:t>
            </a:r>
            <a:r>
              <a:rPr lang="en-US" altLang="en-US" sz="2400" spc="-3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30" dirty="0">
                <a:solidFill>
                  <a:schemeClr val="tx1"/>
                </a:solidFill>
              </a:rPr>
              <a:t>dat</a:t>
            </a:r>
            <a:r>
              <a:rPr lang="en-US" altLang="en-US" sz="2800" spc="-80" dirty="0">
                <a:solidFill>
                  <a:schemeClr val="tx1"/>
                </a:solidFill>
              </a:rPr>
              <a:t>a</a:t>
            </a:r>
            <a:r>
              <a:rPr lang="en-US" altLang="en-US" sz="2800" spc="-3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Inheritance (</a:t>
            </a:r>
            <a:r>
              <a:rPr lang="zh-TW" altLang="en-US" sz="2800" dirty="0"/>
              <a:t>繼承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Whe</a:t>
            </a:r>
            <a:r>
              <a:rPr lang="en-US" altLang="en-US" sz="2800" spc="-10" dirty="0" smtClean="0">
                <a:solidFill>
                  <a:schemeClr val="tx1"/>
                </a:solidFill>
              </a:rPr>
              <a:t>n the</a:t>
            </a:r>
            <a:r>
              <a:rPr lang="en-US" altLang="en-US" sz="2800" dirty="0" smtClean="0">
                <a:solidFill>
                  <a:schemeClr val="tx1"/>
                </a:solidFill>
              </a:rPr>
              <a:t> methods of a base class are accessible (</a:t>
            </a:r>
            <a:r>
              <a:rPr lang="en-US" altLang="en-US" sz="2800" i="1" dirty="0" err="1" smtClean="0">
                <a:solidFill>
                  <a:schemeClr val="tx1"/>
                </a:solidFill>
              </a:rPr>
              <a:t>ie</a:t>
            </a:r>
            <a:r>
              <a:rPr lang="en-US" altLang="en-US" sz="2800" dirty="0" smtClean="0">
                <a:solidFill>
                  <a:schemeClr val="tx1"/>
                </a:solidFill>
              </a:rPr>
              <a:t> inherited) by instances of the class derived from it (</a:t>
            </a:r>
            <a:r>
              <a:rPr lang="en-US" altLang="en-US" sz="2800" i="1" dirty="0" err="1">
                <a:solidFill>
                  <a:schemeClr val="tx1"/>
                </a:solidFill>
              </a:rPr>
              <a:t>ie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a derived class).</a:t>
            </a:r>
          </a:p>
          <a:p>
            <a:pPr eaLnBrk="1" hangingPunct="1">
              <a:lnSpc>
                <a:spcPct val="88000"/>
              </a:lnSpc>
              <a:spcBef>
                <a:spcPts val="12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2800" dirty="0"/>
              <a:t>多型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): </a:t>
            </a:r>
            <a:r>
              <a:rPr lang="en-US" altLang="en-US" sz="2800" spc="-20" dirty="0">
                <a:solidFill>
                  <a:schemeClr val="tx1"/>
                </a:solidFill>
              </a:rPr>
              <a:t>When </a:t>
            </a:r>
            <a:r>
              <a:rPr lang="en-US" altLang="en-US" sz="2800" spc="-20" dirty="0" smtClean="0">
                <a:solidFill>
                  <a:schemeClr val="tx1"/>
                </a:solidFill>
              </a:rPr>
              <a:t>a derived</a:t>
            </a:r>
            <a:r>
              <a:rPr lang="en-US" altLang="en-US" sz="2800" dirty="0" smtClean="0">
                <a:solidFill>
                  <a:schemeClr val="tx1"/>
                </a:solidFill>
              </a:rPr>
              <a:t> class</a:t>
            </a:r>
            <a:r>
              <a:rPr lang="en-US" altLang="en-US" sz="2800" spc="-20" dirty="0" smtClean="0">
                <a:solidFill>
                  <a:schemeClr val="tx1"/>
                </a:solidFill>
              </a:rPr>
              <a:t> redefines the methods it inherited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52400" y="4648200"/>
            <a:ext cx="8991600" cy="22098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52400" y="838200"/>
            <a:ext cx="8991600" cy="914400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64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632"/>
    </mc:Choice>
    <mc:Fallback>
      <p:transition spd="slow" advTm="64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324" x="4838700" y="4800600"/>
          <p14:tracePt t="17331" x="4781550" y="4768850"/>
          <p14:tracePt t="17340" x="4724400" y="4730750"/>
          <p14:tracePt t="17355" x="4584700" y="4667250"/>
          <p14:tracePt t="17372" x="4438650" y="4584700"/>
          <p14:tracePt t="17389" x="4178300" y="4438650"/>
          <p14:tracePt t="17405" x="4025900" y="4362450"/>
          <p14:tracePt t="17423" x="3835400" y="4254500"/>
          <p14:tracePt t="17438" x="3670300" y="4171950"/>
          <p14:tracePt t="17455" x="3511550" y="4102100"/>
          <p14:tracePt t="17472" x="3302000" y="3981450"/>
          <p14:tracePt t="17488" x="3130550" y="3911600"/>
          <p14:tracePt t="17505" x="3028950" y="3892550"/>
          <p14:tracePt t="17522" x="2800350" y="3848100"/>
          <p14:tracePt t="17538" x="2705100" y="3829050"/>
          <p14:tracePt t="17555" x="2514600" y="3822700"/>
          <p14:tracePt t="17571" x="2444750" y="3822700"/>
          <p14:tracePt t="17588" x="2393950" y="3841750"/>
          <p14:tracePt t="17605" x="2298700" y="3867150"/>
          <p14:tracePt t="17621" x="2197100" y="3905250"/>
          <p14:tracePt t="17637" x="2165350" y="3917950"/>
          <p14:tracePt t="17654" x="2120900" y="3949700"/>
          <p14:tracePt t="17671" x="2076450" y="3994150"/>
          <p14:tracePt t="17689" x="2051050" y="4025900"/>
          <p14:tracePt t="17704" x="2044700" y="4051300"/>
          <p14:tracePt t="17721" x="2025650" y="4076700"/>
          <p14:tracePt t="17737" x="2000250" y="4102100"/>
          <p14:tracePt t="17754" x="1993900" y="4121150"/>
          <p14:tracePt t="17770" x="1968500" y="4146550"/>
          <p14:tracePt t="17787" x="1949450" y="4184650"/>
          <p14:tracePt t="17804" x="1936750" y="4191000"/>
          <p14:tracePt t="17822" x="1917700" y="4216400"/>
          <p14:tracePt t="17836" x="1885950" y="4229100"/>
          <p14:tracePt t="17853" x="1866900" y="4241800"/>
          <p14:tracePt t="17871" x="1841500" y="4248150"/>
          <p14:tracePt t="17887" x="1841500" y="4254500"/>
          <p14:tracePt t="17903" x="1828800" y="4260850"/>
          <p14:tracePt t="17968" x="1835150" y="4254500"/>
          <p14:tracePt t="17989" x="1847850" y="4248150"/>
          <p14:tracePt t="17996" x="1860550" y="4248150"/>
          <p14:tracePt t="18006" x="1866900" y="4248150"/>
          <p14:tracePt t="18020" x="1885950" y="4241800"/>
          <p14:tracePt t="18036" x="1905000" y="4235450"/>
          <p14:tracePt t="18053" x="1993900" y="4229100"/>
          <p14:tracePt t="18069" x="2139950" y="4210050"/>
          <p14:tracePt t="18086" x="2228850" y="4210050"/>
          <p14:tracePt t="18103" x="2406650" y="4178300"/>
          <p14:tracePt t="18120" x="2590800" y="4159250"/>
          <p14:tracePt t="18136" x="2755900" y="4127500"/>
          <p14:tracePt t="18152" x="2838450" y="4114800"/>
          <p14:tracePt t="18169" x="2965450" y="4095750"/>
          <p14:tracePt t="18186" x="3073400" y="4089400"/>
          <p14:tracePt t="18203" x="3124200" y="4083050"/>
          <p14:tracePt t="18206" x="3162300" y="4083050"/>
          <p14:tracePt t="18222" x="3200400" y="4083050"/>
          <p14:tracePt t="18236" x="3257550" y="4083050"/>
          <p14:tracePt t="18252" x="3282950" y="4083050"/>
          <p14:tracePt t="18269" x="3321050" y="4070350"/>
          <p14:tracePt t="18285" x="3352800" y="4070350"/>
          <p14:tracePt t="18302" x="3365500" y="4076700"/>
          <p14:tracePt t="18319" x="3403600" y="4083050"/>
          <p14:tracePt t="18335" x="3409950" y="4083050"/>
          <p14:tracePt t="18352" x="3448050" y="4089400"/>
          <p14:tracePt t="18368" x="3486150" y="4095750"/>
          <p14:tracePt t="18385" x="3505200" y="4102100"/>
          <p14:tracePt t="18402" x="3543300" y="4114800"/>
          <p14:tracePt t="18418" x="3581400" y="4127500"/>
          <p14:tracePt t="18435" x="3606800" y="4133850"/>
          <p14:tracePt t="18451" x="3638550" y="4140200"/>
          <p14:tracePt t="18468" x="3670300" y="4165600"/>
          <p14:tracePt t="18484" x="3683000" y="4171950"/>
          <p14:tracePt t="18501" x="3721100" y="4184650"/>
          <p14:tracePt t="18518" x="3765550" y="4210050"/>
          <p14:tracePt t="18535" x="3803650" y="4241800"/>
          <p14:tracePt t="18550" x="3835400" y="4260850"/>
          <p14:tracePt t="18567" x="3860800" y="4286250"/>
          <p14:tracePt t="18584" x="3937000" y="4330700"/>
          <p14:tracePt t="18601" x="4013200" y="4400550"/>
          <p14:tracePt t="18617" x="4070350" y="4438650"/>
          <p14:tracePt t="18634" x="4197350" y="4533900"/>
          <p14:tracePt t="18651" x="4330700" y="4622800"/>
          <p14:tracePt t="18668" x="4445000" y="4711700"/>
          <p14:tracePt t="18684" x="4514850" y="4749800"/>
          <p14:tracePt t="18700" x="4641850" y="4838700"/>
          <p14:tracePt t="18718" x="4768850" y="4940300"/>
          <p14:tracePt t="18733" x="4826000" y="4978400"/>
          <p14:tracePt t="18750" x="4902200" y="5035550"/>
          <p14:tracePt t="18767" x="4978400" y="5118100"/>
          <p14:tracePt t="18783" x="4997450" y="5137150"/>
          <p14:tracePt t="18802" x="5041900" y="5175250"/>
          <p14:tracePt t="18816" x="5073650" y="5213350"/>
          <p14:tracePt t="18833" x="5086350" y="5219700"/>
          <p14:tracePt t="18851" x="5124450" y="5245100"/>
          <p14:tracePt t="18866" x="5175250" y="5251450"/>
          <p14:tracePt t="18883" x="5200650" y="525780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|12.7|5.3|12.7|16.2|7.1|5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6.5|20.6|12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12.8|52.6|7.5|63.5|3|3.8|8.7|116.1|5.2|9|9.5|3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9|60.5|8.5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14196</TotalTime>
  <Words>5736</Words>
  <Application>Microsoft Office PowerPoint</Application>
  <PresentationFormat>On-screen Show (4:3)</PresentationFormat>
  <Paragraphs>806</Paragraphs>
  <Slides>46</Slides>
  <Notes>8</Notes>
  <HiddenSlides>0</HiddenSlides>
  <MMClips>38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MS PGothic</vt:lpstr>
      <vt:lpstr>MS PGothic</vt:lpstr>
      <vt:lpstr>新細明體</vt:lpstr>
      <vt:lpstr>Agency FB</vt:lpstr>
      <vt:lpstr>Arial</vt:lpstr>
      <vt:lpstr>Arial Narrow</vt:lpstr>
      <vt:lpstr>Consolas</vt:lpstr>
      <vt:lpstr>Courier New</vt:lpstr>
      <vt:lpstr>Elephant</vt:lpstr>
      <vt:lpstr>Lucida Console</vt:lpstr>
      <vt:lpstr>Lucida Fax</vt:lpstr>
      <vt:lpstr>Times New Roman</vt:lpstr>
      <vt:lpstr>Wingdings</vt:lpstr>
      <vt:lpstr>Default Design</vt:lpstr>
      <vt:lpstr>Three Types of Methods</vt:lpstr>
      <vt:lpstr>Three Types of Methods</vt:lpstr>
      <vt:lpstr>Builtin Class Functions</vt:lpstr>
      <vt:lpstr>Builtin Class Functions</vt:lpstr>
      <vt:lpstr>PowerPoint Presentation</vt:lpstr>
      <vt:lpstr>Builtin Class Functions</vt:lpstr>
      <vt:lpstr>PowerPoint Presentation</vt:lpstr>
      <vt:lpstr>Builtin Class Functions</vt:lpstr>
      <vt:lpstr>Builtin Class Functions</vt:lpstr>
      <vt:lpstr>Builtin Class Functions</vt:lpstr>
      <vt:lpstr>Builtin Class Functions</vt:lpstr>
      <vt:lpstr>Builtin Class Functions</vt:lpstr>
      <vt:lpstr>Creating a Class Attribute that is a Function</vt:lpstr>
      <vt:lpstr>Creating a Static Method</vt:lpstr>
      <vt:lpstr>Invoking a Static Method</vt:lpstr>
      <vt:lpstr>classmethod( ) vs staticmethod( )</vt:lpstr>
      <vt:lpstr>PowerPoint Presentation</vt:lpstr>
      <vt:lpstr>PowerPoint Presentation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Objects are Members of a Class</vt:lpstr>
      <vt:lpstr>Fundamental Concepts of OOP</vt:lpstr>
      <vt:lpstr>Fundamental Concepts of OOP</vt:lpstr>
      <vt:lpstr>Fundamental Concepts of OOP</vt:lpstr>
      <vt:lpstr>Fundamental Concepts of OOP</vt:lpstr>
      <vt:lpstr>Fundamental Concepts of OOP</vt:lpstr>
      <vt:lpstr>Fundamental Concepts of OOP</vt:lpstr>
      <vt:lpstr>Fundamental Concepts of OOP</vt:lpstr>
      <vt:lpstr>Fundamental Concepts of OOP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771</cp:revision>
  <dcterms:created xsi:type="dcterms:W3CDTF">2009-03-01T03:18:16Z</dcterms:created>
  <dcterms:modified xsi:type="dcterms:W3CDTF">2021-05-25T05:32:18Z</dcterms:modified>
</cp:coreProperties>
</file>