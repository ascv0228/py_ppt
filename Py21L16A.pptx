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1075" r:id="rId2"/>
    <p:sldId id="1095" r:id="rId3"/>
    <p:sldId id="1099" r:id="rId4"/>
    <p:sldId id="1108" r:id="rId5"/>
    <p:sldId id="1109" r:id="rId6"/>
    <p:sldId id="1101" r:id="rId7"/>
    <p:sldId id="1098" r:id="rId8"/>
    <p:sldId id="1100" r:id="rId9"/>
    <p:sldId id="1255" r:id="rId10"/>
    <p:sldId id="1102" r:id="rId11"/>
    <p:sldId id="1103" r:id="rId12"/>
    <p:sldId id="1158" r:id="rId13"/>
    <p:sldId id="1164" r:id="rId14"/>
    <p:sldId id="1160" r:id="rId15"/>
    <p:sldId id="1161" r:id="rId16"/>
    <p:sldId id="1172" r:id="rId17"/>
    <p:sldId id="1173" r:id="rId18"/>
    <p:sldId id="1163" r:id="rId19"/>
    <p:sldId id="1174" r:id="rId20"/>
    <p:sldId id="1175" r:id="rId21"/>
    <p:sldId id="1176" r:id="rId22"/>
    <p:sldId id="1177" r:id="rId23"/>
    <p:sldId id="1178" r:id="rId24"/>
    <p:sldId id="1179" r:id="rId25"/>
    <p:sldId id="1165" r:id="rId26"/>
    <p:sldId id="1166" r:id="rId27"/>
    <p:sldId id="1167" r:id="rId28"/>
    <p:sldId id="1168" r:id="rId29"/>
    <p:sldId id="1169" r:id="rId30"/>
    <p:sldId id="1170" r:id="rId31"/>
    <p:sldId id="1171" r:id="rId32"/>
    <p:sldId id="1262" r:id="rId33"/>
    <p:sldId id="1182" r:id="rId34"/>
    <p:sldId id="1258" r:id="rId35"/>
    <p:sldId id="1183" r:id="rId36"/>
    <p:sldId id="1259" r:id="rId37"/>
    <p:sldId id="1260" r:id="rId38"/>
    <p:sldId id="1184" r:id="rId39"/>
    <p:sldId id="1190" r:id="rId40"/>
    <p:sldId id="1261" r:id="rId41"/>
    <p:sldId id="1189" r:id="rId42"/>
    <p:sldId id="1188" r:id="rId43"/>
    <p:sldId id="1180" r:id="rId44"/>
    <p:sldId id="1187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D10D9E"/>
    <a:srgbClr val="00A850"/>
    <a:srgbClr val="00A84C"/>
    <a:srgbClr val="FF66FF"/>
    <a:srgbClr val="719707"/>
    <a:srgbClr val="2D2DB9"/>
    <a:srgbClr val="FF3300"/>
    <a:srgbClr val="F79109"/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5" d="100"/>
          <a:sy n="75" d="100"/>
        </p:scale>
        <p:origin x="13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m4a"/><Relationship Id="rId2" Type="http://schemas.microsoft.com/office/2007/relationships/media" Target="../media/media10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m4a"/><Relationship Id="rId2" Type="http://schemas.microsoft.com/office/2007/relationships/media" Target="../media/media11.m4a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3.m4a"/><Relationship Id="rId2" Type="http://schemas.microsoft.com/office/2007/relationships/media" Target="../media/media13.m4a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media14.m4a"/><Relationship Id="rId2" Type="http://schemas.microsoft.com/office/2007/relationships/media" Target="../media/media14.m4a"/><Relationship Id="rId1" Type="http://schemas.openxmlformats.org/officeDocument/2006/relationships/tags" Target="../tags/tag1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m4a"/><Relationship Id="rId2" Type="http://schemas.microsoft.com/office/2007/relationships/media" Target="../media/media15.m4a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2" Type="http://schemas.microsoft.com/office/2007/relationships/media" Target="../media/media16.m4a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1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8.m4a"/><Relationship Id="rId2" Type="http://schemas.microsoft.com/office/2007/relationships/media" Target="../media/media18.m4a"/><Relationship Id="rId1" Type="http://schemas.openxmlformats.org/officeDocument/2006/relationships/tags" Target="../tags/tag1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1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media20.m4a"/><Relationship Id="rId2" Type="http://schemas.microsoft.com/office/2007/relationships/media" Target="../media/media20.m4a"/><Relationship Id="rId1" Type="http://schemas.openxmlformats.org/officeDocument/2006/relationships/tags" Target="../tags/tag1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media21.m4a"/><Relationship Id="rId2" Type="http://schemas.microsoft.com/office/2007/relationships/media" Target="../media/media21.m4a"/><Relationship Id="rId1" Type="http://schemas.openxmlformats.org/officeDocument/2006/relationships/tags" Target="../tags/tag1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media23.m4a"/><Relationship Id="rId2" Type="http://schemas.microsoft.com/office/2007/relationships/media" Target="../media/media23.m4a"/><Relationship Id="rId1" Type="http://schemas.openxmlformats.org/officeDocument/2006/relationships/tags" Target="../tags/tag1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media28.m4a"/><Relationship Id="rId2" Type="http://schemas.microsoft.com/office/2007/relationships/media" Target="../media/media28.m4a"/><Relationship Id="rId1" Type="http://schemas.openxmlformats.org/officeDocument/2006/relationships/tags" Target="../tags/tag1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8.m4a"/><Relationship Id="rId2" Type="http://schemas.microsoft.com/office/2007/relationships/media" Target="../media/media28.m4a"/><Relationship Id="rId1" Type="http://schemas.openxmlformats.org/officeDocument/2006/relationships/tags" Target="../tags/tag2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media29.m4a"/><Relationship Id="rId2" Type="http://schemas.microsoft.com/office/2007/relationships/media" Target="../media/media29.m4a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media30.m4a"/><Relationship Id="rId2" Type="http://schemas.microsoft.com/office/2007/relationships/media" Target="../media/media30.m4a"/><Relationship Id="rId1" Type="http://schemas.openxmlformats.org/officeDocument/2006/relationships/tags" Target="../tags/tag2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media32.m4a"/><Relationship Id="rId2" Type="http://schemas.microsoft.com/office/2007/relationships/media" Target="../media/media32.m4a"/><Relationship Id="rId1" Type="http://schemas.openxmlformats.org/officeDocument/2006/relationships/tags" Target="../tags/tag2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media35.m4a"/><Relationship Id="rId2" Type="http://schemas.microsoft.com/office/2007/relationships/media" Target="../media/media35.m4a"/><Relationship Id="rId1" Type="http://schemas.openxmlformats.org/officeDocument/2006/relationships/tags" Target="../tags/tag2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media36.m4a"/><Relationship Id="rId2" Type="http://schemas.microsoft.com/office/2007/relationships/media" Target="../media/media36.m4a"/><Relationship Id="rId1" Type="http://schemas.openxmlformats.org/officeDocument/2006/relationships/tags" Target="../tags/tag2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media37.m4a"/><Relationship Id="rId2" Type="http://schemas.microsoft.com/office/2007/relationships/media" Target="../media/media37.m4a"/><Relationship Id="rId1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media38.m4a"/><Relationship Id="rId2" Type="http://schemas.microsoft.com/office/2007/relationships/media" Target="../media/media38.m4a"/><Relationship Id="rId1" Type="http://schemas.openxmlformats.org/officeDocument/2006/relationships/tags" Target="../tags/tag2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9.m4a"/><Relationship Id="rId2" Type="http://schemas.microsoft.com/office/2007/relationships/media" Target="../media/media39.m4a"/><Relationship Id="rId1" Type="http://schemas.openxmlformats.org/officeDocument/2006/relationships/tags" Target="../tags/tag2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attrib3:... 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['__annotations__', '__class__',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'__module__', '__ne__', '__new__', '__reduce__',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Some of these methods are not very interesting, so let's filter them out...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5" name="Audio 1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91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408"/>
    </mc:Choice>
    <mc:Fallback xmlns="">
      <p:transition spd="slow" advTm="1234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2036" x="3295650" y="1612900"/>
          <p14:tracePt t="2044" x="3282950" y="1612900"/>
          <p14:tracePt t="2052" x="3270250" y="1612900"/>
          <p14:tracePt t="2069" x="3232150" y="1612900"/>
          <p14:tracePt t="2086" x="3194050" y="1606550"/>
          <p14:tracePt t="2101" x="3155950" y="1593850"/>
          <p14:tracePt t="2118" x="3117850" y="1593850"/>
          <p14:tracePt t="2135" x="3060700" y="1587500"/>
          <p14:tracePt t="2151" x="3016250" y="1581150"/>
          <p14:tracePt t="2168" x="2965450" y="1574800"/>
          <p14:tracePt t="2185" x="2908300" y="1568450"/>
          <p14:tracePt t="2202" x="2870200" y="1562100"/>
          <p14:tracePt t="2219" x="2813050" y="1536700"/>
          <p14:tracePt t="2234" x="2774950" y="1530350"/>
          <p14:tracePt t="2251" x="2724150" y="1524000"/>
          <p14:tracePt t="2268" x="2660650" y="1511300"/>
          <p14:tracePt t="2285" x="2622550" y="1504950"/>
          <p14:tracePt t="2301" x="2590800" y="1504950"/>
          <p14:tracePt t="2318" x="2552700" y="1504950"/>
          <p14:tracePt t="2334" x="2533650" y="1504950"/>
          <p14:tracePt t="2351" x="2520950" y="1504950"/>
          <p14:tracePt t="2409" x="2520950" y="1511300"/>
          <p14:tracePt t="2471" x="2527300" y="1511300"/>
          <p14:tracePt t="2479" x="2533650" y="1517650"/>
          <p14:tracePt t="2487" x="2540000" y="1517650"/>
          <p14:tracePt t="2501" x="2559050" y="1517650"/>
          <p14:tracePt t="2517" x="2590800" y="1524000"/>
          <p14:tracePt t="2533" x="2641600" y="1543050"/>
          <p14:tracePt t="2550" x="2762250" y="1562100"/>
          <p14:tracePt t="2567" x="2870200" y="1581150"/>
          <p14:tracePt t="2584" x="3079750" y="1600200"/>
          <p14:tracePt t="2600" x="3206750" y="1600200"/>
          <p14:tracePt t="2618" x="3346450" y="1600200"/>
          <p14:tracePt t="2635" x="3536950" y="1543050"/>
          <p14:tracePt t="4736" x="3524250" y="1536700"/>
          <p14:tracePt t="4744" x="3511550" y="1536700"/>
          <p14:tracePt t="4749" x="3498850" y="1530350"/>
          <p14:tracePt t="4759" x="3486150" y="1530350"/>
          <p14:tracePt t="4776" x="3460750" y="1524000"/>
          <p14:tracePt t="4792" x="3409950" y="1504950"/>
          <p14:tracePt t="4809" x="3365500" y="1485900"/>
          <p14:tracePt t="4826" x="3295650" y="1466850"/>
          <p14:tracePt t="4842" x="3225800" y="1441450"/>
          <p14:tracePt t="4859" x="3136900" y="1416050"/>
          <p14:tracePt t="4876" x="3009900" y="1377950"/>
          <p14:tracePt t="4892" x="2927350" y="1358900"/>
          <p14:tracePt t="4909" x="2857500" y="1327150"/>
          <p14:tracePt t="4926" x="2755900" y="1320800"/>
          <p14:tracePt t="4942" x="2711450" y="1308100"/>
          <p14:tracePt t="4958" x="2647950" y="1308100"/>
          <p14:tracePt t="4963" x="2622550" y="1301750"/>
          <p14:tracePt t="4976" x="2571750" y="1295400"/>
          <p14:tracePt t="4992" x="2540000" y="1295400"/>
          <p14:tracePt t="5009" x="2514600" y="1295400"/>
          <p14:tracePt t="5025" x="2501900" y="1295400"/>
          <p14:tracePt t="5042" x="2482850" y="1301750"/>
          <p14:tracePt t="5059" x="2438400" y="1301750"/>
          <p14:tracePt t="5074" x="2425700" y="1301750"/>
          <p14:tracePt t="5091" x="2406650" y="1301750"/>
          <p14:tracePt t="5108" x="2349500" y="1301750"/>
          <p14:tracePt t="5124" x="2266950" y="1295400"/>
          <p14:tracePt t="5142" x="2216150" y="1282700"/>
          <p14:tracePt t="5158" x="2108200" y="1263650"/>
          <p14:tracePt t="5175" x="1974850" y="1238250"/>
          <p14:tracePt t="5192" x="1866900" y="1200150"/>
          <p14:tracePt t="5208" x="1809750" y="1181100"/>
          <p14:tracePt t="5224" x="1695450" y="1136650"/>
          <p14:tracePt t="5241" x="1612900" y="1098550"/>
          <p14:tracePt t="5257" x="1568450" y="1073150"/>
          <p14:tracePt t="5274" x="1479550" y="1041400"/>
          <p14:tracePt t="5291" x="1428750" y="1009650"/>
          <p14:tracePt t="5308" x="1409700" y="1003300"/>
          <p14:tracePt t="5324" x="1390650" y="996950"/>
          <p14:tracePt t="5341" x="1339850" y="977900"/>
          <p14:tracePt t="5357" x="1327150" y="971550"/>
          <p14:tracePt t="5375" x="1308100" y="965200"/>
          <p14:tracePt t="5390" x="1295400" y="965200"/>
          <p14:tracePt t="5407" x="1282700" y="958850"/>
          <p14:tracePt t="5424" x="1270000" y="958850"/>
          <p14:tracePt t="5457" x="1263650" y="958850"/>
          <p14:tracePt t="5501" x="1257300" y="958850"/>
          <p14:tracePt t="5663" x="1250950" y="958850"/>
          <p14:tracePt t="6007" x="1244600" y="958850"/>
          <p14:tracePt t="6056" x="1244600" y="952500"/>
          <p14:tracePt t="6176" x="1238250" y="952500"/>
          <p14:tracePt t="6204" x="1231900" y="946150"/>
          <p14:tracePt t="6239" x="1225550" y="939800"/>
          <p14:tracePt t="6253" x="1219200" y="939800"/>
          <p14:tracePt t="6267" x="1212850" y="933450"/>
          <p14:tracePt t="6274" x="1206500" y="933450"/>
          <p14:tracePt t="6290" x="1193800" y="927100"/>
          <p14:tracePt t="6304" x="1174750" y="920750"/>
          <p14:tracePt t="6320" x="1111250" y="901700"/>
          <p14:tracePt t="6337" x="1028700" y="876300"/>
          <p14:tracePt t="6353" x="971550" y="857250"/>
          <p14:tracePt t="6370" x="876300" y="838200"/>
          <p14:tracePt t="6387" x="806450" y="825500"/>
          <p14:tracePt t="6403" x="774700" y="819150"/>
          <p14:tracePt t="6420" x="749300" y="812800"/>
          <p14:tracePt t="6437" x="736600" y="806450"/>
          <p14:tracePt t="6738" x="742950" y="806450"/>
          <p14:tracePt t="6780" x="749300" y="806450"/>
          <p14:tracePt t="6815" x="755650" y="806450"/>
          <p14:tracePt t="6850" x="762000" y="806450"/>
          <p14:tracePt t="6885" x="768350" y="806450"/>
          <p14:tracePt t="7026" x="768350" y="812800"/>
          <p14:tracePt t="7117" x="774700" y="819150"/>
          <p14:tracePt t="7208" x="774700" y="825500"/>
          <p14:tracePt t="7229" x="774700" y="831850"/>
          <p14:tracePt t="7272" x="781050" y="838200"/>
          <p14:tracePt t="7321" x="787400" y="844550"/>
          <p14:tracePt t="7369" x="793750" y="844550"/>
          <p14:tracePt t="7376" x="800100" y="844550"/>
          <p14:tracePt t="7440" x="806450" y="844550"/>
          <p14:tracePt t="7482" x="812800" y="844550"/>
          <p14:tracePt t="7518" x="819150" y="844550"/>
          <p14:tracePt t="7553" x="825500" y="850900"/>
          <p14:tracePt t="7559" x="831850" y="850900"/>
          <p14:tracePt t="7576" x="838200" y="857250"/>
          <p14:tracePt t="7599" x="838200" y="863600"/>
          <p14:tracePt t="7606" x="844550" y="863600"/>
          <p14:tracePt t="7620" x="850900" y="869950"/>
          <p14:tracePt t="7632" x="863600" y="876300"/>
          <p14:tracePt t="7649" x="895350" y="889000"/>
          <p14:tracePt t="7666" x="927100" y="895350"/>
          <p14:tracePt t="7683" x="977900" y="908050"/>
          <p14:tracePt t="7699" x="1060450" y="927100"/>
          <p14:tracePt t="7716" x="1085850" y="933450"/>
          <p14:tracePt t="7732" x="1168400" y="933450"/>
          <p14:tracePt t="7749" x="1225550" y="939800"/>
          <p14:tracePt t="7765" x="1244600" y="939800"/>
          <p14:tracePt t="7782" x="1282700" y="939800"/>
          <p14:tracePt t="7799" x="1308100" y="939800"/>
          <p14:tracePt t="7817" x="1320800" y="939800"/>
          <p14:tracePt t="7848" x="1327150" y="939800"/>
          <p14:tracePt t="7887" x="1333500" y="939800"/>
          <p14:tracePt t="7936" x="1339850" y="946150"/>
          <p14:tracePt t="7950" x="1346200" y="946150"/>
          <p14:tracePt t="7971" x="1352550" y="946150"/>
          <p14:tracePt t="7978" x="1358900" y="946150"/>
          <p14:tracePt t="7985" x="1365250" y="946150"/>
          <p14:tracePt t="8001" x="1377950" y="946150"/>
          <p14:tracePt t="8015" x="1390650" y="946150"/>
          <p14:tracePt t="8031" x="1422400" y="952500"/>
          <p14:tracePt t="8049" x="1454150" y="952500"/>
          <p14:tracePt t="8064" x="1473200" y="952500"/>
          <p14:tracePt t="8081" x="1504950" y="958850"/>
          <p14:tracePt t="8098" x="1524000" y="965200"/>
          <p14:tracePt t="8131" x="1536700" y="965200"/>
          <p14:tracePt t="8168" x="1543050" y="965200"/>
          <p14:tracePt t="9193" x="1555750" y="965200"/>
          <p14:tracePt t="9199" x="1568450" y="965200"/>
          <p14:tracePt t="9214" x="1574800" y="965200"/>
          <p14:tracePt t="9228" x="1600200" y="965200"/>
          <p14:tracePt t="9243" x="1631950" y="965200"/>
          <p14:tracePt t="9260" x="1651000" y="965200"/>
          <p14:tracePt t="9277" x="1682750" y="965200"/>
          <p14:tracePt t="9293" x="1727200" y="965200"/>
          <p14:tracePt t="9310" x="1746250" y="965200"/>
          <p14:tracePt t="9327" x="1778000" y="965200"/>
          <p14:tracePt t="9343" x="1816100" y="965200"/>
          <p14:tracePt t="9360" x="1828800" y="965200"/>
          <p14:tracePt t="9376" x="1854200" y="971550"/>
          <p14:tracePt t="9393" x="1866900" y="971550"/>
          <p14:tracePt t="9410" x="1911350" y="984250"/>
          <p14:tracePt t="9427" x="1930400" y="990600"/>
          <p14:tracePt t="9443" x="1943100" y="996950"/>
          <p14:tracePt t="9459" x="1968500" y="1009650"/>
          <p14:tracePt t="9476" x="1974850" y="1016000"/>
          <p14:tracePt t="9493" x="1981200" y="1016000"/>
          <p14:tracePt t="9509" x="1981200" y="1022350"/>
          <p14:tracePt t="9572" x="1987550" y="1022350"/>
          <p14:tracePt t="9734" x="1987550" y="1016000"/>
          <p14:tracePt t="9761" x="1981200" y="1009650"/>
          <p14:tracePt t="9797" x="1974850" y="1009650"/>
          <p14:tracePt t="9803" x="1968500" y="1003300"/>
          <p14:tracePt t="9818" x="1962150" y="1003300"/>
          <p14:tracePt t="9828" x="1955800" y="1003300"/>
          <p14:tracePt t="9842" x="1949450" y="1003300"/>
          <p14:tracePt t="9858" x="1943100" y="1003300"/>
          <p14:tracePt t="9875" x="1924050" y="996950"/>
          <p14:tracePt t="9891" x="1911350" y="990600"/>
          <p14:tracePt t="9908" x="1866900" y="984250"/>
          <p14:tracePt t="9924" x="1816100" y="971550"/>
          <p14:tracePt t="9941" x="1797050" y="965200"/>
          <p14:tracePt t="9958" x="1746250" y="958850"/>
          <p14:tracePt t="9974" x="1701800" y="952500"/>
          <p14:tracePt t="9991" x="1676400" y="946150"/>
          <p14:tracePt t="10008" x="1638300" y="939800"/>
          <p14:tracePt t="10024" x="1619250" y="939800"/>
          <p14:tracePt t="10041" x="1568450" y="939800"/>
          <p14:tracePt t="10058" x="1536700" y="939800"/>
          <p14:tracePt t="10074" x="1524000" y="939800"/>
          <p14:tracePt t="10091" x="1492250" y="939800"/>
          <p14:tracePt t="10107" x="1454150" y="946150"/>
          <p14:tracePt t="10124" x="1441450" y="946150"/>
          <p14:tracePt t="10141" x="1422400" y="946150"/>
          <p14:tracePt t="10157" x="1403350" y="946150"/>
          <p14:tracePt t="10174" x="1397000" y="946150"/>
          <p14:tracePt t="10206" x="1390650" y="946150"/>
          <p14:tracePt t="10239" x="1384300" y="939800"/>
          <p14:tracePt t="10274" x="1384300" y="933450"/>
          <p14:tracePt t="10394" x="1384300" y="927100"/>
          <p14:tracePt t="10436" x="1384300" y="920750"/>
          <p14:tracePt t="10450" x="1384300" y="914400"/>
          <p14:tracePt t="10459" x="1384300" y="908050"/>
          <p14:tracePt t="10473" x="1384300" y="901700"/>
          <p14:tracePt t="10489" x="1384300" y="895350"/>
          <p14:tracePt t="10506" x="1377950" y="863600"/>
          <p14:tracePt t="10522" x="1377950" y="850900"/>
          <p14:tracePt t="10539" x="1377950" y="800100"/>
          <p14:tracePt t="10556" x="1371600" y="755650"/>
          <p14:tracePt t="10572" x="1371600" y="730250"/>
          <p14:tracePt t="10589" x="1371600" y="698500"/>
          <p14:tracePt t="10605" x="1365250" y="596900"/>
          <p14:tracePt t="10623" x="1365250" y="565150"/>
          <p14:tracePt t="10640" x="1358900" y="508000"/>
          <p14:tracePt t="10655" x="1358900" y="488950"/>
          <p14:tracePt t="10672" x="1352550" y="450850"/>
          <p14:tracePt t="10689" x="1346200" y="431800"/>
          <p14:tracePt t="10705" x="1346200" y="425450"/>
          <p14:tracePt t="10722" x="1346200" y="419100"/>
          <p14:tracePt t="10738" x="1339850" y="412750"/>
          <p14:tracePt t="10900" x="1333500" y="419100"/>
          <p14:tracePt t="10928" x="1333500" y="425450"/>
          <p14:tracePt t="10970" x="1327150" y="425450"/>
          <p14:tracePt t="11061" x="1320800" y="431800"/>
          <p14:tracePt t="11118" x="1314450" y="431800"/>
          <p14:tracePt t="11160" x="1308100" y="431800"/>
          <p14:tracePt t="11166" x="1301750" y="431800"/>
          <p14:tracePt t="11189" x="1295400" y="431800"/>
          <p14:tracePt t="11209" x="1289050" y="431800"/>
          <p14:tracePt t="11237" x="1282700" y="431800"/>
          <p14:tracePt t="11293" x="1282700" y="438150"/>
          <p14:tracePt t="11300" x="1289050" y="438150"/>
          <p14:tracePt t="11307" x="1301750" y="438150"/>
          <p14:tracePt t="11323" x="1314450" y="438150"/>
          <p14:tracePt t="11336" x="1333500" y="438150"/>
          <p14:tracePt t="11353" x="1390650" y="438150"/>
          <p14:tracePt t="11371" x="1492250" y="438150"/>
          <p14:tracePt t="11386" x="1549400" y="431800"/>
          <p14:tracePt t="11402" x="1644650" y="412750"/>
          <p14:tracePt t="11420" x="1746250" y="393700"/>
          <p14:tracePt t="11436" x="1790700" y="374650"/>
          <p14:tracePt t="11453" x="1854200" y="368300"/>
          <p14:tracePt t="11470" x="1892300" y="361950"/>
          <p14:tracePt t="11487" x="1905000" y="361950"/>
          <p14:tracePt t="11503" x="1911350" y="361950"/>
          <p14:tracePt t="11519" x="1924050" y="361950"/>
          <p14:tracePt t="11581" x="1930400" y="361950"/>
          <p14:tracePt t="12094" x="1936750" y="368300"/>
          <p14:tracePt t="12122" x="1936750" y="381000"/>
          <p14:tracePt t="12136" x="1936750" y="387350"/>
          <p14:tracePt t="12143" x="1936750" y="400050"/>
          <p14:tracePt t="12153" x="1936750" y="412750"/>
          <p14:tracePt t="12166" x="1936750" y="438150"/>
          <p14:tracePt t="12183" x="1936750" y="476250"/>
          <p14:tracePt t="12200" x="1936750" y="577850"/>
          <p14:tracePt t="12217" x="1936750" y="730250"/>
          <p14:tracePt t="12233" x="1936750" y="806450"/>
          <p14:tracePt t="12250" x="1936750" y="958850"/>
          <p14:tracePt t="12266" x="1936750" y="1104900"/>
          <p14:tracePt t="12284" x="1936750" y="1193800"/>
          <p14:tracePt t="12300" x="1943100" y="1238250"/>
          <p14:tracePt t="12316" x="1943100" y="1270000"/>
          <p14:tracePt t="12334" x="1943100" y="1282700"/>
          <p14:tracePt t="12643" x="1943100" y="1276350"/>
          <p14:tracePt t="12685" x="1943100" y="1270000"/>
          <p14:tracePt t="12700" x="1943100" y="1263650"/>
          <p14:tracePt t="12705" x="1943100" y="1257300"/>
          <p14:tracePt t="12715" x="1943100" y="1250950"/>
          <p14:tracePt t="12735" x="1943100" y="1238250"/>
          <p14:tracePt t="12749" x="1943100" y="1225550"/>
          <p14:tracePt t="12765" x="1943100" y="1212850"/>
          <p14:tracePt t="12781" x="1943100" y="1162050"/>
          <p14:tracePt t="12798" x="1943100" y="1123950"/>
          <p14:tracePt t="12815" x="1943100" y="1104900"/>
          <p14:tracePt t="12832" x="1943100" y="1066800"/>
          <p14:tracePt t="12848" x="1943100" y="1054100"/>
          <p14:tracePt t="12864" x="1943100" y="1047750"/>
          <p14:tracePt t="12882" x="1943100" y="1041400"/>
          <p14:tracePt t="12980" x="1943100" y="1047750"/>
          <p14:tracePt t="12994" x="1943100" y="1054100"/>
          <p14:tracePt t="13029" x="1943100" y="1060450"/>
          <p14:tracePt t="13036" x="1943100" y="1073150"/>
          <p14:tracePt t="13050" x="1943100" y="1079500"/>
          <p14:tracePt t="13064" x="1943100" y="1111250"/>
          <p14:tracePt t="13080" x="1943100" y="1143000"/>
          <p14:tracePt t="13097" x="1949450" y="1168400"/>
          <p14:tracePt t="13114" x="1968500" y="1289050"/>
          <p14:tracePt t="13130" x="1974850" y="1416050"/>
          <p14:tracePt t="13134" x="1987550" y="1498600"/>
          <p14:tracePt t="13150" x="1993900" y="1562100"/>
          <p14:tracePt t="13163" x="2000250" y="1625600"/>
          <p14:tracePt t="13180" x="2012950" y="1733550"/>
          <p14:tracePt t="13197" x="2012950" y="1758950"/>
          <p14:tracePt t="13213" x="2012950" y="1803400"/>
          <p14:tracePt t="13230" x="2012950" y="1828800"/>
          <p14:tracePt t="13247" x="2012950" y="1835150"/>
          <p14:tracePt t="13310" x="2012950" y="1841500"/>
          <p14:tracePt t="13359" x="2012950" y="1847850"/>
          <p14:tracePt t="13626" x="2019300" y="1847850"/>
          <p14:tracePt t="13647" x="2019300" y="1854200"/>
          <p14:tracePt t="14469" x="2019300" y="1847850"/>
          <p14:tracePt t="14483" x="2025650" y="1841500"/>
          <p14:tracePt t="14490" x="2032000" y="1828800"/>
          <p14:tracePt t="14505" x="2038350" y="1809750"/>
          <p14:tracePt t="14512" x="2051050" y="1803400"/>
          <p14:tracePt t="14528" x="2063750" y="1784350"/>
          <p14:tracePt t="14542" x="2108200" y="1752600"/>
          <p14:tracePt t="14559" x="2139950" y="1733550"/>
          <p14:tracePt t="14575" x="2209800" y="1701800"/>
          <p14:tracePt t="14592" x="2241550" y="1689100"/>
          <p14:tracePt t="14610" x="2336800" y="1638300"/>
          <p14:tracePt t="14625" x="2362200" y="1625600"/>
          <p14:tracePt t="14642" x="2381250" y="1612900"/>
          <p14:tracePt t="14646" x="2400300" y="1600200"/>
          <p14:tracePt t="14659" x="2425700" y="1587500"/>
          <p14:tracePt t="14675" x="2463800" y="1574800"/>
          <p14:tracePt t="14691" x="2476500" y="1568450"/>
          <p14:tracePt t="14709" x="2495550" y="1562100"/>
          <p14:tracePt t="14725" x="2508250" y="1555750"/>
          <p14:tracePt t="14758" x="2514600" y="1555750"/>
          <p14:tracePt t="14961" x="2514600" y="1549400"/>
          <p14:tracePt t="15165" x="2527300" y="1543050"/>
          <p14:tracePt t="15186" x="2533650" y="1543050"/>
          <p14:tracePt t="15192" x="2533650" y="1536700"/>
          <p14:tracePt t="15209" x="2540000" y="1536700"/>
          <p14:tracePt t="15223" x="2546350" y="1530350"/>
          <p14:tracePt t="15239" x="2552700" y="1530350"/>
          <p14:tracePt t="15263" x="2559050" y="1524000"/>
          <p14:tracePt t="15298" x="2565400" y="1524000"/>
          <p14:tracePt t="15304" x="2565400" y="1517650"/>
          <p14:tracePt t="15347" x="2565400" y="1511300"/>
          <p14:tracePt t="15354" x="2571750" y="1511300"/>
          <p14:tracePt t="15375" x="2578100" y="1511300"/>
          <p14:tracePt t="15382" x="2584450" y="1511300"/>
          <p14:tracePt t="15404" x="2590800" y="1511300"/>
          <p14:tracePt t="15438" x="2597150" y="1504950"/>
          <p14:tracePt t="15453" x="2603500" y="1504950"/>
          <p14:tracePt t="15488" x="2603500" y="1498600"/>
          <p14:tracePt t="15537" x="2609850" y="1498600"/>
          <p14:tracePt t="15656" x="2603500" y="1492250"/>
          <p14:tracePt t="15662" x="2597150" y="1492250"/>
          <p14:tracePt t="15677" x="2590800" y="1485900"/>
          <p14:tracePt t="15688" x="2584450" y="1485900"/>
          <p14:tracePt t="15705" x="2559050" y="1473200"/>
          <p14:tracePt t="15721" x="2540000" y="1466850"/>
          <p14:tracePt t="15738" x="2508250" y="1454150"/>
          <p14:tracePt t="15755" x="2463800" y="1422400"/>
          <p14:tracePt t="15771" x="2444750" y="1416050"/>
          <p14:tracePt t="15788" x="2432050" y="1409700"/>
          <p14:tracePt t="15804" x="2387600" y="1390650"/>
          <p14:tracePt t="15846" x="2381250" y="1384300"/>
          <p14:tracePt t="15874" x="2374900" y="1384300"/>
          <p14:tracePt t="16029" x="2374900" y="1390650"/>
          <p14:tracePt t="16078" x="2381250" y="1397000"/>
          <p14:tracePt t="16106" x="2387600" y="1397000"/>
          <p14:tracePt t="16121" x="2393950" y="1397000"/>
          <p14:tracePt t="16141" x="2400300" y="1397000"/>
          <p14:tracePt t="16148" x="2406650" y="1403350"/>
          <p14:tracePt t="16156" x="2413000" y="1403350"/>
          <p14:tracePt t="16176" x="2419350" y="1403350"/>
          <p14:tracePt t="16211" x="2425700" y="1403350"/>
          <p14:tracePt t="16218" x="2432050" y="1403350"/>
          <p14:tracePt t="16225" x="2438400" y="1403350"/>
          <p14:tracePt t="16240" x="2444750" y="1403350"/>
          <p14:tracePt t="16253" x="2451100" y="1403350"/>
          <p14:tracePt t="16269" x="2470150" y="1397000"/>
          <p14:tracePt t="16286" x="2482850" y="1397000"/>
          <p14:tracePt t="16303" x="2508250" y="1390650"/>
          <p14:tracePt t="16319" x="2533650" y="1384300"/>
          <p14:tracePt t="16336" x="2540000" y="1384300"/>
          <p14:tracePt t="16353" x="2552700" y="1377950"/>
          <p14:tracePt t="16369" x="2559050" y="1377950"/>
          <p14:tracePt t="16402" x="2565400" y="1377950"/>
          <p14:tracePt t="16437" x="2565400" y="1371600"/>
          <p14:tracePt t="16499" x="2571750" y="1365250"/>
          <p14:tracePt t="16528" x="2571750" y="1358900"/>
          <p14:tracePt t="16542" x="2571750" y="1352550"/>
          <p14:tracePt t="16548" x="2571750" y="1346200"/>
          <p14:tracePt t="16563" x="2571750" y="1339850"/>
          <p14:tracePt t="16572" x="2571750" y="1327150"/>
          <p14:tracePt t="16584" x="2571750" y="1308100"/>
          <p14:tracePt t="16601" x="2571750" y="1276350"/>
          <p14:tracePt t="16619" x="2571750" y="1231900"/>
          <p14:tracePt t="16634" x="2571750" y="1212850"/>
          <p14:tracePt t="16651" x="2571750" y="1181100"/>
          <p14:tracePt t="16668" x="2571750" y="1162050"/>
          <p14:tracePt t="16701" x="2571750" y="1155700"/>
          <p14:tracePt t="16767" x="2565400" y="1155700"/>
          <p14:tracePt t="16788" x="2565400" y="1162050"/>
          <p14:tracePt t="16809" x="2565400" y="1168400"/>
          <p14:tracePt t="16815" x="2565400" y="1174750"/>
          <p14:tracePt t="16837" x="2565400" y="1181100"/>
          <p14:tracePt t="16852" x="2565400" y="1187450"/>
          <p14:tracePt t="16879" x="2565400" y="1193800"/>
          <p14:tracePt t="16886" x="2565400" y="1200150"/>
          <p14:tracePt t="16900" x="2565400" y="1206500"/>
          <p14:tracePt t="16907" x="2565400" y="1212850"/>
          <p14:tracePt t="16928" x="2565400" y="1219200"/>
          <p14:tracePt t="16948" x="2565400" y="1225550"/>
          <p14:tracePt t="16978" x="2559050" y="1231900"/>
          <p14:tracePt t="16991" x="2552700" y="1231900"/>
          <p14:tracePt t="16998" x="2546350" y="1231900"/>
          <p14:tracePt t="17013" x="2540000" y="1238250"/>
          <p14:tracePt t="17020" x="2527300" y="1244600"/>
          <p14:tracePt t="17033" x="2514600" y="1250950"/>
          <p14:tracePt t="17050" x="2482850" y="1257300"/>
          <p14:tracePt t="17067" x="2451100" y="1263650"/>
          <p14:tracePt t="17083" x="2413000" y="1270000"/>
          <p14:tracePt t="17100" x="2362200" y="1282700"/>
          <p14:tracePt t="17118" x="2324100" y="1289050"/>
          <p14:tracePt t="17133" x="2298700" y="1289050"/>
          <p14:tracePt t="17150" x="2286000" y="1289050"/>
          <p14:tracePt t="17167" x="2266950" y="1289050"/>
          <p14:tracePt t="17183" x="2260600" y="1289050"/>
          <p14:tracePt t="17273" x="2260600" y="1295400"/>
          <p14:tracePt t="17322" x="2266950" y="1301750"/>
          <p14:tracePt t="17343" x="2273300" y="1301750"/>
          <p14:tracePt t="17350" x="2273300" y="1308100"/>
          <p14:tracePt t="17371" x="2279650" y="1314450"/>
          <p14:tracePt t="17385" x="2286000" y="1320800"/>
          <p14:tracePt t="17392" x="2292350" y="1320800"/>
          <p14:tracePt t="17413" x="2298700" y="1327150"/>
          <p14:tracePt t="17420" x="2305050" y="1333500"/>
          <p14:tracePt t="17441" x="2311400" y="1333500"/>
          <p14:tracePt t="17483" x="2317750" y="1339850"/>
          <p14:tracePt t="17511" x="2324100" y="1346200"/>
          <p14:tracePt t="17533" x="2330450" y="1346200"/>
          <p14:tracePt t="17561" x="2336800" y="1352550"/>
          <p14:tracePt t="17617" x="2343150" y="1358900"/>
          <p14:tracePt t="17623" x="2349500" y="1358900"/>
          <p14:tracePt t="17652" x="2349500" y="1365250"/>
          <p14:tracePt t="17673" x="2355850" y="1365250"/>
          <p14:tracePt t="17694" x="2362200" y="1365250"/>
          <p14:tracePt t="17736" x="2368550" y="1371600"/>
          <p14:tracePt t="17863" x="2368550" y="1365250"/>
          <p14:tracePt t="17869" x="2368550" y="1358900"/>
          <p14:tracePt t="17884" x="2374900" y="1352550"/>
          <p14:tracePt t="17900" x="2374900" y="1339850"/>
          <p14:tracePt t="17914" x="2374900" y="1314450"/>
          <p14:tracePt t="17930" x="2381250" y="1295400"/>
          <p14:tracePt t="17947" x="2387600" y="1238250"/>
          <p14:tracePt t="17963" x="2406650" y="1193800"/>
          <p14:tracePt t="17980" x="2419350" y="1123950"/>
          <p14:tracePt t="17997" x="2425700" y="1073150"/>
          <p14:tracePt t="18014" x="2438400" y="1054100"/>
          <p14:tracePt t="18030" x="2444750" y="1035050"/>
          <p14:tracePt t="18046" x="2444750" y="1028700"/>
          <p14:tracePt t="18063" x="2444750" y="1022350"/>
          <p14:tracePt t="18116" x="2451100" y="1022350"/>
          <p14:tracePt t="18446" x="2457450" y="1022350"/>
          <p14:tracePt t="18474" x="2457450" y="1028700"/>
          <p14:tracePt t="18488" x="2463800" y="1035050"/>
          <p14:tracePt t="18496" x="2463800" y="1041400"/>
          <p14:tracePt t="18502" x="2463800" y="1054100"/>
          <p14:tracePt t="18516" x="2463800" y="1060450"/>
          <p14:tracePt t="18528" x="2470150" y="1073150"/>
          <p14:tracePt t="18545" x="2476500" y="1117600"/>
          <p14:tracePt t="18561" x="2476500" y="1155700"/>
          <p14:tracePt t="18579" x="2476500" y="1238250"/>
          <p14:tracePt t="18594" x="2482850" y="1301750"/>
          <p14:tracePt t="18611" x="2482850" y="1416050"/>
          <p14:tracePt t="18629" x="2482850" y="1517650"/>
          <p14:tracePt t="18645" x="2482850" y="1562100"/>
          <p14:tracePt t="18661" x="2482850" y="1625600"/>
          <p14:tracePt t="18678" x="2482850" y="1663700"/>
          <p14:tracePt t="18694" x="2482850" y="1676400"/>
          <p14:tracePt t="18728" x="2482850" y="1682750"/>
          <p14:tracePt t="18754" x="2489200" y="1689100"/>
          <p14:tracePt t="18818" x="2495550" y="1689100"/>
          <p14:tracePt t="18888" x="2495550" y="1695450"/>
          <p14:tracePt t="18916" x="2495550" y="1701800"/>
          <p14:tracePt t="18930" x="2495550" y="1708150"/>
          <p14:tracePt t="18951" x="2495550" y="1720850"/>
          <p14:tracePt t="18958" x="2501900" y="1727200"/>
          <p14:tracePt t="18966" x="2508250" y="1739900"/>
          <p14:tracePt t="18980" x="2508250" y="1758950"/>
          <p14:tracePt t="18994" x="2514600" y="1784350"/>
          <p14:tracePt t="19010" x="2527300" y="1828800"/>
          <p14:tracePt t="19026" x="2533650" y="1873250"/>
          <p14:tracePt t="19043" x="2540000" y="1930400"/>
          <p14:tracePt t="19060" x="2552700" y="1981200"/>
          <p14:tracePt t="19076" x="2559050" y="2006600"/>
          <p14:tracePt t="19093" x="2559050" y="2032000"/>
          <p14:tracePt t="19109" x="2559050" y="2044700"/>
          <p14:tracePt t="19127" x="2559050" y="2051050"/>
          <p14:tracePt t="19159" x="2559050" y="2057400"/>
          <p14:tracePt t="19373" x="2565400" y="2057400"/>
          <p14:tracePt t="19563" x="2565400" y="2051050"/>
          <p14:tracePt t="19619" x="2565400" y="2044700"/>
          <p14:tracePt t="19689" x="2565400" y="2038350"/>
          <p14:tracePt t="19780" x="2565400" y="2032000"/>
          <p14:tracePt t="19802" x="2565400" y="2025650"/>
          <p14:tracePt t="19830" x="2559050" y="2025650"/>
          <p14:tracePt t="19844" x="2559050" y="2019300"/>
          <p14:tracePt t="19851" x="2552700" y="2012950"/>
          <p14:tracePt t="19865" x="2552700" y="2006600"/>
          <p14:tracePt t="19873" x="2546350" y="2000250"/>
          <p14:tracePt t="19890" x="2540000" y="1993900"/>
          <p14:tracePt t="19907" x="2527300" y="1962150"/>
          <p14:tracePt t="19923" x="2501900" y="1911350"/>
          <p14:tracePt t="19940" x="2482850" y="1879600"/>
          <p14:tracePt t="19956" x="2444750" y="1803400"/>
          <p14:tracePt t="19973" x="2400300" y="1720850"/>
          <p14:tracePt t="19990" x="2362200" y="1670050"/>
          <p14:tracePt t="20007" x="2317750" y="1593850"/>
          <p14:tracePt t="20023" x="2286000" y="1536700"/>
          <p14:tracePt t="20040" x="2260600" y="1492250"/>
          <p14:tracePt t="20056" x="2254250" y="1485900"/>
          <p14:tracePt t="20073" x="2247900" y="1473200"/>
          <p14:tracePt t="20090" x="2241550" y="1460500"/>
          <p14:tracePt t="20441" x="2235200" y="1460500"/>
          <p14:tracePt t="20483" x="2228850" y="1460500"/>
          <p14:tracePt t="20498" x="2222500" y="1460500"/>
          <p14:tracePt t="20506" x="2216150" y="1454150"/>
          <p14:tracePt t="20511" x="2209800" y="1454150"/>
          <p14:tracePt t="20526" x="2203450" y="1454150"/>
          <p14:tracePt t="20539" x="2197100" y="1454150"/>
          <p14:tracePt t="20555" x="2178050" y="1447800"/>
          <p14:tracePt t="20571" x="2165350" y="1441450"/>
          <p14:tracePt t="20588" x="2120900" y="1435100"/>
          <p14:tracePt t="20604" x="2082800" y="1422400"/>
          <p14:tracePt t="20621" x="2057400" y="1416050"/>
          <p14:tracePt t="20638" x="2025650" y="1409700"/>
          <p14:tracePt t="20654" x="2006600" y="1403350"/>
          <p14:tracePt t="20671" x="2000250" y="1403350"/>
          <p14:tracePt t="20688" x="1993900" y="1397000"/>
          <p14:tracePt t="20736" x="1987550" y="1397000"/>
          <p14:tracePt t="20898" x="1993900" y="1397000"/>
          <p14:tracePt t="20947" x="2000250" y="1397000"/>
          <p14:tracePt t="20975" x="2012950" y="1397000"/>
          <p14:tracePt t="20989" x="2019300" y="1397000"/>
          <p14:tracePt t="20996" x="2025650" y="1397000"/>
          <p14:tracePt t="21006" x="2032000" y="1397000"/>
          <p14:tracePt t="21019" x="2038350" y="1397000"/>
          <p14:tracePt t="21037" x="2051050" y="1397000"/>
          <p14:tracePt t="21053" x="2095500" y="1390650"/>
          <p14:tracePt t="21069" x="2152650" y="1377950"/>
          <p14:tracePt t="21086" x="2197100" y="1371600"/>
          <p14:tracePt t="21103" x="2260600" y="1371600"/>
          <p14:tracePt t="21119" x="2317750" y="1365250"/>
          <p14:tracePt t="21137" x="2368550" y="1365250"/>
          <p14:tracePt t="21153" x="2387600" y="1365250"/>
          <p14:tracePt t="21169" x="2413000" y="1365250"/>
          <p14:tracePt t="21187" x="2432050" y="1358900"/>
          <p14:tracePt t="21218" x="2438400" y="1358900"/>
          <p14:tracePt t="21446" x="2432050" y="1352550"/>
          <p14:tracePt t="21460" x="2425700" y="1352550"/>
          <p14:tracePt t="21467" x="2419350" y="1352550"/>
          <p14:tracePt t="21488" x="2406650" y="1346200"/>
          <p14:tracePt t="21495" x="2400300" y="1346200"/>
          <p14:tracePt t="21509" x="2393950" y="1346200"/>
          <p14:tracePt t="21518" x="2381250" y="1339850"/>
          <p14:tracePt t="21534" x="2349500" y="1339850"/>
          <p14:tracePt t="21551" x="2279650" y="1320800"/>
          <p14:tracePt t="21568" x="2171700" y="1314450"/>
          <p14:tracePt t="21585" x="2120900" y="1314450"/>
          <p14:tracePt t="21602" x="1993900" y="1314450"/>
          <p14:tracePt t="21618" x="1905000" y="1314450"/>
          <p14:tracePt t="21634" x="1873250" y="1314450"/>
          <p14:tracePt t="21651" x="1828800" y="1314450"/>
          <p14:tracePt t="21667" x="1803400" y="1314450"/>
          <p14:tracePt t="21685" x="1778000" y="1314450"/>
          <p14:tracePt t="22099" x="1784350" y="1320800"/>
          <p14:tracePt t="22121" x="1784350" y="1333500"/>
          <p14:tracePt t="22127" x="1784350" y="1339850"/>
          <p14:tracePt t="22141" x="1784350" y="1346200"/>
          <p14:tracePt t="22412" x="1765300" y="1339850"/>
          <p14:tracePt t="22419" x="1746250" y="1333500"/>
          <p14:tracePt t="22434" x="1727200" y="1320800"/>
          <p14:tracePt t="22448" x="1695450" y="1301750"/>
          <p14:tracePt t="22465" x="1606550" y="1257300"/>
          <p14:tracePt t="22482" x="1524000" y="1225550"/>
          <p14:tracePt t="22498" x="1492250" y="1206500"/>
          <p14:tracePt t="22514" x="1403350" y="1174750"/>
          <p14:tracePt t="22532" x="1346200" y="1149350"/>
          <p14:tracePt t="22548" x="1314450" y="1136650"/>
          <p14:tracePt t="22567" x="1270000" y="1111250"/>
          <p14:tracePt t="22581" x="1225550" y="1092200"/>
          <p14:tracePt t="22597" x="1212850" y="1079500"/>
          <p14:tracePt t="22615" x="1181100" y="1054100"/>
          <p14:tracePt t="22630" x="1149350" y="1016000"/>
          <p14:tracePt t="22647" x="1136650" y="1003300"/>
          <p14:tracePt t="22665" x="1123950" y="977900"/>
          <p14:tracePt t="22681" x="1117600" y="971550"/>
          <p14:tracePt t="22700" x="1117600" y="946150"/>
          <p14:tracePt t="22715" x="1111250" y="933450"/>
          <p14:tracePt t="22731" x="1111250" y="920750"/>
          <p14:tracePt t="22748" x="1111250" y="889000"/>
          <p14:tracePt t="22764" x="1111250" y="850900"/>
          <p14:tracePt t="22780" x="1111250" y="831850"/>
          <p14:tracePt t="22797" x="1111250" y="806450"/>
          <p14:tracePt t="22814" x="1111250" y="793750"/>
          <p14:tracePt t="22831" x="1111250" y="787400"/>
          <p14:tracePt t="22847" x="1111250" y="768350"/>
          <p14:tracePt t="22864" x="1111250" y="755650"/>
          <p14:tracePt t="22930" x="1111250" y="749300"/>
          <p14:tracePt t="23023" x="1117600" y="749300"/>
          <p14:tracePt t="23037" x="1117600" y="755650"/>
          <p14:tracePt t="23043" x="1117600" y="762000"/>
          <p14:tracePt t="23051" x="1123950" y="768350"/>
          <p14:tracePt t="23072" x="1130300" y="774700"/>
          <p14:tracePt t="23086" x="1130300" y="781050"/>
          <p14:tracePt t="23114" x="1136650" y="787400"/>
          <p14:tracePt t="23121" x="1143000" y="800100"/>
          <p14:tracePt t="23135" x="1149350" y="812800"/>
          <p14:tracePt t="23145" x="1155700" y="838200"/>
          <p14:tracePt t="23163" x="1193800" y="901700"/>
          <p14:tracePt t="23178" x="1219200" y="946150"/>
          <p14:tracePt t="23195" x="1276350" y="1041400"/>
          <p14:tracePt t="23213" x="1339850" y="1143000"/>
          <p14:tracePt t="23229" x="1371600" y="1200150"/>
          <p14:tracePt t="23245" x="1397000" y="1238250"/>
          <p14:tracePt t="23249" x="1422400" y="1282700"/>
          <p14:tracePt t="23262" x="1466850" y="1333500"/>
          <p14:tracePt t="23278" x="1479550" y="1358900"/>
          <p14:tracePt t="23295" x="1498600" y="1371600"/>
          <p14:tracePt t="23312" x="1517650" y="1403350"/>
          <p14:tracePt t="23328" x="1530350" y="1416050"/>
          <p14:tracePt t="23345" x="1530350" y="1422400"/>
          <p14:tracePt t="23396" x="1536700" y="1422400"/>
          <p14:tracePt t="23507" x="1543050" y="1428750"/>
          <p14:tracePt t="23634" x="1549400" y="1428750"/>
          <p14:tracePt t="24506" x="1555750" y="1428750"/>
          <p14:tracePt t="24520" x="1574800" y="1422400"/>
          <p14:tracePt t="24527" x="1600200" y="1416050"/>
          <p14:tracePt t="24544" x="1606550" y="1416050"/>
          <p14:tracePt t="24557" x="1631950" y="1403350"/>
          <p14:tracePt t="24574" x="1644650" y="1403350"/>
          <p14:tracePt t="24591" x="1670050" y="1397000"/>
          <p14:tracePt t="24608" x="1682750" y="1397000"/>
          <p14:tracePt t="24623" x="1701800" y="1397000"/>
          <p14:tracePt t="24640" x="1720850" y="1397000"/>
          <p14:tracePt t="24657" x="1727200" y="1397000"/>
          <p14:tracePt t="24674" x="1752600" y="1397000"/>
          <p14:tracePt t="24690" x="1778000" y="1397000"/>
          <p14:tracePt t="24707" x="1797050" y="1397000"/>
          <p14:tracePt t="24724" x="1835150" y="1397000"/>
          <p14:tracePt t="24740" x="1873250" y="1397000"/>
          <p14:tracePt t="24757" x="1892300" y="1397000"/>
          <p14:tracePt t="24761" x="1924050" y="1397000"/>
          <p14:tracePt t="24776" x="1949450" y="1397000"/>
          <p14:tracePt t="24790" x="2006600" y="1384300"/>
          <p14:tracePt t="24807" x="2038350" y="1377950"/>
          <p14:tracePt t="24823" x="2089150" y="1365250"/>
          <p14:tracePt t="24840" x="2108200" y="1358900"/>
          <p14:tracePt t="24857" x="2159000" y="1333500"/>
          <p14:tracePt t="24873" x="2171700" y="1314450"/>
          <p14:tracePt t="24889" x="2184400" y="1308100"/>
          <p14:tracePt t="24907" x="2209800" y="1289050"/>
          <p14:tracePt t="24923" x="2228850" y="1270000"/>
          <p14:tracePt t="24940" x="2235200" y="1257300"/>
          <p14:tracePt t="24956" x="2254250" y="1250950"/>
          <p14:tracePt t="24972" x="2266950" y="1238250"/>
          <p14:tracePt t="24989" x="2266950" y="1231900"/>
          <p14:tracePt t="25006" x="2273300" y="1225550"/>
          <p14:tracePt t="25022" x="2286000" y="1212850"/>
          <p14:tracePt t="25068" x="2292350" y="1212850"/>
          <p14:tracePt t="25104" x="2292350" y="1206500"/>
          <p14:tracePt t="25132" x="2298700" y="1200150"/>
          <p14:tracePt t="25160" x="2292350" y="1187450"/>
          <p14:tracePt t="25174" x="2286000" y="1187450"/>
          <p14:tracePt t="25181" x="2279650" y="1181100"/>
          <p14:tracePt t="25195" x="2273300" y="1168400"/>
          <p14:tracePt t="25205" x="2266950" y="1155700"/>
          <p14:tracePt t="25222" x="2254250" y="1136650"/>
          <p14:tracePt t="25238" x="2222500" y="1092200"/>
          <p14:tracePt t="25255" x="2197100" y="1041400"/>
          <p14:tracePt t="25273" x="2171700" y="996950"/>
          <p14:tracePt t="25288" x="2159000" y="984250"/>
          <p14:tracePt t="25305" x="2146300" y="965200"/>
          <p14:tracePt t="25322" x="2146300" y="952500"/>
          <p14:tracePt t="25476" x="2146300" y="958850"/>
          <p14:tracePt t="25483" x="2152650" y="958850"/>
          <p14:tracePt t="25491" x="2159000" y="965200"/>
          <p14:tracePt t="25511" x="2165350" y="965200"/>
          <p14:tracePt t="25531" x="2171700" y="971550"/>
          <p14:tracePt t="25546" x="2178050" y="977900"/>
          <p14:tracePt t="25554" x="2184400" y="977900"/>
          <p14:tracePt t="25571" x="2184400" y="984250"/>
          <p14:tracePt t="25595" x="2197100" y="990600"/>
          <p14:tracePt t="25617" x="2209800" y="1009650"/>
          <p14:tracePt t="25624" x="2216150" y="1009650"/>
          <p14:tracePt t="25637" x="2222500" y="1016000"/>
          <p14:tracePt t="25653" x="2241550" y="1028700"/>
          <p14:tracePt t="25670" x="2247900" y="1035050"/>
          <p14:tracePt t="25687" x="2260600" y="1047750"/>
          <p14:tracePt t="25703" x="2266950" y="1047750"/>
          <p14:tracePt t="25737" x="2273300" y="1054100"/>
          <p14:tracePt t="25827" x="2279650" y="1054100"/>
          <p14:tracePt t="25841" x="2286000" y="1054100"/>
          <p14:tracePt t="25863" x="2292350" y="1054100"/>
          <p14:tracePt t="25877" x="2298700" y="1054100"/>
          <p14:tracePt t="25905" x="2305050" y="1054100"/>
          <p14:tracePt t="25926" x="2317750" y="1054100"/>
          <p14:tracePt t="25932" x="2324100" y="1054100"/>
          <p14:tracePt t="25947" x="2330450" y="1054100"/>
          <p14:tracePt t="25956" x="2343150" y="1054100"/>
          <p14:tracePt t="25970" x="2362200" y="1054100"/>
          <p14:tracePt t="25986" x="2400300" y="1035050"/>
          <p14:tracePt t="26003" x="2425700" y="1028700"/>
          <p14:tracePt t="26019" x="2476500" y="1022350"/>
          <p14:tracePt t="26035" x="2489200" y="1016000"/>
          <p14:tracePt t="26052" x="2533650" y="996950"/>
          <p14:tracePt t="26069" x="2540000" y="996950"/>
          <p14:tracePt t="26085" x="2546350" y="990600"/>
          <p14:tracePt t="26102" x="2552700" y="990600"/>
          <p14:tracePt t="26137" x="2559050" y="990600"/>
          <p14:tracePt t="26214" x="2565400" y="990600"/>
          <p14:tracePt t="26298" x="2571750" y="990600"/>
          <p14:tracePt t="26326" x="2571750" y="996950"/>
          <p14:tracePt t="26333" x="2571750" y="1003300"/>
          <p14:tracePt t="26354" x="2571750" y="1016000"/>
          <p14:tracePt t="26370" x="2565400" y="1016000"/>
          <p14:tracePt t="26375" x="2565400" y="1028700"/>
          <p14:tracePt t="26390" x="2559050" y="1041400"/>
          <p14:tracePt t="26401" x="2552700" y="1054100"/>
          <p14:tracePt t="26418" x="2533650" y="1104900"/>
          <p14:tracePt t="26434" x="2527300" y="1130300"/>
          <p14:tracePt t="26451" x="2508250" y="1187450"/>
          <p14:tracePt t="26467" x="2489200" y="1225550"/>
          <p14:tracePt t="26484" x="2482850" y="1257300"/>
          <p14:tracePt t="26501" x="2470150" y="1301750"/>
          <p14:tracePt t="26517" x="2457450" y="1339850"/>
          <p14:tracePt t="26534" x="2444750" y="1352550"/>
          <p14:tracePt t="26551" x="2444750" y="1384300"/>
          <p14:tracePt t="26567" x="2444750" y="1422400"/>
          <p14:tracePt t="26600" x="2438400" y="1454150"/>
          <p14:tracePt t="26617" x="2438400" y="1479550"/>
          <p14:tracePt t="26634" x="2438400" y="1485900"/>
          <p14:tracePt t="26650" x="2438400" y="1504950"/>
          <p14:tracePt t="26667" x="2438400" y="1517650"/>
          <p14:tracePt t="26685" x="2438400" y="1524000"/>
          <p14:tracePt t="26699" x="2438400" y="1530350"/>
          <p14:tracePt t="26716" x="2438400" y="1536700"/>
          <p14:tracePt t="26734" x="2438400" y="1543050"/>
          <p14:tracePt t="26750" x="2438400" y="1549400"/>
          <p14:tracePt t="26797" x="2438400" y="1555750"/>
          <p14:tracePt t="26916" x="2438400" y="1562100"/>
          <p14:tracePt t="26958" x="2444750" y="1568450"/>
          <p14:tracePt t="26966" x="2444750" y="1574800"/>
          <p14:tracePt t="26986" x="2451100" y="1581150"/>
          <p14:tracePt t="27007" x="2457450" y="1587500"/>
          <p14:tracePt t="27021" x="2457450" y="1593850"/>
          <p14:tracePt t="27028" x="2463800" y="1593850"/>
          <p14:tracePt t="27035" x="2470150" y="1600200"/>
          <p14:tracePt t="27052" x="2470150" y="1612900"/>
          <p14:tracePt t="27065" x="2482850" y="1631950"/>
          <p14:tracePt t="27081" x="2495550" y="1670050"/>
          <p14:tracePt t="27099" x="2527300" y="1733550"/>
          <p14:tracePt t="27115" x="2546350" y="1778000"/>
          <p14:tracePt t="27132" x="2571750" y="1898650"/>
          <p14:tracePt t="27149" x="2609850" y="2006600"/>
          <p14:tracePt t="27165" x="2622550" y="2051050"/>
          <p14:tracePt t="27181" x="2660650" y="2127250"/>
          <p14:tracePt t="27198" x="2679700" y="2165350"/>
          <p14:tracePt t="27215" x="2686050" y="2178050"/>
          <p14:tracePt t="27232" x="2692400" y="2190750"/>
          <p14:tracePt t="27248" x="2705100" y="2209800"/>
          <p14:tracePt t="27500" x="2705100" y="2203450"/>
          <p14:tracePt t="27515" x="2705100" y="2190750"/>
          <p14:tracePt t="27528" x="2705100" y="2184400"/>
          <p14:tracePt t="27542" x="2698750" y="2171700"/>
          <p14:tracePt t="27550" x="2698750" y="2152650"/>
          <p14:tracePt t="27564" x="2692400" y="2120900"/>
          <p14:tracePt t="27580" x="2692400" y="2095500"/>
          <p14:tracePt t="27598" x="2654300" y="1968500"/>
          <p14:tracePt t="27613" x="2654300" y="1943100"/>
          <p14:tracePt t="27630" x="2641600" y="1898650"/>
          <p14:tracePt t="27647" x="2635250" y="1854200"/>
          <p14:tracePt t="27664" x="2622550" y="1809750"/>
          <p14:tracePt t="27680" x="2622550" y="1803400"/>
          <p14:tracePt t="27697" x="2616200" y="1784350"/>
          <p14:tracePt t="27733" x="2609850" y="1778000"/>
          <p14:tracePt t="27774" x="2609850" y="1771650"/>
          <p14:tracePt t="27872" x="2603500" y="1771650"/>
          <p14:tracePt t="27971" x="2597150" y="1771650"/>
          <p14:tracePt t="28582" x="2584450" y="1765300"/>
          <p14:tracePt t="28596" x="2571750" y="1752600"/>
          <p14:tracePt t="28603" x="2552700" y="1739900"/>
          <p14:tracePt t="28617" x="2520950" y="1714500"/>
          <p14:tracePt t="28626" x="2476500" y="1676400"/>
          <p14:tracePt t="28643" x="2413000" y="1619250"/>
          <p14:tracePt t="28660" x="2286000" y="1511300"/>
          <p14:tracePt t="28676" x="2146300" y="1384300"/>
          <p14:tracePt t="28694" x="2025650" y="1244600"/>
          <p14:tracePt t="28709" x="1962150" y="1174750"/>
          <p14:tracePt t="28726" x="1847850" y="1022350"/>
          <p14:tracePt t="28744" x="1758950" y="882650"/>
          <p14:tracePt t="28759" x="1720850" y="825500"/>
          <p14:tracePt t="28776" x="1695450" y="768350"/>
          <p14:tracePt t="28793" x="1638300" y="660400"/>
          <p14:tracePt t="28809" x="1631950" y="641350"/>
          <p14:tracePt t="28826" x="1625600" y="628650"/>
          <p14:tracePt t="28843" x="1619250" y="609600"/>
          <p14:tracePt t="28933" x="1612900" y="603250"/>
          <p14:tracePt t="28983" x="1606550" y="603250"/>
          <p14:tracePt t="29018" x="1600200" y="596900"/>
          <p14:tracePt t="29046" x="1593850" y="590550"/>
          <p14:tracePt t="29066" x="1587500" y="590550"/>
          <p14:tracePt t="29088" x="1581150" y="590550"/>
          <p14:tracePt t="29094" x="1581150" y="584200"/>
          <p14:tracePt t="29116" x="1574800" y="584200"/>
          <p14:tracePt t="29137" x="1568450" y="577850"/>
          <p14:tracePt t="29165" x="1562100" y="571500"/>
          <p14:tracePt t="29199" x="1555750" y="571500"/>
          <p14:tracePt t="29235" x="1555750" y="565150"/>
          <p14:tracePt t="29264" x="1543050" y="565150"/>
          <p14:tracePt t="29285" x="1536700" y="558800"/>
          <p14:tracePt t="29327" x="1530350" y="558800"/>
          <p14:tracePt t="29348" x="1524000" y="552450"/>
          <p14:tracePt t="29354" x="1517650" y="546100"/>
          <p14:tracePt t="29369" x="1511300" y="539750"/>
          <p14:tracePt t="29390" x="1498600" y="527050"/>
          <p14:tracePt t="29397" x="1492250" y="520700"/>
          <p14:tracePt t="29411" x="1479550" y="514350"/>
          <p14:tracePt t="29423" x="1466850" y="508000"/>
          <p14:tracePt t="29440" x="1447800" y="488950"/>
          <p14:tracePt t="29457" x="1441450" y="482600"/>
          <p14:tracePt t="29474" x="1428750" y="476250"/>
          <p14:tracePt t="29490" x="1422400" y="469900"/>
          <p14:tracePt t="29565" x="1435100" y="469900"/>
          <p14:tracePt t="29586" x="1447800" y="463550"/>
          <p14:tracePt t="29600" x="1454150" y="463550"/>
          <p14:tracePt t="29610" x="1473200" y="463550"/>
          <p14:tracePt t="29623" x="1485900" y="463550"/>
          <p14:tracePt t="29640" x="1543050" y="457200"/>
          <p14:tracePt t="29658" x="1625600" y="438150"/>
          <p14:tracePt t="29673" x="1651000" y="438150"/>
          <p14:tracePt t="29689" x="1701800" y="431800"/>
          <p14:tracePt t="29706" x="1809750" y="431800"/>
          <p14:tracePt t="29723" x="1835150" y="431800"/>
          <p14:tracePt t="29739" x="1854200" y="431800"/>
          <p14:tracePt t="29756" x="1898650" y="431800"/>
          <p14:tracePt t="29773" x="1930400" y="431800"/>
          <p14:tracePt t="29790" x="1943100" y="431800"/>
          <p14:tracePt t="29806" x="1949450" y="431800"/>
          <p14:tracePt t="29822" x="1955800" y="431800"/>
          <p14:tracePt t="29842" x="1962150" y="438150"/>
          <p14:tracePt t="29959" x="1968500" y="438150"/>
          <p14:tracePt t="30029" x="1968500" y="444500"/>
          <p14:tracePt t="30430" x="1974850" y="444500"/>
          <p14:tracePt t="30444" x="1981200" y="450850"/>
          <p14:tracePt t="30451" x="1987550" y="450850"/>
          <p14:tracePt t="30472" x="1987550" y="457200"/>
          <p14:tracePt t="30479" x="1993900" y="457200"/>
          <p14:tracePt t="30493" x="2000250" y="457200"/>
          <p14:tracePt t="30503" x="2012950" y="457200"/>
          <p14:tracePt t="30520" x="2019300" y="457200"/>
          <p14:tracePt t="30536" x="2032000" y="463550"/>
          <p14:tracePt t="30554" x="2044700" y="463550"/>
          <p14:tracePt t="30571" x="2063750" y="463550"/>
          <p14:tracePt t="30586" x="2070100" y="463550"/>
          <p14:tracePt t="30603" x="2076450" y="469900"/>
          <p14:tracePt t="30655" x="2082800" y="469900"/>
          <p14:tracePt t="30690" x="2089150" y="469900"/>
          <p14:tracePt t="30711" x="2101850" y="469900"/>
          <p14:tracePt t="30746" x="2108200" y="469900"/>
          <p14:tracePt t="30754" x="2114550" y="469900"/>
          <p14:tracePt t="30782" x="2120900" y="469900"/>
          <p14:tracePt t="30803" x="2127250" y="469900"/>
          <p14:tracePt t="30817" x="2133600" y="469900"/>
          <p14:tracePt t="30851" x="2139950" y="469900"/>
          <p14:tracePt t="30873" x="2146300" y="469900"/>
          <p14:tracePt t="30894" x="2152650" y="469900"/>
          <p14:tracePt t="30936" x="2159000" y="469900"/>
          <p14:tracePt t="30992" x="2171700" y="469900"/>
          <p14:tracePt t="31013" x="2178050" y="469900"/>
          <p14:tracePt t="31063" x="2184400" y="482600"/>
          <p14:tracePt t="31084" x="2184400" y="495300"/>
          <p14:tracePt t="31098" x="2184400" y="501650"/>
          <p14:tracePt t="31112" x="2178050" y="520700"/>
          <p14:tracePt t="31125" x="2171700" y="546100"/>
          <p14:tracePt t="31135" x="2165350" y="571500"/>
          <p14:tracePt t="31151" x="2146300" y="603250"/>
          <p14:tracePt t="31168" x="2114550" y="704850"/>
          <p14:tracePt t="31184" x="2089150" y="800100"/>
          <p14:tracePt t="31201" x="2070100" y="831850"/>
          <p14:tracePt t="31218" x="2063750" y="889000"/>
          <p14:tracePt t="31234" x="2057400" y="908050"/>
          <p14:tracePt t="31252" x="2051050" y="927100"/>
          <p14:tracePt t="31267" x="2051050" y="939800"/>
          <p14:tracePt t="31301" x="2057400" y="946150"/>
          <p14:tracePt t="31318" x="2070100" y="946150"/>
          <p14:tracePt t="31334" x="2076450" y="946150"/>
          <p14:tracePt t="31351" x="2082800" y="946150"/>
          <p14:tracePt t="31367" x="2095500" y="946150"/>
          <p14:tracePt t="31400" x="2108200" y="946150"/>
          <p14:tracePt t="31449" x="2114550" y="946150"/>
          <p14:tracePt t="31484" x="2120900" y="946150"/>
          <p14:tracePt t="31505" x="2127250" y="946150"/>
          <p14:tracePt t="31526" x="2133600" y="952500"/>
          <p14:tracePt t="31535" x="2139950" y="958850"/>
          <p14:tracePt t="31555" x="2146300" y="965200"/>
          <p14:tracePt t="31569" x="2152650" y="965200"/>
          <p14:tracePt t="31575" x="2152650" y="971550"/>
          <p14:tracePt t="31597" x="2159000" y="971550"/>
          <p14:tracePt t="31603" x="2159000" y="977900"/>
          <p14:tracePt t="31619" x="2165350" y="984250"/>
          <p14:tracePt t="31633" x="2171700" y="984250"/>
          <p14:tracePt t="31649" x="2197100" y="990600"/>
          <p14:tracePt t="31667" x="2222500" y="1003300"/>
          <p14:tracePt t="31683" x="2228850" y="1016000"/>
          <p14:tracePt t="31699" x="2254250" y="1035050"/>
          <p14:tracePt t="31717" x="2273300" y="1041400"/>
          <p14:tracePt t="31732" x="2279650" y="1041400"/>
          <p14:tracePt t="31749" x="2286000" y="1047750"/>
          <p14:tracePt t="31766" x="2292350" y="1054100"/>
          <p14:tracePt t="31807" x="2298700" y="1054100"/>
          <p14:tracePt t="31976" x="2305050" y="1054100"/>
          <p14:tracePt t="31997" x="2311400" y="1054100"/>
          <p14:tracePt t="32011" x="2317750" y="1054100"/>
          <p14:tracePt t="32018" x="2324100" y="1054100"/>
          <p14:tracePt t="32032" x="2330450" y="1054100"/>
          <p14:tracePt t="32060" x="2336800" y="1054100"/>
          <p14:tracePt t="32068" x="2343150" y="1054100"/>
          <p14:tracePt t="32089" x="2349500" y="1054100"/>
          <p14:tracePt t="32116" x="2362200" y="1054100"/>
          <p14:tracePt t="32158" x="2368550" y="1054100"/>
          <p14:tracePt t="32165" x="2374900" y="1054100"/>
          <p14:tracePt t="32229" x="2381250" y="1054100"/>
          <p14:tracePt t="32257" x="2387600" y="1054100"/>
          <p14:tracePt t="32278" x="2393950" y="1054100"/>
          <p14:tracePt t="32306" x="2400300" y="1047750"/>
          <p14:tracePt t="32328" x="2406650" y="1047750"/>
          <p14:tracePt t="32369" x="2413000" y="1047750"/>
          <p14:tracePt t="32447" x="2413000" y="1054100"/>
          <p14:tracePt t="32468" x="2413000" y="1060450"/>
          <p14:tracePt t="32482" x="2419350" y="1066800"/>
          <p14:tracePt t="32489" x="2419350" y="1073150"/>
          <p14:tracePt t="32503" x="2419350" y="1079500"/>
          <p14:tracePt t="32513" x="2425700" y="1085850"/>
          <p14:tracePt t="32531" x="2432050" y="1104900"/>
          <p14:tracePt t="32546" x="2438400" y="1117600"/>
          <p14:tracePt t="32563" x="2457450" y="1187450"/>
          <p14:tracePt t="32580" x="2463800" y="1244600"/>
          <p14:tracePt t="32596" x="2470150" y="1289050"/>
          <p14:tracePt t="32613" x="2476500" y="1358900"/>
          <p14:tracePt t="32630" x="2476500" y="1416050"/>
          <p14:tracePt t="32646" x="2476500" y="1435100"/>
          <p14:tracePt t="32663" x="2476500" y="1466850"/>
          <p14:tracePt t="32680" x="2476500" y="1485900"/>
          <p14:tracePt t="32697" x="2470150" y="1485900"/>
          <p14:tracePt t="32713" x="2470150" y="1492250"/>
          <p14:tracePt t="32868" x="2476500" y="1498600"/>
          <p14:tracePt t="32882" x="2482850" y="1504950"/>
          <p14:tracePt t="32889" x="2482850" y="1511300"/>
          <p14:tracePt t="32903" x="2489200" y="1517650"/>
          <p14:tracePt t="32913" x="2495550" y="1524000"/>
          <p14:tracePt t="32932" x="2495550" y="1530350"/>
          <p14:tracePt t="32959" x="2501900" y="1536700"/>
          <p14:tracePt t="32973" x="2508250" y="1543050"/>
          <p14:tracePt t="32982" x="2508250" y="1549400"/>
          <p14:tracePt t="33001" x="2514600" y="1555750"/>
          <p14:tracePt t="33012" x="2520950" y="1562100"/>
          <p14:tracePt t="33030" x="2527300" y="1568450"/>
          <p14:tracePt t="33045" x="2540000" y="1574800"/>
          <p14:tracePt t="33063" x="2546350" y="1587500"/>
          <p14:tracePt t="33080" x="2590800" y="1644650"/>
          <p14:tracePt t="33094" x="2616200" y="1670050"/>
          <p14:tracePt t="33111" x="2628900" y="1701800"/>
          <p14:tracePt t="33128" x="2673350" y="1778000"/>
          <p14:tracePt t="33145" x="2705100" y="1841500"/>
          <p14:tracePt t="33162" x="2717800" y="1873250"/>
          <p14:tracePt t="33178" x="2749550" y="1924050"/>
          <p14:tracePt t="33194" x="2762250" y="1955800"/>
          <p14:tracePt t="33211" x="2768600" y="1962150"/>
          <p14:tracePt t="33228" x="2768600" y="1968500"/>
          <p14:tracePt t="33711" x="2768600" y="1962150"/>
          <p14:tracePt t="33733" x="2755900" y="1949450"/>
          <p14:tracePt t="33747" x="2749550" y="1936750"/>
          <p14:tracePt t="33754" x="2743200" y="1924050"/>
          <p14:tracePt t="33768" x="2730500" y="1905000"/>
          <p14:tracePt t="33776" x="2717800" y="1885950"/>
          <p14:tracePt t="33792" x="2692400" y="1860550"/>
          <p14:tracePt t="33810" x="2647950" y="1797050"/>
          <p14:tracePt t="33825" x="2603500" y="1752600"/>
          <p14:tracePt t="33842" x="2597150" y="1727200"/>
          <p14:tracePt t="33859" x="2565400" y="1708150"/>
          <p14:tracePt t="33875" x="2559050" y="1701800"/>
          <p14:tracePt t="33892" x="2559050" y="1695450"/>
          <p14:tracePt t="33925" x="2552700" y="1682750"/>
          <p14:tracePt t="33958" x="2546350" y="1682750"/>
          <p14:tracePt t="34197" x="2546350" y="1676400"/>
          <p14:tracePt t="34203" x="2540000" y="1670050"/>
          <p14:tracePt t="34218" x="2533650" y="1657350"/>
          <p14:tracePt t="34227" x="2520950" y="1644650"/>
          <p14:tracePt t="34241" x="2514600" y="1625600"/>
          <p14:tracePt t="34257" x="2501900" y="1593850"/>
          <p14:tracePt t="34274" x="2413000" y="1428750"/>
          <p14:tracePt t="34290" x="2387600" y="1358900"/>
          <p14:tracePt t="34307" x="2355850" y="1289050"/>
          <p14:tracePt t="34324" x="2317750" y="1155700"/>
          <p14:tracePt t="34340" x="2292350" y="1073150"/>
          <p14:tracePt t="34357" x="2286000" y="1028700"/>
          <p14:tracePt t="34373" x="2266950" y="971550"/>
          <p14:tracePt t="34390" x="2266950" y="939800"/>
          <p14:tracePt t="34407" x="2266950" y="920750"/>
          <p14:tracePt t="34440" x="2266950" y="914400"/>
          <p14:tracePt t="34695" x="2266950" y="920750"/>
          <p14:tracePt t="34716" x="2266950" y="927100"/>
          <p14:tracePt t="34738" x="2266950" y="933450"/>
          <p14:tracePt t="34752" x="2266950" y="946150"/>
          <p14:tracePt t="34766" x="2266950" y="958850"/>
          <p14:tracePt t="34780" x="2260600" y="977900"/>
          <p14:tracePt t="34788" x="2254250" y="1009650"/>
          <p14:tracePt t="34805" x="2247900" y="1054100"/>
          <p14:tracePt t="34822" x="2222500" y="1149350"/>
          <p14:tracePt t="34838" x="2203450" y="1257300"/>
          <p14:tracePt t="34855" x="2190750" y="1320800"/>
          <p14:tracePt t="34872" x="2178050" y="1428750"/>
          <p14:tracePt t="34888" x="2165350" y="1479550"/>
          <p14:tracePt t="34906" x="2159000" y="1612900"/>
          <p14:tracePt t="34921" x="2159000" y="1644650"/>
          <p14:tracePt t="34938" x="2159000" y="1682750"/>
          <p14:tracePt t="34955" x="2171700" y="1752600"/>
          <p14:tracePt t="34971" x="2190750" y="1803400"/>
          <p14:tracePt t="34975" x="2190750" y="1822450"/>
          <p14:tracePt t="35005" x="2203450" y="1841500"/>
          <p14:tracePt t="35021" x="2203450" y="1847850"/>
          <p14:tracePt t="35054" x="2203450" y="1854200"/>
          <p14:tracePt t="35071" x="2197100" y="1854200"/>
          <p14:tracePt t="36334" x="2203450" y="1860550"/>
          <p14:tracePt t="36341" x="2216150" y="1873250"/>
          <p14:tracePt t="36355" x="2228850" y="1885950"/>
          <p14:tracePt t="36366" x="2247900" y="1898650"/>
          <p14:tracePt t="36384" x="2279650" y="1924050"/>
          <p14:tracePt t="36400" x="2292350" y="1936750"/>
          <p14:tracePt t="36417" x="2305050" y="1955800"/>
          <p14:tracePt t="36433" x="2324100" y="1974850"/>
          <p14:tracePt t="36450" x="2330450" y="1981200"/>
          <p14:tracePt t="36467" x="2330450" y="1987550"/>
          <p14:tracePt t="36483" x="2343150" y="2012950"/>
          <p14:tracePt t="36503" x="2349500" y="2019300"/>
          <p14:tracePt t="36519" x="2349500" y="2032000"/>
          <p14:tracePt t="36532" x="2355850" y="2038350"/>
          <p14:tracePt t="36553" x="2355850" y="2044700"/>
          <p14:tracePt t="36587" x="2355850" y="2051050"/>
          <p14:tracePt t="36748" x="2355850" y="2057400"/>
          <p14:tracePt t="36776" x="2355850" y="2063750"/>
          <p14:tracePt t="36784" x="2355850" y="2070100"/>
          <p14:tracePt t="36797" x="2362200" y="2076450"/>
          <p14:tracePt t="36804" x="2362200" y="2082800"/>
          <p14:tracePt t="36825" x="2362200" y="2089150"/>
          <p14:tracePt t="36835" x="2368550" y="2089150"/>
          <p14:tracePt t="36875" x="2368550" y="2095500"/>
          <p14:tracePt t="36917" x="2368550" y="2101850"/>
          <p14:tracePt t="36945" x="2374900" y="2108200"/>
          <p14:tracePt t="36966" x="2374900" y="2114550"/>
          <p14:tracePt t="37008" x="2381250" y="2120900"/>
          <p14:tracePt t="37128" x="2381250" y="2127250"/>
          <p14:tracePt t="37366" x="2387600" y="2127250"/>
          <p14:tracePt t="37387" x="2393950" y="2127250"/>
          <p14:tracePt t="37415" x="2400300" y="2127250"/>
          <p14:tracePt t="37436" x="2406650" y="2127250"/>
          <p14:tracePt t="37464" x="2413000" y="2127250"/>
          <p14:tracePt t="37485" x="2419350" y="2127250"/>
          <p14:tracePt t="37528" x="2425700" y="2127250"/>
          <p14:tracePt t="37534" x="2432050" y="2127250"/>
          <p14:tracePt t="37570" x="2438400" y="2127250"/>
          <p14:tracePt t="37598" x="2444750" y="2127250"/>
          <p14:tracePt t="37647" x="2451100" y="2127250"/>
          <p14:tracePt t="37689" x="2451100" y="2120900"/>
          <p14:tracePt t="37717" x="2451100" y="2108200"/>
          <p14:tracePt t="37738" x="2451100" y="2101850"/>
          <p14:tracePt t="37747" x="2451100" y="2095500"/>
          <p14:tracePt t="37766" x="2451100" y="2082800"/>
          <p14:tracePt t="37780" x="2451100" y="2076450"/>
          <p14:tracePt t="37787" x="2451100" y="2063750"/>
          <p14:tracePt t="37801" x="2457450" y="2051050"/>
          <p14:tracePt t="37812" x="2457450" y="2038350"/>
          <p14:tracePt t="37829" x="2457450" y="2006600"/>
          <p14:tracePt t="37844" x="2457450" y="2000250"/>
          <p14:tracePt t="37861" x="2457450" y="1981200"/>
          <p14:tracePt t="37879" x="2463800" y="1981200"/>
          <p14:tracePt t="37894" x="2463800" y="1974850"/>
          <p14:tracePt t="37921" x="2470150" y="1968500"/>
          <p14:tracePt t="38026" x="2476500" y="1968500"/>
          <p14:tracePt t="38047" x="2482850" y="1968500"/>
          <p14:tracePt t="38068" x="2489200" y="1968500"/>
          <p14:tracePt t="38096" x="2495550" y="1968500"/>
          <p14:tracePt t="38131" x="2501900" y="1974850"/>
          <p14:tracePt t="38138" x="2508250" y="1974850"/>
          <p14:tracePt t="38152" x="2514600" y="1974850"/>
          <p14:tracePt t="38166" x="2520950" y="1974850"/>
          <p14:tracePt t="38181" x="2533650" y="1981200"/>
          <p14:tracePt t="38194" x="2533650" y="1987550"/>
          <p14:tracePt t="38210" x="2559050" y="2000250"/>
          <p14:tracePt t="38227" x="2571750" y="2006600"/>
          <p14:tracePt t="38244" x="2616200" y="2032000"/>
          <p14:tracePt t="38260" x="2660650" y="2057400"/>
          <p14:tracePt t="38276" x="2673350" y="2063750"/>
          <p14:tracePt t="38293" x="2717800" y="2101850"/>
          <p14:tracePt t="38310" x="2755900" y="2127250"/>
          <p14:tracePt t="38327" x="2774950" y="2146300"/>
          <p14:tracePt t="38343" x="2787650" y="2171700"/>
          <p14:tracePt t="38360" x="2787650" y="2184400"/>
          <p14:tracePt t="39234" x="2800350" y="2184400"/>
          <p14:tracePt t="39241" x="2813050" y="2178050"/>
          <p14:tracePt t="39254" x="2825750" y="2171700"/>
          <p14:tracePt t="39261" x="2844800" y="2171700"/>
          <p14:tracePt t="39276" x="2857500" y="2165350"/>
          <p14:tracePt t="39290" x="2889250" y="2165350"/>
          <p14:tracePt t="39306" x="2908300" y="2165350"/>
          <p14:tracePt t="39323" x="2927350" y="2165350"/>
          <p14:tracePt t="39340" x="2952750" y="2165350"/>
          <p14:tracePt t="39356" x="2978150" y="2165350"/>
          <p14:tracePt t="39374" x="2997200" y="2165350"/>
          <p14:tracePt t="39389" x="3009900" y="2165350"/>
          <p14:tracePt t="39406" x="3022600" y="2165350"/>
          <p14:tracePt t="39423" x="3035300" y="2165350"/>
          <p14:tracePt t="39439" x="3041650" y="2165350"/>
          <p14:tracePt t="39456" x="3054350" y="2165350"/>
          <p14:tracePt t="39489" x="3060700" y="2165350"/>
          <p14:tracePt t="39506" x="3060700" y="2159000"/>
          <p14:tracePt t="40247" x="3073400" y="2159000"/>
          <p14:tracePt t="40255" x="3086100" y="2159000"/>
          <p14:tracePt t="40268" x="3098800" y="2159000"/>
          <p14:tracePt t="40275" x="3105150" y="2159000"/>
          <p14:tracePt t="40286" x="3111500" y="2159000"/>
          <p14:tracePt t="40304" x="3130550" y="2165350"/>
          <p14:tracePt t="40336" x="3136900" y="2165350"/>
          <p14:tracePt t="40353" x="3155950" y="2165350"/>
          <p14:tracePt t="40370" x="3162300" y="2165350"/>
          <p14:tracePt t="40386" x="3168650" y="2165350"/>
          <p14:tracePt t="40403" x="3175000" y="2165350"/>
          <p14:tracePt t="40419" x="3181350" y="2171700"/>
          <p14:tracePt t="40436" x="3187700" y="2171700"/>
          <p14:tracePt t="40453" x="3200400" y="2171700"/>
          <p14:tracePt t="40470" x="3206750" y="2171700"/>
          <p14:tracePt t="40486" x="3213100" y="2171700"/>
          <p14:tracePt t="43264" x="3200400" y="2171700"/>
          <p14:tracePt t="43270" x="3181350" y="2171700"/>
          <p14:tracePt t="43284" x="3155950" y="2165350"/>
          <p14:tracePt t="43293" x="3124200" y="2159000"/>
          <p14:tracePt t="43309" x="3086100" y="2159000"/>
          <p14:tracePt t="43327" x="2984500" y="2127250"/>
          <p14:tracePt t="43342" x="2863850" y="2076450"/>
          <p14:tracePt t="43359" x="2794000" y="2057400"/>
          <p14:tracePt t="43376" x="2622550" y="2000250"/>
          <p14:tracePt t="43392" x="2533650" y="1968500"/>
          <p14:tracePt t="43409" x="2324100" y="1905000"/>
          <p14:tracePt t="43425" x="2101850" y="1828800"/>
          <p14:tracePt t="43442" x="2000250" y="1797050"/>
          <p14:tracePt t="43459" x="1803400" y="1727200"/>
          <p14:tracePt t="43475" x="1593850" y="1676400"/>
          <p14:tracePt t="43492" x="1492250" y="1644650"/>
          <p14:tracePt t="43509" x="1320800" y="1593850"/>
          <p14:tracePt t="43525" x="1168400" y="1536700"/>
          <p14:tracePt t="43542" x="1104900" y="1517650"/>
          <p14:tracePt t="43558" x="1022350" y="1485900"/>
          <p14:tracePt t="43575" x="971550" y="1473200"/>
          <p14:tracePt t="43591" x="946150" y="1460500"/>
          <p14:tracePt t="43608" x="920750" y="1447800"/>
          <p14:tracePt t="43625" x="901700" y="1422400"/>
          <p14:tracePt t="43642" x="889000" y="1409700"/>
          <p14:tracePt t="43658" x="869950" y="1377950"/>
          <p14:tracePt t="43674" x="863600" y="1365250"/>
          <p14:tracePt t="43692" x="838200" y="1333500"/>
          <p14:tracePt t="43708" x="831850" y="1320800"/>
          <p14:tracePt t="43724" x="825500" y="1308100"/>
          <p14:tracePt t="43741" x="812800" y="1282700"/>
          <p14:tracePt t="43758" x="800100" y="1244600"/>
          <p14:tracePt t="43774" x="793750" y="1219200"/>
          <p14:tracePt t="43791" x="781050" y="1149350"/>
          <p14:tracePt t="43808" x="755650" y="1066800"/>
          <p14:tracePt t="43825" x="730250" y="984250"/>
          <p14:tracePt t="43840" x="711200" y="952500"/>
          <p14:tracePt t="43857" x="698500" y="914400"/>
          <p14:tracePt t="43875" x="685800" y="889000"/>
          <p14:tracePt t="43890" x="679450" y="882650"/>
          <p14:tracePt t="43907" x="679450" y="876300"/>
          <p14:tracePt t="43924" x="679450" y="869950"/>
          <p14:tracePt t="44036" x="679450" y="876300"/>
          <p14:tracePt t="44078" x="679450" y="882650"/>
          <p14:tracePt t="44107" x="679450" y="889000"/>
          <p14:tracePt t="44135" x="679450" y="901700"/>
          <p14:tracePt t="44148" x="679450" y="908050"/>
          <p14:tracePt t="44155" x="679450" y="914400"/>
          <p14:tracePt t="44169" x="679450" y="920750"/>
          <p14:tracePt t="44177" x="679450" y="933450"/>
          <p14:tracePt t="44190" x="692150" y="958850"/>
          <p14:tracePt t="44206" x="692150" y="1016000"/>
          <p14:tracePt t="44223" x="692150" y="1066800"/>
          <p14:tracePt t="44240" x="692150" y="1193800"/>
          <p14:tracePt t="44256" x="673100" y="1371600"/>
          <p14:tracePt t="44273" x="673100" y="1473200"/>
          <p14:tracePt t="44289" x="666750" y="1689100"/>
          <p14:tracePt t="44306" x="654050" y="1790700"/>
          <p14:tracePt t="44322" x="654050" y="1981200"/>
          <p14:tracePt t="44339" x="666750" y="2152650"/>
          <p14:tracePt t="44355" x="666750" y="2216150"/>
          <p14:tracePt t="44373" x="685800" y="2298700"/>
          <p14:tracePt t="44389" x="698500" y="2368550"/>
          <p14:tracePt t="44405" x="704850" y="2400300"/>
          <p14:tracePt t="44422" x="730250" y="2432050"/>
          <p14:tracePt t="44439" x="736600" y="2451100"/>
          <p14:tracePt t="44455" x="736600" y="2457450"/>
          <p14:tracePt t="44472" x="742950" y="2463800"/>
          <p14:tracePt t="44489" x="749300" y="2470150"/>
          <p14:tracePt t="44506" x="755650" y="2476500"/>
          <p14:tracePt t="44538" x="762000" y="2482850"/>
          <p14:tracePt t="44556" x="774700" y="2489200"/>
          <p14:tracePt t="44591" x="781050" y="2489200"/>
          <p14:tracePt t="44605" x="793750" y="2489200"/>
          <p14:tracePt t="44622" x="800100" y="2489200"/>
          <p14:tracePt t="44655" x="806450" y="2489200"/>
          <p14:tracePt t="44671" x="819150" y="2489200"/>
          <p14:tracePt t="44689" x="838200" y="2482850"/>
          <p14:tracePt t="44705" x="857250" y="2470150"/>
          <p14:tracePt t="44722" x="895350" y="2438400"/>
          <p14:tracePt t="44739" x="946150" y="2400300"/>
          <p14:tracePt t="44754" x="971550" y="2368550"/>
          <p14:tracePt t="44771" x="1041400" y="2311400"/>
          <p14:tracePt t="44788" x="1092200" y="2273300"/>
          <p14:tracePt t="44804" x="1117600" y="2241550"/>
          <p14:tracePt t="44822" x="1162050" y="2203450"/>
          <p14:tracePt t="44838" x="1193800" y="2178050"/>
          <p14:tracePt t="44854" x="1206500" y="2171700"/>
          <p14:tracePt t="44872" x="1225550" y="2165350"/>
          <p14:tracePt t="44887" x="1244600" y="2159000"/>
          <p14:tracePt t="44921" x="1250950" y="2159000"/>
          <p14:tracePt t="44937" x="1257300" y="2159000"/>
          <p14:tracePt t="45019" x="1270000" y="2159000"/>
          <p14:tracePt t="45047" x="1282700" y="2159000"/>
          <p14:tracePt t="45061" x="1289050" y="2159000"/>
          <p14:tracePt t="45068" x="1295400" y="2159000"/>
          <p14:tracePt t="45082" x="1308100" y="2159000"/>
          <p14:tracePt t="45090" x="1320800" y="2159000"/>
          <p14:tracePt t="45103" x="1339850" y="2171700"/>
          <p14:tracePt t="45120" x="1384300" y="2178050"/>
          <p14:tracePt t="45137" x="1397000" y="2184400"/>
          <p14:tracePt t="45153" x="1428750" y="2190750"/>
          <p14:tracePt t="45169" x="1454150" y="2203450"/>
          <p14:tracePt t="45187" x="1466850" y="2203450"/>
          <p14:tracePt t="45202" x="1479550" y="2203450"/>
          <p14:tracePt t="45307" x="1473200" y="2203450"/>
          <p14:tracePt t="45321" x="1460500" y="2203450"/>
          <p14:tracePt t="45328" x="1441450" y="2209800"/>
          <p14:tracePt t="45342" x="1422400" y="2209800"/>
          <p14:tracePt t="45352" x="1390650" y="2216150"/>
          <p14:tracePt t="45369" x="1352550" y="2216150"/>
          <p14:tracePt t="45385" x="1270000" y="2235200"/>
          <p14:tracePt t="45402" x="1187450" y="2247900"/>
          <p14:tracePt t="45419" x="1130300" y="2254250"/>
          <p14:tracePt t="45435" x="1104900" y="2266950"/>
          <p14:tracePt t="45452" x="1073150" y="2266950"/>
          <p14:tracePt t="45468" x="1066800" y="2266950"/>
          <p14:tracePt t="45484" x="1060450" y="2266950"/>
          <p14:tracePt t="45532" x="1054100" y="2273300"/>
          <p14:tracePt t="46555" x="1054100" y="2260600"/>
          <p14:tracePt t="46562" x="1066800" y="2222500"/>
          <p14:tracePt t="46575" x="1098550" y="2165350"/>
          <p14:tracePt t="46584" x="1117600" y="2108200"/>
          <p14:tracePt t="46598" x="1143000" y="2044700"/>
          <p14:tracePt t="46614" x="1200150" y="1905000"/>
          <p14:tracePt t="46632" x="1263650" y="1746250"/>
          <p14:tracePt t="46648" x="1289050" y="1676400"/>
          <p14:tracePt t="46664" x="1333500" y="1600200"/>
          <p14:tracePt t="46681" x="1428750" y="1403350"/>
          <p14:tracePt t="46698" x="1460500" y="1333500"/>
          <p14:tracePt t="46714" x="1485900" y="1282700"/>
          <p14:tracePt t="46731" x="1543050" y="1181100"/>
          <p14:tracePt t="46748" x="1574800" y="1117600"/>
          <p14:tracePt t="46765" x="1606550" y="1073150"/>
          <p14:tracePt t="46781" x="1619250" y="1060450"/>
          <p14:tracePt t="46797" x="1644650" y="1028700"/>
          <p14:tracePt t="46815" x="1651000" y="1022350"/>
          <p14:tracePt t="46830" x="1651000" y="1016000"/>
          <p14:tracePt t="46847" x="1657350" y="1003300"/>
          <p14:tracePt t="46955" x="1663700" y="1003300"/>
          <p14:tracePt t="46961" x="1663700" y="996950"/>
          <p14:tracePt t="47004" x="1663700" y="990600"/>
          <p14:tracePt t="47025" x="1663700" y="977900"/>
          <p14:tracePt t="47032" x="1663700" y="971550"/>
          <p14:tracePt t="47048" x="1657350" y="952500"/>
          <p14:tracePt t="47053" x="1651000" y="939800"/>
          <p14:tracePt t="47067" x="1644650" y="908050"/>
          <p14:tracePt t="47079" x="1638300" y="882650"/>
          <p14:tracePt t="47096" x="1600200" y="781050"/>
          <p14:tracePt t="47113" x="1581150" y="742950"/>
          <p14:tracePt t="47130" x="1562100" y="666750"/>
          <p14:tracePt t="47146" x="1536700" y="622300"/>
          <p14:tracePt t="47162" x="1530350" y="609600"/>
          <p14:tracePt t="47179" x="1524000" y="603250"/>
          <p14:tracePt t="47196" x="1524000" y="596900"/>
          <p14:tracePt t="47397" x="1524000" y="590550"/>
          <p14:tracePt t="47474" x="1524000" y="584200"/>
          <p14:tracePt t="48086" x="1524000" y="590550"/>
          <p14:tracePt t="48120" x="1524000" y="596900"/>
          <p14:tracePt t="48143" x="1524000" y="603250"/>
          <p14:tracePt t="48148" x="1530350" y="609600"/>
          <p14:tracePt t="48159" x="1530350" y="615950"/>
          <p14:tracePt t="48177" x="1536700" y="647700"/>
          <p14:tracePt t="48192" x="1536700" y="673100"/>
          <p14:tracePt t="48209" x="1536700" y="711200"/>
          <p14:tracePt t="48226" x="1555750" y="869950"/>
          <p14:tracePt t="48242" x="1562100" y="933450"/>
          <p14:tracePt t="48259" x="1574800" y="996950"/>
          <p14:tracePt t="48275" x="1574800" y="1136650"/>
          <p14:tracePt t="48292" x="1574800" y="1289050"/>
          <p14:tracePt t="48310" x="1562100" y="1422400"/>
          <p14:tracePt t="48326" x="1562100" y="1473200"/>
          <p14:tracePt t="48342" x="1555750" y="1530350"/>
          <p14:tracePt t="48359" x="1549400" y="1568450"/>
          <p14:tracePt t="48391" x="1549400" y="1581150"/>
          <p14:tracePt t="48409" x="1549400" y="1587500"/>
          <p14:tracePt t="48451" x="1549400" y="1593850"/>
          <p14:tracePt t="48478" x="1549400" y="1600200"/>
          <p14:tracePt t="48493" x="1549400" y="1606550"/>
          <p14:tracePt t="48506" x="1549400" y="1619250"/>
          <p14:tracePt t="48521" x="1549400" y="1625600"/>
          <p14:tracePt t="48528" x="1549400" y="1638300"/>
          <p14:tracePt t="48545" x="1549400" y="1651000"/>
          <p14:tracePt t="48559" x="1543050" y="1670050"/>
          <p14:tracePt t="48574" x="1530350" y="1727200"/>
          <p14:tracePt t="48591" x="1517650" y="1797050"/>
          <p14:tracePt t="48608" x="1511300" y="1828800"/>
          <p14:tracePt t="48624" x="1485900" y="1898650"/>
          <p14:tracePt t="48641" x="1473200" y="1962150"/>
          <p14:tracePt t="48658" x="1466850" y="1981200"/>
          <p14:tracePt t="48675" x="1454150" y="2019300"/>
          <p14:tracePt t="48690" x="1447800" y="2038350"/>
          <p14:tracePt t="48724" x="1447800" y="2044700"/>
          <p14:tracePt t="48752" x="1441450" y="2051050"/>
          <p14:tracePt t="48802" x="1435100" y="2051050"/>
          <p14:tracePt t="48844" x="1428750" y="2051050"/>
          <p14:tracePt t="48851" x="1428750" y="2044700"/>
          <p14:tracePt t="48860" x="1422400" y="2044700"/>
          <p14:tracePt t="48893" x="1416050" y="2044700"/>
          <p14:tracePt t="48928" x="1409700" y="2044700"/>
          <p14:tracePt t="48970" x="1409700" y="2038350"/>
          <p14:tracePt t="49012" x="1403350" y="2038350"/>
          <p14:tracePt t="49054" x="1390650" y="2038350"/>
          <p14:tracePt t="49061" x="1384300" y="2038350"/>
          <p14:tracePt t="49072" x="1377950" y="2038350"/>
          <p14:tracePt t="49089" x="1352550" y="2038350"/>
          <p14:tracePt t="49106" x="1339850" y="2038350"/>
          <p14:tracePt t="49122" x="1295400" y="2038350"/>
          <p14:tracePt t="49139" x="1231900" y="2057400"/>
          <p14:tracePt t="49155" x="1206500" y="2063750"/>
          <p14:tracePt t="49173" x="1181100" y="2063750"/>
          <p14:tracePt t="49189" x="1143000" y="2076450"/>
          <p14:tracePt t="49205" x="1136650" y="2076450"/>
          <p14:tracePt t="49223" x="1130300" y="2076450"/>
          <p14:tracePt t="49239" x="1123950" y="2076450"/>
          <p14:tracePt t="49259" x="1123950" y="2082800"/>
          <p14:tracePt t="49314" x="1123950" y="2089150"/>
          <p14:tracePt t="49595" x="1130300" y="2089150"/>
          <p14:tracePt t="49693" x="1136650" y="2089150"/>
          <p14:tracePt t="49700" x="1149350" y="2089150"/>
          <p14:tracePt t="49714" x="1155700" y="2089150"/>
          <p14:tracePt t="49724" x="1168400" y="2089150"/>
          <p14:tracePt t="49737" x="1174750" y="2089150"/>
          <p14:tracePt t="49754" x="1193800" y="2089150"/>
          <p14:tracePt t="49771" x="1270000" y="2089150"/>
          <p14:tracePt t="49787" x="1308100" y="2082800"/>
          <p14:tracePt t="49803" x="1346200" y="2082800"/>
          <p14:tracePt t="49820" x="1416050" y="2076450"/>
          <p14:tracePt t="49836" x="1473200" y="2070100"/>
          <p14:tracePt t="49854" x="1492250" y="2070100"/>
          <p14:tracePt t="49870" x="1517650" y="2063750"/>
          <p14:tracePt t="49886" x="1530350" y="2063750"/>
          <p14:tracePt t="49904" x="1536700" y="2063750"/>
          <p14:tracePt t="50184" x="1543050" y="2063750"/>
          <p14:tracePt t="50191" x="1549400" y="2063750"/>
          <p14:tracePt t="50205" x="1555750" y="2063750"/>
          <p14:tracePt t="50219" x="1562100" y="2063750"/>
          <p14:tracePt t="50235" x="1568450" y="2063750"/>
          <p14:tracePt t="50251" x="1574800" y="2063750"/>
          <p14:tracePt t="50269" x="1587500" y="2063750"/>
          <p14:tracePt t="50285" x="1612900" y="2063750"/>
          <p14:tracePt t="50302" x="1638300" y="2063750"/>
          <p14:tracePt t="50318" x="1689100" y="2063750"/>
          <p14:tracePt t="50335" x="1765300" y="2063750"/>
          <p14:tracePt t="50352" x="1809750" y="2063750"/>
          <p14:tracePt t="50368" x="1873250" y="2057400"/>
          <p14:tracePt t="50384" x="1905000" y="2057400"/>
          <p14:tracePt t="50403" x="1974850" y="2057400"/>
          <p14:tracePt t="50418" x="1993900" y="2051050"/>
          <p14:tracePt t="50434" x="2012950" y="2051050"/>
          <p14:tracePt t="50452" x="2038350" y="2044700"/>
          <p14:tracePt t="50468" x="2051050" y="2044700"/>
          <p14:tracePt t="50485" x="2057400" y="2044700"/>
          <p14:tracePt t="50501" x="2063750" y="2044700"/>
          <p14:tracePt t="50518" x="2070100" y="2044700"/>
          <p14:tracePt t="50537" x="2076450" y="2044700"/>
          <p14:tracePt t="52059" x="2070100" y="2044700"/>
          <p14:tracePt t="52073" x="2057400" y="2044700"/>
          <p14:tracePt t="52082" x="2051050" y="2044700"/>
          <p14:tracePt t="52095" x="2038350" y="2044700"/>
          <p14:tracePt t="52112" x="2000250" y="2044700"/>
          <p14:tracePt t="52129" x="1962150" y="2032000"/>
          <p14:tracePt t="52146" x="1943100" y="2025650"/>
          <p14:tracePt t="52162" x="1879600" y="1993900"/>
          <p14:tracePt t="52179" x="1790700" y="1943100"/>
          <p14:tracePt t="52195" x="1752600" y="1911350"/>
          <p14:tracePt t="52213" x="1695450" y="1860550"/>
          <p14:tracePt t="52228" x="1612900" y="1758950"/>
          <p14:tracePt t="52245" x="1574800" y="1714500"/>
          <p14:tracePt t="52263" x="1530350" y="1625600"/>
          <p14:tracePt t="52278" x="1504950" y="1593850"/>
          <p14:tracePt t="52295" x="1479550" y="1543050"/>
          <p14:tracePt t="52312" x="1460500" y="1492250"/>
          <p14:tracePt t="52328" x="1447800" y="1460500"/>
          <p14:tracePt t="52345" x="1435100" y="1403350"/>
          <p14:tracePt t="52362" x="1422400" y="1333500"/>
          <p14:tracePt t="52378" x="1416050" y="1289050"/>
          <p14:tracePt t="52395" x="1409700" y="1174750"/>
          <p14:tracePt t="52411" x="1397000" y="1047750"/>
          <p14:tracePt t="52427" x="1390650" y="977900"/>
          <p14:tracePt t="52445" x="1390650" y="863600"/>
          <p14:tracePt t="52461" x="1390650" y="774700"/>
          <p14:tracePt t="52478" x="1390650" y="742950"/>
          <p14:tracePt t="52494" x="1422400" y="679450"/>
          <p14:tracePt t="52511" x="1441450" y="647700"/>
          <p14:tracePt t="52528" x="1454150" y="622300"/>
          <p14:tracePt t="52544" x="1473200" y="615950"/>
          <p14:tracePt t="52561" x="1479550" y="609600"/>
          <p14:tracePt t="52579" x="1485900" y="596900"/>
          <p14:tracePt t="52614" x="1492250" y="596900"/>
          <p14:tracePt t="52831" x="1492250" y="615950"/>
          <p14:tracePt t="52845" x="1473200" y="660400"/>
          <p14:tracePt t="52851" x="1466850" y="711200"/>
          <p14:tracePt t="52860" x="1441450" y="793750"/>
          <p14:tracePt t="52876" x="1435100" y="869950"/>
          <p14:tracePt t="52894" x="1416050" y="958850"/>
          <p14:tracePt t="52909" x="1371600" y="1155700"/>
          <p14:tracePt t="52926" x="1333500" y="1358900"/>
          <p14:tracePt t="52943" x="1282700" y="1568450"/>
          <p14:tracePt t="52959" x="1257300" y="1657350"/>
          <p14:tracePt t="52976" x="1219200" y="1841500"/>
          <p14:tracePt t="52993" x="1187450" y="1987550"/>
          <p14:tracePt t="53009" x="1174750" y="2038350"/>
          <p14:tracePt t="53026" x="1162050" y="2101850"/>
          <p14:tracePt t="53042" x="1162050" y="2139950"/>
          <p14:tracePt t="53059" x="1155700" y="2152650"/>
          <p14:tracePt t="53076" x="1155700" y="2159000"/>
          <p14:tracePt t="53092" x="1155700" y="2165350"/>
          <p14:tracePt t="53203" x="1155700" y="2159000"/>
          <p14:tracePt t="53209" x="1155700" y="2152650"/>
          <p14:tracePt t="53224" x="1155700" y="2146300"/>
          <p14:tracePt t="53231" x="1155700" y="2139950"/>
          <p14:tracePt t="53245" x="1162050" y="2120900"/>
          <p14:tracePt t="53258" x="1174750" y="2101850"/>
          <p14:tracePt t="53275" x="1206500" y="2006600"/>
          <p14:tracePt t="53292" x="1225550" y="1943100"/>
          <p14:tracePt t="53308" x="1282700" y="1771650"/>
          <p14:tracePt t="53324" x="1346200" y="1562100"/>
          <p14:tracePt t="53341" x="1377950" y="1466850"/>
          <p14:tracePt t="53358" x="1441450" y="1270000"/>
          <p14:tracePt t="53374" x="1485900" y="1111250"/>
          <p14:tracePt t="53391" x="1498600" y="1060450"/>
          <p14:tracePt t="53408" x="1504950" y="1009650"/>
          <p14:tracePt t="53424" x="1511300" y="996950"/>
          <p14:tracePt t="53477" x="1504950" y="996950"/>
          <p14:tracePt t="53484" x="1504950" y="1003300"/>
          <p14:tracePt t="53493" x="1498600" y="1022350"/>
          <p14:tracePt t="53507" x="1492250" y="1054100"/>
          <p14:tracePt t="53524" x="1473200" y="1104900"/>
          <p14:tracePt t="53541" x="1447800" y="1238250"/>
          <p14:tracePt t="53557" x="1422400" y="1422400"/>
          <p14:tracePt t="53575" x="1397000" y="1600200"/>
          <p14:tracePt t="53590" x="1384300" y="1689100"/>
          <p14:tracePt t="53607" x="1377950" y="1847850"/>
          <p14:tracePt t="53624" x="1365250" y="1962150"/>
          <p14:tracePt t="53640" x="1365250" y="2012950"/>
          <p14:tracePt t="53657" x="1365250" y="2108200"/>
          <p14:tracePt t="53674" x="1365250" y="2152650"/>
          <p14:tracePt t="53690" x="1365250" y="2178050"/>
          <p14:tracePt t="53707" x="1371600" y="2203450"/>
          <p14:tracePt t="53723" x="1371600" y="2209800"/>
          <p14:tracePt t="53740" x="1371600" y="2216150"/>
          <p14:tracePt t="53757" x="1371600" y="2222500"/>
          <p14:tracePt t="54165" x="1371600" y="2216150"/>
          <p14:tracePt t="54186" x="1377950" y="2203450"/>
          <p14:tracePt t="54193" x="1384300" y="2178050"/>
          <p14:tracePt t="54208" x="1390650" y="2159000"/>
          <p14:tracePt t="54222" x="1409700" y="2101850"/>
          <p14:tracePt t="54238" x="1460500" y="1930400"/>
          <p14:tracePt t="54255" x="1492250" y="1809750"/>
          <p14:tracePt t="54271" x="1555750" y="1593850"/>
          <p14:tracePt t="54289" x="1619250" y="1397000"/>
          <p14:tracePt t="54305" x="1663700" y="1250950"/>
          <p14:tracePt t="54321" x="1676400" y="1193800"/>
          <p14:tracePt t="54338" x="1695450" y="1143000"/>
          <p14:tracePt t="54355" x="1701800" y="1117600"/>
          <p14:tracePt t="54371" x="1701800" y="1111250"/>
          <p14:tracePt t="54446" x="1708150" y="1104900"/>
          <p14:tracePt t="54460" x="1714500" y="1098550"/>
          <p14:tracePt t="54467" x="1720850" y="1098550"/>
          <p14:tracePt t="54474" x="1727200" y="1092200"/>
          <p14:tracePt t="54490" x="1739900" y="1079500"/>
          <p14:tracePt t="54504" x="1746250" y="1073150"/>
          <p14:tracePt t="54520" x="1752600" y="1066800"/>
          <p14:tracePt t="54928" x="1771650" y="1060450"/>
          <p14:tracePt t="54937" x="1809750" y="1054100"/>
          <p14:tracePt t="54950" x="1860550" y="1041400"/>
          <p14:tracePt t="54957" x="1917700" y="1035050"/>
          <p14:tracePt t="54972" x="1981200" y="1035050"/>
          <p14:tracePt t="54986" x="2089150" y="1016000"/>
          <p14:tracePt t="55002" x="2139950" y="1016000"/>
          <p14:tracePt t="55019" x="2203450" y="1009650"/>
          <p14:tracePt t="55036" x="2311400" y="990600"/>
          <p14:tracePt t="55052" x="2400300" y="977900"/>
          <p14:tracePt t="55069" x="2470150" y="977900"/>
          <p14:tracePt t="55085" x="2501900" y="971550"/>
          <p14:tracePt t="55102" x="2559050" y="971550"/>
          <p14:tracePt t="55119" x="2584450" y="971550"/>
          <p14:tracePt t="55136" x="2590800" y="971550"/>
          <p14:tracePt t="55152" x="2597150" y="965200"/>
          <p14:tracePt t="55188" x="2603500" y="965200"/>
          <p14:tracePt t="55231" x="2609850" y="965200"/>
          <p14:tracePt t="55280" x="2603500" y="965200"/>
          <p14:tracePt t="55287" x="2590800" y="965200"/>
          <p14:tracePt t="55304" x="2578100" y="965200"/>
          <p14:tracePt t="55318" x="2559050" y="965200"/>
          <p14:tracePt t="55335" x="2489200" y="977900"/>
          <p14:tracePt t="55351" x="2374900" y="977900"/>
          <p14:tracePt t="55368" x="2286000" y="977900"/>
          <p14:tracePt t="55385" x="2120900" y="971550"/>
          <p14:tracePt t="55401" x="1936750" y="939800"/>
          <p14:tracePt t="55417" x="1847850" y="920750"/>
          <p14:tracePt t="55435" x="1714500" y="882650"/>
          <p14:tracePt t="55451" x="1593850" y="831850"/>
          <p14:tracePt t="55467" x="1536700" y="819150"/>
          <p14:tracePt t="55484" x="1428750" y="787400"/>
          <p14:tracePt t="55500" x="1320800" y="762000"/>
          <p14:tracePt t="55518" x="1276350" y="755650"/>
          <p14:tracePt t="55534" x="1206500" y="742950"/>
          <p14:tracePt t="55550" x="1155700" y="749300"/>
          <p14:tracePt t="55568" x="1130300" y="755650"/>
          <p14:tracePt t="55600" x="1117600" y="755650"/>
          <p14:tracePt t="55617" x="1111250" y="755650"/>
          <p14:tracePt t="55898" x="1123950" y="755650"/>
          <p14:tracePt t="55912" x="1162050" y="755650"/>
          <p14:tracePt t="55919" x="1212850" y="768350"/>
          <p14:tracePt t="55935" x="1263650" y="768350"/>
          <p14:tracePt t="55948" x="1339850" y="768350"/>
          <p14:tracePt t="55965" x="1492250" y="768350"/>
          <p14:tracePt t="55982" x="1670050" y="768350"/>
          <p14:tracePt t="55998" x="1758950" y="768350"/>
          <p14:tracePt t="56015" x="1955800" y="774700"/>
          <p14:tracePt t="56032" x="2120900" y="774700"/>
          <p14:tracePt t="56049" x="2184400" y="774700"/>
          <p14:tracePt t="56066" x="2298700" y="774700"/>
          <p14:tracePt t="56082" x="2374900" y="774700"/>
          <p14:tracePt t="56098" x="2419350" y="774700"/>
          <p14:tracePt t="56115" x="2451100" y="774700"/>
          <p14:tracePt t="56131" x="2470150" y="774700"/>
          <p14:tracePt t="56148" x="2476500" y="774700"/>
          <p14:tracePt t="56249" x="2476500" y="781050"/>
          <p14:tracePt t="56691" x="2457450" y="819150"/>
          <p14:tracePt t="56706" x="2438400" y="869950"/>
          <p14:tracePt t="56712" x="2400300" y="939800"/>
          <p14:tracePt t="56726" x="2362200" y="1022350"/>
          <p14:tracePt t="56733" x="2317750" y="1117600"/>
          <p14:tracePt t="56746" x="2266950" y="1206500"/>
          <p14:tracePt t="56762" x="2178050" y="1384300"/>
          <p14:tracePt t="56779" x="2120900" y="1479550"/>
          <p14:tracePt t="56797" x="2032000" y="1619250"/>
          <p14:tracePt t="56812" x="1955800" y="1733550"/>
          <p14:tracePt t="56829" x="1930400" y="1784350"/>
          <p14:tracePt t="56846" x="1866900" y="1892300"/>
          <p14:tracePt t="56862" x="1835150" y="1936750"/>
          <p14:tracePt t="56879" x="1771650" y="2025650"/>
          <p14:tracePt t="56896" x="1727200" y="2089150"/>
          <p14:tracePt t="56912" x="1701800" y="2114550"/>
          <p14:tracePt t="56929" x="1676400" y="2146300"/>
          <p14:tracePt t="56945" x="1657350" y="2171700"/>
          <p14:tracePt t="56962" x="1638300" y="2190750"/>
          <p14:tracePt t="56979" x="1625600" y="2216150"/>
          <p14:tracePt t="56995" x="1593850" y="2260600"/>
          <p14:tracePt t="57012" x="1568450" y="2286000"/>
          <p14:tracePt t="57028" x="1511300" y="2355850"/>
          <p14:tracePt t="57045" x="1422400" y="2457450"/>
          <p14:tracePt t="57062" x="1377950" y="2508250"/>
          <p14:tracePt t="57078" x="1282700" y="2609850"/>
          <p14:tracePt t="57095" x="1193800" y="2686050"/>
          <p14:tracePt t="57112" x="1168400" y="2705100"/>
          <p14:tracePt t="57128" x="1123950" y="2724150"/>
          <p14:tracePt t="57144" x="1111250" y="2724150"/>
          <p14:tracePt t="57164" x="1104900" y="2724150"/>
          <p14:tracePt t="57183" x="1098550" y="2717800"/>
          <p14:tracePt t="57204" x="1098550" y="2711450"/>
          <p14:tracePt t="57213" x="1092200" y="2705100"/>
          <p14:tracePt t="57228" x="1092200" y="2698750"/>
          <p14:tracePt t="57274" x="1085850" y="2692400"/>
          <p14:tracePt t="57316" x="1079500" y="2692400"/>
          <p14:tracePt t="57359" x="1079500" y="2686050"/>
          <p14:tracePt t="57365" x="1073150" y="2686050"/>
          <p14:tracePt t="57377" x="1066800" y="2686050"/>
          <p14:tracePt t="57394" x="1060450" y="2679700"/>
          <p14:tracePt t="57414" x="1047750" y="2679700"/>
          <p14:tracePt t="57436" x="1041400" y="2673350"/>
          <p14:tracePt t="57456" x="1041400" y="2667000"/>
          <p14:tracePt t="57463" x="1035050" y="2667000"/>
          <p14:tracePt t="57480" x="1028700" y="2667000"/>
          <p14:tracePt t="57494" x="1022350" y="2667000"/>
          <p14:tracePt t="57510" x="1009650" y="2660650"/>
          <p14:tracePt t="57527" x="1003300" y="2660650"/>
          <p14:tracePt t="57548" x="996950" y="2660650"/>
          <p14:tracePt t="57576" x="990600" y="2654300"/>
          <p14:tracePt t="57583" x="984250" y="2654300"/>
          <p14:tracePt t="57618" x="977900" y="2647950"/>
          <p14:tracePt t="57653" x="977900" y="2641600"/>
          <p14:tracePt t="57667" x="977900" y="2635250"/>
          <p14:tracePt t="57688" x="984250" y="2635250"/>
          <p14:tracePt t="57695" x="990600" y="2628900"/>
          <p14:tracePt t="57710" x="996950" y="2628900"/>
          <p14:tracePt t="57717" x="1003300" y="2628900"/>
          <p14:tracePt t="57726" x="1016000" y="2622550"/>
          <p14:tracePt t="57743" x="1047750" y="2622550"/>
          <p14:tracePt t="57759" x="1117600" y="2616200"/>
          <p14:tracePt t="57776" x="1155700" y="2616200"/>
          <p14:tracePt t="57793" x="1270000" y="2609850"/>
          <p14:tracePt t="57809" x="1416050" y="2597150"/>
          <p14:tracePt t="57825" x="1479550" y="2597150"/>
          <p14:tracePt t="57843" x="1631950" y="2578100"/>
          <p14:tracePt t="57859" x="1771650" y="2565400"/>
          <p14:tracePt t="57875" x="1847850" y="2565400"/>
          <p14:tracePt t="57892" x="1993900" y="2571750"/>
          <p14:tracePt t="57909" x="2082800" y="2578100"/>
          <p14:tracePt t="57926" x="2127250" y="2590800"/>
          <p14:tracePt t="57942" x="2165350" y="2597150"/>
          <p14:tracePt t="57959" x="2190750" y="2603500"/>
          <p14:tracePt t="57976" x="2203450" y="2603500"/>
          <p14:tracePt t="57992" x="2203450" y="2609850"/>
          <p14:tracePt t="58009" x="2209800" y="2609850"/>
          <p14:tracePt t="58042" x="2216150" y="2609850"/>
          <p14:tracePt t="58166" x="2209800" y="2609850"/>
          <p14:tracePt t="58187" x="2203450" y="2603500"/>
          <p14:tracePt t="58209" x="2197100" y="2603500"/>
          <p14:tracePt t="58215" x="2190750" y="2603500"/>
          <p14:tracePt t="58229" x="2184400" y="2603500"/>
          <p14:tracePt t="58241" x="2178050" y="2597150"/>
          <p14:tracePt t="58258" x="2127250" y="2597150"/>
          <p14:tracePt t="58274" x="2089150" y="2597150"/>
          <p14:tracePt t="58292" x="1987550" y="2597150"/>
          <p14:tracePt t="58307" x="1835150" y="2603500"/>
          <p14:tracePt t="58324" x="1758950" y="2609850"/>
          <p14:tracePt t="58343" x="1606550" y="2609850"/>
          <p14:tracePt t="58357" x="1447800" y="2609850"/>
          <p14:tracePt t="58374" x="1397000" y="2597150"/>
          <p14:tracePt t="58391" x="1314450" y="2571750"/>
          <p14:tracePt t="58407" x="1282700" y="2565400"/>
          <p14:tracePt t="58424" x="1250950" y="2552700"/>
          <p14:tracePt t="58441" x="1238250" y="2546350"/>
          <p14:tracePt t="58538" x="1244600" y="2552700"/>
          <p14:tracePt t="58566" x="1257300" y="2552700"/>
          <p14:tracePt t="58580" x="1263650" y="2559050"/>
          <p14:tracePt t="58587" x="1276350" y="2559050"/>
          <p14:tracePt t="58601" x="1289050" y="2565400"/>
          <p14:tracePt t="58609" x="1308100" y="2565400"/>
          <p14:tracePt t="58623" x="1327150" y="2571750"/>
          <p14:tracePt t="58639" x="1422400" y="2590800"/>
          <p14:tracePt t="58657" x="1473200" y="2597150"/>
          <p14:tracePt t="58673" x="1619250" y="2628900"/>
          <p14:tracePt t="58689" x="1708150" y="2635250"/>
          <p14:tracePt t="58707" x="1968500" y="2686050"/>
          <p14:tracePt t="58722" x="2063750" y="2698750"/>
          <p14:tracePt t="58739" x="2152650" y="2717800"/>
          <p14:tracePt t="58756" x="2298700" y="2743200"/>
          <p14:tracePt t="58773" x="2413000" y="2762250"/>
          <p14:tracePt t="58789" x="2457450" y="2762250"/>
          <p14:tracePt t="58806" x="2514600" y="2768600"/>
          <p14:tracePt t="58822" x="2546350" y="2774950"/>
          <p14:tracePt t="58840" x="2565400" y="2781300"/>
          <p14:tracePt t="58872" x="2571750" y="2781300"/>
          <p14:tracePt t="58889" x="2578100" y="2781300"/>
          <p14:tracePt t="59773" x="2578100" y="2774950"/>
          <p14:tracePt t="59780" x="2590800" y="2762250"/>
          <p14:tracePt t="59794" x="2603500" y="2755900"/>
          <p14:tracePt t="59802" x="2609850" y="2755900"/>
          <p14:tracePt t="59818" x="2616200" y="2749550"/>
          <p14:tracePt t="59836" x="2628900" y="2749550"/>
          <p14:tracePt t="59852" x="2628900" y="2743200"/>
          <p14:tracePt t="59885" x="2635250" y="2736850"/>
          <p14:tracePt t="59976" x="2635250" y="2730500"/>
          <p14:tracePt t="59990" x="2635250" y="2724150"/>
          <p14:tracePt t="60131" x="2635250" y="2717800"/>
          <p14:tracePt t="60145" x="2635250" y="2711450"/>
          <p14:tracePt t="60154" x="2628900" y="2705100"/>
          <p14:tracePt t="60173" x="2616200" y="2698750"/>
          <p14:tracePt t="60188" x="2609850" y="2686050"/>
          <p14:tracePt t="60201" x="2571750" y="2660650"/>
          <p14:tracePt t="60217" x="2540000" y="2641600"/>
          <p14:tracePt t="60234" x="2514600" y="2628900"/>
          <p14:tracePt t="60251" x="2413000" y="2584450"/>
          <p14:tracePt t="60267" x="2305050" y="2546350"/>
          <p14:tracePt t="60284" x="2235200" y="2540000"/>
          <p14:tracePt t="60300" x="2082800" y="2514600"/>
          <p14:tracePt t="60317" x="1905000" y="2520950"/>
          <p14:tracePt t="60334" x="1822450" y="2533650"/>
          <p14:tracePt t="60350" x="1644650" y="2552700"/>
          <p14:tracePt t="60367" x="1485900" y="2571750"/>
          <p14:tracePt t="60384" x="1346200" y="2578100"/>
          <p14:tracePt t="60400" x="1295400" y="2578100"/>
          <p14:tracePt t="60417" x="1187450" y="2578100"/>
          <p14:tracePt t="60433" x="1111250" y="2578100"/>
          <p14:tracePt t="60450" x="1073150" y="2571750"/>
          <p14:tracePt t="60467" x="1047750" y="2571750"/>
          <p14:tracePt t="60483" x="1003300" y="2565400"/>
          <p14:tracePt t="60500" x="990600" y="2565400"/>
          <p14:tracePt t="60573" x="996950" y="2565400"/>
          <p14:tracePt t="60594" x="1003300" y="2565400"/>
          <p14:tracePt t="60608" x="1009650" y="2565400"/>
          <p14:tracePt t="60615" x="1016000" y="2565400"/>
          <p14:tracePt t="60643" x="1022350" y="2565400"/>
          <p14:tracePt t="60658" x="1028700" y="2565400"/>
          <p14:tracePt t="60664" x="1035050" y="2565400"/>
          <p14:tracePt t="60679" x="1041400" y="2565400"/>
          <p14:tracePt t="60686" x="1047750" y="2565400"/>
          <p14:tracePt t="60700" x="1054100" y="2571750"/>
          <p14:tracePt t="60716" x="1085850" y="2578100"/>
          <p14:tracePt t="60732" x="1104900" y="2584450"/>
          <p14:tracePt t="60749" x="1162050" y="2603500"/>
          <p14:tracePt t="60765" x="1270000" y="2622550"/>
          <p14:tracePt t="60782" x="1339850" y="2628900"/>
          <p14:tracePt t="60799" x="1504950" y="2660650"/>
          <p14:tracePt t="60815" x="1581150" y="2667000"/>
          <p14:tracePt t="60833" x="1841500" y="2686050"/>
          <p14:tracePt t="60849" x="1917700" y="2686050"/>
          <p14:tracePt t="60865" x="1993900" y="2698750"/>
          <p14:tracePt t="60882" x="2127250" y="2692400"/>
          <p14:tracePt t="60899" x="2228850" y="2686050"/>
          <p14:tracePt t="60915" x="2273300" y="2679700"/>
          <p14:tracePt t="60932" x="2330450" y="2667000"/>
          <p14:tracePt t="60948" x="2355850" y="2660650"/>
          <p14:tracePt t="60965" x="2362200" y="2654300"/>
          <p14:tracePt t="60981" x="2368550" y="2654300"/>
          <p14:tracePt t="61451" x="2374900" y="2654300"/>
          <p14:tracePt t="61479" x="2381250" y="2654300"/>
          <p14:tracePt t="61486" x="2387600" y="2654300"/>
          <p14:tracePt t="61499" x="2393950" y="2654300"/>
          <p14:tracePt t="61514" x="2400300" y="2654300"/>
          <p14:tracePt t="61530" x="2406650" y="2654300"/>
          <p14:tracePt t="61556" x="2419350" y="2654300"/>
          <p14:tracePt t="61570" x="2425700" y="2654300"/>
          <p14:tracePt t="61579" x="2432050" y="2654300"/>
          <p14:tracePt t="61596" x="2432050" y="2660650"/>
          <p14:tracePt t="61612" x="2444750" y="2660650"/>
          <p14:tracePt t="61646" x="2444750" y="2667000"/>
          <p14:tracePt t="61662" x="2451100" y="2667000"/>
          <p14:tracePt t="61689" x="2457450" y="2667000"/>
          <p14:tracePt t="61718" x="2463800" y="2673350"/>
          <p14:tracePt t="61745" x="2470150" y="2673350"/>
          <p14:tracePt t="61767" x="2476500" y="2673350"/>
          <p14:tracePt t="61788" x="2482850" y="2673350"/>
          <p14:tracePt t="61837" x="2489200" y="2673350"/>
          <p14:tracePt t="61851" x="2495550" y="2673350"/>
          <p14:tracePt t="61858" x="2501900" y="2673350"/>
          <p14:tracePt t="61880" x="2508250" y="2673350"/>
          <p14:tracePt t="61886" x="2514600" y="2673350"/>
          <p14:tracePt t="61900" x="2520950" y="2673350"/>
          <p14:tracePt t="61921" x="2527300" y="2673350"/>
          <p14:tracePt t="61931" x="2533650" y="2667000"/>
          <p14:tracePt t="61945" x="2546350" y="2667000"/>
          <p14:tracePt t="61962" x="2565400" y="2654300"/>
          <p14:tracePt t="62748" x="2527300" y="2654300"/>
          <p14:tracePt t="62754" x="2501900" y="2654300"/>
          <p14:tracePt t="62762" x="2463800" y="2654300"/>
          <p14:tracePt t="62776" x="2413000" y="2654300"/>
          <p14:tracePt t="62792" x="2273300" y="2654300"/>
          <p14:tracePt t="62809" x="2197100" y="2654300"/>
          <p14:tracePt t="62825" x="2019300" y="2654300"/>
          <p14:tracePt t="62842" x="1828800" y="2654300"/>
          <p14:tracePt t="62860" x="1638300" y="2654300"/>
          <p14:tracePt t="62875" x="1549400" y="2654300"/>
          <p14:tracePt t="62892" x="1460500" y="2647950"/>
          <p14:tracePt t="62909" x="1212850" y="2616200"/>
          <p14:tracePt t="62925" x="1136650" y="2609850"/>
          <p14:tracePt t="62941" x="1054100" y="2597150"/>
          <p14:tracePt t="62958" x="927100" y="2597150"/>
          <p14:tracePt t="62975" x="831850" y="2578100"/>
          <p14:tracePt t="62991" x="806450" y="2578100"/>
          <p14:tracePt t="63008" x="774700" y="2571750"/>
          <p14:tracePt t="63025" x="755650" y="2565400"/>
          <p14:tracePt t="63105" x="755650" y="2559050"/>
          <p14:tracePt t="63133" x="762000" y="2559050"/>
          <p14:tracePt t="63154" x="768350" y="2559050"/>
          <p14:tracePt t="63161" x="774700" y="2559050"/>
          <p14:tracePt t="63177" x="781050" y="2559050"/>
          <p14:tracePt t="63192" x="812800" y="2559050"/>
          <p14:tracePt t="63208" x="838200" y="2559050"/>
          <p14:tracePt t="63224" x="869950" y="2559050"/>
          <p14:tracePt t="63228" x="914400" y="2559050"/>
          <p14:tracePt t="63240" x="971550" y="2559050"/>
          <p14:tracePt t="63257" x="1123950" y="2559050"/>
          <p14:tracePt t="63274" x="1339850" y="2559050"/>
          <p14:tracePt t="63290" x="1454150" y="2559050"/>
          <p14:tracePt t="63307" x="1689100" y="2559050"/>
          <p14:tracePt t="63324" x="1917700" y="2559050"/>
          <p14:tracePt t="63340" x="2044700" y="2559050"/>
          <p14:tracePt t="63357" x="2260600" y="2559050"/>
          <p14:tracePt t="63373" x="2438400" y="2546350"/>
          <p14:tracePt t="63390" x="2501900" y="2546350"/>
          <p14:tracePt t="63407" x="2584450" y="2540000"/>
          <p14:tracePt t="63423" x="2603500" y="2533650"/>
          <p14:tracePt t="63440" x="2609850" y="2533650"/>
          <p14:tracePt t="63492" x="2609850" y="2527300"/>
          <p14:tracePt t="64262" x="2628900" y="2546350"/>
          <p14:tracePt t="64269" x="2667000" y="2597150"/>
          <p14:tracePt t="64283" x="2705100" y="2641600"/>
          <p14:tracePt t="64290" x="2762250" y="2698750"/>
          <p14:tracePt t="64307" x="2819400" y="2755900"/>
          <p14:tracePt t="64319" x="2990850" y="2901950"/>
          <p14:tracePt t="64337" x="3073400" y="2978150"/>
          <p14:tracePt t="64354" x="3251200" y="3111500"/>
          <p14:tracePt t="64370" x="3346450" y="3175000"/>
          <p14:tracePt t="64386" x="3568700" y="3295650"/>
          <p14:tracePt t="64403" x="3784600" y="3422650"/>
          <p14:tracePt t="64419" x="3898900" y="3473450"/>
          <p14:tracePt t="64436" x="4159250" y="3600450"/>
          <p14:tracePt t="64453" x="4406900" y="3683000"/>
          <p14:tracePt t="64469" x="4508500" y="3727450"/>
          <p14:tracePt t="64487" x="4711700" y="3797300"/>
          <p14:tracePt t="64502" x="4870450" y="3860800"/>
          <p14:tracePt t="64519" x="4972050" y="3892550"/>
          <p14:tracePt t="64536" x="5130800" y="3943350"/>
          <p14:tracePt t="64552" x="5302250" y="3962400"/>
          <p14:tracePt t="64569" x="5378450" y="3987800"/>
          <p14:tracePt t="64585" x="5511800" y="4019550"/>
          <p14:tracePt t="64602" x="5645150" y="4044950"/>
          <p14:tracePt t="64620" x="5708650" y="4064000"/>
          <p14:tracePt t="64636" x="5861050" y="4114800"/>
          <p14:tracePt t="64652" x="5924550" y="4133850"/>
          <p14:tracePt t="64669" x="6096000" y="4216400"/>
          <p14:tracePt t="64685" x="6153150" y="4254500"/>
          <p14:tracePt t="64702" x="6197600" y="4292600"/>
          <p14:tracePt t="64719" x="6311900" y="4368800"/>
          <p14:tracePt t="64736" x="6413500" y="4425950"/>
          <p14:tracePt t="64752" x="6457950" y="4464050"/>
          <p14:tracePt t="64769" x="6584950" y="4527550"/>
          <p14:tracePt t="64785" x="6724650" y="4610100"/>
          <p14:tracePt t="64802" x="6788150" y="4648200"/>
          <p14:tracePt t="64818" x="6896100" y="4724400"/>
          <p14:tracePt t="64835" x="7010400" y="4800600"/>
          <p14:tracePt t="64852" x="7099300" y="4864100"/>
          <p14:tracePt t="64868" x="7131050" y="4889500"/>
          <p14:tracePt t="64885" x="7175500" y="4953000"/>
          <p14:tracePt t="64902" x="7188200" y="4978400"/>
          <p14:tracePt t="64918" x="7188200" y="4984750"/>
          <p14:tracePt t="64935" x="7188200" y="4991100"/>
          <p14:tracePt t="64971" x="7175500" y="4991100"/>
          <p14:tracePt t="65014" x="7169150" y="4991100"/>
          <p14:tracePt t="65020" x="7162800" y="4991100"/>
          <p14:tracePt t="65056" x="7162800" y="4984750"/>
          <p14:tracePt t="65084" x="7156450" y="4984750"/>
          <p14:tracePt t="65091" x="7143750" y="4984750"/>
          <p14:tracePt t="65105" x="7124700" y="4984750"/>
          <p14:tracePt t="65117" x="7092950" y="4984750"/>
          <p14:tracePt t="65134" x="7010400" y="4984750"/>
          <p14:tracePt t="65150" x="6959600" y="4997450"/>
          <p14:tracePt t="65167" x="6819900" y="4997450"/>
          <p14:tracePt t="65183" x="6642100" y="4997450"/>
          <p14:tracePt t="65200" x="6540500" y="4997450"/>
          <p14:tracePt t="65217" x="6362700" y="4991100"/>
          <p14:tracePt t="65234" x="6242050" y="4984750"/>
          <p14:tracePt t="65250" x="6191250" y="4972050"/>
          <p14:tracePt t="65267" x="6134100" y="4965700"/>
          <p14:tracePt t="65283" x="6102350" y="4959350"/>
          <p14:tracePt t="65286" x="6089650" y="4959350"/>
          <p14:tracePt t="65300" x="6076950" y="4959350"/>
          <p14:tracePt t="65317" x="6057900" y="4953000"/>
          <p14:tracePt t="65333" x="6057900" y="4946650"/>
          <p14:tracePt t="65350" x="6045200" y="4946650"/>
          <p14:tracePt t="65366" x="6032500" y="4940300"/>
          <p14:tracePt t="65597" x="6038850" y="4940300"/>
          <p14:tracePt t="65603" x="6045200" y="4940300"/>
          <p14:tracePt t="65625" x="6057900" y="4940300"/>
          <p14:tracePt t="65638" x="6070600" y="4940300"/>
          <p14:tracePt t="65648" x="6089650" y="4940300"/>
          <p14:tracePt t="65666" x="6121400" y="4940300"/>
          <p14:tracePt t="65682" x="6210300" y="4940300"/>
          <p14:tracePt t="65698" x="6350000" y="4940300"/>
          <p14:tracePt t="65716" x="6515100" y="4940300"/>
          <p14:tracePt t="65732" x="6604000" y="4940300"/>
          <p14:tracePt t="65748" x="6807200" y="4940300"/>
          <p14:tracePt t="65766" x="7023100" y="4953000"/>
          <p14:tracePt t="65782" x="7112000" y="4953000"/>
          <p14:tracePt t="65799" x="7270750" y="4959350"/>
          <p14:tracePt t="65815" x="7385050" y="4959350"/>
          <p14:tracePt t="65831" x="7423150" y="4959350"/>
          <p14:tracePt t="65849" x="7493000" y="4959350"/>
          <p14:tracePt t="65865" x="7562850" y="4953000"/>
          <p14:tracePt t="65882" x="7581900" y="4953000"/>
          <p14:tracePt t="65898" x="7639050" y="4953000"/>
          <p14:tracePt t="65914" x="7708900" y="4946650"/>
          <p14:tracePt t="65931" x="7747000" y="4946650"/>
          <p14:tracePt t="65948" x="7823200" y="4940300"/>
          <p14:tracePt t="65964" x="7854950" y="4927600"/>
          <p14:tracePt t="65982" x="7905750" y="4921250"/>
          <p14:tracePt t="65998" x="7943850" y="4908550"/>
          <p14:tracePt t="66014" x="7956550" y="4908550"/>
          <p14:tracePt t="66031" x="7988300" y="4902200"/>
          <p14:tracePt t="66047" x="8001000" y="4889500"/>
          <p14:tracePt t="66081" x="8007350" y="4883150"/>
          <p14:tracePt t="66109" x="8007350" y="4876800"/>
          <p14:tracePt t="66158" x="8007350" y="4870450"/>
          <p14:tracePt t="66179" x="8001000" y="4864100"/>
          <p14:tracePt t="66200" x="7994650" y="4864100"/>
          <p14:tracePt t="66207" x="7988300" y="4857750"/>
          <p14:tracePt t="66216" x="7975600" y="4857750"/>
          <p14:tracePt t="66230" x="7962900" y="4857750"/>
          <p14:tracePt t="66247" x="7943850" y="4851400"/>
          <p14:tracePt t="66263" x="7874000" y="4845050"/>
          <p14:tracePt t="66280" x="7759700" y="4832350"/>
          <p14:tracePt t="66297" x="7677150" y="4826000"/>
          <p14:tracePt t="66313" x="7524750" y="4806950"/>
          <p14:tracePt t="66329" x="7359650" y="4787900"/>
          <p14:tracePt t="66346" x="7277100" y="4775200"/>
          <p14:tracePt t="66362" x="7124700" y="4762500"/>
          <p14:tracePt t="66379" x="6978650" y="4743450"/>
          <p14:tracePt t="66397" x="6877050" y="4730750"/>
          <p14:tracePt t="66413" x="6826250" y="4730750"/>
          <p14:tracePt t="66429" x="6762750" y="4718050"/>
          <p14:tracePt t="66446" x="6705600" y="4724400"/>
          <p14:tracePt t="66462" x="6680200" y="4724400"/>
          <p14:tracePt t="66479" x="6661150" y="4724400"/>
          <p14:tracePt t="66496" x="6591300" y="4737100"/>
          <p14:tracePt t="66512" x="6559550" y="4737100"/>
          <p14:tracePt t="66529" x="6527800" y="4743450"/>
          <p14:tracePt t="66545" x="6483350" y="4743450"/>
          <p14:tracePt t="66562" x="6438900" y="4749800"/>
          <p14:tracePt t="66580" x="6388100" y="4749800"/>
          <p14:tracePt t="66595" x="6381750" y="4749800"/>
          <p14:tracePt t="66612" x="6362700" y="4749800"/>
          <p14:tracePt t="66629" x="6350000" y="4749800"/>
          <p14:tracePt t="66699" x="6356350" y="4749800"/>
          <p14:tracePt t="66727" x="6362700" y="4749800"/>
          <p14:tracePt t="66769" x="6369050" y="4749800"/>
          <p14:tracePt t="66790" x="6375400" y="4756150"/>
          <p14:tracePt t="66796" x="6381750" y="4756150"/>
          <p14:tracePt t="66813" x="6388100" y="4756150"/>
          <p14:tracePt t="66818" x="6394450" y="4762500"/>
          <p14:tracePt t="66832" x="6413500" y="4762500"/>
          <p14:tracePt t="66845" x="6432550" y="4762500"/>
          <p14:tracePt t="66861" x="6502400" y="4775200"/>
          <p14:tracePt t="66878" x="6553200" y="4781550"/>
          <p14:tracePt t="66895" x="6686550" y="4794250"/>
          <p14:tracePt t="66911" x="6838950" y="4813300"/>
          <p14:tracePt t="66927" x="6940550" y="4813300"/>
          <p14:tracePt t="66944" x="7143750" y="4813300"/>
          <p14:tracePt t="66961" x="7346950" y="4813300"/>
          <p14:tracePt t="66978" x="7435850" y="4800600"/>
          <p14:tracePt t="66994" x="7607300" y="4781550"/>
          <p14:tracePt t="67011" x="7747000" y="4762500"/>
          <p14:tracePt t="67028" x="7797800" y="4762500"/>
          <p14:tracePt t="67044" x="7867650" y="4749800"/>
          <p14:tracePt t="67060" x="7905750" y="4743450"/>
          <p14:tracePt t="67078" x="7912100" y="4743450"/>
          <p14:tracePt t="67094" x="7918450" y="4743450"/>
          <p14:tracePt t="67183" x="7918450" y="4737100"/>
          <p14:tracePt t="67261" x="7912100" y="4737100"/>
          <p14:tracePt t="67267" x="7905750" y="4730750"/>
          <p14:tracePt t="67288" x="7893050" y="4730750"/>
          <p14:tracePt t="67303" x="7880350" y="4730750"/>
          <p14:tracePt t="67312" x="7867650" y="4730750"/>
          <p14:tracePt t="67326" x="7842250" y="4730750"/>
          <p14:tracePt t="67343" x="7747000" y="4724400"/>
          <p14:tracePt t="67359" x="7556500" y="4711700"/>
          <p14:tracePt t="67376" x="7442200" y="4711700"/>
          <p14:tracePt t="67394" x="7200900" y="4705350"/>
          <p14:tracePt t="67409" x="6953250" y="4692650"/>
          <p14:tracePt t="67426" x="6838950" y="4699000"/>
          <p14:tracePt t="67443" x="6623050" y="4705350"/>
          <p14:tracePt t="67459" x="6527800" y="4718050"/>
          <p14:tracePt t="67476" x="6388100" y="4724400"/>
          <p14:tracePt t="67493" x="6311900" y="4724400"/>
          <p14:tracePt t="67509" x="6286500" y="4737100"/>
          <p14:tracePt t="67526" x="6273800" y="4737100"/>
          <p14:tracePt t="67542" x="6261100" y="4737100"/>
          <p14:tracePt t="67864" x="6267450" y="4737100"/>
          <p14:tracePt t="67878" x="6267450" y="4743450"/>
          <p14:tracePt t="67885" x="6273800" y="4743450"/>
          <p14:tracePt t="67900" x="6280150" y="4743450"/>
          <p14:tracePt t="68328" x="6273800" y="4743450"/>
          <p14:tracePt t="68334" x="6235700" y="4737100"/>
          <p14:tracePt t="68343" x="6197600" y="4737100"/>
          <p14:tracePt t="68357" x="6153150" y="4730750"/>
          <p14:tracePt t="68373" x="6102350" y="4718050"/>
          <p14:tracePt t="68389" x="5981700" y="4692650"/>
          <p14:tracePt t="68405" x="5803900" y="4660900"/>
          <p14:tracePt t="68423" x="5695950" y="4654550"/>
          <p14:tracePt t="68440" x="5505450" y="4610100"/>
          <p14:tracePt t="68456" x="5321300" y="4572000"/>
          <p14:tracePt t="68472" x="5245100" y="4540250"/>
          <p14:tracePt t="68489" x="5073650" y="4489450"/>
          <p14:tracePt t="68505" x="4946650" y="4413250"/>
          <p14:tracePt t="68522" x="4889500" y="4362450"/>
          <p14:tracePt t="68539" x="4730750" y="4216400"/>
          <p14:tracePt t="68556" x="4552950" y="4070350"/>
          <p14:tracePt t="68572" x="4457700" y="4000500"/>
          <p14:tracePt t="68588" x="4318000" y="3886200"/>
          <p14:tracePt t="68605" x="4222750" y="3790950"/>
          <p14:tracePt t="68623" x="4114800" y="3638550"/>
          <p14:tracePt t="68638" x="4064000" y="3568700"/>
          <p14:tracePt t="68655" x="3987800" y="3498850"/>
          <p14:tracePt t="68671" x="3848100" y="3365500"/>
          <p14:tracePt t="68689" x="3740150" y="3263900"/>
          <p14:tracePt t="68705" x="3708400" y="3225800"/>
          <p14:tracePt t="68721" x="3613150" y="3130550"/>
          <p14:tracePt t="68738" x="3549650" y="3041650"/>
          <p14:tracePt t="68756" x="3498850" y="2965450"/>
          <p14:tracePt t="68772" x="3460750" y="2908300"/>
          <p14:tracePt t="68788" x="3397250" y="2806700"/>
          <p14:tracePt t="68805" x="3327400" y="2736850"/>
          <p14:tracePt t="68821" x="3282950" y="2711450"/>
          <p14:tracePt t="68838" x="3187700" y="2635250"/>
          <p14:tracePt t="68854" x="3111500" y="2584450"/>
          <p14:tracePt t="68871" x="3054350" y="2546350"/>
          <p14:tracePt t="68888" x="3009900" y="2527300"/>
          <p14:tracePt t="68905" x="2889250" y="2451100"/>
          <p14:tracePt t="68920" x="2844800" y="2425700"/>
          <p14:tracePt t="68938" x="2768600" y="2381250"/>
          <p14:tracePt t="68954" x="2724150" y="2355850"/>
          <p14:tracePt t="68971" x="2647950" y="2305050"/>
          <p14:tracePt t="68988" x="2559050" y="2247900"/>
          <p14:tracePt t="69004" x="2527300" y="2216150"/>
          <p14:tracePt t="69020" x="2470150" y="2184400"/>
          <p14:tracePt t="69037" x="2438400" y="2159000"/>
          <p14:tracePt t="69053" x="2425700" y="2146300"/>
          <p14:tracePt t="69071" x="2387600" y="2114550"/>
          <p14:tracePt t="69087" x="2368550" y="2101850"/>
          <p14:tracePt t="69103" x="2362200" y="2089150"/>
          <p14:tracePt t="69121" x="2349500" y="2082800"/>
          <p14:tracePt t="69137" x="2343150" y="2070100"/>
          <p14:tracePt t="69153" x="2336800" y="2063750"/>
          <p14:tracePt t="69170" x="2330450" y="2057400"/>
          <p14:tracePt t="69187" x="2324100" y="2051050"/>
          <p14:tracePt t="69220" x="2317750" y="2044700"/>
          <p14:tracePt t="69240" x="2311400" y="2044700"/>
          <p14:tracePt t="69507" x="2317750" y="2044700"/>
          <p14:tracePt t="69528" x="2324100" y="2044700"/>
          <p14:tracePt t="69556" x="2336800" y="2038350"/>
          <p14:tracePt t="69570" x="2343150" y="2032000"/>
          <p14:tracePt t="69577" x="2343150" y="2025650"/>
          <p14:tracePt t="69598" x="2349500" y="2025650"/>
          <p14:tracePt t="69605" x="2349500" y="2019300"/>
          <p14:tracePt t="69621" x="2355850" y="2019300"/>
          <p14:tracePt t="69635" x="2355850" y="2012950"/>
          <p14:tracePt t="69651" x="2362200" y="2006600"/>
          <p14:tracePt t="69671" x="2368550" y="2006600"/>
          <p14:tracePt t="69689" x="2374900" y="2006600"/>
          <p14:tracePt t="69701" x="2381250" y="2000250"/>
          <p14:tracePt t="69720" x="2387600" y="2000250"/>
          <p14:tracePt t="69739" x="2387600" y="1993900"/>
          <p14:tracePt t="69802" x="2393950" y="1987550"/>
          <p14:tracePt t="69809" x="2400300" y="1981200"/>
          <p14:tracePt t="69837" x="2406650" y="1981200"/>
          <p14:tracePt t="69857" x="2413000" y="1974850"/>
          <p14:tracePt t="69886" x="2419350" y="1968500"/>
          <p14:tracePt t="70048" x="2413000" y="1962150"/>
          <p14:tracePt t="70082" x="2406650" y="1955800"/>
          <p14:tracePt t="70153" x="2400300" y="1949450"/>
          <p14:tracePt t="70159" x="2393950" y="1949450"/>
          <p14:tracePt t="70230" x="2393950" y="1943100"/>
          <p14:tracePt t="70272" x="2387600" y="1936750"/>
          <p14:tracePt t="70279" x="2381250" y="1936750"/>
          <p14:tracePt t="70308" x="2374900" y="1936750"/>
          <p14:tracePt t="70342" x="2368550" y="1936750"/>
          <p14:tracePt t="70350" x="2362200" y="1936750"/>
          <p14:tracePt t="70371" x="2355850" y="1930400"/>
          <p14:tracePt t="70392" x="2349500" y="1930400"/>
          <p14:tracePt t="70398" x="2336800" y="1924050"/>
          <p14:tracePt t="70413" x="2324100" y="1924050"/>
          <p14:tracePt t="70420" x="2311400" y="1917700"/>
          <p14:tracePt t="70435" x="2298700" y="1917700"/>
          <p14:tracePt t="70449" x="2279650" y="1911350"/>
          <p14:tracePt t="70465" x="2266950" y="1911350"/>
          <p14:tracePt t="70483" x="2260600" y="1911350"/>
          <p14:tracePt t="70499" x="2254250" y="1911350"/>
          <p14:tracePt t="70515" x="2247900" y="1911350"/>
          <p14:tracePt t="70574" x="2241550" y="1905000"/>
          <p14:tracePt t="70673" x="2247900" y="1905000"/>
          <p14:tracePt t="70679" x="2254250" y="1905000"/>
          <p14:tracePt t="70693" x="2254250" y="1911350"/>
          <p14:tracePt t="70722" x="2260600" y="1917700"/>
          <p14:tracePt t="70750" x="2266950" y="1917700"/>
          <p14:tracePt t="70785" x="2273300" y="1924050"/>
          <p14:tracePt t="70820" x="2286000" y="1930400"/>
          <p14:tracePt t="70855" x="2292350" y="1930400"/>
          <p14:tracePt t="70862" x="2298700" y="1930400"/>
          <p14:tracePt t="70883" x="2305050" y="1936750"/>
          <p14:tracePt t="70904" x="2317750" y="1936750"/>
          <p14:tracePt t="70911" x="2324100" y="1943100"/>
          <p14:tracePt t="70925" x="2343150" y="1943100"/>
          <p14:tracePt t="70934" x="2355850" y="1943100"/>
          <p14:tracePt t="70947" x="2381250" y="1949450"/>
          <p14:tracePt t="70964" x="2438400" y="1955800"/>
          <p14:tracePt t="70981" x="2501900" y="1962150"/>
          <p14:tracePt t="70997" x="2527300" y="1962150"/>
          <p14:tracePt t="71013" x="2578100" y="1962150"/>
          <p14:tracePt t="71030" x="2616200" y="1962150"/>
          <p14:tracePt t="71047" x="2628900" y="1962150"/>
          <p14:tracePt t="71063" x="2641600" y="1962150"/>
          <p14:tracePt t="71080" x="2660650" y="1955800"/>
          <p14:tracePt t="71332" x="2667000" y="1962150"/>
          <p14:tracePt t="71353" x="2673350" y="1962150"/>
          <p14:tracePt t="71374" x="2686050" y="1968500"/>
          <p14:tracePt t="71381" x="2698750" y="1968500"/>
          <p14:tracePt t="71398" x="2711450" y="1968500"/>
          <p14:tracePt t="71412" x="2724150" y="1974850"/>
          <p14:tracePt t="71428" x="2774950" y="1981200"/>
          <p14:tracePt t="71445" x="2870200" y="2000250"/>
          <p14:tracePt t="71462" x="2990850" y="2025650"/>
          <p14:tracePt t="71480" x="3117850" y="2044700"/>
          <p14:tracePt t="71495" x="3187700" y="2051050"/>
          <p14:tracePt t="71512" x="3238500" y="2063750"/>
          <p14:tracePt t="71528" x="3321050" y="2070100"/>
          <p14:tracePt t="71545" x="3365500" y="2076450"/>
          <p14:tracePt t="71563" x="3397250" y="2082800"/>
          <p14:tracePt t="71578" x="3403600" y="2082800"/>
          <p14:tracePt t="71614" x="3409950" y="2082800"/>
          <p14:tracePt t="71915" x="3409950" y="2076450"/>
          <p14:tracePt t="71922" x="3397250" y="2070100"/>
          <p14:tracePt t="71936" x="3384550" y="2057400"/>
          <p14:tracePt t="71944" x="3365500" y="2044700"/>
          <p14:tracePt t="71960" x="3346450" y="2025650"/>
          <p14:tracePt t="71978" x="3302000" y="2000250"/>
          <p14:tracePt t="71993" x="3251200" y="1968500"/>
          <p14:tracePt t="72010" x="3232150" y="1949450"/>
          <p14:tracePt t="72027" x="3206750" y="1936750"/>
          <p14:tracePt t="72044" x="3200400" y="1930400"/>
          <p14:tracePt t="72060" x="3181350" y="1917700"/>
          <p14:tracePt t="72077" x="3175000" y="1911350"/>
          <p14:tracePt t="72092" x="3168650" y="1911350"/>
          <p14:tracePt t="72110" x="3162300" y="1911350"/>
          <p14:tracePt t="72679" x="3155950" y="1911350"/>
          <p14:tracePt t="72687" x="3143250" y="1917700"/>
          <p14:tracePt t="72694" x="3136900" y="1917700"/>
          <p14:tracePt t="72710" x="3117850" y="1924050"/>
          <p14:tracePt t="72724" x="3098800" y="1924050"/>
          <p14:tracePt t="72741" x="3048000" y="1930400"/>
          <p14:tracePt t="72758" x="2990850" y="1936750"/>
          <p14:tracePt t="72774" x="2959100" y="1943100"/>
          <p14:tracePt t="72791" x="2901950" y="1955800"/>
          <p14:tracePt t="72808" x="2844800" y="1955800"/>
          <p14:tracePt t="72824" x="2825750" y="1955800"/>
          <p14:tracePt t="72841" x="2787650" y="1955800"/>
          <p14:tracePt t="72857" x="2749550" y="1949450"/>
          <p14:tracePt t="72891" x="2736850" y="1943100"/>
          <p14:tracePt t="72907" x="2717800" y="1936750"/>
          <p14:tracePt t="72940" x="2711450" y="1936750"/>
          <p14:tracePt t="72957" x="2705100" y="1936750"/>
          <p14:tracePt t="72976" x="2705100" y="1930400"/>
          <p14:tracePt t="73531" x="2692400" y="1924050"/>
          <p14:tracePt t="73537" x="2647950" y="1917700"/>
          <p14:tracePt t="73551" x="2603500" y="1892300"/>
          <p14:tracePt t="73558" x="2546350" y="1854200"/>
          <p14:tracePt t="73575" x="2489200" y="1816100"/>
          <p14:tracePt t="73588" x="2349500" y="1727200"/>
          <p14:tracePt t="73604" x="2286000" y="1682750"/>
          <p14:tracePt t="73622" x="2222500" y="1644650"/>
          <p14:tracePt t="73638" x="2127250" y="1593850"/>
          <p14:tracePt t="73654" x="2082800" y="1568450"/>
          <p14:tracePt t="73671" x="2051050" y="1555750"/>
          <p14:tracePt t="73688" x="2038350" y="1549400"/>
          <p14:tracePt t="73704" x="2025650" y="1543050"/>
          <p14:tracePt t="73721" x="2012950" y="1536700"/>
          <p14:tracePt t="73763" x="2006600" y="1536700"/>
          <p14:tracePt t="74070" x="2012950" y="1536700"/>
          <p14:tracePt t="74127" x="2019300" y="1536700"/>
          <p14:tracePt t="74176" x="2025650" y="1543050"/>
          <p14:tracePt t="74197" x="2032000" y="1543050"/>
          <p14:tracePt t="74225" x="2032000" y="1549400"/>
          <p14:tracePt t="74246" x="2038350" y="1549400"/>
          <p14:tracePt t="74260" x="2044700" y="1555750"/>
          <p14:tracePt t="74267" x="2051050" y="1555750"/>
          <p14:tracePt t="74281" x="2057400" y="1555750"/>
          <p14:tracePt t="74289" x="2076450" y="1555750"/>
          <p14:tracePt t="74302" x="2089150" y="1555750"/>
          <p14:tracePt t="74319" x="2146300" y="1562100"/>
          <p14:tracePt t="74335" x="2184400" y="1562100"/>
          <p14:tracePt t="74352" x="2260600" y="1568450"/>
          <p14:tracePt t="74369" x="2355850" y="1568450"/>
          <p14:tracePt t="74386" x="2432050" y="1581150"/>
          <p14:tracePt t="74401" x="2457450" y="1581150"/>
          <p14:tracePt t="74418" x="2482850" y="1587500"/>
          <p14:tracePt t="74436" x="2527300" y="1587500"/>
          <p14:tracePt t="74451" x="2540000" y="1593850"/>
          <p14:tracePt t="74468" x="2546350" y="1593850"/>
          <p14:tracePt t="74484" x="2552700" y="1593850"/>
          <p14:tracePt t="74501" x="2559050" y="1593850"/>
          <p14:tracePt t="74808" x="2559050" y="1600200"/>
          <p14:tracePt t="74878" x="2552700" y="1600200"/>
          <p14:tracePt t="74913" x="2546350" y="1600200"/>
          <p14:tracePt t="74948" x="2540000" y="1600200"/>
          <p14:tracePt t="74962" x="2527300" y="1600200"/>
          <p14:tracePt t="74969" x="2520950" y="1600200"/>
          <p14:tracePt t="74986" x="2501900" y="1600200"/>
          <p14:tracePt t="74999" x="2444750" y="1600200"/>
          <p14:tracePt t="75017" x="2393950" y="1600200"/>
          <p14:tracePt t="75033" x="2266950" y="1612900"/>
          <p14:tracePt t="75050" x="2190750" y="1612900"/>
          <p14:tracePt t="75067" x="1949450" y="1606550"/>
          <p14:tracePt t="75082" x="1873250" y="1600200"/>
          <p14:tracePt t="75099" x="1803400" y="1587500"/>
          <p14:tracePt t="75116" x="1695450" y="1574800"/>
          <p14:tracePt t="75133" x="1657350" y="1555750"/>
          <p14:tracePt t="75149" x="1644650" y="1549400"/>
          <p14:tracePt t="75166" x="1631950" y="1549400"/>
          <p14:tracePt t="75243" x="1638300" y="1549400"/>
          <p14:tracePt t="75299" x="1644650" y="1549400"/>
          <p14:tracePt t="75341" x="1644650" y="1555750"/>
          <p14:tracePt t="75349" x="1651000" y="1562100"/>
          <p14:tracePt t="75369" x="1657350" y="1562100"/>
          <p14:tracePt t="75390" x="1663700" y="1568450"/>
          <p14:tracePt t="75412" x="1670050" y="1568450"/>
          <p14:tracePt t="75418" x="1670050" y="1574800"/>
          <p14:tracePt t="75439" x="1676400" y="1574800"/>
          <p14:tracePt t="75453" x="1682750" y="1581150"/>
          <p14:tracePt t="75483" x="1689100" y="1581150"/>
          <p14:tracePt t="75488" x="1695450" y="1587500"/>
          <p14:tracePt t="75510" x="1701800" y="1593850"/>
          <p14:tracePt t="75524" x="1708150" y="1593850"/>
          <p14:tracePt t="75532" x="1720850" y="1600200"/>
          <p14:tracePt t="75547" x="1727200" y="1606550"/>
          <p14:tracePt t="75565" x="1765300" y="1619250"/>
          <p14:tracePt t="75581" x="1803400" y="1631950"/>
          <p14:tracePt t="75598" x="1835150" y="1651000"/>
          <p14:tracePt t="75615" x="1885950" y="1663700"/>
          <p14:tracePt t="75631" x="1943100" y="1670050"/>
          <p14:tracePt t="75647" x="1974850" y="1676400"/>
          <p14:tracePt t="75665" x="2025650" y="1676400"/>
          <p14:tracePt t="75681" x="2051050" y="1676400"/>
          <p14:tracePt t="75698" x="2095500" y="1676400"/>
          <p14:tracePt t="75714" x="2120900" y="1676400"/>
          <p14:tracePt t="75730" x="2127250" y="1676400"/>
          <p14:tracePt t="75748" x="2146300" y="1676400"/>
          <p14:tracePt t="75763" x="2165350" y="1676400"/>
          <p14:tracePt t="75781" x="2171700" y="1676400"/>
          <p14:tracePt t="75798" x="2178050" y="1676400"/>
          <p14:tracePt t="75814" x="2190750" y="1676400"/>
          <p14:tracePt t="75847" x="2203450" y="1676400"/>
          <p14:tracePt t="75863" x="2209800" y="1676400"/>
          <p14:tracePt t="75910" x="2216150" y="1676400"/>
          <p14:tracePt t="75952" x="2222500" y="1676400"/>
          <p14:tracePt t="75973" x="2228850" y="1676400"/>
          <p14:tracePt t="75981" x="2235200" y="1676400"/>
          <p14:tracePt t="76022" x="2247900" y="1670050"/>
          <p14:tracePt t="76043" x="2254250" y="1670050"/>
          <p14:tracePt t="76064" x="2260600" y="1670050"/>
          <p14:tracePt t="76071" x="2266950" y="1663700"/>
          <p14:tracePt t="76085" x="2273300" y="1663700"/>
          <p14:tracePt t="76095" x="2286000" y="1663700"/>
          <p14:tracePt t="76113" x="2311400" y="1657350"/>
          <p14:tracePt t="76129" x="2324100" y="1651000"/>
          <p14:tracePt t="76146" x="2355850" y="1644650"/>
          <p14:tracePt t="76163" x="2393950" y="1644650"/>
          <p14:tracePt t="76179" x="2419350" y="1638300"/>
          <p14:tracePt t="76196" x="2457450" y="1638300"/>
          <p14:tracePt t="76212" x="2482850" y="1638300"/>
          <p14:tracePt t="76229" x="2495550" y="1638300"/>
          <p14:tracePt t="76246" x="2501900" y="1638300"/>
          <p14:tracePt t="76262" x="2508250" y="1638300"/>
          <p14:tracePt t="76297" x="2514600" y="1638300"/>
          <p14:tracePt t="76366" x="2520950" y="1638300"/>
          <p14:tracePt t="76605" x="2533650" y="1644650"/>
          <p14:tracePt t="76612" x="2565400" y="1651000"/>
          <p14:tracePt t="76626" x="2590800" y="1657350"/>
          <p14:tracePt t="76633" x="2635250" y="1676400"/>
          <p14:tracePt t="76647" x="2679700" y="1682750"/>
          <p14:tracePt t="76661" x="2730500" y="1701800"/>
          <p14:tracePt t="76677" x="2825750" y="1720850"/>
          <p14:tracePt t="76694" x="2870200" y="1727200"/>
          <p14:tracePt t="76710" x="2927350" y="1739900"/>
          <p14:tracePt t="76727" x="2959100" y="1739900"/>
          <p14:tracePt t="76744" x="2978150" y="1739900"/>
          <p14:tracePt t="76760" x="2990850" y="1739900"/>
          <p14:tracePt t="76776" x="2997200" y="1739900"/>
          <p14:tracePt t="77567" x="2990850" y="1739900"/>
          <p14:tracePt t="77616" x="2984500" y="1739900"/>
          <p14:tracePt t="77651" x="2978150" y="1739900"/>
          <p14:tracePt t="77665" x="2971800" y="1739900"/>
          <p14:tracePt t="77756" x="2965450" y="1739900"/>
          <p14:tracePt t="77785" x="2959100" y="1739900"/>
          <p14:tracePt t="77820" x="2952750" y="1739900"/>
          <p14:tracePt t="77854" x="2946400" y="1739900"/>
          <p14:tracePt t="77960" x="2952750" y="1739900"/>
          <p14:tracePt t="77967" x="2952750" y="1746250"/>
          <p14:tracePt t="77981" x="2965450" y="1752600"/>
          <p14:tracePt t="77989" x="2978150" y="1758950"/>
          <p14:tracePt t="78006" x="2997200" y="1784350"/>
          <p14:tracePt t="78023" x="3092450" y="1854200"/>
          <p14:tracePt t="78039" x="3289300" y="2044700"/>
          <p14:tracePt t="78056" x="3403600" y="2146300"/>
          <p14:tracePt t="78073" x="3797300" y="2508250"/>
          <p14:tracePt t="78089" x="4235450" y="2921000"/>
          <p14:tracePt t="78106" x="4464050" y="3143250"/>
          <p14:tracePt t="78122" x="4902200" y="3536950"/>
          <p14:tracePt t="78139" x="5092700" y="3714750"/>
          <p14:tracePt t="78156" x="5429250" y="4006850"/>
          <p14:tracePt t="78172" x="5657850" y="4191000"/>
          <p14:tracePt t="78189" x="5753100" y="4273550"/>
          <p14:tracePt t="78206" x="5975350" y="4457700"/>
          <p14:tracePt t="78222" x="6032500" y="4514850"/>
          <p14:tracePt t="78239" x="6102350" y="4565650"/>
          <p14:tracePt t="78255" x="6197600" y="4660900"/>
          <p14:tracePt t="78272" x="6292850" y="4768850"/>
          <p14:tracePt t="78288" x="6330950" y="4813300"/>
          <p14:tracePt t="78305" x="6400800" y="4902200"/>
          <p14:tracePt t="78322" x="6477000" y="4984750"/>
          <p14:tracePt t="78339" x="6527800" y="5029200"/>
          <p14:tracePt t="78355" x="6553200" y="5048250"/>
          <p14:tracePt t="78371" x="6610350" y="5067300"/>
          <p14:tracePt t="78389" x="6686550" y="5092700"/>
          <p14:tracePt t="78404" x="6724650" y="5099050"/>
          <p14:tracePt t="78421" x="6807200" y="5118100"/>
          <p14:tracePt t="78438" x="6915150" y="5137150"/>
          <p14:tracePt t="78455" x="6978650" y="5143500"/>
          <p14:tracePt t="78471" x="7061200" y="5156200"/>
          <p14:tracePt t="78487" x="7118350" y="5162550"/>
          <p14:tracePt t="78504" x="7131050" y="5162550"/>
          <p14:tracePt t="78521" x="7137400" y="5162550"/>
          <p14:tracePt t="79033" x="7175500" y="5156200"/>
          <p14:tracePt t="79040" x="7200900" y="5149850"/>
          <p14:tracePt t="79055" x="7245350" y="5130800"/>
          <p14:tracePt t="79069" x="7277100" y="5111750"/>
          <p14:tracePt t="79086" x="7372350" y="5080000"/>
          <p14:tracePt t="79103" x="7461250" y="5041900"/>
          <p14:tracePt t="79119" x="7505700" y="5035550"/>
          <p14:tracePt t="79135" x="7613650" y="4997450"/>
          <p14:tracePt t="79152" x="7747000" y="4972050"/>
          <p14:tracePt t="79169" x="7823200" y="4940300"/>
          <p14:tracePt t="79185" x="7969250" y="4914900"/>
          <p14:tracePt t="79202" x="8077200" y="4895850"/>
          <p14:tracePt t="79219" x="8115300" y="4883150"/>
          <p14:tracePt t="79235" x="8191500" y="4870450"/>
          <p14:tracePt t="79252" x="8242300" y="4845050"/>
          <p14:tracePt t="79268" x="8261350" y="4838700"/>
          <p14:tracePt t="79286" x="8293100" y="4826000"/>
          <p14:tracePt t="79302" x="8312150" y="4819650"/>
          <p14:tracePt t="79318" x="8318500" y="4819650"/>
          <p14:tracePt t="79351" x="8324850" y="4813300"/>
          <p14:tracePt t="79368" x="8331200" y="4813300"/>
          <p14:tracePt t="79412" x="8331200" y="4819650"/>
          <p14:tracePt t="79531" x="8337550" y="4826000"/>
          <p14:tracePt t="79791" x="8331200" y="4826000"/>
          <p14:tracePt t="79812" x="8324850" y="4826000"/>
          <p14:tracePt t="79826" x="8318500" y="4819650"/>
          <p14:tracePt t="79836" x="8312150" y="4819650"/>
          <p14:tracePt t="79849" x="8305800" y="4819650"/>
          <p14:tracePt t="79866" x="8280400" y="4806950"/>
          <p14:tracePt t="79883" x="8223250" y="4794250"/>
          <p14:tracePt t="79899" x="8172450" y="4775200"/>
          <p14:tracePt t="79916" x="8045450" y="4737100"/>
          <p14:tracePt t="79932" x="7880350" y="4686300"/>
          <p14:tracePt t="79949" x="7785100" y="4654550"/>
          <p14:tracePt t="79967" x="7550150" y="4572000"/>
          <p14:tracePt t="79982" x="7410450" y="4514850"/>
          <p14:tracePt t="79999" x="7042150" y="4337050"/>
          <p14:tracePt t="80003" x="6838950" y="4222750"/>
          <p14:tracePt t="80018" x="6635750" y="4102100"/>
          <p14:tracePt t="80032" x="6432550" y="3987800"/>
          <p14:tracePt t="80049" x="6038850" y="3778250"/>
          <p14:tracePt t="80066" x="5784850" y="3625850"/>
          <p14:tracePt t="80082" x="5651500" y="3543300"/>
          <p14:tracePt t="80099" x="5422900" y="3346450"/>
          <p14:tracePt t="80115" x="5187950" y="3117850"/>
          <p14:tracePt t="80132" x="5054600" y="2978150"/>
          <p14:tracePt t="80149" x="4883150" y="2787650"/>
          <p14:tracePt t="80165" x="4737100" y="2590800"/>
          <p14:tracePt t="80182" x="4654550" y="2508250"/>
          <p14:tracePt t="80199" x="4508500" y="2343150"/>
          <p14:tracePt t="80215" x="4400550" y="2247900"/>
          <p14:tracePt t="80231" x="4330700" y="2209800"/>
          <p14:tracePt t="80248" x="4241800" y="2146300"/>
          <p14:tracePt t="80264" x="4216400" y="2133600"/>
          <p14:tracePt t="80282" x="4133850" y="2070100"/>
          <p14:tracePt t="80298" x="4102100" y="2057400"/>
          <p14:tracePt t="80315" x="4064000" y="2038350"/>
          <p14:tracePt t="80332" x="3987800" y="1993900"/>
          <p14:tracePt t="80348" x="3905250" y="1943100"/>
          <p14:tracePt t="80365" x="3860800" y="1917700"/>
          <p14:tracePt t="80381" x="3746500" y="1854200"/>
          <p14:tracePt t="80398" x="3657600" y="1797050"/>
          <p14:tracePt t="80414" x="3619500" y="1778000"/>
          <p14:tracePt t="80431" x="3549650" y="1733550"/>
          <p14:tracePt t="80448" x="3498850" y="1701800"/>
          <p14:tracePt t="80465" x="3435350" y="1670050"/>
          <p14:tracePt t="80480" x="3416300" y="1657350"/>
          <p14:tracePt t="80497" x="3365500" y="1644650"/>
          <p14:tracePt t="80515" x="3333750" y="1619250"/>
          <p14:tracePt t="80530" x="3321050" y="1619250"/>
          <p14:tracePt t="80547" x="3295650" y="1612900"/>
          <p14:tracePt t="80564" x="3263900" y="1600200"/>
          <p14:tracePt t="80580" x="3257550" y="1600200"/>
          <p14:tracePt t="80598" x="3251200" y="1593850"/>
          <p14:tracePt t="80614" x="3238500" y="1593850"/>
          <p14:tracePt t="80630" x="3225800" y="1593850"/>
          <p14:tracePt t="80663" x="3219450" y="1593850"/>
          <p14:tracePt t="80725" x="3219450" y="1600200"/>
          <p14:tracePt t="80739" x="3219450" y="1606550"/>
          <p14:tracePt t="80747" x="3225800" y="1612900"/>
          <p14:tracePt t="80767" x="3232150" y="1612900"/>
          <p14:tracePt t="80774" x="3238500" y="1619250"/>
          <p14:tracePt t="80794" x="3244850" y="1625600"/>
          <p14:tracePt t="80809" x="3251200" y="1631950"/>
          <p14:tracePt t="80816" x="3257550" y="1644650"/>
          <p14:tracePt t="80832" x="3276600" y="1663700"/>
          <p14:tracePt t="80846" x="3333750" y="1746250"/>
          <p14:tracePt t="80862" x="3384550" y="1816100"/>
          <p14:tracePt t="80880" x="3530600" y="1955800"/>
          <p14:tracePt t="80896" x="3613150" y="2051050"/>
          <p14:tracePt t="80913" x="3886200" y="2286000"/>
          <p14:tracePt t="80929" x="4241800" y="2584450"/>
          <p14:tracePt t="80946" x="4470400" y="2724150"/>
          <p14:tracePt t="80963" x="4927600" y="2978150"/>
          <p14:tracePt t="80979" x="5416550" y="3213100"/>
          <p14:tracePt t="80996" x="5683250" y="3321050"/>
          <p14:tracePt t="81013" x="6127750" y="3530600"/>
          <p14:tracePt t="81029" x="6464300" y="3683000"/>
          <p14:tracePt t="81045" x="6610350" y="3759200"/>
          <p14:tracePt t="81062" x="6902450" y="3892550"/>
          <p14:tracePt t="81079" x="7156450" y="4000500"/>
          <p14:tracePt t="81095" x="7264400" y="4057650"/>
          <p14:tracePt t="81112" x="7473950" y="4159250"/>
          <p14:tracePt t="81129" x="7651750" y="4254500"/>
          <p14:tracePt t="81146" x="7829550" y="4375150"/>
          <p14:tracePt t="81162" x="7918450" y="4432300"/>
          <p14:tracePt t="81178" x="8001000" y="4470400"/>
          <p14:tracePt t="81196" x="8185150" y="4578350"/>
          <p14:tracePt t="81211" x="8242300" y="4603750"/>
          <p14:tracePt t="81228" x="8286750" y="4629150"/>
          <p14:tracePt t="81245" x="8445500" y="4673600"/>
          <p14:tracePt t="81261" x="8489950" y="4686300"/>
          <p14:tracePt t="81278" x="8521700" y="4692650"/>
          <p14:tracePt t="81295" x="8559800" y="4705350"/>
          <p14:tracePt t="81311" x="8585200" y="4705350"/>
          <p14:tracePt t="81328" x="8597900" y="4705350"/>
          <p14:tracePt t="81365" x="8604250" y="4705350"/>
          <p14:tracePt t="81427" x="8604250" y="4699000"/>
          <p14:tracePt t="81498" x="8597900" y="4699000"/>
          <p14:tracePt t="81539" x="8591550" y="4699000"/>
          <p14:tracePt t="81568" x="8585200" y="4699000"/>
          <p14:tracePt t="81603" x="8578850" y="4699000"/>
          <p14:tracePt t="81652" x="8572500" y="4699000"/>
          <p14:tracePt t="81687" x="8566150" y="4692650"/>
          <p14:tracePt t="81743" x="8559800" y="4686300"/>
          <p14:tracePt t="81750" x="8553450" y="4686300"/>
          <p14:tracePt t="81812" x="8547100" y="4686300"/>
          <p14:tracePt t="81842" x="8540750" y="4679950"/>
          <p14:tracePt t="81890" x="8534400" y="4679950"/>
          <p14:tracePt t="81919" x="8534400" y="4673600"/>
          <p14:tracePt t="81940" x="8528050" y="4673600"/>
          <p14:tracePt t="81954" x="8521700" y="4673600"/>
          <p14:tracePt t="81962" x="8515350" y="4673600"/>
          <p14:tracePt t="81976" x="8509000" y="4673600"/>
          <p14:tracePt t="81992" x="8489950" y="4667250"/>
          <p14:tracePt t="82010" x="8445500" y="4667250"/>
          <p14:tracePt t="82025" x="8413750" y="4660900"/>
          <p14:tracePt t="82042" x="8324850" y="4654550"/>
          <p14:tracePt t="82059" x="8191500" y="4641850"/>
          <p14:tracePt t="82075" x="8115300" y="4635500"/>
          <p14:tracePt t="82092" x="8026400" y="4622800"/>
          <p14:tracePt t="82109" x="7747000" y="4591050"/>
          <p14:tracePt t="82125" x="7639050" y="4572000"/>
          <p14:tracePt t="82142" x="7512050" y="4552950"/>
          <p14:tracePt t="82158" x="7188200" y="4483100"/>
          <p14:tracePt t="82175" x="6832600" y="4387850"/>
          <p14:tracePt t="82192" x="6381750" y="4248150"/>
          <p14:tracePt t="82208" x="6121400" y="4152900"/>
          <p14:tracePt t="82225" x="5613400" y="3968750"/>
          <p14:tracePt t="82242" x="5137150" y="3790950"/>
          <p14:tracePt t="82258" x="4895850" y="3695700"/>
          <p14:tracePt t="82275" x="4483100" y="3511550"/>
          <p14:tracePt t="82292" x="4146550" y="3371850"/>
          <p14:tracePt t="82308" x="3975100" y="3276600"/>
          <p14:tracePt t="82325" x="3752850" y="3168650"/>
          <p14:tracePt t="82341" x="3581400" y="3098800"/>
          <p14:tracePt t="82358" x="3498850" y="3073400"/>
          <p14:tracePt t="82376" x="3365500" y="3022600"/>
          <p14:tracePt t="82391" x="3244850" y="2997200"/>
          <p14:tracePt t="82408" x="3175000" y="2965450"/>
          <p14:tracePt t="82424" x="3079750" y="2940050"/>
          <p14:tracePt t="82440" x="3035300" y="2914650"/>
          <p14:tracePt t="82457" x="2921000" y="2844800"/>
          <p14:tracePt t="82474" x="2806700" y="2800350"/>
          <p14:tracePt t="82491" x="2768600" y="2781300"/>
          <p14:tracePt t="82509" x="2667000" y="2743200"/>
          <p14:tracePt t="82523" x="2597150" y="2711450"/>
          <p14:tracePt t="82540" x="2559050" y="2686050"/>
          <p14:tracePt t="82557" x="2495550" y="2641600"/>
          <p14:tracePt t="82573" x="2438400" y="2578100"/>
          <p14:tracePt t="82590" x="2406650" y="2565400"/>
          <p14:tracePt t="82607" x="2349500" y="2527300"/>
          <p14:tracePt t="82623" x="2286000" y="2489200"/>
          <p14:tracePt t="82640" x="2241550" y="2470150"/>
          <p14:tracePt t="82657" x="2178050" y="2432050"/>
          <p14:tracePt t="82673" x="2108200" y="2393950"/>
          <p14:tracePt t="82690" x="2044700" y="2362200"/>
          <p14:tracePt t="82706" x="2012950" y="2349500"/>
          <p14:tracePt t="82724" x="1981200" y="2330450"/>
          <p14:tracePt t="82741" x="1898650" y="2292350"/>
          <p14:tracePt t="82756" x="1866900" y="2286000"/>
          <p14:tracePt t="82775" x="1816100" y="2266950"/>
          <p14:tracePt t="82791" x="1797050" y="2254250"/>
          <p14:tracePt t="82806" x="1752600" y="2228850"/>
          <p14:tracePt t="82824" x="1720850" y="2222500"/>
          <p14:tracePt t="82839" x="1701800" y="2216150"/>
          <p14:tracePt t="82856" x="1689100" y="2209800"/>
          <p14:tracePt t="82873" x="1682750" y="2209800"/>
          <p14:tracePt t="82924" x="1689100" y="2209800"/>
          <p14:tracePt t="82951" x="1695450" y="2209800"/>
          <p14:tracePt t="82986" x="1701800" y="2209800"/>
          <p14:tracePt t="83014" x="1708150" y="2216150"/>
          <p14:tracePt t="83035" x="1708150" y="2222500"/>
          <p14:tracePt t="83063" x="1714500" y="2222500"/>
          <p14:tracePt t="83083" x="1714500" y="2228850"/>
          <p14:tracePt t="83091" x="1720850" y="2228850"/>
          <p14:tracePt t="83126" x="1727200" y="2228850"/>
          <p14:tracePt t="83204" x="1727200" y="2235200"/>
          <p14:tracePt t="83267" x="1733550" y="2235200"/>
          <p14:tracePt t="83295" x="1739900" y="2241550"/>
          <p14:tracePt t="83323" x="1746250" y="2247900"/>
          <p14:tracePt t="83358" x="1746250" y="2254250"/>
          <p14:tracePt t="83393" x="1752600" y="2254250"/>
          <p14:tracePt t="83435" x="1752600" y="2260600"/>
          <p14:tracePt t="83477" x="1758950" y="2266950"/>
          <p14:tracePt t="83513" x="1765300" y="2266950"/>
          <p14:tracePt t="83547" x="1771650" y="2266950"/>
          <p14:tracePt t="83583" x="1778000" y="2266950"/>
          <p14:tracePt t="83716" x="1784350" y="2266950"/>
          <p14:tracePt t="83744" x="1797050" y="2266950"/>
          <p14:tracePt t="83758" x="1803400" y="2266950"/>
          <p14:tracePt t="83765" x="1809750" y="2266950"/>
          <p14:tracePt t="83779" x="1816100" y="2260600"/>
          <p14:tracePt t="83789" x="1822450" y="2260600"/>
          <p14:tracePt t="83803" x="1835150" y="2254250"/>
          <p14:tracePt t="83819" x="1866900" y="2228850"/>
          <p14:tracePt t="83836" x="1911350" y="2197100"/>
          <p14:tracePt t="83852" x="1930400" y="2165350"/>
          <p14:tracePt t="83870" x="1987550" y="2120900"/>
          <p14:tracePt t="83886" x="2038350" y="2063750"/>
          <p14:tracePt t="83902" x="2051050" y="2044700"/>
          <p14:tracePt t="83920" x="2076450" y="2000250"/>
          <p14:tracePt t="83935" x="2101850" y="1955800"/>
          <p14:tracePt t="83952" x="2114550" y="1936750"/>
          <p14:tracePt t="83969" x="2127250" y="1905000"/>
          <p14:tracePt t="83985" x="2133600" y="1879600"/>
          <p14:tracePt t="84002" x="2146300" y="1854200"/>
          <p14:tracePt t="84019" x="2152650" y="1822450"/>
          <p14:tracePt t="84035" x="2159000" y="1803400"/>
          <p14:tracePt t="84039" x="2159000" y="1790700"/>
          <p14:tracePt t="84052" x="2159000" y="1771650"/>
          <p14:tracePt t="84068" x="2159000" y="1752600"/>
          <p14:tracePt t="84084" x="2159000" y="1739900"/>
          <p14:tracePt t="84102" x="2152650" y="1720850"/>
          <p14:tracePt t="84118" x="2146300" y="1708150"/>
          <p14:tracePt t="84151" x="2146300" y="1695450"/>
          <p14:tracePt t="84168" x="2139950" y="1689100"/>
          <p14:tracePt t="84208" x="2139950" y="1682750"/>
          <p14:tracePt t="84236" x="2133600" y="1676400"/>
          <p14:tracePt t="84257" x="2133600" y="1670050"/>
          <p14:tracePt t="84285" x="2133600" y="1663700"/>
          <p14:tracePt t="84306" x="2133600" y="1657350"/>
          <p14:tracePt t="84798" x="2133600" y="1663700"/>
          <p14:tracePt t="84916" x="2133600" y="1670050"/>
          <p14:tracePt t="85023" x="2133600" y="1676400"/>
          <p14:tracePt t="85289" x="2139950" y="1676400"/>
          <p14:tracePt t="85324" x="2139950" y="1682750"/>
          <p14:tracePt t="85394" x="2139950" y="1689100"/>
          <p14:tracePt t="85451" x="2146300" y="1689100"/>
          <p14:tracePt t="86152" x="2152650" y="1695450"/>
          <p14:tracePt t="86173" x="2152650" y="1701800"/>
          <p14:tracePt t="86196" x="2165350" y="1701800"/>
          <p14:tracePt t="86201" x="2165350" y="1714500"/>
          <p14:tracePt t="86215" x="2178050" y="1720850"/>
          <p14:tracePt t="86231" x="2184400" y="1733550"/>
          <p14:tracePt t="86244" x="2197100" y="1752600"/>
          <p14:tracePt t="86261" x="2254250" y="1797050"/>
          <p14:tracePt t="86278" x="2305050" y="1854200"/>
          <p14:tracePt t="86293" x="2540000" y="2070100"/>
          <p14:tracePt t="86310" x="2647950" y="2159000"/>
          <p14:tracePt t="86328" x="2908300" y="2393950"/>
          <p14:tracePt t="86344" x="3238500" y="2673350"/>
          <p14:tracePt t="86360" x="3435350" y="2832100"/>
          <p14:tracePt t="86377" x="3790950" y="3130550"/>
          <p14:tracePt t="86394" x="4184650" y="3429000"/>
          <p14:tracePt t="86410" x="4375150" y="3568700"/>
          <p14:tracePt t="86427" x="4730750" y="3790950"/>
          <p14:tracePt t="86443" x="4927600" y="3892550"/>
          <p14:tracePt t="86461" x="5454650" y="4191000"/>
          <p14:tracePt t="86477" x="5607050" y="4273550"/>
          <p14:tracePt t="86493" x="5740400" y="4356100"/>
          <p14:tracePt t="86510" x="5988050" y="4495800"/>
          <p14:tracePt t="86526" x="6203950" y="4603750"/>
          <p14:tracePt t="86543" x="6292850" y="4641850"/>
          <p14:tracePt t="86560" x="6457950" y="4711700"/>
          <p14:tracePt t="86576" x="6572250" y="4787900"/>
          <p14:tracePt t="86593" x="6610350" y="4800600"/>
          <p14:tracePt t="86609" x="6661150" y="4819650"/>
          <p14:tracePt t="86626" x="6680200" y="4832350"/>
          <p14:tracePt t="86643" x="6686550" y="4832350"/>
          <p14:tracePt t="86659" x="6692900" y="4832350"/>
          <p14:tracePt t="86777" x="6692900" y="4838700"/>
          <p14:tracePt t="86784" x="6699250" y="4845050"/>
          <p14:tracePt t="86798" x="6711950" y="4851400"/>
          <p14:tracePt t="86809" x="6724650" y="4857750"/>
          <p14:tracePt t="86826" x="6769100" y="4876800"/>
          <p14:tracePt t="86842" x="6794500" y="4883150"/>
          <p14:tracePt t="86859" x="6883400" y="4921250"/>
          <p14:tracePt t="86876" x="6991350" y="4953000"/>
          <p14:tracePt t="86892" x="7042150" y="4953000"/>
          <p14:tracePt t="86909" x="7137400" y="4972050"/>
          <p14:tracePt t="86925" x="7232650" y="4972050"/>
          <p14:tracePt t="86942" x="7251700" y="4972050"/>
          <p14:tracePt t="86959" x="7289800" y="4965700"/>
          <p14:tracePt t="86975" x="7308850" y="4959350"/>
          <p14:tracePt t="86992" x="7315200" y="4953000"/>
          <p14:tracePt t="87009" x="7321550" y="4953000"/>
          <p14:tracePt t="87025" x="7334250" y="4946650"/>
          <p14:tracePt t="87041" x="7340600" y="4946650"/>
          <p14:tracePt t="87184" x="7340600" y="4940300"/>
          <p14:tracePt t="87247" x="7340600" y="4933950"/>
          <p14:tracePt t="87303" x="7340600" y="4927600"/>
          <p14:tracePt t="87325" x="7334250" y="4927600"/>
          <p14:tracePt t="87367" x="7327900" y="4921250"/>
          <p14:tracePt t="87395" x="7321550" y="4914900"/>
          <p14:tracePt t="87415" x="7315200" y="4914900"/>
          <p14:tracePt t="87437" x="7315200" y="4908550"/>
          <p14:tracePt t="87465" x="7308850" y="4902200"/>
          <p14:tracePt t="87486" x="7308850" y="4895850"/>
          <p14:tracePt t="87508" x="7302500" y="4895850"/>
          <p14:tracePt t="87528" x="7302500" y="4889500"/>
          <p14:tracePt t="87535" x="7296150" y="4889500"/>
          <p14:tracePt t="87569" x="7296150" y="4883150"/>
          <p14:tracePt t="87598" x="7289800" y="4876800"/>
          <p14:tracePt t="87626" x="7283450" y="4870450"/>
          <p14:tracePt t="87647" x="7277100" y="4870450"/>
          <p14:tracePt t="87654" x="7277100" y="4864100"/>
          <p14:tracePt t="87689" x="7270750" y="4864100"/>
          <p14:tracePt t="87725" x="7270750" y="4857750"/>
          <p14:tracePt t="87746" x="7264400" y="4857750"/>
          <p14:tracePt t="87767" x="7258050" y="4851400"/>
          <p14:tracePt t="87788" x="7251700" y="4851400"/>
          <p14:tracePt t="87830" x="7251700" y="4845050"/>
          <p14:tracePt t="87921" x="7245350" y="4845050"/>
          <p14:tracePt t="88237" x="7245350" y="4851400"/>
          <p14:tracePt t="88258" x="7251700" y="4851400"/>
          <p14:tracePt t="88279" x="7264400" y="4851400"/>
          <p14:tracePt t="88307" x="7270750" y="4857750"/>
          <p14:tracePt t="88356" x="7277100" y="4857750"/>
          <p14:tracePt t="88378" x="7283450" y="4857750"/>
          <p14:tracePt t="88420" x="7296150" y="4864100"/>
          <p14:tracePt t="88462" x="7302500" y="4864100"/>
          <p14:tracePt t="88609" x="7296150" y="4864100"/>
          <p14:tracePt t="88637" x="7289800" y="4864100"/>
          <p14:tracePt t="88721" x="7283450" y="4864100"/>
          <p14:tracePt t="88749" x="7277100" y="4864100"/>
          <p14:tracePt t="88764" x="7277100" y="4857750"/>
          <p14:tracePt t="88772" x="7264400" y="4857750"/>
          <p14:tracePt t="88785" x="7258050" y="4857750"/>
          <p14:tracePt t="88802" x="7219950" y="4857750"/>
          <p14:tracePt t="88819" x="7188200" y="4857750"/>
          <p14:tracePt t="88835" x="7086600" y="4838700"/>
          <p14:tracePt t="88852" x="6934200" y="4838700"/>
          <p14:tracePt t="88869" x="6731000" y="4806950"/>
          <p14:tracePt t="88885" x="6616700" y="4800600"/>
          <p14:tracePt t="88902" x="6470650" y="4762500"/>
          <p14:tracePt t="88918" x="5772150" y="4572000"/>
          <p14:tracePt t="88935" x="5461000" y="4495800"/>
          <p14:tracePt t="88952" x="5149850" y="4394200"/>
          <p14:tracePt t="88968" x="4527550" y="4216400"/>
          <p14:tracePt t="88985" x="3956050" y="4038600"/>
          <p14:tracePt t="89002" x="3454400" y="3873500"/>
          <p14:tracePt t="89018" x="3238500" y="3790950"/>
          <p14:tracePt t="89034" x="2870200" y="3613150"/>
          <p14:tracePt t="89051" x="2660650" y="3492500"/>
          <p14:tracePt t="89068" x="2565400" y="3429000"/>
          <p14:tracePt t="89071" x="2482850" y="3371850"/>
          <p14:tracePt t="89085" x="2413000" y="3308350"/>
          <p14:tracePt t="89101" x="2273300" y="3200400"/>
          <p14:tracePt t="89118" x="2209800" y="3136900"/>
          <p14:tracePt t="89135" x="2114550" y="3035300"/>
          <p14:tracePt t="89151" x="2019300" y="2914650"/>
          <p14:tracePt t="89167" x="1981200" y="2870200"/>
          <p14:tracePt t="89185" x="1917700" y="2781300"/>
          <p14:tracePt t="89201" x="1892300" y="2730500"/>
          <p14:tracePt t="89218" x="1873250" y="2705100"/>
          <p14:tracePt t="89234" x="1854200" y="2679700"/>
          <p14:tracePt t="89250" x="1847850" y="2667000"/>
          <p14:tracePt t="89267" x="1841500" y="2660650"/>
          <p14:tracePt t="89325" x="1847850" y="2660650"/>
          <p14:tracePt t="89332" x="1854200" y="2667000"/>
          <p14:tracePt t="89339" x="1866900" y="2679700"/>
          <p14:tracePt t="89354" x="1879600" y="2686050"/>
          <p14:tracePt t="89367" x="1892300" y="2698750"/>
          <p14:tracePt t="89383" x="1955800" y="2736850"/>
          <p14:tracePt t="89400" x="2025650" y="2768600"/>
          <p14:tracePt t="89417" x="2235200" y="2876550"/>
          <p14:tracePt t="89433" x="2628900" y="3054350"/>
          <p14:tracePt t="89450" x="2895600" y="3168650"/>
          <p14:tracePt t="89466" x="3536950" y="3454400"/>
          <p14:tracePt t="89483" x="4279900" y="3752850"/>
          <p14:tracePt t="89500" x="4667250" y="3879850"/>
          <p14:tracePt t="89517" x="5441950" y="4089400"/>
          <p14:tracePt t="89533" x="5803900" y="4191000"/>
          <p14:tracePt t="89550" x="6648450" y="4318000"/>
          <p14:tracePt t="89566" x="6838950" y="4343400"/>
          <p14:tracePt t="89584" x="6965950" y="4356100"/>
          <p14:tracePt t="89587" x="7067550" y="4356100"/>
          <p14:tracePt t="89600" x="7162800" y="4349750"/>
          <p14:tracePt t="89616" x="7188200" y="4349750"/>
          <p14:tracePt t="89633" x="7207250" y="4343400"/>
          <p14:tracePt t="89649" x="7213600" y="4343400"/>
          <p14:tracePt t="89666" x="7219950" y="4343400"/>
          <p14:tracePt t="89774" x="7213600" y="4343400"/>
          <p14:tracePt t="89866" x="7213600" y="4349750"/>
          <p14:tracePt t="89894" x="7213600" y="4356100"/>
          <p14:tracePt t="89901" x="7213600" y="4362450"/>
          <p14:tracePt t="89942" x="7213600" y="4368800"/>
          <p14:tracePt t="89963" x="7213600" y="4375150"/>
          <p14:tracePt t="89991" x="7213600" y="4381500"/>
          <p14:tracePt t="90005" x="7207250" y="4387850"/>
          <p14:tracePt t="90026" x="7200900" y="4400550"/>
          <p14:tracePt t="90033" x="7200900" y="4406900"/>
          <p14:tracePt t="90048" x="7194550" y="4413250"/>
          <p14:tracePt t="90064" x="7175500" y="4438650"/>
          <p14:tracePt t="90082" x="7162800" y="4457700"/>
          <p14:tracePt t="90085" x="7137400" y="4470400"/>
          <p14:tracePt t="90099" x="7118350" y="4495800"/>
          <p14:tracePt t="90115" x="7054850" y="4533900"/>
          <p14:tracePt t="90131" x="7016750" y="4559300"/>
          <p14:tracePt t="90147" x="6934200" y="4591050"/>
          <p14:tracePt t="90164" x="6877050" y="4603750"/>
          <p14:tracePt t="90181" x="6711950" y="4610100"/>
          <p14:tracePt t="90197" x="6642100" y="4597400"/>
          <p14:tracePt t="90214" x="6591300" y="4578350"/>
          <p14:tracePt t="90231" x="6451600" y="4533900"/>
          <p14:tracePt t="90248" x="6292850" y="4470400"/>
          <p14:tracePt t="90264" x="6191250" y="4432300"/>
          <p14:tracePt t="90281" x="5975350" y="4324350"/>
          <p14:tracePt t="90297" x="5727700" y="4178300"/>
          <p14:tracePt t="90314" x="5543550" y="4051300"/>
          <p14:tracePt t="90329" x="5143500" y="3822700"/>
          <p14:tracePt t="90347" x="4756150" y="3562350"/>
          <p14:tracePt t="90364" x="4387850" y="3308350"/>
          <p14:tracePt t="90380" x="4254500" y="3206750"/>
          <p14:tracePt t="90396" x="4013200" y="3035300"/>
          <p14:tracePt t="90413" x="3810000" y="2838450"/>
          <p14:tracePt t="90430" x="3740150" y="2762250"/>
          <p14:tracePt t="90446" x="3638550" y="2679700"/>
          <p14:tracePt t="90463" x="3454400" y="2508250"/>
          <p14:tracePt t="90479" x="3416300" y="2476500"/>
          <p14:tracePt t="90497" x="3378200" y="2457450"/>
          <p14:tracePt t="90513" x="3333750" y="2419350"/>
          <p14:tracePt t="90529" x="3302000" y="2406650"/>
          <p14:tracePt t="90547" x="3295650" y="2393950"/>
          <p14:tracePt t="90563" x="3282950" y="2387600"/>
          <p14:tracePt t="90579" x="3270250" y="2368550"/>
          <p14:tracePt t="91049" x="3251200" y="2355850"/>
          <p14:tracePt t="91056" x="3219450" y="2343150"/>
          <p14:tracePt t="91070" x="3187700" y="2330450"/>
          <p14:tracePt t="91078" x="3155950" y="2305050"/>
          <p14:tracePt t="91094" x="3111500" y="2286000"/>
          <p14:tracePt t="91111" x="3035300" y="2247900"/>
          <p14:tracePt t="91127" x="2959100" y="2197100"/>
          <p14:tracePt t="91144" x="2914650" y="2178050"/>
          <p14:tracePt t="91161" x="2838450" y="2133600"/>
          <p14:tracePt t="91177" x="2749550" y="2089150"/>
          <p14:tracePt t="91194" x="2717800" y="2076450"/>
          <p14:tracePt t="91211" x="2679700" y="2044700"/>
          <p14:tracePt t="91227" x="2641600" y="2025650"/>
          <p14:tracePt t="91244" x="2622550" y="2012950"/>
          <p14:tracePt t="91260" x="2578100" y="1981200"/>
          <p14:tracePt t="91277" x="2559050" y="1968500"/>
          <p14:tracePt t="91294" x="2508250" y="1943100"/>
          <p14:tracePt t="91310" x="2470150" y="1911350"/>
          <p14:tracePt t="91326" x="2457450" y="1905000"/>
          <p14:tracePt t="91344" x="2425700" y="1898650"/>
          <p14:tracePt t="91360" x="2381250" y="1873250"/>
          <p14:tracePt t="91376" x="2349500" y="1854200"/>
          <p14:tracePt t="91393" x="2298700" y="1835150"/>
          <p14:tracePt t="91410" x="2260600" y="1797050"/>
          <p14:tracePt t="91426" x="2235200" y="1784350"/>
          <p14:tracePt t="91443" x="2209800" y="1746250"/>
          <p14:tracePt t="91460" x="2178050" y="1714500"/>
          <p14:tracePt t="91477" x="2159000" y="1670050"/>
          <p14:tracePt t="91492" x="2152650" y="1638300"/>
          <p14:tracePt t="91509" x="2114550" y="1555750"/>
          <p14:tracePt t="91526" x="2095500" y="1498600"/>
          <p14:tracePt t="91543" x="2082800" y="1428750"/>
          <p14:tracePt t="91561" x="2076450" y="1390650"/>
          <p14:tracePt t="91576" x="2070100" y="1358900"/>
          <p14:tracePt t="91592" x="2070100" y="1352550"/>
          <p14:tracePt t="91608" x="2063750" y="1346200"/>
          <p14:tracePt t="91625" x="2063750" y="1339850"/>
          <p14:tracePt t="91642" x="2063750" y="1333500"/>
          <p14:tracePt t="91702" x="2057400" y="1327150"/>
          <p14:tracePt t="91751" x="2051050" y="1327150"/>
          <p14:tracePt t="91821" x="2051050" y="1320800"/>
          <p14:tracePt t="91849" x="2044700" y="1314450"/>
          <p14:tracePt t="91877" x="2038350" y="1308100"/>
          <p14:tracePt t="91899" x="2038350" y="1301750"/>
          <p14:tracePt t="91913" x="2038350" y="1295400"/>
          <p14:tracePt t="91919" x="2038350" y="1289050"/>
          <p14:tracePt t="91928" x="2038350" y="1282700"/>
          <p14:tracePt t="91942" x="2038350" y="1276350"/>
          <p14:tracePt t="91958" x="2038350" y="1270000"/>
          <p14:tracePt t="91983" x="2038350" y="1263650"/>
          <p14:tracePt t="91992" x="2038350" y="1257300"/>
          <p14:tracePt t="92032" x="2038350" y="1250950"/>
          <p14:tracePt t="92060" x="2038350" y="1244600"/>
          <p14:tracePt t="92123" x="2032000" y="1244600"/>
          <p14:tracePt t="92222" x="2025650" y="1244600"/>
          <p14:tracePt t="92291" x="2019300" y="1244600"/>
          <p14:tracePt t="92341" x="2019300" y="1250950"/>
          <p14:tracePt t="92369" x="2012950" y="1257300"/>
          <p14:tracePt t="92383" x="2012950" y="1263650"/>
          <p14:tracePt t="92392" x="2006600" y="1263650"/>
          <p14:tracePt t="92411" x="2000250" y="1270000"/>
          <p14:tracePt t="92423" x="2000250" y="1276350"/>
          <p14:tracePt t="92439" x="2000250" y="1282700"/>
          <p14:tracePt t="92456" x="1993900" y="1295400"/>
          <p14:tracePt t="92473" x="1993900" y="1301750"/>
          <p14:tracePt t="92489" x="1974850" y="1339850"/>
          <p14:tracePt t="92506" x="1968500" y="1352550"/>
          <p14:tracePt t="92523" x="1955800" y="1377950"/>
          <p14:tracePt t="92539" x="1949450" y="1390650"/>
          <p14:tracePt t="92556" x="1943100" y="1422400"/>
          <p14:tracePt t="92573" x="1936750" y="1441450"/>
          <p14:tracePt t="92589" x="1930400" y="1454150"/>
          <p14:tracePt t="92592" x="1924050" y="1460500"/>
          <p14:tracePt t="92606" x="1924050" y="1473200"/>
          <p14:tracePt t="92623" x="1917700" y="1479550"/>
          <p14:tracePt t="92640" x="1917700" y="1485900"/>
          <p14:tracePt t="92656" x="1917700" y="1498600"/>
          <p14:tracePt t="92672" x="1917700" y="1517650"/>
          <p14:tracePt t="92689" x="1917700" y="1524000"/>
          <p14:tracePt t="92706" x="1917700" y="1568450"/>
          <p14:tracePt t="92722" x="1917700" y="1638300"/>
          <p14:tracePt t="92739" x="1924050" y="1676400"/>
          <p14:tracePt t="92755" x="1936750" y="1784350"/>
          <p14:tracePt t="92771" x="1943100" y="1924050"/>
          <p14:tracePt t="92789" x="1955800" y="1987550"/>
          <p14:tracePt t="92805" x="1955800" y="2139950"/>
          <p14:tracePt t="92822" x="1955800" y="2203450"/>
          <p14:tracePt t="92839" x="1955800" y="2336800"/>
          <p14:tracePt t="92854" x="1943100" y="2393950"/>
          <p14:tracePt t="92871" x="1936750" y="2413000"/>
          <p14:tracePt t="92888" x="1924050" y="2463800"/>
          <p14:tracePt t="92904" x="1911350" y="2495550"/>
          <p14:tracePt t="92921" x="1905000" y="2508250"/>
          <p14:tracePt t="92938" x="1885950" y="2527300"/>
          <p14:tracePt t="92954" x="1873250" y="2533650"/>
          <p14:tracePt t="92971" x="1866900" y="2540000"/>
          <p14:tracePt t="92988" x="1854200" y="2540000"/>
          <p14:tracePt t="93004" x="1841500" y="2540000"/>
          <p14:tracePt t="93022" x="1809750" y="2533650"/>
          <p14:tracePt t="93037" x="1784350" y="2527300"/>
          <p14:tracePt t="93054" x="1727200" y="2501900"/>
          <p14:tracePt t="93071" x="1657350" y="2457450"/>
          <p14:tracePt t="93087" x="1625600" y="2419350"/>
          <p14:tracePt t="93091" x="1587500" y="2387600"/>
          <p14:tracePt t="93107" x="1543050" y="2317750"/>
          <p14:tracePt t="93120" x="1479550" y="2133600"/>
          <p14:tracePt t="93137" x="1460500" y="2032000"/>
          <p14:tracePt t="93155" x="1447800" y="1847850"/>
          <p14:tracePt t="93170" x="1447800" y="1708150"/>
          <p14:tracePt t="93187" x="1447800" y="1644650"/>
          <p14:tracePt t="93204" x="1473200" y="1485900"/>
          <p14:tracePt t="93220" x="1492250" y="1409700"/>
          <p14:tracePt t="93236" x="1517650" y="1276350"/>
          <p14:tracePt t="93254" x="1555750" y="1181100"/>
          <p14:tracePt t="93270" x="1568450" y="1136650"/>
          <p14:tracePt t="93286" x="1587500" y="1085850"/>
          <p14:tracePt t="93303" x="1600200" y="1054100"/>
          <p14:tracePt t="93337" x="1600200" y="1041400"/>
          <p14:tracePt t="93401" x="1606550" y="1041400"/>
          <p14:tracePt t="93457" x="1606550" y="1035050"/>
          <p14:tracePt t="93471" x="1606550" y="1028700"/>
          <p14:tracePt t="93485" x="1612900" y="1022350"/>
          <p14:tracePt t="93506" x="1612900" y="1009650"/>
          <p14:tracePt t="93513" x="1619250" y="1003300"/>
          <p14:tracePt t="93527" x="1619250" y="990600"/>
          <p14:tracePt t="93536" x="1631950" y="977900"/>
          <p14:tracePt t="93552" x="1631950" y="965200"/>
          <p14:tracePt t="93569" x="1657350" y="933450"/>
          <p14:tracePt t="93585" x="1670050" y="901700"/>
          <p14:tracePt t="93601" x="1676400" y="889000"/>
          <p14:tracePt t="93619" x="1689100" y="876300"/>
          <p14:tracePt t="93635" x="1689100" y="869950"/>
          <p14:tracePt t="93669" x="1689100" y="863600"/>
          <p14:tracePt t="93685" x="1689100" y="857250"/>
          <p14:tracePt t="93717" x="1689100" y="850900"/>
          <p14:tracePt t="93752" x="1689100" y="844550"/>
          <p14:tracePt t="93773" x="1682750" y="844550"/>
          <p14:tracePt t="93794" x="1676400" y="838200"/>
          <p14:tracePt t="93815" x="1670050" y="831850"/>
          <p14:tracePt t="93822" x="1663700" y="831850"/>
          <p14:tracePt t="93843" x="1663700" y="825500"/>
          <p14:tracePt t="93864" x="1657350" y="825500"/>
          <p14:tracePt t="93886" x="1651000" y="812800"/>
          <p14:tracePt t="93906" x="1644650" y="806450"/>
          <p14:tracePt t="93913" x="1644650" y="800100"/>
          <p14:tracePt t="93926" x="1638300" y="800100"/>
          <p14:tracePt t="93937" x="1631950" y="793750"/>
          <p14:tracePt t="93951" x="1625600" y="787400"/>
          <p14:tracePt t="93967" x="1606550" y="774700"/>
          <p14:tracePt t="93984" x="1593850" y="755650"/>
          <p14:tracePt t="94001" x="1587500" y="742950"/>
          <p14:tracePt t="94018" x="1568450" y="723900"/>
          <p14:tracePt t="94033" x="1562100" y="717550"/>
          <p14:tracePt t="94050" x="1555750" y="711200"/>
          <p14:tracePt t="94068" x="1555750" y="704850"/>
          <p14:tracePt t="94152" x="1549400" y="704850"/>
          <p14:tracePt t="94215" x="1549400" y="698500"/>
          <p14:tracePt t="94242" x="1549400" y="692150"/>
          <p14:tracePt t="94256" x="1543050" y="685800"/>
          <p14:tracePt t="94263" x="1543050" y="679450"/>
          <p14:tracePt t="94278" x="1543050" y="673100"/>
          <p14:tracePt t="94287" x="1543050" y="666750"/>
          <p14:tracePt t="94306" x="1543050" y="647700"/>
          <p14:tracePt t="94316" x="1536700" y="635000"/>
          <p14:tracePt t="94337" x="1517650" y="590550"/>
          <p14:tracePt t="94350" x="1517650" y="571500"/>
          <p14:tracePt t="94366" x="1511300" y="552450"/>
          <p14:tracePt t="94384" x="1498600" y="501650"/>
          <p14:tracePt t="94399" x="1492250" y="488950"/>
          <p14:tracePt t="94416" x="1492250" y="476250"/>
          <p14:tracePt t="94433" x="1485900" y="469900"/>
          <p14:tracePt t="94466" x="1485900" y="463550"/>
          <p14:tracePt t="94615" x="1492250" y="463550"/>
          <p14:tracePt t="94727" x="1492250" y="469900"/>
          <p14:tracePt t="94784" x="1498600" y="469900"/>
          <p14:tracePt t="94840" x="1498600" y="476250"/>
          <p14:tracePt t="94875" x="1504950" y="482600"/>
          <p14:tracePt t="94910" x="1504950" y="488950"/>
          <p14:tracePt t="94932" x="1511300" y="495300"/>
          <p14:tracePt t="94938" x="1517650" y="495300"/>
          <p14:tracePt t="94947" x="1517650" y="501650"/>
          <p14:tracePt t="94964" x="1524000" y="501650"/>
          <p14:tracePt t="94981" x="1536700" y="501650"/>
          <p14:tracePt t="94997" x="1543050" y="501650"/>
          <p14:tracePt t="95014" x="1568450" y="514350"/>
          <p14:tracePt t="95030" x="1612900" y="527050"/>
          <p14:tracePt t="95047" x="1644650" y="539750"/>
          <p14:tracePt t="95064" x="1714500" y="546100"/>
          <p14:tracePt t="95081" x="1784350" y="565150"/>
          <p14:tracePt t="95097" x="1816100" y="571500"/>
          <p14:tracePt t="95114" x="1860550" y="577850"/>
          <p14:tracePt t="95130" x="1905000" y="584200"/>
          <p14:tracePt t="95147" x="1917700" y="590550"/>
          <p14:tracePt t="95164" x="1936750" y="590550"/>
          <p14:tracePt t="95180" x="1943100" y="590550"/>
          <p14:tracePt t="95268" x="1949450" y="590550"/>
          <p14:tracePt t="95359" x="1949450" y="584200"/>
          <p14:tracePt t="95381" x="1955800" y="584200"/>
          <p14:tracePt t="95402" x="1962150" y="584200"/>
          <p14:tracePt t="95408" x="1968500" y="584200"/>
          <p14:tracePt t="95423" x="1981200" y="577850"/>
          <p14:tracePt t="95432" x="1987550" y="577850"/>
          <p14:tracePt t="95450" x="1993900" y="571500"/>
          <p14:tracePt t="95462" x="2006600" y="565150"/>
          <p14:tracePt t="95479" x="2051050" y="558800"/>
          <p14:tracePt t="95496" x="2070100" y="558800"/>
          <p14:tracePt t="95512" x="2108200" y="552450"/>
          <p14:tracePt t="95529" x="2139950" y="552450"/>
          <p14:tracePt t="95545" x="2165350" y="552450"/>
          <p14:tracePt t="95563" x="2178050" y="546100"/>
          <p14:tracePt t="95578" x="2190750" y="546100"/>
          <p14:tracePt t="95633" x="2197100" y="546100"/>
          <p14:tracePt t="95732" x="2203450" y="546100"/>
          <p14:tracePt t="96167" x="2203450" y="539750"/>
          <p14:tracePt t="96175" x="2203450" y="546100"/>
          <p14:tracePt t="97964" x="2209800" y="552450"/>
          <p14:tracePt t="97978" x="2209800" y="558800"/>
          <p14:tracePt t="97985" x="2222500" y="565150"/>
          <p14:tracePt t="98006" x="2228850" y="571500"/>
          <p14:tracePt t="98027" x="2228850" y="577850"/>
          <p14:tracePt t="98090" x="2228850" y="584200"/>
          <p14:tracePt t="98196" x="2235200" y="584200"/>
          <p14:tracePt t="98217" x="2235200" y="596900"/>
          <p14:tracePt t="100545" x="2260600" y="615950"/>
          <p14:tracePt t="100559" x="2305050" y="654050"/>
          <p14:tracePt t="100566" x="2387600" y="717550"/>
          <p14:tracePt t="100581" x="2495550" y="781050"/>
          <p14:tracePt t="100595" x="2901950" y="990600"/>
          <p14:tracePt t="100611" x="3181350" y="1155700"/>
          <p14:tracePt t="100629" x="3714750" y="1441450"/>
          <p14:tracePt t="100644" x="4286250" y="1739900"/>
          <p14:tracePt t="100661" x="4540250" y="1879600"/>
          <p14:tracePt t="100678" x="5080000" y="2120900"/>
          <p14:tracePt t="100695" x="5353050" y="2247900"/>
          <p14:tracePt t="100699" x="5594350" y="2336800"/>
          <p14:tracePt t="100711" x="5784850" y="2419350"/>
          <p14:tracePt t="100728" x="6184900" y="2559050"/>
          <p14:tracePt t="100744" x="6445250" y="2660650"/>
          <p14:tracePt t="100761" x="6546850" y="2692400"/>
          <p14:tracePt t="100777" x="6731000" y="2717800"/>
          <p14:tracePt t="100794" x="6807200" y="2749550"/>
          <p14:tracePt t="100811" x="6985000" y="2813050"/>
          <p14:tracePt t="100827" x="7029450" y="2825750"/>
          <p14:tracePt t="100844" x="7061200" y="2844800"/>
          <p14:tracePt t="100861" x="7112000" y="2876550"/>
          <p14:tracePt t="100877" x="7150100" y="2921000"/>
          <p14:tracePt t="100894" x="7169150" y="2940050"/>
          <p14:tracePt t="100910" x="7219950" y="2997200"/>
          <p14:tracePt t="100927" x="7264400" y="3086100"/>
          <p14:tracePt t="100944" x="7289800" y="3117850"/>
          <p14:tracePt t="100959" x="7327900" y="3194050"/>
          <p14:tracePt t="100977" x="7378700" y="3270250"/>
          <p14:tracePt t="100994" x="7429500" y="3340100"/>
          <p14:tracePt t="101010" x="7467600" y="3365500"/>
          <p14:tracePt t="101026" x="7512050" y="3409950"/>
          <p14:tracePt t="101043" x="7537450" y="3448050"/>
          <p14:tracePt t="101060" x="7543800" y="3460750"/>
          <p14:tracePt t="101076" x="7550150" y="3467100"/>
          <p14:tracePt t="101093" x="7562850" y="3473450"/>
          <p14:tracePt t="101436" x="7575550" y="3473450"/>
          <p14:tracePt t="101443" x="7588250" y="3479800"/>
          <p14:tracePt t="101457" x="7594600" y="3486150"/>
          <p14:tracePt t="101464" x="7600950" y="3486150"/>
          <p14:tracePt t="101478" x="7613650" y="3498850"/>
          <p14:tracePt t="101492" x="7639050" y="3505200"/>
          <p14:tracePt t="101508" x="7658100" y="3511550"/>
          <p14:tracePt t="101525" x="7670800" y="3517900"/>
          <p14:tracePt t="101558" x="7683500" y="3524250"/>
          <p14:tracePt t="101619" x="7689850" y="3524250"/>
          <p14:tracePt t="101759" x="7683500" y="3524250"/>
          <p14:tracePt t="101780" x="7677150" y="3524250"/>
          <p14:tracePt t="101808" x="7670800" y="3524250"/>
          <p14:tracePt t="101815" x="7664450" y="3524250"/>
          <p14:tracePt t="101829" x="7658100" y="3524250"/>
          <p14:tracePt t="101840" x="7651750" y="3524250"/>
          <p14:tracePt t="101858" x="7620000" y="3524250"/>
          <p14:tracePt t="101874" x="7594600" y="3524250"/>
          <p14:tracePt t="101890" x="7512050" y="3530600"/>
          <p14:tracePt t="101907" x="7410450" y="3536950"/>
          <p14:tracePt t="101923" x="7353300" y="3549650"/>
          <p14:tracePt t="101940" x="7245350" y="3556000"/>
          <p14:tracePt t="101957" x="7162800" y="3575050"/>
          <p14:tracePt t="101973" x="7137400" y="3575050"/>
          <p14:tracePt t="101991" x="7105650" y="3575050"/>
          <p14:tracePt t="102006" x="7086600" y="3581400"/>
          <p14:tracePt t="102023" x="7080250" y="3581400"/>
          <p14:tracePt t="102040" x="7073900" y="3581400"/>
          <p14:tracePt t="102075" x="7067550" y="3581400"/>
          <p14:tracePt t="102145" x="7061200" y="3581400"/>
          <p14:tracePt t="102180" x="7054850" y="3581400"/>
          <p14:tracePt t="102216" x="7048500" y="3581400"/>
          <p14:tracePt t="102251" x="7042150" y="3581400"/>
          <p14:tracePt t="102300" x="7035800" y="3581400"/>
          <p14:tracePt t="102349" x="7035800" y="3575050"/>
          <p14:tracePt t="102377" x="7042150" y="3575050"/>
          <p14:tracePt t="102391" x="7048500" y="3575050"/>
          <p14:tracePt t="102398" x="7054850" y="3575050"/>
          <p14:tracePt t="102412" x="7061200" y="3575050"/>
          <p14:tracePt t="102421" x="7067550" y="3575050"/>
          <p14:tracePt t="102438" x="7080250" y="3581400"/>
          <p14:tracePt t="102454" x="7124700" y="3594100"/>
          <p14:tracePt t="102471" x="7194550" y="3613150"/>
          <p14:tracePt t="102489" x="7321550" y="3632200"/>
          <p14:tracePt t="102505" x="7404100" y="3638550"/>
          <p14:tracePt t="102521" x="7556500" y="3657600"/>
          <p14:tracePt t="102538" x="7721600" y="3670300"/>
          <p14:tracePt t="102554" x="7778750" y="3670300"/>
          <p14:tracePt t="102571" x="7880350" y="3670300"/>
          <p14:tracePt t="102588" x="7962900" y="3663950"/>
          <p14:tracePt t="102605" x="7981950" y="3657600"/>
          <p14:tracePt t="102621" x="7994650" y="3657600"/>
          <p14:tracePt t="102638" x="8020050" y="3651250"/>
          <p14:tracePt t="102917" x="8013700" y="3651250"/>
          <p14:tracePt t="102932" x="8001000" y="3651250"/>
          <p14:tracePt t="102940" x="7981950" y="3644900"/>
          <p14:tracePt t="102955" x="7956550" y="3644900"/>
          <p14:tracePt t="102969" x="7918450" y="3638550"/>
          <p14:tracePt t="102987" x="7823200" y="3638550"/>
          <p14:tracePt t="103003" x="7721600" y="3632200"/>
          <p14:tracePt t="103020" x="7658100" y="3632200"/>
          <p14:tracePt t="103037" x="7537450" y="3632200"/>
          <p14:tracePt t="103053" x="7410450" y="3644900"/>
          <p14:tracePt t="103069" x="7353300" y="3663950"/>
          <p14:tracePt t="103086" x="7232650" y="3683000"/>
          <p14:tracePt t="103102" x="7112000" y="3708400"/>
          <p14:tracePt t="103119" x="7061200" y="3714750"/>
          <p14:tracePt t="103136" x="6953250" y="3733800"/>
          <p14:tracePt t="103153" x="6896100" y="3746500"/>
          <p14:tracePt t="103170" x="6870700" y="3759200"/>
          <p14:tracePt t="103185" x="6864350" y="3759200"/>
          <p14:tracePt t="103202" x="6858000" y="3759200"/>
          <p14:tracePt t="103311" x="6864350" y="3759200"/>
          <p14:tracePt t="103338" x="6870700" y="3759200"/>
          <p14:tracePt t="103395" x="6877050" y="3759200"/>
          <p14:tracePt t="103403" x="6883400" y="3759200"/>
          <p14:tracePt t="103408" x="6889750" y="3759200"/>
          <p14:tracePt t="103423" x="6902450" y="3759200"/>
          <p14:tracePt t="103434" x="6915150" y="3759200"/>
          <p14:tracePt t="103451" x="6953250" y="3759200"/>
          <p14:tracePt t="103468" x="6991350" y="3759200"/>
          <p14:tracePt t="103485" x="7080250" y="3759200"/>
          <p14:tracePt t="103501" x="7188200" y="3759200"/>
          <p14:tracePt t="103518" x="7251700" y="3759200"/>
          <p14:tracePt t="103536" x="7353300" y="3759200"/>
          <p14:tracePt t="103551" x="7486650" y="3771900"/>
          <p14:tracePt t="103568" x="7537450" y="3771900"/>
          <p14:tracePt t="103585" x="7607300" y="3771900"/>
          <p14:tracePt t="103601" x="7632700" y="3771900"/>
          <p14:tracePt t="103617" x="7658100" y="3765550"/>
          <p14:tracePt t="103634" x="7670800" y="3765550"/>
          <p14:tracePt t="103667" x="7677150" y="3759200"/>
          <p14:tracePt t="103740" x="7677150" y="3752850"/>
          <p14:tracePt t="104203" x="7670800" y="3752850"/>
          <p14:tracePt t="104209" x="7651750" y="3740150"/>
          <p14:tracePt t="104223" x="7626350" y="3740150"/>
          <p14:tracePt t="104232" x="7575550" y="3727450"/>
          <p14:tracePt t="104248" x="7518400" y="3721100"/>
          <p14:tracePt t="104266" x="7404100" y="3702050"/>
          <p14:tracePt t="104282" x="7346950" y="3695700"/>
          <p14:tracePt t="104298" x="7245350" y="3683000"/>
          <p14:tracePt t="104315" x="7162800" y="3683000"/>
          <p14:tracePt t="104332" x="7112000" y="3683000"/>
          <p14:tracePt t="104349" x="6972300" y="3683000"/>
          <p14:tracePt t="104365" x="6769100" y="3683000"/>
          <p14:tracePt t="104381" x="6654800" y="3676650"/>
          <p14:tracePt t="104399" x="6413500" y="3663950"/>
          <p14:tracePt t="104415" x="6172200" y="3632200"/>
          <p14:tracePt t="104431" x="6045200" y="3619500"/>
          <p14:tracePt t="104448" x="5791200" y="3587750"/>
          <p14:tracePt t="104464" x="5549900" y="3568700"/>
          <p14:tracePt t="104481" x="5403850" y="3549650"/>
          <p14:tracePt t="104498" x="5130800" y="3479800"/>
          <p14:tracePt t="104514" x="5003800" y="3448050"/>
          <p14:tracePt t="104531" x="4705350" y="3346450"/>
          <p14:tracePt t="104548" x="4330700" y="3213100"/>
          <p14:tracePt t="104564" x="4165600" y="3149600"/>
          <p14:tracePt t="104582" x="3790950" y="3009900"/>
          <p14:tracePt t="104598" x="3454400" y="2908300"/>
          <p14:tracePt t="104614" x="3333750" y="2870200"/>
          <p14:tracePt t="104631" x="3130550" y="2819400"/>
          <p14:tracePt t="104647" x="2965450" y="2768600"/>
          <p14:tracePt t="104664" x="2889250" y="2749550"/>
          <p14:tracePt t="104680" x="2794000" y="2730500"/>
          <p14:tracePt t="104697" x="2698750" y="2692400"/>
          <p14:tracePt t="104715" x="2641600" y="2654300"/>
          <p14:tracePt t="104730" x="2622550" y="2641600"/>
          <p14:tracePt t="104747" x="2597150" y="2622550"/>
          <p14:tracePt t="104764" x="2571750" y="2603500"/>
          <p14:tracePt t="104780" x="2565400" y="2590800"/>
          <p14:tracePt t="104796" x="2546350" y="2578100"/>
          <p14:tracePt t="104813" x="2508250" y="2527300"/>
          <p14:tracePt t="104830" x="2482850" y="2514600"/>
          <p14:tracePt t="104846" x="2463800" y="2489200"/>
          <p14:tracePt t="104863" x="2419350" y="2438400"/>
          <p14:tracePt t="104880" x="2362200" y="2381250"/>
          <p14:tracePt t="104897" x="2317750" y="2349500"/>
          <p14:tracePt t="104913" x="2305050" y="2343150"/>
          <p14:tracePt t="104930" x="2279650" y="2324100"/>
          <p14:tracePt t="104946" x="2260600" y="2317750"/>
          <p14:tracePt t="104963" x="2254250" y="2317750"/>
          <p14:tracePt t="104980" x="2247900" y="2317750"/>
          <p14:tracePt t="105108" x="2254250" y="2324100"/>
          <p14:tracePt t="105115" x="2260600" y="2324100"/>
          <p14:tracePt t="105178" x="2266950" y="2330450"/>
          <p14:tracePt t="105185" x="2273300" y="2330450"/>
          <p14:tracePt t="105206" x="2273300" y="2336800"/>
          <p14:tracePt t="105227" x="2279650" y="2336800"/>
          <p14:tracePt t="105255" x="2286000" y="2336800"/>
          <p14:tracePt t="105277" x="2292350" y="2336800"/>
          <p14:tracePt t="105290" x="2298700" y="2336800"/>
          <p14:tracePt t="105304" x="2305050" y="2336800"/>
          <p14:tracePt t="105326" x="2311400" y="2343150"/>
          <p14:tracePt t="105347" x="2317750" y="2349500"/>
          <p14:tracePt t="105353" x="2330450" y="2349500"/>
          <p14:tracePt t="105368" x="2343150" y="2355850"/>
          <p14:tracePt t="105378" x="2362200" y="2355850"/>
          <p14:tracePt t="105395" x="2393950" y="2362200"/>
          <p14:tracePt t="105411" x="2476500" y="2374900"/>
          <p14:tracePt t="105428" x="2527300" y="2381250"/>
          <p14:tracePt t="105445" x="2755900" y="2381250"/>
          <p14:tracePt t="105461" x="2844800" y="2381250"/>
          <p14:tracePt t="105478" x="2933700" y="2381250"/>
          <p14:tracePt t="105494" x="3111500" y="2381250"/>
          <p14:tracePt t="105511" x="3263900" y="2374900"/>
          <p14:tracePt t="105529" x="3409950" y="2374900"/>
          <p14:tracePt t="105545" x="3473450" y="2368550"/>
          <p14:tracePt t="105561" x="3600450" y="2368550"/>
          <p14:tracePt t="105578" x="3708400" y="2362200"/>
          <p14:tracePt t="105594" x="3759200" y="2362200"/>
          <p14:tracePt t="105610" x="3848100" y="2349500"/>
          <p14:tracePt t="105628" x="3968750" y="2355850"/>
          <p14:tracePt t="105644" x="4019550" y="2355850"/>
          <p14:tracePt t="105660" x="4146550" y="2362200"/>
          <p14:tracePt t="110719" x="4089400" y="2400300"/>
          <p14:tracePt t="110733" x="4019550" y="2444750"/>
          <p14:tracePt t="110740" x="3937000" y="2482850"/>
          <p14:tracePt t="110754" x="3854450" y="2533650"/>
          <p14:tracePt t="110763" x="3771900" y="2584450"/>
          <p14:tracePt t="110776" x="3689350" y="2647950"/>
          <p14:tracePt t="110793" x="3479800" y="2749550"/>
          <p14:tracePt t="110809" x="3359150" y="2806700"/>
          <p14:tracePt t="110825" x="3067050" y="2921000"/>
          <p14:tracePt t="110842" x="2933700" y="2965450"/>
          <p14:tracePt t="110860" x="2559050" y="3092450"/>
          <p14:tracePt t="110876" x="2432050" y="3098800"/>
          <p14:tracePt t="110892" x="2317750" y="3098800"/>
          <p14:tracePt t="110909" x="2127250" y="3098800"/>
          <p14:tracePt t="110925" x="1993900" y="3079750"/>
          <p14:tracePt t="110942" x="1943100" y="3060700"/>
          <p14:tracePt t="110959" x="1841500" y="3022600"/>
          <p14:tracePt t="110975" x="1746250" y="2990850"/>
          <p14:tracePt t="110993" x="1663700" y="2965450"/>
          <p14:tracePt t="111009" x="1631950" y="2959100"/>
          <p14:tracePt t="111025" x="1574800" y="2940050"/>
          <p14:tracePt t="111042" x="1524000" y="2940050"/>
          <p14:tracePt t="111058" x="1485900" y="2940050"/>
          <p14:tracePt t="111075" x="1416050" y="2940050"/>
          <p14:tracePt t="111091" x="1358900" y="2940050"/>
          <p14:tracePt t="111108" x="1327150" y="2933700"/>
          <p14:tracePt t="111126" x="1308100" y="2927350"/>
          <p14:tracePt t="111141" x="1276350" y="2914650"/>
          <p14:tracePt t="111204" x="1289050" y="2914650"/>
          <p14:tracePt t="111210" x="1301750" y="2921000"/>
          <p14:tracePt t="111227" x="1320800" y="2933700"/>
          <p14:tracePt t="111241" x="1346200" y="2940050"/>
          <p14:tracePt t="111258" x="1416050" y="2978150"/>
          <p14:tracePt t="111274" x="1517650" y="3022600"/>
          <p14:tracePt t="111291" x="1587500" y="3060700"/>
          <p14:tracePt t="111308" x="1758950" y="3162300"/>
          <p14:tracePt t="111324" x="1949450" y="3289300"/>
          <p14:tracePt t="111341" x="2057400" y="3365500"/>
          <p14:tracePt t="111358" x="2324100" y="3511550"/>
          <p14:tracePt t="111374" x="2647950" y="3695700"/>
          <p14:tracePt t="111391" x="2825750" y="3803650"/>
          <p14:tracePt t="111407" x="3213100" y="4064000"/>
          <p14:tracePt t="111424" x="3676650" y="4343400"/>
          <p14:tracePt t="111440" x="3873500" y="4457700"/>
          <p14:tracePt t="111457" x="4267200" y="4635500"/>
          <p14:tracePt t="111474" x="4457700" y="4718050"/>
          <p14:tracePt t="111491" x="4933950" y="4921250"/>
          <p14:tracePt t="111507" x="5035550" y="4959350"/>
          <p14:tracePt t="111523" x="5143500" y="4978400"/>
          <p14:tracePt t="111540" x="5372100" y="5022850"/>
          <p14:tracePt t="111557" x="5588000" y="5035550"/>
          <p14:tracePt t="111573" x="5676900" y="5035550"/>
          <p14:tracePt t="111590" x="5848350" y="5041900"/>
          <p14:tracePt t="111607" x="6013450" y="5029200"/>
          <p14:tracePt t="111624" x="6089650" y="5022850"/>
          <p14:tracePt t="111639" x="6254750" y="5035550"/>
          <p14:tracePt t="111656" x="6426200" y="5054600"/>
          <p14:tracePt t="111674" x="6540500" y="5054600"/>
          <p14:tracePt t="111689" x="6604000" y="5048250"/>
          <p14:tracePt t="111706" x="6737350" y="5029200"/>
          <p14:tracePt t="111723" x="6851650" y="5022850"/>
          <p14:tracePt t="111739" x="6921500" y="5022850"/>
          <p14:tracePt t="111756" x="6959600" y="5016500"/>
          <p14:tracePt t="111772" x="7067550" y="4959350"/>
          <p14:tracePt t="111789" x="7112000" y="4940300"/>
          <p14:tracePt t="111807" x="7175500" y="4908550"/>
          <p14:tracePt t="111823" x="7219950" y="48958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attrib3:... 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['__annotations__',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Now, lets look at these remaining methods.</a:t>
            </a:r>
          </a:p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en-US" sz="220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print(.__annotations__)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{'attrib1': &lt;class 'object'&gt;, 'attrib3': Ellipsis, 'attrib4': Ellipsis}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53"/>
    </mc:Choice>
    <mc:Fallback xmlns="">
      <p:transition spd="slow" advTm="258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97" x="7207250" y="4889500"/>
          <p14:tracePt t="1504" x="7194550" y="4889500"/>
          <p14:tracePt t="1511" x="7188200" y="4889500"/>
          <p14:tracePt t="1524" x="7181850" y="4889500"/>
          <p14:tracePt t="1536" x="7181850" y="4883150"/>
          <p14:tracePt t="1553" x="7175500" y="4864100"/>
          <p14:tracePt t="1569" x="7162800" y="4819650"/>
          <p14:tracePt t="1586" x="7169150" y="4616450"/>
          <p14:tracePt t="1602" x="7219950" y="4273550"/>
          <p14:tracePt t="1619" x="7245350" y="4057650"/>
          <p14:tracePt t="1636" x="7334250" y="3581400"/>
          <p14:tracePt t="1652" x="7410450" y="3200400"/>
          <p14:tracePt t="1669" x="7461250" y="3016250"/>
          <p14:tracePt t="1686" x="7550150" y="2660650"/>
          <p14:tracePt t="1703" x="7613650" y="2413000"/>
          <p14:tracePt t="1718" x="7645400" y="2298700"/>
          <p14:tracePt t="1735" x="7696200" y="2152650"/>
          <p14:tracePt t="1752" x="7740650" y="2038350"/>
          <p14:tracePt t="1769" x="7759700" y="1987550"/>
          <p14:tracePt t="1786" x="7772400" y="1936750"/>
          <p14:tracePt t="1802" x="7778750" y="1924050"/>
          <p14:tracePt t="1819" x="7791450" y="1911350"/>
          <p14:tracePt t="1890" x="7785100" y="1917700"/>
          <p14:tracePt t="1925" x="7785100" y="1924050"/>
          <p14:tracePt t="1932" x="7778750" y="1924050"/>
          <p14:tracePt t="1953" x="7766050" y="1930400"/>
          <p14:tracePt t="1960" x="7753350" y="1943100"/>
          <p14:tracePt t="1974" x="7740650" y="1949450"/>
          <p14:tracePt t="1984" x="7715250" y="1968500"/>
          <p14:tracePt t="2000" x="7696200" y="1981200"/>
          <p14:tracePt t="2017" x="7651750" y="2019300"/>
          <p14:tracePt t="2034" x="7581900" y="2070100"/>
          <p14:tracePt t="2051" x="7505700" y="2139950"/>
          <p14:tracePt t="2068" x="7461250" y="2165350"/>
          <p14:tracePt t="2084" x="7410450" y="2216150"/>
          <p14:tracePt t="2101" x="7213600" y="2362200"/>
          <p14:tracePt t="2117" x="7156450" y="2419350"/>
          <p14:tracePt t="2136" x="7029450" y="2508250"/>
          <p14:tracePt t="2151" x="6972300" y="2559050"/>
          <p14:tracePt t="2167" x="6870700" y="2622550"/>
          <p14:tracePt t="2185" x="6775450" y="2698750"/>
          <p14:tracePt t="2201" x="6731000" y="2711450"/>
          <p14:tracePt t="2218" x="6680200" y="2755900"/>
          <p14:tracePt t="2234" x="6635750" y="2781300"/>
          <p14:tracePt t="2250" x="6616700" y="2800350"/>
          <p14:tracePt t="2266" x="6572250" y="2819400"/>
          <p14:tracePt t="2283" x="6540500" y="2832100"/>
          <p14:tracePt t="2300" x="6527800" y="2838450"/>
          <p14:tracePt t="2316" x="6502400" y="2857500"/>
          <p14:tracePt t="2333" x="6489700" y="2863850"/>
          <p14:tracePt t="2349" x="6483350" y="2870200"/>
          <p14:tracePt t="2367" x="6477000" y="2876550"/>
          <p14:tracePt t="2383" x="6470650" y="2901950"/>
          <p14:tracePt t="2400" x="6464300" y="2914650"/>
          <p14:tracePt t="2416" x="6451600" y="2971800"/>
          <p14:tracePt t="2433" x="6451600" y="3016250"/>
          <p14:tracePt t="2449" x="6445250" y="3155950"/>
          <p14:tracePt t="2466" x="6464300" y="3327400"/>
          <p14:tracePt t="2482" x="6477000" y="3416300"/>
          <p14:tracePt t="2499" x="6521450" y="3575050"/>
          <p14:tracePt t="2515" x="6572250" y="3733800"/>
          <p14:tracePt t="2532" x="6604000" y="3803650"/>
          <p14:tracePt t="2549" x="6648450" y="3924300"/>
          <p14:tracePt t="2565" x="6692900" y="3987800"/>
          <p14:tracePt t="2582" x="6705600" y="4019550"/>
          <p14:tracePt t="2599" x="6724650" y="4044950"/>
          <p14:tracePt t="2615" x="6731000" y="4057650"/>
          <p14:tracePt t="2632" x="6737350" y="4064000"/>
          <p14:tracePt t="2665" x="6737350" y="4057650"/>
          <p14:tracePt t="2704" x="6737350" y="4051300"/>
          <p14:tracePt t="2718" x="6743700" y="4051300"/>
          <p14:tracePt t="2725" x="6750050" y="4044950"/>
          <p14:tracePt t="2735" x="6756400" y="4044950"/>
          <p14:tracePt t="2748" x="6762750" y="4044950"/>
          <p14:tracePt t="2768" x="6769100" y="4044950"/>
          <p14:tracePt t="2788" x="6781800" y="4051300"/>
          <p14:tracePt t="2802" x="6788150" y="4051300"/>
          <p14:tracePt t="2818" x="6800850" y="4057650"/>
          <p14:tracePt t="2837" x="6813550" y="4057650"/>
          <p14:tracePt t="2847" x="6819900" y="4057650"/>
          <p14:tracePt t="2865" x="6845300" y="4070350"/>
          <p14:tracePt t="2881" x="6858000" y="4076700"/>
          <p14:tracePt t="2898" x="6908800" y="4089400"/>
          <p14:tracePt t="2915" x="6959600" y="4108450"/>
          <p14:tracePt t="2931" x="6991350" y="4133850"/>
          <p14:tracePt t="2948" x="7061200" y="4159250"/>
          <p14:tracePt t="2964" x="7150100" y="4197350"/>
          <p14:tracePt t="2981" x="7188200" y="4203700"/>
          <p14:tracePt t="2998" x="7251700" y="4222750"/>
          <p14:tracePt t="3014" x="7302500" y="4241800"/>
          <p14:tracePt t="3031" x="7321550" y="4248150"/>
          <p14:tracePt t="3048" x="7334250" y="4254500"/>
          <p14:tracePt t="3064" x="7340600" y="4260850"/>
          <p14:tracePt t="3080" x="7353300" y="4260850"/>
          <p14:tracePt t="3097" x="7353300" y="4267200"/>
          <p14:tracePt t="3139" x="7353300" y="4273550"/>
          <p14:tracePt t="3146" x="7340600" y="4286250"/>
          <p14:tracePt t="3153" x="7334250" y="4298950"/>
          <p14:tracePt t="3167" x="7321550" y="4305300"/>
          <p14:tracePt t="3180" x="7296150" y="4330700"/>
          <p14:tracePt t="3196" x="7232650" y="4400550"/>
          <p14:tracePt t="3213" x="7181850" y="4425950"/>
          <p14:tracePt t="3230" x="7080250" y="4502150"/>
          <p14:tracePt t="3246" x="6959600" y="4559300"/>
          <p14:tracePt t="3263" x="6889750" y="4584700"/>
          <p14:tracePt t="3280" x="6756400" y="4603750"/>
          <p14:tracePt t="3296" x="6616700" y="4603750"/>
          <p14:tracePt t="3313" x="6540500" y="4591050"/>
          <p14:tracePt t="3329" x="6407150" y="4565650"/>
          <p14:tracePt t="3346" x="6337300" y="4546600"/>
          <p14:tracePt t="3364" x="6191250" y="4508500"/>
          <p14:tracePt t="3379" x="6140450" y="4508500"/>
          <p14:tracePt t="3395" x="6096000" y="4508500"/>
          <p14:tracePt t="3413" x="6032500" y="4508500"/>
          <p14:tracePt t="3429" x="5981700" y="4508500"/>
          <p14:tracePt t="3446" x="5956300" y="4508500"/>
          <p14:tracePt t="3463" x="5911850" y="4514850"/>
          <p14:tracePt t="3479" x="5873750" y="4521200"/>
          <p14:tracePt t="3496" x="5854700" y="4533900"/>
          <p14:tracePt t="3512" x="5822950" y="4546600"/>
          <p14:tracePt t="3529" x="5791200" y="4565650"/>
          <p14:tracePt t="3546" x="5753100" y="4584700"/>
          <p14:tracePt t="3562" x="5734050" y="4591050"/>
          <p14:tracePt t="3579" x="5689600" y="4616450"/>
          <p14:tracePt t="3595" x="5638800" y="4629150"/>
          <p14:tracePt t="3612" x="5613400" y="4635500"/>
          <p14:tracePt t="3629" x="5581650" y="4641850"/>
          <p14:tracePt t="3645" x="5530850" y="4654550"/>
          <p14:tracePt t="3662" x="5473700" y="4660900"/>
          <p14:tracePt t="3680" x="5410200" y="4660900"/>
          <p14:tracePt t="3696" x="5378450" y="4660900"/>
          <p14:tracePt t="3699" x="5340350" y="4673600"/>
          <p14:tracePt t="3711" x="5289550" y="4673600"/>
          <p14:tracePt t="3729" x="5207000" y="4686300"/>
          <p14:tracePt t="3745" x="5156200" y="4686300"/>
          <p14:tracePt t="3761" x="5073650" y="4705350"/>
          <p14:tracePt t="3779" x="4965700" y="4730750"/>
          <p14:tracePt t="3795" x="4908550" y="4749800"/>
          <p14:tracePt t="3811" x="4800600" y="4768850"/>
          <p14:tracePt t="3828" x="4692650" y="4787900"/>
          <p14:tracePt t="3844" x="4641850" y="4794250"/>
          <p14:tracePt t="3861" x="4572000" y="4794250"/>
          <p14:tracePt t="3878" x="4527550" y="4794250"/>
          <p14:tracePt t="3895" x="4502150" y="4787900"/>
          <p14:tracePt t="3912" x="4470400" y="4781550"/>
          <p14:tracePt t="3928" x="4445000" y="4768850"/>
          <p14:tracePt t="3944" x="4432300" y="4762500"/>
          <p14:tracePt t="3961" x="4406900" y="4737100"/>
          <p14:tracePt t="3977" x="4394200" y="4724400"/>
          <p14:tracePt t="3996" x="4362450" y="4686300"/>
          <p14:tracePt t="4011" x="4343400" y="4654550"/>
          <p14:tracePt t="4027" x="4337050" y="4641850"/>
          <p14:tracePt t="4044" x="4324350" y="4622800"/>
          <p14:tracePt t="4060" x="4318000" y="4603750"/>
          <p14:tracePt t="4077" x="4311650" y="4597400"/>
          <p14:tracePt t="4094" x="4305300" y="4584700"/>
          <p14:tracePt t="4110" x="4292600" y="4572000"/>
          <p14:tracePt t="4127" x="4292600" y="4559300"/>
          <p14:tracePt t="4144" x="4286250" y="4533900"/>
          <p14:tracePt t="4573" x="4216400" y="4565650"/>
          <p14:tracePt t="4580" x="4121150" y="4616450"/>
          <p14:tracePt t="4591" x="4038600" y="4673600"/>
          <p14:tracePt t="4608" x="3860800" y="4781550"/>
          <p14:tracePt t="4625" x="3790950" y="4832350"/>
          <p14:tracePt t="4643" x="3721100" y="4876800"/>
          <p14:tracePt t="4659" x="3448050" y="4953000"/>
          <p14:tracePt t="4675" x="3365500" y="4978400"/>
          <p14:tracePt t="4692" x="3302000" y="4997450"/>
          <p14:tracePt t="4708" x="3155950" y="5029200"/>
          <p14:tracePt t="4725" x="2990850" y="5041900"/>
          <p14:tracePt t="4742" x="2774950" y="5035550"/>
          <p14:tracePt t="4758" x="2660650" y="5016500"/>
          <p14:tracePt t="4775" x="2489200" y="4984750"/>
          <p14:tracePt t="4791" x="2330450" y="4953000"/>
          <p14:tracePt t="4808" x="2254250" y="4927600"/>
          <p14:tracePt t="4824" x="2120900" y="4895850"/>
          <p14:tracePt t="4841" x="2044700" y="4870450"/>
          <p14:tracePt t="4858" x="2006600" y="4864100"/>
          <p14:tracePt t="4875" x="1962150" y="4864100"/>
          <p14:tracePt t="4891" x="1936750" y="4857750"/>
          <p14:tracePt t="4907" x="1892300" y="4851400"/>
          <p14:tracePt t="4925" x="1847850" y="4845050"/>
          <p14:tracePt t="4940" x="1803400" y="4832350"/>
          <p14:tracePt t="4957" x="1784350" y="4826000"/>
          <p14:tracePt t="4974" x="1733550" y="4806950"/>
          <p14:tracePt t="4990" x="1701800" y="4800600"/>
          <p14:tracePt t="5008" x="1625600" y="4775200"/>
          <p14:tracePt t="5023" x="1600200" y="4768850"/>
          <p14:tracePt t="5040" x="1581150" y="4762500"/>
          <p14:tracePt t="5058" x="1536700" y="4749800"/>
          <p14:tracePt t="5073" x="1498600" y="4737100"/>
          <p14:tracePt t="5090" x="1473200" y="4730750"/>
          <p14:tracePt t="5107" x="1447800" y="4711700"/>
          <p14:tracePt t="5123" x="1422400" y="4673600"/>
          <p14:tracePt t="5140" x="1409700" y="4654550"/>
          <p14:tracePt t="5156" x="1390650" y="4597400"/>
          <p14:tracePt t="5173" x="1384300" y="4540250"/>
          <p14:tracePt t="5190" x="1390650" y="4438650"/>
          <p14:tracePt t="5206" x="1397000" y="4375150"/>
          <p14:tracePt t="5223" x="1435100" y="4229100"/>
          <p14:tracePt t="5240" x="1498600" y="4044950"/>
          <p14:tracePt t="5256" x="1530350" y="3949700"/>
          <p14:tracePt t="5273" x="1555750" y="3873500"/>
          <p14:tracePt t="5289" x="1644650" y="3683000"/>
          <p14:tracePt t="5306" x="1663700" y="3638550"/>
          <p14:tracePt t="5323" x="1682750" y="3613150"/>
          <p14:tracePt t="5339" x="1695450" y="3594100"/>
          <p14:tracePt t="5355" x="1701800" y="3594100"/>
          <p14:tracePt t="5605" x="1695450" y="3600450"/>
          <p14:tracePt t="5612" x="1689100" y="3600450"/>
          <p14:tracePt t="5626" x="1689100" y="3606800"/>
          <p14:tracePt t="5638" x="1676400" y="3606800"/>
          <p14:tracePt t="5655" x="1651000" y="3619500"/>
          <p14:tracePt t="5672" x="1625600" y="3619500"/>
          <p14:tracePt t="5689" x="1568450" y="3619500"/>
          <p14:tracePt t="5704" x="1492250" y="3625850"/>
          <p14:tracePt t="5722" x="1435100" y="3625850"/>
          <p14:tracePt t="5738" x="1314450" y="3606800"/>
          <p14:tracePt t="5755" x="1187450" y="3581400"/>
          <p14:tracePt t="5771" x="1130300" y="3568700"/>
          <p14:tracePt t="5788" x="1022350" y="3524250"/>
          <p14:tracePt t="5804" x="920750" y="3479800"/>
          <p14:tracePt t="5821" x="889000" y="3460750"/>
          <p14:tracePt t="5837" x="838200" y="3435350"/>
          <p14:tracePt t="5854" x="800100" y="3409950"/>
          <p14:tracePt t="5871" x="787400" y="3403600"/>
          <p14:tracePt t="5887" x="781050" y="3403600"/>
          <p14:tracePt t="5904" x="781050" y="3397250"/>
          <p14:tracePt t="5921" x="774700" y="3390900"/>
          <p14:tracePt t="5942" x="768350" y="3384550"/>
          <p14:tracePt t="6047" x="768350" y="3378200"/>
          <p14:tracePt t="6055" x="768350" y="3371850"/>
          <p14:tracePt t="6061" x="774700" y="3365500"/>
          <p14:tracePt t="6075" x="787400" y="3365500"/>
          <p14:tracePt t="6097" x="800100" y="3352800"/>
          <p14:tracePt t="6106" x="825500" y="3346450"/>
          <p14:tracePt t="6120" x="850900" y="3327400"/>
          <p14:tracePt t="6137" x="952500" y="3282950"/>
          <p14:tracePt t="6153" x="1123950" y="3213100"/>
          <p14:tracePt t="6170" x="1231900" y="3181350"/>
          <p14:tracePt t="6187" x="1346200" y="3124200"/>
          <p14:tracePt t="6202" x="1778000" y="2978150"/>
          <p14:tracePt t="6219" x="1917700" y="2914650"/>
          <p14:tracePt t="6237" x="2165350" y="2832100"/>
          <p14:tracePt t="6253" x="2273300" y="2787650"/>
          <p14:tracePt t="6269" x="2495550" y="2717800"/>
          <p14:tracePt t="6286" x="2717800" y="2641600"/>
          <p14:tracePt t="6302" x="2832100" y="2609850"/>
          <p14:tracePt t="6319" x="3016250" y="2571750"/>
          <p14:tracePt t="6336" x="3232150" y="2514600"/>
          <p14:tracePt t="6352" x="3340100" y="2495550"/>
          <p14:tracePt t="6370" x="3556000" y="2457450"/>
          <p14:tracePt t="6386" x="3771900" y="2425700"/>
          <p14:tracePt t="6402" x="3886200" y="2413000"/>
          <p14:tracePt t="6419" x="4127500" y="2381250"/>
          <p14:tracePt t="6435" x="4394200" y="2362200"/>
          <p14:tracePt t="6452" x="4495800" y="2349500"/>
          <p14:tracePt t="6469" x="4692650" y="2330450"/>
          <p14:tracePt t="6485" x="4883150" y="2311400"/>
          <p14:tracePt t="6502" x="4953000" y="2292350"/>
          <p14:tracePt t="6518" x="5092700" y="2292350"/>
          <p14:tracePt t="6535" x="5130800" y="2292350"/>
          <p14:tracePt t="6552" x="5238750" y="2298700"/>
          <p14:tracePt t="6568" x="5283200" y="2317750"/>
          <p14:tracePt t="6585" x="5302250" y="2324100"/>
          <p14:tracePt t="6602" x="5365750" y="2349500"/>
          <p14:tracePt t="6618" x="5422900" y="2368550"/>
          <p14:tracePt t="6635" x="5467350" y="2393950"/>
          <p14:tracePt t="6651" x="5543550" y="2432050"/>
          <p14:tracePt t="6668" x="5619750" y="2482850"/>
          <p14:tracePt t="6686" x="5695950" y="2559050"/>
          <p14:tracePt t="6701" x="5727700" y="2609850"/>
          <p14:tracePt t="6718" x="5810250" y="2679700"/>
          <p14:tracePt t="6735" x="5899150" y="2749550"/>
          <p14:tracePt t="6751" x="5969000" y="2787650"/>
          <p14:tracePt t="6768" x="6146800" y="2870200"/>
          <p14:tracePt t="6784" x="6305550" y="2933700"/>
          <p14:tracePt t="6801" x="6381750" y="2965450"/>
          <p14:tracePt t="6818" x="6477000" y="3003550"/>
          <p14:tracePt t="6834" x="6743700" y="3086100"/>
          <p14:tracePt t="6850" x="6819900" y="3117850"/>
          <p14:tracePt t="6869" x="6978650" y="3175000"/>
          <p14:tracePt t="6884" x="7061200" y="3194050"/>
          <p14:tracePt t="6901" x="7181850" y="3219450"/>
          <p14:tracePt t="6918" x="7270750" y="3276600"/>
          <p14:tracePt t="6934" x="7308850" y="3282950"/>
          <p14:tracePt t="6950" x="7346950" y="3295650"/>
          <p14:tracePt t="6967" x="7366000" y="3302000"/>
          <p14:tracePt t="6984" x="7366000" y="3308350"/>
          <p14:tracePt t="7001" x="7372350" y="3308350"/>
          <p14:tracePt t="7086" x="7372350" y="3302000"/>
          <p14:tracePt t="7177" x="7366000" y="3302000"/>
          <p14:tracePt t="7206" x="7359650" y="3302000"/>
          <p14:tracePt t="7227" x="7353300" y="3302000"/>
          <p14:tracePt t="7248" x="7340600" y="3302000"/>
          <p14:tracePt t="7255" x="7334250" y="3302000"/>
          <p14:tracePt t="7269" x="7321550" y="3302000"/>
          <p14:tracePt t="7282" x="7296150" y="3302000"/>
          <p14:tracePt t="7299" x="7232650" y="3295650"/>
          <p14:tracePt t="7316" x="7181850" y="3295650"/>
          <p14:tracePt t="7332" x="7035800" y="3276600"/>
          <p14:tracePt t="7350" x="6838950" y="3244850"/>
          <p14:tracePt t="7366" x="6724650" y="3238500"/>
          <p14:tracePt t="7382" x="6534150" y="3194050"/>
          <p14:tracePt t="7399" x="6375400" y="3162300"/>
          <p14:tracePt t="7417" x="6267450" y="3117850"/>
          <p14:tracePt t="7432" x="6229350" y="3092450"/>
          <p14:tracePt t="7449" x="6197600" y="3060700"/>
          <p14:tracePt t="7466" x="6159500" y="2990850"/>
          <p14:tracePt t="7482" x="6159500" y="2959100"/>
          <p14:tracePt t="7498" x="6178550" y="2921000"/>
          <p14:tracePt t="7515" x="6229350" y="2806700"/>
          <p14:tracePt t="7532" x="6305550" y="2647950"/>
          <p14:tracePt t="7549" x="6413500" y="2457450"/>
          <p14:tracePt t="7565" x="6464300" y="2374900"/>
          <p14:tracePt t="7581" x="6578600" y="2197100"/>
          <p14:tracePt t="7599" x="6680200" y="2051050"/>
          <p14:tracePt t="7615" x="6724650" y="1987550"/>
          <p14:tracePt t="7632" x="6813550" y="1898650"/>
          <p14:tracePt t="7648" x="6877050" y="1854200"/>
          <p14:tracePt t="7665" x="6896100" y="1847850"/>
          <p14:tracePt t="7681" x="6940550" y="1828800"/>
          <p14:tracePt t="7698" x="6978650" y="1828800"/>
          <p14:tracePt t="7715" x="6985000" y="1828800"/>
          <p14:tracePt t="9040" x="6870700" y="1879600"/>
          <p14:tracePt t="9054" x="6731000" y="1943100"/>
          <p14:tracePt t="9062" x="6565900" y="2006600"/>
          <p14:tracePt t="9076" x="6400800" y="2082800"/>
          <p14:tracePt t="9093" x="6146800" y="2190750"/>
          <p14:tracePt t="9110" x="5956300" y="2260600"/>
          <p14:tracePt t="9126" x="5486400" y="2406650"/>
          <p14:tracePt t="9143" x="5041900" y="2552700"/>
          <p14:tracePt t="9160" x="4451350" y="2692400"/>
          <p14:tracePt t="9176" x="4197350" y="2755900"/>
          <p14:tracePt t="9193" x="3911600" y="2832100"/>
          <p14:tracePt t="9209" x="3009900" y="2990850"/>
          <p14:tracePt t="9226" x="2730500" y="3035300"/>
          <p14:tracePt t="9244" x="2286000" y="3105150"/>
          <p14:tracePt t="9259" x="2120900" y="3117850"/>
          <p14:tracePt t="9276" x="1854200" y="3149600"/>
          <p14:tracePt t="9293" x="1663700" y="3181350"/>
          <p14:tracePt t="9309" x="1587500" y="3194050"/>
          <p14:tracePt t="9326" x="1466850" y="3213100"/>
          <p14:tracePt t="9343" x="1371600" y="3225800"/>
          <p14:tracePt t="9359" x="1333500" y="3238500"/>
          <p14:tracePt t="9375" x="1225550" y="3257550"/>
          <p14:tracePt t="9392" x="1123950" y="3289300"/>
          <p14:tracePt t="9408" x="1073150" y="3308350"/>
          <p14:tracePt t="9426" x="927100" y="3346450"/>
          <p14:tracePt t="9442" x="749300" y="3429000"/>
          <p14:tracePt t="9458" x="647700" y="3460750"/>
          <p14:tracePt t="9475" x="438150" y="3524250"/>
          <p14:tracePt t="9491" x="247650" y="3562350"/>
          <p14:tracePt t="9508" x="177800" y="3581400"/>
          <p14:tracePt t="9525" x="38100" y="3581400"/>
          <p14:tracePt t="9700" x="0" y="3606800"/>
          <p14:tracePt t="9714" x="38100" y="3606800"/>
          <p14:tracePt t="9721" x="63500" y="3606800"/>
          <p14:tracePt t="9735" x="95250" y="3606800"/>
          <p14:tracePt t="9744" x="133350" y="3606800"/>
          <p14:tracePt t="9757" x="158750" y="3606800"/>
          <p14:tracePt t="9774" x="241300" y="3594100"/>
          <p14:tracePt t="9791" x="304800" y="3594100"/>
          <p14:tracePt t="9807" x="342900" y="3600450"/>
          <p14:tracePt t="9824" x="368300" y="3594100"/>
          <p14:tracePt t="9841" x="438150" y="3581400"/>
          <p14:tracePt t="9857" x="450850" y="3575050"/>
          <p14:tracePt t="9874" x="463550" y="3575050"/>
          <p14:tracePt t="9890" x="482600" y="3568700"/>
          <p14:tracePt t="9907" x="488950" y="3568700"/>
          <p14:tracePt t="9924" x="495300" y="3562350"/>
          <p14:tracePt t="9940" x="508000" y="3562350"/>
          <p14:tracePt t="9957" x="520700" y="3556000"/>
          <p14:tracePt t="9974" x="527050" y="3549650"/>
          <p14:tracePt t="9990" x="527050" y="3543300"/>
          <p14:tracePt t="10006" x="539750" y="3536950"/>
          <p14:tracePt t="10023" x="546100" y="3524250"/>
          <p14:tracePt t="10039" x="552450" y="3524250"/>
          <p14:tracePt t="10056" x="565150" y="3524250"/>
          <p14:tracePt t="10073" x="584200" y="3517900"/>
          <p14:tracePt t="10090" x="609600" y="3505200"/>
          <p14:tracePt t="10107" x="660400" y="3492500"/>
          <p14:tracePt t="10123" x="742950" y="3467100"/>
          <p14:tracePt t="10139" x="781050" y="3467100"/>
          <p14:tracePt t="10156" x="889000" y="3448050"/>
          <p14:tracePt t="10172" x="977900" y="3441700"/>
          <p14:tracePt t="10190" x="1022350" y="3435350"/>
          <p14:tracePt t="10208" x="1079500" y="3429000"/>
          <p14:tracePt t="10222" x="1104900" y="3429000"/>
          <p14:tracePt t="10239" x="1136650" y="3429000"/>
          <p14:tracePt t="10256" x="1149350" y="3429000"/>
          <p14:tracePt t="10352" x="1143000" y="3429000"/>
          <p14:tracePt t="10366" x="1130300" y="3429000"/>
          <p14:tracePt t="10375" x="1123950" y="3429000"/>
          <p14:tracePt t="10389" x="1111250" y="3429000"/>
          <p14:tracePt t="10405" x="1098550" y="3429000"/>
          <p14:tracePt t="10423" x="1060450" y="3429000"/>
          <p14:tracePt t="10438" x="1028700" y="3441700"/>
          <p14:tracePt t="10455" x="996950" y="3441700"/>
          <p14:tracePt t="10472" x="914400" y="3441700"/>
          <p14:tracePt t="10488" x="876300" y="3441700"/>
          <p14:tracePt t="10505" x="850900" y="3441700"/>
          <p14:tracePt t="10521" x="806450" y="3441700"/>
          <p14:tracePt t="10538" x="762000" y="3422650"/>
          <p14:tracePt t="10554" x="742950" y="3416300"/>
          <p14:tracePt t="10571" x="717550" y="3409950"/>
          <p14:tracePt t="10588" x="698500" y="3403600"/>
          <p14:tracePt t="10668" x="704850" y="3403600"/>
          <p14:tracePt t="10675" x="711200" y="3403600"/>
          <p14:tracePt t="10687" x="717550" y="3409950"/>
          <p14:tracePt t="10704" x="749300" y="3409950"/>
          <p14:tracePt t="10720" x="768350" y="3409950"/>
          <p14:tracePt t="10738" x="825500" y="3416300"/>
          <p14:tracePt t="10754" x="908050" y="3422650"/>
          <p14:tracePt t="10770" x="958850" y="3435350"/>
          <p14:tracePt t="10788" x="1041400" y="3435350"/>
          <p14:tracePt t="10804" x="1085850" y="3448050"/>
          <p14:tracePt t="10820" x="1111250" y="3448050"/>
          <p14:tracePt t="10838" x="1136650" y="3448050"/>
          <p14:tracePt t="10870" x="1143000" y="3454400"/>
          <p14:tracePt t="10914" x="1136650" y="3454400"/>
          <p14:tracePt t="10928" x="1130300" y="3454400"/>
          <p14:tracePt t="10935" x="1117600" y="3454400"/>
          <p14:tracePt t="10949" x="1104900" y="3454400"/>
          <p14:tracePt t="10956" x="1085850" y="3454400"/>
          <p14:tracePt t="10970" x="1066800" y="3454400"/>
          <p14:tracePt t="10986" x="1009650" y="3454400"/>
          <p14:tracePt t="11003" x="965200" y="3454400"/>
          <p14:tracePt t="11020" x="889000" y="3441700"/>
          <p14:tracePt t="11036" x="819150" y="3429000"/>
          <p14:tracePt t="11053" x="793750" y="3429000"/>
          <p14:tracePt t="11069" x="762000" y="3422650"/>
          <p14:tracePt t="11086" x="749300" y="3422650"/>
          <p14:tracePt t="11103" x="742950" y="3422650"/>
          <p14:tracePt t="11194" x="755650" y="3422650"/>
          <p14:tracePt t="11209" x="762000" y="3429000"/>
          <p14:tracePt t="11216" x="774700" y="3429000"/>
          <p14:tracePt t="11230" x="787400" y="3441700"/>
          <p14:tracePt t="11238" x="806450" y="3448050"/>
          <p14:tracePt t="11253" x="825500" y="3448050"/>
          <p14:tracePt t="11269" x="908050" y="3460750"/>
          <p14:tracePt t="11287" x="977900" y="3479800"/>
          <p14:tracePt t="11302" x="1022350" y="3486150"/>
          <p14:tracePt t="11318" x="1079500" y="3492500"/>
          <p14:tracePt t="11335" x="1117600" y="3492500"/>
          <p14:tracePt t="11352" x="1136650" y="3492500"/>
          <p14:tracePt t="11369" x="1149350" y="3492500"/>
          <p14:tracePt t="11385" x="1162050" y="3492500"/>
          <p14:tracePt t="11707" x="1162050" y="3486150"/>
          <p14:tracePt t="11714" x="1162050" y="3479800"/>
          <p14:tracePt t="11728" x="1155700" y="3479800"/>
          <p14:tracePt t="11737" x="1155700" y="3467100"/>
          <p14:tracePt t="11751" x="1155700" y="3454400"/>
          <p14:tracePt t="11767" x="1149350" y="3435350"/>
          <p14:tracePt t="11784" x="1130300" y="3314700"/>
          <p14:tracePt t="11800" x="1123950" y="3257550"/>
          <p14:tracePt t="11817" x="1117600" y="3206750"/>
          <p14:tracePt t="11834" x="1098550" y="3086100"/>
          <p14:tracePt t="11850" x="1079500" y="2990850"/>
          <p14:tracePt t="11867" x="1073150" y="2940050"/>
          <p14:tracePt t="11883" x="1060450" y="2889250"/>
          <p14:tracePt t="11899" x="1060450" y="2844800"/>
          <p14:tracePt t="11917" x="1054100" y="2832100"/>
          <p14:tracePt t="11933" x="1054100" y="2813050"/>
          <p14:tracePt t="11950" x="1047750" y="2787650"/>
          <p14:tracePt t="11967" x="1047750" y="2774950"/>
          <p14:tracePt t="11983" x="1047750" y="2768600"/>
          <p14:tracePt t="12000" x="1047750" y="2755900"/>
          <p14:tracePt t="12017" x="1047750" y="2736850"/>
          <p14:tracePt t="12033" x="1047750" y="2730500"/>
          <p14:tracePt t="12049" x="1041400" y="2717800"/>
          <p14:tracePt t="12066" x="1035050" y="2698750"/>
          <p14:tracePt t="12083" x="1028700" y="2686050"/>
          <p14:tracePt t="12100" x="1022350" y="2667000"/>
          <p14:tracePt t="12115" x="1016000" y="2660650"/>
          <p14:tracePt t="12132" x="1003300" y="2641600"/>
          <p14:tracePt t="12150" x="1003300" y="2628900"/>
          <p14:tracePt t="12166" x="996950" y="2622550"/>
          <p14:tracePt t="12182" x="984250" y="2603500"/>
          <p14:tracePt t="12199" x="971550" y="2584450"/>
          <p14:tracePt t="12216" x="965200" y="2584450"/>
          <p14:tracePt t="12232" x="952500" y="2565400"/>
          <p14:tracePt t="12249" x="946150" y="2552700"/>
          <p14:tracePt t="12265" x="946150" y="2546350"/>
          <p14:tracePt t="12283" x="946150" y="2533650"/>
          <p14:tracePt t="12299" x="946150" y="2527300"/>
          <p14:tracePt t="12669" x="946150" y="2533650"/>
          <p14:tracePt t="12732" x="946150" y="2540000"/>
          <p14:tracePt t="12781" x="946150" y="2552700"/>
          <p14:tracePt t="12788" x="952500" y="2559050"/>
          <p14:tracePt t="12802" x="958850" y="2559050"/>
          <p14:tracePt t="12813" x="965200" y="2559050"/>
          <p14:tracePt t="12831" x="984250" y="2571750"/>
          <p14:tracePt t="12847" x="1003300" y="2578100"/>
          <p14:tracePt t="12863" x="1066800" y="2628900"/>
          <p14:tracePt t="12880" x="1206500" y="2705100"/>
          <p14:tracePt t="12896" x="1295400" y="2755900"/>
          <p14:tracePt t="12913" x="1403350" y="2813050"/>
          <p14:tracePt t="12930" x="1822450" y="3054350"/>
          <p14:tracePt t="12946" x="2000250" y="3143250"/>
          <p14:tracePt t="12964" x="2349500" y="3352800"/>
          <p14:tracePt t="12980" x="2501900" y="3435350"/>
          <p14:tracePt t="12996" x="2787650" y="3625850"/>
          <p14:tracePt t="13013" x="3048000" y="3784600"/>
          <p14:tracePt t="13029" x="3155950" y="3860800"/>
          <p14:tracePt t="13046" x="3346450" y="4019550"/>
          <p14:tracePt t="13062" x="3492500" y="4210050"/>
          <p14:tracePt t="13079" x="3543300" y="4305300"/>
          <p14:tracePt t="13095" x="3625850" y="4470400"/>
          <p14:tracePt t="13112" x="3714750" y="4610100"/>
          <p14:tracePt t="13129" x="3752850" y="4673600"/>
          <p14:tracePt t="13146" x="3867150" y="4806950"/>
          <p14:tracePt t="13162" x="3956050" y="4946650"/>
          <p14:tracePt t="13179" x="3981450" y="5010150"/>
          <p14:tracePt t="13196" x="4044950" y="5092700"/>
          <p14:tracePt t="13212" x="4095750" y="5149850"/>
          <p14:tracePt t="13229" x="4127500" y="5181600"/>
          <p14:tracePt t="13246" x="4159250" y="5213350"/>
          <p14:tracePt t="13262" x="4216400" y="5270500"/>
          <p14:tracePt t="13280" x="4273550" y="5327650"/>
          <p14:tracePt t="13295" x="4305300" y="5346700"/>
          <p14:tracePt t="13299" x="4330700" y="5359400"/>
          <p14:tracePt t="13329" x="4381500" y="5384800"/>
          <p14:tracePt t="13345" x="4413250" y="5397500"/>
          <p14:tracePt t="13362" x="4425950" y="5397500"/>
          <p14:tracePt t="13378" x="4451350" y="5397500"/>
          <p14:tracePt t="13395" x="4470400" y="5397500"/>
          <p14:tracePt t="13411" x="4489450" y="5397500"/>
          <p14:tracePt t="13428" x="4508500" y="5397500"/>
          <p14:tracePt t="13444" x="4527550" y="5397500"/>
          <p14:tracePt t="13462" x="4546600" y="5397500"/>
          <p14:tracePt t="13477" x="4552950" y="5397500"/>
          <p14:tracePt t="13495" x="4565650" y="5416550"/>
          <p14:tracePt t="13512" x="4578350" y="5448300"/>
          <p14:tracePt t="13527" x="4578350" y="5461000"/>
          <p14:tracePt t="14076" x="4584700" y="5461000"/>
          <p14:tracePt t="14125" x="4578350" y="5461000"/>
          <p14:tracePt t="14139" x="4559300" y="5454650"/>
          <p14:tracePt t="14146" x="4527550" y="5454650"/>
          <p14:tracePt t="14159" x="4489450" y="5435600"/>
          <p14:tracePt t="14175" x="4394200" y="5422900"/>
          <p14:tracePt t="14192" x="4330700" y="5403850"/>
          <p14:tracePt t="14209" x="4146550" y="5340350"/>
          <p14:tracePt t="14226" x="3917950" y="5232400"/>
          <p14:tracePt t="14242" x="3797300" y="5162550"/>
          <p14:tracePt t="14259" x="3498850" y="4946650"/>
          <p14:tracePt t="14276" x="3340100" y="4826000"/>
          <p14:tracePt t="14292" x="3067050" y="4616450"/>
          <p14:tracePt t="14308" x="2851150" y="4451350"/>
          <p14:tracePt t="14325" x="2755900" y="4387850"/>
          <p14:tracePt t="14329" x="2660650" y="4337050"/>
          <p14:tracePt t="14342" x="2578100" y="4286250"/>
          <p14:tracePt t="14358" x="2368550" y="4210050"/>
          <p14:tracePt t="14374" x="2279650" y="4191000"/>
          <p14:tracePt t="14392" x="2095500" y="4140200"/>
          <p14:tracePt t="14408" x="1930400" y="4121150"/>
          <p14:tracePt t="14425" x="1847850" y="4114800"/>
          <p14:tracePt t="14442" x="1701800" y="4070350"/>
          <p14:tracePt t="14458" x="1568450" y="4032250"/>
          <p14:tracePt t="14476" x="1485900" y="4000500"/>
          <p14:tracePt t="14491" x="1454150" y="3981450"/>
          <p14:tracePt t="14507" x="1377950" y="3949700"/>
          <p14:tracePt t="14525" x="1327150" y="3937000"/>
          <p14:tracePt t="14541" x="1301750" y="3930650"/>
          <p14:tracePt t="14558" x="1276350" y="3917950"/>
          <p14:tracePt t="14575" x="1212850" y="3886200"/>
          <p14:tracePt t="14590" x="1193800" y="3879850"/>
          <p14:tracePt t="14607" x="1174750" y="3867150"/>
          <p14:tracePt t="14624" x="1136650" y="3835400"/>
          <p14:tracePt t="14640" x="1092200" y="3803650"/>
          <p14:tracePt t="14659" x="1060450" y="3771900"/>
          <p14:tracePt t="14673" x="1047750" y="3752850"/>
          <p14:tracePt t="14690" x="1022350" y="3746500"/>
          <p14:tracePt t="14708" x="990600" y="3708400"/>
          <p14:tracePt t="14724" x="971550" y="3689350"/>
          <p14:tracePt t="14740" x="939800" y="3651250"/>
          <p14:tracePt t="14757" x="920750" y="3613150"/>
          <p14:tracePt t="14773" x="895350" y="3568700"/>
          <p14:tracePt t="14790" x="889000" y="3556000"/>
          <p14:tracePt t="14807" x="876300" y="3536950"/>
          <p14:tracePt t="14823" x="876300" y="3530600"/>
          <p14:tracePt t="14911" x="869950" y="3524250"/>
          <p14:tracePt t="14967" x="863600" y="3524250"/>
          <p14:tracePt t="14988" x="863600" y="3517900"/>
          <p14:tracePt t="15016" x="857250" y="3505200"/>
          <p14:tracePt t="15031" x="850900" y="3505200"/>
          <p14:tracePt t="15037" x="850900" y="3498850"/>
          <p14:tracePt t="15052" x="850900" y="3486150"/>
          <p14:tracePt t="15059" x="844550" y="3479800"/>
          <p14:tracePt t="15072" x="838200" y="3473450"/>
          <p14:tracePt t="15089" x="831850" y="3435350"/>
          <p14:tracePt t="15105" x="825500" y="3422650"/>
          <p14:tracePt t="15122" x="812800" y="3397250"/>
          <p14:tracePt t="15139" x="800100" y="3371850"/>
          <p14:tracePt t="15156" x="800100" y="3365500"/>
          <p14:tracePt t="15172" x="793750" y="3352800"/>
          <p14:tracePt t="15431" x="812800" y="3295650"/>
          <p14:tracePt t="15438" x="863600" y="3213100"/>
          <p14:tracePt t="15452" x="914400" y="3143250"/>
          <p14:tracePt t="15459" x="977900" y="3060700"/>
          <p14:tracePt t="15474" x="1041400" y="2990850"/>
          <p14:tracePt t="15487" x="1162050" y="2844800"/>
          <p14:tracePt t="15504" x="1212850" y="2774950"/>
          <p14:tracePt t="15522" x="1295400" y="2673350"/>
          <p14:tracePt t="15537" x="1327150" y="2635250"/>
          <p14:tracePt t="15554" x="1358900" y="2603500"/>
          <p14:tracePt t="15571" x="1371600" y="2597150"/>
          <p14:tracePt t="15587" x="1377950" y="2590800"/>
          <p14:tracePt t="16173" x="1371600" y="2578100"/>
          <p14:tracePt t="16180" x="1346200" y="2571750"/>
          <p14:tracePt t="16194" x="1333500" y="2559050"/>
          <p14:tracePt t="16202" x="1320800" y="2546350"/>
          <p14:tracePt t="16218" x="1308100" y="2533650"/>
          <p14:tracePt t="16236" x="1282700" y="2514600"/>
          <p14:tracePt t="16252" x="1263650" y="2501900"/>
          <p14:tracePt t="16268" x="1257300" y="2495550"/>
          <p14:tracePt t="16285" x="1250950" y="2489200"/>
          <p14:tracePt t="16301" x="1244600" y="2482850"/>
          <p14:tracePt t="16454" x="1238250" y="2482850"/>
          <p14:tracePt t="17036" x="1231900" y="2489200"/>
          <p14:tracePt t="17043" x="1212850" y="2495550"/>
          <p14:tracePt t="17057" x="1200150" y="2495550"/>
          <p14:tracePt t="17066" x="1181100" y="2495550"/>
          <p14:tracePt t="17082" x="1149350" y="2495550"/>
          <p14:tracePt t="17099" x="1130300" y="2501900"/>
          <p14:tracePt t="17115" x="1073150" y="2501900"/>
          <p14:tracePt t="17132" x="1035050" y="2501900"/>
          <p14:tracePt t="17149" x="952500" y="2501900"/>
          <p14:tracePt t="17165" x="927100" y="2501900"/>
          <p14:tracePt t="17182" x="889000" y="2501900"/>
          <p14:tracePt t="17199" x="838200" y="2495550"/>
          <p14:tracePt t="17215" x="819150" y="2495550"/>
          <p14:tracePt t="17232" x="793750" y="2495550"/>
          <p14:tracePt t="17248" x="781050" y="2495550"/>
          <p14:tracePt t="17265" x="774700" y="2495550"/>
          <p14:tracePt t="17303" x="774700" y="2489200"/>
          <p14:tracePt t="17372" x="781050" y="2489200"/>
          <p14:tracePt t="17408" x="787400" y="2489200"/>
          <p14:tracePt t="17450" x="793750" y="2489200"/>
          <p14:tracePt t="17487" x="800100" y="2489200"/>
          <p14:tracePt t="17494" x="812800" y="2489200"/>
          <p14:tracePt t="17508" x="819150" y="2489200"/>
          <p14:tracePt t="17517" x="838200" y="2489200"/>
          <p14:tracePt t="17531" x="857250" y="2489200"/>
          <p14:tracePt t="17548" x="895350" y="2489200"/>
          <p14:tracePt t="17564" x="1054100" y="2501900"/>
          <p14:tracePt t="17580" x="1117600" y="2501900"/>
          <p14:tracePt t="17597" x="1257300" y="2508250"/>
          <p14:tracePt t="17614" x="1365250" y="2508250"/>
          <p14:tracePt t="17630" x="1390650" y="2514600"/>
          <p14:tracePt t="17647" x="1441450" y="2514600"/>
          <p14:tracePt t="17664" x="1454150" y="2514600"/>
          <p14:tracePt t="17680" x="1473200" y="2514600"/>
          <p14:tracePt t="17697" x="1479550" y="2514600"/>
          <p14:tracePt t="18021" x="1473200" y="2527300"/>
          <p14:tracePt t="18035" x="1460500" y="2540000"/>
          <p14:tracePt t="18042" x="1454150" y="2552700"/>
          <p14:tracePt t="18056" x="1435100" y="2584450"/>
          <p14:tracePt t="18065" x="1409700" y="2616200"/>
          <p14:tracePt t="18079" x="1384300" y="2673350"/>
          <p14:tracePt t="18095" x="1314450" y="2787650"/>
          <p14:tracePt t="18112" x="1250950" y="2927350"/>
          <p14:tracePt t="18128" x="1219200" y="2990850"/>
          <p14:tracePt t="18145" x="1162050" y="3143250"/>
          <p14:tracePt t="18162" x="1111250" y="3302000"/>
          <p14:tracePt t="18178" x="1092200" y="3365500"/>
          <p14:tracePt t="18195" x="1073150" y="3435350"/>
          <p14:tracePt t="18211" x="1016000" y="3600450"/>
          <p14:tracePt t="18228" x="996950" y="3651250"/>
          <p14:tracePt t="18246" x="971550" y="3708400"/>
          <p14:tracePt t="18261" x="952500" y="3727450"/>
          <p14:tracePt t="18278" x="933450" y="3746500"/>
          <p14:tracePt t="18295" x="927100" y="3759200"/>
          <p14:tracePt t="18311" x="927100" y="3765550"/>
          <p14:tracePt t="18337" x="920750" y="3765550"/>
          <p14:tracePt t="18386" x="920750" y="3759200"/>
          <p14:tracePt t="18392" x="914400" y="3759200"/>
          <p14:tracePt t="18413" x="908050" y="3752850"/>
          <p14:tracePt t="18420" x="908050" y="3746500"/>
          <p14:tracePt t="18442" x="901700" y="3740150"/>
          <p14:tracePt t="18456" x="895350" y="3740150"/>
          <p14:tracePt t="18478" x="889000" y="3733800"/>
          <p14:tracePt t="18485" x="882650" y="3733800"/>
          <p14:tracePt t="18494" x="876300" y="3733800"/>
          <p14:tracePt t="18510" x="869950" y="3721100"/>
          <p14:tracePt t="18527" x="844550" y="3702050"/>
          <p14:tracePt t="18544" x="819150" y="3683000"/>
          <p14:tracePt t="18561" x="774700" y="3632200"/>
          <p14:tracePt t="18577" x="704850" y="3562350"/>
          <p14:tracePt t="18593" x="685800" y="3543300"/>
          <p14:tracePt t="18611" x="635000" y="3473450"/>
          <p14:tracePt t="18627" x="603250" y="3441700"/>
          <p14:tracePt t="18643" x="584200" y="3416300"/>
          <p14:tracePt t="18660" x="565150" y="3397250"/>
          <p14:tracePt t="18676" x="558800" y="3384550"/>
          <p14:tracePt t="18744" x="558800" y="3378200"/>
          <p14:tracePt t="18906" x="565150" y="3378200"/>
          <p14:tracePt t="18912" x="571500" y="3378200"/>
          <p14:tracePt t="18928" x="590550" y="3378200"/>
          <p14:tracePt t="18942" x="609600" y="3378200"/>
          <p14:tracePt t="18959" x="685800" y="3378200"/>
          <p14:tracePt t="18976" x="800100" y="3378200"/>
          <p14:tracePt t="18992" x="882650" y="3378200"/>
          <p14:tracePt t="19009" x="1022350" y="3365500"/>
          <p14:tracePt t="19025" x="1136650" y="3359150"/>
          <p14:tracePt t="19042" x="1193800" y="3352800"/>
          <p14:tracePt t="19059" x="1257300" y="3352800"/>
          <p14:tracePt t="19075" x="1295400" y="3340100"/>
          <p14:tracePt t="19092" x="1308100" y="3340100"/>
          <p14:tracePt t="19109" x="1314450" y="3340100"/>
          <p14:tracePt t="19125" x="1320800" y="3340100"/>
          <p14:tracePt t="19165" x="1327150" y="3346450"/>
          <p14:tracePt t="19193" x="1327150" y="3352800"/>
          <p14:tracePt t="19214" x="1339850" y="3359150"/>
          <p14:tracePt t="19229" x="1346200" y="3365500"/>
          <p14:tracePt t="19235" x="1358900" y="3378200"/>
          <p14:tracePt t="19249" x="1377950" y="3397250"/>
          <p14:tracePt t="19258" x="1403350" y="3422650"/>
          <p14:tracePt t="19275" x="1447800" y="3454400"/>
          <p14:tracePt t="19292" x="1562100" y="3562350"/>
          <p14:tracePt t="19308" x="1733550" y="3708400"/>
          <p14:tracePt t="19324" x="1828800" y="3797300"/>
          <p14:tracePt t="19341" x="2076450" y="4013200"/>
          <p14:tracePt t="19357" x="2368550" y="4286250"/>
          <p14:tracePt t="19374" x="2489200" y="4406900"/>
          <p14:tracePt t="19391" x="2743200" y="4673600"/>
          <p14:tracePt t="19407" x="3003550" y="4959350"/>
          <p14:tracePt t="19424" x="3194050" y="5175250"/>
          <p14:tracePt t="19441" x="3270250" y="5270500"/>
          <p14:tracePt t="19457" x="3352800" y="5365750"/>
          <p14:tracePt t="19474" x="3549650" y="5626100"/>
          <p14:tracePt t="19490" x="3613150" y="5683250"/>
          <p14:tracePt t="19507" x="3670300" y="5746750"/>
          <p14:tracePt t="19523" x="3790950" y="5873750"/>
          <p14:tracePt t="19540" x="3886200" y="5969000"/>
          <p14:tracePt t="19557" x="3917950" y="6000750"/>
          <p14:tracePt t="19573" x="3975100" y="6038850"/>
          <p14:tracePt t="19590" x="4013200" y="6070600"/>
          <p14:tracePt t="19607" x="4032250" y="6083300"/>
          <p14:tracePt t="19623" x="4044950" y="6089650"/>
          <p14:tracePt t="19640" x="4064000" y="6096000"/>
          <p14:tracePt t="19657" x="4076700" y="6102350"/>
          <p14:tracePt t="19673" x="4083050" y="6102350"/>
          <p14:tracePt t="19690" x="4083050" y="6108700"/>
          <p14:tracePt t="19706" x="4095750" y="6108700"/>
          <p14:tracePt t="19740" x="4114800" y="6115050"/>
          <p14:tracePt t="19756" x="4127500" y="6115050"/>
          <p14:tracePt t="19773" x="4133850" y="6121400"/>
          <p14:tracePt t="19790" x="4152900" y="6127750"/>
          <p14:tracePt t="19806" x="4171950" y="6134100"/>
          <p14:tracePt t="19822" x="4178300" y="6140450"/>
          <p14:tracePt t="19839" x="4184650" y="6146800"/>
          <p14:tracePt t="20520" x="4178300" y="6134100"/>
          <p14:tracePt t="20527" x="4152900" y="6102350"/>
          <p14:tracePt t="20541" x="4127500" y="6070600"/>
          <p14:tracePt t="20553" x="4089400" y="6026150"/>
          <p14:tracePt t="20570" x="4006850" y="5930900"/>
          <p14:tracePt t="20586" x="3975100" y="5899150"/>
          <p14:tracePt t="20605" x="3898900" y="5803900"/>
          <p14:tracePt t="20620" x="3810000" y="5689600"/>
          <p14:tracePt t="20637" x="3771900" y="5632450"/>
          <p14:tracePt t="20654" x="3695700" y="5492750"/>
          <p14:tracePt t="20670" x="3613150" y="5346700"/>
          <p14:tracePt t="20686" x="3575050" y="5276850"/>
          <p14:tracePt t="20703" x="3492500" y="5086350"/>
          <p14:tracePt t="20720" x="3460750" y="4984750"/>
          <p14:tracePt t="20737" x="3390900" y="4775200"/>
          <p14:tracePt t="20753" x="3346450" y="4591050"/>
          <p14:tracePt t="20769" x="3340100" y="4514850"/>
          <p14:tracePt t="20786" x="3321050" y="4375150"/>
          <p14:tracePt t="20802" x="3321050" y="4254500"/>
          <p14:tracePt t="20819" x="3321050" y="4216400"/>
          <p14:tracePt t="20836" x="3327400" y="4121150"/>
          <p14:tracePt t="20852" x="3340100" y="4057650"/>
          <p14:tracePt t="20869" x="3340100" y="4025900"/>
          <p14:tracePt t="20886" x="3340100" y="3968750"/>
          <p14:tracePt t="20902" x="3352800" y="3911600"/>
          <p14:tracePt t="20919" x="3352800" y="3892550"/>
          <p14:tracePt t="20936" x="3359150" y="3829050"/>
          <p14:tracePt t="20952" x="3359150" y="3784600"/>
          <p14:tracePt t="20969" x="3365500" y="3752850"/>
          <p14:tracePt t="20985" x="3365500" y="3740150"/>
          <p14:tracePt t="21002" x="3365500" y="3727450"/>
          <p14:tracePt t="21019" x="3365500" y="3708400"/>
          <p14:tracePt t="21035" x="3365500" y="3702050"/>
          <p14:tracePt t="21068" x="3365500" y="3695700"/>
          <p14:tracePt t="21085" x="3359150" y="3695700"/>
          <p14:tracePt t="21124" x="3352800" y="3695700"/>
          <p14:tracePt t="21158" x="3346450" y="3689350"/>
          <p14:tracePt t="21173" x="3340100" y="3689350"/>
          <p14:tracePt t="21180" x="3333750" y="3683000"/>
          <p14:tracePt t="21194" x="3327400" y="3683000"/>
          <p14:tracePt t="21203" x="3321050" y="3676650"/>
          <p14:tracePt t="21217" x="3314700" y="3676650"/>
          <p14:tracePt t="21234" x="3289300" y="3670300"/>
          <p14:tracePt t="21251" x="3232150" y="3663950"/>
          <p14:tracePt t="21268" x="3187700" y="3657600"/>
          <p14:tracePt t="21285" x="3086100" y="3644900"/>
          <p14:tracePt t="21301" x="2952750" y="3638550"/>
          <p14:tracePt t="21317" x="2876550" y="3625850"/>
          <p14:tracePt t="21335" x="2755900" y="3606800"/>
          <p14:tracePt t="21350" x="2705100" y="3600450"/>
          <p14:tracePt t="21367" x="2654300" y="3587750"/>
          <p14:tracePt t="21371" x="2641600" y="3587750"/>
          <p14:tracePt t="21386" x="2635250" y="3587750"/>
          <p14:tracePt t="21426" x="2647950" y="3587750"/>
          <p14:tracePt t="21432" x="2667000" y="3594100"/>
          <p14:tracePt t="21440" x="2698750" y="3594100"/>
          <p14:tracePt t="21454" x="2743200" y="3606800"/>
          <p14:tracePt t="21467" x="2806700" y="3606800"/>
          <p14:tracePt t="21484" x="2978150" y="3613150"/>
          <p14:tracePt t="21500" x="3092450" y="3613150"/>
          <p14:tracePt t="21517" x="3352800" y="3625850"/>
          <p14:tracePt t="21533" x="3644900" y="3638550"/>
          <p14:tracePt t="21550" x="3803650" y="3638550"/>
          <p14:tracePt t="21567" x="4121150" y="3651250"/>
          <p14:tracePt t="21583" x="4451350" y="3670300"/>
          <p14:tracePt t="21600" x="4578350" y="3670300"/>
          <p14:tracePt t="21616" x="4940300" y="3695700"/>
          <p14:tracePt t="21633" x="5099050" y="3695700"/>
          <p14:tracePt t="21650" x="5505450" y="3695700"/>
          <p14:tracePt t="21666" x="5645150" y="3708400"/>
          <p14:tracePt t="21683" x="5772150" y="3714750"/>
          <p14:tracePt t="21699" x="6000750" y="3740150"/>
          <p14:tracePt t="21716" x="6178550" y="3740150"/>
          <p14:tracePt t="21735" x="6330950" y="3746500"/>
          <p14:tracePt t="21749" x="6381750" y="3759200"/>
          <p14:tracePt t="21765" x="6464300" y="3759200"/>
          <p14:tracePt t="21783" x="6483350" y="3759200"/>
          <p14:tracePt t="21799" x="6489700" y="3759200"/>
          <p14:tracePt t="21847" x="6477000" y="3759200"/>
          <p14:tracePt t="21854" x="6470650" y="3759200"/>
          <p14:tracePt t="21865" x="6457950" y="3759200"/>
          <p14:tracePt t="21882" x="6388100" y="3778250"/>
          <p14:tracePt t="21899" x="6324600" y="3784600"/>
          <p14:tracePt t="21916" x="6242050" y="3803650"/>
          <p14:tracePt t="21932" x="5937250" y="3835400"/>
          <p14:tracePt t="21948" x="5759450" y="3848100"/>
          <p14:tracePt t="21966" x="5391150" y="3841750"/>
          <p14:tracePt t="21982" x="5181600" y="3841750"/>
          <p14:tracePt t="21998" x="4635500" y="3765550"/>
          <p14:tracePt t="22015" x="4089400" y="3689350"/>
          <p14:tracePt t="22031" x="3759200" y="3606800"/>
          <p14:tracePt t="22048" x="3175000" y="3479800"/>
          <p14:tracePt t="22065" x="2667000" y="3378200"/>
          <p14:tracePt t="22081" x="2514600" y="3340100"/>
          <p14:tracePt t="22098" x="2413000" y="3321050"/>
          <p14:tracePt t="22115" x="2279650" y="3282950"/>
          <p14:tracePt t="22131" x="2247900" y="3270250"/>
          <p14:tracePt t="22148" x="2228850" y="3257550"/>
          <p14:tracePt t="22185" x="2235200" y="3257550"/>
          <p14:tracePt t="22212" x="2241550" y="3257550"/>
          <p14:tracePt t="22219" x="2254250" y="3257550"/>
          <p14:tracePt t="22234" x="2286000" y="3263900"/>
          <p14:tracePt t="22248" x="2324100" y="3263900"/>
          <p14:tracePt t="22264" x="2362200" y="3270250"/>
          <p14:tracePt t="22281" x="2470150" y="3276600"/>
          <p14:tracePt t="22297" x="2622550" y="3295650"/>
          <p14:tracePt t="22314" x="2705100" y="3308350"/>
          <p14:tracePt t="22331" x="2870200" y="3333750"/>
          <p14:tracePt t="22347" x="3079750" y="3378200"/>
          <p14:tracePt t="22364" x="3194050" y="3409950"/>
          <p14:tracePt t="22368" x="3308350" y="3441700"/>
          <p14:tracePt t="22380" x="3441700" y="3473450"/>
          <p14:tracePt t="22397" x="3689350" y="3562350"/>
          <p14:tracePt t="22416" x="3943350" y="3625850"/>
          <p14:tracePt t="22431" x="4076700" y="3670300"/>
          <p14:tracePt t="22448" x="4286250" y="3765550"/>
          <p14:tracePt t="22465" x="4464050" y="3848100"/>
          <p14:tracePt t="22481" x="4540250" y="3873500"/>
          <p14:tracePt t="22497" x="4679950" y="3937000"/>
          <p14:tracePt t="22514" x="4762500" y="3968750"/>
          <p14:tracePt t="22530" x="4794250" y="3975100"/>
          <p14:tracePt t="22547" x="4806950" y="3981450"/>
          <p14:tracePt t="22564" x="4819650" y="3987800"/>
          <p14:tracePt t="22604" x="4819650" y="3994150"/>
          <p14:tracePt t="22674" x="4819650" y="4000500"/>
          <p14:tracePt t="22716" x="4819650" y="4006850"/>
          <p14:tracePt t="22738" x="4826000" y="4006850"/>
          <p14:tracePt t="22745" x="4826000" y="4013200"/>
          <p14:tracePt t="22759" x="4838700" y="4025900"/>
          <p14:tracePt t="22766" x="4851400" y="4038600"/>
          <p14:tracePt t="22779" x="4870450" y="4064000"/>
          <p14:tracePt t="22796" x="4902200" y="4095750"/>
          <p14:tracePt t="22812" x="4933950" y="4127500"/>
          <p14:tracePt t="22830" x="4997450" y="4197350"/>
          <p14:tracePt t="22846" x="5067300" y="4267200"/>
          <p14:tracePt t="22862" x="5080000" y="4298950"/>
          <p14:tracePt t="22879" x="5118100" y="4343400"/>
          <p14:tracePt t="22895" x="5130800" y="4362450"/>
          <p14:tracePt t="22912" x="5143500" y="4400550"/>
          <p14:tracePt t="22929" x="5149850" y="4419600"/>
          <p14:tracePt t="22949" x="5149850" y="4425950"/>
          <p14:tracePt t="22962" x="5149850" y="4432300"/>
          <p14:tracePt t="22978" x="5143500" y="4438650"/>
          <p14:tracePt t="22995" x="5137150" y="4438650"/>
          <p14:tracePt t="23012" x="5111750" y="4451350"/>
          <p14:tracePt t="23028" x="5067300" y="4464050"/>
          <p14:tracePt t="23045" x="5035550" y="4470400"/>
          <p14:tracePt t="23062" x="4953000" y="4508500"/>
          <p14:tracePt t="23079" x="4819650" y="4552950"/>
          <p14:tracePt t="23095" x="4724400" y="4578350"/>
          <p14:tracePt t="23112" x="4533900" y="4616450"/>
          <p14:tracePt t="23128" x="4324350" y="4635500"/>
          <p14:tracePt t="23146" x="4076700" y="4635500"/>
          <p14:tracePt t="23161" x="3949700" y="4622800"/>
          <p14:tracePt t="23177" x="3803650" y="4597400"/>
          <p14:tracePt t="23195" x="3467100" y="4502150"/>
          <p14:tracePt t="23212" x="3359150" y="4451350"/>
          <p14:tracePt t="23227" x="3257550" y="4400550"/>
          <p14:tracePt t="23244" x="3079750" y="4260850"/>
          <p14:tracePt t="23260" x="2946400" y="4121150"/>
          <p14:tracePt t="23277" x="2870200" y="4025900"/>
          <p14:tracePt t="23294" x="2806700" y="3937000"/>
          <p14:tracePt t="23311" x="2762250" y="3860800"/>
          <p14:tracePt t="23328" x="2705100" y="3803650"/>
          <p14:tracePt t="23344" x="2679700" y="3765550"/>
          <p14:tracePt t="23360" x="2616200" y="3727450"/>
          <p14:tracePt t="23378" x="2565400" y="3695700"/>
          <p14:tracePt t="23394" x="2546350" y="3683000"/>
          <p14:tracePt t="23397" x="2514600" y="3676650"/>
          <p14:tracePt t="23410" x="2482850" y="3657600"/>
          <p14:tracePt t="23427" x="2432050" y="3619500"/>
          <p14:tracePt t="23443" x="2400300" y="3600450"/>
          <p14:tracePt t="23460" x="2374900" y="3575050"/>
          <p14:tracePt t="23476" x="2279650" y="3460750"/>
          <p14:tracePt t="23493" x="2254250" y="3403600"/>
          <p14:tracePt t="23510" x="2222500" y="3359150"/>
          <p14:tracePt t="23526" x="2146300" y="3244850"/>
          <p14:tracePt t="23543" x="2076450" y="3143250"/>
          <p14:tracePt t="23560" x="2019300" y="3054350"/>
          <p14:tracePt t="23576" x="1993900" y="3022600"/>
          <p14:tracePt t="23593" x="1962150" y="2959100"/>
          <p14:tracePt t="23609" x="1924050" y="2901950"/>
          <p14:tracePt t="23626" x="1905000" y="2882900"/>
          <p14:tracePt t="23643" x="1866900" y="2844800"/>
          <p14:tracePt t="23659" x="1841500" y="2813050"/>
          <p14:tracePt t="23676" x="1828800" y="2806700"/>
          <p14:tracePt t="23693" x="1809750" y="2787650"/>
          <p14:tracePt t="23709" x="1790700" y="2781300"/>
          <p14:tracePt t="23726" x="1784350" y="2774950"/>
          <p14:tracePt t="23743" x="1771650" y="2768600"/>
          <p14:tracePt t="23760" x="1765300" y="2762250"/>
          <p14:tracePt t="23775" x="1758950" y="2762250"/>
          <p14:tracePt t="23809" x="1752600" y="2762250"/>
          <p14:tracePt t="24058" x="1752600" y="2755900"/>
          <p14:tracePt t="24199" x="1758950" y="2755900"/>
          <p14:tracePt t="24241" x="1765300" y="2762250"/>
          <p14:tracePt t="24269" x="1765300" y="2768600"/>
          <p14:tracePt t="24304" x="1765300" y="2774950"/>
          <p14:tracePt t="24318" x="1771650" y="2774950"/>
          <p14:tracePt t="24339" x="1778000" y="2781300"/>
          <p14:tracePt t="24360" x="1784350" y="2787650"/>
          <p14:tracePt t="24388" x="1790700" y="2787650"/>
          <p14:tracePt t="24409" x="1803400" y="2794000"/>
          <p14:tracePt t="24430" x="1803400" y="2800350"/>
          <p14:tracePt t="24444" x="1809750" y="2800350"/>
          <p14:tracePt t="24451" x="1809750" y="2806700"/>
          <p14:tracePt t="24459" x="1816100" y="2813050"/>
          <p14:tracePt t="24474" x="1816100" y="2819400"/>
          <p14:tracePt t="24490" x="1822450" y="2819400"/>
          <p14:tracePt t="24507" x="1860550" y="2851150"/>
          <p14:tracePt t="24522" x="1873250" y="2857500"/>
          <p14:tracePt t="24539" x="1885950" y="287020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Now, lets look at these remaining methods.</a:t>
            </a:r>
          </a:p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11" name="Audio 10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045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51"/>
    </mc:Choice>
    <mc:Fallback xmlns="">
      <p:transition spd="slow" advTm="655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653" x="3581400" y="2470150"/>
          <p14:tracePt t="670" x="3556000" y="2476500"/>
          <p14:tracePt t="687" x="3492500" y="2508250"/>
          <p14:tracePt t="704" x="3429000" y="2546350"/>
          <p14:tracePt t="719" x="3371850" y="2571750"/>
          <p14:tracePt t="723" x="3327400" y="2603500"/>
          <p14:tracePt t="738" x="3295650" y="2616200"/>
          <p14:tracePt t="753" x="3238500" y="2647950"/>
          <p14:tracePt t="771" x="3162300" y="2679700"/>
          <p14:tracePt t="786" x="3130550" y="2692400"/>
          <p14:tracePt t="803" x="3067050" y="2724150"/>
          <p14:tracePt t="821" x="3022600" y="2762250"/>
          <p14:tracePt t="836" x="3009900" y="2774950"/>
          <p14:tracePt t="853" x="2990850" y="2787650"/>
          <p14:tracePt t="869" x="2946400" y="2844800"/>
          <p14:tracePt t="886" x="2876550" y="2889250"/>
          <p14:tracePt t="904" x="2857500" y="2908300"/>
          <p14:tracePt t="920" x="2762250" y="2959100"/>
          <p14:tracePt t="936" x="2717800" y="2984500"/>
          <p14:tracePt t="953" x="2578100" y="3054350"/>
          <p14:tracePt t="969" x="2508250" y="3092450"/>
          <p14:tracePt t="986" x="2387600" y="3149600"/>
          <p14:tracePt t="1004" x="2298700" y="3194050"/>
          <p14:tracePt t="1019" x="2241550" y="3206750"/>
          <p14:tracePt t="1037" x="2178050" y="3225800"/>
          <p14:tracePt t="1052" x="2082800" y="3251200"/>
          <p14:tracePt t="1069" x="1993900" y="3276600"/>
          <p14:tracePt t="1085" x="1955800" y="3282950"/>
          <p14:tracePt t="1102" x="1860550" y="3302000"/>
          <p14:tracePt t="1119" x="1816100" y="3314700"/>
          <p14:tracePt t="1135" x="1746250" y="3327400"/>
          <p14:tracePt t="1152" x="1676400" y="3333750"/>
          <p14:tracePt t="1168" x="1651000" y="3333750"/>
          <p14:tracePt t="1185" x="1600200" y="3333750"/>
          <p14:tracePt t="1201" x="1581150" y="3327400"/>
          <p14:tracePt t="1218" x="1574800" y="3327400"/>
          <p14:tracePt t="1221" x="1562100" y="3327400"/>
          <p14:tracePt t="1235" x="1555750" y="3327400"/>
          <p14:tracePt t="1252" x="1555750" y="3321050"/>
          <p14:tracePt t="1368" x="1555750" y="3314700"/>
          <p14:tracePt t="6323" x="1562100" y="3295650"/>
          <p14:tracePt t="6337" x="1562100" y="3282950"/>
          <p14:tracePt t="6343" x="1562100" y="3270250"/>
          <p14:tracePt t="6358" x="1562100" y="3251200"/>
          <p14:tracePt t="6366" x="1568450" y="3232150"/>
          <p14:tracePt t="6382" x="1568450" y="3206750"/>
          <p14:tracePt t="6401" x="1574800" y="3175000"/>
          <p14:tracePt t="6416" x="1574800" y="3162300"/>
          <p14:tracePt t="6433" x="1581150" y="3149600"/>
          <p14:tracePt t="6449" x="1581150" y="3130550"/>
          <p14:tracePt t="6466" x="1587500" y="3124200"/>
          <p14:tracePt t="6482" x="1593850" y="3117850"/>
          <p14:tracePt t="6499" x="1593850" y="3105150"/>
          <p14:tracePt t="6516" x="1600200" y="3098800"/>
          <p14:tracePt t="6533" x="1600200" y="3092450"/>
          <p14:tracePt t="6548" x="1606550" y="3079750"/>
          <p14:tracePt t="6566" x="1606550" y="3073400"/>
          <p14:tracePt t="6583" x="1606550" y="3067050"/>
          <p14:tracePt t="6599" x="1606550" y="3054350"/>
          <p14:tracePt t="6625" x="1612900" y="3054350"/>
          <p14:tracePt t="6688" x="1612900" y="3048000"/>
          <p14:tracePt t="6710" x="1612900" y="3041650"/>
          <p14:tracePt t="6731" x="1612900" y="3035300"/>
          <p14:tracePt t="6751" x="1612900" y="3028950"/>
          <p14:tracePt t="6773" x="1612900" y="3022600"/>
          <p14:tracePt t="6787" x="1612900" y="3009900"/>
          <p14:tracePt t="6793" x="1619250" y="3009900"/>
          <p14:tracePt t="6822" x="1625600" y="3003550"/>
          <p14:tracePt t="6828" x="1625600" y="2997200"/>
          <p14:tracePt t="6850" x="1631950" y="2990850"/>
          <p14:tracePt t="6863" x="1631950" y="2984500"/>
          <p14:tracePt t="6871" x="1638300" y="2978150"/>
          <p14:tracePt t="6892" x="1638300" y="2971800"/>
          <p14:tracePt t="6913" x="1644650" y="2965450"/>
          <p14:tracePt t="6968" x="1644650" y="2959100"/>
          <p14:tracePt t="6975" x="1651000" y="2959100"/>
          <p14:tracePt t="7003" x="1651000" y="2952750"/>
          <p14:tracePt t="7025" x="1657350" y="2952750"/>
          <p14:tracePt t="7046" x="1657350" y="2946400"/>
          <p14:tracePt t="7109" x="1657350" y="2952750"/>
          <p14:tracePt t="7116" x="1657350" y="2959100"/>
          <p14:tracePt t="8916" x="1638300" y="2959100"/>
          <p14:tracePt t="8929" x="1625600" y="2971800"/>
          <p14:tracePt t="8936" x="1612900" y="2971800"/>
          <p14:tracePt t="8951" x="1600200" y="2978150"/>
          <p14:tracePt t="8960" x="1581150" y="2978150"/>
          <p14:tracePt t="8973" x="1568450" y="2984500"/>
          <p14:tracePt t="8990" x="1536700" y="2984500"/>
          <p14:tracePt t="9007" x="1479550" y="2984500"/>
          <p14:tracePt t="9024" x="1403350" y="2990850"/>
          <p14:tracePt t="9040" x="1371600" y="2990850"/>
          <p14:tracePt t="9057" x="1301750" y="2978150"/>
          <p14:tracePt t="9073" x="1282700" y="2978150"/>
          <p14:tracePt t="9091" x="1250950" y="2971800"/>
          <p14:tracePt t="9107" x="1238250" y="2971800"/>
          <p14:tracePt t="9123" x="1225550" y="2971800"/>
          <p14:tracePt t="9140" x="1219200" y="2971800"/>
          <p14:tracePt t="9302" x="1231900" y="2971800"/>
          <p14:tracePt t="9316" x="1238250" y="2971800"/>
          <p14:tracePt t="9325" x="1250950" y="2971800"/>
          <p14:tracePt t="9339" x="1263650" y="2971800"/>
          <p14:tracePt t="9356" x="1282700" y="2971800"/>
          <p14:tracePt t="9373" x="1352550" y="2965450"/>
          <p14:tracePt t="9389" x="1466850" y="2965450"/>
          <p14:tracePt t="9407" x="1631950" y="2965450"/>
          <p14:tracePt t="9422" x="1720850" y="2965450"/>
          <p14:tracePt t="9439" x="1809750" y="2959100"/>
          <p14:tracePt t="9456" x="2019300" y="2933700"/>
          <p14:tracePt t="9472" x="2095500" y="2933700"/>
          <p14:tracePt t="9489" x="2235200" y="2914650"/>
          <p14:tracePt t="9506" x="2317750" y="2908300"/>
          <p14:tracePt t="9522" x="2336800" y="2901950"/>
          <p14:tracePt t="9539" x="2349500" y="2901950"/>
          <p14:tracePt t="9555" x="2362200" y="2901950"/>
          <p14:tracePt t="9604" x="2355850" y="2901950"/>
          <p14:tracePt t="9610" x="2343150" y="2901950"/>
          <p14:tracePt t="9625" x="2330450" y="2901950"/>
          <p14:tracePt t="9639" x="2317750" y="2901950"/>
          <p14:tracePt t="9655" x="2273300" y="2895600"/>
          <p14:tracePt t="9671" x="2228850" y="2882900"/>
          <p14:tracePt t="9688" x="2120900" y="2876550"/>
          <p14:tracePt t="9705" x="2057400" y="2870200"/>
          <p14:tracePt t="9721" x="1981200" y="2857500"/>
          <p14:tracePt t="9738" x="1841500" y="2857500"/>
          <p14:tracePt t="9754" x="1720850" y="2851150"/>
          <p14:tracePt t="9772" x="1593850" y="2863850"/>
          <p14:tracePt t="9788" x="1549400" y="2876550"/>
          <p14:tracePt t="9804" x="1492250" y="2895600"/>
          <p14:tracePt t="9821" x="1428750" y="2927350"/>
          <p14:tracePt t="9838" x="1397000" y="2952750"/>
          <p14:tracePt t="9854" x="1384300" y="2971800"/>
          <p14:tracePt t="9871" x="1377950" y="2990850"/>
          <p14:tracePt t="9904" x="1377950" y="2997200"/>
          <p14:tracePt t="9921" x="1377950" y="3003550"/>
          <p14:tracePt t="9937" x="1416050" y="3016250"/>
          <p14:tracePt t="9955" x="1498600" y="3035300"/>
          <p14:tracePt t="9970" x="1562100" y="3035300"/>
          <p14:tracePt t="9987" x="1625600" y="3035300"/>
          <p14:tracePt t="10004" x="1778000" y="3022600"/>
          <p14:tracePt t="10020" x="1911350" y="2990850"/>
          <p14:tracePt t="10037" x="1981200" y="2971800"/>
          <p14:tracePt t="10054" x="2044700" y="2940050"/>
          <p14:tracePt t="10070" x="2057400" y="2933700"/>
          <p14:tracePt t="10086" x="2063750" y="2921000"/>
          <p14:tracePt t="10103" x="2051050" y="2895600"/>
          <p14:tracePt t="10120" x="1968500" y="2844800"/>
          <p14:tracePt t="10137" x="1860550" y="2787650"/>
          <p14:tracePt t="10153" x="1803400" y="2781300"/>
          <p14:tracePt t="10170" x="1739900" y="2762250"/>
          <p14:tracePt t="10186" x="1587500" y="2762250"/>
          <p14:tracePt t="10203" x="1390650" y="2787650"/>
          <p14:tracePt t="10220" x="1289050" y="2806700"/>
          <p14:tracePt t="10236" x="1117600" y="2844800"/>
          <p14:tracePt t="10253" x="1060450" y="2882900"/>
          <p14:tracePt t="10270" x="1009650" y="2921000"/>
          <p14:tracePt t="10286" x="1003300" y="2940050"/>
          <p14:tracePt t="10303" x="1003300" y="2965450"/>
          <p14:tracePt t="10320" x="1035050" y="2997200"/>
          <p14:tracePt t="10336" x="1092200" y="3035300"/>
          <p14:tracePt t="10339" x="1130300" y="3048000"/>
          <p14:tracePt t="10369" x="1301750" y="3092450"/>
          <p14:tracePt t="10385" x="1517650" y="3124200"/>
          <p14:tracePt t="10402" x="1631950" y="3130550"/>
          <p14:tracePt t="10419" x="1841500" y="3117850"/>
          <p14:tracePt t="10436" x="1930400" y="3098800"/>
          <p14:tracePt t="10453" x="2063750" y="3048000"/>
          <p14:tracePt t="10469" x="2127250" y="3035300"/>
          <p14:tracePt t="10485" x="2139950" y="3035300"/>
          <p14:tracePt t="10503" x="2152650" y="3022600"/>
          <p14:tracePt t="10518" x="2159000" y="3022600"/>
          <p14:tracePt t="10535" x="2159000" y="3028950"/>
          <p14:tracePt t="10552" x="2159000" y="3048000"/>
          <p14:tracePt t="10568" x="2152650" y="3054350"/>
          <p14:tracePt t="10585" x="2152650" y="3060700"/>
          <p14:tracePt t="11164" x="2133600" y="3060700"/>
          <p14:tracePt t="11171" x="2082800" y="3060700"/>
          <p14:tracePt t="11186" x="2032000" y="3060700"/>
          <p14:tracePt t="11200" x="1968500" y="3060700"/>
          <p14:tracePt t="11216" x="1803400" y="3054350"/>
          <p14:tracePt t="11233" x="1619250" y="3041650"/>
          <p14:tracePt t="11249" x="1543050" y="3041650"/>
          <p14:tracePt t="11266" x="1479550" y="3035300"/>
          <p14:tracePt t="11283" x="1352550" y="3035300"/>
          <p14:tracePt t="11299" x="1244600" y="3022600"/>
          <p14:tracePt t="11316" x="1206500" y="3022600"/>
          <p14:tracePt t="11333" x="1174750" y="3022600"/>
          <p14:tracePt t="11348" x="1168400" y="3022600"/>
          <p14:tracePt t="11366" x="1162050" y="3028950"/>
          <p14:tracePt t="11383" x="1155700" y="3028950"/>
          <p14:tracePt t="11458" x="1143000" y="3028950"/>
          <p14:tracePt t="11473" x="1123950" y="3028950"/>
          <p14:tracePt t="11479" x="1111250" y="3028950"/>
          <p14:tracePt t="11494" x="1085850" y="3035300"/>
          <p14:tracePt t="11502" x="1073150" y="3035300"/>
          <p14:tracePt t="11516" x="1060450" y="3035300"/>
          <p14:tracePt t="11531" x="1054100" y="3035300"/>
          <p14:tracePt t="11549" x="1028700" y="3035300"/>
          <p14:tracePt t="11565" x="1016000" y="3035300"/>
          <p14:tracePt t="11581" x="996950" y="3035300"/>
          <p14:tracePt t="11599" x="984250" y="3035300"/>
          <p14:tracePt t="11615" x="977900" y="3035300"/>
          <p14:tracePt t="11648" x="971550" y="3035300"/>
          <p14:tracePt t="11676" x="965200" y="3035300"/>
          <p14:tracePt t="11732" x="958850" y="3035300"/>
          <p14:tracePt t="11803" x="965200" y="3028950"/>
          <p14:tracePt t="11817" x="971550" y="3028950"/>
          <p14:tracePt t="11823" x="977900" y="3022600"/>
          <p14:tracePt t="11837" x="996950" y="3022600"/>
          <p14:tracePt t="11847" x="1016000" y="3022600"/>
          <p14:tracePt t="11864" x="1060450" y="3016250"/>
          <p14:tracePt t="11881" x="1174750" y="3003550"/>
          <p14:tracePt t="11897" x="1250950" y="3003550"/>
          <p14:tracePt t="11914" x="1416050" y="2997200"/>
          <p14:tracePt t="11931" x="1517650" y="2997200"/>
          <p14:tracePt t="11947" x="1708150" y="2997200"/>
          <p14:tracePt t="11964" x="1885950" y="2997200"/>
          <p14:tracePt t="11980" x="1949450" y="2997200"/>
          <p14:tracePt t="11997" x="2019300" y="2997200"/>
          <p14:tracePt t="12013" x="2095500" y="2997200"/>
          <p14:tracePt t="12030" x="2139950" y="2997200"/>
          <p14:tracePt t="12063" x="2152650" y="2997200"/>
          <p14:tracePt t="12080" x="2159000" y="2997200"/>
          <p14:tracePt t="13551" x="2159000" y="2990850"/>
          <p14:tracePt t="13586" x="2159000" y="2984500"/>
          <p14:tracePt t="13593" x="2159000" y="2971800"/>
          <p14:tracePt t="13607" x="2159000" y="2959100"/>
          <p14:tracePt t="13614" x="2159000" y="2946400"/>
          <p14:tracePt t="13628" x="2159000" y="2933700"/>
          <p14:tracePt t="13641" x="2165350" y="2901950"/>
          <p14:tracePt t="13657" x="2178050" y="2844800"/>
          <p14:tracePt t="13674" x="2184400" y="2806700"/>
          <p14:tracePt t="13692" x="2197100" y="2711450"/>
          <p14:tracePt t="13707" x="2209800" y="2660650"/>
          <p14:tracePt t="13724" x="2216150" y="2603500"/>
          <p14:tracePt t="13741" x="2247900" y="2476500"/>
          <p14:tracePt t="13757" x="2286000" y="2317750"/>
          <p14:tracePt t="13774" x="2305050" y="2235200"/>
          <p14:tracePt t="13791" x="2343150" y="2076450"/>
          <p14:tracePt t="13807" x="2362200" y="2012950"/>
          <p14:tracePt t="13825" x="2393950" y="1905000"/>
          <p14:tracePt t="13840" x="2419350" y="1809750"/>
          <p14:tracePt t="13857" x="2432050" y="1765300"/>
          <p14:tracePt t="13861" x="2444750" y="1720850"/>
          <p14:tracePt t="13877" x="2451100" y="1695450"/>
          <p14:tracePt t="13890" x="2457450" y="1670050"/>
          <p14:tracePt t="13907" x="2470150" y="1612900"/>
          <p14:tracePt t="13923" x="2482850" y="1587500"/>
          <p14:tracePt t="13940" x="2495550" y="1543050"/>
          <p14:tracePt t="13957" x="2508250" y="1524000"/>
          <p14:tracePt t="13973" x="2527300" y="1479550"/>
          <p14:tracePt t="13990" x="2533650" y="1466850"/>
          <p14:tracePt t="14007" x="2571750" y="1428750"/>
          <p14:tracePt t="14023" x="2578100" y="1416050"/>
          <p14:tracePt t="14039" x="2597150" y="1403350"/>
          <p14:tracePt t="14057" x="2616200" y="1371600"/>
          <p14:tracePt t="14073" x="2635250" y="1352550"/>
          <p14:tracePt t="14090" x="2647950" y="1333500"/>
          <p14:tracePt t="14106" x="2679700" y="1295400"/>
          <p14:tracePt t="14123" x="2711450" y="1250950"/>
          <p14:tracePt t="14140" x="2724150" y="1225550"/>
          <p14:tracePt t="14156" x="2755900" y="1187450"/>
          <p14:tracePt t="14173" x="2774950" y="1149350"/>
          <p14:tracePt t="14190" x="2787650" y="1123950"/>
          <p14:tracePt t="14206" x="2794000" y="1111250"/>
          <p14:tracePt t="14222" x="2794000" y="1098550"/>
          <p14:tracePt t="14239" x="2800350" y="1073150"/>
          <p14:tracePt t="14256" x="2806700" y="1060450"/>
          <p14:tracePt t="14272" x="2806700" y="1047750"/>
          <p14:tracePt t="14289" x="2813050" y="1041400"/>
          <p14:tracePt t="14322" x="2813050" y="1035050"/>
          <p14:tracePt t="14345" x="2813050" y="1028700"/>
          <p14:tracePt t="14688" x="2806700" y="1035050"/>
          <p14:tracePt t="14703" x="2800350" y="1035050"/>
          <p14:tracePt t="14724" x="2787650" y="1041400"/>
          <p14:tracePt t="14745" x="2781300" y="1047750"/>
          <p14:tracePt t="14759" x="2768600" y="1054100"/>
          <p14:tracePt t="14766" x="2755900" y="1066800"/>
          <p14:tracePt t="14780" x="2730500" y="1092200"/>
          <p14:tracePt t="14790" x="2711450" y="1104900"/>
          <p14:tracePt t="14803" x="2679700" y="1130300"/>
          <p14:tracePt t="14820" x="2647950" y="1162050"/>
          <p14:tracePt t="14837" x="2565400" y="1231900"/>
          <p14:tracePt t="14854" x="2495550" y="1301750"/>
          <p14:tracePt t="14871" x="2470150" y="1346200"/>
          <p14:tracePt t="14874" x="2444750" y="1371600"/>
          <p14:tracePt t="14887" x="2419350" y="1403350"/>
          <p14:tracePt t="14903" x="2406650" y="1435100"/>
          <p14:tracePt t="14920" x="2387600" y="1460500"/>
          <p14:tracePt t="14936" x="2381250" y="1479550"/>
          <p14:tracePt t="14953" x="2381250" y="1485900"/>
          <p14:tracePt t="14986" x="2381250" y="1492250"/>
          <p14:tracePt t="15054" x="2393950" y="1492250"/>
          <p14:tracePt t="15075" x="2406650" y="1498600"/>
          <p14:tracePt t="15089" x="2419350" y="1504950"/>
          <p14:tracePt t="15096" x="2438400" y="1524000"/>
          <p14:tracePt t="15110" x="2463800" y="1536700"/>
          <p14:tracePt t="15119" x="2501900" y="1562100"/>
          <p14:tracePt t="15136" x="2533650" y="1587500"/>
          <p14:tracePt t="15153" x="2628900" y="1651000"/>
          <p14:tracePt t="15169" x="2660650" y="1663700"/>
          <p14:tracePt t="15186" x="2692400" y="1689100"/>
          <p14:tracePt t="15203" x="2724150" y="1701800"/>
          <p14:tracePt t="15236" x="2724150" y="1708150"/>
          <p14:tracePt t="15265" x="2730500" y="1708150"/>
          <p14:tracePt t="15447" x="2730500" y="1714500"/>
          <p14:tracePt t="15461" x="2730500" y="1720850"/>
          <p14:tracePt t="15475" x="2724150" y="1727200"/>
          <p14:tracePt t="15489" x="2717800" y="1739900"/>
          <p14:tracePt t="15501" x="2717800" y="1752600"/>
          <p14:tracePt t="15518" x="2705100" y="1797050"/>
          <p14:tracePt t="15535" x="2692400" y="1816100"/>
          <p14:tracePt t="15552" x="2679700" y="1866900"/>
          <p14:tracePt t="15567" x="2679700" y="1917700"/>
          <p14:tracePt t="15584" x="2679700" y="1936750"/>
          <p14:tracePt t="15601" x="2692400" y="1993900"/>
          <p14:tracePt t="15618" x="2711450" y="2044700"/>
          <p14:tracePt t="15634" x="2724150" y="2063750"/>
          <p14:tracePt t="15651" x="2755900" y="2095500"/>
          <p14:tracePt t="15667" x="2768600" y="2101850"/>
          <p14:tracePt t="15684" x="2774950" y="2108200"/>
          <p14:tracePt t="15701" x="2781300" y="2108200"/>
          <p14:tracePt t="15762" x="2781300" y="2101850"/>
          <p14:tracePt t="15777" x="2781300" y="2089150"/>
          <p14:tracePt t="15786" x="2781300" y="2076450"/>
          <p14:tracePt t="15800" x="2774950" y="2057400"/>
          <p14:tracePt t="15817" x="2755900" y="2006600"/>
          <p14:tracePt t="15834" x="2724150" y="1905000"/>
          <p14:tracePt t="15850" x="2711450" y="1854200"/>
          <p14:tracePt t="15867" x="2698750" y="1797050"/>
          <p14:tracePt t="15883" x="2673350" y="1676400"/>
          <p14:tracePt t="15900" x="2660650" y="1562100"/>
          <p14:tracePt t="15917" x="2654300" y="1517650"/>
          <p14:tracePt t="15933" x="2654300" y="1441450"/>
          <p14:tracePt t="15950" x="2660650" y="1390650"/>
          <p14:tracePt t="15967" x="2660650" y="1365250"/>
          <p14:tracePt t="15983" x="2660650" y="1358900"/>
          <p14:tracePt t="16000" x="2667000" y="1352550"/>
          <p14:tracePt t="16108" x="2673350" y="1352550"/>
          <p14:tracePt t="16136" x="2673350" y="1346200"/>
          <p14:tracePt t="16156" x="2673350" y="1333500"/>
          <p14:tracePt t="16163" x="2679700" y="1327150"/>
          <p14:tracePt t="16178" x="2679700" y="1308100"/>
          <p14:tracePt t="16186" x="2679700" y="1295400"/>
          <p14:tracePt t="16201" x="2679700" y="1270000"/>
          <p14:tracePt t="16216" x="2679700" y="1244600"/>
          <p14:tracePt t="16232" x="2686050" y="1187450"/>
          <p14:tracePt t="16250" x="2692400" y="1143000"/>
          <p14:tracePt t="16265" x="2692400" y="1130300"/>
          <p14:tracePt t="16283" x="2698750" y="1104900"/>
          <p14:tracePt t="16299" x="2698750" y="1092200"/>
          <p14:tracePt t="16315" x="2698750" y="1085850"/>
          <p14:tracePt t="16332" x="2705100" y="1079500"/>
          <p14:tracePt t="16368" x="2711450" y="1073150"/>
          <p14:tracePt t="16444" x="2711450" y="1085850"/>
          <p14:tracePt t="16459" x="2711450" y="1092200"/>
          <p14:tracePt t="16467" x="2711450" y="1111250"/>
          <p14:tracePt t="16481" x="2717800" y="1130300"/>
          <p14:tracePt t="16498" x="2717800" y="1168400"/>
          <p14:tracePt t="16515" x="2743200" y="1314450"/>
          <p14:tracePt t="16531" x="2768600" y="1403350"/>
          <p14:tracePt t="16548" x="2806700" y="1612900"/>
          <p14:tracePt t="16564" x="2844800" y="1790700"/>
          <p14:tracePt t="16581" x="2863850" y="1860550"/>
          <p14:tracePt t="16598" x="2882900" y="1968500"/>
          <p14:tracePt t="16614" x="2889250" y="1987550"/>
          <p14:tracePt t="16630" x="2901950" y="2019300"/>
          <p14:tracePt t="16648" x="2901950" y="2032000"/>
          <p14:tracePt t="16664" x="2901950" y="2038350"/>
          <p14:tracePt t="16943" x="2901950" y="2032000"/>
          <p14:tracePt t="16950" x="2889250" y="2025650"/>
          <p14:tracePt t="16963" x="2882900" y="2012950"/>
          <p14:tracePt t="16979" x="2844800" y="1968500"/>
          <p14:tracePt t="16996" x="2825750" y="1949450"/>
          <p14:tracePt t="17013" x="2762250" y="1879600"/>
          <p14:tracePt t="17029" x="2717800" y="1841500"/>
          <p14:tracePt t="17046" x="2686050" y="1809750"/>
          <p14:tracePt t="17063" x="2628900" y="1752600"/>
          <p14:tracePt t="17080" x="2571750" y="1708150"/>
          <p14:tracePt t="17096" x="2559050" y="1689100"/>
          <p14:tracePt t="17112" x="2540000" y="1670050"/>
          <p14:tracePt t="17129" x="2527300" y="1663700"/>
          <p14:tracePt t="17146" x="2520950" y="1663700"/>
          <p14:tracePt t="17162" x="2514600" y="1657350"/>
          <p14:tracePt t="17178" x="2508250" y="1657350"/>
          <p14:tracePt t="17196" x="2482850" y="1651000"/>
          <p14:tracePt t="17212" x="2470150" y="1638300"/>
          <p14:tracePt t="17229" x="2451100" y="1638300"/>
          <p14:tracePt t="17245" x="2381250" y="1600200"/>
          <p14:tracePt t="17262" x="2317750" y="1574800"/>
          <p14:tracePt t="17279" x="2286000" y="1562100"/>
          <p14:tracePt t="17295" x="2254250" y="1549400"/>
          <p14:tracePt t="17312" x="2228850" y="1543050"/>
          <p14:tracePt t="17329" x="2209800" y="1530350"/>
          <p14:tracePt t="17345" x="2197100" y="1530350"/>
          <p14:tracePt t="17362" x="2197100" y="1524000"/>
          <p14:tracePt t="17378" x="2190750" y="1517650"/>
          <p14:tracePt t="17394" x="2184400" y="1511300"/>
          <p14:tracePt t="17463" x="2184400" y="1504950"/>
          <p14:tracePt t="17469" x="2190750" y="1498600"/>
          <p14:tracePt t="17491" x="2197100" y="1492250"/>
          <p14:tracePt t="17505" x="2203450" y="1485900"/>
          <p14:tracePt t="17514" x="2209800" y="1479550"/>
          <p14:tracePt t="17528" x="2222500" y="1473200"/>
          <p14:tracePt t="17545" x="2241550" y="1466850"/>
          <p14:tracePt t="17561" x="2279650" y="1447800"/>
          <p14:tracePt t="17577" x="2317750" y="1435100"/>
          <p14:tracePt t="17594" x="2336800" y="1428750"/>
          <p14:tracePt t="17611" x="2368550" y="1416050"/>
          <p14:tracePt t="17627" x="2374900" y="1416050"/>
          <p14:tracePt t="17644" x="2387600" y="1403350"/>
          <p14:tracePt t="17695" x="2374900" y="1403350"/>
          <p14:tracePt t="17708" x="2368550" y="1403350"/>
          <p14:tracePt t="17715" x="2355850" y="1403350"/>
          <p14:tracePt t="17730" x="2330450" y="1403350"/>
          <p14:tracePt t="17743" x="2311400" y="1403350"/>
          <p14:tracePt t="17760" x="2254250" y="1409700"/>
          <p14:tracePt t="17777" x="2228850" y="1409700"/>
          <p14:tracePt t="17794" x="2146300" y="1422400"/>
          <p14:tracePt t="17810" x="2120900" y="1422400"/>
          <p14:tracePt t="17827" x="2082800" y="1422400"/>
          <p14:tracePt t="17843" x="2070100" y="1422400"/>
          <p14:tracePt t="17891" x="2076450" y="1422400"/>
          <p14:tracePt t="17898" x="2089150" y="1422400"/>
          <p14:tracePt t="17913" x="2120900" y="1422400"/>
          <p14:tracePt t="17926" x="2146300" y="1422400"/>
          <p14:tracePt t="17943" x="2247900" y="1422400"/>
          <p14:tracePt t="17959" x="2298700" y="1422400"/>
          <p14:tracePt t="17977" x="2425700" y="1422400"/>
          <p14:tracePt t="17993" x="2476500" y="1422400"/>
          <p14:tracePt t="18010" x="2571750" y="1422400"/>
          <p14:tracePt t="18026" x="2616200" y="1397000"/>
          <p14:tracePt t="18042" x="2628900" y="1397000"/>
          <p14:tracePt t="18059" x="2628900" y="1390650"/>
          <p14:tracePt t="18102" x="2628900" y="1397000"/>
          <p14:tracePt t="19021" x="2628900" y="1409700"/>
          <p14:tracePt t="19029" x="2628900" y="1422400"/>
          <p14:tracePt t="19043" x="2628900" y="1441450"/>
          <p14:tracePt t="19056" x="2628900" y="1454150"/>
          <p14:tracePt t="19072" x="2635250" y="1485900"/>
          <p14:tracePt t="19089" x="2641600" y="1504950"/>
          <p14:tracePt t="19106" x="2667000" y="1549400"/>
          <p14:tracePt t="19122" x="2673350" y="1581150"/>
          <p14:tracePt t="19139" x="2698750" y="1651000"/>
          <p14:tracePt t="19156" x="2711450" y="1746250"/>
          <p14:tracePt t="19172" x="2730500" y="1790700"/>
          <p14:tracePt t="19189" x="2743200" y="1841500"/>
          <p14:tracePt t="19205" x="2774950" y="1943100"/>
          <p14:tracePt t="19222" x="2800350" y="2038350"/>
          <p14:tracePt t="19239" x="2819400" y="2101850"/>
          <p14:tracePt t="19255" x="2857500" y="2235200"/>
          <p14:tracePt t="19272" x="2870200" y="2305050"/>
          <p14:tracePt t="19289" x="2895600" y="2413000"/>
          <p14:tracePt t="19305" x="2901950" y="2463800"/>
          <p14:tracePt t="19321" x="2914650" y="2527300"/>
          <p14:tracePt t="19338" x="2921000" y="2578100"/>
          <p14:tracePt t="19355" x="2921000" y="2597150"/>
          <p14:tracePt t="19372" x="2921000" y="2622550"/>
          <p14:tracePt t="19388" x="2921000" y="2711450"/>
          <p14:tracePt t="19405" x="2921000" y="2844800"/>
          <p14:tracePt t="19422" x="2921000" y="3022600"/>
          <p14:tracePt t="19437" x="2933700" y="3136900"/>
          <p14:tracePt t="19454" x="2933700" y="3289300"/>
          <p14:tracePt t="19471" x="2971800" y="3670300"/>
          <p14:tracePt t="19488" x="2997200" y="3867150"/>
          <p14:tracePt t="19504" x="3048000" y="4260850"/>
          <p14:tracePt t="19521" x="3143250" y="4641850"/>
          <p14:tracePt t="19537" x="3206750" y="4889500"/>
          <p14:tracePt t="19554" x="3232150" y="4978400"/>
          <p14:tracePt t="19570" x="3282950" y="5111750"/>
          <p14:tracePt t="19587" x="3308350" y="5219700"/>
          <p14:tracePt t="19604" x="3308350" y="5251450"/>
          <p14:tracePt t="19620" x="3308350" y="5308600"/>
          <p14:tracePt t="20245" x="3340100" y="5327650"/>
          <p14:tracePt t="20260" x="3371850" y="5334000"/>
          <p14:tracePt t="20266" x="3429000" y="5353050"/>
          <p14:tracePt t="20281" x="3467100" y="5365750"/>
          <p14:tracePt t="20288" x="3524250" y="5397500"/>
          <p14:tracePt t="20302" x="3663950" y="5454650"/>
          <p14:tracePt t="20318" x="3727450" y="5492750"/>
          <p14:tracePt t="20335" x="3841750" y="5562600"/>
          <p14:tracePt t="20351" x="3943350" y="5613400"/>
          <p14:tracePt t="20368" x="4013200" y="5645150"/>
          <p14:tracePt t="20385" x="4070350" y="5670550"/>
          <p14:tracePt t="20401" x="4216400" y="5708650"/>
          <p14:tracePt t="20418" x="4311650" y="5721350"/>
          <p14:tracePt t="20435" x="4362450" y="5740400"/>
          <p14:tracePt t="20451" x="4381500" y="5740400"/>
          <p14:tracePt t="20471" x="4387850" y="5740400"/>
          <p14:tracePt t="20688" x="4387850" y="5746750"/>
          <p14:tracePt t="20695" x="4375150" y="5753100"/>
          <p14:tracePt t="20709" x="4368800" y="5759450"/>
          <p14:tracePt t="20717" x="4362450" y="5765800"/>
          <p14:tracePt t="20733" x="4356100" y="5772150"/>
          <p14:tracePt t="20750" x="4356100" y="5778500"/>
          <p14:tracePt t="20766" x="4343400" y="5784850"/>
          <p14:tracePt t="20783" x="4330700" y="5803900"/>
          <p14:tracePt t="20800" x="4305300" y="5829300"/>
          <p14:tracePt t="20816" x="4292600" y="5854700"/>
          <p14:tracePt t="20833" x="4248150" y="5899150"/>
          <p14:tracePt t="20850" x="4178300" y="5956300"/>
          <p14:tracePt t="20866" x="4165600" y="5969000"/>
          <p14:tracePt t="20883" x="4133850" y="5994400"/>
          <p14:tracePt t="20899" x="4121150" y="6026150"/>
          <p14:tracePt t="20916" x="4127500" y="6026150"/>
          <p14:tracePt t="22465" x="4114800" y="6038850"/>
          <p14:tracePt t="22471" x="4083050" y="6057900"/>
          <p14:tracePt t="22485" x="4064000" y="6076950"/>
          <p14:tracePt t="22495" x="4019550" y="6102350"/>
          <p14:tracePt t="22510" x="3987800" y="6121400"/>
          <p14:tracePt t="22529" x="3937000" y="6153150"/>
          <p14:tracePt t="22544" x="3905250" y="6159500"/>
          <p14:tracePt t="22560" x="3854450" y="6178550"/>
          <p14:tracePt t="22577" x="3797300" y="6191250"/>
          <p14:tracePt t="22594" x="3771900" y="6191250"/>
          <p14:tracePt t="22610" x="3746500" y="6197600"/>
          <p14:tracePt t="22627" x="3689350" y="6203950"/>
          <p14:tracePt t="22643" x="3670300" y="6210300"/>
          <p14:tracePt t="22660" x="3644900" y="6210300"/>
          <p14:tracePt t="22676" x="3625850" y="6210300"/>
          <p14:tracePt t="22693" x="3619500" y="6210300"/>
          <p14:tracePt t="22851" x="3632200" y="6210300"/>
          <p14:tracePt t="22857" x="3638550" y="6210300"/>
          <p14:tracePt t="22872" x="3651250" y="6210300"/>
          <p14:tracePt t="22879" x="3670300" y="6210300"/>
          <p14:tracePt t="22896" x="3702050" y="6210300"/>
          <p14:tracePt t="22909" x="3746500" y="6210300"/>
          <p14:tracePt t="22926" x="3860800" y="6210300"/>
          <p14:tracePt t="22942" x="4038600" y="6210300"/>
          <p14:tracePt t="22959" x="4140200" y="6210300"/>
          <p14:tracePt t="22976" x="4318000" y="6210300"/>
          <p14:tracePt t="22992" x="4470400" y="6210300"/>
          <p14:tracePt t="23009" x="4591050" y="6203950"/>
          <p14:tracePt t="23026" x="4629150" y="6191250"/>
          <p14:tracePt t="23042" x="4679950" y="6191250"/>
          <p14:tracePt t="23058" x="4699000" y="6191250"/>
          <p14:tracePt t="23076" x="4730750" y="6184900"/>
          <p14:tracePt t="23092" x="4737100" y="6184900"/>
          <p14:tracePt t="23108" x="4749800" y="6178550"/>
          <p14:tracePt t="23125" x="4756150" y="6178550"/>
          <p14:tracePt t="23398" x="4756150" y="6184900"/>
          <p14:tracePt t="23412" x="4749800" y="6184900"/>
          <p14:tracePt t="23419" x="4749800" y="6191250"/>
          <p14:tracePt t="23427" x="4743450" y="6197600"/>
          <p14:tracePt t="23444" x="4743450" y="6203950"/>
          <p14:tracePt t="23457" x="4737100" y="6210300"/>
          <p14:tracePt t="23474" x="4737100" y="6216650"/>
          <p14:tracePt t="23491" x="4737100" y="6229350"/>
          <p14:tracePt t="23511" x="4737100" y="6235700"/>
          <p14:tracePt t="23523" x="4730750" y="6242050"/>
          <p14:tracePt t="23540" x="4730750" y="6248400"/>
          <p14:tracePt t="23556" x="4730750" y="6254750"/>
          <p14:tracePt t="23588" x="4730750" y="6261100"/>
          <p14:tracePt t="23609" x="4730750" y="6267450"/>
          <p14:tracePt t="23637" x="4724400" y="6280150"/>
          <p14:tracePt t="23679" x="4724400" y="6286500"/>
          <p14:tracePt t="23707" x="4724400" y="6292850"/>
          <p14:tracePt t="23729" x="4724400" y="6299200"/>
          <p14:tracePt t="23778" x="4724400" y="6305550"/>
          <p14:tracePt t="23820" x="4718050" y="6305550"/>
          <p14:tracePt t="23883" x="4718050" y="6311900"/>
          <p14:tracePt t="23890" x="4711700" y="6318250"/>
          <p14:tracePt t="23911" x="4711700" y="6324600"/>
          <p14:tracePt t="23918" x="4705350" y="6324600"/>
          <p14:tracePt t="23932" x="4705350" y="6330950"/>
          <p14:tracePt t="23942" x="4699000" y="6337300"/>
          <p14:tracePt t="23955" x="4692650" y="6343650"/>
          <p14:tracePt t="23972" x="4686300" y="6356350"/>
          <p14:tracePt t="23988" x="4667250" y="6394450"/>
          <p14:tracePt t="24006" x="4654550" y="6413500"/>
          <p14:tracePt t="24022" x="4622800" y="6451600"/>
          <p14:tracePt t="24038" x="4603750" y="6483350"/>
          <p14:tracePt t="24055" x="4597400" y="6502400"/>
          <p14:tracePt t="24072" x="4578350" y="6521450"/>
          <p14:tracePt t="24088" x="4572000" y="6527800"/>
          <p14:tracePt t="24105" x="4565650" y="6540500"/>
          <p14:tracePt t="24138" x="4565650" y="6546850"/>
          <p14:tracePt t="24178" x="4565650" y="6553200"/>
          <p14:tracePt t="24206" x="4559300" y="6559550"/>
          <p14:tracePt t="25156" x="4552950" y="6559550"/>
          <p14:tracePt t="25163" x="4546600" y="6559550"/>
          <p14:tracePt t="25177" x="4540250" y="6559550"/>
          <p14:tracePt t="25186" x="4527550" y="6559550"/>
          <p14:tracePt t="25201" x="4521200" y="6559550"/>
          <p14:tracePt t="25217" x="4514850" y="6559550"/>
          <p14:tracePt t="25234" x="4508500" y="6553200"/>
          <p14:tracePt t="25268" x="4502150" y="6546850"/>
          <p14:tracePt t="25360" x="4502150" y="6534150"/>
          <p14:tracePt t="25395" x="4502150" y="6527800"/>
          <p14:tracePt t="25409" x="4495800" y="6527800"/>
          <p14:tracePt t="25415" x="4489450" y="6521450"/>
          <p14:tracePt t="25437" x="4483100" y="6508750"/>
          <p14:tracePt t="25452" x="4483100" y="6502400"/>
          <p14:tracePt t="25458" x="4476750" y="6496050"/>
          <p14:tracePt t="25472" x="4470400" y="6483350"/>
          <p14:tracePt t="25487" x="4457700" y="6464300"/>
          <p14:tracePt t="25500" x="4432300" y="6451600"/>
          <p14:tracePt t="25517" x="4406900" y="6407150"/>
          <p14:tracePt t="25534" x="4381500" y="6381750"/>
          <p14:tracePt t="25550" x="4349750" y="6343650"/>
          <p14:tracePt t="25566" x="4330700" y="6324600"/>
          <p14:tracePt t="25584" x="4298950" y="6299200"/>
          <p14:tracePt t="25599" x="4254500" y="6280150"/>
          <p14:tracePt t="25617" x="4241800" y="6273800"/>
          <p14:tracePt t="25634" x="4191000" y="6248400"/>
          <p14:tracePt t="25650" x="4171950" y="6248400"/>
          <p14:tracePt t="25666" x="4127500" y="6229350"/>
          <p14:tracePt t="25683" x="4114800" y="6223000"/>
          <p14:tracePt t="25699" x="4089400" y="6216650"/>
          <p14:tracePt t="25716" x="4083050" y="6216650"/>
          <p14:tracePt t="25733" x="4076700" y="6216650"/>
          <p14:tracePt t="25766" x="4070350" y="6210300"/>
          <p14:tracePt t="25985" x="4070350" y="6216650"/>
          <p14:tracePt t="26006" x="4070350" y="6223000"/>
          <p14:tracePt t="26041" x="4076700" y="6229350"/>
          <p14:tracePt t="26500" x="4025900" y="6216650"/>
          <p14:tracePt t="26507" x="3949700" y="6172200"/>
          <p14:tracePt t="26521" x="3854450" y="6146800"/>
          <p14:tracePt t="26529" x="3771900" y="6102350"/>
          <p14:tracePt t="26546" x="3708400" y="6076950"/>
          <p14:tracePt t="26564" x="3556000" y="6007100"/>
          <p14:tracePt t="26580" x="3479800" y="5988050"/>
          <p14:tracePt t="26596" x="3365500" y="5949950"/>
          <p14:tracePt t="26613" x="3238500" y="5937250"/>
          <p14:tracePt t="26629" x="3187700" y="5937250"/>
          <p14:tracePt t="26646" x="3105150" y="5956300"/>
          <p14:tracePt t="26663" x="3028950" y="5981700"/>
          <p14:tracePt t="26679" x="3009900" y="6007100"/>
          <p14:tracePt t="26696" x="2959100" y="6026150"/>
          <p14:tracePt t="26712" x="2895600" y="6051550"/>
          <p14:tracePt t="26729" x="2851150" y="6064250"/>
          <p14:tracePt t="26746" x="2755900" y="6102350"/>
          <p14:tracePt t="26762" x="2711450" y="6121400"/>
          <p14:tracePt t="26779" x="2628900" y="6146800"/>
          <p14:tracePt t="26796" x="2597150" y="6146800"/>
          <p14:tracePt t="26812" x="2527300" y="6159500"/>
          <p14:tracePt t="26830" x="2470150" y="6165850"/>
          <p14:tracePt t="26846" x="2444750" y="6172200"/>
          <p14:tracePt t="26862" x="2419350" y="6178550"/>
          <p14:tracePt t="26879" x="2387600" y="6178550"/>
          <p14:tracePt t="26895" x="2362200" y="6184900"/>
          <p14:tracePt t="26912" x="2355850" y="6184900"/>
          <p14:tracePt t="26929" x="2355850" y="6191250"/>
          <p14:tracePt t="26945" x="2349500" y="6191250"/>
          <p14:tracePt t="26971" x="2343150" y="6197600"/>
          <p14:tracePt t="26978" x="2336800" y="6197600"/>
          <p14:tracePt t="26995" x="2330450" y="6203950"/>
          <p14:tracePt t="27012" x="2298700" y="6216650"/>
          <p14:tracePt t="27028" x="2266950" y="6223000"/>
          <p14:tracePt t="27045" x="2241550" y="6229350"/>
          <p14:tracePt t="27062" x="2159000" y="6229350"/>
          <p14:tracePt t="27078" x="2082800" y="6229350"/>
          <p14:tracePt t="27095" x="2044700" y="6229350"/>
          <p14:tracePt t="27111" x="1955800" y="6210300"/>
          <p14:tracePt t="27128" x="1930400" y="6210300"/>
          <p14:tracePt t="27145" x="1873250" y="6203950"/>
          <p14:tracePt t="27161" x="1828800" y="6203950"/>
          <p14:tracePt t="27178" x="1816100" y="6203950"/>
          <p14:tracePt t="27210" x="1803400" y="6203950"/>
          <p14:tracePt t="27251" x="1797050" y="6203950"/>
          <p14:tracePt t="27560" x="1803400" y="6203950"/>
          <p14:tracePt t="27567" x="1816100" y="6197600"/>
          <p14:tracePt t="27581" x="1828800" y="6191250"/>
          <p14:tracePt t="27596" x="1841500" y="6184900"/>
          <p14:tracePt t="27609" x="1854200" y="6178550"/>
          <p14:tracePt t="27626" x="1885950" y="6165850"/>
          <p14:tracePt t="27643" x="1911350" y="6159500"/>
          <p14:tracePt t="27659" x="1943100" y="6140450"/>
          <p14:tracePt t="27676" x="1962150" y="6140450"/>
          <p14:tracePt t="27693" x="2000250" y="6121400"/>
          <p14:tracePt t="27709" x="2025650" y="6115050"/>
          <p14:tracePt t="27743" x="2038350" y="6115050"/>
          <p14:tracePt t="27759" x="2044700" y="6115050"/>
          <p14:tracePt t="27776" x="2051050" y="6115050"/>
          <p14:tracePt t="27808" x="2057400" y="6115050"/>
          <p14:tracePt t="27862" x="2063750" y="6115050"/>
          <p14:tracePt t="27989" x="2057400" y="6115050"/>
          <p14:tracePt t="28003" x="2051050" y="6115050"/>
          <p14:tracePt t="28011" x="2044700" y="6115050"/>
          <p14:tracePt t="28025" x="2038350" y="6121400"/>
          <p14:tracePt t="28041" x="2032000" y="6121400"/>
          <p14:tracePt t="28058" x="2025650" y="6127750"/>
          <p14:tracePt t="28075" x="2006600" y="6127750"/>
          <p14:tracePt t="28092" x="2000250" y="6134100"/>
          <p14:tracePt t="28108" x="1987550" y="6140450"/>
          <p14:tracePt t="28124" x="1974850" y="6146800"/>
          <p14:tracePt t="28141" x="1962150" y="6153150"/>
          <p14:tracePt t="28158" x="1949450" y="6153150"/>
          <p14:tracePt t="28174" x="1943100" y="6153150"/>
          <p14:tracePt t="28192" x="1936750" y="6153150"/>
          <p14:tracePt t="28235" x="1936750" y="6159500"/>
          <p14:tracePt t="28276" x="1930400" y="6159500"/>
          <p14:tracePt t="28298" x="1924050" y="6159500"/>
          <p14:tracePt t="28333" x="1917700" y="6165850"/>
          <p14:tracePt t="28452" x="1917700" y="6172200"/>
          <p14:tracePt t="28803" x="1924050" y="6172200"/>
          <p14:tracePt t="28824" x="1930400" y="6172200"/>
          <p14:tracePt t="28845" x="1936750" y="6172200"/>
          <p14:tracePt t="28859" x="1943100" y="6172200"/>
          <p14:tracePt t="28866" x="1949450" y="6165850"/>
          <p14:tracePt t="28880" x="1955800" y="6165850"/>
          <p14:tracePt t="28901" x="1962150" y="6165850"/>
          <p14:tracePt t="28923" x="1968500" y="6165850"/>
          <p14:tracePt t="28986" x="1974850" y="6165850"/>
          <p14:tracePt t="29021" x="1987550" y="6165850"/>
          <p14:tracePt t="29063" x="1993900" y="6165850"/>
          <p14:tracePt t="29210" x="1987550" y="6165850"/>
          <p14:tracePt t="29231" x="1981200" y="6172200"/>
          <p14:tracePt t="29253" x="1974850" y="6172200"/>
          <p14:tracePt t="29273" x="1974850" y="6178550"/>
          <p14:tracePt t="29295" x="1968500" y="6178550"/>
          <p14:tracePt t="29316" x="1962150" y="6178550"/>
          <p14:tracePt t="29351" x="1962150" y="6184900"/>
          <p14:tracePt t="29386" x="1955800" y="6184900"/>
          <p14:tracePt t="29392" x="1949450" y="6184900"/>
          <p14:tracePt t="29414" x="1943100" y="6191250"/>
          <p14:tracePt t="29477" x="1936750" y="6191250"/>
          <p14:tracePt t="29596" x="1930400" y="6191250"/>
          <p14:tracePt t="29856" x="1936750" y="6191250"/>
          <p14:tracePt t="29877" x="1949450" y="6191250"/>
          <p14:tracePt t="29884" x="1974850" y="6184900"/>
          <p14:tracePt t="29898" x="2000250" y="6172200"/>
          <p14:tracePt t="29905" x="2032000" y="6165850"/>
          <p14:tracePt t="29921" x="2057400" y="6165850"/>
          <p14:tracePt t="29935" x="2095500" y="6165850"/>
          <p14:tracePt t="29951" x="2139950" y="6159500"/>
          <p14:tracePt t="29969" x="2203450" y="6153150"/>
          <p14:tracePt t="29985" x="2286000" y="6153150"/>
          <p14:tracePt t="30001" x="2324100" y="6153150"/>
          <p14:tracePt t="30018" x="2419350" y="6140450"/>
          <p14:tracePt t="30034" x="2482850" y="6140450"/>
          <p14:tracePt t="30038" x="2533650" y="6140450"/>
          <p14:tracePt t="30051" x="2597150" y="6140450"/>
          <p14:tracePt t="30067" x="2698750" y="6140450"/>
          <p14:tracePt t="30084" x="2768600" y="6134100"/>
          <p14:tracePt t="30102" x="2882900" y="6134100"/>
          <p14:tracePt t="30117" x="2908300" y="6134100"/>
          <p14:tracePt t="30134" x="2946400" y="6134100"/>
          <p14:tracePt t="30151" x="2984500" y="6134100"/>
          <p14:tracePt t="30167" x="3009900" y="6140450"/>
          <p14:tracePt t="30184" x="3035300" y="6140450"/>
          <p14:tracePt t="30200" x="3105150" y="6146800"/>
          <p14:tracePt t="30217" x="3187700" y="6153150"/>
          <p14:tracePt t="30235" x="3225800" y="6165850"/>
          <p14:tracePt t="30250" x="3276600" y="6172200"/>
          <p14:tracePt t="30267" x="3295650" y="6178550"/>
          <p14:tracePt t="30284" x="3308350" y="6184900"/>
          <p14:tracePt t="30300" x="3333750" y="6184900"/>
          <p14:tracePt t="30316" x="3340100" y="6184900"/>
          <p14:tracePt t="30334" x="3346450" y="6184900"/>
          <p14:tracePt t="30396" x="3352800" y="6184900"/>
          <p14:tracePt t="31187" x="3359150" y="6184900"/>
          <p14:tracePt t="31235" x="3365500" y="6184900"/>
          <p14:tracePt t="31242" x="3371850" y="6184900"/>
          <p14:tracePt t="31256" x="3378200" y="6184900"/>
          <p14:tracePt t="31266" x="3384550" y="6184900"/>
          <p14:tracePt t="31280" x="3397250" y="6184900"/>
          <p14:tracePt t="31300" x="3409950" y="6184900"/>
          <p14:tracePt t="31313" x="3416300" y="6184900"/>
          <p14:tracePt t="31330" x="3435350" y="6184900"/>
          <p14:tracePt t="31347" x="3441700" y="6184900"/>
          <p14:tracePt t="31363" x="3454400" y="6184900"/>
          <p14:tracePt t="31380" x="3467100" y="6184900"/>
          <p14:tracePt t="31397" x="3486150" y="6184900"/>
          <p14:tracePt t="31413" x="3498850" y="6184900"/>
          <p14:tracePt t="31430" x="3530600" y="6184900"/>
          <p14:tracePt t="31446" x="3568700" y="6178550"/>
          <p14:tracePt t="31463" x="3600450" y="6178550"/>
          <p14:tracePt t="31480" x="3625850" y="6178550"/>
          <p14:tracePt t="31497" x="3752850" y="6153150"/>
          <p14:tracePt t="31513" x="3803650" y="6146800"/>
          <p14:tracePt t="31530" x="3943350" y="6121400"/>
          <p14:tracePt t="31545" x="3968750" y="6121400"/>
          <p14:tracePt t="31562" x="4006850" y="6121400"/>
          <p14:tracePt t="31580" x="4076700" y="6108700"/>
          <p14:tracePt t="31596" x="4114800" y="6108700"/>
          <p14:tracePt t="31612" x="4254500" y="6089650"/>
          <p14:tracePt t="31629" x="4451350" y="6057900"/>
          <p14:tracePt t="31646" x="4552950" y="6051550"/>
          <p14:tracePt t="31664" x="4641850" y="6051550"/>
          <p14:tracePt t="31679" x="4883150" y="6038850"/>
          <p14:tracePt t="31696" x="5124450" y="6038850"/>
          <p14:tracePt t="31712" x="5238750" y="6045200"/>
          <p14:tracePt t="31728" x="5435600" y="6045200"/>
          <p14:tracePt t="31745" x="5556250" y="6038850"/>
          <p14:tracePt t="31762" x="5784850" y="6000750"/>
          <p14:tracePt t="31778" x="5886450" y="5975350"/>
          <p14:tracePt t="31795" x="6057900" y="5949950"/>
          <p14:tracePt t="31812" x="6235700" y="5905500"/>
          <p14:tracePt t="31830" x="6324600" y="5905500"/>
          <p14:tracePt t="31846" x="6457950" y="5899150"/>
          <p14:tracePt t="31861" x="6508750" y="5899150"/>
          <p14:tracePt t="31878" x="6610350" y="5899150"/>
          <p14:tracePt t="31896" x="6705600" y="5899150"/>
          <p14:tracePt t="31911" x="6743700" y="5899150"/>
          <p14:tracePt t="31928" x="6826250" y="5911850"/>
          <p14:tracePt t="31945" x="6921500" y="5937250"/>
          <p14:tracePt t="31961" x="6965950" y="5949950"/>
          <p14:tracePt t="31978" x="7061200" y="5969000"/>
          <p14:tracePt t="31994" x="7169150" y="5988050"/>
          <p14:tracePt t="32011" x="7245350" y="5988050"/>
          <p14:tracePt t="32028" x="7340600" y="6013450"/>
          <p14:tracePt t="32044" x="7416800" y="6038850"/>
          <p14:tracePt t="32061" x="7448550" y="6051550"/>
          <p14:tracePt t="32078" x="7499350" y="6076950"/>
          <p14:tracePt t="32094" x="7543800" y="6102350"/>
          <p14:tracePt t="32111" x="7562850" y="6127750"/>
          <p14:tracePt t="32127" x="7607300" y="6153150"/>
          <p14:tracePt t="32144" x="7651750" y="6197600"/>
          <p14:tracePt t="32161" x="7677150" y="6229350"/>
          <p14:tracePt t="32177" x="7715250" y="6286500"/>
          <p14:tracePt t="32194" x="7727950" y="6305550"/>
          <p14:tracePt t="32211" x="7740650" y="6330950"/>
          <p14:tracePt t="32227" x="7747000" y="6343650"/>
          <p14:tracePt t="32244" x="7753350" y="6343650"/>
          <p14:tracePt t="32513" x="7740650" y="6337300"/>
          <p14:tracePt t="32527" x="7715250" y="6324600"/>
          <p14:tracePt t="32534" x="7696200" y="6305550"/>
          <p14:tracePt t="32548" x="7658100" y="6292850"/>
          <p14:tracePt t="32559" x="7600950" y="6261100"/>
          <p14:tracePt t="32576" x="7442200" y="6216650"/>
          <p14:tracePt t="32592" x="7334250" y="6191250"/>
          <p14:tracePt t="32609" x="7118350" y="6153150"/>
          <p14:tracePt t="32626" x="6991350" y="6140450"/>
          <p14:tracePt t="32642" x="6750050" y="6121400"/>
          <p14:tracePt t="32660" x="6483350" y="6108700"/>
          <p14:tracePt t="32676" x="6356350" y="6108700"/>
          <p14:tracePt t="32692" x="6229350" y="6115050"/>
          <p14:tracePt t="32709" x="6000750" y="6146800"/>
          <p14:tracePt t="32725" x="5797550" y="6165850"/>
          <p14:tracePt t="32741" x="5708650" y="6184900"/>
          <p14:tracePt t="32759" x="5473700" y="6242050"/>
          <p14:tracePt t="32775" x="5384800" y="6261100"/>
          <p14:tracePt t="32791" x="5226050" y="6318250"/>
          <p14:tracePt t="32808" x="5156200" y="6350000"/>
          <p14:tracePt t="32825" x="5041900" y="6394450"/>
          <p14:tracePt t="32842" x="4978400" y="6426200"/>
          <p14:tracePt t="32858" x="4864100" y="6457950"/>
          <p14:tracePt t="32875" x="4826000" y="6477000"/>
          <p14:tracePt t="32892" x="4724400" y="6515100"/>
          <p14:tracePt t="32908" x="4629150" y="6559550"/>
          <p14:tracePt t="32925" x="4584700" y="6565900"/>
          <p14:tracePt t="32941" x="4508500" y="6597650"/>
          <p14:tracePt t="32958" x="4476750" y="6616700"/>
          <p14:tracePt t="32975" x="4419600" y="6629400"/>
          <p14:tracePt t="32991" x="4400550" y="6635750"/>
          <p14:tracePt t="33007" x="4337050" y="6661150"/>
          <p14:tracePt t="33025" x="4298950" y="6673850"/>
          <p14:tracePt t="33041" x="4273550" y="6680200"/>
          <p14:tracePt t="33057" x="4222750" y="6692900"/>
          <p14:tracePt t="33074" x="4165600" y="6718300"/>
          <p14:tracePt t="33090" x="4121150" y="6731000"/>
          <p14:tracePt t="33107" x="4108450" y="6737350"/>
          <p14:tracePt t="33124" x="4095750" y="6743700"/>
          <p14:tracePt t="33140" x="4089400" y="6750050"/>
          <p14:tracePt t="33157" x="4083050" y="6750050"/>
          <p14:tracePt t="33190" x="4076700" y="6750050"/>
          <p14:tracePt t="33797" x="4076700" y="6737350"/>
          <p14:tracePt t="33811" x="4083050" y="6737350"/>
          <p14:tracePt t="33818" x="4083050" y="6731000"/>
          <p14:tracePt t="33840" x="4089400" y="6724650"/>
          <p14:tracePt t="33853" x="4089400" y="6718300"/>
          <p14:tracePt t="33867" x="4089400" y="6711950"/>
          <p14:tracePt t="33889" x="4089400" y="6705600"/>
          <p14:tracePt t="33895" x="4089400" y="6699250"/>
          <p14:tracePt t="33916" x="4095750" y="6692900"/>
          <p14:tracePt t="33939" x="4095750" y="6680200"/>
          <p14:tracePt t="33951" x="4102100" y="6673850"/>
          <p14:tracePt t="33958" x="4108450" y="6661150"/>
          <p14:tracePt t="33974" x="4114800" y="6642100"/>
          <p14:tracePt t="33987" x="4114800" y="6629400"/>
          <p14:tracePt t="34004" x="4121150" y="6578600"/>
          <p14:tracePt t="34021" x="4127500" y="6521450"/>
          <p14:tracePt t="34037" x="4127500" y="6483350"/>
          <p14:tracePt t="34054" x="4127500" y="6413500"/>
          <p14:tracePt t="34071" x="4114800" y="6356350"/>
          <p14:tracePt t="34088" x="4108450" y="6324600"/>
          <p14:tracePt t="34091" x="4089400" y="6305550"/>
          <p14:tracePt t="34104" x="4083050" y="6286500"/>
          <p14:tracePt t="34120" x="4064000" y="6248400"/>
          <p14:tracePt t="34137" x="4044950" y="6229350"/>
          <p14:tracePt t="34155" x="4025900" y="6210300"/>
          <p14:tracePt t="34170" x="4019550" y="6210300"/>
          <p14:tracePt t="34186" x="4013200" y="6197600"/>
          <p14:tracePt t="34204" x="3994150" y="6191250"/>
          <p14:tracePt t="34220" x="3994150" y="6184900"/>
          <p14:tracePt t="34236" x="3981450" y="6178550"/>
          <p14:tracePt t="34253" x="3968750" y="6172200"/>
          <p14:tracePt t="34270" x="3956050" y="6165850"/>
          <p14:tracePt t="34286" x="3949700" y="6165850"/>
          <p14:tracePt t="34302" x="3930650" y="6159500"/>
          <p14:tracePt t="34320" x="3924300" y="6159500"/>
          <p14:tracePt t="34337" x="3905250" y="6159500"/>
          <p14:tracePt t="34352" x="3898900" y="6159500"/>
          <p14:tracePt t="34369" x="3860800" y="6159500"/>
          <p14:tracePt t="34387" x="3822700" y="6159500"/>
          <p14:tracePt t="34402" x="3810000" y="6159500"/>
          <p14:tracePt t="34419" x="3790950" y="6159500"/>
          <p14:tracePt t="34436" x="3733800" y="6159500"/>
          <p14:tracePt t="34452" x="3663950" y="6172200"/>
          <p14:tracePt t="34470" x="3619500" y="6178550"/>
          <p14:tracePt t="34486" x="3536950" y="6197600"/>
          <p14:tracePt t="34503" x="3498850" y="6203950"/>
          <p14:tracePt t="34519" x="3429000" y="6210300"/>
          <p14:tracePt t="34536" x="3390900" y="6210300"/>
          <p14:tracePt t="34552" x="3321050" y="6210300"/>
          <p14:tracePt t="34569" x="3232150" y="6210300"/>
          <p14:tracePt t="34586" x="3194050" y="6210300"/>
          <p14:tracePt t="34589" x="3162300" y="6203950"/>
          <p14:tracePt t="34606" x="3130550" y="6203950"/>
          <p14:tracePt t="34619" x="3111500" y="6203950"/>
          <p14:tracePt t="34635" x="3060700" y="6197600"/>
          <p14:tracePt t="34653" x="3028950" y="6191250"/>
          <p14:tracePt t="34668" x="3016250" y="6191250"/>
          <p14:tracePt t="34685" x="3003550" y="6191250"/>
          <p14:tracePt t="34702" x="2997200" y="6191250"/>
          <p14:tracePt t="34718" x="2990850" y="6191250"/>
          <p14:tracePt t="34735" x="2971800" y="6191250"/>
          <p14:tracePt t="34752" x="2959100" y="6191250"/>
          <p14:tracePt t="34785" x="2952750" y="6191250"/>
          <p14:tracePt t="34802" x="2940050" y="6191250"/>
          <p14:tracePt t="34838" x="2933700" y="6191250"/>
          <p14:tracePt t="34948" x="2940050" y="6191250"/>
          <p14:tracePt t="34955" x="2952750" y="6191250"/>
          <p14:tracePt t="34976" x="2971800" y="6191250"/>
          <p14:tracePt t="34990" x="2984500" y="6184900"/>
          <p14:tracePt t="35001" x="3009900" y="6184900"/>
          <p14:tracePt t="35018" x="3098800" y="6153150"/>
          <p14:tracePt t="35034" x="3168650" y="6127750"/>
          <p14:tracePt t="35050" x="3251200" y="6076950"/>
          <p14:tracePt t="35067" x="3403600" y="5918200"/>
          <p14:tracePt t="35083" x="3498850" y="5791200"/>
          <p14:tracePt t="35100" x="3657600" y="5429250"/>
          <p14:tracePt t="35117" x="3771900" y="4946650"/>
          <p14:tracePt t="35134" x="3803650" y="4648200"/>
          <p14:tracePt t="35151" x="3810000" y="4044950"/>
          <p14:tracePt t="35166" x="3778250" y="3644900"/>
          <p14:tracePt t="35183" x="3619500" y="2838450"/>
          <p14:tracePt t="35200" x="3365500" y="1981200"/>
          <p14:tracePt t="35217" x="3219450" y="1587500"/>
          <p14:tracePt t="35233" x="3105150" y="1276350"/>
          <p14:tracePt t="35250" x="2901950" y="831850"/>
          <p14:tracePt t="35266" x="2832100" y="711200"/>
          <p14:tracePt t="35283" x="2724150" y="577850"/>
          <p14:tracePt t="35300" x="2647950" y="488950"/>
          <p14:tracePt t="35316" x="2628900" y="463550"/>
          <p14:tracePt t="35334" x="2584450" y="438150"/>
          <p14:tracePt t="35350" x="2571750" y="431800"/>
          <p14:tracePt t="35366" x="2552700" y="425450"/>
          <p14:tracePt t="35544" x="2552700" y="431800"/>
          <p14:tracePt t="35567" x="2552700" y="438150"/>
          <p14:tracePt t="35580" x="2552700" y="450850"/>
          <p14:tracePt t="35587" x="2552700" y="463550"/>
          <p14:tracePt t="35602" x="2552700" y="476250"/>
          <p14:tracePt t="35615" x="2552700" y="488950"/>
          <p14:tracePt t="35632" x="2578100" y="546100"/>
          <p14:tracePt t="35650" x="2609850" y="622300"/>
          <p14:tracePt t="35665" x="2628900" y="666750"/>
          <p14:tracePt t="35681" x="2641600" y="698500"/>
          <p14:tracePt t="35699" x="2673350" y="762000"/>
          <p14:tracePt t="35715" x="2692400" y="781050"/>
          <p14:tracePt t="35731" x="2705100" y="819150"/>
          <p14:tracePt t="35748" x="2717800" y="831850"/>
          <p14:tracePt t="35765" x="2717800" y="838200"/>
          <p14:tracePt t="35781" x="2717800" y="844550"/>
          <p14:tracePt t="35814" x="2724150" y="857250"/>
          <p14:tracePt t="35832" x="2736850" y="882650"/>
          <p14:tracePt t="35847" x="2743200" y="895350"/>
          <p14:tracePt t="35864" x="2749550" y="901700"/>
          <p14:tracePt t="35881" x="2762250" y="933450"/>
          <p14:tracePt t="35897" x="2768600" y="946150"/>
          <p14:tracePt t="35914" x="2787650" y="984250"/>
          <p14:tracePt t="35931" x="2800350" y="1003300"/>
          <p14:tracePt t="35987" x="2806700" y="1009650"/>
          <p14:tracePt t="36295" x="2813050" y="1035050"/>
          <p14:tracePt t="36309" x="2819400" y="1066800"/>
          <p14:tracePt t="36316" x="2825750" y="1117600"/>
          <p14:tracePt t="36333" x="2857500" y="1174750"/>
          <p14:tracePt t="36346" x="2863850" y="1244600"/>
          <p14:tracePt t="36362" x="2901950" y="1384300"/>
          <p14:tracePt t="36380" x="2940050" y="1543050"/>
          <p14:tracePt t="36396" x="2965450" y="1625600"/>
          <p14:tracePt t="36412" x="2971800" y="1689100"/>
          <p14:tracePt t="36429" x="2990850" y="1822450"/>
          <p14:tracePt t="36446" x="2990850" y="1860550"/>
          <p14:tracePt t="36462" x="2990850" y="1936750"/>
          <p14:tracePt t="36479" x="2990850" y="1993900"/>
          <p14:tracePt t="36496" x="2984500" y="2019300"/>
          <p14:tracePt t="36513" x="2971800" y="2044700"/>
          <p14:tracePt t="36529" x="2965450" y="2063750"/>
          <p14:tracePt t="36545" x="2946400" y="2076450"/>
          <p14:tracePt t="36562" x="2927350" y="2095500"/>
          <p14:tracePt t="36578" x="2927350" y="2101850"/>
          <p14:tracePt t="36595" x="2914650" y="2101850"/>
          <p14:tracePt t="36599" x="2908300" y="2114550"/>
          <p14:tracePt t="36612" x="2895600" y="2133600"/>
          <p14:tracePt t="36628" x="2895600" y="2152650"/>
          <p14:tracePt t="36646" x="2895600" y="2178050"/>
          <p14:tracePt t="36661" x="2927350" y="2260600"/>
          <p14:tracePt t="36678" x="3041650" y="2438400"/>
          <p14:tracePt t="36695" x="3238500" y="2717800"/>
          <p14:tracePt t="36711" x="3359150" y="2882900"/>
          <p14:tracePt t="36728" x="3492500" y="3048000"/>
          <p14:tracePt t="36745" x="3771900" y="3378200"/>
          <p14:tracePt t="36761" x="4019550" y="3683000"/>
          <p14:tracePt t="36778" x="4133850" y="3816350"/>
          <p14:tracePt t="36795" x="4311650" y="4089400"/>
          <p14:tracePt t="36811" x="4349750" y="4171950"/>
          <p14:tracePt t="36828" x="4406900" y="4292600"/>
          <p14:tracePt t="36844" x="4470400" y="4457700"/>
          <p14:tracePt t="36861" x="4502150" y="4533900"/>
          <p14:tracePt t="36878" x="4578350" y="4686300"/>
          <p14:tracePt t="36894" x="4622800" y="4768850"/>
          <p14:tracePt t="36911" x="4660900" y="4857750"/>
          <p14:tracePt t="36927" x="4781550" y="5124450"/>
          <p14:tracePt t="36944" x="4845050" y="5264150"/>
          <p14:tracePt t="36960" x="4870450" y="5308600"/>
          <p14:tracePt t="36977" x="4902200" y="5391150"/>
          <p14:tracePt t="36994" x="4921250" y="5435600"/>
          <p14:tracePt t="37011" x="4959350" y="5530850"/>
          <p14:tracePt t="37027" x="4972050" y="5575300"/>
          <p14:tracePt t="37043" x="5029200" y="5689600"/>
          <p14:tracePt t="37060" x="5099050" y="5803900"/>
          <p14:tracePt t="37077" x="5130800" y="5848350"/>
          <p14:tracePt t="37093" x="5200650" y="5911850"/>
          <p14:tracePt t="37097" x="5276850" y="5981700"/>
          <p14:tracePt t="37110" x="5372100" y="6045200"/>
          <p14:tracePt t="37127" x="5568950" y="6178550"/>
          <p14:tracePt t="37144" x="5676900" y="6248400"/>
          <p14:tracePt t="37160" x="5905500" y="6375400"/>
          <p14:tracePt t="37176" x="6026150" y="6438900"/>
          <p14:tracePt t="37194" x="6261100" y="6534150"/>
          <p14:tracePt t="37210" x="6362700" y="6578600"/>
          <p14:tracePt t="37226" x="6578600" y="6597650"/>
          <p14:tracePt t="37243" x="6788150" y="6572250"/>
          <p14:tracePt t="37259" x="6877050" y="6534150"/>
          <p14:tracePt t="37276" x="6972300" y="6502400"/>
          <p14:tracePt t="37293" x="7156450" y="6375400"/>
          <p14:tracePt t="37309" x="7194550" y="6330950"/>
          <p14:tracePt t="37327" x="7239000" y="6261100"/>
          <p14:tracePt t="37342" x="7277100" y="6210300"/>
          <p14:tracePt t="37359" x="7296150" y="6191250"/>
          <p14:tracePt t="37376" x="7321550" y="6178550"/>
          <p14:tracePt t="37392" x="7327900" y="6172200"/>
          <p14:tracePt t="37409" x="7340600" y="6159500"/>
          <p14:tracePt t="37426" x="7366000" y="6146800"/>
          <p14:tracePt t="37442" x="7378700" y="6140450"/>
          <p14:tracePt t="37459" x="7397750" y="6134100"/>
          <p14:tracePt t="37475" x="7416800" y="6134100"/>
          <p14:tracePt t="37492" x="7429500" y="6134100"/>
          <p14:tracePt t="37509" x="7454900" y="6134100"/>
          <p14:tracePt t="37525" x="7486650" y="6134100"/>
          <p14:tracePt t="37542" x="7499350" y="6127750"/>
          <p14:tracePt t="37559" x="7531100" y="6127750"/>
          <p14:tracePt t="37575" x="7556500" y="6127750"/>
          <p14:tracePt t="37592" x="7562850" y="6127750"/>
          <p14:tracePt t="37596" x="7569200" y="6127750"/>
          <p14:tracePt t="37664" x="7556500" y="6127750"/>
          <p14:tracePt t="37678" x="7537450" y="6127750"/>
          <p14:tracePt t="37684" x="7512050" y="6121400"/>
          <p14:tracePt t="37694" x="7480300" y="6102350"/>
          <p14:tracePt t="37708" x="7416800" y="6076950"/>
          <p14:tracePt t="37724" x="7346950" y="6038850"/>
          <p14:tracePt t="37741" x="7092950" y="5848350"/>
          <p14:tracePt t="37758" x="6877050" y="5683250"/>
          <p14:tracePt t="37775" x="6369050" y="5276850"/>
          <p14:tracePt t="37791" x="5721350" y="4660900"/>
          <p14:tracePt t="37808" x="5365750" y="4286250"/>
          <p14:tracePt t="37825" x="4635500" y="3530600"/>
          <p14:tracePt t="37840" x="4279900" y="3200400"/>
          <p14:tracePt t="37858" x="3956050" y="2895600"/>
          <p14:tracePt t="37874" x="3409950" y="2343150"/>
          <p14:tracePt t="37891" x="2990850" y="1962150"/>
          <p14:tracePt t="37908" x="2876550" y="1854200"/>
          <p14:tracePt t="37924" x="2692400" y="1695450"/>
          <p14:tracePt t="37940" x="2584450" y="1606550"/>
          <p14:tracePt t="37958" x="2565400" y="1587500"/>
          <p14:tracePt t="37973" x="2520950" y="1530350"/>
          <p14:tracePt t="37991" x="2514600" y="1517650"/>
          <p14:tracePt t="38008" x="2501900" y="1504950"/>
          <p14:tracePt t="38023" x="2482850" y="1466850"/>
          <p14:tracePt t="38040" x="2451100" y="1435100"/>
          <p14:tracePt t="38057" x="2425700" y="1409700"/>
          <p14:tracePt t="38073" x="2413000" y="1390650"/>
          <p14:tracePt t="38090" x="2400300" y="1377950"/>
          <p14:tracePt t="38094" x="2387600" y="1371600"/>
          <p14:tracePt t="38107" x="2374900" y="1358900"/>
          <p14:tracePt t="38123" x="2362200" y="1346200"/>
          <p14:tracePt t="38140" x="2324100" y="1314450"/>
          <p14:tracePt t="38156" x="2273300" y="1295400"/>
          <p14:tracePt t="38173" x="2241550" y="1276350"/>
          <p14:tracePt t="38190" x="2209800" y="1250950"/>
          <p14:tracePt t="38206" x="2197100" y="1244600"/>
          <p14:tracePt t="38223" x="2178050" y="1238250"/>
          <p14:tracePt t="38295" x="2171700" y="1238250"/>
          <p14:tracePt t="38351" x="2171700" y="1244600"/>
          <p14:tracePt t="38394" x="2171700" y="1250950"/>
          <p14:tracePt t="38422" x="2178050" y="1250950"/>
          <p14:tracePt t="38435" x="2184400" y="1250950"/>
          <p14:tracePt t="38443" x="2184400" y="1257300"/>
          <p14:tracePt t="38459" x="2184400" y="1263650"/>
          <p14:tracePt t="38472" x="2190750" y="1270000"/>
          <p14:tracePt t="38488" x="2197100" y="1282700"/>
          <p14:tracePt t="38506" x="2247900" y="1346200"/>
          <p14:tracePt t="38522" x="2279650" y="1390650"/>
          <p14:tracePt t="38539" x="2330450" y="1479550"/>
          <p14:tracePt t="38556" x="2387600" y="1593850"/>
          <p14:tracePt t="38572" x="2400300" y="1638300"/>
          <p14:tracePt t="38588" x="2419350" y="1695450"/>
          <p14:tracePt t="38605" x="2463800" y="1828800"/>
          <p14:tracePt t="38621" x="2476500" y="1873250"/>
          <p14:tracePt t="38639" x="2489200" y="1924050"/>
          <p14:tracePt t="38655" x="2489200" y="1943100"/>
          <p14:tracePt t="38671" x="2489200" y="1974850"/>
          <p14:tracePt t="38688" x="2489200" y="2000250"/>
          <p14:tracePt t="38705" x="2489200" y="2012950"/>
          <p14:tracePt t="38721" x="2476500" y="2025650"/>
          <p14:tracePt t="38738" x="2470150" y="2032000"/>
          <p14:tracePt t="38755" x="2457450" y="2038350"/>
          <p14:tracePt t="38772" x="2451100" y="2044700"/>
          <p14:tracePt t="38787" x="2444750" y="2044700"/>
          <p14:tracePt t="38804" x="2438400" y="2051050"/>
          <p14:tracePt t="38821" x="2432050" y="2051050"/>
          <p14:tracePt t="38837" x="2425700" y="2051050"/>
          <p14:tracePt t="38871" x="2419350" y="2051050"/>
          <p14:tracePt t="38920" x="2413000" y="2051050"/>
          <p14:tracePt t="38997" x="2413000" y="2057400"/>
          <p14:tracePt t="39011" x="2419350" y="2057400"/>
          <p14:tracePt t="39018" x="2432050" y="2057400"/>
          <p14:tracePt t="39032" x="2444750" y="2057400"/>
          <p14:tracePt t="39040" x="2463800" y="2051050"/>
          <p14:tracePt t="39056" x="2495550" y="2044700"/>
          <p14:tracePt t="39070" x="2527300" y="2038350"/>
          <p14:tracePt t="39086" x="2641600" y="2019300"/>
          <p14:tracePt t="39103" x="2762250" y="1993900"/>
          <p14:tracePt t="39119" x="2825750" y="1993900"/>
          <p14:tracePt t="39137" x="2933700" y="1981200"/>
          <p14:tracePt t="39153" x="2984500" y="1987550"/>
          <p14:tracePt t="39169" x="3016250" y="1987550"/>
          <p14:tracePt t="39186" x="3067050" y="1993900"/>
          <p14:tracePt t="39203" x="3079750" y="2000250"/>
          <p14:tracePt t="39236" x="3086100" y="2038350"/>
          <p14:tracePt t="39253" x="3092450" y="2057400"/>
          <p14:tracePt t="39270" x="3092450" y="2171700"/>
          <p14:tracePt t="39286" x="3092450" y="2362200"/>
          <p14:tracePt t="39302" x="3092450" y="2482850"/>
          <p14:tracePt t="39319" x="3092450" y="2781300"/>
          <p14:tracePt t="39336" x="3105150" y="2952750"/>
          <p14:tracePt t="39352" x="3130550" y="3308350"/>
          <p14:tracePt t="39369" x="3155950" y="3663950"/>
          <p14:tracePt t="39385" x="3168650" y="3790950"/>
          <p14:tracePt t="39402" x="3175000" y="3917950"/>
          <p14:tracePt t="39419" x="3187700" y="4140200"/>
          <p14:tracePt t="39435" x="3200400" y="4248150"/>
          <p14:tracePt t="39452" x="3206750" y="4400550"/>
          <p14:tracePt t="39469" x="3213100" y="4489450"/>
          <p14:tracePt t="39485" x="3213100" y="4546600"/>
          <p14:tracePt t="39503" x="3213100" y="4660900"/>
          <p14:tracePt t="39518" x="3213100" y="4724400"/>
          <p14:tracePt t="39535" x="3200400" y="4876800"/>
          <p14:tracePt t="39552" x="3181350" y="5035550"/>
          <p14:tracePt t="39568" x="3175000" y="5099050"/>
          <p14:tracePt t="39585" x="3175000" y="5149850"/>
          <p14:tracePt t="39601" x="3168650" y="5245100"/>
          <p14:tracePt t="39618" x="3155950" y="5295900"/>
          <p14:tracePt t="39635" x="3155950" y="5416550"/>
          <p14:tracePt t="39651" x="3155950" y="5492750"/>
          <p14:tracePt t="39668" x="3155950" y="5511800"/>
          <p14:tracePt t="39685" x="3162300" y="5562600"/>
          <p14:tracePt t="39701" x="3162300" y="5581650"/>
          <p14:tracePt t="39718" x="3168650" y="5607050"/>
          <p14:tracePt t="39734" x="3181350" y="5632450"/>
          <p14:tracePt t="39751" x="3187700" y="5645150"/>
          <p14:tracePt t="39768" x="3194050" y="5651500"/>
          <p14:tracePt t="39784" x="3200400" y="5670550"/>
          <p14:tracePt t="39801" x="3213100" y="5676900"/>
          <p14:tracePt t="39818" x="3225800" y="5676900"/>
          <p14:tracePt t="39834" x="3257550" y="5683250"/>
          <p14:tracePt t="39850" x="3282950" y="5689600"/>
          <p14:tracePt t="40312" x="3282950" y="5708650"/>
          <p14:tracePt t="40319" x="3282950" y="5746750"/>
          <p14:tracePt t="40335" x="3289300" y="5803900"/>
          <p14:tracePt t="40349" x="3295650" y="5854700"/>
          <p14:tracePt t="40365" x="3308350" y="5937250"/>
          <p14:tracePt t="40383" x="3314700" y="6007100"/>
          <p14:tracePt t="40399" x="3314700" y="6032500"/>
          <p14:tracePt t="40415" x="3327400" y="6102350"/>
          <p14:tracePt t="40432" x="3333750" y="6159500"/>
          <p14:tracePt t="40448" x="3333750" y="6191250"/>
          <p14:tracePt t="40465" x="3346450" y="6210300"/>
          <p14:tracePt t="40482" x="3352800" y="6261100"/>
          <p14:tracePt t="40498" x="3359150" y="6292850"/>
          <p14:tracePt t="40515" x="3365500" y="6305550"/>
          <p14:tracePt t="40531" x="3365500" y="6330950"/>
          <p14:tracePt t="40548" x="3365500" y="6337300"/>
          <p14:tracePt t="40565" x="3365500" y="6356350"/>
          <p14:tracePt t="40598" x="3365500" y="6362700"/>
          <p14:tracePt t="40685" x="3365500" y="6369050"/>
          <p14:tracePt t="40691" x="3365500" y="6375400"/>
          <p14:tracePt t="40712" x="3365500" y="6381750"/>
          <p14:tracePt t="40720" x="3365500" y="6388100"/>
          <p14:tracePt t="40741" x="3365500" y="6394450"/>
          <p14:tracePt t="40761" x="3365500" y="6407150"/>
          <p14:tracePt t="40768" x="3365500" y="6413500"/>
          <p14:tracePt t="40784" x="3365500" y="6426200"/>
          <p14:tracePt t="40797" x="3365500" y="6432550"/>
          <p14:tracePt t="40814" x="3365500" y="6464300"/>
          <p14:tracePt t="40832" x="3371850" y="6489700"/>
          <p14:tracePt t="40847" x="3371850" y="6502400"/>
          <p14:tracePt t="40864" x="3371850" y="6515100"/>
          <p14:tracePt t="40881" x="3378200" y="6527800"/>
          <p14:tracePt t="40914" x="3378200" y="6534150"/>
          <p14:tracePt t="40951" x="3378200" y="6540500"/>
          <p14:tracePt t="41077" x="3390900" y="6540500"/>
          <p14:tracePt t="41120" x="3397250" y="6540500"/>
          <p14:tracePt t="41162" x="3403600" y="6540500"/>
          <p14:tracePt t="41190" x="3409950" y="6540500"/>
          <p14:tracePt t="41204" x="3416300" y="6540500"/>
          <p14:tracePt t="41211" x="3422650" y="6540500"/>
          <p14:tracePt t="41225" x="3429000" y="6540500"/>
          <p14:tracePt t="41232" x="3435350" y="6540500"/>
          <p14:tracePt t="41248" x="3448050" y="6540500"/>
          <p14:tracePt t="41262" x="3498850" y="6540500"/>
          <p14:tracePt t="41279" x="3517900" y="6540500"/>
          <p14:tracePt t="41296" x="3575050" y="6540500"/>
          <p14:tracePt t="41312" x="3600450" y="6540500"/>
          <p14:tracePt t="41330" x="3663950" y="6527800"/>
          <p14:tracePt t="41346" x="3727450" y="6521450"/>
          <p14:tracePt t="41362" x="3771900" y="6515100"/>
          <p14:tracePt t="41379" x="3867150" y="6489700"/>
          <p14:tracePt t="41395" x="3924300" y="6470650"/>
          <p14:tracePt t="41412" x="4032250" y="6419850"/>
          <p14:tracePt t="41429" x="4146550" y="6375400"/>
          <p14:tracePt t="41446" x="4184650" y="6356350"/>
          <p14:tracePt t="41462" x="4210050" y="6343650"/>
          <p14:tracePt t="41478" x="4241800" y="6330950"/>
          <p14:tracePt t="41495" x="4254500" y="6324600"/>
          <p14:tracePt t="41513" x="4260850" y="6318250"/>
          <p14:tracePt t="42123" x="4260850" y="6267450"/>
          <p14:tracePt t="42130" x="4210050" y="6197600"/>
          <p14:tracePt t="42145" x="4165600" y="6115050"/>
          <p14:tracePt t="42159" x="4114800" y="6000750"/>
          <p14:tracePt t="42176" x="3987800" y="5632450"/>
          <p14:tracePt t="42193" x="3829050" y="5092700"/>
          <p14:tracePt t="42209" x="3746500" y="4781550"/>
          <p14:tracePt t="42226" x="3670300" y="4521200"/>
          <p14:tracePt t="42242" x="3498850" y="3949700"/>
          <p14:tracePt t="42259" x="3295650" y="3416300"/>
          <p14:tracePt t="42276" x="3175000" y="3194050"/>
          <p14:tracePt t="42292" x="3003550" y="2762250"/>
          <p14:tracePt t="42309" x="2895600" y="2463800"/>
          <p14:tracePt t="42327" x="2838450" y="2228850"/>
          <p14:tracePt t="42342" x="2819400" y="2139950"/>
          <p14:tracePt t="42358" x="2781300" y="1981200"/>
          <p14:tracePt t="42376" x="2749550" y="1847850"/>
          <p14:tracePt t="42391" x="2743200" y="1797050"/>
          <p14:tracePt t="42408" x="2736850" y="1765300"/>
          <p14:tracePt t="42425" x="2724150" y="1708150"/>
          <p14:tracePt t="42442" x="2724150" y="1701800"/>
          <p14:tracePt t="42475" x="2724150" y="1695450"/>
          <p14:tracePt t="42600" x="2730500" y="1695450"/>
          <p14:tracePt t="42677" x="2736850" y="1695450"/>
          <p14:tracePt t="42790" x="2736850" y="1701800"/>
          <p14:tracePt t="42796" x="2736850" y="1708150"/>
          <p14:tracePt t="42810" x="2736850" y="1720850"/>
          <p14:tracePt t="42823" x="2730500" y="1733550"/>
          <p14:tracePt t="42840" x="2724150" y="1758950"/>
          <p14:tracePt t="42857" x="2717800" y="1790700"/>
          <p14:tracePt t="42874" x="2711450" y="1847850"/>
          <p14:tracePt t="42890" x="2705100" y="1873250"/>
          <p14:tracePt t="42907" x="2679700" y="1949450"/>
          <p14:tracePt t="42923" x="2667000" y="2006600"/>
          <p14:tracePt t="42940" x="2660650" y="2025650"/>
          <p14:tracePt t="42956" x="2660650" y="2038350"/>
          <p14:tracePt t="42973" x="2654300" y="2063750"/>
          <p14:tracePt t="42990" x="2647950" y="2070100"/>
          <p14:tracePt t="43091" x="2647950" y="2063750"/>
          <p14:tracePt t="43104" x="2647950" y="2057400"/>
          <p14:tracePt t="43119" x="2654300" y="2051050"/>
          <p14:tracePt t="43141" x="2660650" y="2038350"/>
          <p14:tracePt t="43147" x="2667000" y="2032000"/>
          <p14:tracePt t="43161" x="2667000" y="2019300"/>
          <p14:tracePt t="43172" x="2679700" y="2006600"/>
          <p14:tracePt t="43189" x="2698750" y="1974850"/>
          <p14:tracePt t="43206" x="2711450" y="1962150"/>
          <p14:tracePt t="43222" x="2730500" y="1924050"/>
          <p14:tracePt t="43239" x="2755900" y="1892300"/>
          <p14:tracePt t="43255" x="2762250" y="1879600"/>
          <p14:tracePt t="43272" x="2781300" y="1854200"/>
          <p14:tracePt t="43289" x="2794000" y="1835150"/>
          <p14:tracePt t="43305" x="2794000" y="1828800"/>
          <p14:tracePt t="43351" x="2794000" y="1822450"/>
          <p14:tracePt t="43477" x="2794000" y="1828800"/>
          <p14:tracePt t="43512" x="2794000" y="1835150"/>
          <p14:tracePt t="43547" x="2794000" y="1841500"/>
          <p14:tracePt t="43632" x="2787650" y="1841500"/>
          <p14:tracePt t="43639" x="2787650" y="1847850"/>
          <p14:tracePt t="43660" x="2787650" y="1854200"/>
          <p14:tracePt t="43688" x="2787650" y="1860550"/>
          <p14:tracePt t="43709" x="2787650" y="1866900"/>
          <p14:tracePt t="43800" x="2787650" y="1860550"/>
          <p14:tracePt t="43806" x="2787650" y="1854200"/>
          <p14:tracePt t="43823" x="2787650" y="1847850"/>
          <p14:tracePt t="43837" x="2787650" y="1841500"/>
          <p14:tracePt t="43854" x="2787650" y="1790700"/>
          <p14:tracePt t="43870" x="2794000" y="1701800"/>
          <p14:tracePt t="43886" x="2800350" y="1651000"/>
          <p14:tracePt t="43903" x="2800350" y="1517650"/>
          <p14:tracePt t="43920" x="2800350" y="1403350"/>
          <p14:tracePt t="43936" x="2800350" y="1352550"/>
          <p14:tracePt t="43953" x="2800350" y="1263650"/>
          <p14:tracePt t="43969" x="2800350" y="1200150"/>
          <p14:tracePt t="43986" x="2800350" y="1181100"/>
          <p14:tracePt t="44004" x="2800350" y="1162050"/>
          <p14:tracePt t="44020" x="2800350" y="1155700"/>
          <p14:tracePt t="44108" x="2794000" y="1162050"/>
          <p14:tracePt t="44144" x="2794000" y="1168400"/>
          <p14:tracePt t="44158" x="2794000" y="1174750"/>
          <p14:tracePt t="44172" x="2787650" y="1181100"/>
          <p14:tracePt t="44179" x="2781300" y="1187450"/>
          <p14:tracePt t="44193" x="2781300" y="1193800"/>
          <p14:tracePt t="44202" x="2768600" y="1212850"/>
          <p14:tracePt t="44218" x="2762250" y="1238250"/>
          <p14:tracePt t="44236" x="2736850" y="1320800"/>
          <p14:tracePt t="44252" x="2717800" y="1384300"/>
          <p14:tracePt t="44269" x="2698750" y="1454150"/>
          <p14:tracePt t="44285" x="2660650" y="1600200"/>
          <p14:tracePt t="44302" x="2622550" y="1758950"/>
          <p14:tracePt t="44319" x="2603500" y="1866900"/>
          <p14:tracePt t="44335" x="2597150" y="1892300"/>
          <p14:tracePt t="44352" x="2597150" y="1924050"/>
          <p14:tracePt t="44368" x="2590800" y="1949450"/>
          <p14:tracePt t="44438" x="2590800" y="1936750"/>
          <p14:tracePt t="44452" x="2590800" y="1924050"/>
          <p14:tracePt t="44459" x="2590800" y="1898650"/>
          <p14:tracePt t="44474" x="2584450" y="1854200"/>
          <p14:tracePt t="44485" x="2584450" y="1803400"/>
          <p14:tracePt t="44501" x="2584450" y="1651000"/>
          <p14:tracePt t="44518" x="2571750" y="1498600"/>
          <p14:tracePt t="44534" x="2571750" y="1435100"/>
          <p14:tracePt t="44552" x="2565400" y="1282700"/>
          <p14:tracePt t="44568" x="2565400" y="1200150"/>
          <p14:tracePt t="44584" x="2565400" y="1123950"/>
          <p14:tracePt t="44601" x="2565400" y="996950"/>
          <p14:tracePt t="44617" x="2565400" y="920750"/>
          <p14:tracePt t="44636" x="2565400" y="895350"/>
          <p14:tracePt t="44650" x="2571750" y="895350"/>
          <p14:tracePt t="44667" x="2571750" y="889000"/>
          <p14:tracePt t="44698" x="2571750" y="895350"/>
          <p14:tracePt t="44747" x="2571750" y="901700"/>
          <p14:tracePt t="44754" x="2571750" y="908050"/>
          <p14:tracePt t="44770" x="2565400" y="920750"/>
          <p14:tracePt t="44784" x="2565400" y="939800"/>
          <p14:tracePt t="44800" x="2559050" y="1022350"/>
          <p14:tracePt t="44817" x="2546350" y="1073150"/>
          <p14:tracePt t="44833" x="2540000" y="1219200"/>
          <p14:tracePt t="44850" x="2527300" y="1295400"/>
          <p14:tracePt t="44867" x="2527300" y="1473200"/>
          <p14:tracePt t="44883" x="2527300" y="1663700"/>
          <p14:tracePt t="44900" x="2527300" y="1752600"/>
          <p14:tracePt t="44916" x="2527300" y="1905000"/>
          <p14:tracePt t="44933" x="2527300" y="1955800"/>
          <p14:tracePt t="44950" x="2527300" y="2006600"/>
          <p14:tracePt t="44966" x="2520950" y="2025650"/>
          <p14:tracePt t="45021" x="2520950" y="2019300"/>
          <p14:tracePt t="45035" x="2520950" y="2012950"/>
          <p14:tracePt t="45042" x="2520950" y="1993900"/>
          <p14:tracePt t="45056" x="2533650" y="1962150"/>
          <p14:tracePt t="45066" x="2546350" y="1924050"/>
          <p14:tracePt t="45082" x="2559050" y="1866900"/>
          <p14:tracePt t="45099" x="2597150" y="1695450"/>
          <p14:tracePt t="45116" x="2628900" y="1504950"/>
          <p14:tracePt t="45133" x="2647950" y="1428750"/>
          <p14:tracePt t="45148" x="2673350" y="1295400"/>
          <p14:tracePt t="45165" x="2686050" y="1162050"/>
          <p14:tracePt t="45183" x="2686050" y="1098550"/>
          <p14:tracePt t="45198" x="2686050" y="1073150"/>
          <p14:tracePt t="45215" x="2686050" y="1060450"/>
          <p14:tracePt t="45288" x="2686050" y="1073150"/>
          <p14:tracePt t="45295" x="2686050" y="1092200"/>
          <p14:tracePt t="45308" x="2679700" y="1123950"/>
          <p14:tracePt t="45318" x="2673350" y="1168400"/>
          <p14:tracePt t="45331" x="2673350" y="1231900"/>
          <p14:tracePt t="45348" x="2673350" y="1308100"/>
          <p14:tracePt t="45365" x="2660650" y="1524000"/>
          <p14:tracePt t="45381" x="2647950" y="1739900"/>
          <p14:tracePt t="45398" x="2647950" y="1854200"/>
          <p14:tracePt t="45415" x="2647950" y="1993900"/>
          <p14:tracePt t="45431" x="2641600" y="2044700"/>
          <p14:tracePt t="45448" x="2641600" y="2089150"/>
          <p14:tracePt t="45464" x="2641600" y="2101850"/>
          <p14:tracePt t="45541" x="2647950" y="2101850"/>
          <p14:tracePt t="45554" x="2647950" y="2095500"/>
          <p14:tracePt t="45561" x="2654300" y="2095500"/>
          <p14:tracePt t="45575" x="2654300" y="2082800"/>
          <p14:tracePt t="45584" x="2654300" y="2076450"/>
          <p14:tracePt t="45598" x="2654300" y="2057400"/>
          <p14:tracePt t="45613" x="2654300" y="2032000"/>
          <p14:tracePt t="45631" x="2660650" y="1949450"/>
          <p14:tracePt t="45647" x="2660650" y="1809750"/>
          <p14:tracePt t="45664" x="2660650" y="1720850"/>
          <p14:tracePt t="45681" x="2660650" y="1530350"/>
          <p14:tracePt t="45697" x="2654300" y="1365250"/>
          <p14:tracePt t="45714" x="2654300" y="1301750"/>
          <p14:tracePt t="45730" x="2654300" y="1231900"/>
          <p14:tracePt t="45747" x="2654300" y="1193800"/>
          <p14:tracePt t="45765" x="2654300" y="1174750"/>
          <p14:tracePt t="45877" x="2654300" y="1181100"/>
          <p14:tracePt t="45919" x="2654300" y="1187450"/>
          <p14:tracePt t="45933" x="2654300" y="1200150"/>
          <p14:tracePt t="45940" x="2654300" y="1219200"/>
          <p14:tracePt t="45955" x="2647950" y="1231900"/>
          <p14:tracePt t="45963" x="2641600" y="1270000"/>
          <p14:tracePt t="45979" x="2641600" y="1327150"/>
          <p14:tracePt t="45996" x="2622550" y="1479550"/>
          <p14:tracePt t="46012" x="2609850" y="1581150"/>
          <p14:tracePt t="46029" x="2590800" y="1797050"/>
          <p14:tracePt t="46046" x="2571750" y="1981200"/>
          <p14:tracePt t="46062" x="2559050" y="2044700"/>
          <p14:tracePt t="46079" x="2552700" y="2095500"/>
          <p14:tracePt t="46095" x="2552700" y="2159000"/>
          <p14:tracePt t="46113" x="2546350" y="2178050"/>
          <p14:tracePt t="46129" x="2540000" y="2178050"/>
          <p14:tracePt t="46180" x="2540000" y="2165350"/>
          <p14:tracePt t="46186" x="2540000" y="2146300"/>
          <p14:tracePt t="46200" x="2546350" y="2114550"/>
          <p14:tracePt t="46211" x="2546350" y="2076450"/>
          <p14:tracePt t="46228" x="2565400" y="1943100"/>
          <p14:tracePt t="46245" x="2584450" y="1866900"/>
          <p14:tracePt t="46262" x="2603500" y="1720850"/>
          <p14:tracePt t="46278" x="2622550" y="1593850"/>
          <p14:tracePt t="46295" x="2628900" y="1549400"/>
          <p14:tracePt t="46312" x="2628900" y="1473200"/>
          <p14:tracePt t="46328" x="2641600" y="1409700"/>
          <p14:tracePt t="46345" x="2641600" y="1384300"/>
          <p14:tracePt t="46362" x="2641600" y="1333500"/>
          <p14:tracePt t="46378" x="2647950" y="1289050"/>
          <p14:tracePt t="46412" x="2647950" y="1276350"/>
          <p14:tracePt t="46428" x="2647950" y="1263650"/>
          <p14:tracePt t="46642" x="2647950" y="1250950"/>
          <p14:tracePt t="46684" x="2641600" y="1238250"/>
          <p14:tracePt t="46706" x="2635250" y="1231900"/>
          <p14:tracePt t="46734" x="2628900" y="1225550"/>
          <p14:tracePt t="46740" x="2628900" y="1219200"/>
          <p14:tracePt t="46762" x="2628900" y="1212850"/>
          <p14:tracePt t="46783" x="2628900" y="1206500"/>
          <p14:tracePt t="46818" x="2628900" y="1200150"/>
          <p14:tracePt t="46824" x="2628900" y="1193800"/>
          <p14:tracePt t="46839" x="2635250" y="1193800"/>
          <p14:tracePt t="46846" x="2635250" y="1187450"/>
          <p14:tracePt t="46863" x="2647950" y="1187450"/>
          <p14:tracePt t="46877" x="2654300" y="1174750"/>
          <p14:tracePt t="46893" x="2673350" y="1168400"/>
          <p14:tracePt t="46910" x="2711450" y="1155700"/>
          <p14:tracePt t="46926" x="2743200" y="1130300"/>
          <p14:tracePt t="46945" x="2774950" y="1117600"/>
          <p14:tracePt t="46959" x="2787650" y="1111250"/>
          <p14:tracePt t="46976" x="2794000" y="1111250"/>
          <p14:tracePt t="46993" x="2787650" y="1111250"/>
          <p14:tracePt t="47009" x="2774950" y="1111250"/>
          <p14:tracePt t="47026" x="2743200" y="1123950"/>
          <p14:tracePt t="47043" x="2673350" y="1143000"/>
          <p14:tracePt t="47059" x="2616200" y="1149350"/>
          <p14:tracePt t="47076" x="2578100" y="1149350"/>
          <p14:tracePt t="47092" x="2495550" y="1162050"/>
          <p14:tracePt t="47109" x="2451100" y="1162050"/>
          <p14:tracePt t="47126" x="2438400" y="1162050"/>
          <p14:tracePt t="47142" x="2432050" y="1162050"/>
          <p14:tracePt t="47159" x="2444750" y="1162050"/>
          <p14:tracePt t="47176" x="2540000" y="1162050"/>
          <p14:tracePt t="47192" x="2603500" y="1149350"/>
          <p14:tracePt t="47209" x="2673350" y="1143000"/>
          <p14:tracePt t="47226" x="2813050" y="1130300"/>
          <p14:tracePt t="47242" x="2870200" y="1123950"/>
          <p14:tracePt t="47259" x="2971800" y="1104900"/>
          <p14:tracePt t="47275" x="3016250" y="1098550"/>
          <p14:tracePt t="47291" x="3022600" y="1092200"/>
          <p14:tracePt t="47309" x="3028950" y="1085850"/>
          <p14:tracePt t="47386" x="3022600" y="1085850"/>
          <p14:tracePt t="47415" x="3009900" y="1092200"/>
          <p14:tracePt t="47422" x="3003550" y="1098550"/>
          <p14:tracePt t="47435" x="2990850" y="1104900"/>
          <p14:tracePt t="47444" x="2978150" y="1104900"/>
          <p14:tracePt t="47458" x="2946400" y="1117600"/>
          <p14:tracePt t="47474" x="2927350" y="1123950"/>
          <p14:tracePt t="47492" x="2876550" y="1136650"/>
          <p14:tracePt t="47507" x="2844800" y="1143000"/>
          <p14:tracePt t="47524" x="2787650" y="1162050"/>
          <p14:tracePt t="47541" x="2755900" y="1174750"/>
          <p14:tracePt t="47558" x="2730500" y="1181100"/>
          <p14:tracePt t="47932" x="2692400" y="1200150"/>
          <p14:tracePt t="47940" x="2647950" y="1212850"/>
          <p14:tracePt t="47953" x="2616200" y="1231900"/>
          <p14:tracePt t="47960" x="2584450" y="1244600"/>
          <p14:tracePt t="47976" x="2546350" y="1263650"/>
          <p14:tracePt t="47990" x="2501900" y="1289050"/>
          <p14:tracePt t="48006" x="2476500" y="1295400"/>
          <p14:tracePt t="48023" x="2425700" y="1327150"/>
          <p14:tracePt t="48038" x="2393950" y="1339850"/>
          <p14:tracePt t="48056" x="2387600" y="1352550"/>
          <p14:tracePt t="48073" x="2374900" y="1365250"/>
          <p14:tracePt t="48089" x="2374900" y="1371600"/>
          <p14:tracePt t="48105" x="2374900" y="1377950"/>
          <p14:tracePt t="48143" x="2381250" y="1377950"/>
          <p14:tracePt t="48159" x="2387600" y="1371600"/>
          <p14:tracePt t="48172" x="2425700" y="1358900"/>
          <p14:tracePt t="48188" x="2444750" y="1346200"/>
          <p14:tracePt t="48205" x="2508250" y="1308100"/>
          <p14:tracePt t="48222" x="2540000" y="1282700"/>
          <p14:tracePt t="48238" x="2635250" y="1212850"/>
          <p14:tracePt t="48255" x="2724150" y="1155700"/>
          <p14:tracePt t="48271" x="2736850" y="1136650"/>
          <p14:tracePt t="48288" x="2755900" y="1123950"/>
          <p14:tracePt t="48305" x="2787650" y="1104900"/>
          <p14:tracePt t="48321" x="2787650" y="1098550"/>
          <p14:tracePt t="48410" x="2781300" y="1098550"/>
          <p14:tracePt t="48424" x="2774950" y="1098550"/>
          <p14:tracePt t="48431" x="2762250" y="1098550"/>
          <p14:tracePt t="48445" x="2749550" y="1098550"/>
          <p14:tracePt t="48466" x="2736850" y="1098550"/>
          <p14:tracePt t="48474" x="2724150" y="1104900"/>
          <p14:tracePt t="48487" x="2711450" y="1104900"/>
          <p14:tracePt t="48504" x="2679700" y="1104900"/>
          <p14:tracePt t="48521" x="2667000" y="1111250"/>
          <p14:tracePt t="48537" x="2641600" y="1111250"/>
          <p14:tracePt t="48554" x="2635250" y="1111250"/>
          <p14:tracePt t="48634" x="2641600" y="1111250"/>
          <p14:tracePt t="48648" x="2647950" y="1111250"/>
          <p14:tracePt t="48656" x="2667000" y="1111250"/>
          <p14:tracePt t="48670" x="2686050" y="1111250"/>
          <p14:tracePt t="48686" x="2717800" y="1098550"/>
          <p14:tracePt t="48704" x="2787650" y="1085850"/>
          <p14:tracePt t="48720" x="2838450" y="1079500"/>
          <p14:tracePt t="48736" x="2914650" y="1060450"/>
          <p14:tracePt t="48754" x="2959100" y="1054100"/>
          <p14:tracePt t="48770" x="2971800" y="1047750"/>
          <p14:tracePt t="48786" x="2984500" y="1047750"/>
          <p14:tracePt t="48803" x="2990850" y="1047750"/>
          <p14:tracePt t="48819" x="2965450" y="1047750"/>
          <p14:tracePt t="48836" x="2933700" y="1054100"/>
          <p14:tracePt t="48853" x="2800350" y="1098550"/>
          <p14:tracePt t="48869" x="2743200" y="1117600"/>
          <p14:tracePt t="48888" x="2654300" y="1162050"/>
          <p14:tracePt t="48904" x="2616200" y="1168400"/>
          <p14:tracePt t="48920" x="2552700" y="1193800"/>
          <p14:tracePt t="48936" x="2520950" y="1212850"/>
          <p14:tracePt t="48954" x="2501900" y="1231900"/>
          <p14:tracePt t="48969" x="2495550" y="1244600"/>
          <p14:tracePt t="48986" x="2495550" y="1270000"/>
          <p14:tracePt t="49004" x="2495550" y="1276350"/>
          <p14:tracePt t="49631" x="2482850" y="1276350"/>
          <p14:tracePt t="49638" x="2451100" y="1263650"/>
          <p14:tracePt t="49650" x="2432050" y="1257300"/>
          <p14:tracePt t="49667" x="2381250" y="1244600"/>
          <p14:tracePt t="49683" x="2355850" y="1231900"/>
          <p14:tracePt t="49700" x="2330450" y="1225550"/>
          <p14:tracePt t="49716" x="2266950" y="1206500"/>
          <p14:tracePt t="49733" x="2178050" y="1200150"/>
          <p14:tracePt t="49750" x="2082800" y="1181100"/>
          <p14:tracePt t="49766" x="2032000" y="1181100"/>
          <p14:tracePt t="49783" x="1974850" y="1162050"/>
          <p14:tracePt t="49800" x="1911350" y="1155700"/>
          <p14:tracePt t="49816" x="1892300" y="1149350"/>
          <p14:tracePt t="49835" x="1873250" y="1143000"/>
          <p14:tracePt t="49850" x="1860550" y="1136650"/>
          <p14:tracePt t="49884" x="1854200" y="1136650"/>
          <p14:tracePt t="50010" x="1854200" y="1143000"/>
          <p14:tracePt t="50313" x="1860550" y="1143000"/>
          <p14:tracePt t="50319" x="1866900" y="1143000"/>
          <p14:tracePt t="50334" x="1879600" y="1136650"/>
          <p14:tracePt t="50348" x="1885950" y="1136650"/>
          <p14:tracePt t="50364" x="1930400" y="1130300"/>
          <p14:tracePt t="50381" x="1962150" y="1123950"/>
          <p14:tracePt t="50397" x="2120900" y="1092200"/>
          <p14:tracePt t="50414" x="2171700" y="1092200"/>
          <p14:tracePt t="50431" x="2216150" y="1085850"/>
          <p14:tracePt t="50447" x="2336800" y="1073150"/>
          <p14:tracePt t="50464" x="2355850" y="1073150"/>
          <p14:tracePt t="50482" x="2387600" y="1060450"/>
          <p14:tracePt t="50497" x="2400300" y="1054100"/>
          <p14:tracePt t="50514" x="2406650" y="1054100"/>
          <p14:tracePt t="50530" x="2413000" y="1054100"/>
          <p14:tracePt t="50547" x="2419350" y="1054100"/>
          <p14:tracePt t="50713" x="2419350" y="1060450"/>
          <p14:tracePt t="50741" x="2419350" y="1066800"/>
          <p14:tracePt t="50755" x="2419350" y="1073150"/>
          <p14:tracePt t="50761" x="2419350" y="1079500"/>
          <p14:tracePt t="50782" x="2425700" y="1085850"/>
          <p14:tracePt t="50818" x="2432050" y="1092200"/>
          <p14:tracePt t="50839" x="2432050" y="1104900"/>
          <p14:tracePt t="50861" x="2432050" y="1111250"/>
          <p14:tracePt t="50882" x="2432050" y="1117600"/>
          <p14:tracePt t="50902" x="2432050" y="1123950"/>
          <p14:tracePt t="50938" x="2438400" y="1123950"/>
          <p14:tracePt t="50959" x="2444750" y="1123950"/>
          <p14:tracePt t="50965" x="2451100" y="1123950"/>
          <p14:tracePt t="50987" x="2457450" y="1123950"/>
          <p14:tracePt t="51001" x="2457450" y="1117600"/>
          <p14:tracePt t="51012" x="2463800" y="1111250"/>
          <p14:tracePt t="51029" x="2463800" y="1098550"/>
          <p14:tracePt t="51045" x="2470150" y="1073150"/>
          <p14:tracePt t="51062" x="2476500" y="1054100"/>
          <p14:tracePt t="51079" x="2482850" y="1003300"/>
          <p14:tracePt t="51095" x="2482850" y="984250"/>
          <p14:tracePt t="51112" x="2489200" y="952500"/>
          <p14:tracePt t="51128" x="2489200" y="933450"/>
          <p14:tracePt t="51145" x="2489200" y="920750"/>
          <p14:tracePt t="51178" x="2495550" y="920750"/>
          <p14:tracePt t="51194" x="2501900" y="927100"/>
          <p14:tracePt t="51212" x="2514600" y="946150"/>
          <p14:tracePt t="51228" x="2527300" y="958850"/>
          <p14:tracePt t="51245" x="2546350" y="971550"/>
          <p14:tracePt t="51248" x="2559050" y="984250"/>
          <p14:tracePt t="51264" x="2578100" y="996950"/>
          <p14:tracePt t="51277" x="2597150" y="1009650"/>
          <p14:tracePt t="51295" x="2647950" y="1035050"/>
          <p14:tracePt t="51312" x="2698750" y="1041400"/>
          <p14:tracePt t="51327" x="2717800" y="1041400"/>
          <p14:tracePt t="51345" x="2743200" y="1041400"/>
          <p14:tracePt t="51361" x="2755900" y="1041400"/>
          <p14:tracePt t="51378" x="2774950" y="1028700"/>
          <p14:tracePt t="51395" x="2781300" y="1009650"/>
          <p14:tracePt t="51410" x="2781300" y="1003300"/>
          <p14:tracePt t="51427" x="2781300" y="996950"/>
          <p14:tracePt t="51535" x="2774950" y="1003300"/>
          <p14:tracePt t="51549" x="2774950" y="1009650"/>
          <p14:tracePt t="51556" x="2774950" y="1016000"/>
          <p14:tracePt t="51570" x="2774950" y="1022350"/>
          <p14:tracePt t="51598" x="2774950" y="1028700"/>
          <p14:tracePt t="51612" x="2774950" y="1041400"/>
          <p14:tracePt t="51619" x="2774950" y="1047750"/>
          <p14:tracePt t="51633" x="2787650" y="1060450"/>
          <p14:tracePt t="51643" x="2800350" y="1073150"/>
          <p14:tracePt t="51659" x="2813050" y="1079500"/>
          <p14:tracePt t="51676" x="2851150" y="1098550"/>
          <p14:tracePt t="51693" x="2863850" y="1104900"/>
          <p14:tracePt t="51710" x="2895600" y="1117600"/>
          <p14:tracePt t="51726" x="2901950" y="1117600"/>
          <p14:tracePt t="51743" x="2901950" y="1104900"/>
          <p14:tracePt t="51760" x="2882900" y="1079500"/>
          <p14:tracePt t="51776" x="2863850" y="1073150"/>
          <p14:tracePt t="51792" x="2832100" y="1054100"/>
          <p14:tracePt t="51809" x="2749550" y="1047750"/>
          <p14:tracePt t="51826" x="2660650" y="1047750"/>
          <p14:tracePt t="51843" x="2571750" y="1085850"/>
          <p14:tracePt t="51859" x="2540000" y="1111250"/>
          <p14:tracePt t="51876" x="2514600" y="1130300"/>
          <p14:tracePt t="51893" x="2495550" y="1168400"/>
          <p14:tracePt t="51909" x="2495550" y="1181100"/>
          <p14:tracePt t="51925" x="2527300" y="1212850"/>
          <p14:tracePt t="51943" x="2609850" y="1231900"/>
          <p14:tracePt t="51959" x="2660650" y="1238250"/>
          <p14:tracePt t="51976" x="2698750" y="1238250"/>
          <p14:tracePt t="51992" x="2787650" y="1219200"/>
          <p14:tracePt t="52008" x="2838450" y="1200150"/>
          <p14:tracePt t="52026" x="2857500" y="1162050"/>
          <p14:tracePt t="52041" x="2870200" y="1143000"/>
          <p14:tracePt t="52058" x="2876550" y="1123950"/>
          <p14:tracePt t="52075" x="2876550" y="1098550"/>
          <p14:tracePt t="52092" x="2844800" y="1041400"/>
          <p14:tracePt t="52108" x="2794000" y="1003300"/>
          <p14:tracePt t="52125" x="2736850" y="984250"/>
          <p14:tracePt t="52142" x="2698750" y="984250"/>
          <p14:tracePt t="52158" x="2654300" y="984250"/>
          <p14:tracePt t="52175" x="2603500" y="1022350"/>
          <p14:tracePt t="52191" x="2565400" y="1066800"/>
          <p14:tracePt t="52209" x="2552700" y="1111250"/>
          <p14:tracePt t="52224" x="2552700" y="1130300"/>
          <p14:tracePt t="52241" x="2565400" y="1143000"/>
          <p14:tracePt t="52245" x="2578100" y="1162050"/>
          <p14:tracePt t="52258" x="2609850" y="1174750"/>
          <p14:tracePt t="52274" x="2628900" y="1187450"/>
          <p14:tracePt t="52291" x="2679700" y="1187450"/>
          <p14:tracePt t="52307" x="2724150" y="1181100"/>
          <p14:tracePt t="52324" x="2743200" y="1168400"/>
          <p14:tracePt t="52341" x="2749550" y="1143000"/>
          <p14:tracePt t="52357" x="2762250" y="1098550"/>
          <p14:tracePt t="52374" x="2762250" y="1047750"/>
          <p14:tracePt t="52391" x="2755900" y="1003300"/>
          <p14:tracePt t="52407" x="2743200" y="990600"/>
          <p14:tracePt t="52424" x="2730500" y="984250"/>
          <p14:tracePt t="52441" x="2705100" y="977900"/>
          <p14:tracePt t="52457" x="2679700" y="990600"/>
          <p14:tracePt t="52474" x="2654300" y="1003300"/>
          <p14:tracePt t="52490" x="2628900" y="1060450"/>
          <p14:tracePt t="52506" x="2622550" y="1079500"/>
          <p14:tracePt t="52523" x="2622550" y="1104900"/>
          <p14:tracePt t="52540" x="2622550" y="1149350"/>
          <p14:tracePt t="52557" x="2628900" y="1174750"/>
          <p14:tracePt t="52574" x="2635250" y="1181100"/>
          <p14:tracePt t="52630" x="2635250" y="1174750"/>
          <p14:tracePt t="52637" x="2635250" y="1162050"/>
          <p14:tracePt t="52651" x="2628900" y="1155700"/>
          <p14:tracePt t="52660" x="2622550" y="1149350"/>
          <p14:tracePt t="52674" x="2609850" y="1149350"/>
          <p14:tracePt t="52689" x="2603500" y="1130300"/>
          <p14:tracePt t="52707" x="2590800" y="1130300"/>
          <p14:tracePt t="52723" x="2559050" y="1123950"/>
          <p14:tracePt t="52740" x="2508250" y="1123950"/>
          <p14:tracePt t="52756" x="2457450" y="1117600"/>
          <p14:tracePt t="52773" x="2425700" y="1117600"/>
          <p14:tracePt t="52789" x="2400300" y="1117600"/>
          <p14:tracePt t="52806" x="2393950" y="1117600"/>
          <p14:tracePt t="52822" x="2387600" y="1117600"/>
          <p14:tracePt t="52869" x="2387600" y="1111250"/>
          <p14:tracePt t="53009" x="2387600" y="1104900"/>
          <p14:tracePt t="53037" x="2387600" y="1098550"/>
          <p14:tracePt t="53052" x="2387600" y="1092200"/>
          <p14:tracePt t="53058" x="2387600" y="1079500"/>
          <p14:tracePt t="53075" x="2387600" y="1073150"/>
          <p14:tracePt t="53094" x="2393950" y="1066800"/>
          <p14:tracePt t="53104" x="2393950" y="1054100"/>
          <p14:tracePt t="53122" x="2400300" y="1028700"/>
          <p14:tracePt t="53138" x="2400300" y="1009650"/>
          <p14:tracePt t="53155" x="2400300" y="977900"/>
          <p14:tracePt t="53171" x="2400300" y="939800"/>
          <p14:tracePt t="53188" x="2400300" y="914400"/>
          <p14:tracePt t="53204" x="2400300" y="908050"/>
          <p14:tracePt t="53221" x="2400300" y="901700"/>
          <p14:tracePt t="53238" x="2400300" y="895350"/>
          <p14:tracePt t="53271" x="2393950" y="889000"/>
          <p14:tracePt t="53368" x="2393950" y="895350"/>
          <p14:tracePt t="53382" x="2393950" y="901700"/>
          <p14:tracePt t="53402" x="2393950" y="908050"/>
          <p14:tracePt t="53409" x="2393950" y="914400"/>
          <p14:tracePt t="53424" x="2393950" y="920750"/>
          <p14:tracePt t="53437" x="2393950" y="933450"/>
          <p14:tracePt t="53453" x="2393950" y="965200"/>
          <p14:tracePt t="53470" x="2400300" y="984250"/>
          <p14:tracePt t="53487" x="2406650" y="1028700"/>
          <p14:tracePt t="53503" x="2413000" y="1041400"/>
          <p14:tracePt t="53520" x="2419350" y="1054100"/>
          <p14:tracePt t="53536" x="2425700" y="1060450"/>
          <p14:tracePt t="53553" x="2438400" y="1060450"/>
          <p14:tracePt t="53570" x="2470150" y="1054100"/>
          <p14:tracePt t="53587" x="2527300" y="1035050"/>
          <p14:tracePt t="53603" x="2584450" y="1016000"/>
          <p14:tracePt t="53620" x="2705100" y="996950"/>
          <p14:tracePt t="53636" x="2844800" y="984250"/>
          <p14:tracePt t="53653" x="2933700" y="984250"/>
          <p14:tracePt t="53670" x="3111500" y="1003300"/>
          <p14:tracePt t="53686" x="3213100" y="1009650"/>
          <p14:tracePt t="53703" x="3384550" y="1028700"/>
          <p14:tracePt t="53720" x="3524250" y="1041400"/>
          <p14:tracePt t="53736" x="3581400" y="1035050"/>
          <p14:tracePt t="53753" x="3619500" y="1022350"/>
          <p14:tracePt t="53756" x="3651250" y="1016000"/>
          <p14:tracePt t="53770" x="3683000" y="1003300"/>
          <p14:tracePt t="53786" x="3695700" y="996950"/>
          <p14:tracePt t="53803" x="3708400" y="984250"/>
          <p14:tracePt t="53819" x="3714750" y="971550"/>
          <p14:tracePt t="53901" x="3714750" y="977900"/>
          <p14:tracePt t="53922" x="3708400" y="984250"/>
          <p14:tracePt t="53937" x="3702050" y="984250"/>
          <p14:tracePt t="53951" x="3689350" y="990600"/>
          <p14:tracePt t="53958" x="3676650" y="996950"/>
          <p14:tracePt t="53972" x="3657600" y="996950"/>
          <p14:tracePt t="53985" x="3625850" y="1003300"/>
          <p14:tracePt t="54002" x="3536950" y="1009650"/>
          <p14:tracePt t="54018" x="3460750" y="1022350"/>
          <p14:tracePt t="54035" x="3276600" y="1035050"/>
          <p14:tracePt t="54051" x="3175000" y="1035050"/>
          <p14:tracePt t="54068" x="2971800" y="1041400"/>
          <p14:tracePt t="54085" x="2819400" y="1041400"/>
          <p14:tracePt t="54102" x="2743200" y="1041400"/>
          <p14:tracePt t="54119" x="2641600" y="1054100"/>
          <p14:tracePt t="54134" x="2609850" y="1054100"/>
          <p14:tracePt t="54151" x="2597150" y="1054100"/>
          <p14:tracePt t="54168" x="2578100" y="1054100"/>
          <p14:tracePt t="54379" x="2597150" y="1047750"/>
          <p14:tracePt t="54386" x="2647950" y="1047750"/>
          <p14:tracePt t="54403" x="2698750" y="1041400"/>
          <p14:tracePt t="54417" x="2749550" y="1041400"/>
          <p14:tracePt t="54433" x="2832100" y="1035050"/>
          <p14:tracePt t="54450" x="2889250" y="1028700"/>
          <p14:tracePt t="54467" x="2901950" y="1022350"/>
          <p14:tracePt t="54484" x="2914650" y="1022350"/>
          <p14:tracePt t="54499" x="2921000" y="1022350"/>
          <p14:tracePt t="54516" x="2914650" y="1022350"/>
          <p14:tracePt t="54534" x="2895600" y="1022350"/>
          <p14:tracePt t="54550" x="2825750" y="1028700"/>
          <p14:tracePt t="54566" x="2774950" y="1028700"/>
          <p14:tracePt t="54583" x="2628900" y="1047750"/>
          <p14:tracePt t="54600" x="2552700" y="1054100"/>
          <p14:tracePt t="54616" x="2451100" y="1066800"/>
          <p14:tracePt t="54633" x="2387600" y="1066800"/>
          <p14:tracePt t="54649" x="2381250" y="1066800"/>
          <p14:tracePt t="54682" x="2393950" y="1066800"/>
          <p14:tracePt t="54699" x="2470150" y="1066800"/>
          <p14:tracePt t="54716" x="2622550" y="1066800"/>
          <p14:tracePt t="54732" x="2711450" y="1066800"/>
          <p14:tracePt t="54749" x="2800350" y="1066800"/>
          <p14:tracePt t="54766" x="2933700" y="1066800"/>
          <p14:tracePt t="54782" x="2959100" y="1066800"/>
          <p14:tracePt t="54799" x="2984500" y="1066800"/>
          <p14:tracePt t="54836" x="2978150" y="1060450"/>
          <p14:tracePt t="54852" x="2946400" y="1054100"/>
          <p14:tracePt t="54865" x="2921000" y="1047750"/>
          <p14:tracePt t="54882" x="2819400" y="1047750"/>
          <p14:tracePt t="54899" x="2686050" y="1047750"/>
          <p14:tracePt t="54915" x="2622550" y="1047750"/>
          <p14:tracePt t="54931" x="2546350" y="1047750"/>
          <p14:tracePt t="54948" x="2463800" y="1054100"/>
          <p14:tracePt t="54965" x="2438400" y="1054100"/>
          <p14:tracePt t="54982" x="2425700" y="1060450"/>
          <p14:tracePt t="54998" x="2432050" y="1060450"/>
          <p14:tracePt t="55015" x="2451100" y="1060450"/>
          <p14:tracePt t="55032" x="2533650" y="1060450"/>
          <p14:tracePt t="55048" x="2597150" y="1060450"/>
          <p14:tracePt t="55064" x="2736850" y="1047750"/>
          <p14:tracePt t="55081" x="2870200" y="1041400"/>
          <p14:tracePt t="55098" x="2895600" y="1041400"/>
          <p14:tracePt t="55114" x="2927350" y="1035050"/>
          <p14:tracePt t="55131" x="2940050" y="1035050"/>
          <p14:tracePt t="55148" x="2946400" y="1028700"/>
          <p14:tracePt t="55179" x="2933700" y="1028700"/>
          <p14:tracePt t="55194" x="2901950" y="1028700"/>
          <p14:tracePt t="55201" x="2870200" y="1028700"/>
          <p14:tracePt t="55217" x="2844800" y="1035050"/>
          <p14:tracePt t="55230" x="2806700" y="1035050"/>
          <p14:tracePt t="55247" x="2686050" y="1054100"/>
          <p14:tracePt t="55264" x="2616200" y="1060450"/>
          <p14:tracePt t="55280" x="2597150" y="1073150"/>
          <p14:tracePt t="55297" x="2584450" y="1073150"/>
          <p14:tracePt t="55314" x="2571750" y="1073150"/>
          <p14:tracePt t="55330" x="2578100" y="1073150"/>
          <p14:tracePt t="55347" x="2616200" y="1073150"/>
          <p14:tracePt t="55364" x="2724150" y="1085850"/>
          <p14:tracePt t="55380" x="2813050" y="1085850"/>
          <p14:tracePt t="55397" x="2952750" y="1085850"/>
          <p14:tracePt t="55413" x="3003550" y="1085850"/>
          <p14:tracePt t="55430" x="3067050" y="1085850"/>
          <p14:tracePt t="55447" x="3073400" y="1085850"/>
          <p14:tracePt t="55483" x="3060700" y="1085850"/>
          <p14:tracePt t="55496" x="3028950" y="1085850"/>
          <p14:tracePt t="55513" x="2952750" y="1085850"/>
          <p14:tracePt t="55530" x="2889250" y="1085850"/>
          <p14:tracePt t="55546" x="2743200" y="1104900"/>
          <p14:tracePt t="55563" x="2692400" y="1111250"/>
          <p14:tracePt t="55580" x="2616200" y="1130300"/>
          <p14:tracePt t="55596" x="2597150" y="1130300"/>
          <p14:tracePt t="55613" x="2584450" y="1136650"/>
          <p14:tracePt t="55629" x="2578100" y="1136650"/>
          <p14:tracePt t="55662" x="2584450" y="1136650"/>
          <p14:tracePt t="55679" x="2616200" y="1130300"/>
          <p14:tracePt t="55696" x="2647950" y="1130300"/>
          <p14:tracePt t="55713" x="2686050" y="1130300"/>
          <p14:tracePt t="55729" x="2717800" y="1136650"/>
          <p14:tracePt t="56244" x="2717800" y="1155700"/>
          <p14:tracePt t="56258" x="2717800" y="1181100"/>
          <p14:tracePt t="56273" x="2717800" y="1212850"/>
          <p14:tracePt t="56280" x="2724150" y="1238250"/>
          <p14:tracePt t="56294" x="2724150" y="1282700"/>
          <p14:tracePt t="56310" x="2724150" y="1320800"/>
          <p14:tracePt t="56327" x="2736850" y="1447800"/>
          <p14:tracePt t="56344" x="2762250" y="1631950"/>
          <p14:tracePt t="56360" x="2774950" y="1746250"/>
          <p14:tracePt t="56378" x="2819400" y="2032000"/>
          <p14:tracePt t="56394" x="2857500" y="2235200"/>
          <p14:tracePt t="56410" x="2952750" y="2616200"/>
          <p14:tracePt t="56427" x="2997200" y="2774950"/>
          <p14:tracePt t="56443" x="3155950" y="3181350"/>
          <p14:tracePt t="56460" x="3238500" y="3371850"/>
          <p14:tracePt t="56477" x="3365500" y="3727450"/>
          <p14:tracePt t="56493" x="3429000" y="3892550"/>
          <p14:tracePt t="56510" x="3581400" y="4292600"/>
          <p14:tracePt t="56526" x="3740150" y="4591050"/>
          <p14:tracePt t="56543" x="3797300" y="4699000"/>
          <p14:tracePt t="56560" x="3848100" y="4813300"/>
          <p14:tracePt t="56576" x="3937000" y="5048250"/>
          <p14:tracePt t="56593" x="3987800" y="5257800"/>
          <p14:tracePt t="56609" x="4019550" y="5435600"/>
          <p14:tracePt t="56626" x="4019550" y="5524500"/>
          <p14:tracePt t="56642" x="4000500" y="5619750"/>
          <p14:tracePt t="56659" x="4006850" y="5734050"/>
          <p14:tracePt t="56676" x="4006850" y="5778500"/>
          <p14:tracePt t="56693" x="4006850" y="5784850"/>
          <p14:tracePt t="57123" x="4013200" y="5797550"/>
          <p14:tracePt t="57130" x="4019550" y="5810250"/>
          <p14:tracePt t="57144" x="4032250" y="5829300"/>
          <p14:tracePt t="57158" x="4051300" y="5842000"/>
          <p14:tracePt t="57174" x="4064000" y="5867400"/>
          <p14:tracePt t="57191" x="4070350" y="5880100"/>
          <p14:tracePt t="57208" x="4076700" y="5905500"/>
          <p14:tracePt t="57224" x="4083050" y="5930900"/>
          <p14:tracePt t="57240" x="4089400" y="5962650"/>
          <p14:tracePt t="57257" x="4089400" y="5994400"/>
          <p14:tracePt t="57274" x="4089400" y="6007100"/>
          <p14:tracePt t="57291" x="4089400" y="6038850"/>
          <p14:tracePt t="57307" x="4083050" y="6051550"/>
          <p14:tracePt t="57311" x="4083050" y="6057900"/>
          <p14:tracePt t="57327" x="4076700" y="6070600"/>
          <p14:tracePt t="57340" x="4076700" y="6076950"/>
          <p14:tracePt t="57357" x="4064000" y="6089650"/>
          <p14:tracePt t="57373" x="4051300" y="6096000"/>
          <p14:tracePt t="57390" x="4032250" y="6108700"/>
          <p14:tracePt t="57406" x="4025900" y="6115050"/>
          <p14:tracePt t="57424" x="4013200" y="6121400"/>
          <p14:tracePt t="57442" x="4000500" y="6121400"/>
          <p14:tracePt t="57474" x="3987800" y="6127750"/>
          <p14:tracePt t="57510" x="3981450" y="6127750"/>
          <p14:tracePt t="57558" x="3981450" y="6121400"/>
          <p14:tracePt t="57572" x="3981450" y="6115050"/>
          <p14:tracePt t="57579" x="3981450" y="6108700"/>
          <p14:tracePt t="57593" x="3975100" y="6102350"/>
          <p14:tracePt t="57606" x="3975100" y="6096000"/>
          <p14:tracePt t="57622" x="3975100" y="6070600"/>
          <p14:tracePt t="57639" x="3975100" y="6038850"/>
          <p14:tracePt t="57656" x="3968750" y="5994400"/>
          <p14:tracePt t="57672" x="3968750" y="5969000"/>
          <p14:tracePt t="57689" x="3968750" y="5943600"/>
          <p14:tracePt t="57706" x="3962400" y="5911850"/>
          <p14:tracePt t="57722" x="3962400" y="5886450"/>
          <p14:tracePt t="57739" x="3962400" y="5880100"/>
          <p14:tracePt t="57772" x="3956050" y="5880100"/>
          <p14:tracePt t="57789" x="3956050" y="5892800"/>
          <p14:tracePt t="57805" x="3949700" y="5930900"/>
          <p14:tracePt t="57822" x="3943350" y="5956300"/>
          <p14:tracePt t="57839" x="3924300" y="6038850"/>
          <p14:tracePt t="57855" x="3924300" y="6076950"/>
          <p14:tracePt t="57871" x="3898900" y="6165850"/>
          <p14:tracePt t="57888" x="3892550" y="6191250"/>
          <p14:tracePt t="57905" x="3873500" y="6254750"/>
          <p14:tracePt t="57921" x="3860800" y="6286500"/>
          <p14:tracePt t="57938" x="3848100" y="6311900"/>
          <p14:tracePt t="57955" x="3848100" y="6318250"/>
          <p14:tracePt t="57972" x="3848100" y="6324600"/>
          <p14:tracePt t="58004" x="3854450" y="6324600"/>
          <p14:tracePt t="58021" x="3886200" y="6324600"/>
          <p14:tracePt t="58038" x="3911600" y="6324600"/>
          <p14:tracePt t="58054" x="4000500" y="6324600"/>
          <p14:tracePt t="58071" x="4051300" y="6318250"/>
          <p14:tracePt t="58087" x="4229100" y="6318250"/>
          <p14:tracePt t="58105" x="4343400" y="6318250"/>
          <p14:tracePt t="58120" x="4610100" y="6292850"/>
          <p14:tracePt t="58137" x="4737100" y="6273800"/>
          <p14:tracePt t="58155" x="5200650" y="6216650"/>
          <p14:tracePt t="58171" x="5302250" y="6203950"/>
          <p14:tracePt t="58187" x="5454650" y="6203950"/>
          <p14:tracePt t="58204" x="5543550" y="6203950"/>
          <p14:tracePt t="58220" x="5562600" y="6203950"/>
          <p14:tracePt t="58237" x="5581650" y="6203950"/>
          <p14:tracePt t="58351" x="5588000" y="6203950"/>
          <p14:tracePt t="58366" x="5594350" y="6203950"/>
          <p14:tracePt t="58373" x="5600700" y="6203950"/>
          <p14:tracePt t="58390" x="5613400" y="6210300"/>
          <p14:tracePt t="58403" x="5664200" y="6216650"/>
          <p14:tracePt t="58420" x="5689600" y="6223000"/>
          <p14:tracePt t="58437" x="5810250" y="6254750"/>
          <p14:tracePt t="58453" x="5886450" y="6261100"/>
          <p14:tracePt t="58471" x="6146800" y="6305550"/>
          <p14:tracePt t="58486" x="6235700" y="6311900"/>
          <p14:tracePt t="58503" x="6292850" y="6330950"/>
          <p14:tracePt t="58520" x="6388100" y="6350000"/>
          <p14:tracePt t="58536" x="6426200" y="6356350"/>
          <p14:tracePt t="58552" x="6438900" y="6362700"/>
          <p14:tracePt t="58569" x="6445250" y="6362700"/>
          <p14:tracePt t="58602" x="6445250" y="6369050"/>
          <p14:tracePt t="58619" x="6426200" y="6369050"/>
          <p14:tracePt t="58636" x="6356350" y="6375400"/>
          <p14:tracePt t="58653" x="6223000" y="6394450"/>
          <p14:tracePt t="58669" x="6134100" y="6413500"/>
          <p14:tracePt t="58685" x="6032500" y="6426200"/>
          <p14:tracePt t="58702" x="5702300" y="6445250"/>
          <p14:tracePt t="58718" x="5588000" y="6457950"/>
          <p14:tracePt t="58735" x="5461000" y="6464300"/>
          <p14:tracePt t="58752" x="5207000" y="6496050"/>
          <p14:tracePt t="58768" x="4965700" y="6521450"/>
          <p14:tracePt t="58786" x="4737100" y="6553200"/>
          <p14:tracePt t="58802" x="4616450" y="6584950"/>
          <p14:tracePt t="58818" x="4413250" y="6623050"/>
          <p14:tracePt t="58836" x="4241800" y="6654800"/>
          <p14:tracePt t="58851" x="4178300" y="6661150"/>
          <p14:tracePt t="58868" x="4095750" y="6680200"/>
          <p14:tracePt t="58885" x="4013200" y="6686550"/>
          <p14:tracePt t="58901" x="3981450" y="6692900"/>
          <p14:tracePt t="58919" x="3937000" y="6699250"/>
          <p14:tracePt t="58935" x="3892550" y="6711950"/>
          <p14:tracePt t="58951" x="3879850" y="6711950"/>
          <p14:tracePt t="58969" x="3848100" y="6718300"/>
          <p14:tracePt t="58984" x="3822700" y="6718300"/>
          <p14:tracePt t="59001" x="3803650" y="6718300"/>
          <p14:tracePt t="59018" x="3771900" y="6718300"/>
          <p14:tracePt t="59034" x="3746500" y="6705600"/>
          <p14:tracePt t="59051" x="3708400" y="6699250"/>
          <p14:tracePt t="59067" x="3676650" y="6692900"/>
          <p14:tracePt t="59084" x="3663950" y="6686550"/>
          <p14:tracePt t="59101" x="3625850" y="6673850"/>
          <p14:tracePt t="59117" x="3587750" y="6661150"/>
          <p14:tracePt t="59134" x="3575050" y="6654800"/>
          <p14:tracePt t="59151" x="3549650" y="6648450"/>
          <p14:tracePt t="59167" x="3536950" y="6642100"/>
          <p14:tracePt t="59208" x="3536950" y="6629400"/>
          <p14:tracePt t="59216" x="3536950" y="6623050"/>
          <p14:tracePt t="59233" x="3549650" y="6610350"/>
          <p14:tracePt t="59251" x="3581400" y="6584950"/>
          <p14:tracePt t="59266" x="3683000" y="6534150"/>
          <p14:tracePt t="59284" x="3759200" y="6489700"/>
          <p14:tracePt t="59300" x="3968750" y="6407150"/>
          <p14:tracePt t="59316" x="4102100" y="6362700"/>
          <p14:tracePt t="59334" x="4552950" y="6261100"/>
          <p14:tracePt t="59350" x="4699000" y="6242050"/>
          <p14:tracePt t="59354" x="4838700" y="6229350"/>
          <p14:tracePt t="59383" x="5105400" y="6216650"/>
          <p14:tracePt t="59400" x="5321300" y="6223000"/>
          <p14:tracePt t="59416" x="5422900" y="6229350"/>
          <p14:tracePt t="59433" x="5588000" y="6229350"/>
          <p14:tracePt t="59450" x="5689600" y="6229350"/>
          <p14:tracePt t="59467" x="5740400" y="6223000"/>
          <p14:tracePt t="59482" x="5746750" y="6223000"/>
          <p14:tracePt t="59499" x="5753100" y="6223000"/>
          <p14:tracePt t="59516" x="5753100" y="6216650"/>
          <p14:tracePt t="60903" x="5715000" y="6203950"/>
          <p14:tracePt t="60910" x="5670550" y="6184900"/>
          <p14:tracePt t="60924" x="5607050" y="6165850"/>
          <p14:tracePt t="60931" x="5537200" y="6127750"/>
          <p14:tracePt t="60945" x="5448300" y="6102350"/>
          <p14:tracePt t="60961" x="5213350" y="6051550"/>
          <p14:tracePt t="60977" x="5086350" y="6032500"/>
          <p14:tracePt t="60995" x="4832350" y="5969000"/>
          <p14:tracePt t="61011" x="4508500" y="5880100"/>
          <p14:tracePt t="61027" x="4356100" y="5848350"/>
          <p14:tracePt t="61044" x="4133850" y="5797550"/>
          <p14:tracePt t="61060" x="4057650" y="5778500"/>
          <p14:tracePt t="61078" x="3873500" y="5734050"/>
          <p14:tracePt t="61093" x="3752850" y="5695950"/>
          <p14:tracePt t="61110" x="3708400" y="5676900"/>
          <p14:tracePt t="61127" x="3644900" y="5657850"/>
          <p14:tracePt t="61143" x="3619500" y="5651500"/>
          <p14:tracePt t="61160" x="3613150" y="5645150"/>
          <p14:tracePt t="61177" x="3606800" y="5638800"/>
          <p14:tracePt t="61282" x="3600450" y="5638800"/>
          <p14:tracePt t="61296" x="3594100" y="5638800"/>
          <p14:tracePt t="61317" x="3587750" y="5626100"/>
          <p14:tracePt t="61331" x="3594100" y="5613400"/>
          <p14:tracePt t="62943" x="3594100" y="5575300"/>
          <p14:tracePt t="62957" x="3594100" y="5511800"/>
          <p14:tracePt t="62964" x="3594100" y="5448300"/>
          <p14:tracePt t="62978" x="3594100" y="5359400"/>
          <p14:tracePt t="62987" x="3581400" y="5264150"/>
          <p14:tracePt t="63004" x="3556000" y="5149850"/>
          <p14:tracePt t="63021" x="3492500" y="4883150"/>
          <p14:tracePt t="63037" x="3371850" y="4540250"/>
          <p14:tracePt t="63055" x="3276600" y="4343400"/>
          <p14:tracePt t="63071" x="3016250" y="3886200"/>
          <p14:tracePt t="63087" x="2755900" y="3473450"/>
          <p14:tracePt t="63105" x="2470150" y="3124200"/>
          <p14:tracePt t="63120" x="2355850" y="2984500"/>
          <p14:tracePt t="63137" x="2273300" y="2889250"/>
          <p14:tracePt t="63154" x="2114550" y="2711450"/>
          <p14:tracePt t="63170" x="2006600" y="2578100"/>
          <p14:tracePt t="63187" x="1962150" y="2546350"/>
          <p14:tracePt t="63203" x="1905000" y="2489200"/>
          <p14:tracePt t="63220" x="1835150" y="2438400"/>
          <p14:tracePt t="63236" x="1803400" y="2413000"/>
          <p14:tracePt t="63253" x="1727200" y="2368550"/>
          <p14:tracePt t="63270" x="1663700" y="2343150"/>
          <p14:tracePt t="63287" x="1600200" y="2311400"/>
          <p14:tracePt t="63303" x="1581150" y="2298700"/>
          <p14:tracePt t="63319" x="1530350" y="2279650"/>
          <p14:tracePt t="63336" x="1485900" y="2260600"/>
          <p14:tracePt t="63353" x="1466850" y="2254250"/>
          <p14:tracePt t="63370" x="1447800" y="2247900"/>
          <p14:tracePt t="63386" x="1435100" y="2241550"/>
          <p14:tracePt t="63484" x="1435100" y="2247900"/>
          <p14:tracePt t="63498" x="1435100" y="2254250"/>
          <p14:tracePt t="63505" x="1435100" y="2266950"/>
          <p14:tracePt t="63521" x="1435100" y="2279650"/>
          <p14:tracePt t="63535" x="1435100" y="2292350"/>
          <p14:tracePt t="63552" x="1435100" y="2324100"/>
          <p14:tracePt t="63569" x="1441450" y="2362200"/>
          <p14:tracePt t="63585" x="1447800" y="2393950"/>
          <p14:tracePt t="63602" x="1454150" y="2444750"/>
          <p14:tracePt t="63618" x="1466850" y="2501900"/>
          <p14:tracePt t="63635" x="1473200" y="2520950"/>
          <p14:tracePt t="63652" x="1479550" y="2559050"/>
          <p14:tracePt t="63668" x="1485900" y="2571750"/>
          <p14:tracePt t="63701" x="1485900" y="2578100"/>
          <p14:tracePt t="63718" x="1485900" y="2584450"/>
          <p14:tracePt t="63758" x="1485900" y="2590800"/>
          <p14:tracePt t="63807" x="1485900" y="2597150"/>
          <p14:tracePt t="63821" x="1485900" y="2603500"/>
          <p14:tracePt t="63827" x="1492250" y="2603500"/>
          <p14:tracePt t="63849" x="1492250" y="2609850"/>
          <p14:tracePt t="63855" x="1492250" y="2616200"/>
          <p14:tracePt t="63872" x="1498600" y="2622550"/>
          <p14:tracePt t="63884" x="1498600" y="2628900"/>
          <p14:tracePt t="63901" x="1498600" y="2641600"/>
          <p14:tracePt t="63918" x="1504950" y="2647950"/>
          <p14:tracePt t="63934" x="1517650" y="2667000"/>
          <p14:tracePt t="63950" x="1524000" y="2673350"/>
          <p14:tracePt t="64530" x="1536700" y="2679700"/>
          <p14:tracePt t="64537" x="1549400" y="2692400"/>
          <p14:tracePt t="64552" x="1562100" y="2705100"/>
          <p14:tracePt t="64565" x="1587500" y="2717800"/>
          <p14:tracePt t="64582" x="1631950" y="2749550"/>
          <p14:tracePt t="64598" x="1657350" y="2762250"/>
          <p14:tracePt t="64615" x="1739900" y="2813050"/>
          <p14:tracePt t="64631" x="1816100" y="2857500"/>
          <p14:tracePt t="64649" x="1866900" y="2882900"/>
          <p14:tracePt t="64665" x="1993900" y="2952750"/>
          <p14:tracePt t="64681" x="2171700" y="3035300"/>
          <p14:tracePt t="64699" x="2381250" y="3130550"/>
          <p14:tracePt t="64715" x="2495550" y="3175000"/>
          <p14:tracePt t="64731" x="2628900" y="3225800"/>
          <p14:tracePt t="64748" x="3117850" y="3346450"/>
          <p14:tracePt t="64764" x="3340100" y="3390900"/>
          <p14:tracePt t="64781" x="3562350" y="3416300"/>
          <p14:tracePt t="64798" x="3981450" y="3486150"/>
          <p14:tracePt t="64814" x="4337050" y="3511550"/>
          <p14:tracePt t="64832" x="4476750" y="3524250"/>
          <p14:tracePt t="64847" x="4705350" y="3543300"/>
          <p14:tracePt t="64864" x="4870450" y="3549650"/>
          <p14:tracePt t="64881" x="4946650" y="3562350"/>
          <p14:tracePt t="64897" x="5080000" y="3562350"/>
          <p14:tracePt t="64914" x="5194300" y="3549650"/>
          <p14:tracePt t="64931" x="5264150" y="3543300"/>
          <p14:tracePt t="64947" x="5283200" y="3543300"/>
          <p14:tracePt t="64964" x="5321300" y="3543300"/>
          <p14:tracePt t="64980" x="5327650" y="3543300"/>
          <p14:tracePt t="64997" x="5334000" y="3543300"/>
          <p14:tracePt t="65099" x="5340350" y="3543300"/>
          <p14:tracePt t="65126" x="5346700" y="3549650"/>
          <p14:tracePt t="65140" x="5346700" y="3556000"/>
          <p14:tracePt t="65149" x="5353050" y="3556000"/>
          <p14:tracePt t="65169" x="5353050" y="35623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2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__doc__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5403" y="6345849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sp>
        <p:nvSpPr>
          <p:cNvPr id="6" name="Oval 5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491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38"/>
    </mc:Choice>
    <mc:Fallback xmlns="">
      <p:transition spd="slow" advTm="161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5" grpId="0" animBg="1"/>
    </p:bldLst>
  </p:timing>
  <p:extLst>
    <p:ext uri="{3A86A75C-4F4B-4683-9AE1-C65F6400EC91}">
      <p14:laserTraceLst xmlns:p14="http://schemas.microsoft.com/office/powerpoint/2010/main">
        <p14:tracePtLst>
          <p14:tracePt t="942" x="5257800" y="3581400"/>
          <p14:tracePt t="959" x="5137150" y="3606800"/>
          <p14:tracePt t="975" x="4959350" y="3632200"/>
          <p14:tracePt t="991" x="4857750" y="3638550"/>
          <p14:tracePt t="1010" x="4679950" y="3638550"/>
          <p14:tracePt t="1025" x="4502150" y="3651250"/>
          <p14:tracePt t="1041" x="4413250" y="3657600"/>
          <p14:tracePt t="1059" x="4229100" y="3670300"/>
          <p14:tracePt t="1074" x="4038600" y="3689350"/>
          <p14:tracePt t="1092" x="3949700" y="3702050"/>
          <p14:tracePt t="1108" x="3790950" y="3727450"/>
          <p14:tracePt t="1124" x="3714750" y="3746500"/>
          <p14:tracePt t="1141" x="3556000" y="3797300"/>
          <p14:tracePt t="1157" x="3409950" y="3848100"/>
          <p14:tracePt t="1174" x="3340100" y="3879850"/>
          <p14:tracePt t="1192" x="3232150" y="3911600"/>
          <p14:tracePt t="1208" x="3136900" y="3937000"/>
          <p14:tracePt t="1224" x="3092450" y="3956050"/>
          <p14:tracePt t="1241" x="2984500" y="3975100"/>
          <p14:tracePt t="1257" x="2901950" y="3981450"/>
          <p14:tracePt t="1273" x="2863850" y="3981450"/>
          <p14:tracePt t="1290" x="2813050" y="3987800"/>
          <p14:tracePt t="1308" x="2768600" y="3987800"/>
          <p14:tracePt t="1325" x="2717800" y="3987800"/>
          <p14:tracePt t="1340" x="2705100" y="3987800"/>
          <p14:tracePt t="1357" x="2673350" y="3987800"/>
          <p14:tracePt t="1375" x="2641600" y="3987800"/>
          <p14:tracePt t="1390" x="2628900" y="3987800"/>
          <p14:tracePt t="1406" x="2616200" y="3994150"/>
          <p14:tracePt t="1423" x="2584450" y="4000500"/>
          <p14:tracePt t="1440" x="2578100" y="4000500"/>
          <p14:tracePt t="1473" x="2571750" y="4000500"/>
          <p14:tracePt t="1705" x="2565400" y="4000500"/>
          <p14:tracePt t="1739" x="2552700" y="4000500"/>
          <p14:tracePt t="1755" x="2552700" y="3994150"/>
          <p14:tracePt t="1772" x="2540000" y="3987800"/>
          <p14:tracePt t="1788" x="2533650" y="3987800"/>
          <p14:tracePt t="1805" x="2533650" y="3981450"/>
          <p14:tracePt t="1822" x="2527300" y="3975100"/>
          <p14:tracePt t="1838" x="2527300" y="3968750"/>
          <p14:tracePt t="1856" x="2520950" y="3968750"/>
          <p14:tracePt t="1873" x="2514600" y="3962400"/>
          <p14:tracePt t="1888" x="2508250" y="3956050"/>
          <p14:tracePt t="1904" x="2508250" y="3943350"/>
          <p14:tracePt t="1921" x="2501900" y="3905250"/>
          <p14:tracePt t="1938" x="2495550" y="3873500"/>
          <p14:tracePt t="1955" x="2495550" y="3835400"/>
          <p14:tracePt t="1972" x="2495550" y="3822700"/>
          <p14:tracePt t="1988" x="2508250" y="3771900"/>
          <p14:tracePt t="2005" x="2540000" y="3727450"/>
          <p14:tracePt t="2021" x="2552700" y="3708400"/>
          <p14:tracePt t="2038" x="2571750" y="3689350"/>
          <p14:tracePt t="2054" x="2647950" y="3638550"/>
          <p14:tracePt t="2071" x="2667000" y="3625850"/>
          <p14:tracePt t="2088" x="2698750" y="3613150"/>
          <p14:tracePt t="2132" x="2844800" y="3543300"/>
          <p14:tracePt t="2153" x="2889250" y="3524250"/>
          <p14:tracePt t="2170" x="2921000" y="3505200"/>
          <p14:tracePt t="2187" x="2933700" y="3505200"/>
          <p14:tracePt t="2203" x="2952750" y="3498850"/>
          <p14:tracePt t="2219" x="2959100" y="3498850"/>
          <p14:tracePt t="2496" x="2965450" y="3498850"/>
          <p14:tracePt t="3173" x="2971800" y="3511550"/>
          <p14:tracePt t="3180" x="2978150" y="3530600"/>
          <p14:tracePt t="3187" x="2990850" y="3556000"/>
          <p14:tracePt t="3203" x="3003550" y="3575050"/>
          <p14:tracePt t="3216" x="3028950" y="3594100"/>
          <p14:tracePt t="3233" x="3079750" y="3632200"/>
          <p14:tracePt t="3250" x="3143250" y="3663950"/>
          <p14:tracePt t="3266" x="3168650" y="3683000"/>
          <p14:tracePt t="3283" x="3257550" y="3727450"/>
          <p14:tracePt t="3300" x="3346450" y="3752850"/>
          <p14:tracePt t="3316" x="3378200" y="3765550"/>
          <p14:tracePt t="3333" x="3422650" y="3778250"/>
          <p14:tracePt t="3349" x="3460750" y="3790950"/>
          <p14:tracePt t="3366" x="3473450" y="3790950"/>
          <p14:tracePt t="3383" x="3479800" y="3797300"/>
          <p14:tracePt t="3399" x="3486150" y="3797300"/>
          <p14:tracePt t="9275" x="3486150" y="3810000"/>
          <p14:tracePt t="9281" x="3498850" y="3822700"/>
          <p14:tracePt t="9296" x="3524250" y="3886200"/>
          <p14:tracePt t="9312" x="3549650" y="3968750"/>
          <p14:tracePt t="9328" x="3575050" y="4064000"/>
          <p14:tracePt t="9345" x="3651250" y="4241800"/>
          <p14:tracePt t="9361" x="3708400" y="4356100"/>
          <p14:tracePt t="9380" x="3790950" y="4514850"/>
          <p14:tracePt t="9395" x="3835400" y="4603750"/>
          <p14:tracePt t="9411" x="3886200" y="4679950"/>
          <p14:tracePt t="9429" x="3924300" y="4724400"/>
          <p14:tracePt t="9445" x="3943350" y="4756150"/>
          <p14:tracePt t="9461" x="3949700" y="4762500"/>
          <p14:tracePt t="9478" x="3956050" y="4762500"/>
          <p14:tracePt t="9549" x="3956050" y="4768850"/>
          <p14:tracePt t="9556" x="3962400" y="4787900"/>
          <p14:tracePt t="9564" x="3968750" y="4806950"/>
          <p14:tracePt t="9578" x="3975100" y="4838700"/>
          <p14:tracePt t="9594" x="3981450" y="4876800"/>
          <p14:tracePt t="9611" x="4006850" y="4965700"/>
          <p14:tracePt t="9627" x="4057650" y="5124450"/>
          <p14:tracePt t="9644" x="4089400" y="5213350"/>
          <p14:tracePt t="9661" x="4171950" y="5435600"/>
          <p14:tracePt t="9677" x="4286250" y="5715000"/>
          <p14:tracePt t="9694" x="4368800" y="5880100"/>
          <p14:tracePt t="9711" x="4470400" y="6159500"/>
          <p14:tracePt t="9727" x="4578350" y="6375400"/>
          <p14:tracePt t="9744" x="4629150" y="6457950"/>
          <p14:tracePt t="9761" x="4705350" y="6559550"/>
          <p14:tracePt t="9777" x="4762500" y="6629400"/>
          <p14:tracePt t="9794" x="4800600" y="6667500"/>
          <p14:tracePt t="9810" x="4813300" y="6692900"/>
          <p14:tracePt t="9827" x="4819650" y="6705600"/>
          <p14:tracePt t="9844" x="4870450" y="6775450"/>
          <p14:tracePt t="9860" x="4876800" y="6800850"/>
          <p14:tracePt t="9876" x="4895850" y="6819900"/>
          <p14:tracePt t="9893" x="4914900" y="6838950"/>
          <p14:tracePt t="9910" x="4921250" y="6851650"/>
          <p14:tracePt t="9927" x="4927600" y="6851650"/>
          <p14:tracePt t="10026" x="4933950" y="6851650"/>
          <p14:tracePt t="10180" x="4940300" y="6845300"/>
          <p14:tracePt t="10235" x="4940300" y="6838950"/>
          <p14:tracePt t="10284" x="4940300" y="6832600"/>
          <p14:tracePt t="10440" x="4940300" y="6826250"/>
          <p14:tracePt t="10447" x="4933950" y="6819900"/>
          <p14:tracePt t="10461" x="4933950" y="6813550"/>
          <p14:tracePt t="10475" x="4933950" y="6794500"/>
          <p14:tracePt t="10491" x="4933950" y="6788150"/>
          <p14:tracePt t="10508" x="4927600" y="6769100"/>
          <p14:tracePt t="10524" x="4921250" y="6731000"/>
          <p14:tracePt t="10541" x="4914900" y="6686550"/>
          <p14:tracePt t="10558" x="4914900" y="6667500"/>
          <p14:tracePt t="10574" x="4908550" y="6635750"/>
          <p14:tracePt t="10591" x="4908550" y="6584950"/>
          <p14:tracePt t="10608" x="4908550" y="6546850"/>
          <p14:tracePt t="10624" x="4914900" y="6515100"/>
          <p14:tracePt t="10640" x="4921250" y="6483350"/>
          <p14:tracePt t="10658" x="4927600" y="6464300"/>
          <p14:tracePt t="10674" x="4927600" y="6451600"/>
          <p14:tracePt t="10690" x="4927600" y="6432550"/>
          <p14:tracePt t="10707" x="4927600" y="6413500"/>
          <p14:tracePt t="10724" x="4927600" y="6407150"/>
          <p14:tracePt t="10741" x="4927600" y="6388100"/>
          <p14:tracePt t="10756" x="4927600" y="6369050"/>
          <p14:tracePt t="10793" x="4927600" y="6362700"/>
          <p14:tracePt t="10826" x="4927600" y="6356350"/>
          <p14:tracePt t="10861" x="4927600" y="6350000"/>
          <p14:tracePt t="10868" x="4927600" y="6343650"/>
          <p14:tracePt t="10882" x="4927600" y="6337300"/>
          <p14:tracePt t="10890" x="4927600" y="6330950"/>
          <p14:tracePt t="10906" x="4927600" y="6324600"/>
          <p14:tracePt t="10924" x="4921250" y="6273800"/>
          <p14:tracePt t="10940" x="4883150" y="6153150"/>
          <p14:tracePt t="10956" x="4845050" y="6070600"/>
          <p14:tracePt t="10973" x="4749800" y="5861050"/>
          <p14:tracePt t="10989" x="4578350" y="5581650"/>
          <p14:tracePt t="11006" x="4476750" y="5422900"/>
          <p14:tracePt t="11023" x="4203700" y="5054600"/>
          <p14:tracePt t="11039" x="3905250" y="4699000"/>
          <p14:tracePt t="11057" x="3765550" y="4533900"/>
          <p14:tracePt t="11072" x="3556000" y="4298950"/>
          <p14:tracePt t="11089" x="3473450" y="4203700"/>
          <p14:tracePt t="11107" x="3257550" y="3987800"/>
          <p14:tracePt t="11123" x="3194050" y="3917950"/>
          <p14:tracePt t="11139" x="3149600" y="3892550"/>
          <p14:tracePt t="11155" x="3105150" y="3835400"/>
          <p14:tracePt t="11172" x="3092450" y="3822700"/>
          <p14:tracePt t="11189" x="3092450" y="3816350"/>
          <p14:tracePt t="11584" x="3092450" y="3810000"/>
          <p14:tracePt t="11661" x="3092450" y="3803650"/>
          <p14:tracePt t="11682" x="3092450" y="3790950"/>
          <p14:tracePt t="11689" x="3092450" y="3784600"/>
          <p14:tracePt t="11703" x="3092450" y="3771900"/>
          <p14:tracePt t="11710" x="3092450" y="3765550"/>
          <p14:tracePt t="11723" x="3086100" y="3752850"/>
          <p14:tracePt t="11737" x="3086100" y="3727450"/>
          <p14:tracePt t="11753" x="3073400" y="3651250"/>
          <p14:tracePt t="11770" x="3054350" y="3581400"/>
          <p14:tracePt t="11787" x="3003550" y="3409950"/>
          <p14:tracePt t="11803" x="2927350" y="3175000"/>
          <p14:tracePt t="11820" x="2882900" y="3048000"/>
          <p14:tracePt t="11836" x="2755900" y="2717800"/>
          <p14:tracePt t="11853" x="2597150" y="2355850"/>
          <p14:tracePt t="11870" x="2520950" y="2184400"/>
          <p14:tracePt t="11886" x="2349500" y="1866900"/>
          <p14:tracePt t="11903" x="2247900" y="1657350"/>
          <p14:tracePt t="11921" x="2165350" y="1492250"/>
          <p14:tracePt t="11935" x="2133600" y="1435100"/>
          <p14:tracePt t="11953" x="2108200" y="1371600"/>
          <p14:tracePt t="11970" x="2089150" y="1333500"/>
          <p14:tracePt t="11986" x="2089150" y="1301750"/>
          <p14:tracePt t="12003" x="2082800" y="1276350"/>
          <p14:tracePt t="12019" x="2076450" y="1244600"/>
          <p14:tracePt t="12036" x="2076450" y="1231900"/>
          <p14:tracePt t="12052" x="2076450" y="1225550"/>
          <p14:tracePt t="12069" x="2076450" y="1219200"/>
          <p14:tracePt t="12086" x="2063750" y="1212850"/>
          <p14:tracePt t="12103" x="2051050" y="1174750"/>
          <p14:tracePt t="12119" x="2044700" y="1155700"/>
          <p14:tracePt t="12135" x="2019300" y="1104900"/>
          <p14:tracePt t="12152" x="1987550" y="1041400"/>
          <p14:tracePt t="12169" x="1936750" y="984250"/>
          <p14:tracePt t="12185" x="1917700" y="965200"/>
          <p14:tracePt t="12202" x="1879600" y="946150"/>
          <p14:tracePt t="12218" x="1860550" y="939800"/>
          <p14:tracePt t="12236" x="1822450" y="920750"/>
          <p14:tracePt t="12251" x="1784350" y="914400"/>
          <p14:tracePt t="12268" x="1771650" y="914400"/>
          <p14:tracePt t="12285" x="1758950" y="908050"/>
          <p14:tracePt t="12302" x="1746250" y="908050"/>
          <p14:tracePt t="12318" x="1739900" y="908050"/>
          <p14:tracePt t="12335" x="1720850" y="908050"/>
          <p14:tracePt t="12367" x="1714500" y="908050"/>
          <p14:tracePt t="12384" x="1708150" y="908050"/>
          <p14:tracePt t="12841" x="1689100" y="901700"/>
          <p14:tracePt t="12855" x="1651000" y="895350"/>
          <p14:tracePt t="12862" x="1612900" y="895350"/>
          <p14:tracePt t="12876" x="1568450" y="901700"/>
          <p14:tracePt t="12886" x="1517650" y="901700"/>
          <p14:tracePt t="12899" x="1466850" y="901700"/>
          <p14:tracePt t="12916" x="1358900" y="908050"/>
          <p14:tracePt t="12933" x="1282700" y="908050"/>
          <p14:tracePt t="12949" x="1244600" y="908050"/>
          <p14:tracePt t="12966" x="1219200" y="908050"/>
          <p14:tracePt t="12982" x="1155700" y="908050"/>
          <p14:tracePt t="12999" x="1130300" y="908050"/>
          <p14:tracePt t="13019" x="1117600" y="914400"/>
          <p14:tracePt t="13032" x="1111250" y="914400"/>
          <p14:tracePt t="13049" x="1104900" y="914400"/>
          <p14:tracePt t="13164" x="1111250" y="914400"/>
          <p14:tracePt t="13178" x="1117600" y="914400"/>
          <p14:tracePt t="13185" x="1123950" y="914400"/>
          <p14:tracePt t="13199" x="1136650" y="908050"/>
          <p14:tracePt t="13215" x="1200150" y="901700"/>
          <p14:tracePt t="13232" x="1250950" y="882650"/>
          <p14:tracePt t="13249" x="1409700" y="863600"/>
          <p14:tracePt t="13265" x="1625600" y="819150"/>
          <p14:tracePt t="13282" x="1739900" y="800100"/>
          <p14:tracePt t="13298" x="1974850" y="781050"/>
          <p14:tracePt t="13314" x="2089150" y="762000"/>
          <p14:tracePt t="13332" x="2330450" y="736600"/>
          <p14:tracePt t="13348" x="2368550" y="736600"/>
          <p14:tracePt t="13364" x="2400300" y="736600"/>
          <p14:tracePt t="13381" x="2432050" y="730250"/>
          <p14:tracePt t="13398" x="2438400" y="730250"/>
          <p14:tracePt t="13414" x="2444750" y="730250"/>
          <p14:tracePt t="13447" x="2425700" y="730250"/>
          <p14:tracePt t="13464" x="2406650" y="730250"/>
          <p14:tracePt t="13481" x="2336800" y="749300"/>
          <p14:tracePt t="13497" x="2228850" y="755650"/>
          <p14:tracePt t="13515" x="2082800" y="787400"/>
          <p14:tracePt t="13531" x="1993900" y="800100"/>
          <p14:tracePt t="13534" x="1917700" y="806450"/>
          <p14:tracePt t="13547" x="1854200" y="819150"/>
          <p14:tracePt t="13564" x="1670050" y="825500"/>
          <p14:tracePt t="13580" x="1606550" y="825500"/>
          <p14:tracePt t="13597" x="1543050" y="838200"/>
          <p14:tracePt t="13614" x="1435100" y="844550"/>
          <p14:tracePt t="13630" x="1422400" y="844550"/>
          <p14:tracePt t="13647" x="1416050" y="844550"/>
          <p14:tracePt t="13663" x="1409700" y="844550"/>
          <p14:tracePt t="13697" x="1416050" y="844550"/>
          <p14:tracePt t="13713" x="1435100" y="844550"/>
          <p14:tracePt t="13730" x="1492250" y="844550"/>
          <p14:tracePt t="13747" x="1600200" y="844550"/>
          <p14:tracePt t="13763" x="1676400" y="844550"/>
          <p14:tracePt t="13780" x="1866900" y="850900"/>
          <p14:tracePt t="13796" x="2095500" y="850900"/>
          <p14:tracePt t="13813" x="2216150" y="850900"/>
          <p14:tracePt t="13830" x="2432050" y="850900"/>
          <p14:tracePt t="13846" x="2571750" y="850900"/>
          <p14:tracePt t="13863" x="2603500" y="850900"/>
          <p14:tracePt t="13880" x="2635250" y="850900"/>
          <p14:tracePt t="13896" x="2641600" y="850900"/>
          <p14:tracePt t="13929" x="2622550" y="850900"/>
          <p14:tracePt t="13946" x="2590800" y="857250"/>
          <p14:tracePt t="13962" x="2489200" y="857250"/>
          <p14:tracePt t="13979" x="2349500" y="857250"/>
          <p14:tracePt t="13996" x="2260600" y="869950"/>
          <p14:tracePt t="14013" x="2057400" y="882650"/>
          <p14:tracePt t="14029" x="1866900" y="889000"/>
          <p14:tracePt t="14033" x="1765300" y="901700"/>
          <p14:tracePt t="14062" x="1587500" y="901700"/>
          <p14:tracePt t="14079" x="1428750" y="920750"/>
          <p14:tracePt t="14095" x="1365250" y="920750"/>
          <p14:tracePt t="14112" x="1314450" y="920750"/>
          <p14:tracePt t="14128" x="1295400" y="920750"/>
          <p14:tracePt t="14189" x="1301750" y="920750"/>
          <p14:tracePt t="14196" x="1320800" y="920750"/>
          <p14:tracePt t="14210" x="1352550" y="920750"/>
          <p14:tracePt t="14217" x="1390650" y="920750"/>
          <p14:tracePt t="14232" x="1454150" y="908050"/>
          <p14:tracePt t="14245" x="1619250" y="908050"/>
          <p14:tracePt t="14261" x="1733550" y="908050"/>
          <p14:tracePt t="14278" x="1835150" y="908050"/>
          <p14:tracePt t="14295" x="2076450" y="889000"/>
          <p14:tracePt t="14311" x="2317750" y="857250"/>
          <p14:tracePt t="14329" x="2508250" y="850900"/>
          <p14:tracePt t="14344" x="2559050" y="850900"/>
          <p14:tracePt t="14361" x="2622550" y="850900"/>
          <p14:tracePt t="14378" x="2635250" y="850900"/>
          <p14:tracePt t="14394" x="2641600" y="850900"/>
          <p14:tracePt t="14430" x="2635250" y="850900"/>
          <p14:tracePt t="14448" x="2628900" y="850900"/>
          <p14:tracePt t="14461" x="2609850" y="850900"/>
          <p14:tracePt t="14477" x="2584450" y="850900"/>
          <p14:tracePt t="14494" x="2571750" y="850900"/>
          <p14:tracePt t="14511" x="2540000" y="863600"/>
          <p14:tracePt t="14528" x="2514600" y="869950"/>
          <p14:tracePt t="14544" x="2501900" y="876300"/>
          <p14:tracePt t="14561" x="2489200" y="876300"/>
          <p14:tracePt t="14577" x="2482850" y="876300"/>
          <p14:tracePt t="14594" x="2476500" y="876300"/>
          <p14:tracePt t="14627" x="2470150" y="876300"/>
          <p14:tracePt t="14645" x="2457450" y="882650"/>
          <p14:tracePt t="14660" x="2451100" y="889000"/>
          <p14:tracePt t="14677" x="2444750" y="895350"/>
          <p14:tracePt t="14694" x="2425700" y="914400"/>
          <p14:tracePt t="14710" x="2400300" y="933450"/>
          <p14:tracePt t="14726" x="2387600" y="939800"/>
          <p14:tracePt t="14743" x="2368550" y="958850"/>
          <p14:tracePt t="14760" x="2355850" y="965200"/>
          <p14:tracePt t="14776" x="2349500" y="965200"/>
          <p14:tracePt t="14793" x="2343150" y="965200"/>
          <p14:tracePt t="14809" x="2336800" y="946150"/>
          <p14:tracePt t="14827" x="2324100" y="933450"/>
          <p14:tracePt t="14843" x="2292350" y="882650"/>
          <p14:tracePt t="14860" x="2266950" y="857250"/>
          <p14:tracePt t="14877" x="2139950" y="711200"/>
          <p14:tracePt t="14892" x="2076450" y="647700"/>
          <p14:tracePt t="14909" x="1993900" y="590550"/>
          <p14:tracePt t="14925" x="1822450" y="495300"/>
          <p14:tracePt t="14942" x="1644650" y="400050"/>
          <p14:tracePt t="14959" x="1581150" y="381000"/>
          <p14:tracePt t="14976" x="1466850" y="349250"/>
          <p14:tracePt t="14992" x="1409700" y="349250"/>
          <p14:tracePt t="15010" x="1377950" y="355600"/>
          <p14:tracePt t="15045" x="1371600" y="361950"/>
          <p14:tracePt t="15062" x="1365250" y="361950"/>
          <p14:tracePt t="15143" x="1365250" y="368300"/>
          <p14:tracePt t="15150" x="1371600" y="368300"/>
          <p14:tracePt t="15159" x="1377950" y="368300"/>
          <p14:tracePt t="15175" x="1403350" y="368300"/>
          <p14:tracePt t="15192" x="1454150" y="387350"/>
          <p14:tracePt t="15208" x="1511300" y="400050"/>
          <p14:tracePt t="15225" x="1670050" y="431800"/>
          <p14:tracePt t="15241" x="1885950" y="450850"/>
          <p14:tracePt t="15258" x="1987550" y="476250"/>
          <p14:tracePt t="15275" x="2184400" y="501650"/>
          <p14:tracePt t="15291" x="2324100" y="539750"/>
          <p14:tracePt t="15308" x="2393950" y="558800"/>
          <p14:tracePt t="15325" x="2482850" y="615950"/>
          <p14:tracePt t="15341" x="2546350" y="654050"/>
          <p14:tracePt t="15357" x="2552700" y="6667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2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__doc__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attrib1: object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</a:p>
          <a:p>
            <a:pPr lvl="0">
              <a:lnSpc>
                <a:spcPct val="90000"/>
              </a:lnSpc>
            </a:pPr>
            <a:endParaRPr lang="en-US" sz="2200" spc="-2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04800" y="4495800"/>
            <a:ext cx="8534400" cy="4572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17500" y="4968875"/>
            <a:ext cx="215900" cy="136524"/>
          </a:xfrm>
          <a:prstGeom prst="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07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extLst>
    <p:ext uri="{3A86A75C-4F4B-4683-9AE1-C65F6400EC91}">
      <p14:laserTraceLst xmlns:p14="http://schemas.microsoft.com/office/powerpoint/2010/main">
        <p14:tracePtLst>
          <p14:tracePt t="2623" x="0" y="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 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2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__doc__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attrib1: object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attrib4: Ellipsis = 4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9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042"/>
    </mc:Choice>
    <mc:Fallback xmlns="">
      <p:transition spd="slow" advTm="1090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98" x="3479800" y="3429000"/>
          <p14:tracePt t="805" x="3492500" y="3467100"/>
          <p14:tracePt t="819" x="3498850" y="3505200"/>
          <p14:tracePt t="829" x="3505200" y="3536950"/>
          <p14:tracePt t="847" x="3511550" y="3594100"/>
          <p14:tracePt t="862" x="3511550" y="3625850"/>
          <p14:tracePt t="879" x="3511550" y="3670300"/>
          <p14:tracePt t="896" x="3505200" y="3721100"/>
          <p14:tracePt t="912" x="3498850" y="3746500"/>
          <p14:tracePt t="929" x="3486150" y="3803650"/>
          <p14:tracePt t="946" x="3460750" y="3848100"/>
          <p14:tracePt t="962" x="3448050" y="3867150"/>
          <p14:tracePt t="979" x="3429000" y="3886200"/>
          <p14:tracePt t="995" x="3409950" y="3898900"/>
          <p14:tracePt t="1012" x="3403600" y="3905250"/>
          <p14:tracePt t="1030" x="3397250" y="3917950"/>
          <p14:tracePt t="1045" x="3390900" y="3924300"/>
          <p14:tracePt t="1079" x="3384550" y="3924300"/>
          <p14:tracePt t="1095" x="3378200" y="3937000"/>
          <p14:tracePt t="1112" x="3371850" y="3949700"/>
          <p14:tracePt t="1129" x="3365500" y="3975100"/>
          <p14:tracePt t="1145" x="3365500" y="4000500"/>
          <p14:tracePt t="1163" x="3365500" y="4070350"/>
          <p14:tracePt t="1178" x="3397250" y="4203700"/>
          <p14:tracePt t="1195" x="3416300" y="4286250"/>
          <p14:tracePt t="1212" x="3486150" y="4483100"/>
          <p14:tracePt t="1228" x="3549650" y="4686300"/>
          <p14:tracePt t="1245" x="3594100" y="4794250"/>
          <p14:tracePt t="1262" x="3683000" y="4965700"/>
          <p14:tracePt t="1278" x="3765550" y="5130800"/>
          <p14:tracePt t="1295" x="3803650" y="5213350"/>
          <p14:tracePt t="1312" x="3860800" y="5334000"/>
          <p14:tracePt t="1328" x="3905250" y="5422900"/>
          <p14:tracePt t="1345" x="3949700" y="5499100"/>
          <p14:tracePt t="1361" x="3962400" y="5518150"/>
          <p14:tracePt t="1378" x="3968750" y="5549900"/>
          <p14:tracePt t="1395" x="3968750" y="5613400"/>
          <p14:tracePt t="1411" x="3968750" y="5632450"/>
          <p14:tracePt t="1428" x="3968750" y="5651500"/>
          <p14:tracePt t="1445" x="3937000" y="5695950"/>
          <p14:tracePt t="1461" x="3848100" y="5746750"/>
          <p14:tracePt t="1478" x="3765550" y="5791200"/>
          <p14:tracePt t="1494" x="3581400" y="5873750"/>
          <p14:tracePt t="1510" x="3378200" y="5969000"/>
          <p14:tracePt t="1528" x="3143250" y="6051550"/>
          <p14:tracePt t="1543" x="3041650" y="6096000"/>
          <p14:tracePt t="1561" x="2857500" y="6153150"/>
          <p14:tracePt t="1578" x="2736850" y="6203950"/>
          <p14:tracePt t="1593" x="2711450" y="6216650"/>
          <p14:tracePt t="1610" x="2692400" y="6229350"/>
          <p14:tracePt t="1626" x="2686050" y="6235700"/>
          <p14:tracePt t="1739" x="2692400" y="6235700"/>
          <p14:tracePt t="1760" x="2705100" y="6235700"/>
          <p14:tracePt t="1767" x="2717800" y="6235700"/>
          <p14:tracePt t="1781" x="2736850" y="6248400"/>
          <p14:tracePt t="1793" x="2755900" y="6254750"/>
          <p14:tracePt t="1810" x="2825750" y="6254750"/>
          <p14:tracePt t="1826" x="2889250" y="6261100"/>
          <p14:tracePt t="1843" x="3041650" y="6273800"/>
          <p14:tracePt t="1859" x="3213100" y="6273800"/>
          <p14:tracePt t="1876" x="3314700" y="6267450"/>
          <p14:tracePt t="1893" x="3549650" y="6254750"/>
          <p14:tracePt t="1909" x="3797300" y="6216650"/>
          <p14:tracePt t="1926" x="3924300" y="6191250"/>
          <p14:tracePt t="1942" x="4102100" y="6172200"/>
          <p14:tracePt t="1959" x="4210050" y="6159500"/>
          <p14:tracePt t="1976" x="4241800" y="6146800"/>
          <p14:tracePt t="1993" x="4254500" y="6146800"/>
          <p14:tracePt t="2009" x="4260850" y="6146800"/>
          <p14:tracePt t="2097" x="4260850" y="6140450"/>
          <p14:tracePt t="2111" x="4260850" y="6134100"/>
          <p14:tracePt t="2118" x="4260850" y="6115050"/>
          <p14:tracePt t="2132" x="4260850" y="6096000"/>
          <p14:tracePt t="2141" x="4267200" y="6070600"/>
          <p14:tracePt t="2692" x="4292600" y="6083300"/>
          <p14:tracePt t="2699" x="4324350" y="6102350"/>
          <p14:tracePt t="2713" x="4356100" y="6121400"/>
          <p14:tracePt t="2723" x="4394200" y="6140450"/>
          <p14:tracePt t="2739" x="4451350" y="6153150"/>
          <p14:tracePt t="2756" x="4584700" y="6184900"/>
          <p14:tracePt t="2773" x="4775200" y="6216650"/>
          <p14:tracePt t="2791" x="4895850" y="6235700"/>
          <p14:tracePt t="2806" x="5073650" y="6267450"/>
          <p14:tracePt t="2823" x="5149850" y="6267450"/>
          <p14:tracePt t="2840" x="5283200" y="6273800"/>
          <p14:tracePt t="2856" x="5295900" y="6273800"/>
          <p14:tracePt t="2872" x="5302250" y="6273800"/>
          <p14:tracePt t="2889" x="5308600" y="6280150"/>
          <p14:tracePt t="2973" x="5302250" y="6280150"/>
          <p14:tracePt t="2980" x="5295900" y="6280150"/>
          <p14:tracePt t="2994" x="5289550" y="6286500"/>
          <p14:tracePt t="3005" x="5283200" y="6292850"/>
          <p14:tracePt t="3023" x="5238750" y="6305550"/>
          <p14:tracePt t="3039" x="5200650" y="6311900"/>
          <p14:tracePt t="3055" x="5099050" y="6350000"/>
          <p14:tracePt t="3072" x="4965700" y="6375400"/>
          <p14:tracePt t="3088" x="4889500" y="6400800"/>
          <p14:tracePt t="3105" x="4826000" y="6407150"/>
          <p14:tracePt t="3122" x="4641850" y="6432550"/>
          <p14:tracePt t="3138" x="4597400" y="6445250"/>
          <p14:tracePt t="3155" x="4546600" y="6451600"/>
          <p14:tracePt t="3171" x="4540250" y="6451600"/>
          <p14:tracePt t="3275" x="4546600" y="6451600"/>
          <p14:tracePt t="3282" x="4559300" y="6451600"/>
          <p14:tracePt t="3296" x="4572000" y="6451600"/>
          <p14:tracePt t="3304" x="4603750" y="6451600"/>
          <p14:tracePt t="3320" x="4629150" y="6445250"/>
          <p14:tracePt t="3338" x="4762500" y="6432550"/>
          <p14:tracePt t="3354" x="4927600" y="6413500"/>
          <p14:tracePt t="3370" x="5016500" y="6400800"/>
          <p14:tracePt t="3388" x="5187950" y="6381750"/>
          <p14:tracePt t="3404" x="5308600" y="6356350"/>
          <p14:tracePt t="3421" x="5346700" y="6356350"/>
          <p14:tracePt t="3437" x="5384800" y="6350000"/>
          <p14:tracePt t="3454" x="5397500" y="6343650"/>
          <p14:tracePt t="3471" x="5403850" y="6343650"/>
          <p14:tracePt t="3865" x="5403850" y="6337300"/>
          <p14:tracePt t="3893" x="5403850" y="6330950"/>
          <p14:tracePt t="3914" x="5403850" y="6324600"/>
          <p14:tracePt t="3935" x="5403850" y="6318250"/>
          <p14:tracePt t="3950" x="5403850" y="6311900"/>
          <p14:tracePt t="3963" x="5397500" y="6299200"/>
          <p14:tracePt t="3977" x="5397500" y="6286500"/>
          <p14:tracePt t="3985" x="5384800" y="6261100"/>
          <p14:tracePt t="4002" x="5378450" y="6242050"/>
          <p14:tracePt t="4020" x="5340350" y="6172200"/>
          <p14:tracePt t="4035" x="5270500" y="6070600"/>
          <p14:tracePt t="4052" x="5245100" y="6000750"/>
          <p14:tracePt t="4069" x="5168900" y="5873750"/>
          <p14:tracePt t="4085" x="5124450" y="5803900"/>
          <p14:tracePt t="4101" x="5060950" y="5664200"/>
          <p14:tracePt t="4118" x="4991100" y="5543550"/>
          <p14:tracePt t="4135" x="4953000" y="5473700"/>
          <p14:tracePt t="4151" x="4889500" y="5384800"/>
          <p14:tracePt t="4168" x="4826000" y="5302250"/>
          <p14:tracePt t="4184" x="4800600" y="5270500"/>
          <p14:tracePt t="4202" x="4762500" y="5226050"/>
          <p14:tracePt t="4218" x="4737100" y="5207000"/>
          <p14:tracePt t="4234" x="4737100" y="5194300"/>
          <p14:tracePt t="4251" x="4730750" y="5187950"/>
          <p14:tracePt t="4267" x="4730750" y="5181600"/>
          <p14:tracePt t="4307" x="4730750" y="5175250"/>
          <p14:tracePt t="4357" x="4724400" y="5175250"/>
          <p14:tracePt t="4399" x="4718050" y="5175250"/>
          <p14:tracePt t="4406" x="4711700" y="5175250"/>
          <p14:tracePt t="4426" x="4705350" y="5162550"/>
          <p14:tracePt t="4440" x="4699000" y="5162550"/>
          <p14:tracePt t="4451" x="4692650" y="5162550"/>
          <p14:tracePt t="4468" x="4692650" y="5156200"/>
          <p14:tracePt t="4484" x="4679950" y="5143500"/>
          <p14:tracePt t="4500" x="4635500" y="5130800"/>
          <p14:tracePt t="4518" x="4584700" y="5118100"/>
          <p14:tracePt t="4533" x="4559300" y="5111750"/>
          <p14:tracePt t="4550" x="4489450" y="5111750"/>
          <p14:tracePt t="4567" x="4419600" y="5118100"/>
          <p14:tracePt t="4583" x="4368800" y="5124450"/>
          <p14:tracePt t="4600" x="4286250" y="5149850"/>
          <p14:tracePt t="4616" x="4210050" y="5175250"/>
          <p14:tracePt t="4633" x="4178300" y="5194300"/>
          <p14:tracePt t="4651" x="4159250" y="5200650"/>
          <p14:tracePt t="4654" x="4146550" y="5207000"/>
          <p14:tracePt t="4667" x="4127500" y="5213350"/>
          <p14:tracePt t="4683" x="4121150" y="5213350"/>
          <p14:tracePt t="4700" x="4114800" y="5213350"/>
          <p14:tracePt t="4716" x="4114800" y="5219700"/>
          <p14:tracePt t="4841" x="4127500" y="5213350"/>
          <p14:tracePt t="4847" x="4140200" y="5213350"/>
          <p14:tracePt t="4862" x="4152900" y="5213350"/>
          <p14:tracePt t="4869" x="4184650" y="5213350"/>
          <p14:tracePt t="4883" x="4229100" y="5213350"/>
          <p14:tracePt t="4899" x="4394200" y="5213350"/>
          <p14:tracePt t="4915" x="4495800" y="5213350"/>
          <p14:tracePt t="4932" x="4775200" y="5213350"/>
          <p14:tracePt t="4949" x="5048250" y="5213350"/>
          <p14:tracePt t="4965" x="5187950" y="5213350"/>
          <p14:tracePt t="4982" x="5391150" y="5213350"/>
          <p14:tracePt t="4999" x="5467350" y="5213350"/>
          <p14:tracePt t="5016" x="5562600" y="5213350"/>
          <p14:tracePt t="5031" x="5575300" y="5213350"/>
          <p14:tracePt t="5048" x="5581650" y="5213350"/>
          <p14:tracePt t="5129" x="5581650" y="5219700"/>
          <p14:tracePt t="5693" x="5581650" y="5238750"/>
          <p14:tracePt t="5699" x="5600700" y="5257800"/>
          <p14:tracePt t="5715" x="5600700" y="5289550"/>
          <p14:tracePt t="5730" x="5607050" y="5314950"/>
          <p14:tracePt t="5746" x="5632450" y="5422900"/>
          <p14:tracePt t="5763" x="5657850" y="5537200"/>
          <p14:tracePt t="5779" x="5670550" y="5588000"/>
          <p14:tracePt t="5796" x="5695950" y="5708650"/>
          <p14:tracePt t="5812" x="5708650" y="5848350"/>
          <p14:tracePt t="5829" x="5702300" y="5930900"/>
          <p14:tracePt t="5846" x="5683250" y="6057900"/>
          <p14:tracePt t="5862" x="5638800" y="6184900"/>
          <p14:tracePt t="5879" x="5607050" y="6235700"/>
          <p14:tracePt t="5896" x="5568950" y="6350000"/>
          <p14:tracePt t="5912" x="5530850" y="6426200"/>
          <p14:tracePt t="5929" x="5505450" y="6445250"/>
          <p14:tracePt t="5946" x="5480050" y="6489700"/>
          <p14:tracePt t="5961" x="5461000" y="6515100"/>
          <p14:tracePt t="5980" x="5454650" y="6527800"/>
          <p14:tracePt t="5995" x="5441950" y="6540500"/>
          <p14:tracePt t="6011" x="5429250" y="6546850"/>
          <p14:tracePt t="6028" x="5410200" y="6553200"/>
          <p14:tracePt t="6045" x="5391150" y="6565900"/>
          <p14:tracePt t="6065" x="5378450" y="6572250"/>
          <p14:tracePt t="6078" x="5372100" y="6578600"/>
          <p14:tracePt t="6095" x="5365750" y="6578600"/>
          <p14:tracePt t="6111" x="5359400" y="6578600"/>
          <p14:tracePt t="6226" x="5359400" y="6572250"/>
          <p14:tracePt t="6353" x="5359400" y="6565900"/>
          <p14:tracePt t="6402" x="5359400" y="6559550"/>
          <p14:tracePt t="6444" x="5359400" y="6553200"/>
          <p14:tracePt t="6472" x="5365750" y="6546850"/>
          <p14:tracePt t="6492" x="5365750" y="6540500"/>
          <p14:tracePt t="6506" x="5365750" y="6534150"/>
          <p14:tracePt t="6514" x="5365750" y="6527800"/>
          <p14:tracePt t="6526" x="5365750" y="6521450"/>
          <p14:tracePt t="6543" x="5365750" y="6515100"/>
          <p14:tracePt t="6559" x="5365750" y="6508750"/>
          <p14:tracePt t="6584" x="5365750" y="6502400"/>
          <p14:tracePt t="6593" x="5365750" y="6496050"/>
          <p14:tracePt t="6613" x="5365750" y="6489700"/>
          <p14:tracePt t="6634" x="5365750" y="6483350"/>
          <p14:tracePt t="6648" x="5365750" y="6477000"/>
          <p14:tracePt t="6683" x="5365750" y="6470650"/>
          <p14:tracePt t="6732" x="5359400" y="6464300"/>
          <p14:tracePt t="6767" x="5359400" y="6457950"/>
          <p14:tracePt t="6774" x="5359400" y="6451600"/>
          <p14:tracePt t="6795" x="5359400" y="6445250"/>
          <p14:tracePt t="6823" x="5359400" y="6438900"/>
          <p14:tracePt t="6964" x="5359400" y="6432550"/>
          <p14:tracePt t="7006" x="5365750" y="6432550"/>
          <p14:tracePt t="7027" x="5372100" y="6426200"/>
          <p14:tracePt t="7033" x="5372100" y="6419850"/>
          <p14:tracePt t="7048" x="5378450" y="6413500"/>
          <p14:tracePt t="7058" x="5391150" y="6407150"/>
          <p14:tracePt t="7075" x="5403850" y="6394450"/>
          <p14:tracePt t="7091" x="5461000" y="6350000"/>
          <p14:tracePt t="7108" x="5524500" y="6267450"/>
          <p14:tracePt t="7125" x="5568950" y="6210300"/>
          <p14:tracePt t="7141" x="5619750" y="6076950"/>
          <p14:tracePt t="7158" x="5676900" y="5918200"/>
          <p14:tracePt t="7174" x="5695950" y="5746750"/>
          <p14:tracePt t="7191" x="5695950" y="5670550"/>
          <p14:tracePt t="7208" x="5695950" y="5594350"/>
          <p14:tracePt t="7224" x="5676900" y="5435600"/>
          <p14:tracePt t="7240" x="5670550" y="5391150"/>
          <p14:tracePt t="7259" x="5651500" y="5353050"/>
          <p14:tracePt t="7274" x="5651500" y="5340350"/>
          <p14:tracePt t="7290" x="5645150" y="5321300"/>
          <p14:tracePt t="7309" x="5645150" y="5314950"/>
          <p14:tracePt t="7364" x="5645150" y="5308600"/>
          <p14:tracePt t="7596" x="5645150" y="5314950"/>
          <p14:tracePt t="7610" x="5645150" y="5321300"/>
          <p14:tracePt t="7616" x="5645150" y="5327650"/>
          <p14:tracePt t="7631" x="5638800" y="5334000"/>
          <p14:tracePt t="7639" x="5638800" y="5353050"/>
          <p14:tracePt t="7657" x="5638800" y="5378450"/>
          <p14:tracePt t="7673" x="5632450" y="5461000"/>
          <p14:tracePt t="7689" x="5619750" y="5600700"/>
          <p14:tracePt t="7706" x="5600700" y="5689600"/>
          <p14:tracePt t="7722" x="5568950" y="5873750"/>
          <p14:tracePt t="7739" x="5537200" y="5962650"/>
          <p14:tracePt t="7756" x="5486400" y="6146800"/>
          <p14:tracePt t="7773" x="5416550" y="6299200"/>
          <p14:tracePt t="7789" x="5365750" y="6407150"/>
          <p14:tracePt t="7806" x="5334000" y="6451600"/>
          <p14:tracePt t="7822" x="5327650" y="6464300"/>
          <p14:tracePt t="7839" x="5321300" y="6470650"/>
          <p14:tracePt t="7856" x="5314950" y="6483350"/>
          <p14:tracePt t="7892" x="5314950" y="6489700"/>
          <p14:tracePt t="8059" x="5314950" y="6483350"/>
          <p14:tracePt t="8101" x="5321300" y="6477000"/>
          <p14:tracePt t="8157" x="5327650" y="6470650"/>
          <p14:tracePt t="8178" x="5327650" y="6464300"/>
          <p14:tracePt t="8193" x="5327650" y="6457950"/>
          <p14:tracePt t="8199" x="5334000" y="6457950"/>
          <p14:tracePt t="8207" x="5334000" y="6445250"/>
          <p14:tracePt t="8221" x="5340350" y="6432550"/>
          <p14:tracePt t="8237" x="5346700" y="6407150"/>
          <p14:tracePt t="8254" x="5372100" y="6337300"/>
          <p14:tracePt t="8271" x="5397500" y="6203950"/>
          <p14:tracePt t="8287" x="5416550" y="6127750"/>
          <p14:tracePt t="8304" x="5429250" y="5969000"/>
          <p14:tracePt t="8320" x="5429250" y="5816600"/>
          <p14:tracePt t="8337" x="5422900" y="5740400"/>
          <p14:tracePt t="8354" x="5397500" y="5607050"/>
          <p14:tracePt t="8370" x="5372100" y="5499100"/>
          <p14:tracePt t="8387" x="5353050" y="5461000"/>
          <p14:tracePt t="8404" x="5340350" y="5416550"/>
          <p14:tracePt t="8420" x="5334000" y="5397500"/>
          <p14:tracePt t="8436" x="5334000" y="5391150"/>
          <p14:tracePt t="8473" x="5334000" y="5384800"/>
          <p14:tracePt t="8691" x="5327650" y="5384800"/>
          <p14:tracePt t="9350" x="5327650" y="5397500"/>
          <p14:tracePt t="9364" x="5327650" y="5416550"/>
          <p14:tracePt t="9371" x="5327650" y="5448300"/>
          <p14:tracePt t="9387" x="5321300" y="5467350"/>
          <p14:tracePt t="9400" x="5321300" y="5499100"/>
          <p14:tracePt t="9416" x="5321300" y="5556250"/>
          <p14:tracePt t="9434" x="5321300" y="5581650"/>
          <p14:tracePt t="9450" x="5321300" y="5638800"/>
          <p14:tracePt t="9466" x="5321300" y="5708650"/>
          <p14:tracePt t="9483" x="5334000" y="5791200"/>
          <p14:tracePt t="9500" x="5334000" y="5842000"/>
          <p14:tracePt t="9516" x="5353050" y="5949950"/>
          <p14:tracePt t="9533" x="5359400" y="6051550"/>
          <p14:tracePt t="9549" x="5359400" y="6089650"/>
          <p14:tracePt t="9566" x="5359400" y="6172200"/>
          <p14:tracePt t="9583" x="5346700" y="6203950"/>
          <p14:tracePt t="9599" x="5346700" y="6216650"/>
          <p14:tracePt t="9615" x="5340350" y="6223000"/>
          <p14:tracePt t="9633" x="5295900" y="6267450"/>
          <p14:tracePt t="9649" x="5283200" y="6286500"/>
          <p14:tracePt t="9667" x="5257800" y="6311900"/>
          <p14:tracePt t="9682" x="5251450" y="6318250"/>
          <p14:tracePt t="9699" x="5232400" y="6343650"/>
          <p14:tracePt t="9703" x="5226050" y="6350000"/>
          <p14:tracePt t="9718" x="5219700" y="6356350"/>
          <p14:tracePt t="9732" x="5219700" y="6362700"/>
          <p14:tracePt t="9748" x="5213350" y="6369050"/>
          <p14:tracePt t="9766" x="5207000" y="6369050"/>
          <p14:tracePt t="9863" x="5213350" y="6369050"/>
          <p14:tracePt t="9898" x="5213350" y="6362700"/>
          <p14:tracePt t="9911" x="5219700" y="6350000"/>
          <p14:tracePt t="9925" x="5226050" y="6337300"/>
          <p14:tracePt t="9935" x="5232400" y="6305550"/>
          <p14:tracePt t="9948" x="5264150" y="6248400"/>
          <p14:tracePt t="9966" x="5283200" y="6184900"/>
          <p14:tracePt t="9982" x="5372100" y="5905500"/>
          <p14:tracePt t="9998" x="5397500" y="5816600"/>
          <p14:tracePt t="10014" x="5416550" y="5715000"/>
          <p14:tracePt t="10031" x="5448300" y="5543550"/>
          <p14:tracePt t="10047" x="5454650" y="5403850"/>
          <p14:tracePt t="10064" x="5454650" y="5353050"/>
          <p14:tracePt t="10081" x="5454650" y="5283200"/>
          <p14:tracePt t="10097" x="5454650" y="5257800"/>
          <p14:tracePt t="10114" x="5454650" y="5245100"/>
          <p14:tracePt t="10228" x="5454650" y="5251450"/>
          <p14:tracePt t="10235" x="5454650" y="5257800"/>
          <p14:tracePt t="10251" x="5454650" y="5270500"/>
          <p14:tracePt t="10263" x="5448300" y="5289550"/>
          <p14:tracePt t="10280" x="5441950" y="5321300"/>
          <p14:tracePt t="10296" x="5435600" y="5365750"/>
          <p14:tracePt t="10313" x="5397500" y="5473700"/>
          <p14:tracePt t="10330" x="5334000" y="5632450"/>
          <p14:tracePt t="10348" x="5276850" y="5816600"/>
          <p14:tracePt t="10363" x="5232400" y="5911850"/>
          <p14:tracePt t="10380" x="5162550" y="6070600"/>
          <p14:tracePt t="10397" x="5105400" y="6184900"/>
          <p14:tracePt t="10413" x="5080000" y="6229350"/>
          <p14:tracePt t="10430" x="5041900" y="6292850"/>
          <p14:tracePt t="10447" x="5010150" y="6324600"/>
          <p14:tracePt t="10463" x="5010150" y="6330950"/>
          <p14:tracePt t="10480" x="4997450" y="6343650"/>
          <p14:tracePt t="10496" x="4991100" y="6350000"/>
          <p14:tracePt t="11471" x="4997450" y="6324600"/>
          <p14:tracePt t="11485" x="5016500" y="6267450"/>
          <p14:tracePt t="11492" x="5035550" y="6210300"/>
          <p14:tracePt t="11499" x="5054600" y="6159500"/>
          <p14:tracePt t="11513" x="5073650" y="6089650"/>
          <p14:tracePt t="11525" x="5092700" y="6026150"/>
          <p14:tracePt t="11542" x="5118100" y="5905500"/>
          <p14:tracePt t="11559" x="5124450" y="5848350"/>
          <p14:tracePt t="11576" x="5124450" y="5772150"/>
          <p14:tracePt t="11592" x="5118100" y="5721350"/>
          <p14:tracePt t="11609" x="5111750" y="5702300"/>
          <p14:tracePt t="11625" x="5099050" y="5657850"/>
          <p14:tracePt t="11642" x="5073650" y="5626100"/>
          <p14:tracePt t="11660" x="5035550" y="5588000"/>
          <p14:tracePt t="11676" x="5022850" y="5575300"/>
          <p14:tracePt t="11692" x="4978400" y="5537200"/>
          <p14:tracePt t="11710" x="4940300" y="5499100"/>
          <p14:tracePt t="11725" x="4921250" y="5486400"/>
          <p14:tracePt t="11742" x="4876800" y="5467350"/>
          <p14:tracePt t="11759" x="4838700" y="5448300"/>
          <p14:tracePt t="11775" x="4813300" y="5429250"/>
          <p14:tracePt t="11792" x="4800600" y="5422900"/>
          <p14:tracePt t="11808" x="4768850" y="5410200"/>
          <p14:tracePt t="11842" x="4762500" y="5410200"/>
          <p14:tracePt t="11858" x="4756150" y="5410200"/>
          <p14:tracePt t="11878" x="4749800" y="5410200"/>
          <p14:tracePt t="11984" x="4743450" y="5410200"/>
          <p14:tracePt t="12293" x="4749800" y="5403850"/>
          <p14:tracePt t="12299" x="4756150" y="5397500"/>
          <p14:tracePt t="12314" x="4762500" y="5397500"/>
          <p14:tracePt t="12335" x="4768850" y="5391150"/>
          <p14:tracePt t="12343" x="4787900" y="5384800"/>
          <p14:tracePt t="12357" x="4806950" y="5378450"/>
          <p14:tracePt t="12373" x="4864100" y="5353050"/>
          <p14:tracePt t="12391" x="4978400" y="5308600"/>
          <p14:tracePt t="12406" x="5029200" y="5302250"/>
          <p14:tracePt t="12423" x="5073650" y="5283200"/>
          <p14:tracePt t="12440" x="5213350" y="5238750"/>
          <p14:tracePt t="12456" x="5251450" y="5232400"/>
          <p14:tracePt t="12473" x="5276850" y="5226050"/>
          <p14:tracePt t="12490" x="5302250" y="5219700"/>
          <p14:tracePt t="12505" x="5321300" y="5219700"/>
          <p14:tracePt t="12522" x="5321300" y="5213350"/>
          <p14:tracePt t="13104" x="5302250" y="5213350"/>
          <p14:tracePt t="13118" x="5251450" y="5232400"/>
          <p14:tracePt t="13125" x="5200650" y="5232400"/>
          <p14:tracePt t="13137" x="5143500" y="5232400"/>
          <p14:tracePt t="13154" x="5029200" y="5232400"/>
          <p14:tracePt t="13170" x="4978400" y="5232400"/>
          <p14:tracePt t="13187" x="4927600" y="5232400"/>
          <p14:tracePt t="13204" x="4737100" y="5232400"/>
          <p14:tracePt t="13220" x="4641850" y="5226050"/>
          <p14:tracePt t="13237" x="4514850" y="5207000"/>
          <p14:tracePt t="13253" x="4451350" y="5207000"/>
          <p14:tracePt t="13270" x="4368800" y="5200650"/>
          <p14:tracePt t="13287" x="4311650" y="5200650"/>
          <p14:tracePt t="13303" x="4292600" y="5200650"/>
          <p14:tracePt t="13320" x="4260850" y="5194300"/>
          <p14:tracePt t="13336" x="4254500" y="5194300"/>
          <p14:tracePt t="13353" x="4248150" y="5194300"/>
          <p14:tracePt t="13617" x="4254500" y="5194300"/>
          <p14:tracePt t="13666" x="4260850" y="5194300"/>
          <p14:tracePt t="13708" x="4260850" y="5187950"/>
          <p14:tracePt t="13728" x="4273550" y="5187950"/>
          <p14:tracePt t="13750" x="4286250" y="5187950"/>
          <p14:tracePt t="13757" x="4298950" y="5187950"/>
          <p14:tracePt t="13768" x="4318000" y="5181600"/>
          <p14:tracePt t="13785" x="4356100" y="5181600"/>
          <p14:tracePt t="13801" x="4476750" y="5181600"/>
          <p14:tracePt t="13818" x="4552950" y="5181600"/>
          <p14:tracePt t="13835" x="4864100" y="5181600"/>
          <p14:tracePt t="13851" x="4965700" y="5181600"/>
          <p14:tracePt t="13868" x="5067300" y="5181600"/>
          <p14:tracePt t="13884" x="5245100" y="5181600"/>
          <p14:tracePt t="13901" x="5372100" y="5181600"/>
          <p14:tracePt t="13919" x="5422900" y="5181600"/>
          <p14:tracePt t="13934" x="5441950" y="5181600"/>
          <p14:tracePt t="13950" x="5461000" y="5181600"/>
          <p14:tracePt t="13969" x="5467350" y="5181600"/>
          <p14:tracePt t="14038" x="5461000" y="5181600"/>
          <p14:tracePt t="14066" x="5454650" y="5181600"/>
          <p14:tracePt t="14109" x="5448300" y="5181600"/>
          <p14:tracePt t="14136" x="5448300" y="5187950"/>
          <p14:tracePt t="14157" x="5441950" y="5187950"/>
          <p14:tracePt t="14179" x="5435600" y="5187950"/>
          <p14:tracePt t="14185" x="5429250" y="5194300"/>
          <p14:tracePt t="14202" x="5416550" y="5194300"/>
          <p14:tracePt t="14216" x="5403850" y="5200650"/>
          <p14:tracePt t="14233" x="5372100" y="5200650"/>
          <p14:tracePt t="14250" x="5289550" y="5219700"/>
          <p14:tracePt t="14266" x="5238750" y="5226050"/>
          <p14:tracePt t="14284" x="5099050" y="5238750"/>
          <p14:tracePt t="14300" x="4940300" y="5257800"/>
          <p14:tracePt t="14316" x="4864100" y="5264150"/>
          <p14:tracePt t="14333" x="4699000" y="5276850"/>
          <p14:tracePt t="14349" x="4578350" y="5295900"/>
          <p14:tracePt t="14366" x="4527550" y="5295900"/>
          <p14:tracePt t="14382" x="4476750" y="5302250"/>
          <p14:tracePt t="14399" x="4457700" y="5302250"/>
          <p14:tracePt t="14416" x="4451350" y="5302250"/>
          <p14:tracePt t="14432" x="4445000" y="5302250"/>
          <p14:tracePt t="14523" x="4438650" y="5302250"/>
          <p14:tracePt t="14529" x="4438650" y="5308600"/>
          <p14:tracePt t="14537" x="4432300" y="5308600"/>
          <p14:tracePt t="14552" x="4425950" y="5308600"/>
          <p14:tracePt t="14565" x="4406900" y="5314950"/>
          <p14:tracePt t="14582" x="4375150" y="5334000"/>
          <p14:tracePt t="14599" x="4343400" y="5334000"/>
          <p14:tracePt t="14615" x="4260850" y="5359400"/>
          <p14:tracePt t="14632" x="4146550" y="5384800"/>
          <p14:tracePt t="14649" x="4013200" y="5403850"/>
          <p14:tracePt t="14665" x="3949700" y="5410200"/>
          <p14:tracePt t="14681" x="3841750" y="5410200"/>
          <p14:tracePt t="14699" x="3765550" y="5410200"/>
          <p14:tracePt t="14715" x="3740150" y="5403850"/>
          <p14:tracePt t="14731" x="3721100" y="5397500"/>
          <p14:tracePt t="14735" x="3708400" y="5397500"/>
          <p14:tracePt t="14748" x="3695700" y="5397500"/>
          <p14:tracePt t="14765" x="3689350" y="5397500"/>
          <p14:tracePt t="14888" x="3689350" y="5403850"/>
          <p14:tracePt t="14902" x="3695700" y="5403850"/>
          <p14:tracePt t="14908" x="3702050" y="5410200"/>
          <p14:tracePt t="14923" x="3714750" y="5410200"/>
          <p14:tracePt t="14931" x="3733800" y="5416550"/>
          <p14:tracePt t="14947" x="3771900" y="5422900"/>
          <p14:tracePt t="14964" x="3917950" y="5448300"/>
          <p14:tracePt t="14980" x="4222750" y="5486400"/>
          <p14:tracePt t="14997" x="4445000" y="5511800"/>
          <p14:tracePt t="15014" x="4978400" y="5556250"/>
          <p14:tracePt t="15030" x="5486400" y="5588000"/>
          <p14:tracePt t="15047" x="5651500" y="5600700"/>
          <p14:tracePt t="15064" x="5880100" y="5607050"/>
          <p14:tracePt t="15080" x="5943600" y="5607050"/>
          <p14:tracePt t="15097" x="6013450" y="5607050"/>
          <p14:tracePt t="15113" x="6038850" y="5607050"/>
          <p14:tracePt t="15130" x="6045200" y="5607050"/>
          <p14:tracePt t="15183" x="6051550" y="5607050"/>
          <p14:tracePt t="15442" x="6051550" y="5613400"/>
          <p14:tracePt t="15506" x="6045200" y="5613400"/>
          <p14:tracePt t="16014" x="6032500" y="5632450"/>
          <p14:tracePt t="16029" x="5988050" y="5664200"/>
          <p14:tracePt t="16034" x="5949950" y="5721350"/>
          <p14:tracePt t="16043" x="5905500" y="5772150"/>
          <p14:tracePt t="16060" x="5848350" y="5829300"/>
          <p14:tracePt t="16077" x="5753100" y="5924550"/>
          <p14:tracePt t="16093" x="5695950" y="5962650"/>
          <p14:tracePt t="16110" x="5581650" y="6051550"/>
          <p14:tracePt t="16127" x="5480050" y="6115050"/>
          <p14:tracePt t="16143" x="5441950" y="6146800"/>
          <p14:tracePt t="16160" x="5378450" y="6191250"/>
          <p14:tracePt t="16176" x="5302250" y="6229350"/>
          <p14:tracePt t="16193" x="5270500" y="6248400"/>
          <p14:tracePt t="16210" x="5207000" y="6286500"/>
          <p14:tracePt t="16227" x="5162550" y="6324600"/>
          <p14:tracePt t="16243" x="5130800" y="6350000"/>
          <p14:tracePt t="16260" x="5086350" y="6381750"/>
          <p14:tracePt t="16276" x="5041900" y="6413500"/>
          <p14:tracePt t="16293" x="5035550" y="6426200"/>
          <p14:tracePt t="16309" x="5022850" y="6438900"/>
          <p14:tracePt t="16326" x="5016500" y="6445250"/>
          <p14:tracePt t="16344" x="5010150" y="6445250"/>
          <p14:tracePt t="16428" x="5003800" y="6445250"/>
          <p14:tracePt t="16456" x="4997450" y="6445250"/>
          <p14:tracePt t="16477" x="4984750" y="6445250"/>
          <p14:tracePt t="16498" x="4972050" y="6445250"/>
          <p14:tracePt t="16505" x="4965700" y="6445250"/>
          <p14:tracePt t="16527" x="4953000" y="6438900"/>
          <p14:tracePt t="16533" x="4927600" y="6432550"/>
          <p14:tracePt t="16546" x="4908550" y="6419850"/>
          <p14:tracePt t="16558" x="4876800" y="6407150"/>
          <p14:tracePt t="16575" x="4806950" y="6381750"/>
          <p14:tracePt t="16592" x="4762500" y="6362700"/>
          <p14:tracePt t="16608" x="4686300" y="6330950"/>
          <p14:tracePt t="16625" x="4622800" y="6299200"/>
          <p14:tracePt t="16641" x="4603750" y="6292850"/>
          <p14:tracePt t="16660" x="4578350" y="6280150"/>
          <p14:tracePt t="16675" x="4559300" y="6273800"/>
          <p14:tracePt t="16691" x="4559300" y="6267450"/>
          <p14:tracePt t="16709" x="4552950" y="6267450"/>
          <p14:tracePt t="16779" x="4546600" y="6267450"/>
          <p14:tracePt t="17292" x="4540250" y="6261100"/>
          <p14:tracePt t="17298" x="4527550" y="6254750"/>
          <p14:tracePt t="17308" x="4502150" y="6248400"/>
          <p14:tracePt t="17322" x="4489450" y="6235700"/>
          <p14:tracePt t="17339" x="4476750" y="6229350"/>
          <p14:tracePt t="17356" x="4451350" y="6223000"/>
          <p14:tracePt t="17372" x="4432300" y="6210300"/>
          <p14:tracePt t="17390" x="4425950" y="6210300"/>
          <p14:tracePt t="17678" x="4470400" y="6210300"/>
          <p14:tracePt t="17692" x="4546600" y="6210300"/>
          <p14:tracePt t="17698" x="4635500" y="6203950"/>
          <p14:tracePt t="17713" x="4724400" y="6203950"/>
          <p14:tracePt t="17721" x="4813300" y="6203950"/>
          <p14:tracePt t="17738" x="4902200" y="6191250"/>
          <p14:tracePt t="17755" x="5016500" y="6191250"/>
          <p14:tracePt t="17771" x="5080000" y="6191250"/>
          <p14:tracePt t="17788" x="5099050" y="6191250"/>
          <p14:tracePt t="17804" x="5118100" y="6191250"/>
          <p14:tracePt t="18572" x="5118100" y="6203950"/>
          <p14:tracePt t="18579" x="5118100" y="6216650"/>
          <p14:tracePt t="18594" x="5111750" y="6229350"/>
          <p14:tracePt t="18602" x="5105400" y="6242050"/>
          <p14:tracePt t="18618" x="5086350" y="6254750"/>
          <p14:tracePt t="18636" x="5073650" y="6280150"/>
          <p14:tracePt t="18651" x="5041900" y="6299200"/>
          <p14:tracePt t="18668" x="5029200" y="6311900"/>
          <p14:tracePt t="18685" x="5022850" y="6324600"/>
          <p14:tracePt t="18701" x="5016500" y="6330950"/>
          <p14:tracePt t="18718" x="4997450" y="6350000"/>
          <p14:tracePt t="18735" x="4978400" y="6356350"/>
          <p14:tracePt t="18751" x="4965700" y="6362700"/>
          <p14:tracePt t="18754" x="4953000" y="6369050"/>
          <p14:tracePt t="18767" x="4946650" y="6375400"/>
          <p14:tracePt t="18784" x="4921250" y="6388100"/>
          <p14:tracePt t="18800" x="4921250" y="6394450"/>
          <p14:tracePt t="18818" x="4902200" y="6394450"/>
          <p14:tracePt t="18833" x="4895850" y="6400800"/>
          <p14:tracePt t="18868" x="4889500" y="6400800"/>
          <p14:tracePt t="18884" x="4883150" y="6400800"/>
          <p14:tracePt t="18918" x="4876800" y="6400800"/>
          <p14:tracePt t="18931" x="4870450" y="6400800"/>
          <p14:tracePt t="18952" x="4864100" y="6400800"/>
          <p14:tracePt t="18966" x="4857750" y="6400800"/>
          <p14:tracePt t="18973" x="4851400" y="6400800"/>
          <p14:tracePt t="18987" x="4838700" y="6400800"/>
          <p14:tracePt t="19000" x="4826000" y="6394450"/>
          <p14:tracePt t="19017" x="4794250" y="6394450"/>
          <p14:tracePt t="19033" x="4775200" y="6394450"/>
          <p14:tracePt t="19050" x="4743450" y="6388100"/>
          <p14:tracePt t="19066" x="4699000" y="6381750"/>
          <p14:tracePt t="19083" x="4673600" y="6381750"/>
          <p14:tracePt t="19100" x="4629150" y="6381750"/>
          <p14:tracePt t="19116" x="4584700" y="6381750"/>
          <p14:tracePt t="19133" x="4559300" y="6381750"/>
          <p14:tracePt t="19149" x="4514850" y="6381750"/>
          <p14:tracePt t="19166" x="4483100" y="6381750"/>
          <p14:tracePt t="19184" x="4464050" y="6381750"/>
          <p14:tracePt t="19199" x="4451350" y="6375400"/>
          <p14:tracePt t="19216" x="4445000" y="6356350"/>
          <p14:tracePt t="19233" x="4445000" y="6337300"/>
          <p14:tracePt t="23448" x="4451350" y="6324600"/>
          <p14:tracePt t="23455" x="4457700" y="6305550"/>
          <p14:tracePt t="23471" x="4464050" y="6286500"/>
          <p14:tracePt t="23484" x="4470400" y="6280150"/>
          <p14:tracePt t="23501" x="4476750" y="6267450"/>
          <p14:tracePt t="23518" x="4476750" y="6261100"/>
          <p14:tracePt t="23539" x="4483100" y="6261100"/>
          <p14:tracePt t="23806" x="4489450" y="6261100"/>
          <p14:tracePt t="23820" x="4495800" y="6267450"/>
          <p14:tracePt t="23827" x="4495800" y="6273800"/>
          <p14:tracePt t="23841" x="4508500" y="6273800"/>
          <p14:tracePt t="23850" x="4508500" y="6280150"/>
          <p14:tracePt t="23870" x="4521200" y="6280150"/>
          <p14:tracePt t="23883" x="4527550" y="6280150"/>
          <p14:tracePt t="24714" x="4521200" y="6280150"/>
          <p14:tracePt t="24721" x="4502150" y="6280150"/>
          <p14:tracePt t="24730" x="4483100" y="6292850"/>
          <p14:tracePt t="24746" x="4470400" y="6299200"/>
          <p14:tracePt t="24763" x="4425950" y="6305550"/>
          <p14:tracePt t="24780" x="4400550" y="6311900"/>
          <p14:tracePt t="24797" x="4349750" y="6324600"/>
          <p14:tracePt t="24800" x="4318000" y="6330950"/>
          <p14:tracePt t="24813" x="4279900" y="6343650"/>
          <p14:tracePt t="24830" x="4248150" y="6343650"/>
          <p14:tracePt t="24847" x="4171950" y="6350000"/>
          <p14:tracePt t="24863" x="4076700" y="6350000"/>
          <p14:tracePt t="24880" x="4025900" y="6356350"/>
          <p14:tracePt t="24896" x="3911600" y="6356350"/>
          <p14:tracePt t="24913" x="3816350" y="6356350"/>
          <p14:tracePt t="24930" x="3778250" y="6356350"/>
          <p14:tracePt t="24946" x="3708400" y="6356350"/>
          <p14:tracePt t="24963" x="3651250" y="6356350"/>
          <p14:tracePt t="24981" x="3594100" y="6356350"/>
          <p14:tracePt t="24995" x="3568700" y="6356350"/>
          <p14:tracePt t="25013" x="3498850" y="6356350"/>
          <p14:tracePt t="25030" x="3441700" y="6350000"/>
          <p14:tracePt t="25046" x="3416300" y="6350000"/>
          <p14:tracePt t="25063" x="3384550" y="6350000"/>
          <p14:tracePt t="25079" x="3263900" y="6330950"/>
          <p14:tracePt t="25096" x="3225800" y="6330950"/>
          <p14:tracePt t="25113" x="3136900" y="6330950"/>
          <p14:tracePt t="25129" x="3041650" y="6324600"/>
          <p14:tracePt t="25145" x="3003550" y="6324600"/>
          <p14:tracePt t="25163" x="2952750" y="6318250"/>
          <p14:tracePt t="25179" x="2933700" y="6311900"/>
          <p14:tracePt t="25195" x="2940050" y="6305550"/>
          <p14:tracePt t="25784" x="2933700" y="6305550"/>
          <p14:tracePt t="25791" x="2908300" y="6305550"/>
          <p14:tracePt t="25805" x="2876550" y="6305550"/>
          <p14:tracePt t="25813" x="2851150" y="6305550"/>
          <p14:tracePt t="25826" x="2819400" y="6305550"/>
          <p14:tracePt t="25843" x="2762250" y="6305550"/>
          <p14:tracePt t="25860" x="2705100" y="6305550"/>
          <p14:tracePt t="25876" x="2679700" y="6305550"/>
          <p14:tracePt t="25893" x="2628900" y="6305550"/>
          <p14:tracePt t="25910" x="2609850" y="6305550"/>
          <p14:tracePt t="25926" x="2584450" y="6305550"/>
          <p14:tracePt t="25943" x="2571750" y="6305550"/>
          <p14:tracePt t="25959" x="2552700" y="6305550"/>
          <p14:tracePt t="25976" x="2546350" y="6305550"/>
          <p14:tracePt t="25992" x="2540000" y="6305550"/>
          <p14:tracePt t="26009" x="2527300" y="6305550"/>
          <p14:tracePt t="26026" x="2514600" y="6305550"/>
          <p14:tracePt t="26043" x="2501900" y="6305550"/>
          <p14:tracePt t="26059" x="2495550" y="6305550"/>
          <p14:tracePt t="26075" x="2482850" y="6305550"/>
          <p14:tracePt t="26093" x="2470150" y="6305550"/>
          <p14:tracePt t="26125" x="2463800" y="6305550"/>
          <p14:tracePt t="26156" x="2457450" y="6305550"/>
          <p14:tracePt t="26184" x="2451100" y="6299200"/>
          <p14:tracePt t="26212" x="2444750" y="6299200"/>
          <p14:tracePt t="26233" x="2438400" y="6299200"/>
          <p14:tracePt t="26268" x="2432050" y="6292850"/>
          <p14:tracePt t="26296" x="2425700" y="6292850"/>
          <p14:tracePt t="26303" x="2419350" y="6292850"/>
          <p14:tracePt t="26326" x="2413000" y="6292850"/>
          <p14:tracePt t="26339" x="2406650" y="6292850"/>
          <p14:tracePt t="26345" x="2400300" y="6292850"/>
          <p14:tracePt t="26367" x="2393950" y="6286500"/>
          <p14:tracePt t="26388" x="2387600" y="6286500"/>
          <p14:tracePt t="26394" x="2381250" y="6280150"/>
          <p14:tracePt t="26411" x="2368550" y="6280150"/>
          <p14:tracePt t="26424" x="2343150" y="6273800"/>
          <p14:tracePt t="26441" x="2324100" y="6267450"/>
          <p14:tracePt t="26458" x="2292350" y="6261100"/>
          <p14:tracePt t="26474" x="2247900" y="6242050"/>
          <p14:tracePt t="26491" x="2235200" y="6235700"/>
          <p14:tracePt t="26508" x="2203450" y="6223000"/>
          <p14:tracePt t="26524" x="2190750" y="6223000"/>
          <p14:tracePt t="26540" x="2171700" y="6210300"/>
          <p14:tracePt t="26557" x="2159000" y="6210300"/>
          <p14:tracePt t="26574" x="2152650" y="6210300"/>
          <p14:tracePt t="26675" x="2146300" y="6210300"/>
          <p14:tracePt t="26795" x="2139950" y="6210300"/>
          <p14:tracePt t="26809" x="2133600" y="6210300"/>
          <p14:tracePt t="26816" x="2120900" y="6210300"/>
          <p14:tracePt t="26830" x="2114550" y="6210300"/>
          <p14:tracePt t="26839" x="2108200" y="6216650"/>
          <p14:tracePt t="26858" x="2095500" y="6216650"/>
          <p14:tracePt t="26873" x="2076450" y="6216650"/>
          <p14:tracePt t="26889" x="2051050" y="6223000"/>
          <p14:tracePt t="26907" x="2019300" y="6223000"/>
          <p14:tracePt t="26923" x="2006600" y="6223000"/>
          <p14:tracePt t="26939" x="1981200" y="6223000"/>
          <p14:tracePt t="26956" x="1968500" y="6223000"/>
          <p14:tracePt t="26972" x="1962150" y="6223000"/>
          <p14:tracePt t="26989" x="1955800" y="6223000"/>
          <p14:tracePt t="27076" x="1949450" y="6223000"/>
          <p14:tracePt t="27124" x="1949450" y="6229350"/>
          <p14:tracePt t="27181" x="1949450" y="6235700"/>
          <p14:tracePt t="27216" x="1943100" y="6235700"/>
          <p14:tracePt t="27265" x="1936750" y="6235700"/>
          <p14:tracePt t="27321" x="1930400" y="6242050"/>
          <p14:tracePt t="27377" x="1924050" y="6242050"/>
          <p14:tracePt t="27476" x="1924050" y="6248400"/>
          <p14:tracePt t="28803" x="1936750" y="6248400"/>
          <p14:tracePt t="28810" x="1949450" y="6254750"/>
          <p14:tracePt t="28824" x="1968500" y="6254750"/>
          <p14:tracePt t="28833" x="1987550" y="6254750"/>
          <p14:tracePt t="28849" x="2019300" y="6267450"/>
          <p14:tracePt t="28866" x="2070100" y="6280150"/>
          <p14:tracePt t="28882" x="2101850" y="6286500"/>
          <p14:tracePt t="28899" x="2120900" y="6286500"/>
          <p14:tracePt t="28916" x="2139950" y="6292850"/>
          <p14:tracePt t="28932" x="2146300" y="6292850"/>
          <p14:tracePt t="28950" x="2152650" y="6292850"/>
          <p14:tracePt t="28993" x="2159000" y="6299200"/>
          <p14:tracePt t="29976" x="2165350" y="6299200"/>
          <p14:tracePt t="30074" x="2171700" y="6299200"/>
          <p14:tracePt t="30208" x="2178050" y="6299200"/>
          <p14:tracePt t="30285" x="2184400" y="6299200"/>
          <p14:tracePt t="30299" x="2190750" y="6292850"/>
          <p14:tracePt t="30306" x="2203450" y="6292850"/>
          <p14:tracePt t="30320" x="2209800" y="6292850"/>
          <p14:tracePt t="30331" x="2216150" y="6292850"/>
          <p14:tracePt t="30344" x="2228850" y="6292850"/>
          <p14:tracePt t="30362" x="2292350" y="6292850"/>
          <p14:tracePt t="30377" x="2355850" y="6292850"/>
          <p14:tracePt t="30394" x="2393950" y="6292850"/>
          <p14:tracePt t="30412" x="2489200" y="6292850"/>
          <p14:tracePt t="30427" x="2565400" y="6292850"/>
          <p14:tracePt t="30444" x="2616200" y="6292850"/>
          <p14:tracePt t="30460" x="2711450" y="6292850"/>
          <p14:tracePt t="30477" x="2749550" y="6292850"/>
          <p14:tracePt t="30494" x="2832100" y="6273800"/>
          <p14:tracePt t="30510" x="2914650" y="6267450"/>
          <p14:tracePt t="30527" x="2946400" y="6261100"/>
          <p14:tracePt t="30543" x="3003550" y="6261100"/>
          <p14:tracePt t="30560" x="3041650" y="6261100"/>
          <p14:tracePt t="30577" x="3060700" y="6261100"/>
          <p14:tracePt t="30594" x="3092450" y="6261100"/>
          <p14:tracePt t="30610" x="3130550" y="6267450"/>
          <p14:tracePt t="30626" x="3143250" y="6273800"/>
          <p14:tracePt t="30643" x="3175000" y="6280150"/>
          <p14:tracePt t="30660" x="3200400" y="6280150"/>
          <p14:tracePt t="30676" x="3213100" y="6280150"/>
          <p14:tracePt t="30693" x="3232150" y="6280150"/>
          <p14:tracePt t="30709" x="3238500" y="6280150"/>
          <p14:tracePt t="30741" x="3244850" y="6280150"/>
          <p14:tracePt t="30797" x="3251200" y="6280150"/>
          <p14:tracePt t="30804" x="3257550" y="6280150"/>
          <p14:tracePt t="31383" x="3270250" y="6280150"/>
          <p14:tracePt t="31391" x="3295650" y="6280150"/>
          <p14:tracePt t="31404" x="3314700" y="6280150"/>
          <p14:tracePt t="31411" x="3359150" y="6273800"/>
          <p14:tracePt t="31423" x="3397250" y="6273800"/>
          <p14:tracePt t="31440" x="3486150" y="6267450"/>
          <p14:tracePt t="31457" x="3536950" y="6267450"/>
          <p14:tracePt t="31474" x="3632200" y="6267450"/>
          <p14:tracePt t="31490" x="3721100" y="6267450"/>
          <p14:tracePt t="31507" x="3752850" y="6267450"/>
          <p14:tracePt t="31524" x="3854450" y="6273800"/>
          <p14:tracePt t="31540" x="3905250" y="6273800"/>
          <p14:tracePt t="31557" x="4038600" y="6305550"/>
          <p14:tracePt t="31573" x="4171950" y="6343650"/>
          <p14:tracePt t="31590" x="4229100" y="6350000"/>
          <p14:tracePt t="31606" x="4337050" y="6388100"/>
          <p14:tracePt t="31623" x="4406900" y="6400800"/>
          <p14:tracePt t="31640" x="4445000" y="6400800"/>
          <p14:tracePt t="31657" x="4495800" y="6400800"/>
          <p14:tracePt t="31673" x="4546600" y="6400800"/>
          <p14:tracePt t="31689" x="4578350" y="6394450"/>
          <p14:tracePt t="31706" x="4635500" y="6388100"/>
          <p14:tracePt t="31723" x="4692650" y="6381750"/>
          <p14:tracePt t="31739" x="4718050" y="6375400"/>
          <p14:tracePt t="31756" x="4768850" y="6356350"/>
          <p14:tracePt t="31772" x="4819650" y="6350000"/>
          <p14:tracePt t="31790" x="4864100" y="6337300"/>
          <p14:tracePt t="31805" x="4876800" y="6337300"/>
          <p14:tracePt t="31822" x="4889500" y="6330950"/>
          <p14:tracePt t="31840" x="4927600" y="6324600"/>
          <p14:tracePt t="31856" x="4933950" y="6324600"/>
          <p14:tracePt t="31860" x="4946650" y="6324600"/>
          <p14:tracePt t="31876" x="4972050" y="6324600"/>
          <p14:tracePt t="31889" x="4991100" y="6324600"/>
          <p14:tracePt t="31905" x="5048250" y="6324600"/>
          <p14:tracePt t="31922" x="5092700" y="6324600"/>
          <p14:tracePt t="31939" x="5194300" y="6324600"/>
          <p14:tracePt t="31955" x="5321300" y="6324600"/>
          <p14:tracePt t="31973" x="5473700" y="6337300"/>
          <p14:tracePt t="31988" x="5568950" y="6343650"/>
          <p14:tracePt t="32005" x="5746750" y="6356350"/>
          <p14:tracePt t="32022" x="5937250" y="6388100"/>
          <p14:tracePt t="32038" x="6019800" y="6394450"/>
          <p14:tracePt t="32055" x="6140450" y="6432550"/>
          <p14:tracePt t="32072" x="6178550" y="6438900"/>
          <p14:tracePt t="32088" x="6191250" y="6445250"/>
          <p14:tracePt t="32202" x="6184900" y="6445250"/>
          <p14:tracePt t="32209" x="6178550" y="6445250"/>
          <p14:tracePt t="32221" x="6165850" y="6445250"/>
          <p14:tracePt t="32238" x="6127750" y="6445250"/>
          <p14:tracePt t="32254" x="6096000" y="6445250"/>
          <p14:tracePt t="32271" x="6038850" y="6445250"/>
          <p14:tracePt t="32287" x="5924550" y="6445250"/>
          <p14:tracePt t="32304" x="5861050" y="6445250"/>
          <p14:tracePt t="32321" x="5727700" y="6438900"/>
          <p14:tracePt t="32337" x="5651500" y="6438900"/>
          <p14:tracePt t="32354" x="5486400" y="6426200"/>
          <p14:tracePt t="32371" x="5283200" y="6432550"/>
          <p14:tracePt t="32387" x="5168900" y="6432550"/>
          <p14:tracePt t="32404" x="4978400" y="6451600"/>
          <p14:tracePt t="32420" x="4813300" y="6470650"/>
          <p14:tracePt t="32437" x="4730750" y="6483350"/>
          <p14:tracePt t="32454" x="4616450" y="6502400"/>
          <p14:tracePt t="32470" x="4495800" y="6515100"/>
          <p14:tracePt t="32487" x="4438650" y="6527800"/>
          <p14:tracePt t="32504" x="4375150" y="6534150"/>
          <p14:tracePt t="32520" x="4330700" y="6540500"/>
          <p14:tracePt t="32537" x="4318000" y="6546850"/>
          <p14:tracePt t="32553" x="4298950" y="6553200"/>
          <p14:tracePt t="32570" x="4292600" y="6553200"/>
          <p14:tracePt t="32586" x="4286250" y="6553200"/>
          <p14:tracePt t="32658" x="4273550" y="6553200"/>
          <p14:tracePt t="32672" x="4267200" y="6553200"/>
          <p14:tracePt t="32679" x="4260850" y="6553200"/>
          <p14:tracePt t="32689" x="4254500" y="6553200"/>
          <p14:tracePt t="32702" x="4248150" y="6553200"/>
          <p14:tracePt t="32723" x="4241800" y="6553200"/>
          <p14:tracePt t="32757" x="4235450" y="6553200"/>
          <p14:tracePt t="33101" x="4229100" y="6559550"/>
          <p14:tracePt t="33122" x="4222750" y="6559550"/>
          <p14:tracePt t="33136" x="4216400" y="6565900"/>
          <p14:tracePt t="33142" x="4210050" y="6565900"/>
          <p14:tracePt t="33151" x="4210050" y="6572250"/>
          <p14:tracePt t="33168" x="4203700" y="6572250"/>
          <p14:tracePt t="33185" x="4191000" y="6584950"/>
          <p14:tracePt t="33201" x="4178300" y="6591300"/>
          <p14:tracePt t="33218" x="4159250" y="6604000"/>
          <p14:tracePt t="33234" x="4140200" y="6616700"/>
          <p14:tracePt t="33251" x="4133850" y="6623050"/>
          <p14:tracePt t="33267" x="4121150" y="6623050"/>
          <p14:tracePt t="33284" x="4114800" y="6623050"/>
          <p14:tracePt t="33300" x="4114800" y="6629400"/>
          <p14:tracePt t="33346" x="4108450" y="6629400"/>
          <p14:tracePt t="33677" x="4114800" y="6629400"/>
          <p14:tracePt t="33704" x="4121150" y="6629400"/>
          <p14:tracePt t="33712" x="4127500" y="6629400"/>
          <p14:tracePt t="33726" x="4133850" y="6616700"/>
          <p14:tracePt t="33735" x="4146550" y="6610350"/>
          <p14:tracePt t="33749" x="4159250" y="6597650"/>
          <p14:tracePt t="33766" x="4178300" y="6578600"/>
          <p14:tracePt t="33782" x="4254500" y="6521450"/>
          <p14:tracePt t="33799" x="4273550" y="6496050"/>
          <p14:tracePt t="33815" x="4298950" y="6483350"/>
          <p14:tracePt t="33832" x="4324350" y="6464300"/>
          <p14:tracePt t="33849" x="4337050" y="6451600"/>
          <p14:tracePt t="33852" x="4337050" y="6445250"/>
          <p14:tracePt t="33908" x="4343400" y="6445250"/>
          <p14:tracePt t="34385" x="4337050" y="6445250"/>
          <p14:tracePt t="34407" x="4330700" y="6445250"/>
          <p14:tracePt t="34415" x="4324350" y="6445250"/>
          <p14:tracePt t="34428" x="4318000" y="6438900"/>
          <p14:tracePt t="34435" x="4311650" y="6438900"/>
          <p14:tracePt t="34450" x="4305300" y="6432550"/>
          <p14:tracePt t="34463" x="4292600" y="6426200"/>
          <p14:tracePt t="34480" x="4279900" y="6419850"/>
          <p14:tracePt t="34496" x="4267200" y="6407150"/>
          <p14:tracePt t="35002" x="4254500" y="6407150"/>
          <p14:tracePt t="35009" x="4241800" y="6407150"/>
          <p14:tracePt t="35016" x="4222750" y="6407150"/>
          <p14:tracePt t="35031" x="4197350" y="6407150"/>
          <p14:tracePt t="35045" x="4178300" y="6407150"/>
          <p14:tracePt t="35061" x="4133850" y="6407150"/>
          <p14:tracePt t="35078" x="4102100" y="6407150"/>
          <p14:tracePt t="35094" x="4044950" y="6407150"/>
          <p14:tracePt t="35111" x="3994150" y="6407150"/>
          <p14:tracePt t="35128" x="3956050" y="6407150"/>
          <p14:tracePt t="35144" x="3943350" y="6407150"/>
          <p14:tracePt t="35161" x="3917950" y="6407150"/>
          <p14:tracePt t="35178" x="3911600" y="6407150"/>
          <p14:tracePt t="35211" x="3905250" y="6407150"/>
          <p14:tracePt t="35564" x="3917950" y="6407150"/>
          <p14:tracePt t="35570" x="3930650" y="6407150"/>
          <p14:tracePt t="35579" x="3943350" y="6407150"/>
          <p14:tracePt t="35593" x="3975100" y="6407150"/>
          <p14:tracePt t="35609" x="4013200" y="6407150"/>
          <p14:tracePt t="35626" x="4114800" y="6407150"/>
          <p14:tracePt t="35642" x="4254500" y="6407150"/>
          <p14:tracePt t="35659" x="4330700" y="6407150"/>
          <p14:tracePt t="35676" x="4508500" y="6407150"/>
          <p14:tracePt t="35692" x="4686300" y="6407150"/>
          <p14:tracePt t="35709" x="4762500" y="6407150"/>
          <p14:tracePt t="35726" x="4876800" y="6407150"/>
          <p14:tracePt t="35742" x="4946650" y="6407150"/>
          <p14:tracePt t="35760" x="4978400" y="6407150"/>
          <p14:tracePt t="35775" x="4984750" y="6407150"/>
          <p14:tracePt t="35792" x="4991100" y="6407150"/>
          <p14:tracePt t="36055" x="5010150" y="6407150"/>
          <p14:tracePt t="36062" x="5022850" y="6407150"/>
          <p14:tracePt t="36074" x="5060950" y="6407150"/>
          <p14:tracePt t="36091" x="5162550" y="6407150"/>
          <p14:tracePt t="36108" x="5226050" y="6407150"/>
          <p14:tracePt t="36125" x="5403850" y="6407150"/>
          <p14:tracePt t="36141" x="5594350" y="6407150"/>
          <p14:tracePt t="36157" x="5695950" y="6407150"/>
          <p14:tracePt t="36175" x="5861050" y="6407150"/>
          <p14:tracePt t="36191" x="5937250" y="6407150"/>
          <p14:tracePt t="36207" x="6051550" y="6407150"/>
          <p14:tracePt t="36224" x="6159500" y="6407150"/>
          <p14:tracePt t="36240" x="6197600" y="6407150"/>
          <p14:tracePt t="36257" x="6242050" y="6407150"/>
          <p14:tracePt t="36274" x="6267450" y="6407150"/>
          <p14:tracePt t="36290" x="6273800" y="6407150"/>
          <p14:tracePt t="36308" x="6286500" y="6407150"/>
          <p14:tracePt t="36324" x="6292850" y="6407150"/>
          <p14:tracePt t="36603" x="6286500" y="6407150"/>
          <p14:tracePt t="36617" x="6280150" y="6407150"/>
          <p14:tracePt t="36631" x="6267450" y="6407150"/>
          <p14:tracePt t="36645" x="6254750" y="6407150"/>
          <p14:tracePt t="36655" x="6242050" y="6407150"/>
          <p14:tracePt t="36673" x="6197600" y="6413500"/>
          <p14:tracePt t="36689" x="6140450" y="6413500"/>
          <p14:tracePt t="36705" x="6013450" y="6432550"/>
          <p14:tracePt t="36723" x="5842000" y="6438900"/>
          <p14:tracePt t="36739" x="5753100" y="6457950"/>
          <p14:tracePt t="36758" x="5562600" y="6489700"/>
          <p14:tracePt t="36772" x="5340350" y="6521450"/>
          <p14:tracePt t="36790" x="5238750" y="6540500"/>
          <p14:tracePt t="36806" x="5137150" y="6565900"/>
          <p14:tracePt t="36822" x="4940300" y="6591300"/>
          <p14:tracePt t="36839" x="4775200" y="6623050"/>
          <p14:tracePt t="36857" x="4654550" y="6629400"/>
          <p14:tracePt t="36872" x="4591050" y="6629400"/>
          <p14:tracePt t="36888" x="4502150" y="6629400"/>
          <p14:tracePt t="36906" x="4400550" y="6629400"/>
          <p14:tracePt t="36921" x="4356100" y="6629400"/>
          <p14:tracePt t="36938" x="4286250" y="6623050"/>
          <p14:tracePt t="36955" x="4248150" y="6623050"/>
          <p14:tracePt t="36971" x="4235450" y="6623050"/>
          <p14:tracePt t="36988" x="4210050" y="6623050"/>
          <p14:tracePt t="37004" x="4184650" y="6623050"/>
          <p14:tracePt t="37021" x="4178300" y="6623050"/>
          <p14:tracePt t="37054" x="4159250" y="6629400"/>
          <p14:tracePt t="37072" x="4152900" y="6629400"/>
          <p14:tracePt t="37104" x="4146550" y="6635750"/>
          <p14:tracePt t="37124" x="4140200" y="6635750"/>
          <p14:tracePt t="37326" x="4140200" y="6642100"/>
          <p14:tracePt t="37347" x="4133850" y="6642100"/>
          <p14:tracePt t="37355" x="4127500" y="6642100"/>
          <p14:tracePt t="37368" x="4121150" y="6642100"/>
          <p14:tracePt t="37375" x="4121150" y="6648450"/>
          <p14:tracePt t="37390" x="4108450" y="6648450"/>
          <p14:tracePt t="37403" x="4102100" y="6654800"/>
          <p14:tracePt t="37419" x="4095750" y="6654800"/>
          <p14:tracePt t="37436" x="4095750" y="6661150"/>
          <p14:tracePt t="37453" x="4083050" y="6661150"/>
          <p14:tracePt t="37469" x="4076700" y="6661150"/>
          <p14:tracePt t="37487" x="4070350" y="6661150"/>
          <p14:tracePt t="37503" x="4064000" y="6661150"/>
          <p14:tracePt t="37519" x="4064000" y="6667500"/>
          <p14:tracePt t="37544" x="4057650" y="6667500"/>
          <p14:tracePt t="37565" x="4051300" y="6667500"/>
          <p14:tracePt t="37600" x="4044950" y="6667500"/>
          <p14:tracePt t="37614" x="4038600" y="6667500"/>
          <p14:tracePt t="37636" x="4032250" y="6667500"/>
          <p14:tracePt t="37656" x="4025900" y="6667500"/>
          <p14:tracePt t="37684" x="4025900" y="6673850"/>
          <p14:tracePt t="37719" x="4019550" y="6673850"/>
          <p14:tracePt t="38398" x="4000500" y="6673850"/>
          <p14:tracePt t="38411" x="3968750" y="6667500"/>
          <p14:tracePt t="38420" x="3943350" y="6661150"/>
          <p14:tracePt t="38436" x="3911600" y="6654800"/>
          <p14:tracePt t="38449" x="3867150" y="6648450"/>
          <p14:tracePt t="38466" x="3848100" y="6642100"/>
          <p14:tracePt t="38483" x="3822700" y="6642100"/>
          <p14:tracePt t="38499" x="3810000" y="6642100"/>
          <p14:tracePt t="38517" x="3765550" y="6654800"/>
          <p14:tracePt t="38533" x="3752850" y="6661150"/>
          <p14:tracePt t="38549" x="3740150" y="6661150"/>
          <p14:tracePt t="38566" x="3721100" y="6667500"/>
          <p14:tracePt t="38582" x="3714750" y="6667500"/>
          <p14:tracePt t="38616" x="3702050" y="6680200"/>
          <p14:tracePt t="38632" x="3695700" y="6680200"/>
          <p14:tracePt t="38665" x="3695700" y="6686550"/>
          <p14:tracePt t="38714" x="3695700" y="6692900"/>
          <p14:tracePt t="38728" x="3702050" y="6692900"/>
          <p14:tracePt t="38750" x="3708400" y="6692900"/>
          <p14:tracePt t="38784" x="3714750" y="6692900"/>
          <p14:tracePt t="38791" x="3727450" y="6692900"/>
          <p14:tracePt t="38799" x="3733800" y="6692900"/>
          <p14:tracePt t="38815" x="3752850" y="6692900"/>
          <p14:tracePt t="38832" x="3771900" y="6692900"/>
          <p14:tracePt t="38848" x="3822700" y="6692900"/>
          <p14:tracePt t="38865" x="3886200" y="6692900"/>
          <p14:tracePt t="38882" x="3937000" y="6692900"/>
          <p14:tracePt t="38898" x="3956050" y="6692900"/>
          <p14:tracePt t="38914" x="3981450" y="6692900"/>
          <p14:tracePt t="38931" x="4000500" y="6686550"/>
          <p14:tracePt t="38948" x="4006850" y="6680200"/>
          <p14:tracePt t="38964" x="4006850" y="6673850"/>
          <p14:tracePt t="38981" x="4006850" y="6661150"/>
          <p14:tracePt t="38998" x="3994150" y="6661150"/>
          <p14:tracePt t="39015" x="3968750" y="6642100"/>
          <p14:tracePt t="39031" x="3924300" y="6623050"/>
          <p14:tracePt t="39047" x="3905250" y="6616700"/>
          <p14:tracePt t="39065" x="3848100" y="6597650"/>
          <p14:tracePt t="39080" x="3784600" y="6591300"/>
          <p14:tracePt t="39097" x="3765550" y="6584950"/>
          <p14:tracePt t="39114" x="3740150" y="6584950"/>
          <p14:tracePt t="39130" x="3733800" y="6584950"/>
          <p14:tracePt t="39147" x="3721100" y="6591300"/>
          <p14:tracePt t="39164" x="3721100" y="6604000"/>
          <p14:tracePt t="39180" x="3721100" y="6610350"/>
          <p14:tracePt t="39197" x="3733800" y="6642100"/>
          <p14:tracePt t="39213" x="3752850" y="6661150"/>
          <p14:tracePt t="39230" x="3759200" y="6667500"/>
          <p14:tracePt t="39247" x="3765550" y="6673850"/>
          <p14:tracePt t="39263" x="3771900" y="6680200"/>
          <p14:tracePt t="39296" x="3778250" y="6680200"/>
          <p14:tracePt t="39313" x="3784600" y="6680200"/>
          <p14:tracePt t="39333" x="3790950" y="6673850"/>
          <p14:tracePt t="39352" x="3797300" y="6667500"/>
          <p14:tracePt t="39381" x="3797300" y="6661150"/>
          <p14:tracePt t="39387" x="3797300" y="6654800"/>
          <p14:tracePt t="39409" x="3803650" y="6648450"/>
          <p14:tracePt t="39431" x="3803650" y="6642100"/>
          <p14:tracePt t="39444" x="3803650" y="6635750"/>
          <p14:tracePt t="39500" x="3803650" y="6629400"/>
          <p14:tracePt t="39514" x="3797300" y="6629400"/>
          <p14:tracePt t="39521" x="3790950" y="6629400"/>
          <p14:tracePt t="39535" x="3784600" y="6629400"/>
          <p14:tracePt t="39546" x="3771900" y="6629400"/>
          <p14:tracePt t="39563" x="3752850" y="6629400"/>
          <p14:tracePt t="39579" x="3733800" y="6635750"/>
          <p14:tracePt t="39595" x="3708400" y="6648450"/>
          <p14:tracePt t="39612" x="3676650" y="6661150"/>
          <p14:tracePt t="39629" x="3670300" y="6667500"/>
          <p14:tracePt t="39645" x="3663950" y="6673850"/>
          <p14:tracePt t="39662" x="3663950" y="6686550"/>
          <p14:tracePt t="39679" x="3676650" y="6692900"/>
          <p14:tracePt t="39697" x="3708400" y="6711950"/>
          <p14:tracePt t="39712" x="3771900" y="6724650"/>
          <p14:tracePt t="39729" x="3797300" y="6724650"/>
          <p14:tracePt t="39745" x="3854450" y="6724650"/>
          <p14:tracePt t="39761" x="3873500" y="6718300"/>
          <p14:tracePt t="39778" x="3924300" y="6699250"/>
          <p14:tracePt t="39795" x="3956050" y="6667500"/>
          <p14:tracePt t="39812" x="3962400" y="6623050"/>
          <p14:tracePt t="39829" x="3956050" y="6604000"/>
          <p14:tracePt t="39845" x="3930650" y="6553200"/>
          <p14:tracePt t="39861" x="3911600" y="6527800"/>
          <p14:tracePt t="39878" x="3873500" y="6502400"/>
          <p14:tracePt t="39894" x="3835400" y="6496050"/>
          <p14:tracePt t="39911" x="3803650" y="6496050"/>
          <p14:tracePt t="39915" x="3771900" y="6502400"/>
          <p14:tracePt t="39928" x="3759200" y="6508750"/>
          <p14:tracePt t="39944" x="3708400" y="6546850"/>
          <p14:tracePt t="39962" x="3689350" y="6572250"/>
          <p14:tracePt t="39978" x="3657600" y="6623050"/>
          <p14:tracePt t="39994" x="3638550" y="6661150"/>
          <p14:tracePt t="40010" x="3638550" y="6686550"/>
          <p14:tracePt t="40028" x="3644900" y="6724650"/>
          <p14:tracePt t="40044" x="3651250" y="6743700"/>
          <p14:tracePt t="40061" x="3670300" y="6794500"/>
          <p14:tracePt t="40078" x="3708400" y="6832600"/>
          <p14:tracePt t="40094" x="3727450" y="6851650"/>
          <p14:tracePt t="40110" x="3765550" y="6851650"/>
          <p14:tracePt t="40127" x="3797300" y="6851650"/>
          <p14:tracePt t="40144" x="3810000" y="6851650"/>
          <p14:tracePt t="40160" x="3854450" y="6832600"/>
          <p14:tracePt t="40176" x="3867150" y="6826250"/>
          <p14:tracePt t="40929" x="3879850" y="6826250"/>
          <p14:tracePt t="40936" x="3905250" y="6826250"/>
          <p14:tracePt t="40950" x="3937000" y="6819900"/>
          <p14:tracePt t="40960" x="3975100" y="6813550"/>
          <p14:tracePt t="40974" x="4006850" y="6788150"/>
          <p14:tracePt t="40991" x="4083050" y="6762750"/>
          <p14:tracePt t="41008" x="4159250" y="6724650"/>
          <p14:tracePt t="41024" x="4191000" y="6699250"/>
          <p14:tracePt t="41041" x="4260850" y="6629400"/>
          <p14:tracePt t="41057" x="4330700" y="6534150"/>
          <p14:tracePt t="41074" x="4362450" y="6489700"/>
          <p14:tracePt t="41091" x="4394200" y="6407150"/>
          <p14:tracePt t="41107" x="4413250" y="6343650"/>
          <p14:tracePt t="41124" x="4419600" y="6324600"/>
          <p14:tracePt t="41140" x="4419600" y="6305550"/>
          <p14:tracePt t="41157" x="4425950" y="6292850"/>
          <p14:tracePt t="41190" x="4425950" y="6286500"/>
          <p14:tracePt t="41210" x="4425950" y="6280150"/>
          <p14:tracePt t="41287" x="4432300" y="6280150"/>
          <p14:tracePt t="41329" x="4438650" y="6280150"/>
          <p14:tracePt t="41357" x="4445000" y="6280150"/>
          <p14:tracePt t="41386" x="4451350" y="6280150"/>
          <p14:tracePt t="41449" x="4457700" y="6280150"/>
          <p14:tracePt t="42112" x="4438650" y="6280150"/>
          <p14:tracePt t="42118" x="4387850" y="6286500"/>
          <p14:tracePt t="42133" x="4343400" y="6292850"/>
          <p14:tracePt t="42140" x="4305300" y="6292850"/>
          <p14:tracePt t="42156" x="4267200" y="6292850"/>
          <p14:tracePt t="42170" x="4191000" y="6292850"/>
          <p14:tracePt t="42186" x="4165600" y="6299200"/>
          <p14:tracePt t="42203" x="4108450" y="6299200"/>
          <p14:tracePt t="42220" x="4089400" y="6299200"/>
          <p14:tracePt t="42236" x="4038600" y="6299200"/>
          <p14:tracePt t="42253" x="3994150" y="6299200"/>
          <p14:tracePt t="42269" x="3975100" y="6299200"/>
          <p14:tracePt t="42287" x="3937000" y="6299200"/>
          <p14:tracePt t="42303" x="3924300" y="6305550"/>
          <p14:tracePt t="42319" x="3911600" y="6305550"/>
          <p14:tracePt t="42336" x="3905250" y="6311900"/>
          <p14:tracePt t="42368" x="3898900" y="6311900"/>
          <p14:tracePt t="42442" x="3905250" y="6311900"/>
          <p14:tracePt t="42449" x="3911600" y="6318250"/>
          <p14:tracePt t="42463" x="3917950" y="6318250"/>
          <p14:tracePt t="42472" x="3924300" y="6324600"/>
          <p14:tracePt t="42485" x="3943350" y="6324600"/>
          <p14:tracePt t="42502" x="3962400" y="6330950"/>
          <p14:tracePt t="42519" x="4108450" y="6337300"/>
          <p14:tracePt t="42535" x="4171950" y="6337300"/>
          <p14:tracePt t="42552" x="4222750" y="6337300"/>
          <p14:tracePt t="42569" x="4311650" y="6337300"/>
          <p14:tracePt t="42585" x="4356100" y="6343650"/>
          <p14:tracePt t="42602" x="4375150" y="6343650"/>
          <p14:tracePt t="42618" x="4394200" y="6343650"/>
          <p14:tracePt t="42655" x="4375150" y="6343650"/>
          <p14:tracePt t="42668" x="4356100" y="6343650"/>
          <p14:tracePt t="42685" x="4298950" y="6362700"/>
          <p14:tracePt t="42702" x="4178300" y="6388100"/>
          <p14:tracePt t="42718" x="4121150" y="6400800"/>
          <p14:tracePt t="42734" x="3987800" y="6426200"/>
          <p14:tracePt t="42751" x="3835400" y="6445250"/>
          <p14:tracePt t="42768" x="3759200" y="6457950"/>
          <p14:tracePt t="42786" x="3695700" y="6457950"/>
          <p14:tracePt t="42801" x="3581400" y="6457950"/>
          <p14:tracePt t="42818" x="3568700" y="6457950"/>
          <p14:tracePt t="42835" x="3562350" y="6457950"/>
          <p14:tracePt t="42885" x="3568700" y="6457950"/>
          <p14:tracePt t="42891" x="3594100" y="6451600"/>
          <p14:tracePt t="42905" x="3619500" y="6438900"/>
          <p14:tracePt t="42917" x="3676650" y="6432550"/>
          <p14:tracePt t="42934" x="3829050" y="6413500"/>
          <p14:tracePt t="42950" x="3911600" y="6394450"/>
          <p14:tracePt t="42968" x="4089400" y="6381750"/>
          <p14:tracePt t="42983" x="4241800" y="6362700"/>
          <p14:tracePt t="43000" x="4292600" y="6362700"/>
          <p14:tracePt t="43018" x="4362450" y="6356350"/>
          <p14:tracePt t="43033" x="4387850" y="6356350"/>
          <p14:tracePt t="43067" x="4394200" y="6356350"/>
          <p14:tracePt t="43137" x="4381500" y="6362700"/>
          <p14:tracePt t="43144" x="4362450" y="6369050"/>
          <p14:tracePt t="43153" x="4343400" y="6369050"/>
          <p14:tracePt t="43166" x="4311650" y="6388100"/>
          <p14:tracePt t="43183" x="4279900" y="6394450"/>
          <p14:tracePt t="43200" x="4184650" y="6426200"/>
          <p14:tracePt t="43217" x="4076700" y="6445250"/>
          <p14:tracePt t="43233" x="4038600" y="6451600"/>
          <p14:tracePt t="43249" x="3956050" y="6464300"/>
          <p14:tracePt t="43266" x="3924300" y="6464300"/>
          <p14:tracePt t="43283" x="3911600" y="6464300"/>
          <p14:tracePt t="43299" x="3898900" y="6464300"/>
          <p14:tracePt t="43348" x="3905250" y="6464300"/>
          <p14:tracePt t="43355" x="3911600" y="6464300"/>
          <p14:tracePt t="43365" x="3930650" y="6464300"/>
          <p14:tracePt t="43383" x="3994150" y="6457950"/>
          <p14:tracePt t="43399" x="4038600" y="6457950"/>
          <p14:tracePt t="43416" x="4114800" y="6451600"/>
          <p14:tracePt t="43420" x="4178300" y="6451600"/>
          <p14:tracePt t="43433" x="4305300" y="6451600"/>
          <p14:tracePt t="43449" x="4368800" y="6438900"/>
          <p14:tracePt t="43466" x="4413250" y="6438900"/>
          <p14:tracePt t="43482" x="4457700" y="6432550"/>
          <p14:tracePt t="43499" x="4470400" y="6432550"/>
          <p14:tracePt t="43516" x="4476750" y="6432550"/>
          <p14:tracePt t="43544" x="4470400" y="6426200"/>
          <p14:tracePt t="43558" x="4464050" y="6426200"/>
          <p14:tracePt t="43567" x="4451350" y="6426200"/>
          <p14:tracePt t="43581" x="4432300" y="6426200"/>
          <p14:tracePt t="43598" x="4368800" y="6426200"/>
          <p14:tracePt t="43615" x="4273550" y="6445250"/>
          <p14:tracePt t="43632" x="4222750" y="6445250"/>
          <p14:tracePt t="43649" x="4102100" y="6464300"/>
          <p14:tracePt t="43664" x="4000500" y="6464300"/>
          <p14:tracePt t="43682" x="3943350" y="6464300"/>
          <p14:tracePt t="43699" x="3879850" y="6464300"/>
          <p14:tracePt t="43715" x="3841750" y="6464300"/>
          <p14:tracePt t="43748" x="3829050" y="6464300"/>
          <p14:tracePt t="43765" x="3822700" y="6464300"/>
          <p14:tracePt t="43798" x="3816350" y="6464300"/>
          <p14:tracePt t="43825" x="3822700" y="6464300"/>
          <p14:tracePt t="43834" x="3829050" y="6464300"/>
          <p14:tracePt t="44555" x="3790950" y="6464300"/>
          <p14:tracePt t="44569" x="3727450" y="6464300"/>
          <p14:tracePt t="44576" x="3689350" y="6464300"/>
          <p14:tracePt t="44590" x="3632200" y="6451600"/>
          <p14:tracePt t="44598" x="3581400" y="6451600"/>
          <p14:tracePt t="44614" x="3517900" y="6451600"/>
          <p14:tracePt t="44628" x="3397250" y="6426200"/>
          <p14:tracePt t="44645" x="3333750" y="6426200"/>
          <p14:tracePt t="44661" x="3238500" y="6407150"/>
          <p14:tracePt t="44678" x="3187700" y="6400800"/>
          <p14:tracePt t="44695" x="3130550" y="6381750"/>
          <p14:tracePt t="44711" x="3117850" y="6381750"/>
          <p14:tracePt t="44728" x="3111500" y="6381750"/>
          <p14:tracePt t="44745" x="3098800" y="6381750"/>
          <p14:tracePt t="44760" x="3092450" y="6381750"/>
          <p14:tracePt t="44871" x="3098800" y="6381750"/>
          <p14:tracePt t="44879" x="3105150" y="6381750"/>
          <p14:tracePt t="44892" x="3124200" y="6381750"/>
          <p14:tracePt t="44898" x="3136900" y="6381750"/>
          <p14:tracePt t="44910" x="3162300" y="6381750"/>
          <p14:tracePt t="44927" x="3270250" y="6388100"/>
          <p14:tracePt t="44944" x="3346450" y="6394450"/>
          <p14:tracePt t="44960" x="3448050" y="6407150"/>
          <p14:tracePt t="44977" x="3835400" y="6483350"/>
          <p14:tracePt t="44993" x="3981450" y="6502400"/>
          <p14:tracePt t="45011" x="4108450" y="6521450"/>
          <p14:tracePt t="45027" x="4349750" y="6565900"/>
          <p14:tracePt t="45043" x="4546600" y="6597650"/>
          <p14:tracePt t="45061" x="4635500" y="6597650"/>
          <p14:tracePt t="45076" x="4654550" y="6597650"/>
          <p14:tracePt t="45093" x="4673600" y="6597650"/>
          <p14:tracePt t="45159" x="4667250" y="6591300"/>
          <p14:tracePt t="45173" x="4660900" y="6584950"/>
          <p14:tracePt t="45180" x="4660900" y="6578600"/>
          <p14:tracePt t="45192" x="4641850" y="6572250"/>
          <p14:tracePt t="45209" x="4616450" y="6553200"/>
          <p14:tracePt t="45226" x="4603750" y="6540500"/>
          <p14:tracePt t="45243" x="4552950" y="6534150"/>
          <p14:tracePt t="45259" x="4483100" y="6508750"/>
          <p14:tracePt t="45276" x="4432300" y="6502400"/>
          <p14:tracePt t="45293" x="4330700" y="6496050"/>
          <p14:tracePt t="45309" x="4260850" y="6496050"/>
          <p14:tracePt t="45325" x="4121150" y="6508750"/>
          <p14:tracePt t="45342" x="4000500" y="6527800"/>
          <p14:tracePt t="45358" x="3949700" y="6534150"/>
          <p14:tracePt t="45376" x="3873500" y="6559550"/>
          <p14:tracePt t="45392" x="3841750" y="6565900"/>
          <p14:tracePt t="45409" x="3841750" y="6572250"/>
          <p14:tracePt t="45531" x="3854450" y="6572250"/>
          <p14:tracePt t="45538" x="3860800" y="6572250"/>
          <p14:tracePt t="45552" x="3860800" y="6565900"/>
          <p14:tracePt t="45561" x="3879850" y="6559550"/>
          <p14:tracePt t="45575" x="3905250" y="6546850"/>
          <p14:tracePt t="45591" x="3924300" y="6546850"/>
          <p14:tracePt t="45609" x="4032250" y="6470650"/>
          <p14:tracePt t="45625" x="4089400" y="6438900"/>
          <p14:tracePt t="45641" x="4121150" y="6426200"/>
          <p14:tracePt t="45658" x="4184650" y="6388100"/>
          <p14:tracePt t="45674" x="4210050" y="6375400"/>
          <p14:tracePt t="45691" x="4222750" y="6369050"/>
          <p14:tracePt t="45708" x="4229100" y="6362700"/>
          <p14:tracePt t="45784" x="4222750" y="6362700"/>
          <p14:tracePt t="45792" x="4216400" y="6362700"/>
          <p14:tracePt t="45805" x="4203700" y="6362700"/>
          <p14:tracePt t="45812" x="4184650" y="6362700"/>
          <p14:tracePt t="45823" x="4165600" y="6362700"/>
          <p14:tracePt t="45840" x="4095750" y="6369050"/>
          <p14:tracePt t="45857" x="4057650" y="6369050"/>
          <p14:tracePt t="45874" x="4013200" y="6375400"/>
          <p14:tracePt t="45890" x="3867150" y="6407150"/>
          <p14:tracePt t="45907" x="3835400" y="6413500"/>
          <p14:tracePt t="45924" x="3797300" y="6419850"/>
          <p14:tracePt t="45940" x="3784600" y="6419850"/>
          <p14:tracePt t="45944" x="3771900" y="6419850"/>
          <p14:tracePt t="45957" x="3765550" y="6419850"/>
          <p14:tracePt t="45974" x="3759200" y="6419850"/>
          <p14:tracePt t="45990" x="3752850" y="6419850"/>
          <p14:tracePt t="46037" x="3759200" y="6419850"/>
          <p14:tracePt t="46051" x="3771900" y="6419850"/>
          <p14:tracePt t="47951" x="3790950" y="6419850"/>
          <p14:tracePt t="47957" x="3822700" y="6419850"/>
          <p14:tracePt t="47972" x="3841750" y="6419850"/>
          <p14:tracePt t="47983" x="3860800" y="6419850"/>
          <p14:tracePt t="48001" x="3905250" y="6407150"/>
          <p14:tracePt t="48016" x="3924300" y="6394450"/>
          <p14:tracePt t="48033" x="3968750" y="6375400"/>
          <p14:tracePt t="48050" x="4000500" y="6356350"/>
          <p14:tracePt t="48066" x="4013200" y="6350000"/>
          <p14:tracePt t="48083" x="4038600" y="6337300"/>
          <p14:tracePt t="48099" x="4057650" y="6330950"/>
          <p14:tracePt t="48116" x="4064000" y="6324600"/>
          <p14:tracePt t="48133" x="4070350" y="6324600"/>
          <p14:tracePt t="48400" x="4064000" y="6324600"/>
          <p14:tracePt t="48407" x="4057650" y="6324600"/>
          <p14:tracePt t="48421" x="4044950" y="6324600"/>
          <p14:tracePt t="48431" x="4044950" y="6318250"/>
          <p14:tracePt t="48449" x="4013200" y="6311900"/>
          <p14:tracePt t="48465" x="3981450" y="6305550"/>
          <p14:tracePt t="48481" x="3898900" y="6286500"/>
          <p14:tracePt t="48499" x="3765550" y="6261100"/>
          <p14:tracePt t="48514" x="3702050" y="6242050"/>
          <p14:tracePt t="48531" x="3606800" y="6216650"/>
          <p14:tracePt t="48548" x="3321050" y="6146800"/>
          <p14:tracePt t="48564" x="3232150" y="6127750"/>
          <p14:tracePt t="48582" x="3136900" y="6108700"/>
          <p14:tracePt t="48597" x="3003550" y="6070600"/>
          <p14:tracePt t="48614" x="2895600" y="6051550"/>
          <p14:tracePt t="48632" x="2838450" y="6045200"/>
          <p14:tracePt t="48647" x="2819400" y="6045200"/>
          <p14:tracePt t="48664" x="2794000" y="6045200"/>
          <p14:tracePt t="48681" x="2787650" y="6051550"/>
          <p14:tracePt t="48697" x="2781300" y="6051550"/>
          <p14:tracePt t="48714" x="2768600" y="6064250"/>
          <p14:tracePt t="48731" x="2755900" y="6070600"/>
          <p14:tracePt t="48747" x="2749550" y="6076950"/>
          <p14:tracePt t="48764" x="2743200" y="6089650"/>
          <p14:tracePt t="48780" x="2730500" y="6096000"/>
          <p14:tracePt t="48797" x="2724150" y="6102350"/>
          <p14:tracePt t="48815" x="2717800" y="6115050"/>
          <p14:tracePt t="48830" x="2705100" y="6127750"/>
          <p14:tracePt t="48864" x="2692400" y="6140450"/>
          <p14:tracePt t="48880" x="2686050" y="6146800"/>
          <p14:tracePt t="48897" x="2679700" y="6159500"/>
          <p14:tracePt t="48913" x="2673350" y="6159500"/>
          <p14:tracePt t="48929" x="2673350" y="6165850"/>
          <p14:tracePt t="49925" x="2679700" y="6178550"/>
          <p14:tracePt t="49931" x="2686050" y="6178550"/>
          <p14:tracePt t="49946" x="2692400" y="6178550"/>
          <p14:tracePt t="49960" x="2698750" y="6184900"/>
          <p14:tracePt t="49976" x="2724150" y="6197600"/>
          <p14:tracePt t="49993" x="2743200" y="6210300"/>
          <p14:tracePt t="49997" x="2755900" y="6210300"/>
          <p14:tracePt t="50010" x="2774950" y="6216650"/>
          <p14:tracePt t="50026" x="2819400" y="6235700"/>
          <p14:tracePt t="50044" x="2857500" y="6242050"/>
          <p14:tracePt t="50059" x="2870200" y="6242050"/>
          <p14:tracePt t="50076" x="2914650" y="6242050"/>
          <p14:tracePt t="50093" x="2952750" y="6235700"/>
          <p14:tracePt t="50109" x="2984500" y="6223000"/>
          <p14:tracePt t="50126" x="3003550" y="6216650"/>
          <p14:tracePt t="50143" x="3060700" y="6197600"/>
          <p14:tracePt t="50159" x="3073400" y="6197600"/>
          <p14:tracePt t="50176" x="3092450" y="6197600"/>
          <p14:tracePt t="50192" x="3117850" y="6197600"/>
          <p14:tracePt t="50209" x="3143250" y="6197600"/>
          <p14:tracePt t="50227" x="3155950" y="6197600"/>
          <p14:tracePt t="50242" x="3162300" y="6197600"/>
          <p14:tracePt t="50259" x="3181350" y="6197600"/>
          <p14:tracePt t="50276" x="3194050" y="6197600"/>
          <p14:tracePt t="50292" x="3206750" y="6197600"/>
          <p14:tracePt t="50308" x="3213100" y="6197600"/>
          <p14:tracePt t="50326" x="3225800" y="6197600"/>
          <p14:tracePt t="50359" x="3232150" y="6191250"/>
          <p14:tracePt t="50410" x="3238500" y="6191250"/>
          <p14:tracePt t="50444" x="3238500" y="6184900"/>
          <p14:tracePt t="50487" x="3244850" y="6184900"/>
          <p14:tracePt t="50690" x="3251200" y="6184900"/>
          <p14:tracePt t="50697" x="3257550" y="6184900"/>
          <p14:tracePt t="50706" x="3263900" y="6184900"/>
          <p14:tracePt t="50723" x="3276600" y="6184900"/>
          <p14:tracePt t="50740" x="3289300" y="6172200"/>
          <p14:tracePt t="50757" x="3302000" y="6172200"/>
          <p14:tracePt t="50775" x="3365500" y="6146800"/>
          <p14:tracePt t="50790" x="3384550" y="6146800"/>
          <p14:tracePt t="50807" x="3409950" y="6146800"/>
          <p14:tracePt t="50824" x="3448050" y="6140450"/>
          <p14:tracePt t="50840" x="3473450" y="6140450"/>
          <p14:tracePt t="50857" x="3479800" y="6153150"/>
          <p14:tracePt t="50874" x="3492500" y="6153150"/>
          <p14:tracePt t="51560" x="3524250" y="6172200"/>
          <p14:tracePt t="51567" x="3568700" y="6197600"/>
          <p14:tracePt t="51581" x="3625850" y="6216650"/>
          <p14:tracePt t="51590" x="3657600" y="6242050"/>
          <p14:tracePt t="51604" x="3702050" y="6254750"/>
          <p14:tracePt t="51620" x="3746500" y="6273800"/>
          <p14:tracePt t="51638" x="3860800" y="6305550"/>
          <p14:tracePt t="51654" x="3898900" y="6311900"/>
          <p14:tracePt t="51670" x="3937000" y="6311900"/>
          <p14:tracePt t="51687" x="4006850" y="6311900"/>
          <p14:tracePt t="51704" x="4064000" y="6324600"/>
          <p14:tracePt t="51721" x="4089400" y="6324600"/>
          <p14:tracePt t="51737" x="4095750" y="6324600"/>
          <p14:tracePt t="51753" x="4102100" y="6324600"/>
          <p14:tracePt t="52002" x="4095750" y="6324600"/>
          <p14:tracePt t="52009" x="4076700" y="6324600"/>
          <p14:tracePt t="52023" x="4064000" y="6330950"/>
          <p14:tracePt t="52036" x="4044950" y="6330950"/>
          <p14:tracePt t="52052" x="3994150" y="6343650"/>
          <p14:tracePt t="52069" x="3962400" y="6343650"/>
          <p14:tracePt t="52086" x="3905250" y="6356350"/>
          <p14:tracePt t="52102" x="3854450" y="6362700"/>
          <p14:tracePt t="52119" x="3835400" y="6369050"/>
          <p14:tracePt t="52136" x="3810000" y="6369050"/>
          <p14:tracePt t="52152" x="3790950" y="6375400"/>
          <p14:tracePt t="52213" x="3803650" y="6375400"/>
          <p14:tracePt t="52220" x="3822700" y="6375400"/>
          <p14:tracePt t="52234" x="3835400" y="6375400"/>
          <p14:tracePt t="52241" x="3867150" y="6375400"/>
          <p14:tracePt t="52255" x="3905250" y="6375400"/>
          <p14:tracePt t="52269" x="4019550" y="6369050"/>
          <p14:tracePt t="52285" x="4083050" y="6369050"/>
          <p14:tracePt t="52301" x="4146550" y="6369050"/>
          <p14:tracePt t="52318" x="4254500" y="6356350"/>
          <p14:tracePt t="52335" x="4318000" y="6350000"/>
          <p14:tracePt t="52351" x="4337050" y="6343650"/>
          <p14:tracePt t="52368" x="4356100" y="6343650"/>
          <p14:tracePt t="52385" x="4362450" y="6343650"/>
          <p14:tracePt t="52627" x="4356100" y="6343650"/>
          <p14:tracePt t="53539" x="4349750" y="6350000"/>
          <p14:tracePt t="53545" x="4337050" y="6350000"/>
          <p14:tracePt t="53553" x="4318000" y="6356350"/>
          <p14:tracePt t="53568" x="4298950" y="6362700"/>
          <p14:tracePt t="53581" x="4267200" y="6362700"/>
          <p14:tracePt t="53597" x="4210050" y="6362700"/>
          <p14:tracePt t="53614" x="4184650" y="6362700"/>
          <p14:tracePt t="53630" x="4127500" y="6362700"/>
          <p14:tracePt t="53647" x="4076700" y="6356350"/>
          <p14:tracePt t="53664" x="4057650" y="6356350"/>
          <p14:tracePt t="53680" x="4025900" y="6356350"/>
          <p14:tracePt t="53697" x="4019550" y="6356350"/>
          <p14:tracePt t="53714" x="4013200" y="6356350"/>
          <p14:tracePt t="53731" x="4006850" y="6356350"/>
          <p14:tracePt t="53747" x="4000500" y="6356350"/>
          <p14:tracePt t="53897" x="4006850" y="6356350"/>
          <p14:tracePt t="53904" x="4013200" y="6356350"/>
          <p14:tracePt t="53919" x="4019550" y="6356350"/>
          <p14:tracePt t="53929" x="4025900" y="6356350"/>
          <p14:tracePt t="53947" x="4051300" y="6362700"/>
          <p14:tracePt t="53962" x="4083050" y="6362700"/>
          <p14:tracePt t="53979" x="4159250" y="6369050"/>
          <p14:tracePt t="53996" x="4292600" y="6381750"/>
          <p14:tracePt t="54012" x="4368800" y="6388100"/>
          <p14:tracePt t="54016" x="4432300" y="6388100"/>
          <p14:tracePt t="54046" x="4603750" y="6407150"/>
          <p14:tracePt t="54062" x="4629150" y="6407150"/>
          <p14:tracePt t="54080" x="4673600" y="6413500"/>
          <p14:tracePt t="54095" x="4686300" y="6413500"/>
          <p14:tracePt t="54112" x="4692650" y="6413500"/>
          <p14:tracePt t="54146" x="4686300" y="6413500"/>
          <p14:tracePt t="54162" x="4660900" y="6413500"/>
          <p14:tracePt t="54178" x="4622800" y="6413500"/>
          <p14:tracePt t="54194" x="4591050" y="6413500"/>
          <p14:tracePt t="54211" x="4502150" y="6426200"/>
          <p14:tracePt t="54228" x="4400550" y="6426200"/>
          <p14:tracePt t="54245" x="4330700" y="6426200"/>
          <p14:tracePt t="54262" x="4241800" y="6419850"/>
          <p14:tracePt t="54278" x="4159250" y="6413500"/>
          <p14:tracePt t="54294" x="4140200" y="6407150"/>
          <p14:tracePt t="54312" x="4114800" y="6407150"/>
          <p14:tracePt t="54328" x="4102100" y="6407150"/>
          <p14:tracePt t="54345" x="4095750" y="6407150"/>
          <p14:tracePt t="58039" x="4089400" y="6407150"/>
          <p14:tracePt t="58404" x="4083050" y="6407150"/>
          <p14:tracePt t="58411" x="4076700" y="6407150"/>
          <p14:tracePt t="58418" x="4064000" y="6407150"/>
          <p14:tracePt t="58434" x="4057650" y="6407150"/>
          <p14:tracePt t="58446" x="4044950" y="6407150"/>
          <p14:tracePt t="58463" x="4032250" y="6407150"/>
          <p14:tracePt t="58481" x="3994150" y="6394450"/>
          <p14:tracePt t="58497" x="3975100" y="6388100"/>
          <p14:tracePt t="58514" x="3924300" y="6369050"/>
          <p14:tracePt t="58531" x="3873500" y="6362700"/>
          <p14:tracePt t="58547" x="3835400" y="6356350"/>
          <p14:tracePt t="58563" x="3784600" y="6350000"/>
          <p14:tracePt t="58580" x="3727450" y="6343650"/>
          <p14:tracePt t="58596" x="3702050" y="6337300"/>
          <p14:tracePt t="58614" x="3651250" y="6324600"/>
          <p14:tracePt t="58630" x="3594100" y="6324600"/>
          <p14:tracePt t="58646" x="3549650" y="6318250"/>
          <p14:tracePt t="58664" x="3492500" y="6311900"/>
          <p14:tracePt t="58679" x="3435350" y="6311900"/>
          <p14:tracePt t="58696" x="3416300" y="6311900"/>
          <p14:tracePt t="58713" x="3365500" y="6311900"/>
          <p14:tracePt t="58729" x="3327400" y="6311900"/>
          <p14:tracePt t="58746" x="3308350" y="6311900"/>
          <p14:tracePt t="58763" x="3282950" y="6305550"/>
          <p14:tracePt t="58779" x="3282950" y="6292850"/>
          <p14:tracePt t="59728" x="3270250" y="6292850"/>
          <p14:tracePt t="59735" x="3257550" y="6292850"/>
          <p14:tracePt t="59743" x="3238500" y="6292850"/>
          <p14:tracePt t="59759" x="3213100" y="6299200"/>
          <p14:tracePt t="59777" x="3194050" y="6305550"/>
          <p14:tracePt t="59792" x="3155950" y="6311900"/>
          <p14:tracePt t="59809" x="3130550" y="6318250"/>
          <p14:tracePt t="59826" x="3117850" y="6324600"/>
          <p14:tracePt t="59842" x="3092450" y="6337300"/>
          <p14:tracePt t="59859" x="3079750" y="6337300"/>
          <p14:tracePt t="59876" x="3067050" y="6337300"/>
          <p14:tracePt t="59892" x="3067050" y="6343650"/>
          <p14:tracePt t="59925" x="3060700" y="6343650"/>
          <p14:tracePt t="59945" x="3054350" y="6343650"/>
          <p14:tracePt t="59959" x="3054350" y="6350000"/>
          <p14:tracePt t="59995" x="3041650" y="6350000"/>
          <p14:tracePt t="60016" x="3035300" y="6350000"/>
          <p14:tracePt t="60022" x="3028950" y="6350000"/>
          <p14:tracePt t="60037" x="3016250" y="6350000"/>
          <p14:tracePt t="60045" x="3003550" y="6350000"/>
          <p14:tracePt t="60060" x="2990850" y="6356350"/>
          <p14:tracePt t="60075" x="2971800" y="6356350"/>
          <p14:tracePt t="60092" x="2889250" y="6356350"/>
          <p14:tracePt t="60108" x="2851150" y="6356350"/>
          <p14:tracePt t="60124" x="2819400" y="6356350"/>
          <p14:tracePt t="60142" x="2736850" y="6356350"/>
          <p14:tracePt t="60158" x="2711450" y="6356350"/>
          <p14:tracePt t="60174" x="2686050" y="6356350"/>
          <p14:tracePt t="60191" x="2641600" y="6343650"/>
          <p14:tracePt t="60208" x="2590800" y="6337300"/>
          <p14:tracePt t="60224" x="2571750" y="6324600"/>
          <p14:tracePt t="60241" x="2520950" y="6311900"/>
          <p14:tracePt t="60258" x="2476500" y="6305550"/>
          <p14:tracePt t="60274" x="2444750" y="6305550"/>
          <p14:tracePt t="60290" x="2406650" y="6299200"/>
          <p14:tracePt t="60307" x="2368550" y="6299200"/>
          <p14:tracePt t="60325" x="2324100" y="6305550"/>
          <p14:tracePt t="60340" x="2298700" y="6305550"/>
          <p14:tracePt t="60356" x="2279650" y="6305550"/>
          <p14:tracePt t="60374" x="2209800" y="6311900"/>
          <p14:tracePt t="60390" x="2190750" y="6311900"/>
          <p14:tracePt t="60407" x="2171700" y="6311900"/>
          <p14:tracePt t="60423" x="2127250" y="6311900"/>
          <p14:tracePt t="60440" x="2101850" y="6311900"/>
          <p14:tracePt t="60456" x="2089150" y="6311900"/>
          <p14:tracePt t="60473" x="2082800" y="6311900"/>
          <p14:tracePt t="60490" x="2070100" y="6311900"/>
          <p14:tracePt t="60507" x="2057400" y="6318250"/>
          <p14:tracePt t="60523" x="2051050" y="6318250"/>
          <p14:tracePt t="60577" x="2044700" y="6318250"/>
          <p14:tracePt t="60767" x="2044700" y="6324600"/>
          <p14:tracePt t="60879" x="2044700" y="6330950"/>
          <p14:tracePt t="61118" x="2051050" y="6330950"/>
          <p14:tracePt t="61136" x="2044700" y="6330950"/>
          <p14:tracePt t="61681" x="2038350" y="6330950"/>
          <p14:tracePt t="61688" x="2032000" y="6330950"/>
          <p14:tracePt t="61702" x="2019300" y="6330950"/>
          <p14:tracePt t="61709" x="2006600" y="6330950"/>
          <p14:tracePt t="61719" x="2000250" y="6330950"/>
          <p14:tracePt t="61735" x="1987550" y="6330950"/>
          <p14:tracePt t="61752" x="1974850" y="6330950"/>
          <p14:tracePt t="61769" x="1962150" y="6330950"/>
          <p14:tracePt t="61786" x="1943100" y="6330950"/>
          <p14:tracePt t="61803" x="1936750" y="6330950"/>
          <p14:tracePt t="61835" x="1930400" y="6330950"/>
          <p14:tracePt t="61870" x="1924050" y="6330950"/>
          <p14:tracePt t="61912" x="1917700" y="6330950"/>
          <p14:tracePt t="61948" x="1911350" y="6330950"/>
          <p14:tracePt t="62018" x="1905000" y="6330950"/>
          <p14:tracePt t="62411" x="1917700" y="6330950"/>
          <p14:tracePt t="62425" x="1924050" y="6330950"/>
          <p14:tracePt t="62432" x="1936750" y="6330950"/>
          <p14:tracePt t="62445" x="1943100" y="6330950"/>
          <p14:tracePt t="62453" x="1949450" y="6330950"/>
          <p14:tracePt t="62467" x="1962150" y="6330950"/>
          <p14:tracePt t="62483" x="2019300" y="6330950"/>
          <p14:tracePt t="62500" x="2051050" y="6337300"/>
          <p14:tracePt t="62516" x="2114550" y="6337300"/>
          <p14:tracePt t="62533" x="2222500" y="6343650"/>
          <p14:tracePt t="62550" x="2273300" y="6343650"/>
          <p14:tracePt t="62566" x="2374900" y="6343650"/>
          <p14:tracePt t="62583" x="2432050" y="6343650"/>
          <p14:tracePt t="62600" x="2584450" y="6337300"/>
          <p14:tracePt t="62615" x="2628900" y="6324600"/>
          <p14:tracePt t="62632" x="2679700" y="6324600"/>
          <p14:tracePt t="62650" x="2787650" y="6311900"/>
          <p14:tracePt t="62666" x="2876550" y="6311900"/>
          <p14:tracePt t="62682" x="2914650" y="6311900"/>
          <p14:tracePt t="62699" x="2965450" y="6311900"/>
          <p14:tracePt t="62715" x="2997200" y="6311900"/>
          <p14:tracePt t="62732" x="3009900" y="6311900"/>
          <p14:tracePt t="62749" x="3028950" y="6311900"/>
          <p14:tracePt t="62765" x="3048000" y="6311900"/>
          <p14:tracePt t="62783" x="3060700" y="6318250"/>
          <p14:tracePt t="62799" x="3067050" y="6318250"/>
          <p14:tracePt t="62815" x="3079750" y="6324600"/>
          <p14:tracePt t="62832" x="3092450" y="6324600"/>
          <p14:tracePt t="62849" x="3098800" y="6324600"/>
          <p14:tracePt t="63622" x="3092450" y="6324600"/>
          <p14:tracePt t="63630" x="3060700" y="6324600"/>
          <p14:tracePt t="63643" x="3041650" y="6324600"/>
          <p14:tracePt t="63650" x="3009900" y="6324600"/>
          <p14:tracePt t="63666" x="2984500" y="6324600"/>
          <p14:tracePt t="63679" x="2927350" y="6324600"/>
          <p14:tracePt t="63696" x="2895600" y="6324600"/>
          <p14:tracePt t="63713" x="2819400" y="6324600"/>
          <p14:tracePt t="63729" x="2794000" y="6324600"/>
          <p14:tracePt t="63745" x="2724150" y="6324600"/>
          <p14:tracePt t="63762" x="2686050" y="6330950"/>
          <p14:tracePt t="63779" x="2673350" y="6330950"/>
          <p14:tracePt t="63795" x="2654300" y="6330950"/>
          <p14:tracePt t="63812" x="2647950" y="6337300"/>
          <p14:tracePt t="63980" x="2654300" y="6337300"/>
          <p14:tracePt t="63994" x="2660650" y="6337300"/>
          <p14:tracePt t="64015" x="2673350" y="6337300"/>
          <p14:tracePt t="64022" x="2686050" y="6337300"/>
          <p14:tracePt t="64031" x="2717800" y="6337300"/>
          <p14:tracePt t="64045" x="2755900" y="6337300"/>
          <p14:tracePt t="64061" x="2806700" y="6337300"/>
          <p14:tracePt t="64078" x="2971800" y="6337300"/>
          <p14:tracePt t="64094" x="3155950" y="6362700"/>
          <p14:tracePt t="64111" x="3232150" y="6362700"/>
          <p14:tracePt t="64128" x="3384550" y="6369050"/>
          <p14:tracePt t="64144" x="3479800" y="6375400"/>
          <p14:tracePt t="64161" x="3498850" y="6375400"/>
          <p14:tracePt t="64177" x="3536950" y="6375400"/>
          <p14:tracePt t="64194" x="3556000" y="6375400"/>
          <p14:tracePt t="64210" x="3556000" y="6381750"/>
          <p14:tracePt t="64244" x="3556000" y="6388100"/>
          <p14:tracePt t="64261" x="3556000" y="6400800"/>
          <p14:tracePt t="64293" x="3549650" y="6407150"/>
          <p14:tracePt t="65021" x="3549650" y="6413500"/>
          <p14:tracePt t="65224" x="3530600" y="6413500"/>
          <p14:tracePt t="65238" x="3505200" y="6413500"/>
          <p14:tracePt t="65245" x="3473450" y="6413500"/>
          <p14:tracePt t="65260" x="3435350" y="6413500"/>
          <p14:tracePt t="65273" x="3359150" y="6407150"/>
          <p14:tracePt t="65290" x="3321050" y="6407150"/>
          <p14:tracePt t="65307" x="3289300" y="6407150"/>
          <p14:tracePt t="65323" x="3244850" y="6407150"/>
          <p14:tracePt t="65340" x="3213100" y="6407150"/>
          <p14:tracePt t="65357" x="3206750" y="6407150"/>
          <p14:tracePt t="65373" x="3200400" y="6413500"/>
          <p14:tracePt t="65390" x="3194050" y="6413500"/>
          <p14:tracePt t="65448" x="3194050" y="6419850"/>
          <p14:tracePt t="65744" x="3213100" y="6419850"/>
          <p14:tracePt t="65758" x="3251200" y="6419850"/>
          <p14:tracePt t="65764" x="3308350" y="6438900"/>
          <p14:tracePt t="65778" x="3371850" y="6445250"/>
          <p14:tracePt t="65788" x="3448050" y="6457950"/>
          <p14:tracePt t="65804" x="3536950" y="6464300"/>
          <p14:tracePt t="65822" x="3771900" y="6496050"/>
          <p14:tracePt t="65838" x="4038600" y="6527800"/>
          <p14:tracePt t="65856" x="4178300" y="6527800"/>
          <p14:tracePt t="65871" x="4432300" y="6553200"/>
          <p14:tracePt t="65888" x="4559300" y="6553200"/>
          <p14:tracePt t="65905" x="4838700" y="6584950"/>
          <p14:tracePt t="65921" x="4914900" y="6591300"/>
          <p14:tracePt t="65938" x="4972050" y="6604000"/>
          <p14:tracePt t="65955" x="5060950" y="6610350"/>
          <p14:tracePt t="65971" x="5143500" y="6616700"/>
          <p14:tracePt t="65988" x="5181600" y="6616700"/>
          <p14:tracePt t="66004" x="5238750" y="6616700"/>
          <p14:tracePt t="66021" x="5283200" y="6616700"/>
          <p14:tracePt t="66038" x="5302250" y="6616700"/>
          <p14:tracePt t="66053" x="5327650" y="6616700"/>
          <p14:tracePt t="66071" x="5340350" y="6616700"/>
          <p14:tracePt t="66088" x="5365750" y="6616700"/>
          <p14:tracePt t="66104" x="5372100" y="6616700"/>
          <p14:tracePt t="66120" x="5391150" y="6616700"/>
          <p14:tracePt t="66137" x="5397500" y="6616700"/>
          <p14:tracePt t="66154" x="5403850" y="6616700"/>
          <p14:tracePt t="66170" x="5410200" y="6616700"/>
          <p14:tracePt t="66187" x="5416550" y="6616700"/>
          <p14:tracePt t="66222" x="5422900" y="6616700"/>
          <p14:tracePt t="66432" x="5378450" y="6616700"/>
          <p14:tracePt t="66439" x="5314950" y="6616700"/>
          <p14:tracePt t="66455" x="5219700" y="6616700"/>
          <p14:tracePt t="66469" x="5003800" y="6591300"/>
          <p14:tracePt t="66486" x="4876800" y="6584950"/>
          <p14:tracePt t="66502" x="4635500" y="6559550"/>
          <p14:tracePt t="66519" x="4521200" y="6559550"/>
          <p14:tracePt t="66536" x="4324350" y="6559550"/>
          <p14:tracePt t="66552" x="4165600" y="6565900"/>
          <p14:tracePt t="66569" x="4114800" y="6572250"/>
          <p14:tracePt t="66586" x="4057650" y="6591300"/>
          <p14:tracePt t="66602" x="4032250" y="6591300"/>
          <p14:tracePt t="66619" x="4025900" y="6597650"/>
          <p14:tracePt t="66636" x="4013200" y="6597650"/>
          <p14:tracePt t="66839" x="4000500" y="6604000"/>
          <p14:tracePt t="66860" x="4000500" y="6610350"/>
          <p14:tracePt t="66881" x="3987800" y="6616700"/>
          <p14:tracePt t="66909" x="3975100" y="6623050"/>
          <p14:tracePt t="66924" x="3968750" y="6623050"/>
          <p14:tracePt t="66930" x="3962400" y="6629400"/>
          <p14:tracePt t="66938" x="3956050" y="6629400"/>
          <p14:tracePt t="66954" x="3930650" y="6629400"/>
          <p14:tracePt t="66967" x="3917950" y="6635750"/>
          <p14:tracePt t="66984" x="3867150" y="6648450"/>
          <p14:tracePt t="67001" x="3822700" y="6654800"/>
          <p14:tracePt t="67017" x="3790950" y="6667500"/>
          <p14:tracePt t="67034" x="3721100" y="6680200"/>
          <p14:tracePt t="67051" x="3638550" y="6699250"/>
          <p14:tracePt t="67067" x="3594100" y="6705600"/>
          <p14:tracePt t="67085" x="3524250" y="6718300"/>
          <p14:tracePt t="67100" x="3460750" y="6718300"/>
          <p14:tracePt t="67117" x="3429000" y="6724650"/>
          <p14:tracePt t="67134" x="3384550" y="6724650"/>
          <p14:tracePt t="67150" x="3365500" y="6724650"/>
          <p14:tracePt t="67154" x="3352800" y="6724650"/>
          <p14:tracePt t="67167" x="3340100" y="6724650"/>
          <p14:tracePt t="67184" x="3327400" y="6724650"/>
          <p14:tracePt t="67200" x="3321050" y="6724650"/>
          <p14:tracePt t="67218" x="3308350" y="6724650"/>
          <p14:tracePt t="67233" x="3295650" y="6724650"/>
          <p14:tracePt t="67345" x="3289300" y="6724650"/>
          <p14:tracePt t="67471" x="3289300" y="6731000"/>
          <p14:tracePt t="67478" x="3295650" y="6731000"/>
          <p14:tracePt t="67492" x="3302000" y="6731000"/>
          <p14:tracePt t="67502" x="3308350" y="6731000"/>
          <p14:tracePt t="68757" x="3314700" y="6731000"/>
          <p14:tracePt t="68764" x="3321050" y="6731000"/>
          <p14:tracePt t="68784" x="3327400" y="6731000"/>
          <p14:tracePt t="68799" x="3333750" y="6731000"/>
          <p14:tracePt t="68811" x="3346450" y="6724650"/>
          <p14:tracePt t="68828" x="3365500" y="6724650"/>
          <p14:tracePt t="68844" x="3384550" y="6718300"/>
          <p14:tracePt t="68862" x="3429000" y="6705600"/>
          <p14:tracePt t="68877" x="3492500" y="6680200"/>
          <p14:tracePt t="68894" x="3536950" y="6673850"/>
          <p14:tracePt t="68911" x="3644900" y="6648450"/>
          <p14:tracePt t="68928" x="3778250" y="6610350"/>
          <p14:tracePt t="68944" x="3835400" y="6591300"/>
          <p14:tracePt t="68961" x="3956050" y="6553200"/>
          <p14:tracePt t="68977" x="4057650" y="6496050"/>
          <p14:tracePt t="68994" x="4102100" y="6470650"/>
          <p14:tracePt t="69010" x="4191000" y="6419850"/>
          <p14:tracePt t="69027" x="4222750" y="6394450"/>
          <p14:tracePt t="69044" x="4279900" y="6350000"/>
          <p14:tracePt t="69060" x="4311650" y="6318250"/>
          <p14:tracePt t="69077" x="4318000" y="6305550"/>
          <p14:tracePt t="69094" x="4330700" y="6292850"/>
          <p14:tracePt t="69880" x="4324350" y="6292850"/>
          <p14:tracePt t="69887" x="4305300" y="6292850"/>
          <p14:tracePt t="69900" x="4292600" y="6292850"/>
          <p14:tracePt t="69910" x="4273550" y="6299200"/>
          <p14:tracePt t="69925" x="4241800" y="6305550"/>
          <p14:tracePt t="69941" x="4210050" y="6318250"/>
          <p14:tracePt t="69958" x="4197350" y="6318250"/>
          <p14:tracePt t="69974" x="4146550" y="6330950"/>
          <p14:tracePt t="69990" x="4114800" y="6337300"/>
          <p14:tracePt t="70007" x="4057650" y="6350000"/>
          <p14:tracePt t="70023" x="4006850" y="6356350"/>
          <p14:tracePt t="70041" x="3962400" y="6362700"/>
          <p14:tracePt t="70057" x="3943350" y="6369050"/>
          <p14:tracePt t="70073" x="3924300" y="6369050"/>
          <p14:tracePt t="70091" x="3911600" y="6369050"/>
          <p14:tracePt t="70107" x="3905250" y="6375400"/>
          <p14:tracePt t="70224" x="3911600" y="6375400"/>
          <p14:tracePt t="70230" x="3924300" y="6375400"/>
          <p14:tracePt t="70245" x="3924300" y="6381750"/>
          <p14:tracePt t="70256" x="3943350" y="6381750"/>
          <p14:tracePt t="70274" x="4006850" y="6394450"/>
          <p14:tracePt t="70289" x="4044950" y="6394450"/>
          <p14:tracePt t="70306" x="4152900" y="6413500"/>
          <p14:tracePt t="70323" x="4273550" y="6432550"/>
          <p14:tracePt t="70339" x="4337050" y="6438900"/>
          <p14:tracePt t="70357" x="4419600" y="6445250"/>
          <p14:tracePt t="70372" x="4464050" y="6445250"/>
          <p14:tracePt t="70389" x="4483100" y="6445250"/>
          <p14:tracePt t="70406" x="4502150" y="6451600"/>
          <p14:tracePt t="70422" x="4508500" y="6451600"/>
          <p14:tracePt t="70462" x="4514850" y="6451600"/>
          <p14:tracePt t="70490" x="4521200" y="6457950"/>
          <p14:tracePt t="70694" x="4603750" y="6464300"/>
          <p14:tracePt t="70701" x="4730750" y="6477000"/>
          <p14:tracePt t="70715" x="4889500" y="6489700"/>
          <p14:tracePt t="70725" x="5080000" y="6502400"/>
          <p14:tracePt t="70737" x="5295900" y="6515100"/>
          <p14:tracePt t="70754" x="5715000" y="6508750"/>
          <p14:tracePt t="70772" x="6134100" y="6451600"/>
          <p14:tracePt t="70788" x="6286500" y="6419850"/>
          <p14:tracePt t="70804" x="6578600" y="6350000"/>
          <p14:tracePt t="70821" x="6775450" y="6286500"/>
          <p14:tracePt t="70837" x="6832600" y="6267450"/>
          <p14:tracePt t="70855" x="6877050" y="6242050"/>
          <p14:tracePt t="70871" x="6921500" y="6223000"/>
          <p14:tracePt t="70891" x="6927850" y="6223000"/>
          <p14:tracePt t="71214" x="6908800" y="6223000"/>
          <p14:tracePt t="71228" x="6858000" y="6229350"/>
          <p14:tracePt t="71234" x="6788150" y="6248400"/>
          <p14:tracePt t="71242" x="6711950" y="6267450"/>
          <p14:tracePt t="71256" x="6604000" y="6280150"/>
          <p14:tracePt t="71270" x="6489700" y="6299200"/>
          <p14:tracePt t="71286" x="6223000" y="6337300"/>
          <p14:tracePt t="71302" x="6051550" y="6356350"/>
          <p14:tracePt t="71319" x="5715000" y="6394450"/>
          <p14:tracePt t="71336" x="5340350" y="6419850"/>
          <p14:tracePt t="71352" x="5175250" y="6432550"/>
          <p14:tracePt t="71369" x="4870450" y="6451600"/>
          <p14:tracePt t="71386" x="4641850" y="6451600"/>
          <p14:tracePt t="71403" x="4438650" y="6464300"/>
          <p14:tracePt t="71418" x="4349750" y="6477000"/>
          <p14:tracePt t="71435" x="4286250" y="6483350"/>
          <p14:tracePt t="71453" x="4133850" y="6521450"/>
          <p14:tracePt t="71469" x="4089400" y="6534150"/>
          <p14:tracePt t="71485" x="4057650" y="6553200"/>
          <p14:tracePt t="71502" x="4006850" y="6572250"/>
          <p14:tracePt t="71518" x="3975100" y="6584950"/>
          <p14:tracePt t="71535" x="3962400" y="6591300"/>
          <p14:tracePt t="71551" x="3930650" y="6591300"/>
          <p14:tracePt t="71568" x="3905250" y="6597650"/>
          <p14:tracePt t="71585" x="3879850" y="6604000"/>
          <p14:tracePt t="71601" x="3860800" y="6610350"/>
          <p14:tracePt t="71618" x="3822700" y="6623050"/>
          <p14:tracePt t="71635" x="3784600" y="6642100"/>
          <p14:tracePt t="71651" x="3752850" y="6648450"/>
          <p14:tracePt t="71668" x="3721100" y="6667500"/>
          <p14:tracePt t="71685" x="3683000" y="6673850"/>
          <p14:tracePt t="71701" x="3670300" y="6692900"/>
          <p14:tracePt t="71719" x="3657600" y="6692900"/>
          <p14:tracePt t="71734" x="3644900" y="6699250"/>
          <p14:tracePt t="71751" x="3638550" y="6699250"/>
          <p14:tracePt t="71768" x="3632200" y="6699250"/>
          <p14:tracePt t="71784" x="3625850" y="6699250"/>
          <p14:tracePt t="72345" x="3638550" y="6692900"/>
          <p14:tracePt t="72359" x="3651250" y="6673850"/>
          <p14:tracePt t="72368" x="3663950" y="6661150"/>
          <p14:tracePt t="72382" x="3676650" y="6648450"/>
          <p14:tracePt t="72399" x="3702050" y="6629400"/>
          <p14:tracePt t="72416" x="3727450" y="6591300"/>
          <p14:tracePt t="72432" x="3733800" y="6584950"/>
          <p14:tracePt t="72448" x="3746500" y="6572250"/>
          <p14:tracePt t="72465" x="3759200" y="6559550"/>
          <p14:tracePt t="72482" x="3759200" y="6553200"/>
          <p14:tracePt t="72499" x="3771900" y="6540500"/>
          <p14:tracePt t="72515" x="3784600" y="6534150"/>
          <p14:tracePt t="72533" x="3797300" y="6527800"/>
          <p14:tracePt t="72550" x="3803650" y="6515100"/>
          <p14:tracePt t="72565" x="3810000" y="6515100"/>
          <p14:tracePt t="72581" x="3816350" y="6508750"/>
          <p14:tracePt t="72614" x="3822700" y="6508750"/>
          <p14:tracePt t="72689" x="3829050" y="6508750"/>
          <p14:tracePt t="72760" x="3835400" y="6502400"/>
          <p14:tracePt t="72766" x="3841750" y="6502400"/>
          <p14:tracePt t="72782" x="3848100" y="6502400"/>
          <p14:tracePt t="72787" x="3860800" y="6502400"/>
          <p14:tracePt t="72801" x="3886200" y="6502400"/>
          <p14:tracePt t="72814" x="3911600" y="6502400"/>
          <p14:tracePt t="72831" x="4025900" y="6502400"/>
          <p14:tracePt t="72848" x="4127500" y="6502400"/>
          <p14:tracePt t="72864" x="4425950" y="6508750"/>
          <p14:tracePt t="72880" x="4883150" y="6540500"/>
          <p14:tracePt t="72897" x="5143500" y="6553200"/>
          <p14:tracePt t="72914" x="5759450" y="6604000"/>
          <p14:tracePt t="72930" x="6337300" y="6629400"/>
          <p14:tracePt t="72947" x="6578600" y="6648450"/>
          <p14:tracePt t="72964" x="6883400" y="6648450"/>
          <p14:tracePt t="72980" x="7048500" y="6648450"/>
          <p14:tracePt t="72997" x="7112000" y="6648450"/>
          <p14:tracePt t="73013" x="7175500" y="6642100"/>
          <p14:tracePt t="73030" x="7213600" y="6635750"/>
          <p14:tracePt t="73047" x="7226300" y="6629400"/>
          <p14:tracePt t="73064" x="7239000" y="6623050"/>
          <p14:tracePt t="73079" x="7245350" y="6623050"/>
          <p14:tracePt t="73125" x="7239000" y="6623050"/>
          <p14:tracePt t="73147" x="7226300" y="6629400"/>
          <p14:tracePt t="73160" x="7213600" y="6629400"/>
          <p14:tracePt t="73167" x="7200900" y="6635750"/>
          <p14:tracePt t="73182" x="7181850" y="6635750"/>
          <p14:tracePt t="73196" x="7169150" y="6635750"/>
          <p14:tracePt t="73212" x="7118350" y="6635750"/>
          <p14:tracePt t="73230" x="7054850" y="6648450"/>
          <p14:tracePt t="73246" x="6985000" y="6654800"/>
          <p14:tracePt t="73262" x="6807200" y="6673850"/>
          <p14:tracePt t="73279" x="6591300" y="6686550"/>
          <p14:tracePt t="73296" x="6464300" y="6692900"/>
          <p14:tracePt t="73312" x="6337300" y="6692900"/>
          <p14:tracePt t="73329" x="5924550" y="6718300"/>
          <p14:tracePt t="73345" x="5784850" y="6718300"/>
          <p14:tracePt t="73363" x="5518150" y="6718300"/>
          <p14:tracePt t="73378" x="5391150" y="6718300"/>
          <p14:tracePt t="73395" x="5175250" y="6718300"/>
          <p14:tracePt t="73413" x="4991100" y="6718300"/>
          <p14:tracePt t="73429" x="4883150" y="6711950"/>
          <p14:tracePt t="73445" x="4756150" y="6711950"/>
          <p14:tracePt t="73462" x="4654550" y="6711950"/>
          <p14:tracePt t="73478" x="4616450" y="6711950"/>
          <p14:tracePt t="73495" x="4546600" y="6711950"/>
          <p14:tracePt t="73511" x="4495800" y="6731000"/>
          <p14:tracePt t="73528" x="4476750" y="6731000"/>
          <p14:tracePt t="73545" x="4457700" y="6737350"/>
          <p14:tracePt t="73561" x="4432300" y="6737350"/>
          <p14:tracePt t="73595" x="4413250" y="6743700"/>
          <p14:tracePt t="73611" x="4406900" y="6743700"/>
          <p14:tracePt t="73645" x="4387850" y="6743700"/>
          <p14:tracePt t="73661" x="4381500" y="6743700"/>
          <p14:tracePt t="73678" x="4381500" y="6737350"/>
          <p14:tracePt t="73694" x="4394200" y="6724650"/>
          <p14:tracePt t="74557" x="4387850" y="6718300"/>
          <p14:tracePt t="74563" x="4368800" y="6711950"/>
          <p14:tracePt t="74578" x="4337050" y="6692900"/>
          <p14:tracePt t="74591" x="4305300" y="6686550"/>
          <p14:tracePt t="74608" x="4235450" y="6654800"/>
          <p14:tracePt t="74624" x="4178300" y="6629400"/>
          <p14:tracePt t="74641" x="4051300" y="6559550"/>
          <p14:tracePt t="74657" x="3879850" y="6477000"/>
          <p14:tracePt t="74675" x="3771900" y="6432550"/>
          <p14:tracePt t="74691" x="3562350" y="6362700"/>
          <p14:tracePt t="74708" x="3390900" y="6299200"/>
          <p14:tracePt t="74725" x="3257550" y="6261100"/>
          <p14:tracePt t="74741" x="3187700" y="6242050"/>
          <p14:tracePt t="74757" x="3124200" y="6235700"/>
          <p14:tracePt t="74774" x="3086100" y="6235700"/>
          <p14:tracePt t="74791" x="3086100" y="6229350"/>
          <p14:tracePt t="74807" x="3079750" y="6229350"/>
          <p14:tracePt t="74824" x="3073400" y="6229350"/>
          <p14:tracePt t="74978" x="3067050" y="6229350"/>
          <p14:tracePt t="74985" x="3060700" y="6229350"/>
          <p14:tracePt t="75005" x="3054350" y="6229350"/>
          <p14:tracePt t="75076" x="3048000" y="6229350"/>
          <p14:tracePt t="75168" x="3048000" y="6235700"/>
          <p14:tracePt t="75196" x="3041650" y="6248400"/>
          <p14:tracePt t="75210" x="3035300" y="6248400"/>
          <p14:tracePt t="75216" x="3028950" y="6254750"/>
          <p14:tracePt t="75226" x="3028950" y="6261100"/>
          <p14:tracePt t="75239" x="3022600" y="6261100"/>
          <p14:tracePt t="75256" x="3016250" y="6267450"/>
          <p14:tracePt t="75273" x="3003550" y="6273800"/>
          <p14:tracePt t="75289" x="2984500" y="6286500"/>
          <p14:tracePt t="75306" x="2971800" y="6292850"/>
          <p14:tracePt t="75322" x="2952750" y="6311900"/>
          <p14:tracePt t="75339" x="2933700" y="6318250"/>
          <p14:tracePt t="75357" x="2927350" y="6324600"/>
          <p14:tracePt t="75372" x="2921000" y="6330950"/>
          <p14:tracePt t="75389" x="2914650" y="6337300"/>
          <p14:tracePt t="75959" x="2870200" y="6350000"/>
          <p14:tracePt t="75966" x="2844800" y="6356350"/>
          <p14:tracePt t="75980" x="2806700" y="6356350"/>
          <p14:tracePt t="75989" x="2749550" y="6356350"/>
          <p14:tracePt t="76003" x="2711450" y="6356350"/>
          <p14:tracePt t="76020" x="2660650" y="6356350"/>
          <p14:tracePt t="76037" x="2540000" y="6362700"/>
          <p14:tracePt t="76053" x="2514600" y="6362700"/>
          <p14:tracePt t="76070" x="2476500" y="6362700"/>
          <p14:tracePt t="76086" x="2419350" y="6369050"/>
          <p14:tracePt t="76103" x="2368550" y="6381750"/>
          <p14:tracePt t="76119" x="2343150" y="6381750"/>
          <p14:tracePt t="76137" x="2298700" y="6394450"/>
          <p14:tracePt t="76153" x="2260600" y="6400800"/>
          <p14:tracePt t="76170" x="2235200" y="6407150"/>
          <p14:tracePt t="76186" x="2222500" y="6413500"/>
          <p14:tracePt t="76203" x="2190750" y="6419850"/>
          <p14:tracePt t="76220" x="2165350" y="6419850"/>
          <p14:tracePt t="76236" x="2152650" y="6419850"/>
          <p14:tracePt t="76252" x="2139950" y="6419850"/>
          <p14:tracePt t="76269" x="2120900" y="6419850"/>
          <p14:tracePt t="76302" x="2114550" y="6419850"/>
          <p14:tracePt t="76319" x="2108200" y="6419850"/>
          <p14:tracePt t="76387" x="2101850" y="6419850"/>
          <p14:tracePt t="76403" x="2095500" y="6413500"/>
          <p14:tracePt t="76409" x="2089150" y="6413500"/>
          <p14:tracePt t="76423" x="2082800" y="6413500"/>
          <p14:tracePt t="76435" x="2076450" y="6413500"/>
          <p14:tracePt t="76452" x="2070100" y="6407150"/>
          <p14:tracePt t="76468" x="2063750" y="6407150"/>
          <p14:tracePt t="76485" x="2038350" y="6407150"/>
          <p14:tracePt t="76502" x="2006600" y="6394450"/>
          <p14:tracePt t="76518" x="1993900" y="6394450"/>
          <p14:tracePt t="76535" x="1968500" y="6388100"/>
          <p14:tracePt t="76551" x="1943100" y="6381750"/>
          <p14:tracePt t="76568" x="1936750" y="6381750"/>
          <p14:tracePt t="76585" x="1930400" y="6381750"/>
          <p14:tracePt t="76601" x="1924050" y="6375400"/>
          <p14:tracePt t="76655" x="1917700" y="6375400"/>
          <p14:tracePt t="76971" x="1924050" y="6369050"/>
          <p14:tracePt t="76985" x="1930400" y="6369050"/>
          <p14:tracePt t="76992" x="1943100" y="6369050"/>
          <p14:tracePt t="77006" x="1949450" y="6369050"/>
          <p14:tracePt t="77016" x="1968500" y="6369050"/>
          <p14:tracePt t="77033" x="1993900" y="6369050"/>
          <p14:tracePt t="77049" x="2095500" y="6375400"/>
          <p14:tracePt t="77066" x="2247900" y="6375400"/>
          <p14:tracePt t="77083" x="2444750" y="6381750"/>
          <p14:tracePt t="77099" x="2533650" y="6381750"/>
          <p14:tracePt t="77116" x="2686050" y="6394450"/>
          <p14:tracePt t="77133" x="2781300" y="6400800"/>
          <p14:tracePt t="77149" x="2806700" y="6400800"/>
          <p14:tracePt t="77166" x="2838450" y="6400800"/>
          <p14:tracePt t="77182" x="2851150" y="6400800"/>
          <p14:tracePt t="77199" x="2857500" y="6400800"/>
          <p14:tracePt t="77216" x="2863850" y="6400800"/>
          <p14:tracePt t="77526" x="2895600" y="6407150"/>
          <p14:tracePt t="77532" x="2971800" y="6419850"/>
          <p14:tracePt t="77547" x="3054350" y="6438900"/>
          <p14:tracePt t="77554" x="3143250" y="6457950"/>
          <p14:tracePt t="77568" x="3244850" y="6477000"/>
          <p14:tracePt t="77582" x="3441700" y="6521450"/>
          <p14:tracePt t="77598" x="3517900" y="6540500"/>
          <p14:tracePt t="77614" x="3600450" y="6559550"/>
          <p14:tracePt t="77631" x="3708400" y="6584950"/>
          <p14:tracePt t="77647" x="3784600" y="6604000"/>
          <p14:tracePt t="77664" x="3803650" y="6610350"/>
          <p14:tracePt t="77681" x="3829050" y="6610350"/>
          <p14:tracePt t="77698" x="3835400" y="6616700"/>
          <p14:tracePt t="77750" x="3835400" y="6623050"/>
          <p14:tracePt t="77765" x="3841750" y="6623050"/>
          <p14:tracePt t="77771" x="3854450" y="6623050"/>
          <p14:tracePt t="79379" x="3841750" y="6616700"/>
          <p14:tracePt t="79393" x="3810000" y="6610350"/>
          <p14:tracePt t="79400" x="3765550" y="6578600"/>
          <p14:tracePt t="79409" x="3708400" y="6553200"/>
          <p14:tracePt t="79425" x="3657600" y="6527800"/>
          <p14:tracePt t="79442" x="3613150" y="6496050"/>
          <p14:tracePt t="79458" x="3486150" y="6451600"/>
          <p14:tracePt t="79474" x="3340100" y="6400800"/>
          <p14:tracePt t="79491" x="3219450" y="6362700"/>
          <p14:tracePt t="79509" x="3168650" y="6356350"/>
          <p14:tracePt t="79524" x="3086100" y="6343650"/>
          <p14:tracePt t="79541" x="3041650" y="6343650"/>
          <p14:tracePt t="79574" x="3028950" y="6343650"/>
          <p14:tracePt t="79611" x="3022600" y="6343650"/>
          <p14:tracePt t="80443" x="3022600" y="6337300"/>
          <p14:tracePt t="80450" x="3022600" y="6318250"/>
          <p14:tracePt t="80464" x="3028950" y="6299200"/>
          <p14:tracePt t="80474" x="3041650" y="6280150"/>
          <p14:tracePt t="80488" x="3054350" y="6254750"/>
          <p14:tracePt t="80504" x="3073400" y="6235700"/>
          <p14:tracePt t="80522" x="3136900" y="6134100"/>
          <p14:tracePt t="80538" x="3175000" y="6076950"/>
          <p14:tracePt t="80555" x="3213100" y="6019800"/>
          <p14:tracePt t="80571" x="3333750" y="5880100"/>
          <p14:tracePt t="80588" x="3467100" y="5740400"/>
          <p14:tracePt t="80605" x="3600450" y="5607050"/>
          <p14:tracePt t="80620" x="3657600" y="5543550"/>
          <p14:tracePt t="80637" x="3765550" y="5416550"/>
          <p14:tracePt t="80655" x="3879850" y="5264150"/>
          <p14:tracePt t="80671" x="3943350" y="5181600"/>
          <p14:tracePt t="80688" x="4076700" y="5016500"/>
          <p14:tracePt t="80704" x="4171950" y="4921250"/>
          <p14:tracePt t="80720" x="4203700" y="4889500"/>
          <p14:tracePt t="80737" x="4235450" y="4857750"/>
          <p14:tracePt t="80753" x="4241800" y="4851400"/>
          <p14:tracePt t="80998" x="4241800" y="4857750"/>
          <p14:tracePt t="81012" x="4241800" y="4864100"/>
          <p14:tracePt t="81033" x="4241800" y="4870450"/>
          <p14:tracePt t="81047" x="4241800" y="4876800"/>
          <p14:tracePt t="81068" x="4241800" y="4883150"/>
          <p14:tracePt t="81075" x="4241800" y="4889500"/>
          <p14:tracePt t="81096" x="4241800" y="4895850"/>
          <p14:tracePt t="81105" x="4241800" y="4902200"/>
          <p14:tracePt t="81120" x="4241800" y="4908550"/>
          <p14:tracePt t="81135" x="4241800" y="4914900"/>
          <p14:tracePt t="81153" x="4241800" y="4921250"/>
          <p14:tracePt t="81170" x="4241800" y="4933950"/>
          <p14:tracePt t="81186" x="4241800" y="4940300"/>
          <p14:tracePt t="81202" x="4241800" y="4959350"/>
          <p14:tracePt t="81219" x="4235450" y="4972050"/>
          <p14:tracePt t="81253" x="4235450" y="4978400"/>
          <p14:tracePt t="81269" x="4235450" y="4984750"/>
          <p14:tracePt t="81314" x="4235450" y="4991100"/>
          <p14:tracePt t="81336" x="4235450" y="4997450"/>
          <p14:tracePt t="81356" x="4235450" y="5003800"/>
          <p14:tracePt t="81384" x="4229100" y="5010150"/>
          <p14:tracePt t="81482" x="4222750" y="5010150"/>
          <p14:tracePt t="81974" x="4216400" y="5016500"/>
          <p14:tracePt t="81988" x="4210050" y="5022850"/>
          <p14:tracePt t="81995" x="4203700" y="5035550"/>
          <p14:tracePt t="82010" x="4191000" y="5041900"/>
          <p14:tracePt t="82018" x="4191000" y="5054600"/>
          <p14:tracePt t="82033" x="4184650" y="5060950"/>
          <p14:tracePt t="82050" x="4165600" y="5092700"/>
          <p14:tracePt t="82067" x="4140200" y="5130800"/>
          <p14:tracePt t="82082" x="4121150" y="5162550"/>
          <p14:tracePt t="82099" x="4108450" y="5181600"/>
          <p14:tracePt t="82116" x="4051300" y="5276850"/>
          <p14:tracePt t="82132" x="4032250" y="5308600"/>
          <p14:tracePt t="82150" x="4013200" y="5353050"/>
          <p14:tracePt t="82166" x="3981450" y="5416550"/>
          <p14:tracePt t="82182" x="3949700" y="5480050"/>
          <p14:tracePt t="82198" x="3943350" y="5499100"/>
          <p14:tracePt t="82215" x="3924300" y="5530850"/>
          <p14:tracePt t="82232" x="3917950" y="5556250"/>
          <p14:tracePt t="82249" x="3911600" y="5575300"/>
          <p14:tracePt t="82282" x="3917950" y="5594350"/>
          <p14:tracePt t="82298" x="3924300" y="5594350"/>
          <p14:tracePt t="82315" x="3930650" y="5594350"/>
          <p14:tracePt t="82333" x="3943350" y="5594350"/>
          <p14:tracePt t="83033" x="3937000" y="5594350"/>
          <p14:tracePt t="83040" x="3924300" y="5594350"/>
          <p14:tracePt t="83048" x="3911600" y="5594350"/>
          <p14:tracePt t="83065" x="3898900" y="5594350"/>
          <p14:tracePt t="83079" x="3879850" y="5594350"/>
          <p14:tracePt t="83096" x="3860800" y="5594350"/>
          <p14:tracePt t="83112" x="3841750" y="5588000"/>
          <p14:tracePt t="83129" x="3835400" y="5588000"/>
          <p14:tracePt t="83145" x="3803650" y="5588000"/>
          <p14:tracePt t="83162" x="3771900" y="5600700"/>
          <p14:tracePt t="83178" x="3746500" y="5613400"/>
          <p14:tracePt t="83196" x="3670300" y="5626100"/>
          <p14:tracePt t="83212" x="3562350" y="5651500"/>
          <p14:tracePt t="83229" x="3511550" y="5651500"/>
          <p14:tracePt t="83245" x="3403600" y="5670550"/>
          <p14:tracePt t="83261" x="3308350" y="5664200"/>
          <p14:tracePt t="83278" x="3270250" y="5664200"/>
          <p14:tracePt t="83295" x="3213100" y="5657850"/>
          <p14:tracePt t="83312" x="3175000" y="5657850"/>
          <p14:tracePt t="83328" x="3092450" y="5651500"/>
          <p14:tracePt t="83345" x="2984500" y="5645150"/>
          <p14:tracePt t="83361" x="2933700" y="5645150"/>
          <p14:tracePt t="83378" x="2794000" y="5645150"/>
          <p14:tracePt t="83395" x="2660650" y="5657850"/>
          <p14:tracePt t="83411" x="2584450" y="5657850"/>
          <p14:tracePt t="83428" x="2432050" y="5651500"/>
          <p14:tracePt t="83444" x="2241550" y="5645150"/>
          <p14:tracePt t="83461" x="2152650" y="5645150"/>
          <p14:tracePt t="83478" x="1987550" y="5657850"/>
          <p14:tracePt t="83495" x="1854200" y="5651500"/>
          <p14:tracePt t="83511" x="1778000" y="5645150"/>
          <p14:tracePt t="83528" x="1657350" y="5607050"/>
          <p14:tracePt t="83544" x="1600200" y="5607050"/>
          <p14:tracePt t="83561" x="1574800" y="5607050"/>
          <p14:tracePt t="83577" x="1568450" y="5607050"/>
          <p14:tracePt t="83594" x="1562100" y="5607050"/>
          <p14:tracePt t="83611" x="1555750" y="5613400"/>
          <p14:tracePt t="83651" x="1555750" y="5619750"/>
          <p14:tracePt t="83672" x="1555750" y="5626100"/>
          <p14:tracePt t="83735" x="1555750" y="5632450"/>
          <p14:tracePt t="83911" x="1555750" y="5626100"/>
          <p14:tracePt t="83932" x="1562100" y="5619750"/>
          <p14:tracePt t="83946" x="1574800" y="5613400"/>
          <p14:tracePt t="83953" x="1581150" y="5613400"/>
          <p14:tracePt t="83962" x="1593850" y="5607050"/>
          <p14:tracePt t="83977" x="1606550" y="5600700"/>
          <p14:tracePt t="83992" x="1625600" y="5600700"/>
          <p14:tracePt t="84010" x="1708150" y="5588000"/>
          <p14:tracePt t="84026" x="1860550" y="5588000"/>
          <p14:tracePt t="84043" x="1949450" y="5575300"/>
          <p14:tracePt t="84059" x="2165350" y="5568950"/>
          <p14:tracePt t="84075" x="2406650" y="5543550"/>
          <p14:tracePt t="84092" x="2520950" y="5537200"/>
          <p14:tracePt t="84109" x="2736850" y="5537200"/>
          <p14:tracePt t="84125" x="2901950" y="5537200"/>
          <p14:tracePt t="84142" x="2965450" y="5537200"/>
          <p14:tracePt t="84159" x="3048000" y="5537200"/>
          <p14:tracePt t="84175" x="3079750" y="5537200"/>
          <p14:tracePt t="84193" x="3086100" y="5537200"/>
          <p14:tracePt t="84209" x="3092450" y="5537200"/>
          <p14:tracePt t="84304" x="3092450" y="5530850"/>
          <p14:tracePt t="84367" x="3098800" y="5530850"/>
          <p14:tracePt t="84444" x="3105150" y="5524500"/>
          <p14:tracePt t="84493" x="3111500" y="5524500"/>
          <p14:tracePt t="84509" x="3117850" y="5524500"/>
          <p14:tracePt t="84522" x="3130550" y="5524500"/>
          <p14:tracePt t="84536" x="3143250" y="5524500"/>
          <p14:tracePt t="84543" x="3162300" y="5524500"/>
          <p14:tracePt t="84560" x="3200400" y="5524500"/>
          <p14:tracePt t="84574" x="3270250" y="5530850"/>
          <p14:tracePt t="84590" x="3448050" y="5530850"/>
          <p14:tracePt t="84607" x="3740150" y="5537200"/>
          <p14:tracePt t="84624" x="3956050" y="5549900"/>
          <p14:tracePt t="84641" x="4387850" y="5581650"/>
          <p14:tracePt t="84657" x="4813300" y="5607050"/>
          <p14:tracePt t="84673" x="5022850" y="5607050"/>
          <p14:tracePt t="84690" x="5340350" y="5607050"/>
          <p14:tracePt t="84706" x="5562600" y="5607050"/>
          <p14:tracePt t="84723" x="5645150" y="5613400"/>
          <p14:tracePt t="84741" x="5746750" y="5626100"/>
          <p14:tracePt t="84756" x="5803900" y="5626100"/>
          <p14:tracePt t="84773" x="5822950" y="5626100"/>
          <p14:tracePt t="84790" x="5854700" y="5613400"/>
          <p14:tracePt t="84806" x="5867400" y="5613400"/>
          <p14:tracePt t="84823" x="5880100" y="5613400"/>
          <p14:tracePt t="84826" x="5886450" y="5613400"/>
          <p14:tracePt t="84845" x="5886450" y="5607050"/>
          <p14:tracePt t="84915" x="5892800" y="5607050"/>
          <p14:tracePt t="84985" x="5899150" y="5607050"/>
          <p14:tracePt t="85041" x="5899150" y="5600700"/>
          <p14:tracePt t="85062" x="5899150" y="5588000"/>
          <p14:tracePt t="85076" x="5899150" y="5581650"/>
          <p14:tracePt t="85083" x="5899150" y="5575300"/>
          <p14:tracePt t="85106" x="5892800" y="5568950"/>
          <p14:tracePt t="85125" x="5886450" y="5568950"/>
          <p14:tracePt t="85132" x="5880100" y="5562600"/>
          <p14:tracePt t="85146" x="5867400" y="5562600"/>
          <p14:tracePt t="85156" x="5854700" y="5556250"/>
          <p14:tracePt t="85172" x="5835650" y="5556250"/>
          <p14:tracePt t="85189" x="5797550" y="5556250"/>
          <p14:tracePt t="85205" x="5683250" y="5556250"/>
          <p14:tracePt t="85221" x="5486400" y="5607050"/>
          <p14:tracePt t="85239" x="5213350" y="5664200"/>
          <p14:tracePt t="85254" x="5041900" y="5689600"/>
          <p14:tracePt t="85272" x="4692650" y="5753100"/>
          <p14:tracePt t="85288" x="4356100" y="5784850"/>
          <p14:tracePt t="85305" x="4235450" y="5784850"/>
          <p14:tracePt t="85321" x="3994150" y="5784850"/>
          <p14:tracePt t="85338" x="3790950" y="5784850"/>
          <p14:tracePt t="85354" x="3714750" y="5784850"/>
          <p14:tracePt t="85372" x="3613150" y="5784850"/>
          <p14:tracePt t="85388" x="3549650" y="5784850"/>
          <p14:tracePt t="85404" x="3536950" y="5784850"/>
          <p14:tracePt t="85421" x="3524250" y="5791200"/>
          <p14:tracePt t="85438" x="3511550" y="5791200"/>
          <p14:tracePt t="85497" x="3505200" y="5797550"/>
          <p14:tracePt t="85596" x="3505200" y="5803900"/>
          <p14:tracePt t="85990" x="3505200" y="5734050"/>
          <p14:tracePt t="86004" x="3505200" y="5594350"/>
          <p14:tracePt t="86011" x="3505200" y="5441950"/>
          <p14:tracePt t="86020" x="3517900" y="5226050"/>
          <p14:tracePt t="86035" x="3511550" y="5016500"/>
          <p14:tracePt t="86052" x="3511550" y="4622800"/>
          <p14:tracePt t="86069" x="3511550" y="4127500"/>
          <p14:tracePt t="86085" x="3479800" y="3886200"/>
          <p14:tracePt t="86102" x="3454400" y="3613150"/>
          <p14:tracePt t="86119" x="3302000" y="2857500"/>
          <p14:tracePt t="86136" x="3251200" y="2673350"/>
          <p14:tracePt t="86152" x="3168650" y="2374900"/>
          <p14:tracePt t="86169" x="3136900" y="2273300"/>
          <p14:tracePt t="86185" x="3105150" y="2101850"/>
          <p14:tracePt t="86202" x="3079750" y="1981200"/>
          <p14:tracePt t="86218" x="3060700" y="1943100"/>
          <p14:tracePt t="86235" x="3054350" y="1873250"/>
          <p14:tracePt t="86251" x="3048000" y="1816100"/>
          <p14:tracePt t="86268" x="3041650" y="1790700"/>
          <p14:tracePt t="86284" x="3028950" y="1752600"/>
          <p14:tracePt t="86302" x="3016250" y="1708150"/>
          <p14:tracePt t="86318" x="3003550" y="1682750"/>
          <p14:tracePt t="86321" x="3003550" y="1657350"/>
          <p14:tracePt t="86335" x="2997200" y="1631950"/>
          <p14:tracePt t="86351" x="2990850" y="1549400"/>
          <p14:tracePt t="86367" x="2971800" y="1485900"/>
          <p14:tracePt t="86384" x="2952750" y="1339850"/>
          <p14:tracePt t="86400" x="2921000" y="1168400"/>
          <p14:tracePt t="86417" x="2914650" y="1104900"/>
          <p14:tracePt t="86435" x="2889250" y="1022350"/>
          <p14:tracePt t="86451" x="2882900" y="1009650"/>
          <p14:tracePt t="86468" x="2876550" y="990600"/>
          <p14:tracePt t="86580" x="2870200" y="990600"/>
          <p14:tracePt t="86608" x="2863850" y="996950"/>
          <p14:tracePt t="86622" x="2857500" y="1003300"/>
          <p14:tracePt t="86629" x="2851150" y="1009650"/>
          <p14:tracePt t="86643" x="2838450" y="1016000"/>
          <p14:tracePt t="86652" x="2832100" y="1041400"/>
          <p14:tracePt t="86666" x="2819400" y="1054100"/>
          <p14:tracePt t="86684" x="2774950" y="1117600"/>
          <p14:tracePt t="86700" x="2717800" y="1231900"/>
          <p14:tracePt t="86717" x="2686050" y="1301750"/>
          <p14:tracePt t="86733" x="2654300" y="1377950"/>
          <p14:tracePt t="86750" x="2571750" y="1689100"/>
          <p14:tracePt t="86766" x="2552700" y="1797050"/>
          <p14:tracePt t="86784" x="2520950" y="1962150"/>
          <p14:tracePt t="86799" x="2514600" y="2032000"/>
          <p14:tracePt t="86816" x="2495550" y="2101850"/>
          <p14:tracePt t="86819" x="2495550" y="2114550"/>
          <p14:tracePt t="86839" x="2495550" y="2120900"/>
          <p14:tracePt t="86889" x="2495550" y="2108200"/>
          <p14:tracePt t="86903" x="2501900" y="2101850"/>
          <p14:tracePt t="86910" x="2501900" y="2089150"/>
          <p14:tracePt t="86924" x="2508250" y="2070100"/>
          <p14:tracePt t="86932" x="2514600" y="2038350"/>
          <p14:tracePt t="86949" x="2514600" y="2012950"/>
          <p14:tracePt t="86966" x="2533650" y="1917700"/>
          <p14:tracePt t="86982" x="2559050" y="1784350"/>
          <p14:tracePt t="87000" x="2571750" y="1708150"/>
          <p14:tracePt t="87017" x="2590800" y="1543050"/>
          <p14:tracePt t="87032" x="2609850" y="1371600"/>
          <p14:tracePt t="87049" x="2609850" y="1308100"/>
          <p14:tracePt t="87065" x="2622550" y="1181100"/>
          <p14:tracePt t="87082" x="2622550" y="1143000"/>
          <p14:tracePt t="87098" x="2628900" y="1098550"/>
          <p14:tracePt t="87115" x="2628900" y="1085850"/>
          <p14:tracePt t="87131" x="2628900" y="1079500"/>
          <p14:tracePt t="87148" x="2635250" y="1079500"/>
          <p14:tracePt t="87233" x="2635250" y="1085850"/>
          <p14:tracePt t="87240" x="2635250" y="1092200"/>
          <p14:tracePt t="87254" x="2635250" y="1104900"/>
          <p14:tracePt t="87264" x="2635250" y="1123950"/>
          <p14:tracePt t="87281" x="2635250" y="1155700"/>
          <p14:tracePt t="87299" x="2628900" y="1257300"/>
          <p14:tracePt t="87314" x="2622550" y="1422400"/>
          <p14:tracePt t="87331" x="2622550" y="1511300"/>
          <p14:tracePt t="87334" x="2622550" y="1600200"/>
          <p14:tracePt t="87348" x="2622550" y="1689100"/>
          <p14:tracePt t="87364" x="2622550" y="1765300"/>
          <p14:tracePt t="87381" x="2635250" y="1892300"/>
          <p14:tracePt t="87397" x="2635250" y="1898650"/>
          <p14:tracePt t="87414" x="2635250" y="1905000"/>
          <p14:tracePt t="87431" x="2635250" y="1911350"/>
          <p14:tracePt t="87465" x="2641600" y="1898650"/>
          <p14:tracePt t="87471" x="2647950" y="1885950"/>
          <p14:tracePt t="87485" x="2654300" y="1866900"/>
          <p14:tracePt t="87496" x="2654300" y="1841500"/>
          <p14:tracePt t="87514" x="2660650" y="1790700"/>
          <p14:tracePt t="87531" x="2698750" y="1670050"/>
          <p14:tracePt t="87548" x="2730500" y="1511300"/>
          <p14:tracePt t="87564" x="2768600" y="1365250"/>
          <p14:tracePt t="87580" x="2787650" y="1308100"/>
          <p14:tracePt t="87597" x="2800350" y="1225550"/>
          <p14:tracePt t="87613" x="2800350" y="1168400"/>
          <p14:tracePt t="87630" x="2800350" y="1155700"/>
          <p14:tracePt t="87663" x="2800350" y="1149350"/>
          <p14:tracePt t="87703" x="2806700" y="1149350"/>
          <p14:tracePt t="87752" x="2806700" y="1155700"/>
          <p14:tracePt t="87822" x="2806700" y="1162050"/>
          <p14:tracePt t="87907" x="2806700" y="1168400"/>
          <p14:tracePt t="87984" x="2806700" y="1174750"/>
          <p14:tracePt t="88047" x="2806700" y="1181100"/>
          <p14:tracePt t="88054" x="2806700" y="1187450"/>
          <p14:tracePt t="88075" x="2806700" y="1200150"/>
          <p14:tracePt t="88082" x="2806700" y="1219200"/>
          <p14:tracePt t="88097" x="2806700" y="1250950"/>
          <p14:tracePt t="88111" x="2806700" y="1301750"/>
          <p14:tracePt t="88128" x="2806700" y="1466850"/>
          <p14:tracePt t="88147" x="2806700" y="1663700"/>
          <p14:tracePt t="88161" x="2806700" y="1765300"/>
          <p14:tracePt t="88179" x="2806700" y="1955800"/>
          <p14:tracePt t="88196" x="2806700" y="2076450"/>
          <p14:tracePt t="88211" x="2806700" y="2127250"/>
          <p14:tracePt t="88228" x="2806700" y="2165350"/>
          <p14:tracePt t="88245" x="2806700" y="2178050"/>
          <p14:tracePt t="88261" x="2800350" y="2190750"/>
          <p14:tracePt t="88412" x="2806700" y="2184400"/>
          <p14:tracePt t="89483" x="2813050" y="2190750"/>
          <p14:tracePt t="89491" x="2813050" y="2197100"/>
          <p14:tracePt t="89497" x="2819400" y="2203450"/>
          <p14:tracePt t="89518" x="2825750" y="2216150"/>
          <p14:tracePt t="89532" x="2832100" y="2228850"/>
          <p14:tracePt t="89541" x="2838450" y="2254250"/>
          <p14:tracePt t="89557" x="2851150" y="2279650"/>
          <p14:tracePt t="89573" x="2889250" y="2355850"/>
          <p14:tracePt t="89590" x="2927350" y="2476500"/>
          <p14:tracePt t="89607" x="2952750" y="2546350"/>
          <p14:tracePt t="89624" x="3016250" y="2705100"/>
          <p14:tracePt t="89639" x="3086100" y="2876550"/>
          <p14:tracePt t="89656" x="3117850" y="2971800"/>
          <p14:tracePt t="89673" x="3200400" y="3143250"/>
          <p14:tracePt t="89689" x="3251200" y="3225800"/>
          <p14:tracePt t="89707" x="3352800" y="3390900"/>
          <p14:tracePt t="89723" x="3441700" y="3517900"/>
          <p14:tracePt t="89739" x="3486150" y="3575050"/>
          <p14:tracePt t="89756" x="3575050" y="3702050"/>
          <p14:tracePt t="89772" x="3676650" y="3829050"/>
          <p14:tracePt t="89789" x="3727450" y="3924300"/>
          <p14:tracePt t="89807" x="3854450" y="4102100"/>
          <p14:tracePt t="89823" x="3968750" y="4279900"/>
          <p14:tracePt t="89839" x="4025900" y="4362450"/>
          <p14:tracePt t="89856" x="4121150" y="4527550"/>
          <p14:tracePt t="89872" x="4178300" y="4673600"/>
          <p14:tracePt t="89889" x="4210050" y="4743450"/>
          <p14:tracePt t="89906" x="4229100" y="4800600"/>
          <p14:tracePt t="89922" x="4235450" y="4826000"/>
          <p14:tracePt t="89955" x="4254500" y="4794250"/>
          <p14:tracePt t="90554" x="4273550" y="4826000"/>
          <p14:tracePt t="90561" x="4298950" y="4870450"/>
          <p14:tracePt t="90575" x="4324350" y="4914900"/>
          <p14:tracePt t="90587" x="4362450" y="4965700"/>
          <p14:tracePt t="90602" x="4387850" y="5010150"/>
          <p14:tracePt t="90619" x="4432300" y="5092700"/>
          <p14:tracePt t="90636" x="4476750" y="5194300"/>
          <p14:tracePt t="90654" x="4527550" y="5308600"/>
          <p14:tracePt t="90670" x="4546600" y="5359400"/>
          <p14:tracePt t="90686" x="4584700" y="5518150"/>
          <p14:tracePt t="90702" x="4603750" y="5676900"/>
          <p14:tracePt t="90719" x="4610100" y="5727700"/>
          <p14:tracePt t="90736" x="4622800" y="5778500"/>
          <p14:tracePt t="90752" x="4629150" y="5937250"/>
          <p14:tracePt t="90769" x="4629150" y="5975350"/>
          <p14:tracePt t="90787" x="4629150" y="6026150"/>
          <p14:tracePt t="90803" x="4629150" y="6108700"/>
          <p14:tracePt t="90819" x="4622800" y="6165850"/>
          <p14:tracePt t="90836" x="4597400" y="6216650"/>
          <p14:tracePt t="90852" x="4584700" y="6242050"/>
          <p14:tracePt t="90869" x="4559300" y="6280150"/>
          <p14:tracePt t="90886" x="4546600" y="6318250"/>
          <p14:tracePt t="90902" x="4546600" y="6330950"/>
          <p14:tracePt t="90920" x="4540250" y="6343650"/>
          <p14:tracePt t="96292" x="4533900" y="6343650"/>
          <p14:tracePt t="96313" x="4527550" y="6337300"/>
          <p14:tracePt t="96320" x="4521200" y="6330950"/>
          <p14:tracePt t="96336" x="4514850" y="6324600"/>
          <p14:tracePt t="96350" x="4502150" y="6311900"/>
          <p14:tracePt t="96366" x="4495800" y="6299200"/>
          <p14:tracePt t="96369" x="4489450" y="6292850"/>
          <p14:tracePt t="96386" x="4483100" y="6280150"/>
          <p14:tracePt t="96400" x="4470400" y="6273800"/>
          <p14:tracePt t="96416" x="4451350" y="6242050"/>
          <p14:tracePt t="96434" x="4425950" y="6210300"/>
          <p14:tracePt t="96449" x="4406900" y="6184900"/>
          <p14:tracePt t="96466" x="4381500" y="6140450"/>
          <p14:tracePt t="96483" x="4356100" y="6115050"/>
          <p14:tracePt t="96500" x="4349750" y="6102350"/>
          <p14:tracePt t="96516" x="4330700" y="6083300"/>
          <p14:tracePt t="96533" x="4318000" y="6070600"/>
          <p14:tracePt t="96549" x="4311650" y="6070600"/>
          <p14:tracePt t="96566" x="4305300" y="6064250"/>
          <p14:tracePt t="96583" x="4298950" y="6051550"/>
          <p14:tracePt t="96599" x="4292600" y="6051550"/>
          <p14:tracePt t="96616" x="4286250" y="6038850"/>
          <p14:tracePt t="96632" x="4279900" y="6026150"/>
          <p14:tracePt t="96650" x="4273550" y="6026150"/>
          <p14:tracePt t="96665" x="4260850" y="6013450"/>
          <p14:tracePt t="96682" x="4254500" y="6007100"/>
          <p14:tracePt t="96698" x="4229100" y="5975350"/>
          <p14:tracePt t="96716" x="4184650" y="5924550"/>
          <p14:tracePt t="96732" x="4159250" y="5892800"/>
          <p14:tracePt t="96749" x="4108450" y="5816600"/>
          <p14:tracePt t="96765" x="4044950" y="5727700"/>
          <p14:tracePt t="96782" x="4025900" y="5683250"/>
          <p14:tracePt t="96799" x="3975100" y="5581650"/>
          <p14:tracePt t="96815" x="3917950" y="5448300"/>
          <p14:tracePt t="96832" x="3886200" y="5353050"/>
          <p14:tracePt t="96849" x="3835400" y="5168900"/>
          <p14:tracePt t="96865" x="3784600" y="4984750"/>
          <p14:tracePt t="96883" x="3752850" y="4819650"/>
          <p14:tracePt t="96898" x="3733800" y="4737100"/>
          <p14:tracePt t="96914" x="3695700" y="4584700"/>
          <p14:tracePt t="96931" x="3676650" y="4502150"/>
          <p14:tracePt t="96948" x="3613150" y="4368800"/>
          <p14:tracePt t="96965" x="3600450" y="4305300"/>
          <p14:tracePt t="96982" x="3587750" y="4298950"/>
          <p14:tracePt t="97407" x="3587750" y="4248150"/>
          <p14:tracePt t="97415" x="3587750" y="4171950"/>
          <p14:tracePt t="97422" x="3587750" y="4083050"/>
          <p14:tracePt t="97436" x="3556000" y="3968750"/>
          <p14:tracePt t="97446" x="3530600" y="3860800"/>
          <p14:tracePt t="97463" x="3511550" y="3721100"/>
          <p14:tracePt t="97480" x="3441700" y="3454400"/>
          <p14:tracePt t="97496" x="3409950" y="3213100"/>
          <p14:tracePt t="97512" x="3390900" y="3079750"/>
          <p14:tracePt t="97529" x="3346450" y="2755900"/>
          <p14:tracePt t="97545" x="3321050" y="2584450"/>
          <p14:tracePt t="97564" x="3251200" y="2146300"/>
          <p14:tracePt t="97579" x="3232150" y="2051050"/>
          <p14:tracePt t="97596" x="3225800" y="1974850"/>
          <p14:tracePt t="97613" x="3206750" y="1841500"/>
          <p14:tracePt t="97628" x="3206750" y="1822450"/>
          <p14:tracePt t="97645" x="3200400" y="1797050"/>
          <p14:tracePt t="97662" x="3200400" y="1765300"/>
          <p14:tracePt t="97679" x="3181350" y="1727200"/>
          <p14:tracePt t="97696" x="3175000" y="1676400"/>
          <p14:tracePt t="97712" x="3162300" y="1644650"/>
          <p14:tracePt t="97729" x="3143250" y="1562100"/>
          <p14:tracePt t="97746" x="3117850" y="1511300"/>
          <p14:tracePt t="97761" x="3092450" y="1485900"/>
          <p14:tracePt t="97779" x="3067050" y="1454150"/>
          <p14:tracePt t="97795" x="3035300" y="1409700"/>
          <p14:tracePt t="97811" x="3022600" y="1377950"/>
          <p14:tracePt t="97828" x="3003550" y="1346200"/>
          <p14:tracePt t="97845" x="2971800" y="1257300"/>
          <p14:tracePt t="97861" x="2965450" y="1238250"/>
          <p14:tracePt t="97878" x="2959100" y="1212850"/>
          <p14:tracePt t="97895" x="2952750" y="1174750"/>
          <p14:tracePt t="97911" x="2952750" y="1155700"/>
          <p14:tracePt t="97914" x="2952750" y="1143000"/>
          <p14:tracePt t="97934" x="2952750" y="1136650"/>
          <p14:tracePt t="98068" x="2952750" y="1143000"/>
          <p14:tracePt t="98075" x="2952750" y="1149350"/>
          <p14:tracePt t="98089" x="2952750" y="1162050"/>
          <p14:tracePt t="98096" x="2952750" y="1168400"/>
          <p14:tracePt t="98113" x="2952750" y="1181100"/>
          <p14:tracePt t="98127" x="2952750" y="1238250"/>
          <p14:tracePt t="98145" x="2952750" y="1301750"/>
          <p14:tracePt t="98160" x="2959100" y="1441450"/>
          <p14:tracePt t="98176" x="2959100" y="1517650"/>
          <p14:tracePt t="98193" x="2978150" y="1676400"/>
          <p14:tracePt t="98210" x="2984500" y="1790700"/>
          <p14:tracePt t="98227" x="2984500" y="1822450"/>
          <p14:tracePt t="98244" x="2990850" y="1873250"/>
          <p14:tracePt t="98260" x="2990850" y="1892300"/>
          <p14:tracePt t="98277" x="2990850" y="1898650"/>
          <p14:tracePt t="98335" x="2997200" y="1898650"/>
          <p14:tracePt t="98349" x="2997200" y="1879600"/>
          <p14:tracePt t="98356" x="2997200" y="1854200"/>
          <p14:tracePt t="98370" x="2997200" y="1835150"/>
          <p14:tracePt t="98379" x="3009900" y="1790700"/>
          <p14:tracePt t="98393" x="3009900" y="1733550"/>
          <p14:tracePt t="98410" x="3016250" y="1568450"/>
          <p14:tracePt t="98426" x="3016250" y="1492250"/>
          <p14:tracePt t="98442" x="3016250" y="1327150"/>
          <p14:tracePt t="98459" x="3016250" y="1187450"/>
          <p14:tracePt t="98476" x="3003550" y="1130300"/>
          <p14:tracePt t="98492" x="2990850" y="1035050"/>
          <p14:tracePt t="98509" x="2990850" y="1028700"/>
          <p14:tracePt t="98529" x="2984500" y="1022350"/>
          <p14:tracePt t="98582" x="2984500" y="1035050"/>
          <p14:tracePt t="98596" x="2984500" y="1060450"/>
          <p14:tracePt t="98603" x="2984500" y="1085850"/>
          <p14:tracePt t="98617" x="2990850" y="1136650"/>
          <p14:tracePt t="98628" x="2990850" y="1174750"/>
          <p14:tracePt t="98642" x="2997200" y="1250950"/>
          <p14:tracePt t="98659" x="3016250" y="1397000"/>
          <p14:tracePt t="98675" x="3028950" y="1562100"/>
          <p14:tracePt t="98692" x="3028950" y="1638300"/>
          <p14:tracePt t="98708" x="3028950" y="1739900"/>
          <p14:tracePt t="98725" x="3035300" y="1809750"/>
          <p14:tracePt t="98742" x="3041650" y="1835150"/>
          <p14:tracePt t="98759" x="3041650" y="1860550"/>
          <p14:tracePt t="98775" x="3041650" y="1866900"/>
          <p14:tracePt t="98809" x="3041650" y="1873250"/>
          <p14:tracePt t="98829" x="3041650" y="1879600"/>
          <p14:tracePt t="98844" x="3041650" y="1885950"/>
          <p14:tracePt t="98858" x="3048000" y="1892300"/>
          <p14:tracePt t="98874" x="3048000" y="1905000"/>
          <p14:tracePt t="98891" x="3073400" y="1962150"/>
          <p14:tracePt t="98907" x="3105150" y="2063750"/>
          <p14:tracePt t="98924" x="3130550" y="2152650"/>
          <p14:tracePt t="98927" x="3162300" y="2254250"/>
          <p14:tracePt t="98942" x="3200400" y="2374900"/>
          <p14:tracePt t="98958" x="3314700" y="2730500"/>
          <p14:tracePt t="98974" x="3409950" y="2997200"/>
          <p14:tracePt t="98991" x="3606800" y="3619500"/>
          <p14:tracePt t="99007" x="3841750" y="4305300"/>
          <p14:tracePt t="99023" x="3981450" y="4622800"/>
          <p14:tracePt t="99041" x="4197350" y="5137150"/>
          <p14:tracePt t="99057" x="4330700" y="5422900"/>
          <p14:tracePt t="99074" x="4419600" y="5575300"/>
          <p14:tracePt t="99091" x="4445000" y="5619750"/>
          <p14:tracePt t="99107" x="4451350" y="5657850"/>
          <p14:tracePt t="99124" x="4470400" y="5727700"/>
          <p14:tracePt t="99140" x="4470400" y="5753100"/>
          <p14:tracePt t="99157" x="4464050" y="5765800"/>
          <p14:tracePt t="99173" x="4445000" y="5797550"/>
          <p14:tracePt t="99190" x="4425950" y="5829300"/>
          <p14:tracePt t="99206" x="4413250" y="5854700"/>
          <p14:tracePt t="99224" x="4375150" y="5886450"/>
          <p14:tracePt t="99240" x="4337050" y="5918200"/>
          <p14:tracePt t="99258" x="4286250" y="5930900"/>
          <p14:tracePt t="99273" x="4254500" y="5949950"/>
          <p14:tracePt t="99289" x="4184650" y="5962650"/>
          <p14:tracePt t="99307" x="4114800" y="5969000"/>
          <p14:tracePt t="99323" x="4070350" y="5981700"/>
          <p14:tracePt t="99340" x="3994150" y="5975350"/>
          <p14:tracePt t="99356" x="3911600" y="5962650"/>
          <p14:tracePt t="99373" x="3854450" y="5943600"/>
          <p14:tracePt t="99391" x="3797300" y="5911850"/>
          <p14:tracePt t="99406" x="3556000" y="5803900"/>
          <p14:tracePt t="99423" x="3460750" y="5759450"/>
          <p14:tracePt t="99441" x="3302000" y="5689600"/>
          <p14:tracePt t="99455" x="3219450" y="5657850"/>
          <p14:tracePt t="99472" x="3054350" y="5619750"/>
          <p14:tracePt t="99490" x="2870200" y="5600700"/>
          <p14:tracePt t="99505" x="2768600" y="5588000"/>
          <p14:tracePt t="99522" x="2590800" y="5568950"/>
          <p14:tracePt t="99539" x="2419350" y="5549900"/>
          <p14:tracePt t="99556" x="2343150" y="5549900"/>
          <p14:tracePt t="99573" x="2190750" y="5549900"/>
          <p14:tracePt t="99589" x="2051050" y="5562600"/>
          <p14:tracePt t="99605" x="2000250" y="5562600"/>
          <p14:tracePt t="99623" x="1917700" y="5562600"/>
          <p14:tracePt t="99638" x="1841500" y="5568950"/>
          <p14:tracePt t="99655" x="1816100" y="5575300"/>
          <p14:tracePt t="99673" x="1765300" y="5588000"/>
          <p14:tracePt t="99688" x="1746250" y="5588000"/>
          <p14:tracePt t="99705" x="1733550" y="5588000"/>
          <p14:tracePt t="99721" x="1714500" y="5594350"/>
          <p14:tracePt t="99742" x="1708150" y="5594350"/>
          <p14:tracePt t="99790" x="1701800" y="5594350"/>
          <p14:tracePt t="99812" x="1708150" y="5594350"/>
          <p14:tracePt t="99819" x="1720850" y="5600700"/>
          <p14:tracePt t="99826" x="1752600" y="5607050"/>
          <p14:tracePt t="99841" x="1778000" y="5607050"/>
          <p14:tracePt t="99854" x="1816100" y="5613400"/>
          <p14:tracePt t="99870" x="1955800" y="5613400"/>
          <p14:tracePt t="99888" x="2044700" y="5613400"/>
          <p14:tracePt t="99905" x="2311400" y="5607050"/>
          <p14:tracePt t="99921" x="2635250" y="5588000"/>
          <p14:tracePt t="99939" x="2825750" y="5575300"/>
          <p14:tracePt t="99941" x="3041650" y="5562600"/>
          <p14:tracePt t="99954" x="3244850" y="5562600"/>
          <p14:tracePt t="99971" x="3676650" y="5530850"/>
          <p14:tracePt t="99988" x="3867150" y="5518150"/>
          <p14:tracePt t="100004" x="4171950" y="5486400"/>
          <p14:tracePt t="100020" x="4311650" y="5473700"/>
          <p14:tracePt t="100037" x="4692650" y="5435600"/>
          <p14:tracePt t="100053" x="4794250" y="5435600"/>
          <p14:tracePt t="100070" x="4883150" y="5435600"/>
          <p14:tracePt t="100087" x="5003800" y="5435600"/>
          <p14:tracePt t="100104" x="5029200" y="5435600"/>
          <p14:tracePt t="100137" x="5029200" y="5429250"/>
          <p14:tracePt t="100153" x="4997450" y="5429250"/>
          <p14:tracePt t="100171" x="4889500" y="5410200"/>
          <p14:tracePt t="100186" x="4800600" y="5397500"/>
          <p14:tracePt t="100203" x="4610100" y="5397500"/>
          <p14:tracePt t="100220" x="4470400" y="5403850"/>
          <p14:tracePt t="100236" x="4159250" y="5448300"/>
          <p14:tracePt t="100253" x="3860800" y="5486400"/>
          <p14:tracePt t="100270" x="3613150" y="5537200"/>
          <p14:tracePt t="100286" x="3511550" y="5556250"/>
          <p14:tracePt t="100304" x="3435350" y="5568950"/>
          <p14:tracePt t="100319" x="3206750" y="5626100"/>
          <p14:tracePt t="100336" x="3155950" y="5638800"/>
          <p14:tracePt t="100353" x="3105150" y="5651500"/>
          <p14:tracePt t="100369" x="3092450" y="5657850"/>
          <p14:tracePt t="100386" x="3079750" y="5664200"/>
          <p14:tracePt t="100403" x="3073400" y="5664200"/>
          <p14:tracePt t="100430" x="3073400" y="5670550"/>
          <p14:tracePt t="100451" x="3079750" y="5670550"/>
          <p14:tracePt t="100472" x="3098800" y="5670550"/>
          <p14:tracePt t="100479" x="3136900" y="5664200"/>
          <p14:tracePt t="100493" x="3200400" y="5664200"/>
          <p14:tracePt t="100502" x="3302000" y="5657850"/>
          <p14:tracePt t="100518" x="3422650" y="5645150"/>
          <p14:tracePt t="100536" x="3708400" y="5600700"/>
          <p14:tracePt t="100552" x="4127500" y="5549900"/>
          <p14:tracePt t="100569" x="4343400" y="5518150"/>
          <p14:tracePt t="100585" x="4660900" y="5473700"/>
          <p14:tracePt t="100601" x="4908550" y="5429250"/>
          <p14:tracePt t="100619" x="4991100" y="5422900"/>
          <p14:tracePt t="100635" x="5073650" y="5403850"/>
          <p14:tracePt t="100651" x="5086350" y="5397500"/>
          <p14:tracePt t="100690" x="5086350" y="5403850"/>
          <p14:tracePt t="100711" x="5073650" y="5403850"/>
          <p14:tracePt t="100725" x="5041900" y="5403850"/>
          <p14:tracePt t="100732" x="5003800" y="5403850"/>
          <p14:tracePt t="100739" x="4940300" y="5410200"/>
          <p14:tracePt t="100754" x="4889500" y="5416550"/>
          <p14:tracePt t="100768" x="4800600" y="5429250"/>
          <p14:tracePt t="100785" x="4591050" y="5467350"/>
          <p14:tracePt t="100801" x="4464050" y="5486400"/>
          <p14:tracePt t="100818" x="4152900" y="5537200"/>
          <p14:tracePt t="100834" x="3816350" y="5568950"/>
          <p14:tracePt t="100852" x="3448050" y="5594350"/>
          <p14:tracePt t="100868" x="3276600" y="5619750"/>
          <p14:tracePt t="100884" x="2997200" y="5632450"/>
          <p14:tracePt t="100901" x="2813050" y="5651500"/>
          <p14:tracePt t="100917" x="2762250" y="5657850"/>
          <p14:tracePt t="100933" x="2730500" y="5664200"/>
          <p14:tracePt t="100937" x="2717800" y="5664200"/>
          <p14:tracePt t="100951" x="2711450" y="5670550"/>
          <p14:tracePt t="100968" x="2717800" y="5676900"/>
          <p14:tracePt t="100986" x="2768600" y="5676900"/>
          <p14:tracePt t="101455" x="2794000" y="5702300"/>
          <p14:tracePt t="101462" x="2838450" y="5740400"/>
          <p14:tracePt t="101476" x="2876550" y="5772150"/>
          <p14:tracePt t="101485" x="2921000" y="5810250"/>
          <p14:tracePt t="101499" x="2965450" y="5848350"/>
          <p14:tracePt t="101516" x="3067050" y="5911850"/>
          <p14:tracePt t="101533" x="3194050" y="5981700"/>
          <p14:tracePt t="101549" x="3276600" y="6007100"/>
          <p14:tracePt t="101565" x="3327400" y="6026150"/>
          <p14:tracePt t="101581" x="3473450" y="6076950"/>
          <p14:tracePt t="101598" x="3568700" y="6102350"/>
          <p14:tracePt t="101616" x="3600450" y="6108700"/>
          <p14:tracePt t="101632" x="3625850" y="6121400"/>
          <p14:tracePt t="101649" x="3651250" y="6127750"/>
          <p14:tracePt t="101666" x="3670300" y="6134100"/>
          <p14:tracePt t="101681" x="3676650" y="6134100"/>
          <p14:tracePt t="101697" x="3683000" y="6134100"/>
          <p14:tracePt t="101743" x="3689350" y="6140450"/>
          <p14:tracePt t="101778" x="3695700" y="6146800"/>
          <p14:tracePt t="101785" x="3702050" y="6153150"/>
          <p14:tracePt t="101797" x="3708400" y="6159500"/>
          <p14:tracePt t="101815" x="3733800" y="6184900"/>
          <p14:tracePt t="101831" x="3752850" y="6197600"/>
          <p14:tracePt t="101847" x="3778250" y="6210300"/>
          <p14:tracePt t="101864" x="3886200" y="6280150"/>
          <p14:tracePt t="101880" x="3917950" y="6305550"/>
          <p14:tracePt t="101898" x="3981450" y="6337300"/>
          <p14:tracePt t="101914" x="4013200" y="6343650"/>
          <p14:tracePt t="101931" x="4057650" y="6362700"/>
          <p14:tracePt t="101934" x="4064000" y="6362700"/>
          <p14:tracePt t="101949" x="4083050" y="6369050"/>
          <p14:tracePt t="101968" x="4089400" y="6375400"/>
          <p14:tracePt t="102003" x="4089400" y="6381750"/>
          <p14:tracePt t="102449" x="4114800" y="6381750"/>
          <p14:tracePt t="102456" x="4152900" y="6381750"/>
          <p14:tracePt t="102465" x="4203700" y="6381750"/>
          <p14:tracePt t="102481" x="4248150" y="6388100"/>
          <p14:tracePt t="102495" x="4286250" y="6394450"/>
          <p14:tracePt t="102512" x="4394200" y="6394450"/>
          <p14:tracePt t="102529" x="4508500" y="6407150"/>
          <p14:tracePt t="102545" x="4597400" y="6413500"/>
          <p14:tracePt t="102562" x="4813300" y="6413500"/>
          <p14:tracePt t="102578" x="5054600" y="6413500"/>
          <p14:tracePt t="102594" x="5181600" y="6413500"/>
          <p14:tracePt t="102612" x="5416550" y="6413500"/>
          <p14:tracePt t="102627" x="5607050" y="6413500"/>
          <p14:tracePt t="102644" x="5683250" y="6413500"/>
          <p14:tracePt t="102661" x="5753100" y="6413500"/>
          <p14:tracePt t="102677" x="5829300" y="6400800"/>
          <p14:tracePt t="102694" x="5861050" y="6400800"/>
          <p14:tracePt t="102711" x="5873750" y="6400800"/>
          <p14:tracePt t="102727" x="5880100" y="6400800"/>
          <p14:tracePt t="102787" x="5861050" y="6400800"/>
          <p14:tracePt t="102801" x="5835650" y="6419850"/>
          <p14:tracePt t="102808" x="5810250" y="6426200"/>
          <p14:tracePt t="102823" x="5765800" y="6432550"/>
          <p14:tracePt t="102830" x="5715000" y="6445250"/>
          <p14:tracePt t="102844" x="5651500" y="6451600"/>
          <p14:tracePt t="102860" x="5467350" y="6464300"/>
          <p14:tracePt t="102877" x="5340350" y="6470650"/>
          <p14:tracePt t="102893" x="5080000" y="6483350"/>
          <p14:tracePt t="102910" x="4781550" y="6502400"/>
          <p14:tracePt t="102927" x="4495800" y="6540500"/>
          <p14:tracePt t="102943" x="4381500" y="6559550"/>
          <p14:tracePt t="102960" x="4279900" y="6559550"/>
          <p14:tracePt t="102977" x="4025900" y="6578600"/>
          <p14:tracePt t="102993" x="3968750" y="6584950"/>
          <p14:tracePt t="103010" x="3930650" y="6604000"/>
          <p14:tracePt t="103026" x="3879850" y="6610350"/>
          <p14:tracePt t="103043" x="3860800" y="6616700"/>
          <p14:tracePt t="103060" x="3860800" y="6623050"/>
          <p14:tracePt t="103076" x="3860800" y="6629400"/>
          <p14:tracePt t="103103" x="3860800" y="6635750"/>
          <p14:tracePt t="103202" x="3867150" y="6635750"/>
          <p14:tracePt t="103209" x="3867150" y="6629400"/>
          <p14:tracePt t="103229" x="3873500" y="6629400"/>
          <p14:tracePt t="103237" x="3879850" y="6629400"/>
          <p14:tracePt t="103251" x="3892550" y="6629400"/>
          <p14:tracePt t="103259" x="3905250" y="6629400"/>
          <p14:tracePt t="103275" x="3917950" y="6629400"/>
          <p14:tracePt t="103292" x="3930650" y="6623050"/>
          <p14:tracePt t="104125" x="3917950" y="6604000"/>
          <p14:tracePt t="104132" x="3879850" y="6565900"/>
          <p14:tracePt t="104146" x="3848100" y="6521450"/>
          <p14:tracePt t="104155" x="3797300" y="6477000"/>
          <p14:tracePt t="104172" x="3727450" y="6426200"/>
          <p14:tracePt t="104189" x="3575050" y="6299200"/>
          <p14:tracePt t="104205" x="3378200" y="6184900"/>
          <p14:tracePt t="104222" x="3282950" y="6134100"/>
          <p14:tracePt t="104238" x="3073400" y="6057900"/>
          <p14:tracePt t="104255" x="2876550" y="6000750"/>
          <p14:tracePt t="104273" x="2660650" y="5969000"/>
          <p14:tracePt t="104289" x="2565400" y="5949950"/>
          <p14:tracePt t="104305" x="2387600" y="5937250"/>
          <p14:tracePt t="104322" x="2247900" y="5937250"/>
          <p14:tracePt t="104338" x="2216150" y="5956300"/>
          <p14:tracePt t="104355" x="2184400" y="5956300"/>
          <p14:tracePt t="104372" x="2114550" y="5981700"/>
          <p14:tracePt t="104388" x="2082800" y="5988050"/>
          <p14:tracePt t="104405" x="2070100" y="6007100"/>
          <p14:tracePt t="104421" x="2044700" y="6019800"/>
          <p14:tracePt t="104438" x="2025650" y="6038850"/>
          <p14:tracePt t="104456" x="1993900" y="6051550"/>
          <p14:tracePt t="104471" x="1981200" y="6051550"/>
          <p14:tracePt t="104487" x="1943100" y="6064250"/>
          <p14:tracePt t="104505" x="1905000" y="6083300"/>
          <p14:tracePt t="104521" x="1885950" y="6096000"/>
          <p14:tracePt t="104538" x="1841500" y="6115050"/>
          <p14:tracePt t="104554" x="1816100" y="6134100"/>
          <p14:tracePt t="104571" x="1809750" y="6140450"/>
          <p14:tracePt t="104588" x="1803400" y="6140450"/>
          <p14:tracePt t="104604" x="1797050" y="6146800"/>
          <p14:tracePt t="104645" x="1790700" y="6153150"/>
          <p14:tracePt t="104722" x="1784350" y="6153150"/>
          <p14:tracePt t="104743" x="1784350" y="6159500"/>
          <p14:tracePt t="104764" x="1784350" y="6165850"/>
          <p14:tracePt t="104785" x="1784350" y="6172200"/>
          <p14:tracePt t="104792" x="1778000" y="6172200"/>
          <p14:tracePt t="104813" x="1778000" y="6178550"/>
          <p14:tracePt t="104862" x="1778000" y="6184900"/>
          <p14:tracePt t="104883" x="1778000" y="6191250"/>
          <p14:tracePt t="104905" x="1778000" y="6197600"/>
          <p14:tracePt t="104967" x="1778000" y="6203950"/>
          <p14:tracePt t="105045" x="1784350" y="6210300"/>
          <p14:tracePt t="105143" x="1784350" y="6203950"/>
          <p14:tracePt t="105185" x="1790700" y="6203950"/>
          <p14:tracePt t="105228" x="1797050" y="6197600"/>
          <p14:tracePt t="105249" x="1803400" y="6197600"/>
          <p14:tracePt t="105255" x="1816100" y="6197600"/>
          <p14:tracePt t="105272" x="1828800" y="6191250"/>
          <p14:tracePt t="105285" x="1873250" y="6191250"/>
          <p14:tracePt t="105302" x="1911350" y="6191250"/>
          <p14:tracePt t="105319" x="2012950" y="6191250"/>
          <p14:tracePt t="105335" x="2076450" y="6191250"/>
          <p14:tracePt t="105352" x="2254250" y="6191250"/>
          <p14:tracePt t="105368" x="2495550" y="6197600"/>
          <p14:tracePt t="105385" x="2635250" y="6197600"/>
          <p14:tracePt t="105401" x="2927350" y="6191250"/>
          <p14:tracePt t="105419" x="3295650" y="6191250"/>
          <p14:tracePt t="105435" x="3435350" y="6178550"/>
          <p14:tracePt t="105452" x="3683000" y="6178550"/>
          <p14:tracePt t="105468" x="3898900" y="6172200"/>
          <p14:tracePt t="105485" x="3981450" y="6172200"/>
          <p14:tracePt t="105501" x="4083050" y="6172200"/>
          <p14:tracePt t="105518" x="4146550" y="6178550"/>
          <p14:tracePt t="105535" x="4165600" y="6178550"/>
          <p14:tracePt t="105551" x="4191000" y="6178550"/>
          <p14:tracePt t="105568" x="4203700" y="6178550"/>
          <p14:tracePt t="105584" x="4216400" y="6178550"/>
          <p14:tracePt t="105601" x="4235450" y="6178550"/>
          <p14:tracePt t="105617" x="4241800" y="6172200"/>
          <p14:tracePt t="105635" x="4273550" y="6172200"/>
          <p14:tracePt t="105651" x="4298950" y="6172200"/>
          <p14:tracePt t="105667" x="4311650" y="6172200"/>
          <p14:tracePt t="105684" x="4349750" y="6172200"/>
          <p14:tracePt t="105700" x="4425950" y="6159500"/>
          <p14:tracePt t="105717" x="4495800" y="6153150"/>
          <p14:tracePt t="105734" x="4673600" y="6140450"/>
          <p14:tracePt t="105750" x="4864100" y="6121400"/>
          <p14:tracePt t="105769" x="5054600" y="6115050"/>
          <p14:tracePt t="105783" x="5156200" y="6102350"/>
          <p14:tracePt t="105800" x="5346700" y="6102350"/>
          <p14:tracePt t="105817" x="5435600" y="6108700"/>
          <p14:tracePt t="105833" x="5556250" y="6121400"/>
          <p14:tracePt t="105850" x="5626100" y="6134100"/>
          <p14:tracePt t="105867" x="5651500" y="6146800"/>
          <p14:tracePt t="105900" x="5657850" y="6146800"/>
          <p14:tracePt t="105951" x="5651500" y="6153150"/>
          <p14:tracePt t="105972" x="5645150" y="6159500"/>
          <p14:tracePt t="105979" x="5632450" y="6159500"/>
          <p14:tracePt t="105987" x="5619750" y="6172200"/>
          <p14:tracePt t="106003" x="5607050" y="6184900"/>
          <p14:tracePt t="106016" x="5588000" y="6197600"/>
          <p14:tracePt t="106032" x="5581650" y="6203950"/>
          <p14:tracePt t="107575" x="5543550" y="6229350"/>
          <p14:tracePt t="107582" x="5480050" y="6254750"/>
          <p14:tracePt t="107597" x="5397500" y="6286500"/>
          <p14:tracePt t="107610" x="5314950" y="6318250"/>
          <p14:tracePt t="107627" x="5168900" y="6362700"/>
          <p14:tracePt t="107645" x="5060950" y="6381750"/>
          <p14:tracePt t="107660" x="5010150" y="6381750"/>
          <p14:tracePt t="107677" x="4946650" y="6388100"/>
          <p14:tracePt t="107694" x="4838700" y="6400800"/>
          <p14:tracePt t="107709" x="4787900" y="6400800"/>
          <p14:tracePt t="107727" x="4641850" y="6407150"/>
          <p14:tracePt t="107743" x="4464050" y="6394450"/>
          <p14:tracePt t="107760" x="4375150" y="6388100"/>
          <p14:tracePt t="107776" x="4216400" y="6337300"/>
          <p14:tracePt t="107793" x="4051300" y="6254750"/>
          <p14:tracePt t="107810" x="3981450" y="6203950"/>
          <p14:tracePt t="107827" x="3924300" y="6134100"/>
          <p14:tracePt t="107842" x="3784600" y="5803900"/>
          <p14:tracePt t="107860" x="3752850" y="5689600"/>
          <p14:tracePt t="107877" x="3721100" y="5499100"/>
          <p14:tracePt t="107893" x="3714750" y="5416550"/>
          <p14:tracePt t="107909" x="3714750" y="5302250"/>
          <p14:tracePt t="107926" x="3714750" y="5226050"/>
          <p14:tracePt t="107943" x="3714750" y="5194300"/>
          <p14:tracePt t="107959" x="3714750" y="5175250"/>
          <p14:tracePt t="107976" x="3714750" y="5168900"/>
          <p14:tracePt t="108009" x="3721100" y="5168900"/>
          <p14:tracePt t="108038" x="3721100" y="5181600"/>
          <p14:tracePt t="108046" x="3721100" y="5213350"/>
          <p14:tracePt t="108059" x="3721100" y="5251450"/>
          <p14:tracePt t="108075" x="3727450" y="5378450"/>
          <p14:tracePt t="108091" x="3740150" y="5441950"/>
          <p14:tracePt t="108109" x="3746500" y="5600700"/>
          <p14:tracePt t="108125" x="3765550" y="5803900"/>
          <p14:tracePt t="108142" x="3778250" y="5905500"/>
          <p14:tracePt t="108159" x="3816350" y="6089650"/>
          <p14:tracePt t="108175" x="3835400" y="6165850"/>
          <p14:tracePt t="108193" x="3930650" y="6324600"/>
          <p14:tracePt t="108208" x="3981450" y="6394450"/>
          <p14:tracePt t="108225" x="4006850" y="6464300"/>
          <p14:tracePt t="108242" x="4089400" y="6604000"/>
          <p14:tracePt t="108258" x="4165600" y="6705600"/>
          <p14:tracePt t="108275" x="4184650" y="6724650"/>
          <p14:tracePt t="108292" x="4222750" y="6762750"/>
          <p14:tracePt t="108307" x="4248150" y="6775450"/>
          <p14:tracePt t="108325" x="4254500" y="6781800"/>
          <p14:tracePt t="108341" x="4260850" y="6781800"/>
          <p14:tracePt t="108358" x="4273550" y="6775450"/>
          <p14:tracePt t="108375" x="4286250" y="6762750"/>
          <p14:tracePt t="108391" x="4298950" y="6750050"/>
          <p14:tracePt t="108408" x="4343400" y="6705600"/>
          <p14:tracePt t="108424" x="4362450" y="66865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</a:t>
            </a:r>
            <a:r>
              <a:rPr lang="en-US" altLang="en-US" sz="220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'__doc__',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</a:t>
            </a:r>
            <a:r>
              <a:rPr lang="en-US" altLang="en-US" sz="2200" b="1" spc="-100" dirty="0">
                <a:solidFill>
                  <a:srgbClr val="C40C94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b="1" spc="-100" dirty="0">
                <a:solidFill>
                  <a:srgbClr val="C40C94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</a:t>
            </a:r>
            <a:r>
              <a:rPr lang="en-US" altLang="en-US" sz="2200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delattr</a:t>
            </a:r>
            <a:r>
              <a:rPr lang="en-US" sz="2200" b="1" spc="-1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Implement 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delattr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(self, name).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getattribute</a:t>
            </a:r>
            <a:r>
              <a:rPr lang="en-US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Return 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getattr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(self, name).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setattr</a:t>
            </a:r>
            <a:r>
              <a:rPr lang="en-US" sz="2200" b="1" spc="-1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Implement 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setattr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(self, name, value).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11" name="Audio 10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515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153"/>
    </mc:Choice>
    <mc:Fallback xmlns="">
      <p:transition spd="slow" advTm="1161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4" grpId="0" animBg="1"/>
      <p:bldP spid="5" grpId="0" animBg="1"/>
    </p:bldLst>
  </p:timing>
  <p:extLst>
    <p:ext uri="{3A86A75C-4F4B-4683-9AE1-C65F6400EC91}">
      <p14:laserTraceLst xmlns:p14="http://schemas.microsoft.com/office/powerpoint/2010/main">
        <p14:tracePtLst>
          <p14:tracePt t="1766" x="3060700" y="3898900"/>
          <p14:tracePt t="1773" x="3048000" y="3879850"/>
          <p14:tracePt t="1784" x="3035300" y="3860800"/>
          <p14:tracePt t="1801" x="3003550" y="3803650"/>
          <p14:tracePt t="1818" x="2978150" y="3765550"/>
          <p14:tracePt t="1835" x="2965450" y="3733800"/>
          <p14:tracePt t="1851" x="2959100" y="3689350"/>
          <p14:tracePt t="1868" x="2952750" y="3663950"/>
          <p14:tracePt t="1885" x="2946400" y="3625850"/>
          <p14:tracePt t="1901" x="2946400" y="3594100"/>
          <p14:tracePt t="1918" x="2946400" y="3543300"/>
          <p14:tracePt t="1935" x="2965450" y="3467100"/>
          <p14:tracePt t="1951" x="2978150" y="3416300"/>
          <p14:tracePt t="1968" x="2984500" y="3384550"/>
          <p14:tracePt t="1984" x="2990850" y="3333750"/>
          <p14:tracePt t="2001" x="2990850" y="3308350"/>
          <p14:tracePt t="2018" x="2990850" y="3257550"/>
          <p14:tracePt t="2034" x="2990850" y="3206750"/>
          <p14:tracePt t="2051" x="2984500" y="3181350"/>
          <p14:tracePt t="2068" x="2978150" y="3149600"/>
          <p14:tracePt t="2084" x="2971800" y="3111500"/>
          <p14:tracePt t="2117" x="2971800" y="3105150"/>
          <p14:tracePt t="2134" x="2971800" y="3098800"/>
          <p14:tracePt t="2159" x="2959100" y="3092450"/>
          <p14:tracePt t="2173" x="2959100" y="3079750"/>
          <p14:tracePt t="2183" x="2952750" y="3073400"/>
          <p14:tracePt t="2201" x="2940050" y="3054350"/>
          <p14:tracePt t="2217" x="2940050" y="3041650"/>
          <p14:tracePt t="2233" x="2921000" y="3016250"/>
          <p14:tracePt t="2251" x="2908300" y="2984500"/>
          <p14:tracePt t="2266" x="2895600" y="2965450"/>
          <p14:tracePt t="2283" x="2882900" y="2940050"/>
          <p14:tracePt t="2300" x="2838450" y="2882900"/>
          <p14:tracePt t="2316" x="2819400" y="2863850"/>
          <p14:tracePt t="2334" x="2800350" y="2851150"/>
          <p14:tracePt t="2350" x="2762250" y="2819400"/>
          <p14:tracePt t="2366" x="2724150" y="2800350"/>
          <p14:tracePt t="2384" x="2698750" y="2787650"/>
          <p14:tracePt t="2399" x="2686050" y="2787650"/>
          <p14:tracePt t="2416" x="2679700" y="2781300"/>
          <p14:tracePt t="2432" x="2673350" y="2781300"/>
          <p14:tracePt t="2482" x="2679700" y="2787650"/>
          <p14:tracePt t="2496" x="2686050" y="2794000"/>
          <p14:tracePt t="2503" x="2705100" y="2800350"/>
          <p14:tracePt t="2516" x="2717800" y="2806700"/>
          <p14:tracePt t="2532" x="2762250" y="2838450"/>
          <p14:tracePt t="2549" x="2806700" y="2876550"/>
          <p14:tracePt t="2566" x="2876550" y="2933700"/>
          <p14:tracePt t="2583" x="2933700" y="2990850"/>
          <p14:tracePt t="2599" x="2965450" y="3028950"/>
          <p14:tracePt t="2616" x="3003550" y="3060700"/>
          <p14:tracePt t="2632" x="3016250" y="3079750"/>
          <p14:tracePt t="2649" x="3028950" y="3092450"/>
          <p14:tracePt t="2665" x="3035300" y="3098800"/>
          <p14:tracePt t="2682" x="3035300" y="3105150"/>
          <p14:tracePt t="2721" x="3041650" y="3105150"/>
          <p14:tracePt t="2840" x="3048000" y="3105150"/>
          <p14:tracePt t="2854" x="3054350" y="3105150"/>
          <p14:tracePt t="3962" x="3054350" y="3117850"/>
          <p14:tracePt t="3978" x="3054350" y="3136900"/>
          <p14:tracePt t="3995" x="3048000" y="3149600"/>
          <p14:tracePt t="4013" x="3028950" y="3181350"/>
          <p14:tracePt t="4028" x="3009900" y="3213100"/>
          <p14:tracePt t="4045" x="3009900" y="3238500"/>
          <p14:tracePt t="4062" x="2984500" y="3289300"/>
          <p14:tracePt t="4078" x="2965450" y="3346450"/>
          <p14:tracePt t="4094" x="2965450" y="3365500"/>
          <p14:tracePt t="4112" x="2946400" y="3435350"/>
          <p14:tracePt t="4128" x="2946400" y="3473450"/>
          <p14:tracePt t="4145" x="2959100" y="3632200"/>
          <p14:tracePt t="4161" x="2959100" y="3695700"/>
          <p14:tracePt t="4178" x="2971800" y="3765550"/>
          <p14:tracePt t="4195" x="2997200" y="3886200"/>
          <p14:tracePt t="4210" x="3041650" y="3994150"/>
          <p14:tracePt t="4229" x="3060700" y="4051300"/>
          <p14:tracePt t="4230" x="3086100" y="4095750"/>
          <p14:tracePt t="4244" x="3098800" y="4127500"/>
          <p14:tracePt t="4261" x="3117850" y="4184650"/>
          <p14:tracePt t="4277" x="3124200" y="4203700"/>
          <p14:tracePt t="4294" x="3136900" y="4241800"/>
          <p14:tracePt t="4310" x="3136900" y="4267200"/>
          <p14:tracePt t="4329" x="3143250" y="4279900"/>
          <p14:tracePt t="4343" x="3143250" y="4286250"/>
          <p14:tracePt t="4361" x="3143250" y="4292600"/>
          <p14:tracePt t="4410" x="3136900" y="4298950"/>
          <p14:tracePt t="4444" x="3117850" y="4305300"/>
          <p14:tracePt t="4460" x="3105150" y="4305300"/>
          <p14:tracePt t="4493" x="3079750" y="4298950"/>
          <p14:tracePt t="4511" x="3041650" y="4279900"/>
          <p14:tracePt t="4526" x="3009900" y="4260850"/>
          <p14:tracePt t="4543" x="2946400" y="4241800"/>
          <p14:tracePt t="4561" x="2857500" y="4203700"/>
          <p14:tracePt t="4576" x="2819400" y="4191000"/>
          <p14:tracePt t="4594" x="2743200" y="4146550"/>
          <p14:tracePt t="4610" x="2667000" y="4114800"/>
          <p14:tracePt t="4626" x="2635250" y="4089400"/>
          <p14:tracePt t="4643" x="2578100" y="4051300"/>
          <p14:tracePt t="4659" x="2546350" y="4025900"/>
          <p14:tracePt t="4676" x="2533650" y="4013200"/>
          <p14:tracePt t="4693" x="2527300" y="3975100"/>
          <p14:tracePt t="4709" x="2520950" y="3943350"/>
          <p14:tracePt t="4725" x="2520950" y="3924300"/>
          <p14:tracePt t="4743" x="2533650" y="3879850"/>
          <p14:tracePt t="4759" x="2546350" y="3867150"/>
          <p14:tracePt t="4762" x="2559050" y="3848100"/>
          <p14:tracePt t="4775" x="2584450" y="3822700"/>
          <p14:tracePt t="4792" x="2635250" y="3778250"/>
          <p14:tracePt t="4808" x="2673350" y="3752850"/>
          <p14:tracePt t="4827" x="2768600" y="3708400"/>
          <p14:tracePt t="4842" x="2940050" y="3644900"/>
          <p14:tracePt t="4858" x="3073400" y="3613150"/>
          <p14:tracePt t="4876" x="3352800" y="3536950"/>
          <p14:tracePt t="4892" x="3733800" y="3454400"/>
          <p14:tracePt t="4908" x="3905250" y="3435350"/>
          <p14:tracePt t="4925" x="4184650" y="3397250"/>
          <p14:tracePt t="4941" x="4438650" y="3371850"/>
          <p14:tracePt t="4958" x="4540250" y="3359150"/>
          <p14:tracePt t="4975" x="4699000" y="3327400"/>
          <p14:tracePt t="4991" x="4781550" y="3314700"/>
          <p14:tracePt t="5008" x="4806950" y="3308350"/>
          <p14:tracePt t="5025" x="4813300" y="3302000"/>
          <p14:tracePt t="5291" x="4813300" y="3295650"/>
          <p14:tracePt t="5307" x="4813300" y="3289300"/>
          <p14:tracePt t="5331" x="4813300" y="3302000"/>
          <p14:tracePt t="7327" x="4813300" y="3314700"/>
          <p14:tracePt t="7334" x="4806950" y="3346450"/>
          <p14:tracePt t="7348" x="4794250" y="3384550"/>
          <p14:tracePt t="7355" x="4787900" y="3429000"/>
          <p14:tracePt t="7369" x="4768850" y="3492500"/>
          <p14:tracePt t="7383" x="4768850" y="3594100"/>
          <p14:tracePt t="7399" x="4762500" y="3651250"/>
          <p14:tracePt t="7415" x="4762500" y="3676650"/>
          <p14:tracePt t="7433" x="4762500" y="3727450"/>
          <p14:tracePt t="7449" x="4762500" y="3784600"/>
          <p14:tracePt t="7466" x="4762500" y="3803650"/>
          <p14:tracePt t="7482" x="4775200" y="3898900"/>
          <p14:tracePt t="7498" x="4806950" y="4025900"/>
          <p14:tracePt t="7516" x="4819650" y="4108450"/>
          <p14:tracePt t="7532" x="4864100" y="4254500"/>
          <p14:tracePt t="7548" x="4914900" y="4375150"/>
          <p14:tracePt t="7566" x="4953000" y="4495800"/>
          <p14:tracePt t="7582" x="4972050" y="4565650"/>
          <p14:tracePt t="7598" x="5010150" y="4724400"/>
          <p14:tracePt t="7615" x="5029200" y="4787900"/>
          <p14:tracePt t="7632" x="5035550" y="4953000"/>
          <p14:tracePt t="7648" x="5048250" y="5022850"/>
          <p14:tracePt t="7665" x="5073650" y="5194300"/>
          <p14:tracePt t="7681" x="5086350" y="5257800"/>
          <p14:tracePt t="7698" x="5105400" y="5314950"/>
          <p14:tracePt t="7714" x="5105400" y="5416550"/>
          <p14:tracePt t="7731" x="5111750" y="5537200"/>
          <p14:tracePt t="7748" x="5111750" y="5664200"/>
          <p14:tracePt t="7764" x="5111750" y="5727700"/>
          <p14:tracePt t="7781" x="5118100" y="5861050"/>
          <p14:tracePt t="7798" x="5130800" y="6013450"/>
          <p14:tracePt t="7814" x="5130800" y="6089650"/>
          <p14:tracePt t="7831" x="5118100" y="6197600"/>
          <p14:tracePt t="7847" x="5105400" y="6254750"/>
          <p14:tracePt t="7864" x="5105400" y="6292850"/>
          <p14:tracePt t="7880" x="5105400" y="6350000"/>
          <p14:tracePt t="8569" x="5105400" y="6324600"/>
          <p14:tracePt t="8576" x="5111750" y="6280150"/>
          <p14:tracePt t="8590" x="5130800" y="6242050"/>
          <p14:tracePt t="8598" x="5137150" y="6197600"/>
          <p14:tracePt t="8614" x="5156200" y="6153150"/>
          <p14:tracePt t="8628" x="5168900" y="6102350"/>
          <p14:tracePt t="8645" x="5175250" y="5975350"/>
          <p14:tracePt t="8662" x="5175250" y="5816600"/>
          <p14:tracePt t="8678" x="5175250" y="5753100"/>
          <p14:tracePt t="8695" x="5156200" y="5632450"/>
          <p14:tracePt t="8711" x="5143500" y="5505450"/>
          <p14:tracePt t="8727" x="5124450" y="5448300"/>
          <p14:tracePt t="8745" x="5111750" y="5353050"/>
          <p14:tracePt t="8761" x="5092700" y="5295900"/>
          <p14:tracePt t="8777" x="5086350" y="5264150"/>
          <p14:tracePt t="8794" x="5073650" y="5238750"/>
          <p14:tracePt t="8811" x="5067300" y="5226050"/>
          <p14:tracePt t="8828" x="5067300" y="5219700"/>
          <p14:tracePt t="9131" x="5041900" y="5219700"/>
          <p14:tracePt t="9137" x="5016500" y="5213350"/>
          <p14:tracePt t="9152" x="4959350" y="5213350"/>
          <p14:tracePt t="9160" x="4895850" y="5207000"/>
          <p14:tracePt t="9176" x="4819650" y="5207000"/>
          <p14:tracePt t="9193" x="4654550" y="5194300"/>
          <p14:tracePt t="9209" x="4476750" y="5194300"/>
          <p14:tracePt t="9226" x="4387850" y="5194300"/>
          <p14:tracePt t="9243" x="4210050" y="5194300"/>
          <p14:tracePt t="9259" x="4133850" y="5194300"/>
          <p14:tracePt t="9276" x="3994150" y="5194300"/>
          <p14:tracePt t="9293" x="3879850" y="5194300"/>
          <p14:tracePt t="9309" x="3835400" y="5194300"/>
          <p14:tracePt t="9326" x="3752850" y="5187950"/>
          <p14:tracePt t="9342" x="3714750" y="5187950"/>
          <p14:tracePt t="9359" x="3708400" y="5187950"/>
          <p14:tracePt t="9376" x="3695700" y="5187950"/>
          <p14:tracePt t="9762" x="3702050" y="5187950"/>
          <p14:tracePt t="9769" x="3708400" y="5187950"/>
          <p14:tracePt t="9782" x="3714750" y="5187950"/>
          <p14:tracePt t="9792" x="3721100" y="5194300"/>
          <p14:tracePt t="9826" x="3727450" y="5194300"/>
          <p14:tracePt t="9838" x="3733800" y="5194300"/>
          <p14:tracePt t="9852" x="3740150" y="5194300"/>
          <p14:tracePt t="9880" x="3746500" y="5194300"/>
          <p14:tracePt t="9894" x="3752850" y="5194300"/>
          <p14:tracePt t="9902" x="3752850" y="5200650"/>
          <p14:tracePt t="9910" x="3759200" y="5200650"/>
          <p14:tracePt t="9972" x="3765550" y="5200650"/>
          <p14:tracePt t="10014" x="3771900" y="5207000"/>
          <p14:tracePt t="10042" x="3778250" y="5207000"/>
          <p14:tracePt t="10050" x="3784600" y="5207000"/>
          <p14:tracePt t="10071" x="3790950" y="5207000"/>
          <p14:tracePt t="10085" x="3797300" y="5207000"/>
          <p14:tracePt t="10113" x="3797300" y="5213350"/>
          <p14:tracePt t="10120" x="3803650" y="5213350"/>
          <p14:tracePt t="10134" x="3810000" y="5213350"/>
          <p14:tracePt t="10155" x="3816350" y="5213350"/>
          <p14:tracePt t="10162" x="3822700" y="5213350"/>
          <p14:tracePt t="10176" x="3829050" y="5213350"/>
          <p14:tracePt t="10190" x="3835400" y="5213350"/>
          <p14:tracePt t="10206" x="3848100" y="5213350"/>
          <p14:tracePt t="10223" x="3860800" y="5219700"/>
          <p14:tracePt t="10240" x="3886200" y="5219700"/>
          <p14:tracePt t="10256" x="3930650" y="5226050"/>
          <p14:tracePt t="10272" x="3949700" y="5226050"/>
          <p14:tracePt t="10289" x="4006850" y="5226050"/>
          <p14:tracePt t="10306" x="4064000" y="5226050"/>
          <p14:tracePt t="10323" x="4140200" y="5226050"/>
          <p14:tracePt t="10339" x="4165600" y="5226050"/>
          <p14:tracePt t="10355" x="4235450" y="5226050"/>
          <p14:tracePt t="10373" x="4273550" y="5226050"/>
          <p14:tracePt t="10389" x="4279900" y="5226050"/>
          <p14:tracePt t="10405" x="4298950" y="5226050"/>
          <p14:tracePt t="10533" x="4292600" y="5226050"/>
          <p14:tracePt t="10625" x="4286250" y="5232400"/>
          <p14:tracePt t="10702" x="4292600" y="5232400"/>
          <p14:tracePt t="10716" x="4298950" y="5232400"/>
          <p14:tracePt t="10724" x="4305300" y="5238750"/>
          <p14:tracePt t="10740" x="4311650" y="5238750"/>
          <p14:tracePt t="10754" x="4330700" y="5238750"/>
          <p14:tracePt t="10771" x="4343400" y="5238750"/>
          <p14:tracePt t="10787" x="4400550" y="5245100"/>
          <p14:tracePt t="10804" x="4445000" y="5245100"/>
          <p14:tracePt t="10821" x="4610100" y="5251450"/>
          <p14:tracePt t="10837" x="4679950" y="5264150"/>
          <p14:tracePt t="10854" x="4730750" y="5264150"/>
          <p14:tracePt t="10871" x="4845050" y="5264150"/>
          <p14:tracePt t="10887" x="4914900" y="5264150"/>
          <p14:tracePt t="10903" x="4946650" y="5264150"/>
          <p14:tracePt t="10920" x="4984750" y="5264150"/>
          <p14:tracePt t="10936" x="5003800" y="5264150"/>
          <p14:tracePt t="10954" x="5016500" y="5264150"/>
          <p14:tracePt t="11005" x="5022850" y="5264150"/>
          <p14:tracePt t="11186" x="5029200" y="5270500"/>
          <p14:tracePt t="11659" x="4978400" y="5270500"/>
          <p14:tracePt t="11666" x="4902200" y="5270500"/>
          <p14:tracePt t="11680" x="4813300" y="5276850"/>
          <p14:tracePt t="11688" x="4724400" y="5289550"/>
          <p14:tracePt t="11701" x="4635500" y="5289550"/>
          <p14:tracePt t="11717" x="4438650" y="5308600"/>
          <p14:tracePt t="11734" x="4349750" y="5308600"/>
          <p14:tracePt t="11750" x="4133850" y="5321300"/>
          <p14:tracePt t="11767" x="3917950" y="5314950"/>
          <p14:tracePt t="11784" x="3829050" y="5314950"/>
          <p14:tracePt t="11800" x="3625850" y="5321300"/>
          <p14:tracePt t="11817" x="3536950" y="5321300"/>
          <p14:tracePt t="11821" x="3435350" y="5321300"/>
          <p14:tracePt t="11834" x="3244850" y="5314950"/>
          <p14:tracePt t="11850" x="3155950" y="5302250"/>
          <p14:tracePt t="11867" x="3067050" y="5302250"/>
          <p14:tracePt t="11883" x="2914650" y="5302250"/>
          <p14:tracePt t="11900" x="2736850" y="5295900"/>
          <p14:tracePt t="11917" x="2660650" y="5283200"/>
          <p14:tracePt t="11933" x="2501900" y="5276850"/>
          <p14:tracePt t="11950" x="2374900" y="5264150"/>
          <p14:tracePt t="11967" x="2266950" y="5257800"/>
          <p14:tracePt t="11983" x="2228850" y="5257800"/>
          <p14:tracePt t="12000" x="2146300" y="5251450"/>
          <p14:tracePt t="12017" x="2082800" y="5238750"/>
          <p14:tracePt t="12033" x="2025650" y="5232400"/>
          <p14:tracePt t="12049" x="1962150" y="5232400"/>
          <p14:tracePt t="12066" x="1898650" y="5238750"/>
          <p14:tracePt t="12083" x="1879600" y="5245100"/>
          <p14:tracePt t="12099" x="1860550" y="5245100"/>
          <p14:tracePt t="12116" x="1803400" y="5264150"/>
          <p14:tracePt t="12132" x="1803400" y="5270500"/>
          <p14:tracePt t="12151" x="1784350" y="5276850"/>
          <p14:tracePt t="12166" x="1784350" y="5283200"/>
          <p14:tracePt t="12182" x="1771650" y="5295900"/>
          <p14:tracePt t="12199" x="1758950" y="5308600"/>
          <p14:tracePt t="12232" x="1752600" y="5314950"/>
          <p14:tracePt t="12249" x="1746250" y="5321300"/>
          <p14:tracePt t="12265" x="1739900" y="5327650"/>
          <p14:tracePt t="12283" x="1739900" y="5334000"/>
          <p14:tracePt t="12315" x="1733550" y="5340350"/>
          <p14:tracePt t="12389" x="1733550" y="5346700"/>
          <p14:tracePt t="12431" x="1727200" y="5346700"/>
          <p14:tracePt t="12466" x="1727200" y="5353050"/>
          <p14:tracePt t="12501" x="1727200" y="5359400"/>
          <p14:tracePt t="12508" x="1727200" y="5365750"/>
          <p14:tracePt t="12522" x="1733550" y="5365750"/>
          <p14:tracePt t="12531" x="1739900" y="5372100"/>
          <p14:tracePt t="12548" x="1752600" y="5378450"/>
          <p14:tracePt t="12564" x="1790700" y="5391150"/>
          <p14:tracePt t="12581" x="1866900" y="5422900"/>
          <p14:tracePt t="12599" x="1911350" y="5448300"/>
          <p14:tracePt t="12615" x="2032000" y="5486400"/>
          <p14:tracePt t="12631" x="2159000" y="5537200"/>
          <p14:tracePt t="12648" x="2279650" y="5562600"/>
          <p14:tracePt t="12664" x="2330450" y="5575300"/>
          <p14:tracePt t="12681" x="2413000" y="5581650"/>
          <p14:tracePt t="12698" x="2482850" y="5594350"/>
          <p14:tracePt t="12713" x="2520950" y="5594350"/>
          <p14:tracePt t="12731" x="2552700" y="5600700"/>
          <p14:tracePt t="12747" x="2622550" y="5613400"/>
          <p14:tracePt t="12764" x="2641600" y="5613400"/>
          <p14:tracePt t="12781" x="2667000" y="5613400"/>
          <p14:tracePt t="12798" x="2705100" y="5613400"/>
          <p14:tracePt t="12814" x="2743200" y="5613400"/>
          <p14:tracePt t="12818" x="2762250" y="5619750"/>
          <p14:tracePt t="12833" x="2774950" y="5619750"/>
          <p14:tracePt t="12847" x="2787650" y="5619750"/>
          <p14:tracePt t="12863" x="2806700" y="5619750"/>
          <p14:tracePt t="12881" x="2825750" y="5619750"/>
          <p14:tracePt t="12897" x="2832100" y="5626100"/>
          <p14:tracePt t="12913" x="2851150" y="5626100"/>
          <p14:tracePt t="12931" x="2870200" y="5626100"/>
          <p14:tracePt t="12947" x="2882900" y="5626100"/>
          <p14:tracePt t="12963" x="2908300" y="5626100"/>
          <p14:tracePt t="12980" x="2940050" y="5626100"/>
          <p14:tracePt t="12996" x="2959100" y="5626100"/>
          <p14:tracePt t="13014" x="3009900" y="5626100"/>
          <p14:tracePt t="13030" x="3054350" y="5626100"/>
          <p14:tracePt t="13046" x="3086100" y="5626100"/>
          <p14:tracePt t="13063" x="3136900" y="5626100"/>
          <p14:tracePt t="13079" x="3162300" y="5626100"/>
          <p14:tracePt t="13096" x="3213100" y="5613400"/>
          <p14:tracePt t="13113" x="3263900" y="5607050"/>
          <p14:tracePt t="13129" x="3282950" y="5607050"/>
          <p14:tracePt t="13147" x="3327400" y="5600700"/>
          <p14:tracePt t="13163" x="3359150" y="5600700"/>
          <p14:tracePt t="13179" x="3371850" y="5600700"/>
          <p14:tracePt t="13197" x="3397250" y="5594350"/>
          <p14:tracePt t="13213" x="3409950" y="5594350"/>
          <p14:tracePt t="13229" x="3422650" y="5594350"/>
          <p14:tracePt t="13246" x="3435350" y="5594350"/>
          <p14:tracePt t="13262" x="3441700" y="5594350"/>
          <p14:tracePt t="13295" x="3448050" y="5594350"/>
          <p14:tracePt t="14226" x="3441700" y="5607050"/>
          <p14:tracePt t="14233" x="3429000" y="5626100"/>
          <p14:tracePt t="14246" x="3416300" y="5638800"/>
          <p14:tracePt t="14258" x="3409950" y="5657850"/>
          <p14:tracePt t="14275" x="3403600" y="5689600"/>
          <p14:tracePt t="14292" x="3397250" y="5702300"/>
          <p14:tracePt t="14308" x="3397250" y="5721350"/>
          <p14:tracePt t="14325" x="3403600" y="5746750"/>
          <p14:tracePt t="14342" x="3416300" y="5759450"/>
          <p14:tracePt t="14345" x="3448050" y="5772150"/>
          <p14:tracePt t="14358" x="3467100" y="5797550"/>
          <p14:tracePt t="14375" x="3556000" y="5842000"/>
          <p14:tracePt t="14391" x="3613150" y="5854700"/>
          <p14:tracePt t="14408" x="3746500" y="5892800"/>
          <p14:tracePt t="14425" x="3892550" y="5943600"/>
          <p14:tracePt t="14441" x="3962400" y="5962650"/>
          <p14:tracePt t="14458" x="4070350" y="5988050"/>
          <p14:tracePt t="14474" x="4095750" y="6000750"/>
          <p14:tracePt t="14492" x="4146550" y="6007100"/>
          <p14:tracePt t="14508" x="4165600" y="6013450"/>
          <p14:tracePt t="14535" x="4171950" y="6013450"/>
          <p14:tracePt t="14667" x="4171950" y="6019800"/>
          <p14:tracePt t="14759" x="4165600" y="6019800"/>
          <p14:tracePt t="14787" x="4159250" y="6026150"/>
          <p14:tracePt t="14794" x="4152900" y="6026150"/>
          <p14:tracePt t="14830" x="4146550" y="6026150"/>
          <p14:tracePt t="14836" x="4140200" y="6026150"/>
          <p14:tracePt t="14843" x="4133850" y="6032500"/>
          <p14:tracePt t="14860" x="4127500" y="6032500"/>
          <p14:tracePt t="14873" x="4121150" y="6032500"/>
          <p14:tracePt t="14889" x="4108450" y="6032500"/>
          <p14:tracePt t="14907" x="4089400" y="6032500"/>
          <p14:tracePt t="14923" x="4076700" y="6032500"/>
          <p14:tracePt t="14940" x="4044950" y="6032500"/>
          <p14:tracePt t="14956" x="4019550" y="6038850"/>
          <p14:tracePt t="14973" x="4006850" y="6038850"/>
          <p14:tracePt t="14989" x="3994150" y="6038850"/>
          <p14:tracePt t="15026" x="3987800" y="6038850"/>
          <p14:tracePt t="15089" x="3981450" y="6038850"/>
          <p14:tracePt t="15167" x="3987800" y="6038850"/>
          <p14:tracePt t="15188" x="3994150" y="6038850"/>
          <p14:tracePt t="15194" x="4000500" y="6038850"/>
          <p14:tracePt t="15209" x="4013200" y="6038850"/>
          <p14:tracePt t="15222" x="4025900" y="6032500"/>
          <p14:tracePt t="15238" x="4057650" y="6013450"/>
          <p14:tracePt t="15255" x="4089400" y="6007100"/>
          <p14:tracePt t="15272" x="4159250" y="5994400"/>
          <p14:tracePt t="15288" x="4216400" y="5988050"/>
          <p14:tracePt t="15305" x="4248150" y="5975350"/>
          <p14:tracePt t="15322" x="4298950" y="5969000"/>
          <p14:tracePt t="15338" x="4330700" y="5962650"/>
          <p14:tracePt t="15355" x="4362450" y="5956300"/>
          <p14:tracePt t="15372" x="4375150" y="5956300"/>
          <p14:tracePt t="15388" x="4387850" y="5956300"/>
          <p14:tracePt t="15405" x="4413250" y="5956300"/>
          <p14:tracePt t="15438" x="4425950" y="5956300"/>
          <p14:tracePt t="15454" x="4438650" y="5956300"/>
          <p14:tracePt t="15471" x="4445000" y="5956300"/>
          <p14:tracePt t="15488" x="4451350" y="5956300"/>
          <p14:tracePt t="15504" x="4457700" y="5956300"/>
          <p14:tracePt t="15521" x="4470400" y="5956300"/>
          <p14:tracePt t="15553" x="4483100" y="5962650"/>
          <p14:tracePt t="15570" x="4495800" y="5962650"/>
          <p14:tracePt t="15588" x="4502150" y="5969000"/>
          <p14:tracePt t="15604" x="4508500" y="5969000"/>
          <p14:tracePt t="15620" x="4533900" y="5969000"/>
          <p14:tracePt t="15638" x="4565650" y="5975350"/>
          <p14:tracePt t="15654" x="4584700" y="5975350"/>
          <p14:tracePt t="15670" x="4616450" y="5975350"/>
          <p14:tracePt t="15687" x="4692650" y="5975350"/>
          <p14:tracePt t="15704" x="4724400" y="5969000"/>
          <p14:tracePt t="15721" x="4781550" y="5956300"/>
          <p14:tracePt t="15737" x="4826000" y="5949950"/>
          <p14:tracePt t="15753" x="4870450" y="5943600"/>
          <p14:tracePt t="15770" x="4902200" y="5943600"/>
          <p14:tracePt t="15786" x="4953000" y="5937250"/>
          <p14:tracePt t="15803" x="4978400" y="5937250"/>
          <p14:tracePt t="15819" x="5029200" y="5937250"/>
          <p14:tracePt t="15836" x="5067300" y="5937250"/>
          <p14:tracePt t="15853" x="5086350" y="5937250"/>
          <p14:tracePt t="15857" x="5111750" y="5930900"/>
          <p14:tracePt t="15870" x="5168900" y="5918200"/>
          <p14:tracePt t="15886" x="5194300" y="5911850"/>
          <p14:tracePt t="15904" x="5251450" y="5911850"/>
          <p14:tracePt t="15920" x="5314950" y="5899150"/>
          <p14:tracePt t="15936" x="5340350" y="5892800"/>
          <p14:tracePt t="15953" x="5410200" y="5886450"/>
          <p14:tracePt t="15969" x="5480050" y="5873750"/>
          <p14:tracePt t="15986" x="5511800" y="5867400"/>
          <p14:tracePt t="16003" x="5568950" y="5861050"/>
          <p14:tracePt t="16019" x="5588000" y="5854700"/>
          <p14:tracePt t="16036" x="5619750" y="5854700"/>
          <p14:tracePt t="16052" x="5645150" y="5848350"/>
          <p14:tracePt t="16069" x="5657850" y="5842000"/>
          <p14:tracePt t="16086" x="5670550" y="5835650"/>
          <p14:tracePt t="16102" x="5676900" y="5835650"/>
          <p14:tracePt t="16304" x="5670550" y="5835650"/>
          <p14:tracePt t="16311" x="5651500" y="5835650"/>
          <p14:tracePt t="16321" x="5613400" y="5835650"/>
          <p14:tracePt t="16335" x="5556250" y="5835650"/>
          <p14:tracePt t="16351" x="5492750" y="5829300"/>
          <p14:tracePt t="16368" x="5314950" y="5829300"/>
          <p14:tracePt t="16384" x="5086350" y="5829300"/>
          <p14:tracePt t="16402" x="4826000" y="5816600"/>
          <p14:tracePt t="16418" x="4686300" y="5822950"/>
          <p14:tracePt t="16435" x="4419600" y="5829300"/>
          <p14:tracePt t="16452" x="4165600" y="5854700"/>
          <p14:tracePt t="16467" x="4038600" y="5861050"/>
          <p14:tracePt t="16484" x="3784600" y="5892800"/>
          <p14:tracePt t="16501" x="3543300" y="5918200"/>
          <p14:tracePt t="16517" x="3429000" y="5937250"/>
          <p14:tracePt t="16534" x="3238500" y="5943600"/>
          <p14:tracePt t="16551" x="3054350" y="5969000"/>
          <p14:tracePt t="16567" x="2965450" y="5975350"/>
          <p14:tracePt t="16584" x="2889250" y="5994400"/>
          <p14:tracePt t="16600" x="2667000" y="6026150"/>
          <p14:tracePt t="16617" x="2603500" y="6032500"/>
          <p14:tracePt t="16634" x="2432050" y="6064250"/>
          <p14:tracePt t="16650" x="2260600" y="6096000"/>
          <p14:tracePt t="16667" x="2184400" y="6115050"/>
          <p14:tracePt t="16684" x="2063750" y="6140450"/>
          <p14:tracePt t="16700" x="2012950" y="6140450"/>
          <p14:tracePt t="16716" x="1930400" y="6159500"/>
          <p14:tracePt t="16734" x="1841500" y="6159500"/>
          <p14:tracePt t="16750" x="1797050" y="6165850"/>
          <p14:tracePt t="16767" x="1733550" y="6184900"/>
          <p14:tracePt t="16783" x="1701800" y="6191250"/>
          <p14:tracePt t="16800" x="1695450" y="6191250"/>
          <p14:tracePt t="16817" x="1689100" y="6191250"/>
          <p14:tracePt t="17020" x="1695450" y="6191250"/>
          <p14:tracePt t="17034" x="1708150" y="6191250"/>
          <p14:tracePt t="17041" x="1720850" y="6191250"/>
          <p14:tracePt t="17056" x="1733550" y="6191250"/>
          <p14:tracePt t="17066" x="1752600" y="6191250"/>
          <p14:tracePt t="17084" x="1765300" y="6191250"/>
          <p14:tracePt t="17098" x="1797050" y="6191250"/>
          <p14:tracePt t="17115" x="1822450" y="6191250"/>
          <p14:tracePt t="17133" x="1835150" y="6191250"/>
          <p14:tracePt t="17149" x="1835150" y="6197600"/>
          <p14:tracePt t="17166" x="1847850" y="6197600"/>
          <p14:tracePt t="17182" x="1854200" y="6197600"/>
          <p14:tracePt t="17215" x="1860550" y="6197600"/>
          <p14:tracePt t="17232" x="1866900" y="6197600"/>
          <p14:tracePt t="17267" x="1873250" y="6197600"/>
          <p14:tracePt t="17315" x="1879600" y="6197600"/>
          <p14:tracePt t="17343" x="1885950" y="6197600"/>
          <p14:tracePt t="17364" x="1892300" y="6197600"/>
          <p14:tracePt t="17371" x="1898650" y="6203950"/>
          <p14:tracePt t="17420" x="1905000" y="6203950"/>
          <p14:tracePt t="17456" x="1911350" y="6203950"/>
          <p14:tracePt t="17568" x="1917700" y="6210300"/>
          <p14:tracePt t="17582" x="1924050" y="6210300"/>
          <p14:tracePt t="17596" x="1930400" y="6210300"/>
          <p14:tracePt t="17603" x="1936750" y="6210300"/>
          <p14:tracePt t="17617" x="1943100" y="6210300"/>
          <p14:tracePt t="17630" x="1955800" y="6210300"/>
          <p14:tracePt t="17647" x="1987550" y="6210300"/>
          <p14:tracePt t="17663" x="2006600" y="6210300"/>
          <p14:tracePt t="17680" x="2063750" y="6210300"/>
          <p14:tracePt t="17697" x="2120900" y="6210300"/>
          <p14:tracePt t="17713" x="2146300" y="6210300"/>
          <p14:tracePt t="17730" x="2203450" y="6210300"/>
          <p14:tracePt t="17746" x="2254250" y="6216650"/>
          <p14:tracePt t="17764" x="2273300" y="6216650"/>
          <p14:tracePt t="17780" x="2298700" y="6216650"/>
          <p14:tracePt t="17796" x="2317750" y="6216650"/>
          <p14:tracePt t="17814" x="2324100" y="6216650"/>
          <p14:tracePt t="17846" x="2330450" y="6216650"/>
          <p14:tracePt t="17884" x="2336800" y="6216650"/>
          <p14:tracePt t="17996" x="2343150" y="6216650"/>
          <p14:tracePt t="18003" x="2355850" y="6216650"/>
          <p14:tracePt t="18017" x="2368550" y="6216650"/>
          <p14:tracePt t="18029" x="2381250" y="6216650"/>
          <p14:tracePt t="18046" x="2413000" y="6216650"/>
          <p14:tracePt t="18062" x="2444750" y="6223000"/>
          <p14:tracePt t="18079" x="2520950" y="6223000"/>
          <p14:tracePt t="18095" x="2590800" y="6223000"/>
          <p14:tracePt t="18112" x="2616200" y="6223000"/>
          <p14:tracePt t="18130" x="2660650" y="6229350"/>
          <p14:tracePt t="18145" x="2686050" y="6229350"/>
          <p14:tracePt t="18179" x="2698750" y="6229350"/>
          <p14:tracePt t="18195" x="2705100" y="6229350"/>
          <p14:tracePt t="18228" x="2711450" y="6229350"/>
          <p14:tracePt t="18249" x="2717800" y="6229350"/>
          <p14:tracePt t="18284" x="2724150" y="6229350"/>
          <p14:tracePt t="18656" x="2730500" y="6229350"/>
          <p14:tracePt t="19338" x="2781300" y="6229350"/>
          <p14:tracePt t="19352" x="2863850" y="6235700"/>
          <p14:tracePt t="19360" x="2952750" y="6261100"/>
          <p14:tracePt t="19374" x="3028950" y="6267450"/>
          <p14:tracePt t="19391" x="3124200" y="6286500"/>
          <p14:tracePt t="19408" x="3365500" y="6305550"/>
          <p14:tracePt t="19425" x="3416300" y="6318250"/>
          <p14:tracePt t="19440" x="3473450" y="6324600"/>
          <p14:tracePt t="19458" x="3543300" y="6337300"/>
          <p14:tracePt t="19474" x="3581400" y="6337300"/>
          <p14:tracePt t="19491" x="3587750" y="6337300"/>
          <p14:tracePt t="19507" x="3594100" y="6337300"/>
          <p14:tracePt t="19569" x="3594100" y="6343650"/>
          <p14:tracePt t="19583" x="3587750" y="6343650"/>
          <p14:tracePt t="19593" x="3581400" y="6350000"/>
          <p14:tracePt t="19619" x="3581400" y="6356350"/>
          <p14:tracePt t="19632" x="3568700" y="6356350"/>
          <p14:tracePt t="19640" x="3562350" y="6356350"/>
          <p14:tracePt t="19656" x="3556000" y="6356350"/>
          <p14:tracePt t="19674" x="3543300" y="6356350"/>
          <p14:tracePt t="19689" x="3511550" y="6350000"/>
          <p14:tracePt t="20064" x="3511550" y="6356350"/>
          <p14:tracePt t="20070" x="3511550" y="6369050"/>
          <p14:tracePt t="20085" x="3511550" y="6381750"/>
          <p14:tracePt t="20107" x="3511550" y="6388100"/>
          <p14:tracePt t="20113" x="3511550" y="6394450"/>
          <p14:tracePt t="20122" x="3511550" y="6400800"/>
          <p14:tracePt t="20142" x="3511550" y="6407150"/>
          <p14:tracePt t="20158" x="3517900" y="6419850"/>
          <p14:tracePt t="20172" x="3524250" y="6426200"/>
          <p14:tracePt t="20188" x="3543300" y="6445250"/>
          <p14:tracePt t="20205" x="3568700" y="6464300"/>
          <p14:tracePt t="20221" x="3581400" y="6477000"/>
          <p14:tracePt t="20238" x="3619500" y="6489700"/>
          <p14:tracePt t="20254" x="3663950" y="6496050"/>
          <p14:tracePt t="20272" x="3689350" y="6502400"/>
          <p14:tracePt t="20288" x="3752850" y="6508750"/>
          <p14:tracePt t="20304" x="3810000" y="6521450"/>
          <p14:tracePt t="20321" x="3822700" y="6521450"/>
          <p14:tracePt t="20338" x="3860800" y="6521450"/>
          <p14:tracePt t="20354" x="3867150" y="6521450"/>
          <p14:tracePt t="20371" x="3873500" y="6521450"/>
          <p14:tracePt t="20388" x="3879850" y="6521450"/>
          <p14:tracePt t="20404" x="3886200" y="6521450"/>
          <p14:tracePt t="20443" x="3892550" y="6521450"/>
          <p14:tracePt t="20506" x="3898900" y="6521450"/>
          <p14:tracePt t="20556" x="3905250" y="6521450"/>
          <p14:tracePt t="20576" x="3917950" y="6521450"/>
          <p14:tracePt t="20583" x="3924300" y="6521450"/>
          <p14:tracePt t="20598" x="3943350" y="6521450"/>
          <p14:tracePt t="20606" x="3956050" y="6521450"/>
          <p14:tracePt t="20619" x="3981450" y="6534150"/>
          <p14:tracePt t="20636" x="4064000" y="6534150"/>
          <p14:tracePt t="20654" x="4165600" y="6534150"/>
          <p14:tracePt t="20670" x="4229100" y="6534150"/>
          <p14:tracePt t="20686" x="4318000" y="6534150"/>
          <p14:tracePt t="20703" x="4400550" y="6527800"/>
          <p14:tracePt t="20719" x="4432300" y="6527800"/>
          <p14:tracePt t="20736" x="4451350" y="6521450"/>
          <p14:tracePt t="20753" x="4495800" y="6521450"/>
          <p14:tracePt t="20769" x="4508500" y="6521450"/>
          <p14:tracePt t="20787" x="4514850" y="6521450"/>
          <p14:tracePt t="20802" x="4527550" y="6521450"/>
          <p14:tracePt t="20819" x="4533900" y="6521450"/>
          <p14:tracePt t="20852" x="4546600" y="6521450"/>
          <p14:tracePt t="20869" x="4552950" y="6521450"/>
          <p14:tracePt t="20886" x="4565650" y="6521450"/>
          <p14:tracePt t="20922" x="4572000" y="6521450"/>
          <p14:tracePt t="20936" x="4578350" y="6521450"/>
          <p14:tracePt t="20952" x="4591050" y="6521450"/>
          <p14:tracePt t="20969" x="4603750" y="6521450"/>
          <p14:tracePt t="20985" x="4616450" y="6527800"/>
          <p14:tracePt t="21002" x="4629150" y="6527800"/>
          <p14:tracePt t="21019" x="4673600" y="6527800"/>
          <p14:tracePt t="21035" x="4730750" y="6521450"/>
          <p14:tracePt t="21052" x="4756150" y="6502400"/>
          <p14:tracePt t="21069" x="4832350" y="6483350"/>
          <p14:tracePt t="21085" x="4864100" y="6470650"/>
          <p14:tracePt t="21103" x="4921250" y="6451600"/>
          <p14:tracePt t="21118" x="4972050" y="6438900"/>
          <p14:tracePt t="21134" x="4991100" y="6426200"/>
          <p14:tracePt t="21152" x="5029200" y="6419850"/>
          <p14:tracePt t="21168" x="5041900" y="6419850"/>
          <p14:tracePt t="21185" x="5054600" y="6419850"/>
          <p14:tracePt t="21201" x="5073650" y="6419850"/>
          <p14:tracePt t="21218" x="5092700" y="6413500"/>
          <p14:tracePt t="21251" x="5105400" y="6407150"/>
          <p14:tracePt t="21268" x="5124450" y="6400800"/>
          <p14:tracePt t="21301" x="5130800" y="6400800"/>
          <p14:tracePt t="21318" x="5143500" y="6400800"/>
          <p14:tracePt t="21419" x="5137150" y="6400800"/>
          <p14:tracePt t="21426" x="5130800" y="6400800"/>
          <p14:tracePt t="21441" x="5118100" y="6400800"/>
          <p14:tracePt t="21450" x="5105400" y="6400800"/>
          <p14:tracePt t="21467" x="5092700" y="6400800"/>
          <p14:tracePt t="21483" x="5016500" y="6400800"/>
          <p14:tracePt t="21500" x="4883150" y="6413500"/>
          <p14:tracePt t="21518" x="4692650" y="6419850"/>
          <p14:tracePt t="21533" x="4578350" y="6419850"/>
          <p14:tracePt t="21550" x="4356100" y="6419850"/>
          <p14:tracePt t="21567" x="4127500" y="6419850"/>
          <p14:tracePt t="21583" x="4025900" y="6438900"/>
          <p14:tracePt t="21600" x="3835400" y="6451600"/>
          <p14:tracePt t="21617" x="3689350" y="6470650"/>
          <p14:tracePt t="21633" x="3638550" y="6477000"/>
          <p14:tracePt t="21650" x="3594100" y="6489700"/>
          <p14:tracePt t="21666" x="3498850" y="6515100"/>
          <p14:tracePt t="21683" x="3473450" y="6521450"/>
          <p14:tracePt t="21700" x="3422650" y="6527800"/>
          <p14:tracePt t="21716" x="3403600" y="6534150"/>
          <p14:tracePt t="21733" x="3359150" y="6540500"/>
          <p14:tracePt t="21750" x="3321050" y="6553200"/>
          <p14:tracePt t="21766" x="3308350" y="6559550"/>
          <p14:tracePt t="21782" x="3270250" y="6572250"/>
          <p14:tracePt t="21799" x="3251200" y="6578600"/>
          <p14:tracePt t="21816" x="3244850" y="6584950"/>
          <p14:tracePt t="21833" x="3232150" y="6591300"/>
          <p14:tracePt t="21849" x="3225800" y="6591300"/>
          <p14:tracePt t="21883" x="3225800" y="6597650"/>
          <p14:tracePt t="21898" x="3219450" y="6604000"/>
          <p14:tracePt t="21919" x="3213100" y="6604000"/>
          <p14:tracePt t="21938" x="3206750" y="6610350"/>
          <p14:tracePt t="21988" x="3206750" y="6616700"/>
          <p14:tracePt t="22016" x="3200400" y="6623050"/>
          <p14:tracePt t="22129" x="3200400" y="6629400"/>
          <p14:tracePt t="22368" x="3206750" y="6629400"/>
          <p14:tracePt t="22479" x="3206750" y="6635750"/>
          <p14:tracePt t="22952" x="3206750" y="6623050"/>
          <p14:tracePt t="22959" x="3213100" y="6591300"/>
          <p14:tracePt t="22974" x="3213100" y="6565900"/>
          <p14:tracePt t="22982" x="3219450" y="6534150"/>
          <p14:tracePt t="22998" x="3225800" y="6496050"/>
          <p14:tracePt t="23012" x="3244850" y="6413500"/>
          <p14:tracePt t="23028" x="3244850" y="6356350"/>
          <p14:tracePt t="23045" x="3244850" y="6267450"/>
          <p14:tracePt t="23062" x="3244850" y="6216650"/>
          <p14:tracePt t="23080" x="3251200" y="6045200"/>
          <p14:tracePt t="23095" x="3251200" y="6007100"/>
          <p14:tracePt t="23111" x="3232150" y="5962650"/>
          <p14:tracePt t="23128" x="3206750" y="5867400"/>
          <p14:tracePt t="23144" x="3181350" y="5791200"/>
          <p14:tracePt t="23161" x="3162300" y="5753100"/>
          <p14:tracePt t="23178" x="3111500" y="5670550"/>
          <p14:tracePt t="23194" x="3073400" y="5619750"/>
          <p14:tracePt t="23211" x="3041650" y="5588000"/>
          <p14:tracePt t="23228" x="2984500" y="5537200"/>
          <p14:tracePt t="23244" x="2921000" y="5499100"/>
          <p14:tracePt t="23261" x="2889250" y="5473700"/>
          <p14:tracePt t="23278" x="2844800" y="5441950"/>
          <p14:tracePt t="23294" x="2813050" y="5422900"/>
          <p14:tracePt t="23312" x="2800350" y="5410200"/>
          <p14:tracePt t="23327" x="2787650" y="5410200"/>
          <p14:tracePt t="23344" x="2781300" y="5410200"/>
          <p14:tracePt t="23361" x="2762250" y="5397500"/>
          <p14:tracePt t="23377" x="2749550" y="5384800"/>
          <p14:tracePt t="23394" x="2736850" y="5384800"/>
          <p14:tracePt t="23410" x="2717800" y="5372100"/>
          <p14:tracePt t="23427" x="2705100" y="5365750"/>
          <p14:tracePt t="23444" x="2698750" y="5359400"/>
          <p14:tracePt t="23460" x="2692400" y="5359400"/>
          <p14:tracePt t="23477" x="2686050" y="5359400"/>
          <p14:tracePt t="23494" x="2673350" y="5353050"/>
          <p14:tracePt t="23510" x="2660650" y="5346700"/>
          <p14:tracePt t="23527" x="2647950" y="5340350"/>
          <p14:tracePt t="23543" x="2641600" y="5327650"/>
          <p14:tracePt t="23560" x="2635250" y="5321300"/>
          <p14:tracePt t="23576" x="2622550" y="5314950"/>
          <p14:tracePt t="23593" x="2616200" y="5308600"/>
          <p14:tracePt t="23627" x="2609850" y="5308600"/>
          <p14:tracePt t="23643" x="2609850" y="5302250"/>
          <p14:tracePt t="23683" x="2603500" y="5295900"/>
          <p14:tracePt t="23712" x="2597150" y="5289550"/>
          <p14:tracePt t="23915" x="2616200" y="5289550"/>
          <p14:tracePt t="23922" x="2647950" y="5295900"/>
          <p14:tracePt t="23936" x="2698750" y="5308600"/>
          <p14:tracePt t="23945" x="2755900" y="5327650"/>
          <p14:tracePt t="23959" x="2819400" y="5334000"/>
          <p14:tracePt t="23975" x="2908300" y="5353050"/>
          <p14:tracePt t="23992" x="3200400" y="5372100"/>
          <p14:tracePt t="24008" x="3321050" y="5384800"/>
          <p14:tracePt t="24025" x="3416300" y="5384800"/>
          <p14:tracePt t="24042" x="3619500" y="5384800"/>
          <p14:tracePt t="24058" x="3797300" y="5384800"/>
          <p14:tracePt t="24075" x="3873500" y="5384800"/>
          <p14:tracePt t="24091" x="4006850" y="5372100"/>
          <p14:tracePt t="24108" x="4076700" y="5359400"/>
          <p14:tracePt t="24124" x="4108450" y="5353050"/>
          <p14:tracePt t="24141" x="4159250" y="5321300"/>
          <p14:tracePt t="24159" x="4184650" y="5308600"/>
          <p14:tracePt t="24175" x="4197350" y="5295900"/>
          <p14:tracePt t="24191" x="4203700" y="5289550"/>
          <p14:tracePt t="24207" x="4210050" y="5289550"/>
          <p14:tracePt t="24329" x="4197350" y="5289550"/>
          <p14:tracePt t="24336" x="4191000" y="5289550"/>
          <p14:tracePt t="24344" x="4178300" y="5289550"/>
          <p14:tracePt t="24360" x="4159250" y="5302250"/>
          <p14:tracePt t="24373" x="4121150" y="5302250"/>
          <p14:tracePt t="24390" x="4013200" y="5334000"/>
          <p14:tracePt t="24407" x="3841750" y="5359400"/>
          <p14:tracePt t="24423" x="3740150" y="5372100"/>
          <p14:tracePt t="24440" x="3549650" y="5410200"/>
          <p14:tracePt t="24457" x="3378200" y="5441950"/>
          <p14:tracePt t="24473" x="3314700" y="5454650"/>
          <p14:tracePt t="24490" x="3219450" y="5461000"/>
          <p14:tracePt t="24506" x="3168650" y="5467350"/>
          <p14:tracePt t="24523" x="3155950" y="5467350"/>
          <p14:tracePt t="24540" x="3149600" y="5467350"/>
          <p14:tracePt t="24589" x="3143250" y="5467350"/>
          <p14:tracePt t="25088" x="3149600" y="5467350"/>
          <p14:tracePt t="25109" x="3155950" y="5473700"/>
          <p14:tracePt t="25116" x="3162300" y="5473700"/>
          <p14:tracePt t="25130" x="3168650" y="5480050"/>
          <p14:tracePt t="25138" x="3175000" y="5486400"/>
          <p14:tracePt t="25154" x="3181350" y="5492750"/>
          <p14:tracePt t="25172" x="3200400" y="5530850"/>
          <p14:tracePt t="25187" x="3232150" y="5600700"/>
          <p14:tracePt t="25204" x="3251200" y="5670550"/>
          <p14:tracePt t="25221" x="3282950" y="5803900"/>
          <p14:tracePt t="25237" x="3302000" y="5880100"/>
          <p14:tracePt t="25254" x="3302000" y="6032500"/>
          <p14:tracePt t="25271" x="3302000" y="6153150"/>
          <p14:tracePt t="25287" x="3302000" y="6216650"/>
          <p14:tracePt t="25304" x="3302000" y="6305550"/>
          <p14:tracePt t="25321" x="3295650" y="6362700"/>
          <p14:tracePt t="25337" x="3289300" y="6381750"/>
          <p14:tracePt t="25354" x="3276600" y="6426200"/>
          <p14:tracePt t="25369" x="3270250" y="6457950"/>
          <p14:tracePt t="25387" x="3263900" y="6470650"/>
          <p14:tracePt t="25404" x="3263900" y="6483350"/>
          <p14:tracePt t="25420" x="3257550" y="6496050"/>
          <p14:tracePt t="25502" x="3257550" y="6502400"/>
          <p14:tracePt t="25769" x="3263900" y="6502400"/>
          <p14:tracePt t="25804" x="3270250" y="6502400"/>
          <p14:tracePt t="25853" x="3276600" y="6502400"/>
          <p14:tracePt t="25860" x="3282950" y="6502400"/>
          <p14:tracePt t="26022" x="3276600" y="6502400"/>
          <p14:tracePt t="26085" x="3270250" y="6508750"/>
          <p14:tracePt t="26099" x="3263900" y="6515100"/>
          <p14:tracePt t="26120" x="3263900" y="6527800"/>
          <p14:tracePt t="26135" x="3257550" y="6527800"/>
          <p14:tracePt t="26141" x="3257550" y="6534150"/>
          <p14:tracePt t="26155" x="3257550" y="6540500"/>
          <p14:tracePt t="26171" x="3257550" y="6553200"/>
          <p14:tracePt t="26185" x="3251200" y="6578600"/>
          <p14:tracePt t="26201" x="3251200" y="6584950"/>
          <p14:tracePt t="26218" x="3244850" y="6623050"/>
          <p14:tracePt t="26233" x="3238500" y="6648450"/>
          <p14:tracePt t="26251" x="3238500" y="6667500"/>
          <p14:tracePt t="26267" x="3232150" y="6680200"/>
          <p14:tracePt t="26304" x="3225800" y="6686550"/>
          <p14:tracePt t="26352" x="3225800" y="6692900"/>
          <p14:tracePt t="26471" x="3225800" y="6699250"/>
          <p14:tracePt t="26576" x="3225800" y="6705600"/>
          <p14:tracePt t="26696" x="3232150" y="6705600"/>
          <p14:tracePt t="26787" x="3232150" y="6699250"/>
          <p14:tracePt t="26892" x="3232150" y="6692900"/>
          <p14:tracePt t="26942" x="3232150" y="6686550"/>
          <p14:tracePt t="26977" x="3238500" y="6686550"/>
          <p14:tracePt t="27012" x="3238500" y="6680200"/>
          <p14:tracePt t="27026" x="3238500" y="6673850"/>
          <p14:tracePt t="27034" x="3238500" y="6667500"/>
          <p14:tracePt t="27048" x="3238500" y="6654800"/>
          <p14:tracePt t="27064" x="3232150" y="6642100"/>
          <p14:tracePt t="27081" x="3225800" y="6604000"/>
          <p14:tracePt t="27098" x="3213100" y="6559550"/>
          <p14:tracePt t="27114" x="3206750" y="6540500"/>
          <p14:tracePt t="27131" x="3194050" y="6502400"/>
          <p14:tracePt t="27147" x="3175000" y="6477000"/>
          <p14:tracePt t="27164" x="3175000" y="6464300"/>
          <p14:tracePt t="27180" x="3175000" y="6457950"/>
          <p14:tracePt t="27197" x="3168650" y="6451600"/>
          <p14:tracePt t="27230" x="3168650" y="6445250"/>
          <p14:tracePt t="27279" x="3162300" y="6445250"/>
          <p14:tracePt t="27433" x="3168650" y="6438900"/>
          <p14:tracePt t="27468" x="3175000" y="6432550"/>
          <p14:tracePt t="27475" x="3181350" y="6432550"/>
          <p14:tracePt t="27489" x="3194050" y="6426200"/>
          <p14:tracePt t="27499" x="3213100" y="6419850"/>
          <p14:tracePt t="27513" x="3238500" y="6407150"/>
          <p14:tracePt t="27529" x="3321050" y="6369050"/>
          <p14:tracePt t="27545" x="3467100" y="6324600"/>
          <p14:tracePt t="27562" x="3549650" y="6292850"/>
          <p14:tracePt t="27580" x="3733800" y="6223000"/>
          <p14:tracePt t="27595" x="3905250" y="6159500"/>
          <p14:tracePt t="27612" x="3987800" y="6121400"/>
          <p14:tracePt t="27630" x="4121150" y="6057900"/>
          <p14:tracePt t="27646" x="4222750" y="6007100"/>
          <p14:tracePt t="27662" x="4254500" y="5981700"/>
          <p14:tracePt t="27679" x="4311650" y="5943600"/>
          <p14:tracePt t="27695" x="4330700" y="5924550"/>
          <p14:tracePt t="27712" x="4362450" y="5892800"/>
          <p14:tracePt t="27729" x="4387850" y="5873750"/>
          <p14:tracePt t="27745" x="4400550" y="5861050"/>
          <p14:tracePt t="27762" x="4413250" y="5842000"/>
          <p14:tracePt t="27778" x="4425950" y="5829300"/>
          <p14:tracePt t="27795" x="4432300" y="5829300"/>
          <p14:tracePt t="27812" x="4438650" y="5822950"/>
          <p14:tracePt t="27828" x="4451350" y="5816600"/>
          <p14:tracePt t="27889" x="4451350" y="5810250"/>
          <p14:tracePt t="27959" x="4457700" y="5810250"/>
          <p14:tracePt t="27994" x="4464050" y="5810250"/>
          <p14:tracePt t="28030" x="4470400" y="5810250"/>
          <p14:tracePt t="28065" x="4476750" y="5803900"/>
          <p14:tracePt t="28079" x="4483100" y="5803900"/>
          <p14:tracePt t="28085" x="4495800" y="5803900"/>
          <p14:tracePt t="28100" x="4495800" y="5797550"/>
          <p14:tracePt t="28110" x="4508500" y="5797550"/>
          <p14:tracePt t="28128" x="4521200" y="5791200"/>
          <p14:tracePt t="28144" x="4552950" y="5791200"/>
          <p14:tracePt t="28160" x="4597400" y="5784850"/>
          <p14:tracePt t="28178" x="4648200" y="5784850"/>
          <p14:tracePt t="28193" x="4673600" y="5784850"/>
          <p14:tracePt t="28210" x="4724400" y="5784850"/>
          <p14:tracePt t="28227" x="4762500" y="5784850"/>
          <p14:tracePt t="28243" x="4781550" y="5784850"/>
          <p14:tracePt t="28261" x="4832350" y="5784850"/>
          <p14:tracePt t="28276" x="4864100" y="5784850"/>
          <p14:tracePt t="28293" x="4876800" y="5784850"/>
          <p14:tracePt t="28310" x="4902200" y="5784850"/>
          <p14:tracePt t="28327" x="4921250" y="5784850"/>
          <p14:tracePt t="28343" x="4940300" y="5778500"/>
          <p14:tracePt t="28360" x="4965700" y="5778500"/>
          <p14:tracePt t="28376" x="4978400" y="5778500"/>
          <p14:tracePt t="28393" x="4984750" y="5778500"/>
          <p14:tracePt t="28410" x="4991100" y="5778500"/>
          <p14:tracePt t="28427" x="4997450" y="5778500"/>
          <p14:tracePt t="28521" x="4991100" y="5778500"/>
          <p14:tracePt t="28543" x="4972050" y="5778500"/>
          <p14:tracePt t="28549" x="4946650" y="5778500"/>
          <p14:tracePt t="28559" x="4908550" y="5784850"/>
          <p14:tracePt t="28575" x="4857750" y="5784850"/>
          <p14:tracePt t="28593" x="4692650" y="5791200"/>
          <p14:tracePt t="28609" x="4578350" y="5791200"/>
          <p14:tracePt t="28626" x="4178300" y="5791200"/>
          <p14:tracePt t="28642" x="4038600" y="5791200"/>
          <p14:tracePt t="28659" x="3886200" y="5791200"/>
          <p14:tracePt t="28676" x="3606800" y="5803900"/>
          <p14:tracePt t="28692" x="3352800" y="5822950"/>
          <p14:tracePt t="28709" x="3238500" y="5835650"/>
          <p14:tracePt t="28726" x="3022600" y="5854700"/>
          <p14:tracePt t="28742" x="2876550" y="5867400"/>
          <p14:tracePt t="28759" x="2813050" y="5873750"/>
          <p14:tracePt t="28775" x="2717800" y="5886450"/>
          <p14:tracePt t="28792" x="2641600" y="5886450"/>
          <p14:tracePt t="28809" x="2552700" y="5892800"/>
          <p14:tracePt t="28825" x="2508250" y="5892800"/>
          <p14:tracePt t="28842" x="2438400" y="5899150"/>
          <p14:tracePt t="28859" x="2374900" y="5905500"/>
          <p14:tracePt t="28874" x="2343150" y="5905500"/>
          <p14:tracePt t="28891" x="2317750" y="5905500"/>
          <p14:tracePt t="28908" x="2228850" y="5905500"/>
          <p14:tracePt t="28924" x="2197100" y="5905500"/>
          <p14:tracePt t="28941" x="2171700" y="5905500"/>
          <p14:tracePt t="28958" x="2120900" y="5899150"/>
          <p14:tracePt t="28975" x="2051050" y="5886450"/>
          <p14:tracePt t="28979" x="2012950" y="5886450"/>
          <p14:tracePt t="28994" x="1987550" y="5886450"/>
          <p14:tracePt t="29007" x="1955800" y="5886450"/>
          <p14:tracePt t="29024" x="1898650" y="5880100"/>
          <p14:tracePt t="29041" x="1841500" y="5873750"/>
          <p14:tracePt t="29058" x="1809750" y="5873750"/>
          <p14:tracePt t="29074" x="1752600" y="5873750"/>
          <p14:tracePt t="29091" x="1708150" y="5873750"/>
          <p14:tracePt t="29107" x="1689100" y="5873750"/>
          <p14:tracePt t="29124" x="1651000" y="5873750"/>
          <p14:tracePt t="29140" x="1631950" y="5873750"/>
          <p14:tracePt t="29157" x="1619250" y="5873750"/>
          <p14:tracePt t="29175" x="1600200" y="5873750"/>
          <p14:tracePt t="29190" x="1587500" y="5873750"/>
          <p14:tracePt t="29207" x="1581150" y="5873750"/>
          <p14:tracePt t="29224" x="1568450" y="5873750"/>
          <p14:tracePt t="29240" x="1562100" y="5880100"/>
          <p14:tracePt t="29257" x="1543050" y="5892800"/>
          <p14:tracePt t="29274" x="1530350" y="5899150"/>
          <p14:tracePt t="29300" x="1524000" y="5905500"/>
          <p14:tracePt t="29321" x="1517650" y="5911850"/>
          <p14:tracePt t="29371" x="1511300" y="5911850"/>
          <p14:tracePt t="29399" x="1504950" y="5911850"/>
          <p14:tracePt t="29420" x="1498600" y="5918200"/>
          <p14:tracePt t="29441" x="1498600" y="5924550"/>
          <p14:tracePt t="29469" x="1492250" y="5930900"/>
          <p14:tracePt t="29511" x="1492250" y="5937250"/>
          <p14:tracePt t="29532" x="1498600" y="5937250"/>
          <p14:tracePt t="29540" x="1504950" y="5943600"/>
          <p14:tracePt t="29553" x="1511300" y="5943600"/>
          <p14:tracePt t="29560" x="1524000" y="5949950"/>
          <p14:tracePt t="29576" x="1536700" y="5956300"/>
          <p14:tracePt t="29589" x="1555750" y="5962650"/>
          <p14:tracePt t="29606" x="1625600" y="5975350"/>
          <p14:tracePt t="29623" x="1733550" y="5994400"/>
          <p14:tracePt t="29639" x="1784350" y="6000750"/>
          <p14:tracePt t="29655" x="1943100" y="6019800"/>
          <p14:tracePt t="29673" x="2082800" y="6038850"/>
          <p14:tracePt t="29688" x="2146300" y="6038850"/>
          <p14:tracePt t="29705" x="2241550" y="6051550"/>
          <p14:tracePt t="29722" x="2298700" y="6051550"/>
          <p14:tracePt t="29738" x="2311400" y="6051550"/>
          <p14:tracePt t="29755" x="2330450" y="6051550"/>
          <p14:tracePt t="29772" x="2336800" y="6051550"/>
          <p14:tracePt t="29961" x="2330450" y="6057900"/>
          <p14:tracePt t="30626" x="2324100" y="6057900"/>
          <p14:tracePt t="30632" x="2311400" y="6064250"/>
          <p14:tracePt t="30647" x="2305050" y="6064250"/>
          <p14:tracePt t="30655" x="2292350" y="6064250"/>
          <p14:tracePt t="30669" x="2279650" y="6064250"/>
          <p14:tracePt t="30689" x="2260600" y="6064250"/>
          <p14:tracePt t="30702" x="2247900" y="6064250"/>
          <p14:tracePt t="30718" x="2216150" y="6051550"/>
          <p14:tracePt t="30735" x="2190750" y="6045200"/>
          <p14:tracePt t="30752" x="2159000" y="6045200"/>
          <p14:tracePt t="30768" x="2127250" y="6045200"/>
          <p14:tracePt t="30785" x="2108200" y="6038850"/>
          <p14:tracePt t="30801" x="2063750" y="6038850"/>
          <p14:tracePt t="30818" x="2006600" y="6038850"/>
          <p14:tracePt t="30835" x="1981200" y="6038850"/>
          <p14:tracePt t="30851" x="1930400" y="6057900"/>
          <p14:tracePt t="30867" x="1885950" y="6064250"/>
          <p14:tracePt t="30885" x="1866900" y="6076950"/>
          <p14:tracePt t="30901" x="1860550" y="6083300"/>
          <p14:tracePt t="30918" x="1854200" y="6083300"/>
          <p14:tracePt t="30935" x="1847850" y="6083300"/>
          <p14:tracePt t="30971" x="1841500" y="6089650"/>
          <p14:tracePt t="31236" x="1835150" y="6089650"/>
          <p14:tracePt t="31258" x="1828800" y="6089650"/>
          <p14:tracePt t="31286" x="1822450" y="6089650"/>
          <p14:tracePt t="31335" x="1816100" y="6089650"/>
          <p14:tracePt t="31370" x="1809750" y="6089650"/>
          <p14:tracePt t="31440" x="1816100" y="6089650"/>
          <p14:tracePt t="31446" x="1822450" y="6089650"/>
          <p14:tracePt t="31461" x="1828800" y="6089650"/>
          <p14:tracePt t="31469" x="1847850" y="6089650"/>
          <p14:tracePt t="31483" x="1885950" y="6089650"/>
          <p14:tracePt t="31499" x="1981200" y="6083300"/>
          <p14:tracePt t="31515" x="2070100" y="6083300"/>
          <p14:tracePt t="31532" x="2235200" y="6057900"/>
          <p14:tracePt t="31548" x="2413000" y="6057900"/>
          <p14:tracePt t="31567" x="2571750" y="6057900"/>
          <p14:tracePt t="31582" x="2609850" y="6057900"/>
          <p14:tracePt t="31599" x="2660650" y="6057900"/>
          <p14:tracePt t="31616" x="2768600" y="6057900"/>
          <p14:tracePt t="31632" x="2800350" y="6051550"/>
          <p14:tracePt t="31648" x="2819400" y="6051550"/>
          <p14:tracePt t="31665" x="2851150" y="6045200"/>
          <p14:tracePt t="31682" x="2876550" y="6045200"/>
          <p14:tracePt t="31698" x="2882900" y="6045200"/>
          <p14:tracePt t="31715" x="2889250" y="6045200"/>
          <p14:tracePt t="31732" x="2895600" y="6045200"/>
          <p14:tracePt t="31756" x="2901950" y="6045200"/>
          <p14:tracePt t="31833" x="2901950" y="6051550"/>
          <p14:tracePt t="31897" x="2895600" y="6057900"/>
          <p14:tracePt t="31939" x="2895600" y="6064250"/>
          <p14:tracePt t="31981" x="2889250" y="6064250"/>
          <p14:tracePt t="32836" x="2876550" y="6064250"/>
          <p14:tracePt t="32842" x="2857500" y="6064250"/>
          <p14:tracePt t="32849" x="2825750" y="6064250"/>
          <p14:tracePt t="32865" x="2800350" y="6064250"/>
          <p14:tracePt t="32878" x="2774950" y="6064250"/>
          <p14:tracePt t="32894" x="2736850" y="6064250"/>
          <p14:tracePt t="32911" x="2711450" y="6064250"/>
          <p14:tracePt t="32927" x="2667000" y="6064250"/>
          <p14:tracePt t="32944" x="2628900" y="6064250"/>
          <p14:tracePt t="32961" x="2584450" y="6064250"/>
          <p14:tracePt t="32977" x="2571750" y="6064250"/>
          <p14:tracePt t="32994" x="2546350" y="6064250"/>
          <p14:tracePt t="33012" x="2540000" y="6064250"/>
          <p14:tracePt t="33027" x="2533650" y="6064250"/>
          <p14:tracePt t="33053" x="2527300" y="6057900"/>
          <p14:tracePt t="33102" x="2520950" y="6057900"/>
          <p14:tracePt t="33697" x="2489200" y="6057900"/>
          <p14:tracePt t="33704" x="2451100" y="6057900"/>
          <p14:tracePt t="33718" x="2393950" y="6057900"/>
          <p14:tracePt t="33728" x="2368550" y="6057900"/>
          <p14:tracePt t="33741" x="2336800" y="6051550"/>
          <p14:tracePt t="33757" x="2254250" y="6032500"/>
          <p14:tracePt t="33775" x="2178050" y="6026150"/>
          <p14:tracePt t="33791" x="2139950" y="6013450"/>
          <p14:tracePt t="33808" x="2063750" y="6000750"/>
          <p14:tracePt t="33824" x="1974850" y="5994400"/>
          <p14:tracePt t="33841" x="1924050" y="5994400"/>
          <p14:tracePt t="33858" x="1828800" y="5981700"/>
          <p14:tracePt t="33874" x="1746250" y="5975350"/>
          <p14:tracePt t="33891" x="1720850" y="5975350"/>
          <p14:tracePt t="33908" x="1663700" y="5975350"/>
          <p14:tracePt t="33924" x="1631950" y="5975350"/>
          <p14:tracePt t="33940" x="1587500" y="5975350"/>
          <p14:tracePt t="33957" x="1543050" y="5975350"/>
          <p14:tracePt t="33974" x="1530350" y="5975350"/>
          <p14:tracePt t="33990" x="1517650" y="5975350"/>
          <p14:tracePt t="34007" x="1504950" y="5975350"/>
          <p14:tracePt t="34024" x="1498600" y="5975350"/>
          <p14:tracePt t="34104" x="1498600" y="5981700"/>
          <p14:tracePt t="34147" x="1511300" y="5981700"/>
          <p14:tracePt t="34168" x="1517650" y="5981700"/>
          <p14:tracePt t="34175" x="1524000" y="5981700"/>
          <p14:tracePt t="34188" x="1530350" y="5981700"/>
          <p14:tracePt t="34196" x="1549400" y="5981700"/>
          <p14:tracePt t="34210" x="1568450" y="5975350"/>
          <p14:tracePt t="34223" x="1663700" y="5956300"/>
          <p14:tracePt t="34239" x="1739900" y="5937250"/>
          <p14:tracePt t="34256" x="1816100" y="5930900"/>
          <p14:tracePt t="34273" x="2038350" y="5886450"/>
          <p14:tracePt t="34289" x="2266950" y="5842000"/>
          <p14:tracePt t="34306" x="2374900" y="5822950"/>
          <p14:tracePt t="34322" x="2552700" y="5791200"/>
          <p14:tracePt t="34339" x="2660650" y="5778500"/>
          <p14:tracePt t="34356" x="2692400" y="5772150"/>
          <p14:tracePt t="34372" x="2705100" y="5772150"/>
          <p14:tracePt t="34389" x="2711450" y="5772150"/>
          <p14:tracePt t="34422" x="2698750" y="5772150"/>
          <p14:tracePt t="34440" x="2660650" y="5772150"/>
          <p14:tracePt t="34456" x="2584450" y="5772150"/>
          <p14:tracePt t="34472" x="2533650" y="5772150"/>
          <p14:tracePt t="34489" x="2457450" y="5772150"/>
          <p14:tracePt t="34505" x="2273300" y="5772150"/>
          <p14:tracePt t="34522" x="2222500" y="5772150"/>
          <p14:tracePt t="34539" x="2165350" y="5778500"/>
          <p14:tracePt t="34542" x="2114550" y="5791200"/>
          <p14:tracePt t="34555" x="2082800" y="5797550"/>
          <p14:tracePt t="34572" x="2019300" y="5816600"/>
          <p14:tracePt t="34589" x="1987550" y="5829300"/>
          <p14:tracePt t="34605" x="1987550" y="5835650"/>
          <p14:tracePt t="34621" x="1974850" y="5835650"/>
          <p14:tracePt t="34666" x="1981200" y="5835650"/>
          <p14:tracePt t="34680" x="1993900" y="5835650"/>
          <p14:tracePt t="34688" x="2012950" y="5829300"/>
          <p14:tracePt t="34704" x="2038350" y="5816600"/>
          <p14:tracePt t="34722" x="2101850" y="5810250"/>
          <p14:tracePt t="34738" x="2247900" y="5791200"/>
          <p14:tracePt t="34754" x="2336800" y="5784850"/>
          <p14:tracePt t="34772" x="2514600" y="5765800"/>
          <p14:tracePt t="34788" x="2698750" y="5734050"/>
          <p14:tracePt t="34804" x="2774950" y="5721350"/>
          <p14:tracePt t="34821" x="2857500" y="5715000"/>
          <p14:tracePt t="34838" x="2876550" y="5715000"/>
          <p14:tracePt t="34854" x="2901950" y="5715000"/>
          <p14:tracePt t="34871" x="2908300" y="5715000"/>
          <p14:tracePt t="34904" x="2908300" y="5721350"/>
          <p14:tracePt t="35719" x="2921000" y="5721350"/>
          <p14:tracePt t="35733" x="2940050" y="5721350"/>
          <p14:tracePt t="35741" x="2952750" y="5727700"/>
          <p14:tracePt t="35755" x="2984500" y="5727700"/>
          <p14:tracePt t="35768" x="3009900" y="5727700"/>
          <p14:tracePt t="35784" x="3111500" y="5746750"/>
          <p14:tracePt t="35801" x="3187700" y="5746750"/>
          <p14:tracePt t="35818" x="3384550" y="5727700"/>
          <p14:tracePt t="35834" x="3600450" y="5708650"/>
          <p14:tracePt t="35851" x="3714750" y="5689600"/>
          <p14:tracePt t="35867" x="3898900" y="5645150"/>
          <p14:tracePt t="35884" x="4006850" y="5600700"/>
          <p14:tracePt t="35903" x="4051300" y="5594350"/>
          <p14:tracePt t="35917" x="4057650" y="5588000"/>
          <p14:tracePt t="35993" x="4057650" y="5594350"/>
          <p14:tracePt t="36021" x="4057650" y="5600700"/>
          <p14:tracePt t="36485" x="4057650" y="5626100"/>
          <p14:tracePt t="36491" x="4076700" y="5676900"/>
          <p14:tracePt t="36506" x="4083050" y="5727700"/>
          <p14:tracePt t="36515" x="4102100" y="5784850"/>
          <p14:tracePt t="36531" x="4121150" y="5835650"/>
          <p14:tracePt t="36548" x="4184650" y="5988050"/>
          <p14:tracePt t="36565" x="4229100" y="6134100"/>
          <p14:tracePt t="36581" x="4260850" y="6203950"/>
          <p14:tracePt t="36598" x="4318000" y="6337300"/>
          <p14:tracePt t="36615" x="4375150" y="6464300"/>
          <p14:tracePt t="36632" x="4413250" y="6546850"/>
          <p14:tracePt t="36648" x="4419600" y="6578600"/>
          <p14:tracePt t="36664" x="4425950" y="6604000"/>
          <p14:tracePt t="36681" x="4432300" y="6667500"/>
          <p14:tracePt t="36698" x="4438650" y="6680200"/>
          <p14:tracePt t="36714" x="4438650" y="6686550"/>
          <p14:tracePt t="36731" x="4438650" y="6699250"/>
          <p14:tracePt t="36794" x="4445000" y="6699250"/>
          <p14:tracePt t="36808" x="4445000" y="6692900"/>
          <p14:tracePt t="36817" x="4445000" y="6680200"/>
          <p14:tracePt t="36831" x="4445000" y="6667500"/>
          <p14:tracePt t="36847" x="4445000" y="6610350"/>
          <p14:tracePt t="36864" x="4425950" y="6502400"/>
          <p14:tracePt t="36880" x="4413250" y="6426200"/>
          <p14:tracePt t="36897" x="4356100" y="6229350"/>
          <p14:tracePt t="36914" x="4298950" y="6000750"/>
          <p14:tracePt t="36930" x="4267200" y="5854700"/>
          <p14:tracePt t="36948" x="4197350" y="5549900"/>
          <p14:tracePt t="36963" x="4178300" y="5321300"/>
          <p14:tracePt t="36980" x="4165600" y="5238750"/>
          <p14:tracePt t="36998" x="4146550" y="5143500"/>
          <p14:tracePt t="37013" x="4146550" y="5137150"/>
          <p14:tracePt t="37030" x="4146550" y="5124450"/>
          <p14:tracePt t="37096" x="4146550" y="5130800"/>
          <p14:tracePt t="37102" x="4146550" y="5143500"/>
          <p14:tracePt t="37116" x="4140200" y="5156200"/>
          <p14:tracePt t="37129" x="4140200" y="5187950"/>
          <p14:tracePt t="37146" x="4133850" y="5289550"/>
          <p14:tracePt t="37163" x="4133850" y="5378450"/>
          <p14:tracePt t="37180" x="4133850" y="5581650"/>
          <p14:tracePt t="37196" x="4146550" y="5835650"/>
          <p14:tracePt t="37212" x="4171950" y="5949950"/>
          <p14:tracePt t="37229" x="4191000" y="6191250"/>
          <p14:tracePt t="37246" x="4203700" y="6356350"/>
          <p14:tracePt t="37263" x="4210050" y="6432550"/>
          <p14:tracePt t="37279" x="4229100" y="6553200"/>
          <p14:tracePt t="37296" x="4235450" y="6604000"/>
          <p14:tracePt t="37313" x="4235450" y="6661150"/>
          <p14:tracePt t="37329" x="4235450" y="6667500"/>
          <p14:tracePt t="37376" x="4241800" y="6667500"/>
          <p14:tracePt t="37419" x="4248150" y="6667500"/>
          <p14:tracePt t="37496" x="4248150" y="6661150"/>
          <p14:tracePt t="37502" x="4248150" y="6648450"/>
          <p14:tracePt t="37517" x="4248150" y="6642100"/>
          <p14:tracePt t="38220" x="4279900" y="6610350"/>
          <p14:tracePt t="38227" x="4305300" y="6565900"/>
          <p14:tracePt t="38241" x="4343400" y="6521450"/>
          <p14:tracePt t="38248" x="4375150" y="6477000"/>
          <p14:tracePt t="38262" x="4419600" y="6438900"/>
          <p14:tracePt t="38276" x="4527550" y="6330950"/>
          <p14:tracePt t="38292" x="4591050" y="6273800"/>
          <p14:tracePt t="38309" x="4635500" y="6216650"/>
          <p14:tracePt t="38325" x="4775200" y="6038850"/>
          <p14:tracePt t="38342" x="4940300" y="5816600"/>
          <p14:tracePt t="38359" x="5054600" y="5676900"/>
          <p14:tracePt t="38375" x="5238750" y="5429250"/>
          <p14:tracePt t="38392" x="5403850" y="5226050"/>
          <p14:tracePt t="38409" x="5524500" y="5060950"/>
          <p14:tracePt t="38425" x="5575300" y="4978400"/>
          <p14:tracePt t="38442" x="5695950" y="4864100"/>
          <p14:tracePt t="38459" x="5791200" y="4768850"/>
          <p14:tracePt t="38476" x="5848350" y="4730750"/>
          <p14:tracePt t="38492" x="5962650" y="4641850"/>
          <p14:tracePt t="38508" x="6089650" y="4546600"/>
          <p14:tracePt t="38525" x="6146800" y="4495800"/>
          <p14:tracePt t="38541" x="6216650" y="4445000"/>
          <p14:tracePt t="38558" x="6343650" y="4349750"/>
          <p14:tracePt t="38575" x="6413500" y="4298950"/>
          <p14:tracePt t="38592" x="6584950" y="4171950"/>
          <p14:tracePt t="38608" x="6750050" y="3994150"/>
          <p14:tracePt t="38624" x="6845300" y="3898900"/>
          <p14:tracePt t="38641" x="7010400" y="3765550"/>
          <p14:tracePt t="38658" x="7150100" y="3670300"/>
          <p14:tracePt t="38674" x="7219950" y="3632200"/>
          <p14:tracePt t="38691" x="7296150" y="3600450"/>
          <p14:tracePt t="38708" x="7359650" y="3575050"/>
          <p14:tracePt t="38724" x="7366000" y="3575050"/>
          <p14:tracePt t="38741" x="7378700" y="3575050"/>
          <p14:tracePt t="38768" x="7378700" y="3568700"/>
          <p14:tracePt t="38777" x="7378700" y="3562350"/>
          <p14:tracePt t="38790" x="7385050" y="3562350"/>
          <p14:tracePt t="38807" x="7378700" y="3556000"/>
          <p14:tracePt t="38824" x="7289800" y="3549650"/>
          <p14:tracePt t="38840" x="7213600" y="3549650"/>
          <p14:tracePt t="38857" x="6959600" y="3562350"/>
          <p14:tracePt t="38874" x="6553200" y="3625850"/>
          <p14:tracePt t="38891" x="6337300" y="3657600"/>
          <p14:tracePt t="38908" x="5461000" y="3778250"/>
          <p14:tracePt t="38923" x="5162550" y="3841750"/>
          <p14:tracePt t="38940" x="4857750" y="3892550"/>
          <p14:tracePt t="38957" x="4241800" y="3968750"/>
          <p14:tracePt t="38973" x="3740150" y="3987800"/>
          <p14:tracePt t="38990" x="3549650" y="4000500"/>
          <p14:tracePt t="39007" x="3276600" y="4019550"/>
          <p14:tracePt t="39023" x="3054350" y="4051300"/>
          <p14:tracePt t="39040" x="2965450" y="4070350"/>
          <p14:tracePt t="39056" x="2819400" y="4108450"/>
          <p14:tracePt t="39072" x="2749550" y="4140200"/>
          <p14:tracePt t="39090" x="2584450" y="4210050"/>
          <p14:tracePt t="39106" x="2565400" y="4229100"/>
          <p14:tracePt t="39123" x="2540000" y="4248150"/>
          <p14:tracePt t="39140" x="2540000" y="4254500"/>
          <p14:tracePt t="39172" x="2565400" y="4273550"/>
          <p14:tracePt t="39189" x="2819400" y="4337050"/>
          <p14:tracePt t="39206" x="2959100" y="4349750"/>
          <p14:tracePt t="39224" x="3448050" y="4387850"/>
          <p14:tracePt t="39239" x="3784600" y="4387850"/>
          <p14:tracePt t="39255" x="4127500" y="4362450"/>
          <p14:tracePt t="39273" x="4940300" y="4203700"/>
          <p14:tracePt t="39289" x="5575300" y="3956050"/>
          <p14:tracePt t="39305" x="5829300" y="3810000"/>
          <p14:tracePt t="39322" x="6032500" y="3676650"/>
          <p14:tracePt t="39338" x="6057900" y="3638550"/>
          <p14:tracePt t="39355" x="6057900" y="3625850"/>
          <p14:tracePt t="39372" x="5905500" y="3511550"/>
          <p14:tracePt t="39388" x="5803900" y="3467100"/>
          <p14:tracePt t="39405" x="5651500" y="3422650"/>
          <p14:tracePt t="39422" x="5207000" y="3352800"/>
          <p14:tracePt t="39438" x="4629150" y="3346450"/>
          <p14:tracePt t="39455" x="3930650" y="3429000"/>
          <p14:tracePt t="39471" x="3657600" y="3473450"/>
          <p14:tracePt t="39488" x="3143250" y="3613150"/>
          <p14:tracePt t="39505" x="2749550" y="3733800"/>
          <p14:tracePt t="39521" x="2597150" y="3765550"/>
          <p14:tracePt t="39538" x="2343150" y="3854450"/>
          <p14:tracePt t="39554" x="2209800" y="3911600"/>
          <p14:tracePt t="39571" x="2165350" y="3930650"/>
          <p14:tracePt t="39588" x="2152650" y="3949700"/>
          <p14:tracePt t="39604" x="2146300" y="3962400"/>
          <p14:tracePt t="39621" x="2184400" y="3987800"/>
          <p14:tracePt t="39638" x="2425700" y="4121150"/>
          <p14:tracePt t="39654" x="2895600" y="4343400"/>
          <p14:tracePt t="39671" x="3168650" y="4476750"/>
          <p14:tracePt t="39687" x="3790950" y="4654550"/>
          <p14:tracePt t="39703" x="4089400" y="4699000"/>
          <p14:tracePt t="39720" x="4622800" y="4692650"/>
          <p14:tracePt t="39737" x="5067300" y="4565650"/>
          <p14:tracePt t="39754" x="5181600" y="4508500"/>
          <p14:tracePt t="39770" x="5276850" y="4451350"/>
          <p14:tracePt t="39787" x="5289550" y="4432300"/>
          <p14:tracePt t="39803" x="5289550" y="4413250"/>
          <p14:tracePt t="39821" x="5232400" y="4324350"/>
          <p14:tracePt t="39837" x="5162550" y="4254500"/>
          <p14:tracePt t="39853" x="4933950" y="4083050"/>
          <p14:tracePt t="39870" x="4616450" y="3917950"/>
          <p14:tracePt t="39887" x="4432300" y="3867150"/>
          <p14:tracePt t="39903" x="4095750" y="3816350"/>
          <p14:tracePt t="39920" x="3829050" y="3816350"/>
          <p14:tracePt t="39936" x="3549650" y="3835400"/>
          <p14:tracePt t="39954" x="3282950" y="3854450"/>
          <p14:tracePt t="39970" x="3155950" y="3848100"/>
          <p14:tracePt t="39986" x="2914650" y="3867150"/>
          <p14:tracePt t="40003" x="2762250" y="3873500"/>
          <p14:tracePt t="40019" x="2711450" y="3873500"/>
          <p14:tracePt t="40036" x="2647950" y="3892550"/>
          <p14:tracePt t="40053" x="2597150" y="3905250"/>
          <p14:tracePt t="40069" x="2571750" y="3911600"/>
          <p14:tracePt t="40599" x="2578100" y="3905250"/>
          <p14:tracePt t="40606" x="2590800" y="3886200"/>
          <p14:tracePt t="40617" x="2603500" y="3860800"/>
          <p14:tracePt t="40634" x="2647950" y="3790950"/>
          <p14:tracePt t="40651" x="2660650" y="3746500"/>
          <p14:tracePt t="40667" x="2679700" y="3689350"/>
          <p14:tracePt t="40684" x="2724150" y="3575050"/>
          <p14:tracePt t="40700" x="2736850" y="3543300"/>
          <p14:tracePt t="40717" x="2736850" y="3524250"/>
          <p14:tracePt t="40733" x="2743200" y="3486150"/>
          <p14:tracePt t="40750" x="2743200" y="3435350"/>
          <p14:tracePt t="40768" x="2743200" y="3378200"/>
          <p14:tracePt t="40783" x="2736850" y="3346450"/>
          <p14:tracePt t="40800" x="2730500" y="3308350"/>
          <p14:tracePt t="40817" x="2730500" y="3282950"/>
          <p14:tracePt t="40833" x="2730500" y="3270250"/>
          <p14:tracePt t="40850" x="2743200" y="3244850"/>
          <p14:tracePt t="40866" x="2755900" y="3232150"/>
          <p14:tracePt t="40900" x="2762250" y="3225800"/>
          <p14:tracePt t="40917" x="2768600" y="3219450"/>
          <p14:tracePt t="40937" x="2774950" y="3213100"/>
          <p14:tracePt t="40953" x="2781300" y="3213100"/>
          <p14:tracePt t="40966" x="2800350" y="3206750"/>
          <p14:tracePt t="40983" x="2806700" y="3206750"/>
          <p14:tracePt t="41000" x="2838450" y="3187700"/>
          <p14:tracePt t="41016" x="2857500" y="3168650"/>
          <p14:tracePt t="41033" x="2901950" y="3143250"/>
          <p14:tracePt t="41049" x="2946400" y="3105150"/>
          <p14:tracePt t="41066" x="2965450" y="3098800"/>
          <p14:tracePt t="41084" x="2990850" y="3079750"/>
          <p14:tracePt t="41099" x="3003550" y="3067050"/>
          <p14:tracePt t="41115" x="3009900" y="3067050"/>
          <p14:tracePt t="41133" x="3016250" y="3060700"/>
          <p14:tracePt t="41175" x="3022600" y="3060700"/>
          <p14:tracePt t="41189" x="3035300" y="3067050"/>
          <p14:tracePt t="41203" x="3041650" y="3067050"/>
          <p14:tracePt t="41215" x="3054350" y="3073400"/>
          <p14:tracePt t="41232" x="3117850" y="3098800"/>
          <p14:tracePt t="41248" x="3162300" y="3124200"/>
          <p14:tracePt t="41266" x="3295650" y="3181350"/>
          <p14:tracePt t="41282" x="3454400" y="3232150"/>
          <p14:tracePt t="41298" x="3530600" y="3251200"/>
          <p14:tracePt t="41316" x="3689350" y="3270250"/>
          <p14:tracePt t="41332" x="3829050" y="3270250"/>
          <p14:tracePt t="41350" x="3886200" y="3257550"/>
          <p14:tracePt t="41365" x="3968750" y="3244850"/>
          <p14:tracePt t="41381" x="4000500" y="3232150"/>
          <p14:tracePt t="41398" x="4006850" y="3232150"/>
          <p14:tracePt t="41414" x="4019550" y="3225800"/>
          <p14:tracePt t="41449" x="4019550" y="3219450"/>
          <p14:tracePt t="41491" x="4025900" y="3219450"/>
          <p14:tracePt t="41519" x="4032250" y="3219450"/>
          <p14:tracePt t="41526" x="4038600" y="3213100"/>
          <p14:tracePt t="41540" x="4044950" y="3213100"/>
          <p14:tracePt t="41549" x="4057650" y="3206750"/>
          <p14:tracePt t="41565" x="4064000" y="3200400"/>
          <p14:tracePt t="41583" x="4095750" y="3187700"/>
          <p14:tracePt t="41598" x="4114800" y="3181350"/>
          <p14:tracePt t="41614" x="4184650" y="3155950"/>
          <p14:tracePt t="41631" x="4260850" y="3143250"/>
          <p14:tracePt t="41647" x="4292600" y="3124200"/>
          <p14:tracePt t="41664" x="4349750" y="3111500"/>
          <p14:tracePt t="41681" x="4381500" y="3098800"/>
          <p14:tracePt t="41697" x="4394200" y="3098800"/>
          <p14:tracePt t="41714" x="4406900" y="3092450"/>
          <p14:tracePt t="41730" x="4413250" y="3092450"/>
          <p14:tracePt t="42081" x="4400550" y="3092450"/>
          <p14:tracePt t="42088" x="4375150" y="3098800"/>
          <p14:tracePt t="42102" x="4356100" y="3105150"/>
          <p14:tracePt t="42113" x="4324350" y="3117850"/>
          <p14:tracePt t="42130" x="4267200" y="3136900"/>
          <p14:tracePt t="42145" x="4235450" y="3149600"/>
          <p14:tracePt t="42162" x="4171950" y="3175000"/>
          <p14:tracePt t="42179" x="4152900" y="3181350"/>
          <p14:tracePt t="42195" x="4114800" y="3194050"/>
          <p14:tracePt t="42213" x="4114800" y="3200400"/>
          <p14:tracePt t="42229" x="4095750" y="3206750"/>
          <p14:tracePt t="42262" x="4089400" y="3206750"/>
          <p14:tracePt t="42843" x="4076700" y="3232150"/>
          <p14:tracePt t="42850" x="4057650" y="3276600"/>
          <p14:tracePt t="42864" x="4044950" y="3321050"/>
          <p14:tracePt t="42876" x="4025900" y="3365500"/>
          <p14:tracePt t="42894" x="3994150" y="3448050"/>
          <p14:tracePt t="42911" x="3981450" y="3479800"/>
          <p14:tracePt t="42927" x="3962400" y="3549650"/>
          <p14:tracePt t="42944" x="3937000" y="3600450"/>
          <p14:tracePt t="42960" x="3930650" y="3625850"/>
          <p14:tracePt t="42977" x="3924300" y="3657600"/>
          <p14:tracePt t="42994" x="3917950" y="3663950"/>
          <p14:tracePt t="43009" x="3917950" y="3670300"/>
          <p14:tracePt t="43042" x="3911600" y="3670300"/>
          <p14:tracePt t="49545" x="3917950" y="3670300"/>
          <p14:tracePt t="49551" x="3924300" y="3670300"/>
          <p14:tracePt t="49559" x="3930650" y="3670300"/>
          <p14:tracePt t="49570" x="3930650" y="3663950"/>
          <p14:tracePt t="49587" x="3949700" y="3632200"/>
          <p14:tracePt t="49603" x="3968750" y="3606800"/>
          <p14:tracePt t="49620" x="3987800" y="3581400"/>
          <p14:tracePt t="49637" x="4025900" y="3498850"/>
          <p14:tracePt t="49653" x="4057650" y="3435350"/>
          <p14:tracePt t="49669" x="4083050" y="3390900"/>
          <p14:tracePt t="49686" x="4114800" y="3346450"/>
          <p14:tracePt t="49703" x="4121150" y="3327400"/>
          <p14:tracePt t="49707" x="4127500" y="3321050"/>
          <p14:tracePt t="49720" x="4127500" y="3314700"/>
          <p14:tracePt t="49763" x="4127500" y="3308350"/>
          <p14:tracePt t="50001" x="4127500" y="3302000"/>
          <p14:tracePt t="50043" x="4114800" y="3302000"/>
          <p14:tracePt t="50057" x="4108450" y="3302000"/>
          <p14:tracePt t="50064" x="4102100" y="3302000"/>
          <p14:tracePt t="50072" x="4083050" y="3295650"/>
          <p14:tracePt t="50088" x="4070350" y="3295650"/>
          <p14:tracePt t="50101" x="4051300" y="3295650"/>
          <p14:tracePt t="50118" x="4000500" y="3289300"/>
          <p14:tracePt t="50135" x="3937000" y="3282950"/>
          <p14:tracePt t="50151" x="3905250" y="3282950"/>
          <p14:tracePt t="50168" x="3873500" y="3270250"/>
          <p14:tracePt t="50184" x="3841750" y="3270250"/>
          <p14:tracePt t="50201" x="3835400" y="3270250"/>
          <p14:tracePt t="50205" x="3829050" y="3270250"/>
          <p14:tracePt t="50217" x="3822700" y="3270250"/>
          <p14:tracePt t="50345" x="3816350" y="3270250"/>
          <p14:tracePt t="50373" x="3810000" y="3276600"/>
          <p14:tracePt t="50387" x="3803650" y="3276600"/>
          <p14:tracePt t="50409" x="3797300" y="3282950"/>
          <p14:tracePt t="50415" x="3790950" y="3282950"/>
          <p14:tracePt t="50423" x="3784600" y="3282950"/>
          <p14:tracePt t="50437" x="3778250" y="3289300"/>
          <p14:tracePt t="50450" x="3765550" y="3289300"/>
          <p14:tracePt t="50467" x="3727450" y="3295650"/>
          <p14:tracePt t="50483" x="3708400" y="3302000"/>
          <p14:tracePt t="50500" x="3670300" y="3314700"/>
          <p14:tracePt t="50517" x="3644900" y="3321050"/>
          <p14:tracePt t="50533" x="3632200" y="3327400"/>
          <p14:tracePt t="50550" x="3613150" y="3327400"/>
          <p14:tracePt t="50566" x="3600450" y="3333750"/>
          <p14:tracePt t="50584" x="3594100" y="3333750"/>
          <p14:tracePt t="50620" x="3587750" y="3340100"/>
          <p14:tracePt t="50885" x="3594100" y="3340100"/>
          <p14:tracePt t="50900" x="3625850" y="3340100"/>
          <p14:tracePt t="50907" x="3663950" y="3340100"/>
          <p14:tracePt t="50916" x="3683000" y="3340100"/>
          <p14:tracePt t="50932" x="3708400" y="3340100"/>
          <p14:tracePt t="50949" x="3759200" y="3340100"/>
          <p14:tracePt t="50965" x="3778250" y="3340100"/>
          <p14:tracePt t="50982" x="3803650" y="3340100"/>
          <p14:tracePt t="50999" x="3816350" y="3333750"/>
          <p14:tracePt t="51031" x="3822700" y="3333750"/>
          <p14:tracePt t="51068" x="3829050" y="3333750"/>
          <p14:tracePt t="51237" x="3835400" y="3333750"/>
          <p14:tracePt t="51286" x="3835400" y="3327400"/>
          <p14:tracePt t="51398" x="3841750" y="3321050"/>
          <p14:tracePt t="51405" x="3848100" y="3321050"/>
          <p14:tracePt t="51419" x="3854450" y="3321050"/>
          <p14:tracePt t="51430" x="3860800" y="3321050"/>
          <p14:tracePt t="51447" x="3867150" y="3321050"/>
          <p14:tracePt t="51463" x="3879850" y="3321050"/>
          <p14:tracePt t="51480" x="3911600" y="3321050"/>
          <p14:tracePt t="51497" x="3956050" y="3327400"/>
          <p14:tracePt t="51513" x="3981450" y="3333750"/>
          <p14:tracePt t="51530" x="4019550" y="3333750"/>
          <p14:tracePt t="51546" x="4095750" y="3346450"/>
          <p14:tracePt t="51563" x="4114800" y="3346450"/>
          <p14:tracePt t="51580" x="4146550" y="3352800"/>
          <p14:tracePt t="51596" x="4152900" y="3352800"/>
          <p14:tracePt t="51613" x="4165600" y="3352800"/>
          <p14:tracePt t="51630" x="4171950" y="3352800"/>
          <p14:tracePt t="51827" x="4178300" y="3352800"/>
          <p14:tracePt t="51897" x="4184650" y="3352800"/>
          <p14:tracePt t="51939" x="4191000" y="3352800"/>
          <p14:tracePt t="51988" x="4197350" y="3352800"/>
          <p14:tracePt t="52290" x="4203700" y="3352800"/>
          <p14:tracePt t="52796" x="4216400" y="3346450"/>
          <p14:tracePt t="52802" x="4222750" y="3346450"/>
          <p14:tracePt t="52812" x="4241800" y="3340100"/>
          <p14:tracePt t="52825" x="4260850" y="3340100"/>
          <p14:tracePt t="52842" x="4279900" y="3333750"/>
          <p14:tracePt t="52859" x="4311650" y="3333750"/>
          <p14:tracePt t="52875" x="4337050" y="3327400"/>
          <p14:tracePt t="52892" x="4349750" y="3327400"/>
          <p14:tracePt t="52908" x="4362450" y="3327400"/>
          <p14:tracePt t="52925" x="4368800" y="3321050"/>
          <p14:tracePt t="53175" x="4375150" y="3314700"/>
          <p14:tracePt t="53196" x="4387850" y="3308350"/>
          <p14:tracePt t="53203" x="4394200" y="3308350"/>
          <p14:tracePt t="53217" x="4400550" y="3308350"/>
          <p14:tracePt t="53226" x="4406900" y="3302000"/>
          <p14:tracePt t="53240" x="4413250" y="3302000"/>
          <p14:tracePt t="53257" x="4419600" y="3302000"/>
          <p14:tracePt t="53274" x="4432300" y="3302000"/>
          <p14:tracePt t="53290" x="4438650" y="3302000"/>
          <p14:tracePt t="53308" x="4445000" y="3302000"/>
          <p14:tracePt t="53340" x="4451350" y="3302000"/>
          <p14:tracePt t="53442" x="4445000" y="3302000"/>
          <p14:tracePt t="53463" x="4438650" y="3302000"/>
          <p14:tracePt t="53477" x="4425950" y="3302000"/>
          <p14:tracePt t="53484" x="4419600" y="3302000"/>
          <p14:tracePt t="53497" x="4406900" y="3308350"/>
          <p14:tracePt t="53506" x="4387850" y="3314700"/>
          <p14:tracePt t="53522" x="4362450" y="3314700"/>
          <p14:tracePt t="53540" x="4298950" y="3333750"/>
          <p14:tracePt t="53556" x="4216400" y="3346450"/>
          <p14:tracePt t="53573" x="4165600" y="3359150"/>
          <p14:tracePt t="53589" x="4083050" y="3384550"/>
          <p14:tracePt t="53606" x="4013200" y="3397250"/>
          <p14:tracePt t="53622" x="3981450" y="3403600"/>
          <p14:tracePt t="53639" x="3943350" y="3403600"/>
          <p14:tracePt t="53656" x="3898900" y="3403600"/>
          <p14:tracePt t="53674" x="3873500" y="3397250"/>
          <p14:tracePt t="53689" x="3860800" y="3390900"/>
          <p14:tracePt t="53706" x="3848100" y="3384550"/>
          <p14:tracePt t="53723" x="3797300" y="3359150"/>
          <p14:tracePt t="53739" x="3790950" y="3359150"/>
          <p14:tracePt t="53755" x="3771900" y="3346450"/>
          <p14:tracePt t="53772" x="3746500" y="3340100"/>
          <p14:tracePt t="53789" x="3721100" y="3333750"/>
          <p14:tracePt t="53805" x="3708400" y="3327400"/>
          <p14:tracePt t="53822" x="3695700" y="3327400"/>
          <p14:tracePt t="53839" x="3670300" y="3327400"/>
          <p14:tracePt t="53856" x="3644900" y="3333750"/>
          <p14:tracePt t="53871" x="3638550" y="3340100"/>
          <p14:tracePt t="53888" x="3619500" y="3340100"/>
          <p14:tracePt t="53906" x="3613150" y="3346450"/>
          <p14:tracePt t="53938" x="3613150" y="3352800"/>
          <p14:tracePt t="54004" x="3619500" y="3352800"/>
          <p14:tracePt t="54012" x="3625850" y="3359150"/>
          <p14:tracePt t="54026" x="3638550" y="3359150"/>
          <p14:tracePt t="54038" x="3657600" y="3359150"/>
          <p14:tracePt t="54054" x="3727450" y="3359150"/>
          <p14:tracePt t="54071" x="3771900" y="3365500"/>
          <p14:tracePt t="54088" x="3917950" y="3365500"/>
          <p14:tracePt t="54104" x="4095750" y="3352800"/>
          <p14:tracePt t="54121" x="4171950" y="3346450"/>
          <p14:tracePt t="54138" x="4318000" y="3314700"/>
          <p14:tracePt t="54154" x="4425950" y="3289300"/>
          <p14:tracePt t="54171" x="4457700" y="3270250"/>
          <p14:tracePt t="54187" x="4495800" y="3251200"/>
          <p14:tracePt t="54204" x="4514850" y="3244850"/>
          <p14:tracePt t="54221" x="4521200" y="3238500"/>
          <p14:tracePt t="54293" x="4527550" y="3238500"/>
          <p14:tracePt t="54335" x="4527550" y="3244850"/>
          <p14:tracePt t="54405" x="4521200" y="3251200"/>
          <p14:tracePt t="55058" x="4521200" y="3257550"/>
          <p14:tracePt t="55065" x="4508500" y="3257550"/>
          <p14:tracePt t="55079" x="4495800" y="3257550"/>
          <p14:tracePt t="55087" x="4476750" y="3251200"/>
          <p14:tracePt t="55100" x="4451350" y="3251200"/>
          <p14:tracePt t="55117" x="4413250" y="3244850"/>
          <p14:tracePt t="55134" x="4343400" y="3232150"/>
          <p14:tracePt t="55150" x="4292600" y="3232150"/>
          <p14:tracePt t="55167" x="4203700" y="3232150"/>
          <p14:tracePt t="55184" x="4146550" y="3232150"/>
          <p14:tracePt t="55200" x="4057650" y="3232150"/>
          <p14:tracePt t="55217" x="4006850" y="3232150"/>
          <p14:tracePt t="55234" x="3898900" y="3244850"/>
          <p14:tracePt t="55250" x="3873500" y="3244850"/>
          <p14:tracePt t="55267" x="3848100" y="3251200"/>
          <p14:tracePt t="55271" x="3816350" y="3251200"/>
          <p14:tracePt t="55284" x="3797300" y="3251200"/>
          <p14:tracePt t="55300" x="3746500" y="3263900"/>
          <p14:tracePt t="55318" x="3708400" y="3270250"/>
          <p14:tracePt t="55333" x="3683000" y="3276600"/>
          <p14:tracePt t="55350" x="3670300" y="3282950"/>
          <p14:tracePt t="55367" x="3657600" y="3282950"/>
          <p14:tracePt t="55383" x="3651250" y="3282950"/>
          <p14:tracePt t="55399" x="3644900" y="3282950"/>
          <p14:tracePt t="55429" x="3638550" y="3282950"/>
          <p14:tracePt t="55529" x="3638550" y="3289300"/>
          <p14:tracePt t="55599" x="3638550" y="3295650"/>
          <p14:tracePt t="55655" x="3638550" y="3302000"/>
          <p14:tracePt t="55774" x="3644900" y="3302000"/>
          <p14:tracePt t="56343" x="3638550" y="3276600"/>
          <p14:tracePt t="56350" x="3606800" y="3219450"/>
          <p14:tracePt t="56364" x="3568700" y="3162300"/>
          <p14:tracePt t="56379" x="3511550" y="3028950"/>
          <p14:tracePt t="56396" x="3473450" y="2959100"/>
          <p14:tracePt t="56413" x="3403600" y="2832100"/>
          <p14:tracePt t="56429" x="3333750" y="2730500"/>
          <p14:tracePt t="56446" x="3282950" y="2692400"/>
          <p14:tracePt t="56463" x="3200400" y="2597150"/>
          <p14:tracePt t="56479" x="3155950" y="2552700"/>
          <p14:tracePt t="56496" x="3060700" y="2438400"/>
          <p14:tracePt t="56512" x="2952750" y="2317750"/>
          <p14:tracePt t="56529" x="2914650" y="2273300"/>
          <p14:tracePt t="56546" x="2838450" y="2178050"/>
          <p14:tracePt t="56562" x="2806700" y="2133600"/>
          <p14:tracePt t="56579" x="2787650" y="2114550"/>
          <p14:tracePt t="56596" x="2768600" y="2089150"/>
          <p14:tracePt t="56612" x="2749550" y="2063750"/>
          <p14:tracePt t="56629" x="2736850" y="2051050"/>
          <p14:tracePt t="56645" x="2717800" y="2025650"/>
          <p14:tracePt t="56662" x="2705100" y="2000250"/>
          <p14:tracePt t="56679" x="2698750" y="2000250"/>
          <p14:tracePt t="56695" x="2679700" y="1962150"/>
          <p14:tracePt t="56712" x="2673350" y="1930400"/>
          <p14:tracePt t="56729" x="2667000" y="1879600"/>
          <p14:tracePt t="56745" x="2667000" y="1860550"/>
          <p14:tracePt t="56762" x="2667000" y="1822450"/>
          <p14:tracePt t="56779" x="2673350" y="1727200"/>
          <p14:tracePt t="56795" x="2673350" y="1695450"/>
          <p14:tracePt t="56812" x="2679700" y="1657350"/>
          <p14:tracePt t="56828" x="2686050" y="1600200"/>
          <p14:tracePt t="56845" x="2698750" y="1524000"/>
          <p14:tracePt t="56862" x="2705100" y="1466850"/>
          <p14:tracePt t="56878" x="2705100" y="1365250"/>
          <p14:tracePt t="56896" x="2724150" y="1244600"/>
          <p14:tracePt t="56912" x="2724150" y="1143000"/>
          <p14:tracePt t="56927" x="2724150" y="1104900"/>
          <p14:tracePt t="56944" x="2705100" y="1028700"/>
          <p14:tracePt t="56961" x="2686050" y="965200"/>
          <p14:tracePt t="56978" x="2667000" y="927100"/>
          <p14:tracePt t="56994" x="2635250" y="863600"/>
          <p14:tracePt t="57011" x="2597150" y="812800"/>
          <p14:tracePt t="57028" x="2578100" y="781050"/>
          <p14:tracePt t="57045" x="2565400" y="762000"/>
          <p14:tracePt t="57060" x="2527300" y="711200"/>
          <p14:tracePt t="57077" x="2520950" y="692150"/>
          <p14:tracePt t="57095" x="2495550" y="660400"/>
          <p14:tracePt t="57110" x="2482850" y="641350"/>
          <p14:tracePt t="57127" x="2463800" y="622300"/>
          <p14:tracePt t="57144" x="2463800" y="615950"/>
          <p14:tracePt t="57160" x="2451100" y="615950"/>
          <p14:tracePt t="57177" x="2438400" y="603250"/>
          <p14:tracePt t="57194" x="2419350" y="596900"/>
          <p14:tracePt t="57210" x="2413000" y="590550"/>
          <p14:tracePt t="57227" x="2400300" y="577850"/>
          <p14:tracePt t="57243" x="2387600" y="571500"/>
          <p14:tracePt t="57260" x="2374900" y="565150"/>
          <p14:tracePt t="57277" x="2349500" y="552450"/>
          <p14:tracePt t="57293" x="2336800" y="552450"/>
          <p14:tracePt t="57310" x="2330450" y="546100"/>
          <p14:tracePt t="57333" x="2330450" y="539750"/>
          <p14:tracePt t="57565" x="2330450" y="546100"/>
          <p14:tracePt t="57572" x="2343150" y="552450"/>
          <p14:tracePt t="57586" x="2362200" y="565150"/>
          <p14:tracePt t="57595" x="2381250" y="577850"/>
          <p14:tracePt t="57608" x="2406650" y="596900"/>
          <p14:tracePt t="57626" x="2463800" y="622300"/>
          <p14:tracePt t="57642" x="2527300" y="647700"/>
          <p14:tracePt t="57659" x="2552700" y="647700"/>
          <p14:tracePt t="57675" x="2584450" y="654050"/>
          <p14:tracePt t="57692" x="2647950" y="654050"/>
          <p14:tracePt t="57708" x="2673350" y="654050"/>
          <p14:tracePt t="57725" x="2686050" y="647700"/>
          <p14:tracePt t="57742" x="2711450" y="635000"/>
          <p14:tracePt t="57758" x="2736850" y="622300"/>
          <p14:tracePt t="57776" x="2762250" y="609600"/>
          <p14:tracePt t="57791" x="2781300" y="603250"/>
          <p14:tracePt t="57795" x="2781300" y="596900"/>
          <p14:tracePt t="57808" x="2787650" y="590550"/>
          <p14:tracePt t="57825" x="2806700" y="584200"/>
          <p14:tracePt t="57842" x="2813050" y="584200"/>
          <p14:tracePt t="57858" x="2819400" y="584200"/>
          <p14:tracePt t="58439" x="2832100" y="596900"/>
          <p14:tracePt t="58445" x="2863850" y="615950"/>
          <p14:tracePt t="58455" x="2882900" y="622300"/>
          <p14:tracePt t="58473" x="2940050" y="647700"/>
          <p14:tracePt t="58489" x="2959100" y="666750"/>
          <p14:tracePt t="58506" x="2997200" y="679450"/>
          <p14:tracePt t="58523" x="3092450" y="698500"/>
          <p14:tracePt t="58539" x="3213100" y="717550"/>
          <p14:tracePt t="58555" x="3263900" y="723900"/>
          <p14:tracePt t="58572" x="3390900" y="723900"/>
          <p14:tracePt t="58589" x="3454400" y="723900"/>
          <p14:tracePt t="58605" x="3473450" y="723900"/>
          <p14:tracePt t="58622" x="3492500" y="723900"/>
          <p14:tracePt t="58986" x="3498850" y="723900"/>
          <p14:tracePt t="59000" x="3511550" y="723900"/>
          <p14:tracePt t="59007" x="3511550" y="717550"/>
          <p14:tracePt t="59024" x="3524250" y="717550"/>
          <p14:tracePt t="59037" x="3568700" y="711200"/>
          <p14:tracePt t="59054" x="3587750" y="704850"/>
          <p14:tracePt t="59071" x="3676650" y="698500"/>
          <p14:tracePt t="59087" x="3721100" y="685800"/>
          <p14:tracePt t="59103" x="3810000" y="679450"/>
          <p14:tracePt t="59120" x="3892550" y="679450"/>
          <p14:tracePt t="59137" x="3924300" y="673100"/>
          <p14:tracePt t="59154" x="3975100" y="666750"/>
          <p14:tracePt t="59170" x="3994150" y="666750"/>
          <p14:tracePt t="59187" x="3994150" y="660400"/>
          <p14:tracePt t="59204" x="4006850" y="660400"/>
          <p14:tracePt t="59478" x="3994150" y="660400"/>
          <p14:tracePt t="59492" x="3956050" y="666750"/>
          <p14:tracePt t="59499" x="3911600" y="673100"/>
          <p14:tracePt t="59513" x="3873500" y="685800"/>
          <p14:tracePt t="59522" x="3822700" y="692150"/>
          <p14:tracePt t="59535" x="3778250" y="711200"/>
          <p14:tracePt t="59552" x="3695700" y="730250"/>
          <p14:tracePt t="59569" x="3644900" y="736600"/>
          <p14:tracePt t="59585" x="3632200" y="742950"/>
          <p14:tracePt t="59602" x="3606800" y="749300"/>
          <p14:tracePt t="59618" x="3600450" y="755650"/>
          <p14:tracePt t="59667" x="3613150" y="755650"/>
          <p14:tracePt t="59681" x="3619500" y="755650"/>
          <p14:tracePt t="59688" x="3625850" y="762000"/>
          <p14:tracePt t="59705" x="3638550" y="762000"/>
          <p14:tracePt t="59718" x="3683000" y="768350"/>
          <p14:tracePt t="59735" x="3702050" y="768350"/>
          <p14:tracePt t="59752" x="3733800" y="768350"/>
          <p14:tracePt t="59768" x="3765550" y="768350"/>
          <p14:tracePt t="59785" x="3822700" y="774700"/>
          <p14:tracePt t="59788" x="3848100" y="774700"/>
          <p14:tracePt t="59802" x="3879850" y="774700"/>
          <p14:tracePt t="59818" x="3917950" y="774700"/>
          <p14:tracePt t="59835" x="4038600" y="781050"/>
          <p14:tracePt t="59851" x="4064000" y="781050"/>
          <p14:tracePt t="59867" x="4095750" y="781050"/>
          <p14:tracePt t="59885" x="4152900" y="781050"/>
          <p14:tracePt t="59900" x="4203700" y="781050"/>
          <p14:tracePt t="59917" x="4222750" y="781050"/>
          <p14:tracePt t="59934" x="4260850" y="781050"/>
          <p14:tracePt t="59951" x="4305300" y="787400"/>
          <p14:tracePt t="59967" x="4318000" y="787400"/>
          <p14:tracePt t="59985" x="4324350" y="787400"/>
          <p14:tracePt t="60000" x="4330700" y="787400"/>
          <p14:tracePt t="60103" x="4318000" y="787400"/>
          <p14:tracePt t="60123" x="4305300" y="787400"/>
          <p14:tracePt t="60131" x="4286250" y="787400"/>
          <p14:tracePt t="60138" x="4254500" y="787400"/>
          <p14:tracePt t="60153" x="4216400" y="787400"/>
          <p14:tracePt t="60166" x="4165600" y="787400"/>
          <p14:tracePt t="60184" x="4044950" y="787400"/>
          <p14:tracePt t="60201" x="3917950" y="793750"/>
          <p14:tracePt t="60216" x="3867150" y="793750"/>
          <p14:tracePt t="60233" x="3797300" y="793750"/>
          <p14:tracePt t="60250" x="3765550" y="806450"/>
          <p14:tracePt t="60266" x="3752850" y="806450"/>
          <p14:tracePt t="60283" x="3740150" y="806450"/>
          <p14:tracePt t="60300" x="3759200" y="806450"/>
          <p14:tracePt t="60316" x="3778250" y="800100"/>
          <p14:tracePt t="60333" x="3810000" y="800100"/>
          <p14:tracePt t="60349" x="3905250" y="774700"/>
          <p14:tracePt t="60366" x="4044950" y="755650"/>
          <p14:tracePt t="60384" x="4216400" y="704850"/>
          <p14:tracePt t="60399" x="4305300" y="685800"/>
          <p14:tracePt t="60416" x="4464050" y="635000"/>
          <p14:tracePt t="60433" x="4572000" y="609600"/>
          <p14:tracePt t="60449" x="4597400" y="603250"/>
          <p14:tracePt t="60466" x="4629150" y="596900"/>
          <p14:tracePt t="60482" x="4635500" y="596900"/>
          <p14:tracePt t="60531" x="4635500" y="590550"/>
          <p14:tracePt t="60545" x="4622800" y="584200"/>
          <p14:tracePt t="60552" x="4603750" y="584200"/>
          <p14:tracePt t="60568" x="4584700" y="584200"/>
          <p14:tracePt t="60582" x="4527550" y="584200"/>
          <p14:tracePt t="60599" x="4489450" y="584200"/>
          <p14:tracePt t="60615" x="4406900" y="584200"/>
          <p14:tracePt t="60632" x="4375150" y="596900"/>
          <p14:tracePt t="60648" x="4324350" y="609600"/>
          <p14:tracePt t="60665" x="4298950" y="615950"/>
          <p14:tracePt t="60699" x="4292600" y="622300"/>
          <p14:tracePt t="60715" x="4292600" y="628650"/>
          <p14:tracePt t="60735" x="4298950" y="628650"/>
          <p14:tracePt t="60748" x="4305300" y="647700"/>
          <p14:tracePt t="60764" x="4343400" y="673100"/>
          <p14:tracePt t="60781" x="4375150" y="685800"/>
          <p14:tracePt t="60798" x="4476750" y="736600"/>
          <p14:tracePt t="60814" x="4597400" y="793750"/>
          <p14:tracePt t="60831" x="4667250" y="812800"/>
          <p14:tracePt t="60849" x="4762500" y="838200"/>
          <p14:tracePt t="60864" x="4813300" y="850900"/>
          <p14:tracePt t="60882" x="4826000" y="850900"/>
          <p14:tracePt t="60897" x="4832350" y="857250"/>
          <p14:tracePt t="60931" x="4813300" y="857250"/>
          <p14:tracePt t="60947" x="4794250" y="857250"/>
          <p14:tracePt t="60964" x="4768850" y="857250"/>
          <p14:tracePt t="60980" x="4705350" y="857250"/>
          <p14:tracePt t="60997" x="4578350" y="850900"/>
          <p14:tracePt t="61014" x="4514850" y="850900"/>
          <p14:tracePt t="61031" x="4368800" y="844550"/>
          <p14:tracePt t="61047" x="4254500" y="831850"/>
          <p14:tracePt t="61064" x="4171950" y="825500"/>
          <p14:tracePt t="61080" x="4152900" y="819150"/>
          <p14:tracePt t="61097" x="4121150" y="819150"/>
          <p14:tracePt t="61163" x="4114800" y="819150"/>
          <p14:tracePt t="61183" x="4114800" y="812800"/>
          <p14:tracePt t="61205" x="4121150" y="806450"/>
          <p14:tracePt t="61211" x="4127500" y="800100"/>
          <p14:tracePt t="61225" x="4133850" y="793750"/>
          <p14:tracePt t="61233" x="4146550" y="793750"/>
          <p14:tracePt t="61249" x="4152900" y="774700"/>
          <p14:tracePt t="61263" x="4165600" y="762000"/>
          <p14:tracePt t="61279" x="4184650" y="755650"/>
          <p14:tracePt t="61296" x="4191000" y="736600"/>
          <p14:tracePt t="61329" x="4178300" y="723900"/>
          <p14:tracePt t="61346" x="4127500" y="723900"/>
          <p14:tracePt t="61363" x="4089400" y="723900"/>
          <p14:tracePt t="61379" x="3949700" y="723900"/>
          <p14:tracePt t="61395" x="3790950" y="736600"/>
          <p14:tracePt t="61412" x="3727450" y="736600"/>
          <p14:tracePt t="61429" x="3606800" y="755650"/>
          <p14:tracePt t="61446" x="3549650" y="762000"/>
          <p14:tracePt t="61462" x="3530600" y="762000"/>
          <p14:tracePt t="61479" x="3524250" y="762000"/>
          <p14:tracePt t="61495" x="3536950" y="762000"/>
          <p14:tracePt t="61512" x="3568700" y="762000"/>
          <p14:tracePt t="61529" x="3702050" y="762000"/>
          <p14:tracePt t="61545" x="3892550" y="762000"/>
          <p14:tracePt t="61563" x="4121150" y="762000"/>
          <p14:tracePt t="61578" x="4248150" y="762000"/>
          <p14:tracePt t="61595" x="4337050" y="774700"/>
          <p14:tracePt t="61612" x="4495800" y="781050"/>
          <p14:tracePt t="61628" x="4508500" y="781050"/>
          <p14:tracePt t="61645" x="4514850" y="787400"/>
          <p14:tracePt t="61662" x="4521200" y="787400"/>
          <p14:tracePt t="61678" x="4514850" y="800100"/>
          <p14:tracePt t="61695" x="4502150" y="806450"/>
          <p14:tracePt t="61711" x="4451350" y="819150"/>
          <p14:tracePt t="61728" x="4400550" y="838200"/>
          <p14:tracePt t="61745" x="4368800" y="850900"/>
          <p14:tracePt t="61761" x="4362450" y="857250"/>
          <p14:tracePt t="61778" x="4349750" y="857250"/>
          <p14:tracePt t="61795" x="4343400" y="857250"/>
          <p14:tracePt t="61827" x="4356100" y="857250"/>
          <p14:tracePt t="61844" x="4425950" y="857250"/>
          <p14:tracePt t="61861" x="4483100" y="850900"/>
          <p14:tracePt t="61877" x="4540250" y="850900"/>
          <p14:tracePt t="61894" x="4692650" y="838200"/>
          <p14:tracePt t="61910" x="4819650" y="831850"/>
          <p14:tracePt t="61928" x="4914900" y="831850"/>
          <p14:tracePt t="61944" x="4933950" y="831850"/>
          <p14:tracePt t="61960" x="4953000" y="831850"/>
          <p14:tracePt t="61993" x="4959350" y="831850"/>
          <p14:tracePt t="62146" x="4965700" y="831850"/>
          <p14:tracePt t="62161" x="4972050" y="831850"/>
          <p14:tracePt t="62167" x="4978400" y="831850"/>
          <p14:tracePt t="62181" x="4991100" y="831850"/>
          <p14:tracePt t="62193" x="5010150" y="831850"/>
          <p14:tracePt t="62209" x="5060950" y="831850"/>
          <p14:tracePt t="62226" x="5105400" y="831850"/>
          <p14:tracePt t="62243" x="5232400" y="831850"/>
          <p14:tracePt t="62260" x="5410200" y="831850"/>
          <p14:tracePt t="62276" x="5486400" y="831850"/>
          <p14:tracePt t="62293" x="5657850" y="806450"/>
          <p14:tracePt t="62309" x="5765800" y="781050"/>
          <p14:tracePt t="62326" x="5810250" y="762000"/>
          <p14:tracePt t="62342" x="5854700" y="742950"/>
          <p14:tracePt t="62358" x="5861050" y="736600"/>
          <p14:tracePt t="62376" x="5867400" y="730250"/>
          <p14:tracePt t="62455" x="5867400" y="736600"/>
          <p14:tracePt t="62511" x="5867400" y="742950"/>
          <p14:tracePt t="62546" x="5873750" y="749300"/>
          <p14:tracePt t="62567" x="5886450" y="755650"/>
          <p14:tracePt t="62581" x="5899150" y="762000"/>
          <p14:tracePt t="62587" x="5911850" y="768350"/>
          <p14:tracePt t="62595" x="5937250" y="781050"/>
          <p14:tracePt t="62611" x="5975350" y="787400"/>
          <p14:tracePt t="62625" x="6019800" y="806450"/>
          <p14:tracePt t="62641" x="6115050" y="831850"/>
          <p14:tracePt t="62658" x="6210300" y="844550"/>
          <p14:tracePt t="62675" x="6261100" y="844550"/>
          <p14:tracePt t="62691" x="6318250" y="844550"/>
          <p14:tracePt t="62708" x="6362700" y="844550"/>
          <p14:tracePt t="62724" x="6381750" y="844550"/>
          <p14:tracePt t="62741" x="6388100" y="838200"/>
          <p14:tracePt t="62757" x="6375400" y="819150"/>
          <p14:tracePt t="62774" x="6356350" y="812800"/>
          <p14:tracePt t="62791" x="6267450" y="787400"/>
          <p14:tracePt t="62807" x="6083300" y="787400"/>
          <p14:tracePt t="62824" x="5943600" y="787400"/>
          <p14:tracePt t="62841" x="5626100" y="793750"/>
          <p14:tracePt t="62857" x="5429250" y="819150"/>
          <p14:tracePt t="62874" x="4997450" y="844550"/>
          <p14:tracePt t="62890" x="4629150" y="857250"/>
          <p14:tracePt t="62907" x="4489450" y="857250"/>
          <p14:tracePt t="62924" x="4260850" y="857250"/>
          <p14:tracePt t="62940" x="4108450" y="857250"/>
          <p14:tracePt t="62957" x="4044950" y="857250"/>
          <p14:tracePt t="62974" x="3956050" y="857250"/>
          <p14:tracePt t="62990" x="3905250" y="857250"/>
          <p14:tracePt t="63006" x="3886200" y="857250"/>
          <p14:tracePt t="63023" x="3860800" y="857250"/>
          <p14:tracePt t="63040" x="3848100" y="863600"/>
          <p14:tracePt t="63057" x="3841750" y="863600"/>
          <p14:tracePt t="63093" x="3848100" y="863600"/>
          <p14:tracePt t="63106" x="3860800" y="863600"/>
          <p14:tracePt t="63123" x="3943350" y="869950"/>
          <p14:tracePt t="63140" x="4019550" y="869950"/>
          <p14:tracePt t="63157" x="4184650" y="882650"/>
          <p14:tracePt t="63173" x="4438650" y="882650"/>
          <p14:tracePt t="63189" x="4591050" y="876300"/>
          <p14:tracePt t="63206" x="4921250" y="850900"/>
          <p14:tracePt t="63223" x="5175250" y="800100"/>
          <p14:tracePt t="63239" x="5270500" y="781050"/>
          <p14:tracePt t="63256" x="5378450" y="742950"/>
          <p14:tracePt t="63273" x="5403850" y="730250"/>
          <p14:tracePt t="63290" x="5403850" y="723900"/>
          <p14:tracePt t="63306" x="5397500" y="723900"/>
          <p14:tracePt t="63322" x="5334000" y="717550"/>
          <p14:tracePt t="63339" x="5200650" y="717550"/>
          <p14:tracePt t="63355" x="5111750" y="717550"/>
          <p14:tracePt t="63372" x="4870450" y="749300"/>
          <p14:tracePt t="63389" x="4572000" y="774700"/>
          <p14:tracePt t="63405" x="4445000" y="781050"/>
          <p14:tracePt t="63422" x="4311650" y="793750"/>
          <p14:tracePt t="63439" x="3968750" y="812800"/>
          <p14:tracePt t="63455" x="3898900" y="812800"/>
          <p14:tracePt t="63472" x="3829050" y="812800"/>
          <p14:tracePt t="63489" x="3822700" y="812800"/>
          <p14:tracePt t="63522" x="3879850" y="812800"/>
          <p14:tracePt t="63538" x="3956050" y="812800"/>
          <p14:tracePt t="63555" x="4146550" y="812800"/>
          <p14:tracePt t="63572" x="4445000" y="825500"/>
          <p14:tracePt t="63588" x="4679950" y="825500"/>
          <p14:tracePt t="63605" x="5080000" y="850900"/>
          <p14:tracePt t="63621" x="5334000" y="850900"/>
          <p14:tracePt t="63638" x="5422900" y="838200"/>
          <p14:tracePt t="63655" x="5492750" y="831850"/>
          <p14:tracePt t="63671" x="5505450" y="831850"/>
          <p14:tracePt t="63712" x="5486400" y="831850"/>
          <p14:tracePt t="63721" x="5448300" y="831850"/>
          <p14:tracePt t="63737" x="5391150" y="844550"/>
          <p14:tracePt t="63754" x="5213350" y="869950"/>
          <p14:tracePt t="63771" x="5067300" y="895350"/>
          <p14:tracePt t="63788" x="4718050" y="920750"/>
          <p14:tracePt t="63804" x="4362450" y="939800"/>
          <p14:tracePt t="63820" x="4222750" y="952500"/>
          <p14:tracePt t="63838" x="3994150" y="946150"/>
          <p14:tracePt t="63854" x="3879850" y="939800"/>
          <p14:tracePt t="63870" x="3860800" y="939800"/>
          <p14:tracePt t="63888" x="3848100" y="939800"/>
          <p14:tracePt t="63904" x="3860800" y="939800"/>
          <p14:tracePt t="63920" x="3898900" y="933450"/>
          <p14:tracePt t="63937" x="4102100" y="920750"/>
          <p14:tracePt t="63953" x="4387850" y="933450"/>
          <p14:tracePt t="63971" x="4819650" y="977900"/>
          <p14:tracePt t="63986" x="5086350" y="990600"/>
          <p14:tracePt t="64003" x="5467350" y="1003300"/>
          <p14:tracePt t="64020" x="5657850" y="1003300"/>
          <p14:tracePt t="64037" x="5708650" y="1003300"/>
          <p14:tracePt t="64053" x="5727700" y="1003300"/>
          <p14:tracePt t="64086" x="5708650" y="1003300"/>
          <p14:tracePt t="64104" x="5657850" y="996950"/>
          <p14:tracePt t="64120" x="5632450" y="984250"/>
          <p14:tracePt t="64574" x="5613400" y="1047750"/>
          <p14:tracePt t="64588" x="5581650" y="1168400"/>
          <p14:tracePt t="64595" x="5549900" y="1270000"/>
          <p14:tracePt t="64604" x="5518150" y="1397000"/>
          <p14:tracePt t="64618" x="5473700" y="1530350"/>
          <p14:tracePt t="64635" x="5441950" y="1657350"/>
          <p14:tracePt t="64651" x="5384800" y="2000250"/>
          <p14:tracePt t="64667" x="5321300" y="2343150"/>
          <p14:tracePt t="64684" x="5302250" y="2457450"/>
          <p14:tracePt t="64701" x="5270500" y="2705100"/>
          <p14:tracePt t="64717" x="5270500" y="2895600"/>
          <p14:tracePt t="64735" x="5270500" y="3022600"/>
          <p14:tracePt t="64751" x="5270500" y="3073400"/>
          <p14:tracePt t="64767" x="5245100" y="3181350"/>
          <p14:tracePt t="64785" x="5226050" y="3289300"/>
          <p14:tracePt t="64800" x="5207000" y="3346450"/>
          <p14:tracePt t="64817" x="5187950" y="3454400"/>
          <p14:tracePt t="64834" x="5175250" y="3511550"/>
          <p14:tracePt t="64850" x="5168900" y="3524250"/>
          <p14:tracePt t="64867" x="5168900" y="3536950"/>
          <p14:tracePt t="64883" x="5168900" y="3543300"/>
          <p14:tracePt t="64925" x="5162550" y="3543300"/>
          <p14:tracePt t="64939" x="5156200" y="3543300"/>
          <p14:tracePt t="64946" x="5143500" y="3543300"/>
          <p14:tracePt t="64953" x="5124450" y="3543300"/>
          <p14:tracePt t="64970" x="5111750" y="3543300"/>
          <p14:tracePt t="64983" x="5092700" y="3536950"/>
          <p14:tracePt t="65000" x="5060950" y="3530600"/>
          <p14:tracePt t="65016" x="5029200" y="3517900"/>
          <p14:tracePt t="65033" x="5016500" y="3511550"/>
          <p14:tracePt t="65050" x="4991100" y="3486150"/>
          <p14:tracePt t="65067" x="4984750" y="3479800"/>
          <p14:tracePt t="65083" x="4984750" y="3473450"/>
          <p14:tracePt t="65100" x="4972050" y="3460750"/>
          <p14:tracePt t="65150" x="4965700" y="3454400"/>
          <p14:tracePt t="65184" x="4959350" y="3454400"/>
          <p14:tracePt t="65198" x="4953000" y="3454400"/>
          <p14:tracePt t="65206" x="4946650" y="3454400"/>
          <p14:tracePt t="65220" x="4940300" y="3454400"/>
          <p14:tracePt t="65233" x="4927600" y="3454400"/>
          <p14:tracePt t="65249" x="4889500" y="3460750"/>
          <p14:tracePt t="65266" x="4851400" y="3467100"/>
          <p14:tracePt t="65283" x="4692650" y="3486150"/>
          <p14:tracePt t="65299" x="4641850" y="3486150"/>
          <p14:tracePt t="65315" x="4591050" y="3486150"/>
          <p14:tracePt t="65332" x="4483100" y="3492500"/>
          <p14:tracePt t="65349" x="4406900" y="3492500"/>
          <p14:tracePt t="65352" x="4375150" y="3486150"/>
          <p14:tracePt t="65382" x="4337050" y="3486150"/>
          <p14:tracePt t="65398" x="4318000" y="3479800"/>
          <p14:tracePt t="65416" x="4311650" y="3479800"/>
          <p14:tracePt t="65486" x="4305300" y="3486150"/>
          <p14:tracePt t="65564" x="4305300" y="3492500"/>
          <p14:tracePt t="66287" x="4267200" y="3492500"/>
          <p14:tracePt t="66301" x="4210050" y="3479800"/>
          <p14:tracePt t="66308" x="4159250" y="3479800"/>
          <p14:tracePt t="66322" x="4121150" y="3473450"/>
          <p14:tracePt t="66332" x="4076700" y="3460750"/>
          <p14:tracePt t="66345" x="4044950" y="3454400"/>
          <p14:tracePt t="66362" x="4006850" y="3448050"/>
          <p14:tracePt t="66378" x="3981450" y="3448050"/>
          <p14:tracePt t="66412" x="3975100" y="3448050"/>
          <p14:tracePt t="66469" x="3987800" y="3448050"/>
          <p14:tracePt t="66484" x="4006850" y="3454400"/>
          <p14:tracePt t="66490" x="4025900" y="3460750"/>
          <p14:tracePt t="66498" x="4057650" y="3473450"/>
          <p14:tracePt t="66514" x="4102100" y="3479800"/>
          <p14:tracePt t="66527" x="4140200" y="3486150"/>
          <p14:tracePt t="66544" x="4260850" y="3498850"/>
          <p14:tracePt t="66561" x="4375150" y="3492500"/>
          <p14:tracePt t="66578" x="4438650" y="3486150"/>
          <p14:tracePt t="66594" x="4540250" y="3441700"/>
          <p14:tracePt t="66611" x="4603750" y="3409950"/>
          <p14:tracePt t="66627" x="4622800" y="3403600"/>
          <p14:tracePt t="66645" x="4635500" y="3390900"/>
          <p14:tracePt t="66661" x="4641850" y="3384550"/>
          <p14:tracePt t="66697" x="4635500" y="3384550"/>
          <p14:tracePt t="66710" x="4610100" y="3378200"/>
          <p14:tracePt t="66727" x="4584700" y="3378200"/>
          <p14:tracePt t="66744" x="4508500" y="3378200"/>
          <p14:tracePt t="66760" x="4445000" y="3384550"/>
          <p14:tracePt t="66777" x="4273550" y="3403600"/>
          <p14:tracePt t="66793" x="4070350" y="3435350"/>
          <p14:tracePt t="66810" x="3968750" y="3441700"/>
          <p14:tracePt t="66827" x="3810000" y="3460750"/>
          <p14:tracePt t="66843" x="3721100" y="3473450"/>
          <p14:tracePt t="66860" x="3695700" y="3479800"/>
          <p14:tracePt t="66877" x="3683000" y="3479800"/>
          <p14:tracePt t="66905" x="3683000" y="3486150"/>
          <p14:tracePt t="66913" x="3683000" y="3492500"/>
          <p14:tracePt t="66926" x="3695700" y="3498850"/>
          <p14:tracePt t="66943" x="3746500" y="3505200"/>
          <p14:tracePt t="66960" x="3797300" y="3511550"/>
          <p14:tracePt t="66976" x="3937000" y="3524250"/>
          <p14:tracePt t="66993" x="4140200" y="3517900"/>
          <p14:tracePt t="67011" x="4324350" y="3505200"/>
          <p14:tracePt t="67026" x="4387850" y="3486150"/>
          <p14:tracePt t="67043" x="4438650" y="3479800"/>
          <p14:tracePt t="67060" x="4508500" y="3454400"/>
          <p14:tracePt t="67093" x="4514850" y="3454400"/>
          <p14:tracePt t="67116" x="4502150" y="3454400"/>
          <p14:tracePt t="67125" x="4489450" y="3454400"/>
          <p14:tracePt t="67142" x="4470400" y="3454400"/>
          <p14:tracePt t="67159" x="4419600" y="3460750"/>
          <p14:tracePt t="67176" x="4394200" y="3473450"/>
          <p14:tracePt t="67506" x="4406900" y="3492500"/>
          <p14:tracePt t="67513" x="4432300" y="3511550"/>
          <p14:tracePt t="67528" x="4445000" y="3536950"/>
          <p14:tracePt t="67542" x="4489450" y="3575050"/>
          <p14:tracePt t="67558" x="4508500" y="3594100"/>
          <p14:tracePt t="67574" x="4533900" y="3606800"/>
          <p14:tracePt t="67591" x="4552950" y="3625850"/>
          <p14:tracePt t="67608" x="4559300" y="3632200"/>
          <p14:tracePt t="67624" x="4559300" y="3638550"/>
          <p14:tracePt t="67641" x="4559300" y="3651250"/>
          <p14:tracePt t="67657" x="4533900" y="3676650"/>
          <p14:tracePt t="67674" x="4489450" y="3727450"/>
          <p14:tracePt t="67691" x="4464050" y="3759200"/>
          <p14:tracePt t="67708" x="4387850" y="3835400"/>
          <p14:tracePt t="67724" x="4305300" y="3886200"/>
          <p14:tracePt t="67741" x="4260850" y="3911600"/>
          <p14:tracePt t="67757" x="4191000" y="3943350"/>
          <p14:tracePt t="67773" x="4140200" y="3949700"/>
          <p14:tracePt t="67790" x="4121150" y="3962400"/>
          <p14:tracePt t="67807" x="4076700" y="3956050"/>
          <p14:tracePt t="67824" x="4038600" y="3949700"/>
          <p14:tracePt t="67841" x="4013200" y="3949700"/>
          <p14:tracePt t="67857" x="3981450" y="3943350"/>
          <p14:tracePt t="67873" x="3949700" y="3930650"/>
          <p14:tracePt t="67890" x="3943350" y="3930650"/>
          <p14:tracePt t="67907" x="3924300" y="3930650"/>
          <p14:tracePt t="67923" x="3917950" y="3930650"/>
          <p14:tracePt t="68026" x="3911600" y="3924300"/>
          <p14:tracePt t="68054" x="3905250" y="3917950"/>
          <p14:tracePt t="68075" x="3898900" y="3911600"/>
          <p14:tracePt t="68091" x="3892550" y="3905250"/>
          <p14:tracePt t="68095" x="3892550" y="3892550"/>
          <p14:tracePt t="68105" x="3886200" y="3879850"/>
          <p14:tracePt t="68122" x="3879850" y="3867150"/>
          <p14:tracePt t="68139" x="3860800" y="3816350"/>
          <p14:tracePt t="68156" x="3841750" y="3778250"/>
          <p14:tracePt t="68173" x="3803650" y="3657600"/>
          <p14:tracePt t="68189" x="3790950" y="3632200"/>
          <p14:tracePt t="68205" x="3784600" y="3600450"/>
          <p14:tracePt t="68222" x="3771900" y="3549650"/>
          <p14:tracePt t="68239" x="3765550" y="3517900"/>
          <p14:tracePt t="68256" x="3759200" y="3511550"/>
          <p14:tracePt t="68272" x="3759200" y="3505200"/>
          <p14:tracePt t="68288" x="3759200" y="3498850"/>
          <p14:tracePt t="68314" x="3759200" y="3492500"/>
          <p14:tracePt t="68405" x="3752850" y="3492500"/>
          <p14:tracePt t="68440" x="3752850" y="3498850"/>
          <p14:tracePt t="68455" x="3746500" y="3498850"/>
          <p14:tracePt t="68467" x="3740150" y="3498850"/>
          <p14:tracePt t="68475" x="3733800" y="3511550"/>
          <p14:tracePt t="68496" x="3727450" y="3517900"/>
          <p14:tracePt t="68510" x="3721100" y="3530600"/>
          <p14:tracePt t="68520" x="3714750" y="3530600"/>
          <p14:tracePt t="68539" x="3695700" y="3549650"/>
          <p14:tracePt t="68554" x="3689350" y="3562350"/>
          <p14:tracePt t="68571" x="3670300" y="3575050"/>
          <p14:tracePt t="68588" x="3663950" y="3587750"/>
          <p14:tracePt t="68604" x="3663950" y="3594100"/>
          <p14:tracePt t="68621" x="3657600" y="3594100"/>
          <p14:tracePt t="68735" x="3663950" y="3587750"/>
          <p14:tracePt t="68756" x="3670300" y="3581400"/>
          <p14:tracePt t="68771" x="3683000" y="3568700"/>
          <p14:tracePt t="68777" x="3708400" y="3562350"/>
          <p14:tracePt t="68791" x="3721100" y="3549650"/>
          <p14:tracePt t="68803" x="3733800" y="3530600"/>
          <p14:tracePt t="68820" x="3759200" y="3505200"/>
          <p14:tracePt t="68837" x="3771900" y="3498850"/>
          <p14:tracePt t="68854" x="3797300" y="3486150"/>
          <p14:tracePt t="68870" x="3810000" y="3473450"/>
          <p14:tracePt t="68886" x="3816350" y="3473450"/>
          <p14:tracePt t="68904" x="3822700" y="3473450"/>
          <p14:tracePt t="68936" x="3822700" y="3467100"/>
          <p14:tracePt t="69002" x="3829050" y="3467100"/>
          <p14:tracePt t="69149" x="3822700" y="3473450"/>
          <p14:tracePt t="69156" x="3816350" y="3486150"/>
          <p14:tracePt t="69172" x="3810000" y="3486150"/>
          <p14:tracePt t="69185" x="3803650" y="3498850"/>
          <p14:tracePt t="69202" x="3778250" y="3543300"/>
          <p14:tracePt t="69220" x="3733800" y="3606800"/>
          <p14:tracePt t="69235" x="3721100" y="3638550"/>
          <p14:tracePt t="69252" x="3683000" y="3689350"/>
          <p14:tracePt t="69269" x="3657600" y="3727450"/>
          <p14:tracePt t="69285" x="3651250" y="3740150"/>
          <p14:tracePt t="69301" x="3644900" y="3759200"/>
          <p14:tracePt t="69318" x="3644900" y="3765550"/>
          <p14:tracePt t="69388" x="3644900" y="3771900"/>
          <p14:tracePt t="69403" x="3651250" y="3771900"/>
          <p14:tracePt t="69409" x="3663950" y="3778250"/>
          <p14:tracePt t="69423" x="3670300" y="3784600"/>
          <p14:tracePt t="69434" x="3683000" y="3784600"/>
          <p14:tracePt t="69451" x="3721100" y="3803650"/>
          <p14:tracePt t="69468" x="3752850" y="3822700"/>
          <p14:tracePt t="69484" x="3816350" y="3841750"/>
          <p14:tracePt t="69502" x="3867150" y="3873500"/>
          <p14:tracePt t="69518" x="3886200" y="3879850"/>
          <p14:tracePt t="69535" x="3924300" y="3892550"/>
          <p14:tracePt t="69550" x="3937000" y="3905250"/>
          <p14:tracePt t="69613" x="3943350" y="3905250"/>
          <p14:tracePt t="69627" x="3943350" y="3898900"/>
          <p14:tracePt t="69647" x="3937000" y="3892550"/>
          <p14:tracePt t="69662" x="3937000" y="3879850"/>
          <p14:tracePt t="69670" x="3930650" y="3867150"/>
          <p14:tracePt t="69684" x="3924300" y="3854450"/>
          <p14:tracePt t="69700" x="3917950" y="3810000"/>
          <p14:tracePt t="69718" x="3911600" y="3765550"/>
          <p14:tracePt t="69733" x="3905250" y="3740150"/>
          <p14:tracePt t="69750" x="3905250" y="3714750"/>
          <p14:tracePt t="69767" x="3905250" y="3651250"/>
          <p14:tracePt t="69784" x="3905250" y="3638550"/>
          <p14:tracePt t="69800" x="3905250" y="3625850"/>
          <p14:tracePt t="69817" x="3917950" y="3613150"/>
          <p14:tracePt t="69834" x="3937000" y="3606800"/>
          <p14:tracePt t="69867" x="3956050" y="3600450"/>
          <p14:tracePt t="69883" x="3981450" y="3600450"/>
          <p14:tracePt t="69901" x="3994150" y="3600450"/>
          <p14:tracePt t="69933" x="4000500" y="3600450"/>
          <p14:tracePt t="69964" x="4006850" y="3600450"/>
          <p14:tracePt t="70041" x="4013200" y="3600450"/>
          <p14:tracePt t="70132" x="4019550" y="3600450"/>
          <p14:tracePt t="70182" x="4025900" y="3600450"/>
          <p14:tracePt t="70188" x="4032250" y="3600450"/>
          <p14:tracePt t="70842" x="4038600" y="3600450"/>
          <p14:tracePt t="70856" x="4070350" y="3619500"/>
          <p14:tracePt t="70864" x="4114800" y="3638550"/>
          <p14:tracePt t="70879" x="4159250" y="3651250"/>
          <p14:tracePt t="70896" x="4197350" y="3663950"/>
          <p14:tracePt t="70913" x="4349750" y="3714750"/>
          <p14:tracePt t="70929" x="4419600" y="3733800"/>
          <p14:tracePt t="70933" x="4495800" y="3752850"/>
          <p14:tracePt t="70949" x="4565650" y="3765550"/>
          <p14:tracePt t="70963" x="4641850" y="3784600"/>
          <p14:tracePt t="70979" x="4775200" y="3790950"/>
          <p14:tracePt t="70996" x="4819650" y="3797300"/>
          <p14:tracePt t="71012" x="4832350" y="3797300"/>
          <p14:tracePt t="71029" x="4838700" y="3803650"/>
          <p14:tracePt t="71046" x="4838700" y="3816350"/>
          <p14:tracePt t="71062" x="4845050" y="3829050"/>
          <p14:tracePt t="71080" x="4845050" y="3835400"/>
          <p14:tracePt t="71838" x="4838700" y="3835400"/>
          <p14:tracePt t="71844" x="4826000" y="3835400"/>
          <p14:tracePt t="71858" x="4819650" y="3835400"/>
          <p14:tracePt t="71880" x="4806950" y="3835400"/>
          <p14:tracePt t="71971" x="4800600" y="3835400"/>
          <p14:tracePt t="72091" x="4806950" y="3835400"/>
          <p14:tracePt t="72146" x="4813300" y="3835400"/>
          <p14:tracePt t="72168" x="4826000" y="3835400"/>
          <p14:tracePt t="72182" x="4838700" y="3835400"/>
          <p14:tracePt t="72188" x="4845050" y="3835400"/>
          <p14:tracePt t="72195" x="4864100" y="3835400"/>
          <p14:tracePt t="72212" x="4889500" y="3835400"/>
          <p14:tracePt t="72225" x="4921250" y="3835400"/>
          <p14:tracePt t="72241" x="4984750" y="3835400"/>
          <p14:tracePt t="72259" x="5041900" y="3835400"/>
          <p14:tracePt t="72275" x="5054600" y="3835400"/>
          <p14:tracePt t="72291" x="5080000" y="3835400"/>
          <p14:tracePt t="72308" x="5086350" y="3835400"/>
          <p14:tracePt t="72341" x="5067300" y="3835400"/>
          <p14:tracePt t="72358" x="5035550" y="3848100"/>
          <p14:tracePt t="72374" x="5003800" y="3848100"/>
          <p14:tracePt t="72391" x="4965700" y="3848100"/>
          <p14:tracePt t="72407" x="4826000" y="3854450"/>
          <p14:tracePt t="72424" x="4781550" y="3860800"/>
          <p14:tracePt t="72441" x="4654550" y="3873500"/>
          <p14:tracePt t="72457" x="4578350" y="3873500"/>
          <p14:tracePt t="72474" x="4419600" y="3892550"/>
          <p14:tracePt t="72491" x="4279900" y="3911600"/>
          <p14:tracePt t="72507" x="4210050" y="3917950"/>
          <p14:tracePt t="72524" x="4114800" y="3937000"/>
          <p14:tracePt t="72540" x="4064000" y="3949700"/>
          <p14:tracePt t="72557" x="4044950" y="3949700"/>
          <p14:tracePt t="72574" x="4019550" y="3949700"/>
          <p14:tracePt t="73088" x="4032250" y="3949700"/>
          <p14:tracePt t="73102" x="4051300" y="3943350"/>
          <p14:tracePt t="73109" x="4095750" y="3930650"/>
          <p14:tracePt t="73125" x="4133850" y="3911600"/>
          <p14:tracePt t="73138" x="4203700" y="3892550"/>
          <p14:tracePt t="73155" x="4349750" y="3822700"/>
          <p14:tracePt t="73172" x="4540250" y="3708400"/>
          <p14:tracePt t="73188" x="4660900" y="3625850"/>
          <p14:tracePt t="73205" x="4933950" y="3435350"/>
          <p14:tracePt t="73222" x="5156200" y="3194050"/>
          <p14:tracePt t="73238" x="5232400" y="3098800"/>
          <p14:tracePt t="73255" x="5308600" y="2984500"/>
          <p14:tracePt t="73272" x="5340350" y="2927350"/>
          <p14:tracePt t="73304" x="5340350" y="2921000"/>
          <p14:tracePt t="73341" x="5340350" y="2914650"/>
          <p14:tracePt t="73559" x="5340350" y="2908300"/>
          <p14:tracePt t="73573" x="5340350" y="2901950"/>
          <p14:tracePt t="73925" x="5346700" y="2908300"/>
          <p14:tracePt t="73932" x="5359400" y="2921000"/>
          <p14:tracePt t="73946" x="5372100" y="2933700"/>
          <p14:tracePt t="73955" x="5378450" y="2946400"/>
          <p14:tracePt t="73969" x="5384800" y="2959100"/>
          <p14:tracePt t="73986" x="5397500" y="2978150"/>
          <p14:tracePt t="74003" x="5397500" y="2984500"/>
          <p14:tracePt t="74035" x="5397500" y="3003550"/>
          <p14:tracePt t="74052" x="5378450" y="3035300"/>
          <p14:tracePt t="74068" x="5365750" y="3054350"/>
          <p14:tracePt t="74085" x="5353050" y="3079750"/>
          <p14:tracePt t="74102" x="5308600" y="3124200"/>
          <p14:tracePt t="74119" x="5238750" y="3181350"/>
          <p14:tracePt t="74136" x="5175250" y="3219450"/>
          <p14:tracePt t="74151" x="5143500" y="3238500"/>
          <p14:tracePt t="74168" x="5099050" y="3263900"/>
          <p14:tracePt t="74185" x="5067300" y="3276600"/>
          <p14:tracePt t="74202" x="5060950" y="3276600"/>
          <p14:tracePt t="74218" x="5054600" y="3282950"/>
          <p14:tracePt t="74234" x="5048250" y="3282950"/>
          <p14:tracePt t="74282" x="5041900" y="3282950"/>
          <p14:tracePt t="74297" x="5029200" y="3282950"/>
          <p14:tracePt t="74304" x="5022850" y="3282950"/>
          <p14:tracePt t="74321" x="5010150" y="3276600"/>
          <p14:tracePt t="74334" x="4991100" y="3276600"/>
          <p14:tracePt t="74351" x="4978400" y="3270250"/>
          <p14:tracePt t="74368" x="4940300" y="3244850"/>
          <p14:tracePt t="74384" x="4908550" y="3238500"/>
          <p14:tracePt t="74401" x="4845050" y="3200400"/>
          <p14:tracePt t="74417" x="4743450" y="3162300"/>
          <p14:tracePt t="74434" x="4679950" y="3130550"/>
          <p14:tracePt t="74451" x="4540250" y="3073400"/>
          <p14:tracePt t="74468" x="4419600" y="3009900"/>
          <p14:tracePt t="74484" x="4349750" y="2978150"/>
          <p14:tracePt t="74501" x="4273550" y="2933700"/>
          <p14:tracePt t="74517" x="4235450" y="2908300"/>
          <p14:tracePt t="74533" x="4222750" y="2901950"/>
          <p14:tracePt t="74550" x="4216400" y="2882900"/>
          <p14:tracePt t="74567" x="4210050" y="2876550"/>
          <p14:tracePt t="74583" x="4210050" y="2857500"/>
          <p14:tracePt t="74600" x="4216400" y="2857500"/>
          <p14:tracePt t="74854" x="4273550" y="2876550"/>
          <p14:tracePt t="74868" x="4343400" y="2921000"/>
          <p14:tracePt t="74875" x="4419600" y="2946400"/>
          <p14:tracePt t="74889" x="4489450" y="2990850"/>
          <p14:tracePt t="74898" x="4572000" y="3028950"/>
          <p14:tracePt t="74915" x="4654550" y="3067050"/>
          <p14:tracePt t="74932" x="4794250" y="3168650"/>
          <p14:tracePt t="74948" x="4908550" y="3257550"/>
          <p14:tracePt t="74966" x="5010150" y="3340100"/>
          <p14:tracePt t="74982" x="5060950" y="3378200"/>
          <p14:tracePt t="74998" x="5137150" y="3441700"/>
          <p14:tracePt t="75016" x="5187950" y="3473450"/>
          <p14:tracePt t="75032" x="5207000" y="3492500"/>
          <p14:tracePt t="75048" x="5219700" y="3498850"/>
          <p14:tracePt t="75065" x="5238750" y="3511550"/>
          <p14:tracePt t="75082" x="5245100" y="3517900"/>
          <p14:tracePt t="75098" x="5251450" y="3524250"/>
          <p14:tracePt t="75115" x="5257800" y="3530600"/>
          <p14:tracePt t="75170" x="5257800" y="3536950"/>
          <p14:tracePt t="75219" x="5264150" y="3543300"/>
          <p14:tracePt t="75226" x="5270500" y="3549650"/>
          <p14:tracePt t="75240" x="5276850" y="3568700"/>
          <p14:tracePt t="75248" x="5283200" y="3568700"/>
          <p14:tracePt t="75264" x="5289550" y="3581400"/>
          <p14:tracePt t="75282" x="5302250" y="3606800"/>
          <p14:tracePt t="75297" x="5308600" y="3625850"/>
          <p14:tracePt t="75314" x="5308600" y="3632200"/>
          <p14:tracePt t="75331" x="5308600" y="3644900"/>
          <p14:tracePt t="75347" x="5314950" y="3651250"/>
          <p14:tracePt t="75416" x="5321300" y="3651250"/>
          <p14:tracePt t="75429" x="5327650" y="3651250"/>
          <p14:tracePt t="75437" x="5334000" y="3651250"/>
          <p14:tracePt t="75451" x="5340350" y="3651250"/>
          <p14:tracePt t="75471" x="5359400" y="3651250"/>
          <p14:tracePt t="75480" x="5372100" y="3651250"/>
          <p14:tracePt t="75497" x="5403850" y="3651250"/>
          <p14:tracePt t="75514" x="5467350" y="3651250"/>
          <p14:tracePt t="75530" x="5549900" y="3651250"/>
          <p14:tracePt t="75546" x="5588000" y="3651250"/>
          <p14:tracePt t="75563" x="5645150" y="3644900"/>
          <p14:tracePt t="75580" x="5689600" y="3638550"/>
          <p14:tracePt t="75596" x="5702300" y="3638550"/>
          <p14:tracePt t="75613" x="5715000" y="3638550"/>
          <p14:tracePt t="75630" x="5715000" y="3632200"/>
          <p14:tracePt t="75647" x="5676900" y="3632200"/>
          <p14:tracePt t="75662" x="5651500" y="3625850"/>
          <p14:tracePt t="75680" x="5619750" y="3625850"/>
          <p14:tracePt t="75697" x="5467350" y="3619500"/>
          <p14:tracePt t="75713" x="5391150" y="3606800"/>
          <p14:tracePt t="75730" x="5340350" y="3606800"/>
          <p14:tracePt t="75746" x="5226050" y="3606800"/>
          <p14:tracePt t="75763" x="5168900" y="3606800"/>
          <p14:tracePt t="75779" x="5156200" y="3606800"/>
          <p14:tracePt t="75796" x="5137150" y="3606800"/>
          <p14:tracePt t="75812" x="5130800" y="3600450"/>
          <p14:tracePt t="75851" x="5143500" y="3600450"/>
          <p14:tracePt t="75862" x="5156200" y="3594100"/>
          <p14:tracePt t="75879" x="5226050" y="3587750"/>
          <p14:tracePt t="75895" x="5264150" y="3581400"/>
          <p14:tracePt t="75912" x="5422900" y="3536950"/>
          <p14:tracePt t="75929" x="5607050" y="3517900"/>
          <p14:tracePt t="75945" x="5695950" y="3498850"/>
          <p14:tracePt t="75949" x="5772150" y="3492500"/>
          <p14:tracePt t="75965" x="5829300" y="3479800"/>
          <p14:tracePt t="75978" x="5873750" y="3473450"/>
          <p14:tracePt t="75995" x="5886450" y="3467100"/>
          <p14:tracePt t="76034" x="5880100" y="3467100"/>
          <p14:tracePt t="76045" x="5861050" y="3467100"/>
          <p14:tracePt t="76062" x="5791200" y="3467100"/>
          <p14:tracePt t="76078" x="5740400" y="3467100"/>
          <p14:tracePt t="76095" x="5600700" y="3486150"/>
          <p14:tracePt t="76111" x="5467350" y="3517900"/>
          <p14:tracePt t="76128" x="5384800" y="3524250"/>
          <p14:tracePt t="76145" x="5295900" y="3543300"/>
          <p14:tracePt t="76161" x="5232400" y="3549650"/>
          <p14:tracePt t="76178" x="5207000" y="3549650"/>
          <p14:tracePt t="76195" x="5181600" y="3568700"/>
          <p14:tracePt t="77105" x="5149850" y="3530600"/>
          <p14:tracePt t="77112" x="5111750" y="3486150"/>
          <p14:tracePt t="77128" x="5080000" y="3441700"/>
          <p14:tracePt t="77141" x="5029200" y="3390900"/>
          <p14:tracePt t="77158" x="4927600" y="3289300"/>
          <p14:tracePt t="77175" x="4819650" y="3181350"/>
          <p14:tracePt t="77191" x="4756150" y="3124200"/>
          <p14:tracePt t="77208" x="4641850" y="3016250"/>
          <p14:tracePt t="77225" x="4546600" y="2921000"/>
          <p14:tracePt t="77241" x="4502150" y="2882900"/>
          <p14:tracePt t="77257" x="4425950" y="2832100"/>
          <p14:tracePt t="77274" x="4381500" y="2819400"/>
          <p14:tracePt t="77291" x="4368800" y="2813050"/>
          <p14:tracePt t="77308" x="4349750" y="2813050"/>
          <p14:tracePt t="77324" x="4343400" y="2813050"/>
          <p14:tracePt t="77341" x="4337050" y="2813050"/>
          <p14:tracePt t="77358" x="4311650" y="2813050"/>
          <p14:tracePt t="77374" x="4279900" y="2838450"/>
          <p14:tracePt t="77390" x="4254500" y="2844800"/>
          <p14:tracePt t="77407" x="4222750" y="2863850"/>
          <p14:tracePt t="77424" x="4178300" y="2889250"/>
          <p14:tracePt t="77441" x="4159250" y="2901950"/>
          <p14:tracePt t="77458" x="4127500" y="2914650"/>
          <p14:tracePt t="77473" x="4102100" y="2927350"/>
          <p14:tracePt t="77490" x="4076700" y="2933700"/>
          <p14:tracePt t="77506" x="4044950" y="2946400"/>
          <p14:tracePt t="77523" x="4038600" y="2946400"/>
          <p14:tracePt t="77541" x="4000500" y="2946400"/>
          <p14:tracePt t="77557" x="3994150" y="2940050"/>
          <p14:tracePt t="77574" x="3987800" y="2940050"/>
          <p14:tracePt t="78120" x="4019550" y="2940050"/>
          <p14:tracePt t="78127" x="4076700" y="2959100"/>
          <p14:tracePt t="78137" x="4140200" y="2959100"/>
          <p14:tracePt t="78156" x="4305300" y="2978150"/>
          <p14:tracePt t="78171" x="4413250" y="2990850"/>
          <p14:tracePt t="78188" x="4514850" y="2997200"/>
          <p14:tracePt t="78205" x="4851400" y="2997200"/>
          <p14:tracePt t="78221" x="4959350" y="2984500"/>
          <p14:tracePt t="78237" x="5060950" y="2965450"/>
          <p14:tracePt t="78254" x="5181600" y="2946400"/>
          <p14:tracePt t="78271" x="5232400" y="2927350"/>
          <p14:tracePt t="78288" x="5238750" y="2921000"/>
          <p14:tracePt t="78304" x="5245100" y="2921000"/>
          <p14:tracePt t="78320" x="5219700" y="2914650"/>
          <p14:tracePt t="78339" x="5143500" y="2914650"/>
          <p14:tracePt t="78354" x="5092700" y="2914650"/>
          <p14:tracePt t="78370" x="4946650" y="2927350"/>
          <p14:tracePt t="78387" x="4768850" y="2952750"/>
          <p14:tracePt t="78403" x="4660900" y="2971800"/>
          <p14:tracePt t="78420" x="4483100" y="3003550"/>
          <p14:tracePt t="78437" x="4298950" y="3028950"/>
          <p14:tracePt t="78453" x="4235450" y="3041650"/>
          <p14:tracePt t="78470" x="4171950" y="3041650"/>
          <p14:tracePt t="78487" x="4083050" y="3048000"/>
          <p14:tracePt t="78503" x="4070350" y="3048000"/>
          <p14:tracePt t="78521" x="4057650" y="3048000"/>
          <p14:tracePt t="78556" x="4057650" y="3054350"/>
          <p14:tracePt t="78571" x="4064000" y="3054350"/>
          <p14:tracePt t="78577" x="4083050" y="3054350"/>
          <p14:tracePt t="78591" x="4108450" y="3054350"/>
          <p14:tracePt t="78603" x="4152900" y="3060700"/>
          <p14:tracePt t="78619" x="4286250" y="3060700"/>
          <p14:tracePt t="78636" x="4375150" y="3060700"/>
          <p14:tracePt t="78653" x="4578350" y="3060700"/>
          <p14:tracePt t="78669" x="4838700" y="3035300"/>
          <p14:tracePt t="78686" x="4978400" y="3022600"/>
          <p14:tracePt t="78703" x="5200650" y="3003550"/>
          <p14:tracePt t="78719" x="5321300" y="2965450"/>
          <p14:tracePt t="78736" x="5346700" y="2965450"/>
          <p14:tracePt t="78753" x="5372100" y="2959100"/>
          <p14:tracePt t="78769" x="5372100" y="2952750"/>
          <p14:tracePt t="78786" x="5359400" y="2952750"/>
          <p14:tracePt t="78802" x="5308600" y="2952750"/>
          <p14:tracePt t="78819" x="5257800" y="2952750"/>
          <p14:tracePt t="78836" x="5118100" y="2952750"/>
          <p14:tracePt t="78852" x="4908550" y="2978150"/>
          <p14:tracePt t="78868" x="4794250" y="3003550"/>
          <p14:tracePt t="78886" x="4578350" y="3041650"/>
          <p14:tracePt t="78902" x="4343400" y="3086100"/>
          <p14:tracePt t="78918" x="4254500" y="3092450"/>
          <p14:tracePt t="78935" x="4127500" y="3111500"/>
          <p14:tracePt t="78952" x="4070350" y="3111500"/>
          <p14:tracePt t="78968" x="4064000" y="3111500"/>
          <p14:tracePt t="79001" x="4064000" y="3117850"/>
          <p14:tracePt t="79019" x="4133850" y="3117850"/>
          <p14:tracePt t="79034" x="4210050" y="3117850"/>
          <p14:tracePt t="79051" x="4387850" y="3117850"/>
          <p14:tracePt t="79068" x="4616450" y="3124200"/>
          <p14:tracePt t="79084" x="4743450" y="3130550"/>
          <p14:tracePt t="79101" x="4883150" y="3130550"/>
          <p14:tracePt t="79118" x="5219700" y="3143250"/>
          <p14:tracePt t="79134" x="5302250" y="3143250"/>
          <p14:tracePt t="79153" x="5365750" y="3143250"/>
          <p14:tracePt t="79168" x="5378450" y="3143250"/>
          <p14:tracePt t="79184" x="5384800" y="3143250"/>
          <p14:tracePt t="79202" x="5378450" y="3143250"/>
          <p14:tracePt t="79217" x="5359400" y="3143250"/>
          <p14:tracePt t="79234" x="5295900" y="3136900"/>
          <p14:tracePt t="79251" x="5168900" y="3136900"/>
          <p14:tracePt t="79267" x="5092700" y="3136900"/>
          <p14:tracePt t="79284" x="4889500" y="3149600"/>
          <p14:tracePt t="79300" x="4711700" y="3149600"/>
          <p14:tracePt t="79317" x="4635500" y="3149600"/>
          <p14:tracePt t="79334" x="4521200" y="3149600"/>
          <p14:tracePt t="79350" x="4464050" y="3149600"/>
          <p14:tracePt t="79366" x="4451350" y="3143250"/>
          <p14:tracePt t="79384" x="4445000" y="3143250"/>
          <p14:tracePt t="79420" x="4445000" y="3136900"/>
          <p14:tracePt t="79436" x="4457700" y="3136900"/>
          <p14:tracePt t="79450" x="4476750" y="3136900"/>
          <p14:tracePt t="79466" x="4572000" y="3111500"/>
          <p14:tracePt t="79483" x="4705350" y="3060700"/>
          <p14:tracePt t="79500" x="4787900" y="3035300"/>
          <p14:tracePt t="79516" x="4984750" y="2971800"/>
          <p14:tracePt t="79533" x="5118100" y="2914650"/>
          <p14:tracePt t="79549" x="5149850" y="2895600"/>
          <p14:tracePt t="79567" x="5181600" y="2882900"/>
          <p14:tracePt t="79583" x="5181600" y="2876550"/>
          <p14:tracePt t="79616" x="5143500" y="2876550"/>
          <p14:tracePt t="79633" x="5054600" y="2876550"/>
          <p14:tracePt t="79649" x="4991100" y="2882900"/>
          <p14:tracePt t="79666" x="4832350" y="2889250"/>
          <p14:tracePt t="79683" x="4679950" y="2908300"/>
          <p14:tracePt t="79700" x="4533900" y="2940050"/>
          <p14:tracePt t="79716" x="4483100" y="2946400"/>
          <p14:tracePt t="79733" x="4451350" y="2952750"/>
          <p14:tracePt t="79750" x="4406900" y="2959100"/>
          <p14:tracePt t="79765" x="4406900" y="2965450"/>
          <p14:tracePt t="79799" x="4413250" y="2971800"/>
          <p14:tracePt t="79816" x="4476750" y="2971800"/>
          <p14:tracePt t="79832" x="4527550" y="2984500"/>
          <p14:tracePt t="79849" x="4679950" y="3003550"/>
          <p14:tracePt t="79865" x="4889500" y="3035300"/>
          <p14:tracePt t="79883" x="5092700" y="3054350"/>
          <p14:tracePt t="79898" x="5168900" y="3060700"/>
          <p14:tracePt t="79915" x="5251450" y="3067050"/>
          <p14:tracePt t="79932" x="5270500" y="3067050"/>
          <p14:tracePt t="79964" x="5257800" y="3067050"/>
          <p14:tracePt t="79981" x="5200650" y="3060700"/>
          <p14:tracePt t="79998" x="5124450" y="3060700"/>
          <p14:tracePt t="80015" x="5048250" y="3060700"/>
          <p14:tracePt t="80019" x="4946650" y="3060700"/>
          <p14:tracePt t="80032" x="4730750" y="3079750"/>
          <p14:tracePt t="80048" x="4622800" y="3086100"/>
          <p14:tracePt t="80064" x="4508500" y="3098800"/>
          <p14:tracePt t="80081" x="4343400" y="3117850"/>
          <p14:tracePt t="80098" x="4248150" y="3136900"/>
          <p14:tracePt t="80115" x="4222750" y="3136900"/>
          <p14:tracePt t="80131" x="4216400" y="3143250"/>
          <p14:tracePt t="80164" x="4254500" y="3155950"/>
          <p14:tracePt t="80181" x="4305300" y="3175000"/>
          <p14:tracePt t="80197" x="4464050" y="3213100"/>
          <p14:tracePt t="80214" x="4686300" y="3263900"/>
          <p14:tracePt t="80231" x="4813300" y="3276600"/>
          <p14:tracePt t="80248" x="5080000" y="3289300"/>
          <p14:tracePt t="80264" x="5270500" y="3270250"/>
          <p14:tracePt t="80280" x="5327650" y="3244850"/>
          <p14:tracePt t="80297" x="5391150" y="3213100"/>
          <p14:tracePt t="80314" x="5397500" y="3200400"/>
          <p14:tracePt t="80331" x="5397500" y="3194050"/>
          <p14:tracePt t="80347" x="5346700" y="3149600"/>
          <p14:tracePt t="80364" x="5314950" y="3136900"/>
          <p14:tracePt t="80381" x="5168900" y="3086100"/>
          <p14:tracePt t="80396" x="4984750" y="3067050"/>
          <p14:tracePt t="80413" x="4870450" y="3073400"/>
          <p14:tracePt t="80431" x="4667250" y="3105150"/>
          <p14:tracePt t="80447" x="4483100" y="3155950"/>
          <p14:tracePt t="80464" x="4387850" y="3187700"/>
          <p14:tracePt t="80480" x="4216400" y="3232150"/>
          <p14:tracePt t="80496" x="4222750" y="3232150"/>
          <p14:tracePt t="80513" x="4222750" y="3219450"/>
          <p14:tracePt t="82302" x="4229100" y="3219450"/>
          <p14:tracePt t="82309" x="4235450" y="3206750"/>
          <p14:tracePt t="82325" x="4248150" y="3200400"/>
          <p14:tracePt t="82340" x="4273550" y="3162300"/>
          <p14:tracePt t="82356" x="4292600" y="3136900"/>
          <p14:tracePt t="82373" x="4324350" y="3092450"/>
          <p14:tracePt t="82390" x="4349750" y="3054350"/>
          <p14:tracePt t="82407" x="4425950" y="2997200"/>
          <p14:tracePt t="82422" x="4451350" y="2971800"/>
          <p14:tracePt t="82440" x="4470400" y="2959100"/>
          <p14:tracePt t="82457" x="4489450" y="2940050"/>
          <p14:tracePt t="82473" x="4495800" y="2933700"/>
          <p14:tracePt t="82489" x="4502150" y="2927350"/>
          <p14:tracePt t="82523" x="4508500" y="2927350"/>
          <p14:tracePt t="82617" x="4508500" y="2933700"/>
          <p14:tracePt t="82639" x="4502150" y="2940050"/>
          <p14:tracePt t="82653" x="4502150" y="2946400"/>
          <p14:tracePt t="82659" x="4495800" y="2946400"/>
          <p14:tracePt t="82676" x="4495800" y="2952750"/>
          <p14:tracePt t="82688" x="4483100" y="2959100"/>
          <p14:tracePt t="82705" x="4476750" y="2965450"/>
          <p14:tracePt t="82723" x="4476750" y="2978150"/>
          <p14:tracePt t="82738" x="4451350" y="3003550"/>
          <p14:tracePt t="82755" x="4432300" y="3035300"/>
          <p14:tracePt t="82772" x="4413250" y="3060700"/>
          <p14:tracePt t="82788" x="4413250" y="3073400"/>
          <p14:tracePt t="82805" x="4406900" y="3079750"/>
          <p14:tracePt t="82822" x="4400550" y="3086100"/>
          <p14:tracePt t="82864" x="4406900" y="3086100"/>
          <p14:tracePt t="82872" x="4413250" y="3086100"/>
          <p14:tracePt t="82888" x="4419600" y="3086100"/>
          <p14:tracePt t="82905" x="4438650" y="3079750"/>
          <p14:tracePt t="82922" x="4470400" y="3054350"/>
          <p14:tracePt t="82939" x="4489450" y="3048000"/>
          <p14:tracePt t="82955" x="4533900" y="3022600"/>
          <p14:tracePt t="82972" x="4565650" y="3009900"/>
          <p14:tracePt t="82989" x="4578350" y="3003550"/>
          <p14:tracePt t="83005" x="4591050" y="3003550"/>
          <p14:tracePt t="85341" x="4584700" y="3009900"/>
          <p14:tracePt t="85348" x="4572000" y="3016250"/>
          <p14:tracePt t="85361" x="4552950" y="3022600"/>
          <p14:tracePt t="85368" x="4533900" y="3028950"/>
          <p14:tracePt t="85379" x="4502150" y="3041650"/>
          <p14:tracePt t="85397" x="4470400" y="3054350"/>
          <p14:tracePt t="85413" x="4438650" y="3060700"/>
          <p14:tracePt t="85429" x="4419600" y="3060700"/>
          <p14:tracePt t="85446" x="4368800" y="3067050"/>
          <p14:tracePt t="85462" x="4343400" y="3067050"/>
          <p14:tracePt t="85479" x="4330700" y="3073400"/>
          <p14:tracePt t="85496" x="4318000" y="3079750"/>
          <p14:tracePt t="85512" x="4305300" y="3079750"/>
          <p14:tracePt t="85530" x="4298950" y="3079750"/>
          <p14:tracePt t="85649" x="4311650" y="3079750"/>
          <p14:tracePt t="85664" x="4318000" y="3079750"/>
          <p14:tracePt t="85677" x="4330700" y="3073400"/>
          <p14:tracePt t="85692" x="4343400" y="3073400"/>
          <p14:tracePt t="85698" x="4368800" y="3067050"/>
          <p14:tracePt t="85715" x="4394200" y="3060700"/>
          <p14:tracePt t="85728" x="4438650" y="3048000"/>
          <p14:tracePt t="85745" x="4533900" y="3022600"/>
          <p14:tracePt t="85762" x="4629150" y="3009900"/>
          <p14:tracePt t="85778" x="4654550" y="2997200"/>
          <p14:tracePt t="85794" x="4711700" y="2990850"/>
          <p14:tracePt t="85812" x="4749800" y="2984500"/>
          <p14:tracePt t="85828" x="4756150" y="2978150"/>
          <p14:tracePt t="85845" x="4762500" y="2978150"/>
          <p14:tracePt t="85861" x="4768850" y="2978150"/>
          <p14:tracePt t="85895" x="4762500" y="2978150"/>
          <p14:tracePt t="85911" x="4756150" y="2978150"/>
          <p14:tracePt t="85927" x="4749800" y="2990850"/>
          <p14:tracePt t="85944" x="4724400" y="2990850"/>
          <p14:tracePt t="85961" x="4699000" y="3009900"/>
          <p14:tracePt t="85977" x="4673600" y="3022600"/>
          <p14:tracePt t="85994" x="4654550" y="3041650"/>
          <p14:tracePt t="86010" x="4641850" y="3054350"/>
          <p14:tracePt t="86028" x="4635500" y="3067050"/>
          <p14:tracePt t="86043" x="4629150" y="3079750"/>
          <p14:tracePt t="86060" x="4629150" y="3086100"/>
          <p14:tracePt t="86746" x="4654550" y="3092450"/>
          <p14:tracePt t="86753" x="4699000" y="3098800"/>
          <p14:tracePt t="86761" x="4743450" y="3117850"/>
          <p14:tracePt t="86778" x="4781550" y="3124200"/>
          <p14:tracePt t="86791" x="4826000" y="3130550"/>
          <p14:tracePt t="86808" x="4889500" y="3130550"/>
          <p14:tracePt t="86824" x="4972050" y="3130550"/>
          <p14:tracePt t="86841" x="4997450" y="3130550"/>
          <p14:tracePt t="86858" x="5048250" y="3105150"/>
          <p14:tracePt t="86874" x="5073650" y="3105150"/>
          <p14:tracePt t="86891" x="5080000" y="3105150"/>
          <p14:tracePt t="86908" x="5086350" y="3098800"/>
          <p14:tracePt t="86923" x="5092700" y="3098800"/>
          <p14:tracePt t="87126" x="5086350" y="3098800"/>
          <p14:tracePt t="87132" x="5054600" y="3105150"/>
          <p14:tracePt t="87147" x="5029200" y="3111500"/>
          <p14:tracePt t="87156" x="4997450" y="3117850"/>
          <p14:tracePt t="87173" x="4959350" y="3124200"/>
          <p14:tracePt t="87190" x="4864100" y="3143250"/>
          <p14:tracePt t="87206" x="4794250" y="3162300"/>
          <p14:tracePt t="87224" x="4730750" y="3168650"/>
          <p14:tracePt t="87240" x="4711700" y="3168650"/>
          <p14:tracePt t="87256" x="4686300" y="3168650"/>
          <p14:tracePt t="87273" x="4679950" y="3168650"/>
          <p14:tracePt t="87289" x="4679950" y="3175000"/>
          <p14:tracePt t="87379" x="4692650" y="3168650"/>
          <p14:tracePt t="87385" x="4705350" y="3162300"/>
          <p14:tracePt t="87392" x="4718050" y="3162300"/>
          <p14:tracePt t="87409" x="4730750" y="3155950"/>
          <p14:tracePt t="87423" x="4749800" y="3149600"/>
          <p14:tracePt t="87439" x="4813300" y="3130550"/>
          <p14:tracePt t="87456" x="4902200" y="3117850"/>
          <p14:tracePt t="87472" x="4959350" y="3098800"/>
          <p14:tracePt t="87489" x="5029200" y="3092450"/>
          <p14:tracePt t="87506" x="5080000" y="3079750"/>
          <p14:tracePt t="87522" x="5092700" y="3079750"/>
          <p14:tracePt t="87539" x="5105400" y="3073400"/>
          <p14:tracePt t="87555" x="5111750" y="3067050"/>
          <p14:tracePt t="87596" x="5105400" y="3067050"/>
          <p14:tracePt t="87617" x="5092700" y="3060700"/>
          <p14:tracePt t="87625" x="5080000" y="3060700"/>
          <p14:tracePt t="87641" x="5067300" y="3054350"/>
          <p14:tracePt t="87655" x="5035550" y="3041650"/>
          <p14:tracePt t="87671" x="4978400" y="3028950"/>
          <p14:tracePt t="87688" x="4908550" y="3022600"/>
          <p14:tracePt t="87705" x="4870450" y="3016250"/>
          <p14:tracePt t="87723" x="4775200" y="2997200"/>
          <p14:tracePt t="87738" x="4679950" y="2978150"/>
          <p14:tracePt t="87755" x="4635500" y="2971800"/>
          <p14:tracePt t="87772" x="4514850" y="2965450"/>
          <p14:tracePt t="87788" x="4476750" y="2965450"/>
          <p14:tracePt t="87804" x="4445000" y="2965450"/>
          <p14:tracePt t="91676" x="4457700" y="2965450"/>
          <p14:tracePt t="91684" x="4476750" y="2959100"/>
          <p14:tracePt t="91698" x="4489450" y="2952750"/>
          <p14:tracePt t="91707" x="4495800" y="2946400"/>
          <p14:tracePt t="91724" x="4508500" y="2940050"/>
          <p14:tracePt t="91741" x="4540250" y="2933700"/>
          <p14:tracePt t="91757" x="4552950" y="2933700"/>
          <p14:tracePt t="91774" x="4597400" y="2921000"/>
          <p14:tracePt t="91791" x="4635500" y="2901950"/>
          <p14:tracePt t="91807" x="4667250" y="2895600"/>
          <p14:tracePt t="91824" x="4718050" y="2876550"/>
          <p14:tracePt t="91840" x="4749800" y="2851150"/>
          <p14:tracePt t="91857" x="4756150" y="2851150"/>
          <p14:tracePt t="91874" x="4775200" y="2838450"/>
          <p14:tracePt t="91890" x="4781550" y="2832100"/>
          <p14:tracePt t="91951" x="4787900" y="2832100"/>
          <p14:tracePt t="92480" x="4762500" y="2819400"/>
          <p14:tracePt t="92487" x="4718050" y="2794000"/>
          <p14:tracePt t="92502" x="4673600" y="2743200"/>
          <p14:tracePt t="92509" x="4603750" y="2673350"/>
          <p14:tracePt t="92525" x="4527550" y="2603500"/>
          <p14:tracePt t="92538" x="4445000" y="2508250"/>
          <p14:tracePt t="92555" x="4241800" y="2292350"/>
          <p14:tracePt t="92572" x="3981450" y="2057400"/>
          <p14:tracePt t="92588" x="3841750" y="1943100"/>
          <p14:tracePt t="92604" x="3543300" y="1720850"/>
          <p14:tracePt t="92621" x="3340100" y="1562100"/>
          <p14:tracePt t="92638" x="3232150" y="1485900"/>
          <p14:tracePt t="92654" x="3054350" y="1390650"/>
          <p14:tracePt t="92671" x="2908300" y="1346200"/>
          <p14:tracePt t="92687" x="2857500" y="1327150"/>
          <p14:tracePt t="92691" x="2813050" y="1314450"/>
          <p14:tracePt t="92705" x="2787650" y="1314450"/>
          <p14:tracePt t="92721" x="2724150" y="1301750"/>
          <p14:tracePt t="92737" x="2698750" y="1301750"/>
          <p14:tracePt t="92754" x="2628900" y="1301750"/>
          <p14:tracePt t="92770" x="2533650" y="1301750"/>
          <p14:tracePt t="92787" x="2495550" y="1314450"/>
          <p14:tracePt t="92804" x="2413000" y="1320800"/>
          <p14:tracePt t="92820" x="2374900" y="1320800"/>
          <p14:tracePt t="92837" x="2286000" y="1320800"/>
          <p14:tracePt t="92853" x="2190750" y="1320800"/>
          <p14:tracePt t="92870" x="2152650" y="1320800"/>
          <p14:tracePt t="92887" x="2070100" y="1320800"/>
          <p14:tracePt t="92903" x="2000250" y="1301750"/>
          <p14:tracePt t="92920" x="1974850" y="1295400"/>
          <p14:tracePt t="92937" x="1911350" y="1276350"/>
          <p14:tracePt t="92953" x="1860550" y="1244600"/>
          <p14:tracePt t="92970" x="1816100" y="1225550"/>
          <p14:tracePt t="92986" x="1771650" y="1193800"/>
          <p14:tracePt t="93003" x="1727200" y="1136650"/>
          <p14:tracePt t="93020" x="1701800" y="1092200"/>
          <p14:tracePt t="93036" x="1670050" y="1028700"/>
          <p14:tracePt t="93053" x="1638300" y="965200"/>
          <p14:tracePt t="93071" x="1606550" y="908050"/>
          <p14:tracePt t="93086" x="1593850" y="882650"/>
          <p14:tracePt t="93103" x="1581150" y="831850"/>
          <p14:tracePt t="93120" x="1555750" y="806450"/>
          <p14:tracePt t="93136" x="1555750" y="793750"/>
          <p14:tracePt t="93153" x="1555750" y="787400"/>
          <p14:tracePt t="93169" x="1555750" y="781050"/>
          <p14:tracePt t="93239" x="1555750" y="774700"/>
          <p14:tracePt t="93492" x="1562100" y="774700"/>
          <p14:tracePt t="93506" x="1568450" y="781050"/>
          <p14:tracePt t="93527" x="1581150" y="781050"/>
          <p14:tracePt t="93533" x="1587500" y="787400"/>
          <p14:tracePt t="93541" x="1600200" y="800100"/>
          <p14:tracePt t="93555" x="1619250" y="812800"/>
          <p14:tracePt t="93568" x="1638300" y="831850"/>
          <p14:tracePt t="93584" x="1720850" y="889000"/>
          <p14:tracePt t="93601" x="1765300" y="939800"/>
          <p14:tracePt t="93618" x="1873250" y="1041400"/>
          <p14:tracePt t="93634" x="2000250" y="1187450"/>
          <p14:tracePt t="93651" x="2063750" y="1257300"/>
          <p14:tracePt t="93668" x="2184400" y="1397000"/>
          <p14:tracePt t="93684" x="2298700" y="1549400"/>
          <p14:tracePt t="93701" x="2343150" y="1606550"/>
          <p14:tracePt t="93717" x="2432050" y="1727200"/>
          <p14:tracePt t="93733" x="2470150" y="1771650"/>
          <p14:tracePt t="93751" x="2514600" y="1828800"/>
          <p14:tracePt t="93767" x="2520950" y="1835150"/>
          <p14:tracePt t="93784" x="2527300" y="1841500"/>
          <p14:tracePt t="93800" x="2527300" y="1847850"/>
          <p14:tracePt t="94298" x="2527300" y="1854200"/>
          <p14:tracePt t="94327" x="2527300" y="1860550"/>
          <p14:tracePt t="94333" x="2527300" y="1866900"/>
          <p14:tracePt t="94376" x="2527300" y="1873250"/>
          <p14:tracePt t="94383" x="2527300" y="1879600"/>
          <p14:tracePt t="94418" x="2527300" y="1885950"/>
          <p14:tracePt t="94454" x="2533650" y="1892300"/>
          <p14:tracePt t="94489" x="2540000" y="1892300"/>
          <p14:tracePt t="94495" x="2540000" y="1885950"/>
          <p14:tracePt t="94510" x="2540000" y="1879600"/>
          <p14:tracePt t="94518" x="2540000" y="1873250"/>
          <p14:tracePt t="94531" x="2540000" y="1860550"/>
          <p14:tracePt t="94547" x="2540000" y="1847850"/>
          <p14:tracePt t="94564" x="2533650" y="1822450"/>
          <p14:tracePt t="94581" x="2501900" y="1771650"/>
          <p14:tracePt t="94598" x="2457450" y="1708150"/>
          <p14:tracePt t="94615" x="2413000" y="1644650"/>
          <p14:tracePt t="94631" x="2387600" y="1606550"/>
          <p14:tracePt t="94647" x="2362200" y="1574800"/>
          <p14:tracePt t="94664" x="2305050" y="1517650"/>
          <p14:tracePt t="94681" x="2292350" y="1504950"/>
          <p14:tracePt t="94685" x="2286000" y="1498600"/>
          <p14:tracePt t="94701" x="2279650" y="1492250"/>
          <p14:tracePt t="94714" x="2279650" y="1485900"/>
          <p14:tracePt t="94734" x="2273300" y="1485900"/>
          <p14:tracePt t="94959" x="2254250" y="1485900"/>
          <p14:tracePt t="94966" x="2241550" y="1504950"/>
          <p14:tracePt t="94982" x="2209800" y="1517650"/>
          <p14:tracePt t="94996" x="2184400" y="1543050"/>
          <p14:tracePt t="95013" x="2133600" y="1587500"/>
          <p14:tracePt t="95030" x="2095500" y="1631950"/>
          <p14:tracePt t="95046" x="2076450" y="1644650"/>
          <p14:tracePt t="95063" x="2051050" y="1670050"/>
          <p14:tracePt t="95079" x="2032000" y="1708150"/>
          <p14:tracePt t="95096" x="2025650" y="1720850"/>
          <p14:tracePt t="95113" x="2019300" y="1733550"/>
          <p14:tracePt t="95129" x="2019300" y="1746250"/>
          <p14:tracePt t="95191" x="2012950" y="1746250"/>
          <p14:tracePt t="95198" x="2006600" y="1746250"/>
          <p14:tracePt t="95219" x="2000250" y="1746250"/>
          <p14:tracePt t="95240" x="1993900" y="1746250"/>
          <p14:tracePt t="95248" x="1987550" y="1746250"/>
          <p14:tracePt t="95262" x="1981200" y="1746250"/>
          <p14:tracePt t="95278" x="1974850" y="1739900"/>
          <p14:tracePt t="95296" x="1936750" y="1733550"/>
          <p14:tracePt t="95312" x="1917700" y="1727200"/>
          <p14:tracePt t="95328" x="1898650" y="1727200"/>
          <p14:tracePt t="95345" x="1835150" y="1701800"/>
          <p14:tracePt t="95362" x="1784350" y="1689100"/>
          <p14:tracePt t="95378" x="1765300" y="1682750"/>
          <p14:tracePt t="95395" x="1727200" y="1676400"/>
          <p14:tracePt t="95411" x="1701800" y="1670050"/>
          <p14:tracePt t="95428" x="1695450" y="1663700"/>
          <p14:tracePt t="95444" x="1682750" y="1663700"/>
          <p14:tracePt t="95961" x="1701800" y="1663700"/>
          <p14:tracePt t="95968" x="1720850" y="1663700"/>
          <p14:tracePt t="95982" x="1752600" y="1670050"/>
          <p14:tracePt t="95992" x="1790700" y="1676400"/>
          <p14:tracePt t="96010" x="1860550" y="1689100"/>
          <p14:tracePt t="96026" x="1898650" y="1689100"/>
          <p14:tracePt t="96043" x="1968500" y="1695450"/>
          <p14:tracePt t="96059" x="2051050" y="1695450"/>
          <p14:tracePt t="96076" x="2076450" y="1695450"/>
          <p14:tracePt t="96093" x="2114550" y="1695450"/>
          <p14:tracePt t="96109" x="2222500" y="1708150"/>
          <p14:tracePt t="96125" x="2235200" y="1708150"/>
          <p14:tracePt t="96143" x="2273300" y="1714500"/>
          <p14:tracePt t="96175" x="2279650" y="1714500"/>
          <p14:tracePt t="96762" x="2336800" y="1733550"/>
          <p14:tracePt t="96775" x="2425700" y="1752600"/>
          <p14:tracePt t="96783" x="2540000" y="1797050"/>
          <p14:tracePt t="96797" x="2660650" y="1835150"/>
          <p14:tracePt t="96806" x="2806700" y="1885950"/>
          <p14:tracePt t="96824" x="2997200" y="1949450"/>
          <p14:tracePt t="96841" x="3378200" y="2101850"/>
          <p14:tracePt t="96856" x="3721100" y="2273300"/>
          <p14:tracePt t="96874" x="4032250" y="2482850"/>
          <p14:tracePt t="96889" x="4146550" y="2571750"/>
          <p14:tracePt t="96906" x="4356100" y="2762250"/>
          <p14:tracePt t="96923" x="4514850" y="2908300"/>
          <p14:tracePt t="96939" x="4572000" y="2952750"/>
          <p14:tracePt t="96956" x="4641850" y="3022600"/>
          <p14:tracePt t="96973" x="4667250" y="3048000"/>
          <p14:tracePt t="96989" x="4673600" y="3054350"/>
          <p14:tracePt t="97006" x="4679950" y="3060700"/>
          <p14:tracePt t="97043" x="4679950" y="3067050"/>
          <p14:tracePt t="97204" x="4673600" y="3067050"/>
          <p14:tracePt t="97225" x="4667250" y="3067050"/>
          <p14:tracePt t="97232" x="4660900" y="3073400"/>
          <p14:tracePt t="97253" x="4654550" y="3079750"/>
          <p14:tracePt t="97267" x="4648200" y="3086100"/>
          <p14:tracePt t="97275" x="4641850" y="3086100"/>
          <p14:tracePt t="97289" x="4629150" y="3092450"/>
          <p14:tracePt t="97305" x="4597400" y="3098800"/>
          <p14:tracePt t="97322" x="4584700" y="3105150"/>
          <p14:tracePt t="97339" x="4552950" y="3111500"/>
          <p14:tracePt t="97355" x="4527550" y="3111500"/>
          <p14:tracePt t="97372" x="4502150" y="3117850"/>
          <p14:tracePt t="97388" x="4489450" y="3124200"/>
          <p14:tracePt t="97404" x="4483100" y="3124200"/>
          <p14:tracePt t="97421" x="4476750" y="3124200"/>
          <p14:tracePt t="97438" x="4470400" y="3124200"/>
          <p14:tracePt t="97513" x="4464050" y="3124200"/>
          <p14:tracePt t="97569" x="4470400" y="3124200"/>
          <p14:tracePt t="97576" x="4476750" y="3124200"/>
          <p14:tracePt t="97587" x="4483100" y="3124200"/>
          <p14:tracePt t="97604" x="4508500" y="3117850"/>
          <p14:tracePt t="97620" x="4527550" y="3105150"/>
          <p14:tracePt t="97637" x="4552950" y="3098800"/>
          <p14:tracePt t="97654" x="4679950" y="3086100"/>
          <p14:tracePt t="97670" x="4718050" y="3073400"/>
          <p14:tracePt t="97688" x="4762500" y="3067050"/>
          <p14:tracePt t="97704" x="4819650" y="3060700"/>
          <p14:tracePt t="97720" x="4851400" y="3054350"/>
          <p14:tracePt t="97738" x="4870450" y="3054350"/>
          <p14:tracePt t="97753" x="4876800" y="3054350"/>
          <p14:tracePt t="97770" x="4883150" y="3048000"/>
          <p14:tracePt t="98457" x="4889500" y="3041650"/>
          <p14:tracePt t="98471" x="4902200" y="3035300"/>
          <p14:tracePt t="98478" x="4914900" y="3035300"/>
          <p14:tracePt t="98487" x="4921250" y="3028950"/>
          <p14:tracePt t="98501" x="4927600" y="3028950"/>
          <p14:tracePt t="98517" x="4927600" y="3022600"/>
          <p14:tracePt t="98534" x="4933950" y="3022600"/>
          <p14:tracePt t="98550" x="4940300" y="3022600"/>
          <p14:tracePt t="98619" x="4946650" y="3016250"/>
          <p14:tracePt t="98759" x="4959350" y="3016250"/>
          <p14:tracePt t="98781" x="4972050" y="3003550"/>
          <p14:tracePt t="98787" x="4978400" y="3003550"/>
          <p14:tracePt t="98803" x="4991100" y="3003550"/>
          <p14:tracePt t="98816" x="4997450" y="3003550"/>
          <p14:tracePt t="98833" x="5029200" y="3003550"/>
          <p14:tracePt t="98850" x="5067300" y="3003550"/>
          <p14:tracePt t="98866" x="5099050" y="3003550"/>
          <p14:tracePt t="98883" x="5149850" y="3016250"/>
          <p14:tracePt t="98900" x="5207000" y="3028950"/>
          <p14:tracePt t="98916" x="5238750" y="3035300"/>
          <p14:tracePt t="98933" x="5276850" y="3054350"/>
          <p14:tracePt t="98949" x="5302250" y="3060700"/>
          <p14:tracePt t="98966" x="5314950" y="3060700"/>
          <p14:tracePt t="98983" x="5321300" y="3060700"/>
          <p14:tracePt t="99068" x="5321300" y="3067050"/>
          <p14:tracePt t="99089" x="5314950" y="3073400"/>
          <p14:tracePt t="99110" x="5314950" y="3079750"/>
          <p14:tracePt t="99117" x="5308600" y="3086100"/>
          <p14:tracePt t="99133" x="5302250" y="3086100"/>
          <p14:tracePt t="99138" x="5295900" y="3092450"/>
          <p14:tracePt t="99153" x="5283200" y="3098800"/>
          <p14:tracePt t="99165" x="5276850" y="3098800"/>
          <p14:tracePt t="99182" x="5245100" y="3117850"/>
          <p14:tracePt t="99198" x="5232400" y="3124200"/>
          <p14:tracePt t="99215" x="5213350" y="3143250"/>
          <p14:tracePt t="99232" x="5200650" y="3149600"/>
          <p14:tracePt t="99248" x="5194300" y="3155950"/>
          <p14:tracePt t="99265" x="5187950" y="3168650"/>
          <p14:tracePt t="99281" x="5181600" y="3168650"/>
          <p14:tracePt t="99328" x="5187950" y="3168650"/>
          <p14:tracePt t="99349" x="5194300" y="3168650"/>
          <p14:tracePt t="99363" x="5200650" y="3168650"/>
          <p14:tracePt t="99370" x="5207000" y="3168650"/>
          <p14:tracePt t="99385" x="5219700" y="3168650"/>
          <p14:tracePt t="99398" x="5264150" y="3149600"/>
          <p14:tracePt t="99414" x="5283200" y="3143250"/>
          <p14:tracePt t="99431" x="5302250" y="3136900"/>
          <p14:tracePt t="99448" x="5346700" y="3130550"/>
          <p14:tracePt t="99464" x="5372100" y="3117850"/>
          <p14:tracePt t="99481" x="5378450" y="3111500"/>
          <p14:tracePt t="99497" x="5378450" y="3098800"/>
          <p14:tracePt t="99514" x="5346700" y="3067050"/>
          <p14:tracePt t="99531" x="5314950" y="3060700"/>
          <p14:tracePt t="99547" x="5232400" y="3048000"/>
          <p14:tracePt t="99564" x="5162550" y="3035300"/>
          <p14:tracePt t="99581" x="5124450" y="3048000"/>
          <p14:tracePt t="99597" x="5080000" y="3067050"/>
          <p14:tracePt t="99614" x="5048250" y="3098800"/>
          <p14:tracePt t="99630" x="5041900" y="3124200"/>
          <p14:tracePt t="99663" x="5041900" y="3136900"/>
          <p14:tracePt t="99680" x="5048250" y="3162300"/>
          <p14:tracePt t="99696" x="5054600" y="3168650"/>
          <p14:tracePt t="99700" x="5067300" y="3168650"/>
          <p14:tracePt t="99716" x="5080000" y="3168650"/>
          <p14:tracePt t="99730" x="5086350" y="3155950"/>
          <p14:tracePt t="99746" x="5118100" y="3105150"/>
          <p14:tracePt t="99764" x="5149850" y="3041650"/>
          <p14:tracePt t="99780" x="5162550" y="3022600"/>
          <p14:tracePt t="99796" x="5181600" y="2978150"/>
          <p14:tracePt t="99813" x="5187950" y="2959100"/>
          <p14:tracePt t="99829" x="5187950" y="2952750"/>
          <p14:tracePt t="99876" x="5175250" y="2959100"/>
          <p14:tracePt t="99883" x="5162550" y="2965450"/>
          <p14:tracePt t="99896" x="5143500" y="2978150"/>
          <p14:tracePt t="99912" x="5124450" y="3003550"/>
          <p14:tracePt t="99929" x="5111750" y="3016250"/>
          <p14:tracePt t="99946" x="5086350" y="3060700"/>
          <p14:tracePt t="99962" x="5060950" y="3111500"/>
          <p14:tracePt t="99979" x="5048250" y="3124200"/>
          <p14:tracePt t="99995" x="5048250" y="3168650"/>
          <p14:tracePt t="100012" x="5048250" y="3187700"/>
          <p14:tracePt t="100029" x="5080000" y="3213100"/>
          <p14:tracePt t="100045" x="5130800" y="3244850"/>
          <p14:tracePt t="100062" x="5168900" y="3251200"/>
          <p14:tracePt t="100079" x="5276850" y="3276600"/>
          <p14:tracePt t="100095" x="5397500" y="3276600"/>
          <p14:tracePt t="100112" x="5461000" y="3276600"/>
          <p14:tracePt t="100128" x="5556250" y="3238500"/>
          <p14:tracePt t="100144" x="5619750" y="3219450"/>
          <p14:tracePt t="100162" x="5632450" y="3213100"/>
          <p14:tracePt t="100178" x="5638800" y="3206750"/>
          <p14:tracePt t="100195" x="5638800" y="3175000"/>
          <p14:tracePt t="100212" x="5626100" y="3149600"/>
          <p14:tracePt t="100215" x="5594350" y="3117850"/>
          <p14:tracePt t="100228" x="5562600" y="3092450"/>
          <p14:tracePt t="100244" x="5448300" y="3048000"/>
          <p14:tracePt t="100262" x="5302250" y="3009900"/>
          <p14:tracePt t="100278" x="5213350" y="2990850"/>
          <p14:tracePt t="100294" x="5149850" y="2990850"/>
          <p14:tracePt t="100312" x="4972050" y="3028950"/>
          <p14:tracePt t="100328" x="4927600" y="3054350"/>
          <p14:tracePt t="100345" x="4895850" y="3079750"/>
          <p14:tracePt t="100361" x="4857750" y="3143250"/>
          <p14:tracePt t="100378" x="4851400" y="3225800"/>
          <p14:tracePt t="100395" x="4857750" y="3282950"/>
          <p14:tracePt t="100410" x="4902200" y="3365500"/>
          <p14:tracePt t="100427" x="4959350" y="3448050"/>
          <p14:tracePt t="100445" x="5060950" y="3492500"/>
          <p14:tracePt t="100461" x="5118100" y="3498850"/>
          <p14:tracePt t="100477" x="5245100" y="3511550"/>
          <p14:tracePt t="100494" x="5397500" y="3498850"/>
          <p14:tracePt t="100510" x="5454650" y="3479800"/>
          <p14:tracePt t="100527" x="5537200" y="3460750"/>
          <p14:tracePt t="100545" x="5562600" y="3448050"/>
          <p14:tracePt t="100560" x="5568950" y="3441700"/>
          <p14:tracePt t="100577" x="5575300" y="3441700"/>
          <p14:tracePt t="100609" x="5575300" y="3448050"/>
          <p14:tracePt t="100718" x="5581650" y="3448050"/>
          <p14:tracePt t="100725" x="5588000" y="3448050"/>
          <p14:tracePt t="100732" x="5594350" y="3448050"/>
          <p14:tracePt t="100754" x="5607050" y="3448050"/>
          <p14:tracePt t="100768" x="5632450" y="3441700"/>
          <p14:tracePt t="100776" x="5638800" y="3441700"/>
          <p14:tracePt t="100792" x="5670550" y="3435350"/>
          <p14:tracePt t="100810" x="5740400" y="3416300"/>
          <p14:tracePt t="100826" x="5848350" y="3390900"/>
          <p14:tracePt t="100843" x="5880100" y="3378200"/>
          <p14:tracePt t="100859" x="5930900" y="3359150"/>
          <p14:tracePt t="100876" x="5956300" y="3352800"/>
          <p14:tracePt t="100893" x="5962650" y="3352800"/>
          <p14:tracePt t="100909" x="5969000" y="3352800"/>
          <p14:tracePt t="101083" x="5975350" y="3352800"/>
          <p14:tracePt t="101126" x="5975350" y="3346450"/>
          <p14:tracePt t="101147" x="5981700" y="3346450"/>
          <p14:tracePt t="101154" x="5994400" y="3340100"/>
          <p14:tracePt t="101168" x="6000750" y="3333750"/>
          <p14:tracePt t="101178" x="6013450" y="3327400"/>
          <p14:tracePt t="101192" x="6026150" y="3321050"/>
          <p14:tracePt t="101208" x="6083300" y="3308350"/>
          <p14:tracePt t="101225" x="6134100" y="3282950"/>
          <p14:tracePt t="101241" x="6165850" y="3276600"/>
          <p14:tracePt t="101259" x="6203950" y="3263900"/>
          <p14:tracePt t="101274" x="6229350" y="3257550"/>
          <p14:tracePt t="101292" x="6235700" y="3257550"/>
          <p14:tracePt t="101308" x="6242050" y="3257550"/>
          <p14:tracePt t="101324" x="6248400" y="3251200"/>
          <p14:tracePt t="101364" x="6254750" y="3251200"/>
          <p14:tracePt t="101448" x="6261100" y="3251200"/>
          <p14:tracePt t="101477" x="6267450" y="3251200"/>
          <p14:tracePt t="101483" x="6273800" y="3251200"/>
          <p14:tracePt t="101498" x="6280150" y="3251200"/>
          <p14:tracePt t="101507" x="6292850" y="3251200"/>
          <p14:tracePt t="101523" x="6305550" y="3251200"/>
          <p14:tracePt t="101540" x="6350000" y="3251200"/>
          <p14:tracePt t="101557" x="6407150" y="3251200"/>
          <p14:tracePt t="101574" x="6445250" y="3251200"/>
          <p14:tracePt t="101590" x="6515100" y="3244850"/>
          <p14:tracePt t="101607" x="6546850" y="3244850"/>
          <p14:tracePt t="101624" x="6604000" y="3244850"/>
          <p14:tracePt t="101640" x="6616700" y="3244850"/>
          <p14:tracePt t="101656" x="6629400" y="3244850"/>
          <p14:tracePt t="101673" x="6648450" y="3238500"/>
          <p14:tracePt t="101707" x="6654800" y="3238500"/>
          <p14:tracePt t="101730" x="6661150" y="3238500"/>
          <p14:tracePt t="101764" x="6667500" y="3238500"/>
          <p14:tracePt t="101786" x="6673850" y="3238500"/>
          <p14:tracePt t="101799" x="6680200" y="3238500"/>
          <p14:tracePt t="101828" x="6692900" y="3238500"/>
          <p14:tracePt t="101856" x="6699250" y="3238500"/>
          <p14:tracePt t="101877" x="6705600" y="3238500"/>
          <p14:tracePt t="101905" x="6711950" y="3238500"/>
          <p14:tracePt t="101926" x="6718300" y="3238500"/>
          <p14:tracePt t="101940" x="6724650" y="3238500"/>
          <p14:tracePt t="101975" x="6731000" y="3238500"/>
          <p14:tracePt t="101996" x="6737350" y="3238500"/>
          <p14:tracePt t="102024" x="6743700" y="3238500"/>
          <p14:tracePt t="102712" x="6724650" y="3238500"/>
          <p14:tracePt t="102720" x="6686550" y="3238500"/>
          <p14:tracePt t="102733" x="6648450" y="3238500"/>
          <p14:tracePt t="102740" x="6610350" y="3238500"/>
          <p14:tracePt t="102756" x="6559550" y="3238500"/>
          <p14:tracePt t="102769" x="6457950" y="3238500"/>
          <p14:tracePt t="102786" x="6375400" y="3232150"/>
          <p14:tracePt t="102803" x="6210300" y="3213100"/>
          <p14:tracePt t="102819" x="6121400" y="3194050"/>
          <p14:tracePt t="102836" x="5937250" y="3162300"/>
          <p14:tracePt t="102853" x="5708650" y="3143250"/>
          <p14:tracePt t="102869" x="5594350" y="3143250"/>
          <p14:tracePt t="102886" x="5365750" y="3130550"/>
          <p14:tracePt t="102904" x="5149850" y="3130550"/>
          <p14:tracePt t="102920" x="5035550" y="3136900"/>
          <p14:tracePt t="102937" x="4781550" y="3155950"/>
          <p14:tracePt t="102953" x="4591050" y="3175000"/>
          <p14:tracePt t="102970" x="4514850" y="3194050"/>
          <p14:tracePt t="102987" x="4368800" y="3238500"/>
          <p14:tracePt t="103002" x="4260850" y="3263900"/>
          <p14:tracePt t="103018" x="4216400" y="3289300"/>
          <p14:tracePt t="103035" x="4159250" y="3321050"/>
          <p14:tracePt t="103051" x="4133850" y="3340100"/>
          <p14:tracePt t="103069" x="4127500" y="3340100"/>
          <p14:tracePt t="103085" x="4114800" y="3346450"/>
          <p14:tracePt t="103119" x="4121150" y="3352800"/>
          <p14:tracePt t="103126" x="4127500" y="3352800"/>
          <p14:tracePt t="103140" x="4140200" y="3352800"/>
          <p14:tracePt t="103152" x="4159250" y="3346450"/>
          <p14:tracePt t="103168" x="4191000" y="3327400"/>
          <p14:tracePt t="103674" x="4178300" y="3340100"/>
          <p14:tracePt t="103681" x="4165600" y="3352800"/>
          <p14:tracePt t="103695" x="4140200" y="3371850"/>
          <p14:tracePt t="103703" x="4108450" y="3397250"/>
          <p14:tracePt t="103719" x="4089400" y="3416300"/>
          <p14:tracePt t="103733" x="4051300" y="3441700"/>
          <p14:tracePt t="103749" x="3987800" y="3505200"/>
          <p14:tracePt t="103766" x="3937000" y="3556000"/>
          <p14:tracePt t="103783" x="3911600" y="3594100"/>
          <p14:tracePt t="103800" x="3873500" y="3657600"/>
          <p14:tracePt t="103815" x="3841750" y="3721100"/>
          <p14:tracePt t="103833" x="3829050" y="3752850"/>
          <p14:tracePt t="103849" x="3784600" y="3841750"/>
          <p14:tracePt t="103865" x="3778250" y="3860800"/>
          <p14:tracePt t="103882" x="3765550" y="3892550"/>
          <p14:tracePt t="103899" x="3740150" y="3943350"/>
          <p14:tracePt t="103915" x="3721100" y="3981450"/>
          <p14:tracePt t="103935" x="3714750" y="3994150"/>
          <p14:tracePt t="103965" x="3721100" y="3975100"/>
          <p14:tracePt t="103983" x="3721100" y="3937000"/>
          <p14:tracePt t="104396" x="3676650" y="3930650"/>
          <p14:tracePt t="104403" x="3594100" y="3905250"/>
          <p14:tracePt t="104417" x="3517900" y="3898900"/>
          <p14:tracePt t="104430" x="3416300" y="3879850"/>
          <p14:tracePt t="104447" x="3206750" y="3835400"/>
          <p14:tracePt t="104463" x="3105150" y="3829050"/>
          <p14:tracePt t="104480" x="2933700" y="3797300"/>
          <p14:tracePt t="104497" x="2768600" y="3778250"/>
          <p14:tracePt t="104513" x="2679700" y="3765550"/>
          <p14:tracePt t="104530" x="2520950" y="3746500"/>
          <p14:tracePt t="104546" x="2406650" y="3727450"/>
          <p14:tracePt t="104564" x="2324100" y="3714750"/>
          <p14:tracePt t="104579" x="2292350" y="3702050"/>
          <p14:tracePt t="104596" x="2273300" y="3695700"/>
          <p14:tracePt t="104613" x="2254250" y="3695700"/>
          <p14:tracePt t="104629" x="2241550" y="3695700"/>
          <p14:tracePt t="104676" x="2241550" y="3702050"/>
          <p14:tracePt t="104683" x="2241550" y="3708400"/>
          <p14:tracePt t="104699" x="2247900" y="3714750"/>
          <p14:tracePt t="104713" x="2260600" y="3733800"/>
          <p14:tracePt t="104729" x="2298700" y="3765550"/>
          <p14:tracePt t="104746" x="2330450" y="3797300"/>
          <p14:tracePt t="104762" x="2349500" y="3810000"/>
          <p14:tracePt t="104779" x="2406650" y="3835400"/>
          <p14:tracePt t="104796" x="2457450" y="3873500"/>
          <p14:tracePt t="104812" x="2489200" y="3898900"/>
          <p14:tracePt t="104829" x="2571750" y="3981450"/>
          <p14:tracePt t="104846" x="2679700" y="4089400"/>
          <p14:tracePt t="104862" x="2749550" y="4159250"/>
          <p14:tracePt t="104879" x="2870200" y="4305300"/>
          <p14:tracePt t="104895" x="2965450" y="4406900"/>
          <p14:tracePt t="104912" x="3003550" y="4445000"/>
          <p14:tracePt t="104929" x="3041650" y="4489450"/>
          <p14:tracePt t="104945" x="3048000" y="4495800"/>
          <p14:tracePt t="104978" x="3054350" y="4502150"/>
          <p14:tracePt t="105063" x="3048000" y="4502150"/>
          <p14:tracePt t="105084" x="3041650" y="4502150"/>
          <p14:tracePt t="105098" x="3035300" y="4502150"/>
          <p14:tracePt t="105105" x="3022600" y="4502150"/>
          <p14:tracePt t="105119" x="2997200" y="4502150"/>
          <p14:tracePt t="105128" x="2978150" y="4502150"/>
          <p14:tracePt t="105144" x="2952750" y="4502150"/>
          <p14:tracePt t="105161" x="2851150" y="4502150"/>
          <p14:tracePt t="105177" x="2730500" y="4489450"/>
          <p14:tracePt t="105194" x="2667000" y="4483100"/>
          <p14:tracePt t="105211" x="2584450" y="4464050"/>
          <p14:tracePt t="105227" x="2533650" y="4451350"/>
          <p14:tracePt t="105245" x="2520950" y="4451350"/>
          <p14:tracePt t="105260" x="2508250" y="4451350"/>
          <p14:tracePt t="105277" x="2501900" y="4451350"/>
          <p14:tracePt t="105309" x="2508250" y="4457700"/>
          <p14:tracePt t="105316" x="2514600" y="4457700"/>
          <p14:tracePt t="105331" x="2527300" y="4464050"/>
          <p14:tracePt t="105344" x="2540000" y="4483100"/>
          <p14:tracePt t="105360" x="2571750" y="4502150"/>
          <p14:tracePt t="105377" x="2603500" y="4508500"/>
          <p14:tracePt t="105393" x="2654300" y="4527550"/>
          <p14:tracePt t="105410" x="2717800" y="4552950"/>
          <p14:tracePt t="105427" x="2743200" y="4559300"/>
          <p14:tracePt t="105443" x="2806700" y="4578350"/>
          <p14:tracePt t="105460" x="2838450" y="4584700"/>
          <p14:tracePt t="105477" x="2857500" y="4584700"/>
          <p14:tracePt t="105493" x="2863850" y="4584700"/>
          <p14:tracePt t="105695" x="2863850" y="4578350"/>
          <p14:tracePt t="105708" x="2857500" y="4572000"/>
          <p14:tracePt t="105715" x="2851150" y="4565650"/>
          <p14:tracePt t="105729" x="2838450" y="4559300"/>
          <p14:tracePt t="105742" x="2825750" y="4552950"/>
          <p14:tracePt t="105759" x="2774950" y="4514850"/>
          <p14:tracePt t="105776" x="2730500" y="4489450"/>
          <p14:tracePt t="105780" x="2673350" y="4451350"/>
          <p14:tracePt t="105796" x="2616200" y="4406900"/>
          <p14:tracePt t="105809" x="2476500" y="4305300"/>
          <p14:tracePt t="105826" x="2393950" y="4241800"/>
          <p14:tracePt t="105843" x="2241550" y="4121150"/>
          <p14:tracePt t="105859" x="2159000" y="4070350"/>
          <p14:tracePt t="105875" x="2019300" y="3968750"/>
          <p14:tracePt t="105892" x="1905000" y="3905250"/>
          <p14:tracePt t="105909" x="1873250" y="3867150"/>
          <p14:tracePt t="105926" x="1816100" y="3835400"/>
          <p14:tracePt t="105941" x="1784350" y="3816350"/>
          <p14:tracePt t="105958" x="1778000" y="3810000"/>
          <p14:tracePt t="105975" x="1765300" y="3803650"/>
          <p14:tracePt t="106060" x="1758950" y="3803650"/>
          <p14:tracePt t="106081" x="1758950" y="3797300"/>
          <p14:tracePt t="106088" x="1752600" y="3797300"/>
          <p14:tracePt t="106109" x="1739900" y="3790950"/>
          <p14:tracePt t="106123" x="1733550" y="3790950"/>
          <p14:tracePt t="106130" x="1727200" y="3790950"/>
          <p14:tracePt t="106145" x="1720850" y="3784600"/>
          <p14:tracePt t="106158" x="1695450" y="3771900"/>
          <p14:tracePt t="106174" x="1682750" y="3765550"/>
          <p14:tracePt t="106191" x="1663700" y="3759200"/>
          <p14:tracePt t="106208" x="1612900" y="3733800"/>
          <p14:tracePt t="106224" x="1562100" y="3708400"/>
          <p14:tracePt t="106242" x="1549400" y="3695700"/>
          <p14:tracePt t="106257" x="1517650" y="3638550"/>
          <p14:tracePt t="106741" x="1511300" y="3638550"/>
          <p14:tracePt t="106748" x="1504950" y="3644900"/>
          <p14:tracePt t="106762" x="1498600" y="3657600"/>
          <p14:tracePt t="106772" x="1492250" y="3657600"/>
          <p14:tracePt t="106789" x="1492250" y="3663950"/>
          <p14:tracePt t="106805" x="1485900" y="3663950"/>
          <p14:tracePt t="106910" x="1485900" y="3670300"/>
          <p14:tracePt t="106924" x="1492250" y="3670300"/>
          <p14:tracePt t="106932" x="1498600" y="3676650"/>
          <p14:tracePt t="106946" x="1511300" y="3676650"/>
          <p14:tracePt t="106955" x="1536700" y="3676650"/>
          <p14:tracePt t="106971" x="1562100" y="3683000"/>
          <p14:tracePt t="106988" x="1657350" y="3708400"/>
          <p14:tracePt t="107005" x="1803400" y="3740150"/>
          <p14:tracePt t="107022" x="1885950" y="3759200"/>
          <p14:tracePt t="107038" x="2063750" y="3790950"/>
          <p14:tracePt t="107054" x="2222500" y="3829050"/>
          <p14:tracePt t="107072" x="2355850" y="3867150"/>
          <p14:tracePt t="107088" x="2400300" y="3886200"/>
          <p14:tracePt t="107104" x="2438400" y="3892550"/>
          <p14:tracePt t="107121" x="2520950" y="3917950"/>
          <p14:tracePt t="107137" x="2527300" y="3924300"/>
          <p14:tracePt t="107154" x="2533650" y="3924300"/>
          <p14:tracePt t="107171" x="2540000" y="3924300"/>
          <p14:tracePt t="107226" x="2546350" y="3924300"/>
          <p14:tracePt t="107283" x="2552700" y="3924300"/>
          <p14:tracePt t="107296" x="2559050" y="3924300"/>
          <p14:tracePt t="107306" x="2559050" y="3930650"/>
          <p14:tracePt t="107320" x="2565400" y="3937000"/>
          <p14:tracePt t="107337" x="2609850" y="3962400"/>
          <p14:tracePt t="107353" x="2692400" y="4013200"/>
          <p14:tracePt t="107370" x="2749550" y="4051300"/>
          <p14:tracePt t="107387" x="2901950" y="4152900"/>
          <p14:tracePt t="107403" x="3041650" y="4273550"/>
          <p14:tracePt t="107420" x="3111500" y="4337050"/>
          <p14:tracePt t="107437" x="3257550" y="4489450"/>
          <p14:tracePt t="107453" x="3321050" y="4572000"/>
          <p14:tracePt t="107470" x="3441700" y="4787900"/>
          <p14:tracePt t="107486" x="3536950" y="5029200"/>
          <p14:tracePt t="107502" x="3587750" y="5187950"/>
          <p14:tracePt t="107520" x="3663950" y="5448300"/>
          <p14:tracePt t="107536" x="3721100" y="5657850"/>
          <p14:tracePt t="107553" x="3752850" y="5734050"/>
          <p14:tracePt t="107570" x="3778250" y="5822950"/>
          <p14:tracePt t="107586" x="3784600" y="5848350"/>
          <p14:tracePt t="107603" x="3784600" y="5854700"/>
          <p14:tracePt t="107635" x="3784600" y="5842000"/>
          <p14:tracePt t="107652" x="3784600" y="5829300"/>
          <p14:tracePt t="108043" x="3803650" y="5842000"/>
          <p14:tracePt t="108058" x="3822700" y="5873750"/>
          <p14:tracePt t="108065" x="3848100" y="5905500"/>
          <p14:tracePt t="108079" x="3873500" y="5937250"/>
          <p14:tracePt t="108088" x="3898900" y="5975350"/>
          <p14:tracePt t="108101" x="3930650" y="6007100"/>
          <p14:tracePt t="108117" x="4013200" y="6076950"/>
          <p14:tracePt t="108134" x="4057650" y="6115050"/>
          <p14:tracePt t="108150" x="4146550" y="6165850"/>
          <p14:tracePt t="108167" x="4184650" y="6203950"/>
          <p14:tracePt t="108184" x="4260850" y="6267450"/>
          <p14:tracePt t="108200" x="4279900" y="6286500"/>
          <p14:tracePt t="108217" x="4286250" y="6299200"/>
          <p14:tracePt t="108234" x="4305300" y="6318250"/>
          <p14:tracePt t="108250" x="4305300" y="6330950"/>
          <p14:tracePt t="108267" x="4305300" y="6337300"/>
          <p14:tracePt t="108284" x="4305300" y="6343650"/>
          <p14:tracePt t="108300" x="4292600" y="6356350"/>
          <p14:tracePt t="108318" x="4273550" y="6362700"/>
          <p14:tracePt t="108333" x="4260850" y="6362700"/>
          <p14:tracePt t="108350" x="4241800" y="6362700"/>
          <p14:tracePt t="108367" x="4235450" y="6362700"/>
          <p14:tracePt t="108383" x="4229100" y="6362700"/>
          <p14:tracePt t="108400" x="4216400" y="6362700"/>
          <p14:tracePt t="108416" x="4210050" y="6362700"/>
          <p14:tracePt t="108465" x="4210050" y="6369050"/>
          <p14:tracePt t="108486" x="4210050" y="6381750"/>
          <p14:tracePt t="108501" x="4216400" y="6381750"/>
          <p14:tracePt t="108507" x="4222750" y="6381750"/>
          <p14:tracePt t="108521" x="4229100" y="6388100"/>
          <p14:tracePt t="108532" x="4241800" y="6394450"/>
          <p14:tracePt t="108550" x="4273550" y="6400800"/>
          <p14:tracePt t="108566" x="4298950" y="6400800"/>
          <p14:tracePt t="108582" x="4381500" y="6413500"/>
          <p14:tracePt t="108599" x="4483100" y="6413500"/>
          <p14:tracePt t="108616" x="4559300" y="6413500"/>
          <p14:tracePt t="108633" x="4686300" y="6413500"/>
          <p14:tracePt t="108649" x="4819650" y="6413500"/>
          <p14:tracePt t="108665" x="4870450" y="6413500"/>
          <p14:tracePt t="108683" x="4953000" y="6407150"/>
          <p14:tracePt t="108699" x="4997450" y="6407150"/>
          <p14:tracePt t="108715" x="5010150" y="6407150"/>
          <p14:tracePt t="108732" x="5022850" y="6400800"/>
          <p14:tracePt t="108749" x="5029200" y="6400800"/>
          <p14:tracePt t="109062" x="5016500" y="6394450"/>
          <p14:tracePt t="109069" x="4984750" y="6388100"/>
          <p14:tracePt t="109084" x="4946650" y="6369050"/>
          <p14:tracePt t="109098" x="4832350" y="6330950"/>
          <p14:tracePt t="109114" x="4781550" y="6311900"/>
          <p14:tracePt t="109131" x="4711700" y="6292850"/>
          <p14:tracePt t="109147" x="4591050" y="6248400"/>
          <p14:tracePt t="109164" x="4483100" y="6223000"/>
          <p14:tracePt t="109182" x="4413250" y="6203950"/>
          <p14:tracePt t="109197" x="4387850" y="6197600"/>
          <p14:tracePt t="109213" x="4356100" y="6191250"/>
          <p14:tracePt t="109231" x="4343400" y="6191250"/>
          <p14:tracePt t="109263" x="4337050" y="6191250"/>
          <p14:tracePt t="109308" x="4337050" y="6197600"/>
          <p14:tracePt t="109343" x="4330700" y="6203950"/>
          <p14:tracePt t="109365" x="4324350" y="6203950"/>
          <p14:tracePt t="109378" x="4318000" y="6203950"/>
          <p14:tracePt t="109392" x="4318000" y="6210300"/>
          <p14:tracePt t="109400" x="4311650" y="6216650"/>
          <p14:tracePt t="109416" x="4305300" y="6216650"/>
          <p14:tracePt t="109430" x="4305300" y="6223000"/>
          <p14:tracePt t="109446" x="4298950" y="6229350"/>
          <p14:tracePt t="109463" x="4292600" y="6235700"/>
          <p14:tracePt t="109479" x="4286250" y="6242050"/>
          <p14:tracePt t="109496" x="4279900" y="6242050"/>
          <p14:tracePt t="109513" x="4267200" y="6248400"/>
          <p14:tracePt t="109529" x="4267200" y="6254750"/>
          <p14:tracePt t="109547" x="4267200" y="6261100"/>
          <p14:tracePt t="109562" x="4260850" y="6261100"/>
          <p14:tracePt t="109596" x="4260850" y="6267450"/>
          <p14:tracePt t="109612" x="4254500" y="6273800"/>
          <p14:tracePt t="109632" x="4248150" y="6273800"/>
          <p14:tracePt t="109652" x="4241800" y="6273800"/>
          <p14:tracePt t="109694" x="4235450" y="6280150"/>
          <p14:tracePt t="109722" x="4229100" y="6286500"/>
          <p14:tracePt t="109940" x="4235450" y="6267450"/>
          <p14:tracePt t="109954" x="4254500" y="6235700"/>
          <p14:tracePt t="109963" x="4260850" y="6203950"/>
          <p14:tracePt t="109977" x="4279900" y="6165850"/>
          <p14:tracePt t="109994" x="4292600" y="6134100"/>
          <p14:tracePt t="110011" x="4292600" y="6045200"/>
          <p14:tracePt t="110027" x="4292600" y="6019800"/>
          <p14:tracePt t="110046" x="4260850" y="5956300"/>
          <p14:tracePt t="110061" x="4248150" y="5930900"/>
          <p14:tracePt t="110077" x="4210050" y="5880100"/>
          <p14:tracePt t="110095" x="4191000" y="5861050"/>
          <p14:tracePt t="110111" x="4191000" y="5848350"/>
          <p14:tracePt t="110127" x="4178300" y="5842000"/>
          <p14:tracePt t="110160" x="4171950" y="5842000"/>
          <p14:tracePt t="111345" x="4171950" y="5816600"/>
          <p14:tracePt t="111359" x="4178300" y="5772150"/>
          <p14:tracePt t="111366" x="4184650" y="5708650"/>
          <p14:tracePt t="111381" x="4184650" y="5645150"/>
          <p14:tracePt t="111389" x="4197350" y="5581650"/>
          <p14:tracePt t="111405" x="4216400" y="5486400"/>
          <p14:tracePt t="111423" x="4235450" y="5283200"/>
          <p14:tracePt t="111439" x="4279900" y="5054600"/>
          <p14:tracePt t="111456" x="4286250" y="4940300"/>
          <p14:tracePt t="111473" x="4343400" y="4692650"/>
          <p14:tracePt t="111489" x="4394200" y="4451350"/>
          <p14:tracePt t="111507" x="4445000" y="4216400"/>
          <p14:tracePt t="111522" x="4457700" y="4114800"/>
          <p14:tracePt t="111539" x="4476750" y="3949700"/>
          <p14:tracePt t="111556" x="4508500" y="3816350"/>
          <p14:tracePt t="111572" x="4508500" y="3752850"/>
          <p14:tracePt t="111589" x="4514850" y="3708400"/>
          <p14:tracePt t="111605" x="4521200" y="3600450"/>
          <p14:tracePt t="111622" x="4527550" y="3575050"/>
          <p14:tracePt t="111639" x="4540250" y="3530600"/>
          <p14:tracePt t="111655" x="4546600" y="3479800"/>
          <p14:tracePt t="111672" x="4565650" y="3448050"/>
          <p14:tracePt t="111689" x="4578350" y="3390900"/>
          <p14:tracePt t="111704" x="4591050" y="3346450"/>
          <p14:tracePt t="111722" x="4603750" y="3263900"/>
          <p14:tracePt t="111739" x="4622800" y="3194050"/>
          <p14:tracePt t="111755" x="4629150" y="3168650"/>
          <p14:tracePt t="111772" x="4635500" y="3105150"/>
          <p14:tracePt t="111788" x="4654550" y="3060700"/>
          <p14:tracePt t="111805" x="4654550" y="3048000"/>
          <p14:tracePt t="111822" x="4667250" y="3009900"/>
          <p14:tracePt t="111838" x="4673600" y="2965450"/>
          <p14:tracePt t="111854" x="4679950" y="2946400"/>
          <p14:tracePt t="111872" x="4686300" y="2921000"/>
          <p14:tracePt t="111889" x="4686300" y="2908300"/>
          <p14:tracePt t="111921" x="4686300" y="2901950"/>
          <p14:tracePt t="111992" x="4679950" y="2901950"/>
          <p14:tracePt t="111998" x="4673600" y="2908300"/>
          <p14:tracePt t="112012" x="4667250" y="2908300"/>
          <p14:tracePt t="112021" x="4654550" y="2914650"/>
          <p14:tracePt t="112037" x="4635500" y="2921000"/>
          <p14:tracePt t="112054" x="4565650" y="2946400"/>
          <p14:tracePt t="112070" x="4445000" y="2984500"/>
          <p14:tracePt t="112087" x="4362450" y="3003550"/>
          <p14:tracePt t="112104" x="4184650" y="3041650"/>
          <p14:tracePt t="112120" x="3962400" y="3098800"/>
          <p14:tracePt t="112137" x="3848100" y="3117850"/>
          <p14:tracePt t="112154" x="3606800" y="3162300"/>
          <p14:tracePt t="112170" x="3371850" y="3213100"/>
          <p14:tracePt t="112188" x="3130550" y="3257550"/>
          <p14:tracePt t="112204" x="3016250" y="3276600"/>
          <p14:tracePt t="112220" x="2895600" y="3308350"/>
          <p14:tracePt t="112237" x="2609850" y="3409950"/>
          <p14:tracePt t="112253" x="2527300" y="3441700"/>
          <p14:tracePt t="112270" x="2457450" y="3479800"/>
          <p14:tracePt t="112287" x="2362200" y="3536950"/>
          <p14:tracePt t="112304" x="2279650" y="3594100"/>
          <p14:tracePt t="112320" x="2260600" y="3619500"/>
          <p14:tracePt t="112336" x="2228850" y="3651250"/>
          <p14:tracePt t="112353" x="2203450" y="3683000"/>
          <p14:tracePt t="112371" x="2197100" y="3695700"/>
          <p14:tracePt t="112386" x="2190750" y="3708400"/>
          <p14:tracePt t="112403" x="2190750" y="3733800"/>
          <p14:tracePt t="112420" x="2190750" y="3752850"/>
          <p14:tracePt t="112436" x="2197100" y="3771900"/>
          <p14:tracePt t="112452" x="2222500" y="3816350"/>
          <p14:tracePt t="112469" x="2266950" y="3860800"/>
          <p14:tracePt t="112486" x="2305050" y="3886200"/>
          <p14:tracePt t="112503" x="2393950" y="3949700"/>
          <p14:tracePt t="112519" x="2482850" y="4032250"/>
          <p14:tracePt t="112536" x="2546350" y="4083050"/>
          <p14:tracePt t="112553" x="2647950" y="4178300"/>
          <p14:tracePt t="112568" x="2692400" y="4216400"/>
          <p14:tracePt t="112585" x="2762250" y="4260850"/>
          <p14:tracePt t="112603" x="2806700" y="4298950"/>
          <p14:tracePt t="112619" x="2819400" y="4298950"/>
          <p14:tracePt t="112635" x="2825750" y="4311650"/>
          <p14:tracePt t="112652" x="2832100" y="4318000"/>
          <p14:tracePt t="112750" x="2832100" y="4311650"/>
          <p14:tracePt t="112764" x="2832100" y="4305300"/>
          <p14:tracePt t="112771" x="2825750" y="4305300"/>
          <p14:tracePt t="112785" x="2819400" y="4298950"/>
          <p14:tracePt t="112801" x="2800350" y="4279900"/>
          <p14:tracePt t="112818" x="2787650" y="4260850"/>
          <p14:tracePt t="112835" x="2749550" y="4197350"/>
          <p14:tracePt t="112852" x="2692400" y="4095750"/>
          <p14:tracePt t="112868" x="2673350" y="4038600"/>
          <p14:tracePt t="112884" x="2628900" y="3937000"/>
          <p14:tracePt t="112901" x="2603500" y="3892550"/>
          <p14:tracePt t="112918" x="2584450" y="3784600"/>
          <p14:tracePt t="112934" x="2584450" y="3733800"/>
          <p14:tracePt t="112951" x="2597150" y="3683000"/>
          <p14:tracePt t="112968" x="2673350" y="3543300"/>
          <p14:tracePt t="112984" x="2800350" y="3390900"/>
          <p14:tracePt t="113001" x="2901950" y="3314700"/>
          <p14:tracePt t="113017" x="3117850" y="3187700"/>
          <p14:tracePt t="113034" x="3352800" y="3079750"/>
          <p14:tracePt t="113051" x="3600450" y="3016250"/>
          <p14:tracePt t="113067" x="3714750" y="2997200"/>
          <p14:tracePt t="113084" x="3956050" y="2971800"/>
          <p14:tracePt t="113101" x="4159250" y="2965450"/>
          <p14:tracePt t="113117" x="4222750" y="2965450"/>
          <p14:tracePt t="113133" x="4298950" y="2978150"/>
          <p14:tracePt t="113150" x="4438650" y="2997200"/>
          <p14:tracePt t="113167" x="4445000" y="2997200"/>
          <p14:tracePt t="113183" x="4457700" y="2997200"/>
          <p14:tracePt t="113277" x="4445000" y="2997200"/>
          <p14:tracePt t="113284" x="4432300" y="2997200"/>
          <p14:tracePt t="113290" x="4400550" y="2997200"/>
          <p14:tracePt t="113304" x="4362450" y="2997200"/>
          <p14:tracePt t="113316" x="4311650" y="2997200"/>
          <p14:tracePt t="113333" x="4210050" y="2997200"/>
          <p14:tracePt t="113349" x="4159250" y="3009900"/>
          <p14:tracePt t="113366" x="4000500" y="3028950"/>
          <p14:tracePt t="113383" x="3816350" y="3079750"/>
          <p14:tracePt t="113399" x="3727450" y="3098800"/>
          <p14:tracePt t="113416" x="3632200" y="3143250"/>
          <p14:tracePt t="113432" x="3403600" y="3263900"/>
          <p14:tracePt t="113449" x="3346450" y="3321050"/>
          <p14:tracePt t="113466" x="3244850" y="3460750"/>
          <p14:tracePt t="113482" x="3206750" y="3530600"/>
          <p14:tracePt t="113499" x="3162300" y="3689350"/>
          <p14:tracePt t="113516" x="3168650" y="3829050"/>
          <p14:tracePt t="113532" x="3187700" y="3898900"/>
          <p14:tracePt t="113549" x="3225800" y="4019550"/>
          <p14:tracePt t="113565" x="3302000" y="4146550"/>
          <p14:tracePt t="113582" x="3340100" y="4222750"/>
          <p14:tracePt t="113599" x="3441700" y="4368800"/>
          <p14:tracePt t="113615" x="3536950" y="4470400"/>
          <p14:tracePt t="113632" x="3594100" y="4521200"/>
          <p14:tracePt t="113648" x="3689350" y="4591050"/>
          <p14:tracePt t="113665" x="3778250" y="4654550"/>
          <p14:tracePt t="113682" x="3810000" y="4673600"/>
          <p14:tracePt t="113698" x="3860800" y="4705350"/>
          <p14:tracePt t="113715" x="3879850" y="4718050"/>
          <p14:tracePt t="113732" x="3886200" y="4718050"/>
          <p14:tracePt t="113748" x="3892550" y="4718050"/>
          <p14:tracePt t="113764" x="3898900" y="4718050"/>
          <p14:tracePt t="114239" x="3898900" y="4711700"/>
          <p14:tracePt t="114247" x="3892550" y="4686300"/>
          <p14:tracePt t="114253" x="3879850" y="4667250"/>
          <p14:tracePt t="114267" x="3860800" y="4648200"/>
          <p14:tracePt t="114279" x="3848100" y="4616450"/>
          <p14:tracePt t="114296" x="3829050" y="4565650"/>
          <p14:tracePt t="114313" x="3803650" y="4533900"/>
          <p14:tracePt t="114329" x="3771900" y="4457700"/>
          <p14:tracePt t="114346" x="3733800" y="4368800"/>
          <p14:tracePt t="114363" x="3714750" y="4318000"/>
          <p14:tracePt t="114380" x="3670300" y="4191000"/>
          <p14:tracePt t="114396" x="3632200" y="4032250"/>
          <p14:tracePt t="114413" x="3619500" y="3956050"/>
          <p14:tracePt t="114429" x="3619500" y="3816350"/>
          <p14:tracePt t="114445" x="3625850" y="3740150"/>
          <p14:tracePt t="114462" x="3670300" y="3606800"/>
          <p14:tracePt t="114479" x="3759200" y="3479800"/>
          <p14:tracePt t="114495" x="3829050" y="3403600"/>
          <p14:tracePt t="114513" x="3949700" y="3295650"/>
          <p14:tracePt t="114528" x="4095750" y="3219450"/>
          <p14:tracePt t="114545" x="4178300" y="3187700"/>
          <p14:tracePt t="114562" x="4362450" y="3136900"/>
          <p14:tracePt t="114578" x="4489450" y="3124200"/>
          <p14:tracePt t="114595" x="4552950" y="3124200"/>
          <p14:tracePt t="114612" x="4648200" y="3124200"/>
          <p14:tracePt t="114628" x="4679950" y="3111500"/>
          <p14:tracePt t="114645" x="4692650" y="3105150"/>
          <p14:tracePt t="114662" x="4692650" y="3098800"/>
          <p14:tracePt t="114709" x="4679950" y="3105150"/>
          <p14:tracePt t="114717" x="4660900" y="3111500"/>
          <p14:tracePt t="114732" x="4622800" y="3124200"/>
          <p14:tracePt t="114745" x="4533900" y="3162300"/>
          <p14:tracePt t="114761" x="4489450" y="3200400"/>
          <p14:tracePt t="114778" x="4432300" y="3263900"/>
          <p14:tracePt t="114794" x="4298950" y="3403600"/>
          <p14:tracePt t="114810" x="4159250" y="3594100"/>
          <p14:tracePt t="114828" x="4108450" y="3714750"/>
          <p14:tracePt t="114844" x="4025900" y="3994150"/>
          <p14:tracePt t="114861" x="3994150" y="4279900"/>
          <p14:tracePt t="114878" x="3994150" y="4419600"/>
          <p14:tracePt t="114881" x="4000500" y="4546600"/>
          <p14:tracePt t="114894" x="4032250" y="4673600"/>
          <p14:tracePt t="114911" x="4127500" y="4883150"/>
          <p14:tracePt t="114928" x="4248150" y="5041900"/>
          <p14:tracePt t="114944" x="4318000" y="5099050"/>
          <p14:tracePt t="114960" x="4470400" y="5219700"/>
          <p14:tracePt t="114977" x="4565650" y="5327650"/>
          <p14:tracePt t="114993" x="4603750" y="5384800"/>
          <p14:tracePt t="115011" x="4641850" y="5416550"/>
          <p14:tracePt t="115027" x="4686300" y="5480050"/>
          <p14:tracePt t="115044" x="4692650" y="5486400"/>
          <p14:tracePt t="115061" x="4692650" y="5492750"/>
          <p14:tracePt t="115117" x="4692650" y="5511800"/>
          <p14:tracePt t="115131" x="4686300" y="5537200"/>
          <p14:tracePt t="115138" x="4673600" y="5556250"/>
          <p14:tracePt t="115153" x="4667250" y="5594350"/>
          <p14:tracePt t="115162" x="4660900" y="5626100"/>
          <p14:tracePt t="115176" x="4654550" y="5651500"/>
          <p14:tracePt t="115193" x="4648200" y="5746750"/>
          <p14:tracePt t="115210" x="4629150" y="5867400"/>
          <p14:tracePt t="115226" x="4629150" y="5918200"/>
          <p14:tracePt t="115243" x="4641850" y="6057900"/>
          <p14:tracePt t="115259" x="4667250" y="6178550"/>
          <p14:tracePt t="115276" x="4686300" y="6248400"/>
          <p14:tracePt t="115293" x="4737100" y="6369050"/>
          <p14:tracePt t="115310" x="4781550" y="6483350"/>
          <p14:tracePt t="115326" x="4800600" y="6534150"/>
          <p14:tracePt t="115342" x="4806950" y="6604000"/>
          <p14:tracePt t="115359" x="4819650" y="6648450"/>
          <p14:tracePt t="115376" x="4832350" y="6654800"/>
          <p14:tracePt t="115392" x="4851400" y="66611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7731" y="582273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452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39"/>
    </mc:Choice>
    <mc:Fallback xmlns="">
      <p:transition spd="slow" advTm="381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10" x="3568700" y="2203450"/>
          <p14:tracePt t="516" x="3543300" y="2228850"/>
          <p14:tracePt t="525" x="3530600" y="2241550"/>
          <p14:tracePt t="541" x="3498850" y="2286000"/>
          <p14:tracePt t="558" x="3448050" y="2349500"/>
          <p14:tracePt t="574" x="3390900" y="2413000"/>
          <p14:tracePt t="590" x="3333750" y="2489200"/>
          <p14:tracePt t="608" x="3225800" y="2628900"/>
          <p14:tracePt t="624" x="3149600" y="2730500"/>
          <p14:tracePt t="641" x="3079750" y="2825750"/>
          <p14:tracePt t="658" x="2971800" y="2952750"/>
          <p14:tracePt t="674" x="2901950" y="3009900"/>
          <p14:tracePt t="690" x="2806700" y="3092450"/>
          <p14:tracePt t="707" x="2705100" y="3187700"/>
          <p14:tracePt t="724" x="2635250" y="3257550"/>
          <p14:tracePt t="741" x="2533650" y="3359150"/>
          <p14:tracePt t="757" x="2444750" y="3416300"/>
          <p14:tracePt t="773" x="2381250" y="3448050"/>
          <p14:tracePt t="791" x="2273300" y="3517900"/>
          <p14:tracePt t="807" x="2184400" y="3549650"/>
          <p14:tracePt t="823" x="2089150" y="3587750"/>
          <p14:tracePt t="840" x="1968500" y="3594100"/>
          <p14:tracePt t="856" x="1873250" y="3613150"/>
          <p14:tracePt t="873" x="1803400" y="3619500"/>
          <p14:tracePt t="890" x="1682750" y="3638550"/>
          <p14:tracePt t="906" x="1600200" y="3651250"/>
          <p14:tracePt t="924" x="1454150" y="3644900"/>
          <p14:tracePt t="939" x="1397000" y="3625850"/>
          <p14:tracePt t="956" x="1339850" y="3619500"/>
          <p14:tracePt t="973" x="1263650" y="3606800"/>
          <p14:tracePt t="989" x="1187450" y="3581400"/>
          <p14:tracePt t="1006" x="1117600" y="3549650"/>
          <p14:tracePt t="1023" x="1041400" y="3517900"/>
          <p14:tracePt t="1039" x="984250" y="3505200"/>
          <p14:tracePt t="1056" x="946150" y="3505200"/>
          <p14:tracePt t="1073" x="908050" y="3498850"/>
          <p14:tracePt t="1089" x="901700" y="3498850"/>
          <p14:tracePt t="1170" x="908050" y="3498850"/>
          <p14:tracePt t="1177" x="920750" y="3498850"/>
          <p14:tracePt t="1189" x="933450" y="3505200"/>
          <p14:tracePt t="1205" x="1009650" y="3505200"/>
          <p14:tracePt t="1222" x="1104900" y="3505200"/>
          <p14:tracePt t="1239" x="1231900" y="3505200"/>
          <p14:tracePt t="1255" x="1485900" y="3492500"/>
          <p14:tracePt t="1272" x="1701800" y="3467100"/>
          <p14:tracePt t="1289" x="2025650" y="3448050"/>
          <p14:tracePt t="1305" x="2216150" y="3429000"/>
          <p14:tracePt t="1322" x="2381250" y="3409950"/>
          <p14:tracePt t="1338" x="2552700" y="3390900"/>
          <p14:tracePt t="1355" x="2603500" y="3390900"/>
          <p14:tracePt t="1371" x="2641600" y="3397250"/>
          <p14:tracePt t="1388" x="2660650" y="3403600"/>
          <p14:tracePt t="1404" x="2667000" y="3403600"/>
          <p14:tracePt t="1437" x="2667000" y="3409950"/>
          <p14:tracePt t="1455" x="2660650" y="3409950"/>
          <p14:tracePt t="1471" x="2616200" y="3409950"/>
          <p14:tracePt t="1488" x="2578100" y="3409950"/>
          <p14:tracePt t="1504" x="2501900" y="3409950"/>
          <p14:tracePt t="1521" x="2343150" y="3397250"/>
          <p14:tracePt t="1538" x="2197100" y="3378200"/>
          <p14:tracePt t="1554" x="2044700" y="3378200"/>
          <p14:tracePt t="1571" x="1803400" y="3371850"/>
          <p14:tracePt t="1587" x="1663700" y="3371850"/>
          <p14:tracePt t="1605" x="1479550" y="3371850"/>
          <p14:tracePt t="1620" x="1403350" y="3371850"/>
          <p14:tracePt t="1638" x="1352550" y="3371850"/>
          <p14:tracePt t="1654" x="1308100" y="3371850"/>
          <p14:tracePt t="1687" x="1301750" y="3371850"/>
          <p14:tracePt t="1707" x="1308100" y="3371850"/>
          <p14:tracePt t="1720" x="1320800" y="3365500"/>
          <p14:tracePt t="1738" x="1397000" y="3352800"/>
          <p14:tracePt t="1754" x="1485900" y="3346450"/>
          <p14:tracePt t="1770" x="1606550" y="3333750"/>
          <p14:tracePt t="1787" x="1784350" y="3327400"/>
          <p14:tracePt t="1803" x="2101850" y="3308350"/>
          <p14:tracePt t="1820" x="2317750" y="3282950"/>
          <p14:tracePt t="1837" x="2552700" y="3295650"/>
          <p14:tracePt t="1853" x="2647950" y="3314700"/>
          <p14:tracePt t="1871" x="2679700" y="3321050"/>
          <p14:tracePt t="1886" x="2686050" y="3327400"/>
          <p14:tracePt t="1935" x="2673350" y="3327400"/>
          <p14:tracePt t="1949" x="2660650" y="3327400"/>
          <p14:tracePt t="1956" x="2654300" y="3327400"/>
          <p14:tracePt t="1970" x="2635250" y="3327400"/>
          <p14:tracePt t="1986" x="2603500" y="3321050"/>
          <p14:tracePt t="2003" x="2597150" y="3308350"/>
          <p14:tracePt t="3184" x="2603500" y="3314700"/>
          <p14:tracePt t="3191" x="2622550" y="3327400"/>
          <p14:tracePt t="3199" x="2647950" y="3359150"/>
          <p14:tracePt t="3215" x="2692400" y="3448050"/>
          <p14:tracePt t="3232" x="2768600" y="3562350"/>
          <p14:tracePt t="3248" x="2927350" y="3759200"/>
          <p14:tracePt t="3265" x="3048000" y="3892550"/>
          <p14:tracePt t="3282" x="3238500" y="4108450"/>
          <p14:tracePt t="3298" x="3365500" y="4273550"/>
          <p14:tracePt t="3315" x="3486150" y="4425950"/>
          <p14:tracePt t="3332" x="3638550" y="4591050"/>
          <p14:tracePt t="3348" x="3714750" y="4705350"/>
          <p14:tracePt t="3364" x="3778250" y="4794250"/>
          <p14:tracePt t="3381" x="3860800" y="4927600"/>
          <p14:tracePt t="3398" x="3898900" y="5022850"/>
          <p14:tracePt t="3416" x="3930650" y="5137150"/>
          <p14:tracePt t="3431" x="3943350" y="5187950"/>
          <p14:tracePt t="3447" x="3949700" y="5232400"/>
          <p14:tracePt t="3465" x="3956050" y="5289550"/>
          <p14:tracePt t="3481" x="3956050" y="5334000"/>
          <p14:tracePt t="3497" x="3943350" y="5365750"/>
          <p14:tracePt t="3514" x="3917950" y="5416550"/>
          <p14:tracePt t="3531" x="3873500" y="5441950"/>
          <p14:tracePt t="3534" x="3841750" y="5467350"/>
          <p14:tracePt t="3547" x="3822700" y="5473700"/>
          <p14:tracePt t="3564" x="3708400" y="5524500"/>
          <p14:tracePt t="3580" x="3632200" y="5549900"/>
          <p14:tracePt t="3598" x="3492500" y="5588000"/>
          <p14:tracePt t="3614" x="3397250" y="5607050"/>
          <p14:tracePt t="3630" x="3302000" y="5632450"/>
          <p14:tracePt t="3647" x="3181350" y="5657850"/>
          <p14:tracePt t="3663" x="3098800" y="5676900"/>
          <p14:tracePt t="3680" x="3028950" y="5689600"/>
          <p14:tracePt t="3697" x="2933700" y="5715000"/>
          <p14:tracePt t="3713" x="2901950" y="5715000"/>
          <p14:tracePt t="3730" x="2857500" y="5727700"/>
          <p14:tracePt t="3747" x="2819400" y="5734050"/>
          <p14:tracePt t="3763" x="2813050" y="5746750"/>
          <p14:tracePt t="3780" x="2768600" y="5702300"/>
          <p14:tracePt t="4210" x="2819400" y="5689600"/>
          <p14:tracePt t="4217" x="2870200" y="5664200"/>
          <p14:tracePt t="4228" x="2927350" y="5638800"/>
          <p14:tracePt t="4245" x="3130550" y="5549900"/>
          <p14:tracePt t="4261" x="3302000" y="5499100"/>
          <p14:tracePt t="4278" x="3460750" y="5461000"/>
          <p14:tracePt t="4295" x="3689350" y="5391150"/>
          <p14:tracePt t="4311" x="3848100" y="5353050"/>
          <p14:tracePt t="4329" x="3981450" y="5302250"/>
          <p14:tracePt t="4344" x="4184650" y="5226050"/>
          <p14:tracePt t="4361" x="4292600" y="5187950"/>
          <p14:tracePt t="4378" x="4432300" y="5143500"/>
          <p14:tracePt t="4394" x="4514850" y="5118100"/>
          <p14:tracePt t="4411" x="4559300" y="5105400"/>
          <p14:tracePt t="4428" x="4616450" y="5092700"/>
          <p14:tracePt t="4444" x="4648200" y="5092700"/>
          <p14:tracePt t="4461" x="4673600" y="5092700"/>
          <p14:tracePt t="4478" x="4711700" y="5092700"/>
          <p14:tracePt t="4494" x="4730750" y="5092700"/>
          <p14:tracePt t="4511" x="4768850" y="5092700"/>
          <p14:tracePt t="4527" x="4787900" y="5099050"/>
          <p14:tracePt t="4544" x="4813300" y="5105400"/>
          <p14:tracePt t="4561" x="4851400" y="5111750"/>
          <p14:tracePt t="4577" x="4883150" y="5111750"/>
          <p14:tracePt t="4594" x="4902200" y="5111750"/>
          <p14:tracePt t="4611" x="4940300" y="5118100"/>
          <p14:tracePt t="4627" x="4953000" y="5124450"/>
          <p14:tracePt t="4644" x="4972050" y="5124450"/>
          <p14:tracePt t="4660" x="5003800" y="5130800"/>
          <p14:tracePt t="4677" x="5022850" y="5130800"/>
          <p14:tracePt t="4694" x="5080000" y="5130800"/>
          <p14:tracePt t="4709" x="5111750" y="5130800"/>
          <p14:tracePt t="4726" x="5162550" y="5137150"/>
          <p14:tracePt t="4744" x="5219700" y="5156200"/>
          <p14:tracePt t="4760" x="5270500" y="5175250"/>
          <p14:tracePt t="4776" x="5314950" y="5175250"/>
          <p14:tracePt t="4793" x="5384800" y="5187950"/>
          <p14:tracePt t="4809" x="5416550" y="5194300"/>
          <p14:tracePt t="4826" x="5448300" y="5200650"/>
          <p14:tracePt t="4844" x="5473700" y="5207000"/>
          <p14:tracePt t="4859" x="5486400" y="5207000"/>
          <p14:tracePt t="4905" x="5486400" y="5219700"/>
          <p14:tracePt t="4913" x="5486400" y="5226050"/>
          <p14:tracePt t="4926" x="5473700" y="5226050"/>
          <p14:tracePt t="5338" x="5511800" y="5226050"/>
          <p14:tracePt t="5345" x="5575300" y="5219700"/>
          <p14:tracePt t="5357" x="5638800" y="5213350"/>
          <p14:tracePt t="5375" x="5822950" y="5175250"/>
          <p14:tracePt t="5391" x="5956300" y="5143500"/>
          <p14:tracePt t="5408" x="6140450" y="5105400"/>
          <p14:tracePt t="5424" x="6203950" y="5099050"/>
          <p14:tracePt t="5441" x="6273800" y="5086350"/>
          <p14:tracePt t="5458" x="6286500" y="5086350"/>
          <p14:tracePt t="5508" x="6280150" y="5086350"/>
          <p14:tracePt t="5521" x="6254750" y="5080000"/>
          <p14:tracePt t="5528" x="6229350" y="5080000"/>
          <p14:tracePt t="5540" x="6165850" y="5086350"/>
          <p14:tracePt t="5558" x="6000750" y="5092700"/>
          <p14:tracePt t="5574" x="5899150" y="5092700"/>
          <p14:tracePt t="5591" x="5645150" y="5105400"/>
          <p14:tracePt t="5606" x="5308600" y="5118100"/>
          <p14:tracePt t="5623" x="5124450" y="5130800"/>
          <p14:tracePt t="5640" x="4730750" y="5130800"/>
          <p14:tracePt t="5657" x="4540250" y="5143500"/>
          <p14:tracePt t="5674" x="4146550" y="5149850"/>
          <p14:tracePt t="5690" x="3873500" y="5181600"/>
          <p14:tracePt t="5706" x="3746500" y="5194300"/>
          <p14:tracePt t="5723" x="3530600" y="5226050"/>
          <p14:tracePt t="5740" x="3340100" y="5257800"/>
          <p14:tracePt t="5756" x="3251200" y="5264150"/>
          <p14:tracePt t="5774" x="3079750" y="5308600"/>
          <p14:tracePt t="5790" x="2933700" y="5334000"/>
          <p14:tracePt t="5806" x="2895600" y="5334000"/>
          <p14:tracePt t="5823" x="2800350" y="5346700"/>
          <p14:tracePt t="5839" x="2730500" y="5353050"/>
          <p14:tracePt t="5856" x="2692400" y="5353050"/>
          <p14:tracePt t="5873" x="2622550" y="5359400"/>
          <p14:tracePt t="5889" x="2565400" y="5365750"/>
          <p14:tracePt t="5906" x="2514600" y="5372100"/>
          <p14:tracePt t="5922" x="2495550" y="5372100"/>
          <p14:tracePt t="5939" x="2482850" y="5372100"/>
          <p14:tracePt t="5957" x="2444750" y="5378450"/>
          <p14:tracePt t="5972" x="2438400" y="5378450"/>
          <p14:tracePt t="5989" x="2432050" y="5378450"/>
          <p14:tracePt t="6251" x="2457450" y="5378450"/>
          <p14:tracePt t="6258" x="2495550" y="5391150"/>
          <p14:tracePt t="6274" x="2565400" y="5397500"/>
          <p14:tracePt t="6288" x="2641600" y="5410200"/>
          <p14:tracePt t="6305" x="2819400" y="5416550"/>
          <p14:tracePt t="6322" x="2984500" y="5435600"/>
          <p14:tracePt t="6337" x="3067050" y="5448300"/>
          <p14:tracePt t="6354" x="3162300" y="5467350"/>
          <p14:tracePt t="6371" x="3206750" y="5473700"/>
          <p14:tracePt t="6387" x="3219450" y="5480050"/>
          <p14:tracePt t="6405" x="3238500" y="5486400"/>
          <p14:tracePt t="6462" x="3244850" y="5486400"/>
          <p14:tracePt t="6581" x="3251200" y="5486400"/>
          <p14:tracePt t="6673" x="3257550" y="5486400"/>
          <p14:tracePt t="6721" x="3263900" y="5492750"/>
          <p14:tracePt t="6750" x="3276600" y="5492750"/>
          <p14:tracePt t="6764" x="3282950" y="5492750"/>
          <p14:tracePt t="6772" x="3289300" y="5492750"/>
          <p14:tracePt t="6786" x="3295650" y="5492750"/>
          <p14:tracePt t="6803" x="3308350" y="5492750"/>
          <p14:tracePt t="6821" x="3327400" y="5499100"/>
          <p14:tracePt t="6836" x="3340100" y="5499100"/>
          <p14:tracePt t="6852" x="3365500" y="5499100"/>
          <p14:tracePt t="6869" x="3422650" y="5511800"/>
          <p14:tracePt t="6886" x="3454400" y="5511800"/>
          <p14:tracePt t="6903" x="3473450" y="5511800"/>
          <p14:tracePt t="6919" x="3511550" y="5511800"/>
          <p14:tracePt t="6935" x="3536950" y="5518150"/>
          <p14:tracePt t="6954" x="3556000" y="5518150"/>
          <p14:tracePt t="6985" x="3568700" y="5518150"/>
          <p14:tracePt t="7002" x="3575050" y="5518150"/>
          <p14:tracePt t="7053" x="3581400" y="5518150"/>
          <p14:tracePt t="7192" x="3587750" y="5511800"/>
          <p14:tracePt t="7213" x="3594100" y="5511800"/>
          <p14:tracePt t="7220" x="3600450" y="5511800"/>
          <p14:tracePt t="7234" x="3613150" y="5511800"/>
          <p14:tracePt t="7241" x="3619500" y="5511800"/>
          <p14:tracePt t="7255" x="3625850" y="5511800"/>
          <p14:tracePt t="7267" x="3638550" y="5505450"/>
          <p14:tracePt t="7284" x="3689350" y="5499100"/>
          <p14:tracePt t="7301" x="3733800" y="5486400"/>
          <p14:tracePt t="7318" x="3810000" y="5486400"/>
          <p14:tracePt t="7334" x="3917950" y="5480050"/>
          <p14:tracePt t="7351" x="3981450" y="5480050"/>
          <p14:tracePt t="7367" x="4108450" y="5473700"/>
          <p14:tracePt t="7384" x="4241800" y="5461000"/>
          <p14:tracePt t="7401" x="4292600" y="5461000"/>
          <p14:tracePt t="7417" x="4406900" y="5454650"/>
          <p14:tracePt t="7434" x="4514850" y="5441950"/>
          <p14:tracePt t="7451" x="4552950" y="5441950"/>
          <p14:tracePt t="7467" x="4610100" y="5441950"/>
          <p14:tracePt t="7484" x="4635500" y="5441950"/>
          <p14:tracePt t="7501" x="4660900" y="5441950"/>
          <p14:tracePt t="8189" x="4686300" y="5441950"/>
          <p14:tracePt t="8196" x="4730750" y="5441950"/>
          <p14:tracePt t="8203" x="4756150" y="5454650"/>
          <p14:tracePt t="8218" x="4794250" y="5454650"/>
          <p14:tracePt t="8231" x="4838700" y="5461000"/>
          <p14:tracePt t="8248" x="4908550" y="5473700"/>
          <p14:tracePt t="8264" x="4959350" y="5486400"/>
          <p14:tracePt t="8280" x="5054600" y="5492750"/>
          <p14:tracePt t="8297" x="5175250" y="5492750"/>
          <p14:tracePt t="8315" x="5226050" y="5492750"/>
          <p14:tracePt t="8330" x="5295900" y="5499100"/>
          <p14:tracePt t="8348" x="5334000" y="5499100"/>
          <p14:tracePt t="8364" x="5346700" y="5499100"/>
          <p14:tracePt t="8380" x="5359400" y="5505450"/>
          <p14:tracePt t="8397" x="5365750" y="5505450"/>
          <p14:tracePt t="8596" x="5378450" y="5505450"/>
          <p14:tracePt t="8611" x="5403850" y="5505450"/>
          <p14:tracePt t="8617" x="5454650" y="5505450"/>
          <p14:tracePt t="8630" x="5518150" y="5505450"/>
          <p14:tracePt t="8646" x="5683250" y="5511800"/>
          <p14:tracePt t="8663" x="5772150" y="5511800"/>
          <p14:tracePt t="8681" x="5969000" y="5492750"/>
          <p14:tracePt t="8696" x="6121400" y="5473700"/>
          <p14:tracePt t="8713" x="6172200" y="5461000"/>
          <p14:tracePt t="8730" x="6261100" y="5435600"/>
          <p14:tracePt t="8746" x="6286500" y="5435600"/>
          <p14:tracePt t="8763" x="6337300" y="5422900"/>
          <p14:tracePt t="8780" x="6369050" y="5422900"/>
          <p14:tracePt t="8796" x="6375400" y="5416550"/>
          <p14:tracePt t="8812" x="6388100" y="5416550"/>
          <p14:tracePt t="8829" x="6394450" y="5416550"/>
          <p14:tracePt t="8877" x="6394450" y="5429250"/>
          <p14:tracePt t="8898" x="6388100" y="5429250"/>
          <p14:tracePt t="8905" x="6381750" y="5429250"/>
          <p14:tracePt t="8919" x="6375400" y="5429250"/>
          <p14:tracePt t="9271" x="6400800" y="5429250"/>
          <p14:tracePt t="9279" x="6445250" y="5429250"/>
          <p14:tracePt t="9292" x="6496050" y="5429250"/>
          <p14:tracePt t="9299" x="6546850" y="5422900"/>
          <p14:tracePt t="9314" x="6610350" y="5422900"/>
          <p14:tracePt t="9328" x="6743700" y="5429250"/>
          <p14:tracePt t="9344" x="6807200" y="5429250"/>
          <p14:tracePt t="9361" x="6858000" y="5429250"/>
          <p14:tracePt t="9377" x="6934200" y="5429250"/>
          <p14:tracePt t="9394" x="6978650" y="5429250"/>
          <p14:tracePt t="9411" x="6991350" y="5429250"/>
          <p14:tracePt t="9427" x="6991350" y="5435600"/>
          <p14:tracePt t="9629" x="7004050" y="5435600"/>
          <p14:tracePt t="9644" x="7029450" y="5441950"/>
          <p14:tracePt t="9649" x="7067550" y="5441950"/>
          <p14:tracePt t="9664" x="7118350" y="5448300"/>
          <p14:tracePt t="9676" x="7169150" y="5448300"/>
          <p14:tracePt t="9693" x="7308850" y="5448300"/>
          <p14:tracePt t="9709" x="7378700" y="5448300"/>
          <p14:tracePt t="9727" x="7505700" y="5461000"/>
          <p14:tracePt t="9742" x="7607300" y="5461000"/>
          <p14:tracePt t="9759" x="7639050" y="5461000"/>
          <p14:tracePt t="9776" x="7677150" y="5461000"/>
          <p14:tracePt t="9792" x="7696200" y="5461000"/>
          <p14:tracePt t="9809" x="7702550" y="5461000"/>
          <p14:tracePt t="9825" x="7708900" y="5461000"/>
          <p14:tracePt t="10754" x="7715250" y="5461000"/>
          <p14:tracePt t="10761" x="7727950" y="5461000"/>
          <p14:tracePt t="10776" x="7747000" y="5461000"/>
          <p14:tracePt t="10789" x="7772400" y="5461000"/>
          <p14:tracePt t="10805" x="7810500" y="5461000"/>
          <p14:tracePt t="10822" x="7842250" y="5461000"/>
          <p14:tracePt t="10838" x="7886700" y="5454650"/>
          <p14:tracePt t="10855" x="7924800" y="5448300"/>
          <p14:tracePt t="10872" x="7943850" y="5441950"/>
          <p14:tracePt t="10889" x="7975600" y="5429250"/>
          <p14:tracePt t="10905" x="8001000" y="5422900"/>
          <p14:tracePt t="10923" x="8013700" y="5422900"/>
          <p14:tracePt t="10955" x="8020050" y="5416550"/>
          <p14:tracePt t="10972" x="8032750" y="5416550"/>
          <p14:tracePt t="11014" x="8039100" y="5410200"/>
          <p14:tracePt t="11042" x="8045450" y="5410200"/>
          <p14:tracePt t="11062" x="8051800" y="5410200"/>
          <p14:tracePt t="11084" x="8058150" y="5403850"/>
          <p14:tracePt t="11106" x="8064500" y="5403850"/>
          <p14:tracePt t="11133" x="8070850" y="5397500"/>
          <p14:tracePt t="11182" x="8077200" y="5391150"/>
          <p14:tracePt t="11204" x="8083550" y="5391150"/>
          <p14:tracePt t="11239" x="8089900" y="5391150"/>
          <p14:tracePt t="11274" x="8096250" y="5384800"/>
          <p14:tracePt t="11295" x="8102600" y="5384800"/>
          <p14:tracePt t="11365" x="8096250" y="5384800"/>
          <p14:tracePt t="11379" x="8083550" y="5384800"/>
          <p14:tracePt t="11386" x="8070850" y="5384800"/>
          <p14:tracePt t="11393" x="8051800" y="5384800"/>
          <p14:tracePt t="11407" x="8026400" y="5384800"/>
          <p14:tracePt t="11420" x="7988300" y="5384800"/>
          <p14:tracePt t="11436" x="7842250" y="5397500"/>
          <p14:tracePt t="11453" x="7740650" y="5403850"/>
          <p14:tracePt t="11470" x="7524750" y="5429250"/>
          <p14:tracePt t="11486" x="7245350" y="5435600"/>
          <p14:tracePt t="11503" x="7105650" y="5448300"/>
          <p14:tracePt t="11520" x="6838950" y="5467350"/>
          <p14:tracePt t="11536" x="6597650" y="5499100"/>
          <p14:tracePt t="11553" x="6483350" y="5524500"/>
          <p14:tracePt t="11570" x="6305550" y="5530850"/>
          <p14:tracePt t="11586" x="6223000" y="5543550"/>
          <p14:tracePt t="11604" x="6102350" y="5562600"/>
          <p14:tracePt t="11619" x="6089650" y="5562600"/>
          <p14:tracePt t="11636" x="6076950" y="5568950"/>
          <p14:tracePt t="11653" x="6064250" y="5568950"/>
          <p14:tracePt t="11669" x="6057900" y="5568950"/>
          <p14:tracePt t="11702" x="6057900" y="5575300"/>
          <p14:tracePt t="11730" x="6064250" y="5575300"/>
          <p14:tracePt t="11739" x="6070600" y="5575300"/>
          <p14:tracePt t="11753" x="6083300" y="5575300"/>
          <p14:tracePt t="11769" x="6115050" y="5581650"/>
          <p14:tracePt t="11786" x="6203950" y="5581650"/>
          <p14:tracePt t="11802" x="6280150" y="5581650"/>
          <p14:tracePt t="11819" x="6457950" y="5581650"/>
          <p14:tracePt t="11836" x="6699250" y="5556250"/>
          <p14:tracePt t="11852" x="6826250" y="5556250"/>
          <p14:tracePt t="11868" x="6953250" y="5537200"/>
          <p14:tracePt t="11885" x="7321550" y="5505450"/>
          <p14:tracePt t="11902" x="7435850" y="5499100"/>
          <p14:tracePt t="11918" x="7512050" y="5499100"/>
          <p14:tracePt t="11935" x="7645400" y="5486400"/>
          <p14:tracePt t="11952" x="7734300" y="5480050"/>
          <p14:tracePt t="11969" x="7785100" y="5467350"/>
          <p14:tracePt t="11985" x="7804150" y="5467350"/>
          <p14:tracePt t="12001" x="7829550" y="5467350"/>
          <p14:tracePt t="12018" x="7861300" y="5467350"/>
          <p14:tracePt t="12034" x="7874000" y="5467350"/>
          <p14:tracePt t="12051" x="7899400" y="5467350"/>
          <p14:tracePt t="12068" x="7912100" y="5467350"/>
          <p14:tracePt t="12085" x="7918450" y="5467350"/>
          <p14:tracePt t="12180" x="7905750" y="5467350"/>
          <p14:tracePt t="12186" x="7899400" y="5467350"/>
          <p14:tracePt t="12203" x="7880350" y="5467350"/>
          <p14:tracePt t="12217" x="7854950" y="5461000"/>
          <p14:tracePt t="12234" x="7747000" y="5461000"/>
          <p14:tracePt t="12250" x="7543800" y="5467350"/>
          <p14:tracePt t="12267" x="7429500" y="5467350"/>
          <p14:tracePt t="12285" x="7112000" y="5461000"/>
          <p14:tracePt t="12301" x="6724650" y="5461000"/>
          <p14:tracePt t="12318" x="6489700" y="5461000"/>
          <p14:tracePt t="12334" x="6064250" y="5448300"/>
          <p14:tracePt t="12350" x="5702300" y="5448300"/>
          <p14:tracePt t="12367" x="5543550" y="5448300"/>
          <p14:tracePt t="12384" x="5194300" y="5435600"/>
          <p14:tracePt t="12400" x="4902200" y="5403850"/>
          <p14:tracePt t="12416" x="4775200" y="5403850"/>
          <p14:tracePt t="12433" x="4508500" y="5372100"/>
          <p14:tracePt t="12449" x="4267200" y="5353050"/>
          <p14:tracePt t="12467" x="4152900" y="5340350"/>
          <p14:tracePt t="12483" x="3924300" y="5308600"/>
          <p14:tracePt t="12500" x="3670300" y="5276850"/>
          <p14:tracePt t="12517" x="3536950" y="5257800"/>
          <p14:tracePt t="12533" x="3308350" y="5213350"/>
          <p14:tracePt t="12549" x="3168650" y="5194300"/>
          <p14:tracePt t="12566" x="2901950" y="5194300"/>
          <p14:tracePt t="12583" x="2660650" y="5207000"/>
          <p14:tracePt t="12600" x="2571750" y="5207000"/>
          <p14:tracePt t="12603" x="2508250" y="5213350"/>
          <p14:tracePt t="12616" x="2432050" y="5213350"/>
          <p14:tracePt t="12632" x="2286000" y="5232400"/>
          <p14:tracePt t="12650" x="2146300" y="5245100"/>
          <p14:tracePt t="12665" x="2114550" y="5245100"/>
          <p14:tracePt t="12682" x="2076450" y="5257800"/>
          <p14:tracePt t="12701" x="2063750" y="5264150"/>
          <p14:tracePt t="12716" x="2057400" y="5264150"/>
          <p14:tracePt t="12732" x="2051050" y="5264150"/>
          <p14:tracePt t="12765" x="2051050" y="5270500"/>
          <p14:tracePt t="12782" x="2051050" y="5276850"/>
          <p14:tracePt t="12799" x="2051050" y="5289550"/>
          <p14:tracePt t="12815" x="2057400" y="5302250"/>
          <p14:tracePt t="12832" x="2070100" y="5321300"/>
          <p14:tracePt t="12848" x="2076450" y="5334000"/>
          <p14:tracePt t="12865" x="2095500" y="5359400"/>
          <p14:tracePt t="12882" x="2139950" y="5397500"/>
          <p14:tracePt t="12899" x="2159000" y="5410200"/>
          <p14:tracePt t="12915" x="2228850" y="5461000"/>
          <p14:tracePt t="12932" x="2305050" y="5530850"/>
          <p14:tracePt t="12948" x="2362200" y="5562600"/>
          <p14:tracePt t="12965" x="2476500" y="5638800"/>
          <p14:tracePt t="12981" x="2616200" y="5695950"/>
          <p14:tracePt t="12998" x="2667000" y="5721350"/>
          <p14:tracePt t="13015" x="2755900" y="5765800"/>
          <p14:tracePt t="13031" x="2806700" y="5784850"/>
          <p14:tracePt t="13048" x="2819400" y="5784850"/>
          <p14:tracePt t="13065" x="2838450" y="5784850"/>
          <p14:tracePt t="13081" x="2838450" y="5791200"/>
          <p14:tracePt t="13115" x="2844800" y="5791200"/>
          <p14:tracePt t="13184" x="2851150" y="5791200"/>
          <p14:tracePt t="13205" x="2857500" y="5791200"/>
          <p14:tracePt t="13219" x="2870200" y="5791200"/>
          <p14:tracePt t="13233" x="2876550" y="5791200"/>
          <p14:tracePt t="13240" x="2889250" y="5784850"/>
          <p14:tracePt t="13253" x="2901950" y="5784850"/>
          <p14:tracePt t="13263" x="2914650" y="5778500"/>
          <p14:tracePt t="13280" x="2933700" y="5772150"/>
          <p14:tracePt t="13297" x="2984500" y="5765800"/>
          <p14:tracePt t="13313" x="3041650" y="5753100"/>
          <p14:tracePt t="13331" x="3111500" y="5753100"/>
          <p14:tracePt t="13347" x="3136900" y="5753100"/>
          <p14:tracePt t="13363" x="3206750" y="5746750"/>
          <p14:tracePt t="13381" x="3263900" y="5746750"/>
          <p14:tracePt t="13396" x="3302000" y="5746750"/>
          <p14:tracePt t="13413" x="3333750" y="5746750"/>
          <p14:tracePt t="13430" x="3403600" y="5753100"/>
          <p14:tracePt t="13446" x="3416300" y="5753100"/>
          <p14:tracePt t="13463" x="3435350" y="5759450"/>
          <p14:tracePt t="13480" x="3460750" y="5765800"/>
          <p14:tracePt t="13496" x="3479800" y="5765800"/>
          <p14:tracePt t="13513" x="3492500" y="5765800"/>
          <p14:tracePt t="13529" x="3498850" y="5765800"/>
          <p14:tracePt t="13546" x="3511550" y="5765800"/>
          <p14:tracePt t="13563" x="3517900" y="5765800"/>
          <p14:tracePt t="13579" x="3524250" y="5765800"/>
          <p14:tracePt t="13596" x="3530600" y="5765800"/>
          <p14:tracePt t="13628" x="3536950" y="5772150"/>
          <p14:tracePt t="13646" x="3549650" y="5772150"/>
          <p14:tracePt t="13663" x="3562350" y="5772150"/>
          <p14:tracePt t="13679" x="3568700" y="5772150"/>
          <p14:tracePt t="13696" x="3587750" y="5778500"/>
          <p14:tracePt t="13712" x="3625850" y="5784850"/>
          <p14:tracePt t="13729" x="3644900" y="5784850"/>
          <p14:tracePt t="13746" x="3683000" y="5784850"/>
          <p14:tracePt t="13762" x="3714750" y="5784850"/>
          <p14:tracePt t="13779" x="3759200" y="5784850"/>
          <p14:tracePt t="13795" x="3810000" y="5784850"/>
          <p14:tracePt t="13812" x="3829050" y="5791200"/>
          <p14:tracePt t="13828" x="3879850" y="5791200"/>
          <p14:tracePt t="13845" x="3924300" y="5791200"/>
          <p14:tracePt t="13862" x="3937000" y="5791200"/>
          <p14:tracePt t="13879" x="3968750" y="5791200"/>
          <p14:tracePt t="13894" x="3994150" y="5791200"/>
          <p14:tracePt t="13928" x="4019550" y="5791200"/>
          <p14:tracePt t="13944" x="4038600" y="5791200"/>
          <p14:tracePt t="13961" x="4044950" y="5791200"/>
          <p14:tracePt t="13978" x="4051300" y="5791200"/>
          <p14:tracePt t="13994" x="4083050" y="5791200"/>
          <p14:tracePt t="14011" x="4095750" y="5791200"/>
          <p14:tracePt t="14028" x="4152900" y="5791200"/>
          <p14:tracePt t="14044" x="4191000" y="5791200"/>
          <p14:tracePt t="14062" x="4387850" y="5797550"/>
          <p14:tracePt t="14077" x="4476750" y="5797550"/>
          <p14:tracePt t="14094" x="4552950" y="5797550"/>
          <p14:tracePt t="14111" x="4730750" y="5797550"/>
          <p14:tracePt t="14127" x="4908550" y="5797550"/>
          <p14:tracePt t="14131" x="4984750" y="5797550"/>
          <p14:tracePt t="14161" x="5099050" y="5797550"/>
          <p14:tracePt t="14177" x="5194300" y="5797550"/>
          <p14:tracePt t="14195" x="5264150" y="5797550"/>
          <p14:tracePt t="14210" x="5283200" y="5797550"/>
          <p14:tracePt t="14227" x="5308600" y="5791200"/>
          <p14:tracePt t="14245" x="5327650" y="5791200"/>
          <p14:tracePt t="14277" x="5346700" y="5791200"/>
          <p14:tracePt t="14294" x="5365750" y="5791200"/>
          <p14:tracePt t="14310" x="5378450" y="5791200"/>
          <p14:tracePt t="14327" x="5378450" y="5784850"/>
          <p14:tracePt t="14343" x="5410200" y="5784850"/>
          <p14:tracePt t="14360" x="5422900" y="5784850"/>
          <p14:tracePt t="14377" x="5435600" y="5784850"/>
          <p14:tracePt t="14393" x="5448300" y="5784850"/>
          <p14:tracePt t="14410" x="5467350" y="5784850"/>
          <p14:tracePt t="14427" x="5492750" y="5784850"/>
          <p14:tracePt t="14443" x="5511800" y="5784850"/>
          <p14:tracePt t="14459" x="5568950" y="5784850"/>
          <p14:tracePt t="14476" x="5651500" y="5784850"/>
          <p14:tracePt t="14493" x="5689600" y="5784850"/>
          <p14:tracePt t="14509" x="5791200" y="5784850"/>
          <p14:tracePt t="14526" x="5873750" y="5772150"/>
          <p14:tracePt t="14542" x="5924550" y="5772150"/>
          <p14:tracePt t="14560" x="5994400" y="5765800"/>
          <p14:tracePt t="14575" x="6038850" y="5765800"/>
          <p14:tracePt t="14592" x="6070600" y="5765800"/>
          <p14:tracePt t="14610" x="6108700" y="5765800"/>
          <p14:tracePt t="14626" x="6153150" y="5765800"/>
          <p14:tracePt t="14642" x="6172200" y="5765800"/>
          <p14:tracePt t="14659" x="6223000" y="5778500"/>
          <p14:tracePt t="14675" x="6242050" y="5778500"/>
          <p14:tracePt t="14692" x="6280150" y="5778500"/>
          <p14:tracePt t="14709" x="6318250" y="5778500"/>
          <p14:tracePt t="14725" x="6337300" y="5778500"/>
          <p14:tracePt t="14742" x="6362700" y="5778500"/>
          <p14:tracePt t="14759" x="6369050" y="5778500"/>
          <p14:tracePt t="14775" x="6375400" y="5778500"/>
          <p14:tracePt t="14792" x="6381750" y="5778500"/>
          <p14:tracePt t="18148" x="6324600" y="5746750"/>
          <p14:tracePt t="18162" x="6229350" y="5683250"/>
          <p14:tracePt t="18170" x="6140450" y="5638800"/>
          <p14:tracePt t="18184" x="6045200" y="5600700"/>
          <p14:tracePt t="18197" x="5873750" y="5530850"/>
          <p14:tracePt t="18213" x="5797550" y="5505450"/>
          <p14:tracePt t="18230" x="5740400" y="5499100"/>
          <p14:tracePt t="18247" x="5613400" y="5492750"/>
          <p14:tracePt t="18263" x="5492750" y="5499100"/>
          <p14:tracePt t="18280" x="5441950" y="5499100"/>
          <p14:tracePt t="18297" x="5359400" y="5518150"/>
          <p14:tracePt t="18313" x="5308600" y="5518150"/>
          <p14:tracePt t="18330" x="5276850" y="5518150"/>
          <p14:tracePt t="18346" x="5245100" y="5518150"/>
          <p14:tracePt t="18363" x="5213350" y="5518150"/>
          <p14:tracePt t="18380" x="5200650" y="5524500"/>
          <p14:tracePt t="18396" x="5156200" y="5543550"/>
          <p14:tracePt t="18412" x="5092700" y="5588000"/>
          <p14:tracePt t="18429" x="5029200" y="5626100"/>
          <p14:tracePt t="18446" x="4984750" y="5651500"/>
          <p14:tracePt t="18462" x="4902200" y="5689600"/>
          <p14:tracePt t="18479" x="4781550" y="5721350"/>
          <p14:tracePt t="18495" x="4699000" y="5721350"/>
          <p14:tracePt t="18512" x="4533900" y="5753100"/>
          <p14:tracePt t="18529" x="4381500" y="5765800"/>
          <p14:tracePt t="18545" x="4324350" y="5772150"/>
          <p14:tracePt t="18562" x="4273550" y="5759450"/>
          <p14:tracePt t="19397" x="4286250" y="5753100"/>
          <p14:tracePt t="19404" x="4318000" y="5740400"/>
          <p14:tracePt t="19418" x="4349750" y="5721350"/>
          <p14:tracePt t="19426" x="4375150" y="5708650"/>
          <p14:tracePt t="19442" x="4406900" y="5689600"/>
          <p14:tracePt t="19459" x="4483100" y="5657850"/>
          <p14:tracePt t="19475" x="4559300" y="5626100"/>
          <p14:tracePt t="19492" x="4591050" y="5607050"/>
          <p14:tracePt t="19509" x="4667250" y="5575300"/>
          <p14:tracePt t="19525" x="4737100" y="5562600"/>
          <p14:tracePt t="19542" x="4775200" y="5562600"/>
          <p14:tracePt t="19559" x="4857750" y="5549900"/>
          <p14:tracePt t="19575" x="4933950" y="5543550"/>
          <p14:tracePt t="19592" x="4978400" y="5537200"/>
          <p14:tracePt t="19609" x="5054600" y="5537200"/>
          <p14:tracePt t="19625" x="5086350" y="5530850"/>
          <p14:tracePt t="19642" x="5149850" y="5518150"/>
          <p14:tracePt t="19658" x="5194300" y="5511800"/>
          <p14:tracePt t="19675" x="5213350" y="5511800"/>
          <p14:tracePt t="19679" x="5226050" y="5505450"/>
          <p14:tracePt t="19692" x="5232400" y="5505450"/>
          <p14:tracePt t="19708" x="5251450" y="5499100"/>
          <p14:tracePt t="19725" x="5264150" y="5499100"/>
          <p14:tracePt t="19741" x="5270500" y="5499100"/>
          <p14:tracePt t="19758" x="5295900" y="5492750"/>
          <p14:tracePt t="19774" x="5314950" y="5492750"/>
          <p14:tracePt t="19791" x="5378450" y="5492750"/>
          <p14:tracePt t="19808" x="5480050" y="5492750"/>
          <p14:tracePt t="19825" x="5607050" y="5486400"/>
          <p14:tracePt t="19840" x="5689600" y="5480050"/>
          <p14:tracePt t="19857" x="5854700" y="5461000"/>
          <p14:tracePt t="19875" x="6045200" y="5435600"/>
          <p14:tracePt t="19891" x="6153150" y="5429250"/>
          <p14:tracePt t="19908" x="6267450" y="5416550"/>
          <p14:tracePt t="19924" x="6572250" y="5378450"/>
          <p14:tracePt t="19940" x="6661150" y="5365750"/>
          <p14:tracePt t="19957" x="6762750" y="5359400"/>
          <p14:tracePt t="19974" x="6927850" y="5359400"/>
          <p14:tracePt t="19990" x="7067550" y="5359400"/>
          <p14:tracePt t="20008" x="7188200" y="5359400"/>
          <p14:tracePt t="20024" x="7251700" y="5359400"/>
          <p14:tracePt t="20040" x="7334250" y="5365750"/>
          <p14:tracePt t="20057" x="7404100" y="5391150"/>
          <p14:tracePt t="20073" x="7423150" y="5391150"/>
          <p14:tracePt t="20090" x="7442200" y="5397500"/>
          <p14:tracePt t="20107" x="7448550" y="5403850"/>
          <p14:tracePt t="20141" x="7429500" y="5416550"/>
          <p14:tracePt t="20157" x="7378700" y="5422900"/>
          <p14:tracePt t="20173" x="7340600" y="5429250"/>
          <p14:tracePt t="20191" x="7226300" y="5429250"/>
          <p14:tracePt t="20206" x="7054850" y="5441950"/>
          <p14:tracePt t="20223" x="6959600" y="5441950"/>
          <p14:tracePt t="20240" x="6718300" y="5441950"/>
          <p14:tracePt t="20256" x="6578600" y="5435600"/>
          <p14:tracePt t="20273" x="6267450" y="5435600"/>
          <p14:tracePt t="20289" x="5899150" y="5435600"/>
          <p14:tracePt t="20306" x="5721350" y="5435600"/>
          <p14:tracePt t="20323" x="5416550" y="5454650"/>
          <p14:tracePt t="20339" x="5175250" y="5461000"/>
          <p14:tracePt t="20356" x="5086350" y="5473700"/>
          <p14:tracePt t="20373" x="4927600" y="5480050"/>
          <p14:tracePt t="20389" x="4838700" y="5499100"/>
          <p14:tracePt t="20406" x="4781550" y="5511800"/>
          <p14:tracePt t="20422" x="4749800" y="5511800"/>
          <p14:tracePt t="20439" x="4730750" y="5511800"/>
          <p14:tracePt t="20455" x="4724400" y="5511800"/>
          <p14:tracePt t="20472" x="4718050" y="5511800"/>
          <p14:tracePt t="20549" x="4711700" y="5511800"/>
          <p14:tracePt t="20556" x="4705350" y="5511800"/>
          <p14:tracePt t="20570" x="4686300" y="5511800"/>
          <p14:tracePt t="20577" x="4667250" y="5505450"/>
          <p14:tracePt t="20592" x="4629150" y="5505450"/>
          <p14:tracePt t="20605" x="4597400" y="5499100"/>
          <p14:tracePt t="20621" x="4527550" y="5486400"/>
          <p14:tracePt t="20638" x="4502150" y="5480050"/>
          <p14:tracePt t="20655" x="4438650" y="5480050"/>
          <p14:tracePt t="20671" x="4400550" y="5486400"/>
          <p14:tracePt t="26581" x="4406900" y="5486400"/>
          <p14:tracePt t="26588" x="4419600" y="5486400"/>
          <p14:tracePt t="26601" x="4432300" y="5480050"/>
          <p14:tracePt t="26618" x="4476750" y="5461000"/>
          <p14:tracePt t="26634" x="4521200" y="5441950"/>
          <p14:tracePt t="26651" x="4572000" y="5429250"/>
          <p14:tracePt t="26668" x="4660900" y="5416550"/>
          <p14:tracePt t="26684" x="4730750" y="5403850"/>
          <p14:tracePt t="26701" x="4838700" y="5397500"/>
          <p14:tracePt t="26716" x="4883150" y="5397500"/>
          <p14:tracePt t="26734" x="4953000" y="5397500"/>
          <p14:tracePt t="26751" x="5029200" y="5397500"/>
          <p14:tracePt t="26767" x="5080000" y="5403850"/>
          <p14:tracePt t="26784" x="5118100" y="5403850"/>
          <p14:tracePt t="26800" x="5187950" y="5410200"/>
          <p14:tracePt t="26817" x="5238750" y="5410200"/>
          <p14:tracePt t="26834" x="5289550" y="5410200"/>
          <p14:tracePt t="26850" x="5365750" y="5410200"/>
          <p14:tracePt t="26867" x="5403850" y="5416550"/>
          <p14:tracePt t="26884" x="5448300" y="5422900"/>
          <p14:tracePt t="26900" x="5492750" y="5435600"/>
          <p14:tracePt t="26917" x="5518150" y="5448300"/>
          <p14:tracePt t="26934" x="5556250" y="5461000"/>
          <p14:tracePt t="26950" x="5568950" y="5473700"/>
          <p14:tracePt t="26966" x="5581650" y="5480050"/>
          <p14:tracePt t="26984" x="5588000" y="5480050"/>
          <p14:tracePt t="26999" x="5594350" y="5480050"/>
          <p14:tracePt t="27025" x="5600700" y="5480050"/>
          <p14:tracePt t="27060" x="5613400" y="5486400"/>
          <p14:tracePt t="27067" x="5632450" y="5486400"/>
          <p14:tracePt t="27074" x="5651500" y="5492750"/>
          <p14:tracePt t="27083" x="5657850" y="5492750"/>
          <p14:tracePt t="27099" x="5702300" y="5505450"/>
          <p14:tracePt t="27116" x="5791200" y="5524500"/>
          <p14:tracePt t="27132" x="5873750" y="5543550"/>
          <p14:tracePt t="27149" x="5943600" y="5568950"/>
          <p14:tracePt t="27166" x="6045200" y="5600700"/>
          <p14:tracePt t="27182" x="6102350" y="5619750"/>
          <p14:tracePt t="27199" x="6159500" y="5638800"/>
          <p14:tracePt t="27216" x="6210300" y="5645150"/>
          <p14:tracePt t="27232" x="6229350" y="5651500"/>
          <p14:tracePt t="27249" x="6242050" y="5651500"/>
          <p14:tracePt t="27348" x="6229350" y="5651500"/>
          <p14:tracePt t="27362" x="6216650" y="5651500"/>
          <p14:tracePt t="27368" x="6210300" y="5645150"/>
          <p14:tracePt t="27381" x="6197600" y="5645150"/>
          <p14:tracePt t="27398" x="6134100" y="5632450"/>
          <p14:tracePt t="27415" x="6076950" y="5619750"/>
          <p14:tracePt t="27432" x="5918200" y="5588000"/>
          <p14:tracePt t="27448" x="5797550" y="5568950"/>
          <p14:tracePt t="27465" x="5657850" y="5549900"/>
          <p14:tracePt t="27481" x="5435600" y="5524500"/>
          <p14:tracePt t="27498" x="5283200" y="5511800"/>
          <p14:tracePt t="27515" x="5118100" y="5511800"/>
          <p14:tracePt t="27531" x="4908550" y="5505450"/>
          <p14:tracePt t="27548" x="4819650" y="5505450"/>
          <p14:tracePt t="27565" x="4711700" y="5505450"/>
          <p14:tracePt t="27581" x="4654550" y="5505450"/>
          <p14:tracePt t="27597" x="4591050" y="5511800"/>
          <p14:tracePt t="27615" x="4521200" y="5518150"/>
          <p14:tracePt t="27631" x="4483100" y="5524500"/>
          <p14:tracePt t="27647" x="4451350" y="5524500"/>
          <p14:tracePt t="27664" x="4413250" y="5530850"/>
          <p14:tracePt t="27680" x="4394200" y="5530850"/>
          <p14:tracePt t="27697" x="4375150" y="5530850"/>
          <p14:tracePt t="27714" x="4362450" y="5530850"/>
          <p14:tracePt t="27730" x="4349750" y="5530850"/>
          <p14:tracePt t="27748" x="4337050" y="5524500"/>
          <p14:tracePt t="27763" x="4324350" y="5524500"/>
          <p14:tracePt t="27780" x="4311650" y="5524500"/>
          <p14:tracePt t="27797" x="4305300" y="5518150"/>
          <p14:tracePt t="27813" x="4298950" y="5518150"/>
          <p14:tracePt t="27833" x="4292600" y="5518150"/>
          <p14:tracePt t="27847" x="4286250" y="5518150"/>
          <p14:tracePt t="27867" x="4279900" y="5511800"/>
          <p14:tracePt t="27879" x="4279900" y="5505450"/>
          <p14:tracePt t="27896" x="4279900" y="5492750"/>
          <p14:tracePt t="28639" x="4286250" y="5492750"/>
          <p14:tracePt t="28653" x="4305300" y="5492750"/>
          <p14:tracePt t="28662" x="4324350" y="5492750"/>
          <p14:tracePt t="28675" x="4356100" y="5492750"/>
          <p14:tracePt t="28681" x="4381500" y="5492750"/>
          <p14:tracePt t="28697" x="4413250" y="5511800"/>
          <p14:tracePt t="28710" x="4476750" y="5524500"/>
          <p14:tracePt t="28727" x="4502150" y="5530850"/>
          <p14:tracePt t="28744" x="4540250" y="5549900"/>
          <p14:tracePt t="28760" x="4559300" y="5556250"/>
          <p14:tracePt t="28777" x="4584700" y="5562600"/>
          <p14:tracePt t="28794" x="4591050" y="5562600"/>
          <p14:tracePt t="28810" x="4603750" y="5562600"/>
          <p14:tracePt t="28827" x="4616450" y="5562600"/>
          <p14:tracePt t="28860" x="4616450" y="5556250"/>
          <p14:tracePt t="28876" x="4610100" y="5543550"/>
          <p14:tracePt t="28893" x="4591050" y="5524500"/>
          <p14:tracePt t="28909" x="4578350" y="5518150"/>
          <p14:tracePt t="28927" x="4533900" y="5505450"/>
          <p14:tracePt t="28942" x="4470400" y="5499100"/>
          <p14:tracePt t="28959" x="4413250" y="5486400"/>
          <p14:tracePt t="28976" x="4311650" y="5486400"/>
          <p14:tracePt t="28993" x="4229100" y="5499100"/>
          <p14:tracePt t="29009" x="4191000" y="5499100"/>
          <p14:tracePt t="29026" x="4127500" y="5524500"/>
          <p14:tracePt t="29043" x="4114800" y="5530850"/>
          <p14:tracePt t="29059" x="4102100" y="5537200"/>
          <p14:tracePt t="29075" x="4102100" y="5549900"/>
          <p14:tracePt t="29092" x="4121150" y="5556250"/>
          <p14:tracePt t="29109" x="4184650" y="5568950"/>
          <p14:tracePt t="29125" x="4298950" y="5600700"/>
          <p14:tracePt t="29142" x="4375150" y="5600700"/>
          <p14:tracePt t="29159" x="4540250" y="5626100"/>
          <p14:tracePt t="29175" x="4711700" y="5626100"/>
          <p14:tracePt t="29192" x="4787900" y="5607050"/>
          <p14:tracePt t="29208" x="4946650" y="5575300"/>
          <p14:tracePt t="29225" x="5080000" y="5537200"/>
          <p14:tracePt t="29242" x="5124450" y="5518150"/>
          <p14:tracePt t="29258" x="5175250" y="5480050"/>
          <p14:tracePt t="29275" x="5194300" y="5454650"/>
          <p14:tracePt t="29292" x="5200650" y="5448300"/>
          <p14:tracePt t="29335" x="5200650" y="5454650"/>
          <p14:tracePt t="31421" x="5194300" y="5454650"/>
          <p14:tracePt t="31429" x="5187950" y="5454650"/>
          <p14:tracePt t="31443" x="5168900" y="5454650"/>
          <p14:tracePt t="31451" x="5156200" y="5454650"/>
          <p14:tracePt t="31467" x="5137150" y="5454650"/>
          <p14:tracePt t="31485" x="5092700" y="5441950"/>
          <p14:tracePt t="31502" x="5035550" y="5422900"/>
          <p14:tracePt t="31517" x="4991100" y="5416550"/>
          <p14:tracePt t="31534" x="4895850" y="5391150"/>
          <p14:tracePt t="31551" x="4813300" y="5365750"/>
          <p14:tracePt t="31570" x="4756150" y="5353050"/>
          <p14:tracePt t="31584" x="4730750" y="5353050"/>
          <p14:tracePt t="31600" x="4711700" y="5346700"/>
          <p14:tracePt t="31620" x="4667250" y="5346700"/>
          <p14:tracePt t="31633" x="4654550" y="5346700"/>
          <p14:tracePt t="31650" x="4641850" y="5346700"/>
          <p14:tracePt t="31667" x="4622800" y="5346700"/>
          <p14:tracePt t="31684" x="4616450" y="5359400"/>
          <p14:tracePt t="31700" x="4610100" y="5359400"/>
          <p14:tracePt t="31717" x="4597400" y="5365750"/>
          <p14:tracePt t="31733" x="4584700" y="5372100"/>
          <p14:tracePt t="31750" x="4572000" y="5372100"/>
          <p14:tracePt t="31766" x="4565650" y="5378450"/>
          <p14:tracePt t="31783" x="4559300" y="5378450"/>
          <p14:tracePt t="31800" x="4546600" y="5384800"/>
          <p14:tracePt t="31816" x="4540250" y="5384800"/>
          <p14:tracePt t="31833" x="4527550" y="5391150"/>
          <p14:tracePt t="31850" x="4521200" y="5391150"/>
          <p14:tracePt t="31867" x="4514850" y="5391150"/>
          <p14:tracePt t="31891" x="4508500" y="5397500"/>
          <p14:tracePt t="31934" x="4502150" y="5403850"/>
          <p14:tracePt t="31962" x="4495800" y="5410200"/>
          <p14:tracePt t="31969" x="4489450" y="5410200"/>
          <p14:tracePt t="31990" x="4489450" y="5416550"/>
          <p14:tracePt t="32032" x="4489450" y="5422900"/>
          <p14:tracePt t="32074" x="4495800" y="5429250"/>
          <p14:tracePt t="32082" x="4502150" y="5429250"/>
          <p14:tracePt t="32096" x="4508500" y="5435600"/>
          <p14:tracePt t="32103" x="4514850" y="5441950"/>
          <p14:tracePt t="32115" x="4527550" y="5454650"/>
          <p14:tracePt t="32132" x="4559300" y="5480050"/>
          <p14:tracePt t="32148" x="4572000" y="5505450"/>
          <p14:tracePt t="32166" x="4616450" y="5543550"/>
          <p14:tracePt t="32181" x="4673600" y="5575300"/>
          <p14:tracePt t="32198" x="4692650" y="5594350"/>
          <p14:tracePt t="32215" x="4743450" y="5613400"/>
          <p14:tracePt t="32232" x="4762500" y="5619750"/>
          <p14:tracePt t="32250" x="4832350" y="5626100"/>
          <p14:tracePt t="32264" x="4851400" y="5626100"/>
          <p14:tracePt t="32282" x="4876800" y="5626100"/>
          <p14:tracePt t="32299" x="4914900" y="5626100"/>
          <p14:tracePt t="32316" x="4940300" y="5626100"/>
          <p14:tracePt t="32332" x="4959350" y="5626100"/>
          <p14:tracePt t="32348" x="4978400" y="5626100"/>
          <p14:tracePt t="32365" x="4991100" y="5626100"/>
          <p14:tracePt t="32382" x="4997450" y="5619750"/>
          <p14:tracePt t="32398" x="5010150" y="5613400"/>
          <p14:tracePt t="32414" x="5016500" y="5613400"/>
          <p14:tracePt t="32448" x="5016500" y="5607050"/>
          <p14:tracePt t="32496" x="5016500" y="5600700"/>
          <p14:tracePt t="32530" x="5016500" y="5594350"/>
          <p14:tracePt t="32551" x="5010150" y="5594350"/>
          <p14:tracePt t="32565" x="5003800" y="5594350"/>
          <p14:tracePt t="32573" x="4997450" y="5594350"/>
          <p14:tracePt t="32593" x="4991100" y="5594350"/>
          <p14:tracePt t="32601" x="4978400" y="5594350"/>
          <p14:tracePt t="32617" x="4953000" y="5581650"/>
          <p14:tracePt t="32630" x="4933950" y="5575300"/>
          <p14:tracePt t="32647" x="4876800" y="5568950"/>
          <p14:tracePt t="32665" x="4800600" y="5562600"/>
          <p14:tracePt t="32681" x="4756150" y="5562600"/>
          <p14:tracePt t="32697" x="4667250" y="5556250"/>
          <p14:tracePt t="32714" x="4572000" y="5562600"/>
          <p14:tracePt t="32730" x="4521200" y="5562600"/>
          <p14:tracePt t="32746" x="4425950" y="5581650"/>
          <p14:tracePt t="32763" x="4343400" y="5600700"/>
          <p14:tracePt t="32781" x="4298950" y="5607050"/>
          <p14:tracePt t="32796" x="4241800" y="5619750"/>
          <p14:tracePt t="32813" x="4210050" y="5626100"/>
          <p14:tracePt t="32829" x="4197350" y="5626100"/>
          <p14:tracePt t="32846" x="4171950" y="5626100"/>
          <p14:tracePt t="32863" x="4165600" y="5626100"/>
          <p14:tracePt t="32880" x="4159250" y="5626100"/>
          <p14:tracePt t="32903" x="4152900" y="5626100"/>
          <p14:tracePt t="33010" x="4159250" y="5626100"/>
          <p14:tracePt t="33024" x="4165600" y="5626100"/>
          <p14:tracePt t="33032" x="4171950" y="5626100"/>
          <p14:tracePt t="33046" x="4184650" y="5626100"/>
          <p14:tracePt t="33062" x="4229100" y="5619750"/>
          <p14:tracePt t="33079" x="4337050" y="5613400"/>
          <p14:tracePt t="33095" x="4400550" y="5613400"/>
          <p14:tracePt t="33112" x="4489450" y="5613400"/>
          <p14:tracePt t="33129" x="4806950" y="5600700"/>
          <p14:tracePt t="33145" x="4921250" y="5607050"/>
          <p14:tracePt t="33161" x="5035550" y="5613400"/>
          <p14:tracePt t="33178" x="5226050" y="5645150"/>
          <p14:tracePt t="33194" x="5372100" y="5664200"/>
          <p14:tracePt t="33211" x="5410200" y="5664200"/>
          <p14:tracePt t="33228" x="5454650" y="5670550"/>
          <p14:tracePt t="33244" x="5461000" y="5670550"/>
          <p14:tracePt t="33262" x="5467350" y="5676900"/>
          <p14:tracePt t="33304" x="5461000" y="5676900"/>
          <p14:tracePt t="33312" x="5454650" y="5676900"/>
          <p14:tracePt t="33325" x="5441950" y="5683250"/>
          <p14:tracePt t="33333" x="5435600" y="5683250"/>
          <p14:tracePt t="33344" x="5410200" y="5683250"/>
          <p14:tracePt t="33361" x="5353050" y="5683250"/>
          <p14:tracePt t="33377" x="5283200" y="5683250"/>
          <p14:tracePt t="33381" x="5219700" y="5683250"/>
          <p14:tracePt t="33397" x="5143500" y="5683250"/>
          <p14:tracePt t="33410" x="4978400" y="5689600"/>
          <p14:tracePt t="33427" x="4902200" y="5689600"/>
          <p14:tracePt t="33444" x="4737100" y="5683250"/>
          <p14:tracePt t="33460" x="4660900" y="5683250"/>
          <p14:tracePt t="33477" x="4483100" y="5683250"/>
          <p14:tracePt t="33494" x="4349750" y="5670550"/>
          <p14:tracePt t="33510" x="4311650" y="5670550"/>
          <p14:tracePt t="33527" x="4260850" y="5670550"/>
          <p14:tracePt t="33544" x="4248150" y="5670550"/>
          <p14:tracePt t="33560" x="4241800" y="5670550"/>
          <p14:tracePt t="33577" x="4235450" y="5670550"/>
          <p14:tracePt t="33684" x="4235450" y="5676900"/>
          <p14:tracePt t="33901" x="4229100" y="5676900"/>
          <p14:tracePt t="33915" x="4216400" y="5676900"/>
          <p14:tracePt t="33922" x="4197350" y="5676900"/>
          <p14:tracePt t="33936" x="4165600" y="5676900"/>
          <p14:tracePt t="33945" x="4140200" y="5683250"/>
          <p14:tracePt t="33958" x="4089400" y="5683250"/>
          <p14:tracePt t="33975" x="3981450" y="5689600"/>
          <p14:tracePt t="33992" x="3867150" y="5702300"/>
          <p14:tracePt t="34009" x="3810000" y="5702300"/>
          <p14:tracePt t="34025" x="3759200" y="5708650"/>
          <p14:tracePt t="34042" x="3613150" y="5721350"/>
          <p14:tracePt t="34058" x="3575050" y="5721350"/>
          <p14:tracePt t="34075" x="3536950" y="5721350"/>
          <p14:tracePt t="34092" x="3486150" y="5721350"/>
          <p14:tracePt t="34108" x="3441700" y="5721350"/>
          <p14:tracePt t="34125" x="3384550" y="5721350"/>
          <p14:tracePt t="34141" x="3359150" y="5721350"/>
          <p14:tracePt t="34158" x="3314700" y="5721350"/>
          <p14:tracePt t="34175" x="3263900" y="5721350"/>
          <p14:tracePt t="34192" x="3244850" y="5721350"/>
          <p14:tracePt t="34209" x="3213100" y="5721350"/>
          <p14:tracePt t="34225" x="3168650" y="5721350"/>
          <p14:tracePt t="34241" x="3155950" y="5721350"/>
          <p14:tracePt t="34259" x="3124200" y="5721350"/>
          <p14:tracePt t="34274" x="3079750" y="5702300"/>
          <p14:tracePt t="34291" x="3060700" y="5702300"/>
          <p14:tracePt t="34308" x="3022600" y="5689600"/>
          <p14:tracePt t="34324" x="2971800" y="5683250"/>
          <p14:tracePt t="34341" x="2952750" y="5676900"/>
          <p14:tracePt t="34358" x="2908300" y="5676900"/>
          <p14:tracePt t="34374" x="2895600" y="5676900"/>
          <p14:tracePt t="34390" x="2857500" y="5676900"/>
          <p14:tracePt t="34394" x="2844800" y="5676900"/>
          <p14:tracePt t="34407" x="2832100" y="5676900"/>
          <p14:tracePt t="34424" x="2825750" y="5683250"/>
          <p14:tracePt t="34441" x="2813050" y="5683250"/>
          <p14:tracePt t="34533" x="2819400" y="5689600"/>
          <p14:tracePt t="34547" x="2832100" y="5689600"/>
          <p14:tracePt t="34553" x="2844800" y="5689600"/>
          <p14:tracePt t="34568" x="2863850" y="5695950"/>
          <p14:tracePt t="34577" x="2895600" y="5695950"/>
          <p14:tracePt t="34590" x="2921000" y="5702300"/>
          <p14:tracePt t="34606" x="3003550" y="5715000"/>
          <p14:tracePt t="34624" x="3136900" y="5727700"/>
          <p14:tracePt t="34639" x="3213100" y="5734050"/>
          <p14:tracePt t="34656" x="3302000" y="5746750"/>
          <p14:tracePt t="34673" x="3594100" y="5765800"/>
          <p14:tracePt t="34690" x="3683000" y="5778500"/>
          <p14:tracePt t="34706" x="3752850" y="5778500"/>
          <p14:tracePt t="34723" x="3841750" y="5784850"/>
          <p14:tracePt t="34739" x="3892550" y="5791200"/>
          <p14:tracePt t="34757" x="3905250" y="5791200"/>
          <p14:tracePt t="34774" x="3911600" y="5791200"/>
          <p14:tracePt t="34807" x="3905250" y="5791200"/>
          <p14:tracePt t="34814" x="3892550" y="5791200"/>
          <p14:tracePt t="34828" x="3867150" y="5791200"/>
          <p14:tracePt t="34838" x="3835400" y="5791200"/>
          <p14:tracePt t="34856" x="3708400" y="5803900"/>
          <p14:tracePt t="34872" x="3619500" y="5803900"/>
          <p14:tracePt t="34889" x="3416300" y="5810250"/>
          <p14:tracePt t="34906" x="3181350" y="5822950"/>
          <p14:tracePt t="34922" x="3041650" y="5822950"/>
          <p14:tracePt t="34940" x="2755900" y="5842000"/>
          <p14:tracePt t="34955" x="2489200" y="5854700"/>
          <p14:tracePt t="34972" x="2362200" y="5854700"/>
          <p14:tracePt t="34989" x="2101850" y="5867400"/>
          <p14:tracePt t="35005" x="1987550" y="5867400"/>
          <p14:tracePt t="35022" x="1803400" y="5861050"/>
          <p14:tracePt t="35039" x="1727200" y="5861050"/>
          <p14:tracePt t="35055" x="1689100" y="5861050"/>
          <p14:tracePt t="35071" x="1657350" y="5861050"/>
          <p14:tracePt t="35088" x="1638300" y="5861050"/>
          <p14:tracePt t="35105" x="1631950" y="5861050"/>
          <p14:tracePt t="35221" x="1625600" y="5861050"/>
          <p14:tracePt t="35228" x="1619250" y="5861050"/>
          <p14:tracePt t="35237" x="1593850" y="5861050"/>
          <p14:tracePt t="35254" x="1568450" y="5861050"/>
          <p14:tracePt t="35271" x="1485900" y="5848350"/>
          <p14:tracePt t="35287" x="1428750" y="5835650"/>
          <p14:tracePt t="35305" x="1282700" y="5810250"/>
          <p14:tracePt t="35320" x="1238250" y="5791200"/>
          <p14:tracePt t="35337" x="1219200" y="5791200"/>
          <p14:tracePt t="35354" x="1181100" y="5784850"/>
          <p14:tracePt t="35370" x="1162050" y="5772150"/>
          <p14:tracePt t="35387" x="1155700" y="5772150"/>
          <p14:tracePt t="35404" x="1149350" y="5772150"/>
          <p14:tracePt t="35467" x="1155700" y="5772150"/>
          <p14:tracePt t="35481" x="1162050" y="5772150"/>
          <p14:tracePt t="35490" x="1187450" y="5778500"/>
          <p14:tracePt t="35504" x="1212850" y="5778500"/>
          <p14:tracePt t="35520" x="1320800" y="5784850"/>
          <p14:tracePt t="35537" x="1511300" y="5791200"/>
          <p14:tracePt t="35553" x="1625600" y="5803900"/>
          <p14:tracePt t="35570" x="1758950" y="5803900"/>
          <p14:tracePt t="35587" x="2362200" y="5829300"/>
          <p14:tracePt t="35603" x="2597150" y="5829300"/>
          <p14:tracePt t="35620" x="2882900" y="5829300"/>
          <p14:tracePt t="35636" x="3429000" y="5842000"/>
          <p14:tracePt t="35653" x="3956050" y="5861050"/>
          <p14:tracePt t="35670" x="4476750" y="5861050"/>
          <p14:tracePt t="35686" x="4686300" y="5854700"/>
          <p14:tracePt t="35703" x="5080000" y="5854700"/>
          <p14:tracePt t="35720" x="5359400" y="5854700"/>
          <p14:tracePt t="35736" x="5473700" y="5854700"/>
          <p14:tracePt t="35753" x="5664200" y="5842000"/>
          <p14:tracePt t="35769" x="5810250" y="5842000"/>
          <p14:tracePt t="35786" x="5886450" y="5842000"/>
          <p14:tracePt t="35804" x="5988050" y="5835650"/>
          <p14:tracePt t="35819" x="6070600" y="5822950"/>
          <p14:tracePt t="35836" x="6121400" y="5822950"/>
          <p14:tracePt t="35853" x="6153150" y="5822950"/>
          <p14:tracePt t="35869" x="6235700" y="5816600"/>
          <p14:tracePt t="35886" x="6254750" y="5816600"/>
          <p14:tracePt t="35903" x="6324600" y="5810250"/>
          <p14:tracePt t="35919" x="6375400" y="5810250"/>
          <p14:tracePt t="35923" x="6413500" y="5810250"/>
          <p14:tracePt t="35935" x="6457950" y="5810250"/>
          <p14:tracePt t="35952" x="6515100" y="5797550"/>
          <p14:tracePt t="35968" x="6540500" y="5797550"/>
          <p14:tracePt t="35986" x="6584950" y="5784850"/>
          <p14:tracePt t="36002" x="6629400" y="5765800"/>
          <p14:tracePt t="36018" x="6635750" y="5765800"/>
          <p14:tracePt t="36036" x="6661150" y="5759450"/>
          <p14:tracePt t="36051" x="6686550" y="5753100"/>
          <p14:tracePt t="36068" x="6699250" y="5746750"/>
          <p14:tracePt t="36085" x="6750050" y="5734050"/>
          <p14:tracePt t="36102" x="6819900" y="5721350"/>
          <p14:tracePt t="36118" x="6889750" y="5702300"/>
          <p14:tracePt t="36135" x="7048500" y="5670550"/>
          <p14:tracePt t="36151" x="7226300" y="5638800"/>
          <p14:tracePt t="36169" x="7397750" y="5619750"/>
          <p14:tracePt t="36184" x="7473950" y="5613400"/>
          <p14:tracePt t="36201" x="7562850" y="5613400"/>
          <p14:tracePt t="36218" x="7842250" y="5594350"/>
          <p14:tracePt t="36234" x="7918450" y="5594350"/>
          <p14:tracePt t="36251" x="7994650" y="5581650"/>
          <p14:tracePt t="36267" x="8140700" y="5588000"/>
          <p14:tracePt t="36284" x="8242300" y="5581650"/>
          <p14:tracePt t="36302" x="8286750" y="5575300"/>
          <p14:tracePt t="36317" x="8369300" y="5556250"/>
          <p14:tracePt t="36334" x="8420100" y="5549900"/>
          <p14:tracePt t="36352" x="8432800" y="5549900"/>
          <p14:tracePt t="36367" x="8439150" y="5549900"/>
          <p14:tracePt t="36384" x="8445500" y="5543550"/>
          <p14:tracePt t="36492" x="8439150" y="5543550"/>
          <p14:tracePt t="36513" x="8432800" y="5543550"/>
          <p14:tracePt t="36534" x="8420100" y="5543550"/>
          <p14:tracePt t="36541" x="8394700" y="5543550"/>
          <p14:tracePt t="36555" x="8375650" y="5549900"/>
          <p14:tracePt t="36566" x="8337550" y="5549900"/>
          <p14:tracePt t="36583" x="8210550" y="5562600"/>
          <p14:tracePt t="36600" x="8121650" y="5562600"/>
          <p14:tracePt t="36616" x="7880350" y="5568950"/>
          <p14:tracePt t="36633" x="7600950" y="5581650"/>
          <p14:tracePt t="36649" x="7435850" y="5594350"/>
          <p14:tracePt t="36667" x="7048500" y="5632450"/>
          <p14:tracePt t="36683" x="6680200" y="5695950"/>
          <p14:tracePt t="36700" x="6515100" y="5708650"/>
          <p14:tracePt t="36716" x="6242050" y="5740400"/>
          <p14:tracePt t="36733" x="5988050" y="5759450"/>
          <p14:tracePt t="36749" x="5886450" y="5759450"/>
          <p14:tracePt t="36766" x="5708650" y="5759450"/>
          <p14:tracePt t="36783" x="5581650" y="5759450"/>
          <p14:tracePt t="36799" x="5505450" y="5759450"/>
          <p14:tracePt t="36816" x="5378450" y="5759450"/>
          <p14:tracePt t="36832" x="5327650" y="5759450"/>
          <p14:tracePt t="36848" x="5245100" y="5759450"/>
          <p14:tracePt t="36866" x="5149850" y="5778500"/>
          <p14:tracePt t="36882" x="5099050" y="5778500"/>
          <p14:tracePt t="36899" x="4997450" y="5778500"/>
          <p14:tracePt t="36916" x="4851400" y="5772150"/>
          <p14:tracePt t="36932" x="4749800" y="5772150"/>
          <p14:tracePt t="36936" x="4660900" y="5772150"/>
          <p14:tracePt t="36948" x="4572000" y="5772150"/>
          <p14:tracePt t="36965" x="4406900" y="5778500"/>
          <p14:tracePt t="36981" x="4330700" y="5778500"/>
          <p14:tracePt t="36999" x="4178300" y="5778500"/>
          <p14:tracePt t="37015" x="4025900" y="5784850"/>
          <p14:tracePt t="37033" x="3917950" y="5797550"/>
          <p14:tracePt t="37048" x="3892550" y="5797550"/>
          <p14:tracePt t="37064" x="3848100" y="5797550"/>
          <p14:tracePt t="37082" x="3829050" y="5797550"/>
          <p14:tracePt t="37098" x="3816350" y="5797550"/>
          <p14:tracePt t="37115" x="3803650" y="5797550"/>
          <p14:tracePt t="37131" x="3797300" y="5797550"/>
          <p14:tracePt t="37148" x="3784600" y="5791200"/>
          <p14:tracePt t="37165" x="3778250" y="5791200"/>
          <p14:tracePt t="37181" x="3746500" y="5765800"/>
          <p14:tracePt t="37197" x="3702050" y="5727700"/>
          <p14:tracePt t="37215" x="3657600" y="5702300"/>
          <p14:tracePt t="37231" x="3632200" y="5683250"/>
          <p14:tracePt t="37250" x="3594100" y="5664200"/>
          <p14:tracePt t="37264" x="3562350" y="5651500"/>
          <p14:tracePt t="37281" x="3549650" y="5651500"/>
          <p14:tracePt t="37297" x="3530600" y="5638800"/>
          <p14:tracePt t="37314" x="3511550" y="5632450"/>
          <p14:tracePt t="37330" x="3511550" y="5626100"/>
          <p14:tracePt t="37347" x="3505200" y="5626100"/>
          <p14:tracePt t="37364" x="3498850" y="5619750"/>
          <p14:tracePt t="37566" x="3505200" y="5619750"/>
          <p14:tracePt t="37595" x="3511550" y="5619750"/>
          <p14:tracePt t="37608" x="3524250" y="5619750"/>
          <p14:tracePt t="37616" x="3530600" y="5619750"/>
          <p14:tracePt t="37630" x="3536950" y="5619750"/>
          <p14:tracePt t="37646" x="3562350" y="5619750"/>
          <p14:tracePt t="37663" x="3581400" y="5619750"/>
          <p14:tracePt t="37679" x="3638550" y="5626100"/>
          <p14:tracePt t="37696" x="3695700" y="5626100"/>
          <p14:tracePt t="37713" x="3752850" y="5626100"/>
          <p14:tracePt t="37729" x="3778250" y="5626100"/>
          <p14:tracePt t="37746" x="3829050" y="5619750"/>
          <p14:tracePt t="37763" x="3867150" y="5619750"/>
          <p14:tracePt t="37779" x="3879850" y="5619750"/>
          <p14:tracePt t="37796" x="3892550" y="5619750"/>
          <p14:tracePt t="37812" x="3905250" y="5619750"/>
          <p14:tracePt t="37845" x="3911600" y="5619750"/>
          <p14:tracePt t="37875" x="3917950" y="5619750"/>
          <p14:tracePt t="37897" x="3924300" y="561975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</a:t>
            </a:r>
            <a:r>
              <a:rPr lang="fr-FR" sz="22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x</a:t>
            </a:r>
          </a:p>
          <a:p>
            <a:pPr>
              <a:lnSpc>
                <a:spcPct val="90000"/>
              </a:lnSpc>
            </a:pP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attrib1=1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attrib3=3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attrib4=4)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-1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7731" y="582273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313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20"/>
    </mc:Choice>
    <mc:Fallback xmlns="">
      <p:transition spd="slow" advTm="37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980" x="3924300" y="5626100"/>
          <p14:tracePt t="2987" x="3917950" y="5638800"/>
          <p14:tracePt t="2995" x="3905250" y="5670550"/>
          <p14:tracePt t="3012" x="3898900" y="5689600"/>
          <p14:tracePt t="3030" x="3892550" y="5734050"/>
          <p14:tracePt t="3045" x="3892550" y="5753100"/>
          <p14:tracePt t="3061" x="3879850" y="5784850"/>
          <p14:tracePt t="3078" x="3867150" y="5822950"/>
          <p14:tracePt t="3095" x="3867150" y="5835650"/>
          <p14:tracePt t="3112" x="3860800" y="5873750"/>
          <p14:tracePt t="3128" x="3848100" y="5924550"/>
          <p14:tracePt t="3145" x="3835400" y="5956300"/>
          <p14:tracePt t="3162" x="3822700" y="6013450"/>
          <p14:tracePt t="3177" x="3803650" y="6051550"/>
          <p14:tracePt t="3194" x="3790950" y="6076950"/>
          <p14:tracePt t="3212" x="3746500" y="6121400"/>
          <p14:tracePt t="3228" x="3689350" y="6140450"/>
          <p14:tracePt t="3244" x="3663950" y="6159500"/>
          <p14:tracePt t="3261" x="3581400" y="6165850"/>
          <p14:tracePt t="3277" x="3486150" y="6184900"/>
          <p14:tracePt t="3294" x="3435350" y="6184900"/>
          <p14:tracePt t="3311" x="3333750" y="6184900"/>
          <p14:tracePt t="3328" x="3289300" y="6184900"/>
          <p14:tracePt t="3344" x="3232150" y="6184900"/>
          <p14:tracePt t="3360" x="3200400" y="6184900"/>
          <p14:tracePt t="3377" x="3187700" y="6184900"/>
          <p14:tracePt t="3381" x="3175000" y="6184900"/>
          <p14:tracePt t="3401" x="3168650" y="6184900"/>
          <p14:tracePt t="3410" x="3162300" y="6184900"/>
          <p14:tracePt t="3427" x="3155950" y="6184900"/>
          <p14:tracePt t="3731" x="3149600" y="6184900"/>
          <p14:tracePt t="3998" x="3155950" y="6184900"/>
          <p14:tracePt t="4019" x="3162300" y="6184900"/>
          <p14:tracePt t="4040" x="3168650" y="6184900"/>
          <p14:tracePt t="4068" x="3168650" y="6178550"/>
          <p14:tracePt t="4090" x="3175000" y="6178550"/>
          <p14:tracePt t="4110" x="3181350" y="6178550"/>
          <p14:tracePt t="4138" x="3187700" y="6172200"/>
          <p14:tracePt t="4174" x="3194050" y="6172200"/>
          <p14:tracePt t="4180" x="3200400" y="6172200"/>
          <p14:tracePt t="4244" x="3206750" y="6165850"/>
          <p14:tracePt t="4279" x="3213100" y="6165850"/>
          <p14:tracePt t="4300" x="3219450" y="6165850"/>
          <p14:tracePt t="4321" x="3225800" y="6165850"/>
          <p14:tracePt t="4342" x="3232150" y="6165850"/>
          <p14:tracePt t="4349" x="3238500" y="6165850"/>
          <p14:tracePt t="4385" x="3244850" y="6165850"/>
          <p14:tracePt t="4392" x="3251200" y="6165850"/>
          <p14:tracePt t="4398" x="3257550" y="6165850"/>
          <p14:tracePt t="4412" x="3263900" y="6165850"/>
          <p14:tracePt t="4423" x="3270250" y="6165850"/>
          <p14:tracePt t="4440" x="3295650" y="6172200"/>
          <p14:tracePt t="4457" x="3308350" y="6172200"/>
          <p14:tracePt t="4473" x="3340100" y="6178550"/>
          <p14:tracePt t="4490" x="3365500" y="6178550"/>
          <p14:tracePt t="4506" x="3378200" y="6184900"/>
          <p14:tracePt t="4523" x="3384550" y="6184900"/>
          <p14:tracePt t="4540" x="3403600" y="6191250"/>
          <p14:tracePt t="4574" x="3409950" y="6191250"/>
          <p14:tracePt t="4630" x="3416300" y="6191250"/>
          <p14:tracePt t="5596" x="3397250" y="6184900"/>
          <p14:tracePt t="5604" x="3359150" y="6159500"/>
          <p14:tracePt t="5617" x="3308350" y="6134100"/>
          <p14:tracePt t="5624" x="3251200" y="6121400"/>
          <p14:tracePt t="5639" x="3206750" y="6108700"/>
          <p14:tracePt t="5653" x="3124200" y="6064250"/>
          <p14:tracePt t="5670" x="3086100" y="6038850"/>
          <p14:tracePt t="5688" x="3035300" y="6007100"/>
          <p14:tracePt t="5702" x="3016250" y="5994400"/>
          <p14:tracePt t="5719" x="2971800" y="5969000"/>
          <p14:tracePt t="5736" x="2952750" y="5962650"/>
          <p14:tracePt t="5752" x="2940050" y="5962650"/>
          <p14:tracePt t="5769" x="2940050" y="5956300"/>
          <p14:tracePt t="5786" x="2921000" y="5956300"/>
          <p14:tracePt t="5802" x="2914650" y="5956300"/>
          <p14:tracePt t="5818" x="2908300" y="5956300"/>
          <p14:tracePt t="5835" x="2901950" y="5956300"/>
          <p14:tracePt t="5852" x="2895600" y="5956300"/>
          <p14:tracePt t="5869" x="2895600" y="5962650"/>
          <p14:tracePt t="5901" x="2889250" y="5962650"/>
          <p14:tracePt t="5933" x="2882900" y="5969000"/>
          <p14:tracePt t="6002" x="2876550" y="5975350"/>
          <p14:tracePt t="6087" x="2876550" y="5981700"/>
          <p14:tracePt t="6094" x="2882900" y="5981700"/>
          <p14:tracePt t="6115" x="2889250" y="5981700"/>
          <p14:tracePt t="6130" x="2895600" y="5981700"/>
          <p14:tracePt t="6144" x="2901950" y="5988050"/>
          <p14:tracePt t="6158" x="2908300" y="5988050"/>
          <p14:tracePt t="6167" x="2921000" y="5988050"/>
          <p14:tracePt t="6184" x="2940050" y="5988050"/>
          <p14:tracePt t="6201" x="2984500" y="5994400"/>
          <p14:tracePt t="6218" x="3028950" y="5994400"/>
          <p14:tracePt t="6234" x="3086100" y="5994400"/>
          <p14:tracePt t="6250" x="3117850" y="5994400"/>
          <p14:tracePt t="6267" x="3136900" y="5994400"/>
          <p14:tracePt t="6284" x="3200400" y="5988050"/>
          <p14:tracePt t="6300" x="3206750" y="5988050"/>
          <p14:tracePt t="6317" x="3213100" y="5988050"/>
          <p14:tracePt t="6333" x="3225800" y="5981700"/>
          <p14:tracePt t="6370" x="3232150" y="5981700"/>
          <p14:tracePt t="6487" x="3225800" y="5981700"/>
          <p14:tracePt t="6495" x="3219450" y="5981700"/>
          <p14:tracePt t="6516" x="3213100" y="5981700"/>
          <p14:tracePt t="6530" x="3206750" y="5981700"/>
          <p14:tracePt t="6536" x="3194050" y="5988050"/>
          <p14:tracePt t="6553" x="3187700" y="5988050"/>
          <p14:tracePt t="6566" x="3162300" y="6000750"/>
          <p14:tracePt t="6582" x="3143250" y="6007100"/>
          <p14:tracePt t="6600" x="3124200" y="6013450"/>
          <p14:tracePt t="6616" x="3092450" y="6026150"/>
          <p14:tracePt t="6633" x="3067050" y="6032500"/>
          <p14:tracePt t="6650" x="3054350" y="6038850"/>
          <p14:tracePt t="6665" x="3048000" y="6038850"/>
          <p14:tracePt t="6682" x="3035300" y="6038850"/>
          <p14:tracePt t="6699" x="3035300" y="6045200"/>
          <p14:tracePt t="6789" x="3028950" y="6045200"/>
          <p14:tracePt t="6817" x="3022600" y="6045200"/>
          <p14:tracePt t="6846" x="3016250" y="6045200"/>
          <p14:tracePt t="6860" x="3009900" y="6045200"/>
          <p14:tracePt t="6868" x="3003550" y="6045200"/>
          <p14:tracePt t="6882" x="2997200" y="6045200"/>
          <p14:tracePt t="6898" x="2990850" y="6045200"/>
          <p14:tracePt t="6915" x="2978150" y="6045200"/>
          <p14:tracePt t="6931" x="2940050" y="6045200"/>
          <p14:tracePt t="6948" x="2921000" y="6045200"/>
          <p14:tracePt t="6965" x="2825750" y="6045200"/>
          <p14:tracePt t="6981" x="2698750" y="6032500"/>
          <p14:tracePt t="6998" x="2622550" y="6032500"/>
          <p14:tracePt t="7014" x="2470150" y="6013450"/>
          <p14:tracePt t="7031" x="2324100" y="5994400"/>
          <p14:tracePt t="7048" x="2260600" y="5988050"/>
          <p14:tracePt t="7064" x="2152650" y="5988050"/>
          <p14:tracePt t="7081" x="2076450" y="5988050"/>
          <p14:tracePt t="7098" x="2025650" y="5988050"/>
          <p14:tracePt t="7114" x="2006600" y="5988050"/>
          <p14:tracePt t="7131" x="1981200" y="5994400"/>
          <p14:tracePt t="7148" x="1962150" y="6007100"/>
          <p14:tracePt t="7164" x="1955800" y="6013450"/>
          <p14:tracePt t="7180" x="1943100" y="6013450"/>
          <p14:tracePt t="7197" x="1924050" y="6019800"/>
          <p14:tracePt t="7214" x="1911350" y="6032500"/>
          <p14:tracePt t="7231" x="1905000" y="6038850"/>
          <p14:tracePt t="7247" x="1879600" y="6045200"/>
          <p14:tracePt t="7264" x="1866900" y="6057900"/>
          <p14:tracePt t="7281" x="1828800" y="6064250"/>
          <p14:tracePt t="7297" x="1809750" y="6064250"/>
          <p14:tracePt t="7313" x="1784350" y="6070600"/>
          <p14:tracePt t="7330" x="1758950" y="6076950"/>
          <p14:tracePt t="7346" x="1758950" y="6083300"/>
          <p14:tracePt t="7363" x="1752600" y="6089650"/>
          <p14:tracePt t="7380" x="1746250" y="6089650"/>
          <p14:tracePt t="7442" x="1739900" y="6096000"/>
          <p14:tracePt t="7562" x="1739900" y="6102350"/>
          <p14:tracePt t="7611" x="1746250" y="6102350"/>
          <p14:tracePt t="7618" x="1752600" y="6102350"/>
          <p14:tracePt t="7632" x="1758950" y="6096000"/>
          <p14:tracePt t="7646" x="1771650" y="6096000"/>
          <p14:tracePt t="7662" x="1790700" y="6089650"/>
          <p14:tracePt t="7679" x="1809750" y="6076950"/>
          <p14:tracePt t="7695" x="1860550" y="6045200"/>
          <p14:tracePt t="7712" x="1936750" y="6007100"/>
          <p14:tracePt t="7729" x="1981200" y="5975350"/>
          <p14:tracePt t="7745" x="2057400" y="5924550"/>
          <p14:tracePt t="7762" x="2114550" y="5880100"/>
          <p14:tracePt t="7779" x="2146300" y="5842000"/>
          <p14:tracePt t="7795" x="2152650" y="5822950"/>
          <p14:tracePt t="7812" x="2159000" y="5810250"/>
          <p14:tracePt t="7829" x="2159000" y="5778500"/>
          <p14:tracePt t="7845" x="2159000" y="5765800"/>
          <p14:tracePt t="7861" x="2152650" y="5753100"/>
          <p14:tracePt t="7878" x="2127250" y="5740400"/>
          <p14:tracePt t="7895" x="2114550" y="5740400"/>
          <p14:tracePt t="7912" x="2101850" y="5734050"/>
          <p14:tracePt t="7928" x="2082800" y="5721350"/>
          <p14:tracePt t="7945" x="2076450" y="5715000"/>
          <p14:tracePt t="7949" x="2070100" y="5715000"/>
          <p14:tracePt t="7964" x="2063750" y="5708650"/>
          <p14:tracePt t="7978" x="2051050" y="5708650"/>
          <p14:tracePt t="7995" x="2044700" y="5702300"/>
          <p14:tracePt t="8011" x="2038350" y="5695950"/>
          <p14:tracePt t="8102" x="2032000" y="5689600"/>
          <p14:tracePt t="8151" x="2025650" y="5689600"/>
          <p14:tracePt t="8194" x="2019300" y="5695950"/>
          <p14:tracePt t="8215" x="2012950" y="5702300"/>
          <p14:tracePt t="8221" x="2012950" y="5708650"/>
          <p14:tracePt t="8230" x="2006600" y="5708650"/>
          <p14:tracePt t="8244" x="2006600" y="5715000"/>
          <p14:tracePt t="8260" x="2000250" y="5721350"/>
          <p14:tracePt t="8278" x="1993900" y="5734050"/>
          <p14:tracePt t="8293" x="1962150" y="5765800"/>
          <p14:tracePt t="8310" x="1949450" y="5784850"/>
          <p14:tracePt t="8327" x="1905000" y="5829300"/>
          <p14:tracePt t="8343" x="1860550" y="5867400"/>
          <p14:tracePt t="8360" x="1835150" y="5899150"/>
          <p14:tracePt t="8376" x="1803400" y="5930900"/>
          <p14:tracePt t="8393" x="1784350" y="5962650"/>
          <p14:tracePt t="8410" x="1778000" y="5975350"/>
          <p14:tracePt t="8426" x="1765300" y="5994400"/>
          <p14:tracePt t="8454" x="1765300" y="6000750"/>
          <p14:tracePt t="8462" x="1765300" y="6007100"/>
          <p14:tracePt t="8477" x="1771650" y="6013450"/>
          <p14:tracePt t="8493" x="1771650" y="6019800"/>
          <p14:tracePt t="8510" x="1778000" y="6026150"/>
          <p14:tracePt t="8526" x="1797050" y="6032500"/>
          <p14:tracePt t="8543" x="1809750" y="6038850"/>
          <p14:tracePt t="8559" x="1841500" y="6051550"/>
          <p14:tracePt t="8576" x="1892300" y="6064250"/>
          <p14:tracePt t="8593" x="1924050" y="6076950"/>
          <p14:tracePt t="8609" x="2019300" y="6089650"/>
          <p14:tracePt t="8625" x="2133600" y="6089650"/>
          <p14:tracePt t="8643" x="2286000" y="6089650"/>
          <p14:tracePt t="8659" x="2362200" y="6089650"/>
          <p14:tracePt t="8676" x="2489200" y="6089650"/>
          <p14:tracePt t="8692" x="2584450" y="6083300"/>
          <p14:tracePt t="8708" x="2622550" y="6083300"/>
          <p14:tracePt t="8725" x="2641600" y="6070600"/>
          <p14:tracePt t="8742" x="2711450" y="6057900"/>
          <p14:tracePt t="8758" x="2730500" y="6051550"/>
          <p14:tracePt t="8776" x="2762250" y="6051550"/>
          <p14:tracePt t="8792" x="2774950" y="6051550"/>
          <p14:tracePt t="8808" x="2794000" y="6051550"/>
          <p14:tracePt t="8825" x="2832100" y="6045200"/>
          <p14:tracePt t="8858" x="2857500" y="6045200"/>
          <p14:tracePt t="8875" x="2876550" y="6045200"/>
          <p14:tracePt t="8891" x="2882900" y="6045200"/>
          <p14:tracePt t="8908" x="2901950" y="6045200"/>
          <p14:tracePt t="8925" x="2914650" y="6045200"/>
          <p14:tracePt t="8941" x="2921000" y="6045200"/>
          <p14:tracePt t="8945" x="2927350" y="6045200"/>
          <p14:tracePt t="8959" x="2940050" y="6045200"/>
          <p14:tracePt t="8974" x="2952750" y="6045200"/>
          <p14:tracePt t="9008" x="2965450" y="6045200"/>
          <p14:tracePt t="9025" x="2971800" y="6045200"/>
          <p14:tracePt t="9060" x="2978150" y="6045200"/>
          <p14:tracePt t="9092" x="2984500" y="6045200"/>
          <p14:tracePt t="9163" x="2990850" y="6038850"/>
          <p14:tracePt t="9184" x="2997200" y="6038850"/>
          <p14:tracePt t="9205" x="3003550" y="6038850"/>
          <p14:tracePt t="9219" x="3016250" y="6038850"/>
          <p14:tracePt t="9226" x="3022600" y="6038850"/>
          <p14:tracePt t="9240" x="3028950" y="6038850"/>
          <p14:tracePt t="9257" x="3048000" y="6038850"/>
          <p14:tracePt t="9273" x="3073400" y="6038850"/>
          <p14:tracePt t="9290" x="3117850" y="6045200"/>
          <p14:tracePt t="9306" x="3168650" y="6057900"/>
          <p14:tracePt t="9324" x="3187700" y="6057900"/>
          <p14:tracePt t="9340" x="3225800" y="6064250"/>
          <p14:tracePt t="9356" x="3238500" y="6064250"/>
          <p14:tracePt t="9373" x="3251200" y="6070600"/>
          <p14:tracePt t="9389" x="3257550" y="6070600"/>
          <p14:tracePt t="9507" x="3244850" y="6070600"/>
          <p14:tracePt t="9513" x="3238500" y="6070600"/>
          <p14:tracePt t="9527" x="3225800" y="6070600"/>
          <p14:tracePt t="9539" x="3213100" y="6070600"/>
          <p14:tracePt t="9556" x="3175000" y="6070600"/>
          <p14:tracePt t="9572" x="3143250" y="6070600"/>
          <p14:tracePt t="9589" x="3092450" y="6076950"/>
          <p14:tracePt t="9606" x="3048000" y="6076950"/>
          <p14:tracePt t="9622" x="3035300" y="6076950"/>
          <p14:tracePt t="9639" x="3022600" y="6076950"/>
          <p14:tracePt t="9655" x="2990850" y="6083300"/>
          <p14:tracePt t="9689" x="2984500" y="6083300"/>
          <p14:tracePt t="9766" x="2997200" y="6083300"/>
          <p14:tracePt t="9780" x="3003550" y="6083300"/>
          <p14:tracePt t="9787" x="3009900" y="6083300"/>
          <p14:tracePt t="9795" x="3016250" y="6083300"/>
          <p14:tracePt t="9809" x="3028950" y="6083300"/>
          <p14:tracePt t="9821" x="3054350" y="6083300"/>
          <p14:tracePt t="9837" x="3105150" y="6083300"/>
          <p14:tracePt t="9855" x="3136900" y="6083300"/>
          <p14:tracePt t="9872" x="3206750" y="6076950"/>
          <p14:tracePt t="9888" x="3244850" y="6076950"/>
          <p14:tracePt t="9905" x="3257550" y="6076950"/>
          <p14:tracePt t="9921" x="3282950" y="6076950"/>
          <p14:tracePt t="9958" x="3270250" y="6076950"/>
          <p14:tracePt t="9971" x="3251200" y="6076950"/>
          <p14:tracePt t="9987" x="3232150" y="6076950"/>
          <p14:tracePt t="10005" x="3111500" y="6076950"/>
          <p14:tracePt t="10020" x="3073400" y="6076950"/>
          <p14:tracePt t="10037" x="3035300" y="6076950"/>
          <p14:tracePt t="10054" x="2952750" y="6064250"/>
          <p14:tracePt t="10070" x="2914650" y="6057900"/>
          <p14:tracePt t="10087" x="2901950" y="6057900"/>
          <p14:tracePt t="10104" x="2889250" y="6057900"/>
          <p14:tracePt t="10120" x="2876550" y="6057900"/>
          <p14:tracePt t="10159" x="2882900" y="6057900"/>
          <p14:tracePt t="10170" x="2895600" y="6057900"/>
          <p14:tracePt t="10187" x="2940050" y="6057900"/>
          <p14:tracePt t="10203" x="2965450" y="6057900"/>
          <p14:tracePt t="10220" x="3048000" y="6051550"/>
          <p14:tracePt t="10237" x="3149600" y="6051550"/>
          <p14:tracePt t="10253" x="3200400" y="6051550"/>
          <p14:tracePt t="10270" x="3244850" y="6051550"/>
          <p14:tracePt t="10286" x="3302000" y="6051550"/>
          <p14:tracePt t="10303" x="3308350" y="6057900"/>
          <p14:tracePt t="10370" x="3295650" y="6057900"/>
          <p14:tracePt t="10377" x="3289300" y="6057900"/>
          <p14:tracePt t="10391" x="3276600" y="6057900"/>
          <p14:tracePt t="10402" x="3251200" y="6064250"/>
          <p14:tracePt t="10419" x="3194050" y="6064250"/>
          <p14:tracePt t="10436" x="3175000" y="6064250"/>
          <p14:tracePt t="10453" x="3136900" y="6064250"/>
          <p14:tracePt t="10469" x="3111500" y="6064250"/>
          <p14:tracePt t="10485" x="3105150" y="6064250"/>
          <p14:tracePt t="10503" x="3092450" y="6070600"/>
          <p14:tracePt t="10519" x="3086100" y="6070600"/>
          <p14:tracePt t="10567" x="3092450" y="6070600"/>
          <p14:tracePt t="10580" x="3105150" y="6070600"/>
          <p14:tracePt t="10589" x="3117850" y="6070600"/>
          <p14:tracePt t="10604" x="3136900" y="6070600"/>
          <p14:tracePt t="10619" x="3168650" y="6070600"/>
          <p14:tracePt t="10635" x="3238500" y="6064250"/>
          <p14:tracePt t="10652" x="3327400" y="6051550"/>
          <p14:tracePt t="10668" x="3371850" y="6045200"/>
          <p14:tracePt t="10686" x="3429000" y="6038850"/>
          <p14:tracePt t="10701" x="3460750" y="6032500"/>
          <p14:tracePt t="10718" x="3467100" y="6032500"/>
          <p14:tracePt t="10735" x="3479800" y="6026150"/>
          <p14:tracePt t="10751" x="3479800" y="6019800"/>
          <p14:tracePt t="10768" x="3473450" y="6019800"/>
          <p14:tracePt t="10785" x="3460750" y="6013450"/>
          <p14:tracePt t="10801" x="3422650" y="6013450"/>
          <p14:tracePt t="10818" x="3390900" y="6013450"/>
          <p14:tracePt t="10834" x="3327400" y="6013450"/>
          <p14:tracePt t="10851" x="3257550" y="6013450"/>
          <p14:tracePt t="10869" x="3200400" y="6019800"/>
          <p14:tracePt t="10884" x="3168650" y="6026150"/>
          <p14:tracePt t="10901" x="3155950" y="6026150"/>
          <p14:tracePt t="10918" x="3136900" y="6032500"/>
          <p14:tracePt t="10934" x="3130550" y="6032500"/>
          <p14:tracePt t="12697" x="3130550" y="6026150"/>
          <p14:tracePt t="12704" x="3130550" y="6007100"/>
          <p14:tracePt t="12718" x="3130550" y="5975350"/>
          <p14:tracePt t="12728" x="3130550" y="5949950"/>
          <p14:tracePt t="12744" x="3136900" y="5918200"/>
          <p14:tracePt t="12761" x="3143250" y="5835650"/>
          <p14:tracePt t="12778" x="3143250" y="5759450"/>
          <p14:tracePt t="12795" x="3155950" y="5727700"/>
          <p14:tracePt t="12811" x="3162300" y="5664200"/>
          <p14:tracePt t="12828" x="3162300" y="5613400"/>
          <p14:tracePt t="12845" x="3168650" y="5562600"/>
          <p14:tracePt t="12861" x="3168650" y="5537200"/>
          <p14:tracePt t="12878" x="3175000" y="5499100"/>
          <p14:tracePt t="12895" x="3175000" y="5467350"/>
          <p14:tracePt t="12911" x="3181350" y="5454650"/>
          <p14:tracePt t="12929" x="3187700" y="5429250"/>
          <p14:tracePt t="12944" x="3194050" y="5391150"/>
          <p14:tracePt t="12960" x="3200400" y="5365750"/>
          <p14:tracePt t="12964" x="3200400" y="5340350"/>
          <p14:tracePt t="12980" x="3206750" y="5302250"/>
          <p14:tracePt t="12994" x="3219450" y="5257800"/>
          <p14:tracePt t="13011" x="3225800" y="5187950"/>
          <p14:tracePt t="13028" x="3225800" y="5149850"/>
          <p14:tracePt t="13044" x="3225800" y="5130800"/>
          <p14:tracePt t="13060" x="3225800" y="5111750"/>
          <p14:tracePt t="13097" x="3232150" y="5111750"/>
          <p14:tracePt t="13113" x="3251200" y="5111750"/>
          <p14:tracePt t="13850" x="3263900" y="5073650"/>
          <p14:tracePt t="13856" x="3282950" y="5029200"/>
          <p14:tracePt t="13871" x="3302000" y="4984750"/>
          <p14:tracePt t="13878" x="3314700" y="4940300"/>
          <p14:tracePt t="13894" x="3346450" y="4895850"/>
          <p14:tracePt t="13907" x="3371850" y="4838700"/>
          <p14:tracePt t="13924" x="3435350" y="4737100"/>
          <p14:tracePt t="13941" x="3479800" y="4641850"/>
          <p14:tracePt t="13957" x="3498850" y="4597400"/>
          <p14:tracePt t="13974" x="3530600" y="4464050"/>
          <p14:tracePt t="13990" x="3549650" y="4324350"/>
          <p14:tracePt t="14007" x="3556000" y="4241800"/>
          <p14:tracePt t="14024" x="3568700" y="4102100"/>
          <p14:tracePt t="14040" x="3562350" y="4006850"/>
          <p14:tracePt t="14057" x="3562350" y="3981450"/>
          <p14:tracePt t="14074" x="3549650" y="3930650"/>
          <p14:tracePt t="14089" x="3543300" y="3886200"/>
          <p14:tracePt t="14107" x="3536950" y="3873500"/>
          <p14:tracePt t="14124" x="3530600" y="3848100"/>
          <p14:tracePt t="14140" x="3517900" y="3816350"/>
          <p14:tracePt t="14156" x="3517900" y="3803650"/>
          <p14:tracePt t="14173" x="3505200" y="3784600"/>
          <p14:tracePt t="14190" x="3505200" y="3771900"/>
          <p14:tracePt t="14206" x="3492500" y="3765550"/>
          <p14:tracePt t="14223" x="3486150" y="3752850"/>
          <p14:tracePt t="14239" x="3486150" y="3740150"/>
          <p14:tracePt t="14256" x="3479800" y="3733800"/>
          <p14:tracePt t="14272" x="3473450" y="3727450"/>
          <p14:tracePt t="14313" x="3467100" y="3721100"/>
          <p14:tracePt t="14664" x="3473450" y="3721100"/>
          <p14:tracePt t="14804" x="3467100" y="3721100"/>
          <p14:tracePt t="14811" x="3454400" y="3721100"/>
          <p14:tracePt t="14825" x="3441700" y="3721100"/>
          <p14:tracePt t="14837" x="3429000" y="3721100"/>
          <p14:tracePt t="14854" x="3378200" y="3714750"/>
          <p14:tracePt t="14870" x="3352800" y="3714750"/>
          <p14:tracePt t="14888" x="3270250" y="3689350"/>
          <p14:tracePt t="14904" x="3149600" y="3670300"/>
          <p14:tracePt t="14920" x="3086100" y="3651250"/>
          <p14:tracePt t="14938" x="2952750" y="3619500"/>
          <p14:tracePt t="14954" x="2819400" y="3581400"/>
          <p14:tracePt t="14970" x="2749550" y="3575050"/>
          <p14:tracePt t="14987" x="2654300" y="3549650"/>
          <p14:tracePt t="15004" x="2584450" y="3530600"/>
          <p14:tracePt t="15020" x="2565400" y="3517900"/>
          <p14:tracePt t="15037" x="2533650" y="3511550"/>
          <p14:tracePt t="15053" x="2508250" y="3505200"/>
          <p14:tracePt t="15071" x="2495550" y="3498850"/>
          <p14:tracePt t="15086" x="2489200" y="3498850"/>
          <p14:tracePt t="15103" x="2482850" y="3492500"/>
          <p14:tracePt t="15136" x="2482850" y="3486150"/>
          <p14:tracePt t="15212" x="2476500" y="3479800"/>
          <p14:tracePt t="15556" x="2470150" y="3479800"/>
          <p14:tracePt t="15577" x="2463800" y="3479800"/>
          <p14:tracePt t="15583" x="2457450" y="3473450"/>
          <p14:tracePt t="15605" x="2451100" y="3473450"/>
          <p14:tracePt t="15612" x="2444750" y="3473450"/>
          <p14:tracePt t="15647" x="2438400" y="3473450"/>
          <p14:tracePt t="15696" x="2438400" y="3467100"/>
          <p14:tracePt t="15703" x="2444750" y="3467100"/>
          <p14:tracePt t="15718" x="2451100" y="3467100"/>
          <p14:tracePt t="15725" x="2457450" y="3467100"/>
          <p14:tracePt t="15738" x="2463800" y="3467100"/>
          <p14:tracePt t="15750" x="2470150" y="3467100"/>
          <p14:tracePt t="15767" x="2508250" y="3460750"/>
          <p14:tracePt t="15784" x="2527300" y="3460750"/>
          <p14:tracePt t="15801" x="2597150" y="3454400"/>
          <p14:tracePt t="15817" x="2686050" y="3441700"/>
          <p14:tracePt t="15834" x="2724150" y="3441700"/>
          <p14:tracePt t="15851" x="2781300" y="3441700"/>
          <p14:tracePt t="15867" x="2825750" y="3435350"/>
          <p14:tracePt t="15885" x="2832100" y="3435350"/>
          <p14:tracePt t="15901" x="2844800" y="3435350"/>
          <p14:tracePt t="15917" x="2857500" y="3435350"/>
          <p14:tracePt t="16012" x="2857500" y="3429000"/>
          <p14:tracePt t="17816" x="2857500" y="3422650"/>
          <p14:tracePt t="17830" x="2863850" y="3422650"/>
          <p14:tracePt t="17837" x="2870200" y="3409950"/>
          <p14:tracePt t="17851" x="2870200" y="3397250"/>
          <p14:tracePt t="17860" x="2876550" y="3384550"/>
          <p14:tracePt t="17877" x="2882900" y="3359150"/>
          <p14:tracePt t="17894" x="2895600" y="3308350"/>
          <p14:tracePt t="17910" x="2901950" y="3282950"/>
          <p14:tracePt t="17927" x="2921000" y="3187700"/>
          <p14:tracePt t="17944" x="2927350" y="3067050"/>
          <p14:tracePt t="17960" x="2940050" y="2990850"/>
          <p14:tracePt t="17977" x="2959100" y="2825750"/>
          <p14:tracePt t="17993" x="2971800" y="2635250"/>
          <p14:tracePt t="18010" x="2965450" y="2540000"/>
          <p14:tracePt t="18027" x="2946400" y="2362200"/>
          <p14:tracePt t="18043" x="2933700" y="2209800"/>
          <p14:tracePt t="18060" x="2933700" y="2146300"/>
          <p14:tracePt t="18076" x="2933700" y="2051050"/>
          <p14:tracePt t="18093" x="2940050" y="1974850"/>
          <p14:tracePt t="18109" x="2940050" y="1936750"/>
          <p14:tracePt t="18126" x="2940050" y="1879600"/>
          <p14:tracePt t="18143" x="2940050" y="1835150"/>
          <p14:tracePt t="18160" x="2946400" y="1809750"/>
          <p14:tracePt t="18175" x="2946400" y="1797050"/>
          <p14:tracePt t="18192" x="2946400" y="1790700"/>
          <p14:tracePt t="18209" x="2946400" y="1784350"/>
          <p14:tracePt t="18252" x="2952750" y="1784350"/>
          <p14:tracePt t="18272" x="2959100" y="1784350"/>
          <p14:tracePt t="18279" x="2965450" y="1784350"/>
          <p14:tracePt t="18295" x="2978150" y="1784350"/>
          <p14:tracePt t="18309" x="2990850" y="1784350"/>
          <p14:tracePt t="18325" x="3016250" y="1784350"/>
          <p14:tracePt t="18343" x="3054350" y="1784350"/>
          <p14:tracePt t="18358" x="3073400" y="1784350"/>
          <p14:tracePt t="18375" x="3130550" y="1784350"/>
          <p14:tracePt t="18392" x="3181350" y="1790700"/>
          <p14:tracePt t="18408" x="3200400" y="1790700"/>
          <p14:tracePt t="18425" x="3238500" y="1803400"/>
          <p14:tracePt t="18442" x="3257550" y="1816100"/>
          <p14:tracePt t="18458" x="3263900" y="1822450"/>
          <p14:tracePt t="18511" x="3263900" y="1828800"/>
          <p14:tracePt t="18526" x="3257550" y="1828800"/>
          <p14:tracePt t="18532" x="3244850" y="1828800"/>
          <p14:tracePt t="18546" x="3225800" y="1828800"/>
          <p14:tracePt t="18557" x="3213100" y="1828800"/>
          <p14:tracePt t="18575" x="3162300" y="1835150"/>
          <p14:tracePt t="18591" x="3111500" y="1841500"/>
          <p14:tracePt t="18608" x="3022600" y="1854200"/>
          <p14:tracePt t="18624" x="2927350" y="1860550"/>
          <p14:tracePt t="18641" x="2901950" y="1860550"/>
          <p14:tracePt t="18658" x="2851150" y="1866900"/>
          <p14:tracePt t="18674" x="2832100" y="1873250"/>
          <p14:tracePt t="18691" x="2819400" y="1873250"/>
          <p14:tracePt t="18723" x="2819400" y="1879600"/>
          <p14:tracePt t="18744" x="2825750" y="1885950"/>
          <p14:tracePt t="18760" x="2844800" y="1892300"/>
          <p14:tracePt t="18774" x="2889250" y="1911350"/>
          <p14:tracePt t="18790" x="2914650" y="1917700"/>
          <p14:tracePt t="18807" x="3009900" y="1936750"/>
          <p14:tracePt t="18824" x="3067050" y="1943100"/>
          <p14:tracePt t="18841" x="3213100" y="1962150"/>
          <p14:tracePt t="18857" x="3232150" y="1968500"/>
          <p14:tracePt t="18873" x="3251200" y="1974850"/>
          <p14:tracePt t="18890" x="3270250" y="1974850"/>
          <p14:tracePt t="18927" x="3257550" y="1974850"/>
          <p14:tracePt t="18939" x="3232150" y="1974850"/>
          <p14:tracePt t="18956" x="3162300" y="1974850"/>
          <p14:tracePt t="18974" x="3111500" y="1974850"/>
          <p14:tracePt t="18990" x="2971800" y="1974850"/>
          <p14:tracePt t="19006" x="2838450" y="1968500"/>
          <p14:tracePt t="19024" x="2736850" y="1955800"/>
          <p14:tracePt t="19039" x="2705100" y="1955800"/>
          <p14:tracePt t="19043" x="2679700" y="1955800"/>
          <p14:tracePt t="19056" x="2667000" y="1955800"/>
          <p14:tracePt t="19073" x="2647950" y="1955800"/>
          <p14:tracePt t="19143" x="2654300" y="1955800"/>
          <p14:tracePt t="19157" x="2667000" y="1955800"/>
          <p14:tracePt t="19164" x="2679700" y="1955800"/>
          <p14:tracePt t="19178" x="2692400" y="1955800"/>
          <p14:tracePt t="19189" x="2711450" y="1949450"/>
          <p14:tracePt t="19206" x="2762250" y="1943100"/>
          <p14:tracePt t="19222" x="2800350" y="1930400"/>
          <p14:tracePt t="19239" x="2908300" y="1911350"/>
          <p14:tracePt t="19255" x="3035300" y="1892300"/>
          <p14:tracePt t="19272" x="3092450" y="1873250"/>
          <p14:tracePt t="19289" x="3200400" y="1854200"/>
          <p14:tracePt t="19306" x="3251200" y="1847850"/>
          <p14:tracePt t="19322" x="3263900" y="1847850"/>
          <p14:tracePt t="19339" x="3270250" y="1847850"/>
          <p14:tracePt t="19389" x="3251200" y="1847850"/>
          <p14:tracePt t="19396" x="3238500" y="1847850"/>
          <p14:tracePt t="19405" x="3206750" y="1854200"/>
          <p14:tracePt t="19421" x="3168650" y="1854200"/>
          <p14:tracePt t="19438" x="3073400" y="1873250"/>
          <p14:tracePt t="19455" x="3016250" y="1885950"/>
          <p14:tracePt t="19471" x="2914650" y="1905000"/>
          <p14:tracePt t="19488" x="2844800" y="1917700"/>
          <p14:tracePt t="19505" x="2819400" y="1924050"/>
          <p14:tracePt t="19522" x="2800350" y="1930400"/>
          <p14:tracePt t="19538" x="2800350" y="1936750"/>
          <p14:tracePt t="19600" x="2806700" y="1936750"/>
          <p14:tracePt t="19606" x="2825750" y="1936750"/>
          <p14:tracePt t="19621" x="2844800" y="1949450"/>
          <p14:tracePt t="19638" x="2901950" y="1949450"/>
          <p14:tracePt t="19654" x="2959100" y="1949450"/>
          <p14:tracePt t="19670" x="3098800" y="1949450"/>
          <p14:tracePt t="19687" x="3238500" y="1955800"/>
          <p14:tracePt t="19704" x="3289300" y="1955800"/>
          <p14:tracePt t="19721" x="3397250" y="1955800"/>
          <p14:tracePt t="19738" x="3429000" y="1955800"/>
          <p14:tracePt t="19754" x="3473450" y="1968500"/>
          <p14:tracePt t="19770" x="3479800" y="1981200"/>
          <p14:tracePt t="19787" x="3486150" y="1993900"/>
          <p14:tracePt t="19804" x="3498850" y="2012950"/>
          <p14:tracePt t="19820" x="3511550" y="2012950"/>
          <p14:tracePt t="19837" x="3530600" y="1993900"/>
          <p14:tracePt t="20239" x="3543300" y="2025650"/>
          <p14:tracePt t="20246" x="3562350" y="2082800"/>
          <p14:tracePt t="20261" x="3581400" y="2152650"/>
          <p14:tracePt t="20269" x="3600450" y="2228850"/>
          <p14:tracePt t="20285" x="3632200" y="2311400"/>
          <p14:tracePt t="20302" x="3663950" y="2463800"/>
          <p14:tracePt t="20318" x="3689350" y="2622550"/>
          <p14:tracePt t="20335" x="3702050" y="2711450"/>
          <p14:tracePt t="20352" x="3721100" y="2940050"/>
          <p14:tracePt t="20368" x="3746500" y="3136900"/>
          <p14:tracePt t="20385" x="3740150" y="3225800"/>
          <p14:tracePt t="20402" x="3727450" y="3467100"/>
          <p14:tracePt t="20418" x="3721100" y="3594100"/>
          <p14:tracePt t="20436" x="3676650" y="3886200"/>
          <p14:tracePt t="20451" x="3657600" y="3968750"/>
          <p14:tracePt t="20468" x="3619500" y="4114800"/>
          <p14:tracePt t="20485" x="3594100" y="4178300"/>
          <p14:tracePt t="20501" x="3587750" y="4197350"/>
          <p14:tracePt t="20964" x="3581400" y="4235450"/>
          <p14:tracePt t="20970" x="3562350" y="4279900"/>
          <p14:tracePt t="20982" x="3556000" y="4330700"/>
          <p14:tracePt t="20999" x="3530600" y="4432300"/>
          <p14:tracePt t="21016" x="3511550" y="4483100"/>
          <p14:tracePt t="21033" x="3473450" y="4616450"/>
          <p14:tracePt t="21049" x="3441700" y="4775200"/>
          <p14:tracePt t="21066" x="3422650" y="4851400"/>
          <p14:tracePt t="21070" x="3416300" y="4933950"/>
          <p14:tracePt t="21086" x="3403600" y="5010150"/>
          <p14:tracePt t="21099" x="3403600" y="5086350"/>
          <p14:tracePt t="21116" x="3403600" y="5238750"/>
          <p14:tracePt t="21132" x="3403600" y="5391150"/>
          <p14:tracePt t="21149" x="3409950" y="5467350"/>
          <p14:tracePt t="21165" x="3422650" y="5600700"/>
          <p14:tracePt t="21182" x="3441700" y="5683250"/>
          <p14:tracePt t="21199" x="3448050" y="5721350"/>
          <p14:tracePt t="21216" x="3454400" y="5772150"/>
          <p14:tracePt t="21232" x="3454400" y="5791200"/>
          <p14:tracePt t="21265" x="3479800" y="5765800"/>
          <p14:tracePt t="21713" x="3479800" y="5778500"/>
          <p14:tracePt t="21719" x="3479800" y="5810250"/>
          <p14:tracePt t="21734" x="3479800" y="5829300"/>
          <p14:tracePt t="21747" x="3486150" y="5848350"/>
          <p14:tracePt t="21763" x="3492500" y="5886450"/>
          <p14:tracePt t="21797" x="3492500" y="5899150"/>
          <p14:tracePt t="21833" x="3492500" y="5905500"/>
          <p14:tracePt t="21874" x="3505200" y="5905500"/>
          <p14:tracePt t="21881" x="3517900" y="5911850"/>
          <p14:tracePt t="21894" x="3530600" y="5918200"/>
          <p14:tracePt t="21902" x="3536950" y="5918200"/>
          <p14:tracePt t="21917" x="3556000" y="5924550"/>
          <p14:tracePt t="21931" x="3587750" y="5930900"/>
          <p14:tracePt t="21946" x="3613150" y="5937250"/>
          <p14:tracePt t="21963" x="3632200" y="5943600"/>
          <p14:tracePt t="21979" x="3689350" y="5962650"/>
          <p14:tracePt t="21996" x="3752850" y="5981700"/>
          <p14:tracePt t="22013" x="3778250" y="5988050"/>
          <p14:tracePt t="22029" x="3841750" y="6007100"/>
          <p14:tracePt t="22046" x="3879850" y="6013450"/>
          <p14:tracePt t="22063" x="3898900" y="6013450"/>
          <p14:tracePt t="22079" x="3930650" y="6013450"/>
          <p14:tracePt t="22096" x="3949700" y="6013450"/>
          <p14:tracePt t="22114" x="3962400" y="6013450"/>
          <p14:tracePt t="22129" x="3968750" y="6013450"/>
          <p14:tracePt t="22506" x="3962400" y="6013450"/>
          <p14:tracePt t="22527" x="3956050" y="6019800"/>
          <p14:tracePt t="22534" x="3949700" y="6019800"/>
          <p14:tracePt t="22555" x="3943350" y="6019800"/>
          <p14:tracePt t="22564" x="3943350" y="6026150"/>
          <p14:tracePt t="22604" x="3937000" y="6026150"/>
          <p14:tracePt t="22625" x="3930650" y="6032500"/>
          <p14:tracePt t="22668" x="3924300" y="6032500"/>
          <p14:tracePt t="22695" x="3917950" y="6038850"/>
          <p14:tracePt t="22703" x="3911600" y="6038850"/>
          <p14:tracePt t="22738" x="3905250" y="6045200"/>
          <p14:tracePt t="22773" x="3905250" y="6051550"/>
          <p14:tracePt t="23019" x="3911600" y="6051550"/>
          <p14:tracePt t="23027" x="3924300" y="6057900"/>
          <p14:tracePt t="23040" x="3949700" y="6057900"/>
          <p14:tracePt t="23047" x="3968750" y="6057900"/>
          <p14:tracePt t="23059" x="3987800" y="6057900"/>
          <p14:tracePt t="23076" x="4025900" y="6057900"/>
          <p14:tracePt t="23092" x="4044950" y="6057900"/>
          <p14:tracePt t="23109" x="4064000" y="6057900"/>
          <p14:tracePt t="23125" x="4076700" y="6057900"/>
          <p14:tracePt t="23143" x="4083050" y="6057900"/>
          <p14:tracePt t="23208" x="4089400" y="6057900"/>
          <p14:tracePt t="23250" x="4083050" y="6057900"/>
          <p14:tracePt t="23264" x="4076700" y="6057900"/>
          <p14:tracePt t="23278" x="4070350" y="6064250"/>
          <p14:tracePt t="23307" x="4064000" y="6070600"/>
          <p14:tracePt t="23320" x="4057650" y="6070600"/>
          <p14:tracePt t="23328" x="4051300" y="6070600"/>
          <p14:tracePt t="23341" x="4044950" y="6076950"/>
          <p14:tracePt t="23358" x="4019550" y="6083300"/>
          <p14:tracePt t="23375" x="4000500" y="6089650"/>
          <p14:tracePt t="23391" x="3962400" y="6096000"/>
          <p14:tracePt t="23408" x="3917950" y="6102350"/>
          <p14:tracePt t="23425" x="3867150" y="6102350"/>
          <p14:tracePt t="23441" x="3848100" y="6102350"/>
          <p14:tracePt t="23457" x="3829050" y="6102350"/>
          <p14:tracePt t="23475" x="3784600" y="6102350"/>
          <p14:tracePt t="23491" x="3771900" y="6102350"/>
          <p14:tracePt t="23507" x="3759200" y="6102350"/>
          <p14:tracePt t="23524" x="3746500" y="6096000"/>
          <p14:tracePt t="23541" x="3740150" y="6096000"/>
          <p14:tracePt t="23679" x="3746500" y="6096000"/>
          <p14:tracePt t="23685" x="3752850" y="6089650"/>
          <p14:tracePt t="23699" x="3759200" y="6089650"/>
          <p14:tracePt t="23710" x="3771900" y="6089650"/>
          <p14:tracePt t="23723" x="3784600" y="6089650"/>
          <p14:tracePt t="23740" x="3797300" y="6083300"/>
          <p14:tracePt t="23757" x="3854450" y="6076950"/>
          <p14:tracePt t="23773" x="3879850" y="6070600"/>
          <p14:tracePt t="23791" x="3917950" y="6057900"/>
          <p14:tracePt t="23806" x="3930650" y="6057900"/>
          <p14:tracePt t="23823" x="3956050" y="6051550"/>
          <p14:tracePt t="23840" x="3962400" y="6045200"/>
          <p14:tracePt t="23856" x="3968750" y="6045200"/>
          <p14:tracePt t="23892" x="3975100" y="6045200"/>
          <p14:tracePt t="23952" x="3968750" y="6051550"/>
          <p14:tracePt t="23959" x="3968750" y="6057900"/>
          <p14:tracePt t="23973" x="3962400" y="6057900"/>
          <p14:tracePt t="23989" x="3956050" y="6064250"/>
          <p14:tracePt t="24009" x="3949700" y="6070600"/>
          <p14:tracePt t="24025" x="3943350" y="6076950"/>
          <p14:tracePt t="24038" x="3937000" y="6083300"/>
          <p14:tracePt t="24055" x="3930650" y="6083300"/>
          <p14:tracePt t="24072" x="3930650" y="6089650"/>
          <p14:tracePt t="24089" x="3924300" y="6089650"/>
          <p14:tracePt t="24106" x="3917950" y="6096000"/>
          <p14:tracePt t="24149" x="3917950" y="6102350"/>
          <p14:tracePt t="24170" x="3924300" y="6102350"/>
          <p14:tracePt t="24177" x="3930650" y="6102350"/>
          <p14:tracePt t="24192" x="3937000" y="6102350"/>
          <p14:tracePt t="24205" x="3949700" y="6102350"/>
          <p14:tracePt t="24222" x="3981450" y="6089650"/>
          <p14:tracePt t="24238" x="4000500" y="6089650"/>
          <p14:tracePt t="24255" x="4038600" y="6070600"/>
          <p14:tracePt t="24271" x="4076700" y="6064250"/>
          <p14:tracePt t="24289" x="4095750" y="6057900"/>
          <p14:tracePt t="24304" x="4108450" y="6051550"/>
          <p14:tracePt t="24321" x="4121150" y="6051550"/>
          <p14:tracePt t="24402" x="4114800" y="6051550"/>
          <p14:tracePt t="24422" x="4108450" y="6051550"/>
          <p14:tracePt t="24430" x="4102100" y="6057900"/>
          <p14:tracePt t="24444" x="4089400" y="6057900"/>
          <p14:tracePt t="24454" x="4070350" y="6064250"/>
          <p14:tracePt t="24472" x="4019550" y="6070600"/>
          <p14:tracePt t="24487" x="3981450" y="6070600"/>
          <p14:tracePt t="24504" x="3860800" y="6089650"/>
          <p14:tracePt t="24521" x="3733800" y="6102350"/>
          <p14:tracePt t="24537" x="3644900" y="6102350"/>
          <p14:tracePt t="24554" x="3454400" y="6102350"/>
          <p14:tracePt t="24570" x="3213100" y="6102350"/>
          <p14:tracePt t="24587" x="3111500" y="6102350"/>
          <p14:tracePt t="24604" x="2882900" y="6096000"/>
          <p14:tracePt t="24620" x="2628900" y="6076950"/>
          <p14:tracePt t="24637" x="2514600" y="6076950"/>
          <p14:tracePt t="24655" x="2336800" y="6076950"/>
          <p14:tracePt t="24670" x="2209800" y="6076950"/>
          <p14:tracePt t="24687" x="2159000" y="6076950"/>
          <p14:tracePt t="24704" x="2089150" y="6083300"/>
          <p14:tracePt t="24720" x="2057400" y="6089650"/>
          <p14:tracePt t="24736" x="2006600" y="6115050"/>
          <p14:tracePt t="24753" x="1936750" y="6140450"/>
          <p14:tracePt t="24770" x="1911350" y="6146800"/>
          <p14:tracePt t="24787" x="1866900" y="6159500"/>
          <p14:tracePt t="24803" x="1803400" y="6165850"/>
          <p14:tracePt t="24820" x="1784350" y="6172200"/>
          <p14:tracePt t="24837" x="1746250" y="6172200"/>
          <p14:tracePt t="24853" x="1714500" y="6172200"/>
          <p14:tracePt t="24869" x="1689100" y="6172200"/>
          <p14:tracePt t="24886" x="1663700" y="6165850"/>
          <p14:tracePt t="24903" x="1638300" y="6159500"/>
          <p14:tracePt t="24919" x="1638300" y="6153150"/>
          <p14:tracePt t="24936" x="1625600" y="6153150"/>
          <p14:tracePt t="24952" x="1612900" y="6153150"/>
          <p14:tracePt t="24970" x="1606550" y="6146800"/>
          <p14:tracePt t="25002" x="1600200" y="6146800"/>
          <p14:tracePt t="25315" x="1606550" y="6146800"/>
          <p14:tracePt t="25321" x="1612900" y="6140450"/>
          <p14:tracePt t="25337" x="1619250" y="6140450"/>
          <p14:tracePt t="25351" x="1631950" y="6134100"/>
          <p14:tracePt t="25368" x="1676400" y="6127750"/>
          <p14:tracePt t="25385" x="1771650" y="6108700"/>
          <p14:tracePt t="25401" x="1854200" y="6102350"/>
          <p14:tracePt t="25417" x="2044700" y="6076950"/>
          <p14:tracePt t="25434" x="2298700" y="6057900"/>
          <p14:tracePt t="25451" x="2438400" y="6057900"/>
          <p14:tracePt t="25468" x="2698750" y="6045200"/>
          <p14:tracePt t="25484" x="2952750" y="6045200"/>
          <p14:tracePt t="25501" x="3054350" y="6045200"/>
          <p14:tracePt t="25518" x="3257550" y="6045200"/>
          <p14:tracePt t="25534" x="3422650" y="6051550"/>
          <p14:tracePt t="25550" x="3486150" y="6057900"/>
          <p14:tracePt t="25567" x="3606800" y="6057900"/>
          <p14:tracePt t="25584" x="3683000" y="6070600"/>
          <p14:tracePt t="25601" x="3702050" y="6070600"/>
          <p14:tracePt t="25617" x="3740150" y="6070600"/>
          <p14:tracePt t="25634" x="3759200" y="6070600"/>
          <p14:tracePt t="25651" x="3771900" y="6070600"/>
          <p14:tracePt t="25667" x="3797300" y="6070600"/>
          <p14:tracePt t="25684" x="3810000" y="6070600"/>
          <p14:tracePt t="25701" x="3829050" y="6064250"/>
          <p14:tracePt t="25716" x="3854450" y="6064250"/>
          <p14:tracePt t="25733" x="3860800" y="6064250"/>
          <p14:tracePt t="25750" x="3867150" y="6070600"/>
          <p14:tracePt t="25766" x="3886200" y="6070600"/>
          <p14:tracePt t="25783" x="3892550" y="6070600"/>
          <p14:tracePt t="25800" x="3898900" y="6070600"/>
          <p14:tracePt t="25833" x="3905250" y="6070600"/>
          <p14:tracePt t="26136" x="3886200" y="6070600"/>
          <p14:tracePt t="26142" x="3835400" y="6064250"/>
          <p14:tracePt t="26157" x="3771900" y="6057900"/>
          <p14:tracePt t="26165" x="3708400" y="6057900"/>
          <p14:tracePt t="26182" x="3613150" y="6045200"/>
          <p14:tracePt t="26199" x="3422650" y="6026150"/>
          <p14:tracePt t="26215" x="3257550" y="6013450"/>
          <p14:tracePt t="26231" x="3168650" y="6007100"/>
          <p14:tracePt t="26248" x="3022600" y="5988050"/>
          <p14:tracePt t="26265" x="2959100" y="5975350"/>
          <p14:tracePt t="26281" x="2863850" y="5969000"/>
          <p14:tracePt t="26298" x="2825750" y="5969000"/>
          <p14:tracePt t="26314" x="2813050" y="5969000"/>
          <p14:tracePt t="26332" x="2806700" y="5969000"/>
          <p14:tracePt t="26375" x="2813050" y="5969000"/>
          <p14:tracePt t="26388" x="2825750" y="5969000"/>
          <p14:tracePt t="26395" x="2838450" y="5969000"/>
          <p14:tracePt t="26410" x="2857500" y="5969000"/>
          <p14:tracePt t="26418" x="2889250" y="5975350"/>
          <p14:tracePt t="26431" x="2914650" y="5981700"/>
          <p14:tracePt t="26447" x="3022600" y="5994400"/>
          <p14:tracePt t="26465" x="3098800" y="5994400"/>
          <p14:tracePt t="26481" x="3276600" y="6013450"/>
          <p14:tracePt t="26497" x="3467100" y="6013450"/>
          <p14:tracePt t="26514" x="3556000" y="6013450"/>
          <p14:tracePt t="26530" x="3708400" y="6013450"/>
          <p14:tracePt t="26547" x="3771900" y="6013450"/>
          <p14:tracePt t="26564" x="3898900" y="6013450"/>
          <p14:tracePt t="26580" x="3917950" y="6013450"/>
          <p14:tracePt t="26613" x="3930650" y="6013450"/>
          <p14:tracePt t="26943" x="3930650" y="6007100"/>
          <p14:tracePt t="26957" x="3930650" y="5994400"/>
          <p14:tracePt t="27291" x="3917950" y="5994400"/>
          <p14:tracePt t="27298" x="3905250" y="5994400"/>
          <p14:tracePt t="27314" x="3892550" y="6000750"/>
          <p14:tracePt t="27327" x="3873500" y="6026150"/>
          <p14:tracePt t="27344" x="3860800" y="6026150"/>
          <p14:tracePt t="27362" x="3841750" y="6026150"/>
          <p14:tracePt t="27377" x="3829050" y="6032500"/>
          <p14:tracePt t="27394" x="3797300" y="6051550"/>
          <p14:tracePt t="27411" x="3752850" y="6070600"/>
          <p14:tracePt t="27427" x="3721100" y="6083300"/>
          <p14:tracePt t="27444" x="3619500" y="6127750"/>
          <p14:tracePt t="27461" x="3517900" y="6197600"/>
          <p14:tracePt t="27477" x="3473450" y="6223000"/>
          <p14:tracePt t="27495" x="3365500" y="6280150"/>
          <p14:tracePt t="27510" x="3276600" y="6330950"/>
          <p14:tracePt t="27527" x="3244850" y="6350000"/>
          <p14:tracePt t="27544" x="3206750" y="6362700"/>
          <p14:tracePt t="27560" x="3200400" y="6369050"/>
          <p14:tracePt t="27576" x="3194050" y="6369050"/>
          <p14:tracePt t="27609" x="3187700" y="6369050"/>
          <p14:tracePt t="28022" x="3194050" y="6369050"/>
          <p14:tracePt t="28049" x="3200400" y="6369050"/>
          <p14:tracePt t="28085" x="3206750" y="6369050"/>
          <p14:tracePt t="28093" x="3219450" y="6369050"/>
          <p14:tracePt t="28099" x="3225800" y="6369050"/>
          <p14:tracePt t="28113" x="3238500" y="6369050"/>
          <p14:tracePt t="28125" x="3257550" y="6369050"/>
          <p14:tracePt t="28142" x="3295650" y="6369050"/>
          <p14:tracePt t="28158" x="3327400" y="6375400"/>
          <p14:tracePt t="28162" x="3359150" y="6375400"/>
          <p14:tracePt t="28175" x="3378200" y="6375400"/>
          <p14:tracePt t="28191" x="3416300" y="6381750"/>
          <p14:tracePt t="28207" x="3435350" y="6381750"/>
          <p14:tracePt t="28225" x="3454400" y="6381750"/>
          <p14:tracePt t="28241" x="3460750" y="6381750"/>
          <p14:tracePt t="28295" x="3454400" y="6381750"/>
          <p14:tracePt t="28302" x="3448050" y="6381750"/>
          <p14:tracePt t="28311" x="3441700" y="6375400"/>
          <p14:tracePt t="28325" x="3429000" y="6375400"/>
          <p14:tracePt t="28341" x="3416300" y="6369050"/>
          <p14:tracePt t="28358" x="3352800" y="6356350"/>
          <p14:tracePt t="28374" x="3257550" y="6330950"/>
          <p14:tracePt t="28390" x="3187700" y="6311900"/>
          <p14:tracePt t="28408" x="3022600" y="6280150"/>
          <p14:tracePt t="28424" x="2838450" y="6242050"/>
          <p14:tracePt t="28440" x="2749550" y="6216650"/>
          <p14:tracePt t="28457" x="2565400" y="6191250"/>
          <p14:tracePt t="28474" x="2438400" y="6172200"/>
          <p14:tracePt t="28490" x="2381250" y="6159500"/>
          <p14:tracePt t="28507" x="2311400" y="6153150"/>
          <p14:tracePt t="28524" x="2286000" y="6146800"/>
          <p14:tracePt t="28541" x="2279650" y="6140450"/>
          <p14:tracePt t="28815" x="2286000" y="6140450"/>
          <p14:tracePt t="28823" x="2298700" y="6140450"/>
          <p14:tracePt t="28836" x="2305050" y="6140450"/>
          <p14:tracePt t="28843" x="2324100" y="6140450"/>
          <p14:tracePt t="28858" x="2349500" y="6134100"/>
          <p14:tracePt t="28872" x="2432050" y="6134100"/>
          <p14:tracePt t="28889" x="2482850" y="6127750"/>
          <p14:tracePt t="28907" x="2590800" y="6115050"/>
          <p14:tracePt t="28922" x="2641600" y="6115050"/>
          <p14:tracePt t="28939" x="2724150" y="6108700"/>
          <p14:tracePt t="28956" x="2781300" y="6096000"/>
          <p14:tracePt t="28972" x="2794000" y="6096000"/>
          <p14:tracePt t="28988" x="2819400" y="6096000"/>
          <p14:tracePt t="29006" x="2825750" y="6089650"/>
          <p14:tracePt t="29054" x="2832100" y="6089650"/>
          <p14:tracePt t="29096" x="2838450" y="6089650"/>
          <p14:tracePt t="29103" x="2844800" y="6089650"/>
          <p14:tracePt t="29117" x="2851150" y="6089650"/>
          <p14:tracePt t="29125" x="2863850" y="6089650"/>
          <p14:tracePt t="29141" x="2876550" y="6089650"/>
          <p14:tracePt t="29154" x="2914650" y="6096000"/>
          <p14:tracePt t="29171" x="2946400" y="6096000"/>
          <p14:tracePt t="29175" x="2971800" y="6096000"/>
          <p14:tracePt t="29188" x="3003550" y="6102350"/>
          <p14:tracePt t="29205" x="3028950" y="6102350"/>
          <p14:tracePt t="29221" x="3086100" y="6102350"/>
          <p14:tracePt t="29237" x="3124200" y="6102350"/>
          <p14:tracePt t="29254" x="3136900" y="6102350"/>
          <p14:tracePt t="29271" x="3155950" y="6102350"/>
          <p14:tracePt t="29287" x="3162300" y="6102350"/>
          <p14:tracePt t="29328" x="3162300" y="6108700"/>
          <p14:tracePt t="29337" x="3162300" y="6115050"/>
          <p14:tracePt t="29355" x="3168650" y="6121400"/>
          <p14:tracePt t="29370" x="3175000" y="6121400"/>
          <p14:tracePt t="30005" x="3168650" y="6121400"/>
          <p14:tracePt t="30020" x="3136900" y="6121400"/>
          <p14:tracePt t="30027" x="3111500" y="6121400"/>
          <p14:tracePt t="30041" x="3073400" y="6121400"/>
          <p14:tracePt t="30052" x="3028950" y="6121400"/>
          <p14:tracePt t="30069" x="2914650" y="6121400"/>
          <p14:tracePt t="30085" x="2863850" y="6115050"/>
          <p14:tracePt t="30101" x="2736850" y="6115050"/>
          <p14:tracePt t="30118" x="2603500" y="6102350"/>
          <p14:tracePt t="30134" x="2540000" y="6096000"/>
          <p14:tracePt t="30151" x="2438400" y="6096000"/>
          <p14:tracePt t="30168" x="2355850" y="6089650"/>
          <p14:tracePt t="30184" x="2336800" y="6089650"/>
          <p14:tracePt t="30188" x="2317750" y="6089650"/>
          <p14:tracePt t="30201" x="2311400" y="6089650"/>
          <p14:tracePt t="30217" x="2298700" y="6089650"/>
          <p14:tracePt t="30234" x="2292350" y="6089650"/>
          <p14:tracePt t="30280" x="2292350" y="6096000"/>
          <p14:tracePt t="30441" x="2298700" y="6096000"/>
          <p14:tracePt t="30469" x="2305050" y="6096000"/>
          <p14:tracePt t="30476" x="2311400" y="6102350"/>
          <p14:tracePt t="30497" x="2324100" y="6102350"/>
          <p14:tracePt t="30511" x="2336800" y="6108700"/>
          <p14:tracePt t="30520" x="2355850" y="6108700"/>
          <p14:tracePt t="30533" x="2387600" y="6108700"/>
          <p14:tracePt t="30550" x="2470150" y="6127750"/>
          <p14:tracePt t="30567" x="2533650" y="6134100"/>
          <p14:tracePt t="30583" x="2686050" y="6153150"/>
          <p14:tracePt t="30599" x="2768600" y="6172200"/>
          <p14:tracePt t="30617" x="3009900" y="6191250"/>
          <p14:tracePt t="30634" x="3079750" y="6203950"/>
          <p14:tracePt t="30649" x="3130550" y="6203950"/>
          <p14:tracePt t="30666" x="3200400" y="6210300"/>
          <p14:tracePt t="30683" x="3232150" y="6210300"/>
          <p14:tracePt t="30699" x="3244850" y="6210300"/>
          <p14:tracePt t="30716" x="3251200" y="6210300"/>
          <p14:tracePt t="30732" x="3257550" y="6210300"/>
          <p14:tracePt t="30820" x="3251200" y="6210300"/>
          <p14:tracePt t="30827" x="3244850" y="6210300"/>
          <p14:tracePt t="30841" x="3232150" y="6216650"/>
          <p14:tracePt t="30849" x="3219450" y="6216650"/>
          <p14:tracePt t="30865" x="3200400" y="6216650"/>
          <p14:tracePt t="30882" x="3162300" y="6223000"/>
          <p14:tracePt t="30899" x="2978150" y="6235700"/>
          <p14:tracePt t="30915" x="2901950" y="6235700"/>
          <p14:tracePt t="30933" x="2762250" y="6235700"/>
          <p14:tracePt t="30948" x="2698750" y="6235700"/>
          <p14:tracePt t="30965" x="2571750" y="6229350"/>
          <p14:tracePt t="30982" x="2489200" y="6229350"/>
          <p14:tracePt t="30998" x="2457450" y="6229350"/>
          <p14:tracePt t="31015" x="2438400" y="6229350"/>
          <p14:tracePt t="31031" x="2425700" y="6229350"/>
          <p14:tracePt t="31048" x="2419350" y="6229350"/>
          <p14:tracePt t="31094" x="2425700" y="6229350"/>
          <p14:tracePt t="31101" x="2432050" y="6229350"/>
          <p14:tracePt t="31115" x="2451100" y="6229350"/>
          <p14:tracePt t="31131" x="2495550" y="6229350"/>
          <p14:tracePt t="31148" x="2546350" y="6229350"/>
          <p14:tracePt t="31165" x="2673350" y="6229350"/>
          <p14:tracePt t="31181" x="2838450" y="6229350"/>
          <p14:tracePt t="31198" x="2927350" y="6229350"/>
          <p14:tracePt t="31214" x="3092450" y="6229350"/>
          <p14:tracePt t="31231" x="3155950" y="6229350"/>
          <p14:tracePt t="31248" x="3238500" y="6223000"/>
          <p14:tracePt t="31264" x="3302000" y="6223000"/>
          <p14:tracePt t="31280" x="3314700" y="6216650"/>
          <p14:tracePt t="31298" x="3321050" y="6216650"/>
          <p14:tracePt t="31314" x="3327400" y="6216650"/>
          <p14:tracePt t="31403" x="3333750" y="6216650"/>
          <p14:tracePt t="31473" x="3340100" y="6216650"/>
          <p14:tracePt t="31481" x="3346450" y="6216650"/>
          <p14:tracePt t="31494" x="3352800" y="6216650"/>
          <p14:tracePt t="31501" x="3359150" y="6223000"/>
          <p14:tracePt t="31517" x="3371850" y="6223000"/>
          <p14:tracePt t="31530" x="3422650" y="6235700"/>
          <p14:tracePt t="31546" x="3479800" y="6242050"/>
          <p14:tracePt t="31563" x="3530600" y="6242050"/>
          <p14:tracePt t="31579" x="3670300" y="6261100"/>
          <p14:tracePt t="31596" x="3816350" y="6273800"/>
          <p14:tracePt t="31614" x="3981450" y="6292850"/>
          <p14:tracePt t="31629" x="4057650" y="6292850"/>
          <p14:tracePt t="31646" x="4178300" y="6299200"/>
          <p14:tracePt t="31663" x="4254500" y="6299200"/>
          <p14:tracePt t="31679" x="4273550" y="6299200"/>
          <p14:tracePt t="31695" x="4292600" y="6299200"/>
          <p14:tracePt t="31796" x="4298950" y="6299200"/>
          <p14:tracePt t="31845" x="4305300" y="6299200"/>
          <p14:tracePt t="31873" x="4311650" y="6299200"/>
          <p14:tracePt t="31894" x="4318000" y="6299200"/>
          <p14:tracePt t="31902" x="4330700" y="6299200"/>
          <p14:tracePt t="31916" x="4337050" y="6299200"/>
          <p14:tracePt t="31928" x="4356100" y="6299200"/>
          <p14:tracePt t="31945" x="4432300" y="6299200"/>
          <p14:tracePt t="31961" x="4502150" y="6299200"/>
          <p14:tracePt t="31979" x="4679950" y="6286500"/>
          <p14:tracePt t="31995" x="4883150" y="6286500"/>
          <p14:tracePt t="32012" x="4997450" y="6286500"/>
          <p14:tracePt t="32028" x="5187950" y="6280150"/>
          <p14:tracePt t="32045" x="5314950" y="6280150"/>
          <p14:tracePt t="32061" x="5365750" y="6280150"/>
          <p14:tracePt t="32078" x="5403850" y="6273800"/>
          <p14:tracePt t="32095" x="5429250" y="6273800"/>
          <p14:tracePt t="32113" x="5441950" y="6273800"/>
          <p14:tracePt t="32323" x="5441950" y="6267450"/>
          <p14:tracePt t="32342" x="5441950" y="6273800"/>
          <p14:tracePt t="32609" x="5435600" y="6273800"/>
          <p14:tracePt t="32644" x="5441950" y="6273800"/>
          <p14:tracePt t="32658" x="5448300" y="6273800"/>
          <p14:tracePt t="32665" x="5467350" y="6273800"/>
          <p14:tracePt t="32679" x="5492750" y="6273800"/>
          <p14:tracePt t="32693" x="5568950" y="6273800"/>
          <p14:tracePt t="32709" x="5632450" y="6273800"/>
          <p14:tracePt t="32726" x="5702300" y="6261100"/>
          <p14:tracePt t="32742" x="5867400" y="6242050"/>
          <p14:tracePt t="32759" x="6000750" y="6223000"/>
          <p14:tracePt t="32775" x="6064250" y="6216650"/>
          <p14:tracePt t="32792" x="6165850" y="6216650"/>
          <p14:tracePt t="32808" x="6261100" y="6216650"/>
          <p14:tracePt t="32826" x="6337300" y="6216650"/>
          <p14:tracePt t="32842" x="6369050" y="6216650"/>
          <p14:tracePt t="32859" x="6413500" y="6223000"/>
          <p14:tracePt t="32876" x="6457950" y="6229350"/>
          <p14:tracePt t="32892" x="6470650" y="6229350"/>
          <p14:tracePt t="32908" x="6496050" y="6235700"/>
          <p14:tracePt t="32925" x="6508750" y="6235700"/>
          <p14:tracePt t="32941" x="6508750" y="6242050"/>
          <p14:tracePt t="32959" x="6527800" y="6242050"/>
          <p14:tracePt t="32975" x="6540500" y="6242050"/>
          <p14:tracePt t="32991" x="6546850" y="6242050"/>
          <p14:tracePt t="33009" x="6559550" y="6248400"/>
          <p14:tracePt t="33024" x="6572250" y="6248400"/>
          <p14:tracePt t="33041" x="6604000" y="6248400"/>
          <p14:tracePt t="33059" x="6654800" y="6248400"/>
          <p14:tracePt t="33074" x="6692900" y="6248400"/>
          <p14:tracePt t="33091" x="6794500" y="6248400"/>
          <p14:tracePt t="33108" x="6902450" y="6254750"/>
          <p14:tracePt t="33124" x="6953250" y="6267450"/>
          <p14:tracePt t="33141" x="7023100" y="6267450"/>
          <p14:tracePt t="33158" x="7061200" y="6267450"/>
          <p14:tracePt t="33175" x="7073900" y="6267450"/>
          <p14:tracePt t="33191" x="7080250" y="6267450"/>
          <p14:tracePt t="33207" x="7086600" y="6267450"/>
          <p14:tracePt t="33276" x="7080250" y="6267450"/>
          <p14:tracePt t="33325" x="7080250" y="6292850"/>
          <p14:tracePt t="33670" x="7048500" y="6286500"/>
          <p14:tracePt t="33677" x="6978650" y="6280150"/>
          <p14:tracePt t="33692" x="6915150" y="6280150"/>
          <p14:tracePt t="33705" x="6826250" y="6286500"/>
          <p14:tracePt t="33722" x="6648450" y="6286500"/>
          <p14:tracePt t="33739" x="6534150" y="6280150"/>
          <p14:tracePt t="33755" x="6343650" y="6248400"/>
          <p14:tracePt t="33772" x="6165850" y="6235700"/>
          <p14:tracePt t="33789" x="5969000" y="6210300"/>
          <p14:tracePt t="33805" x="5892800" y="6191250"/>
          <p14:tracePt t="33822" x="5772150" y="6172200"/>
          <p14:tracePt t="33839" x="5715000" y="6172200"/>
          <p14:tracePt t="33855" x="5695950" y="6172200"/>
          <p14:tracePt t="33872" x="5683250" y="6172200"/>
          <p14:tracePt t="33889" x="5676900" y="6172200"/>
          <p14:tracePt t="33924" x="5670550" y="6172200"/>
          <p14:tracePt t="33992" x="5664200" y="6172200"/>
          <p14:tracePt t="34000" x="5657850" y="6172200"/>
          <p14:tracePt t="34007" x="5632450" y="6172200"/>
          <p14:tracePt t="34023" x="5594350" y="6172200"/>
          <p14:tracePt t="34038" x="5556250" y="6172200"/>
          <p14:tracePt t="34054" x="5429250" y="6184900"/>
          <p14:tracePt t="34071" x="5238750" y="6184900"/>
          <p14:tracePt t="34087" x="5111750" y="6184900"/>
          <p14:tracePt t="34105" x="4813300" y="6203950"/>
          <p14:tracePt t="34120" x="4425950" y="6261100"/>
          <p14:tracePt t="34137" x="4203700" y="6286500"/>
          <p14:tracePt t="34154" x="3740150" y="6343650"/>
          <p14:tracePt t="34171" x="3327400" y="6381750"/>
          <p14:tracePt t="34187" x="3168650" y="6381750"/>
          <p14:tracePt t="34204" x="2895600" y="6381750"/>
          <p14:tracePt t="34220" x="2679700" y="6381750"/>
          <p14:tracePt t="34237" x="2603500" y="6369050"/>
          <p14:tracePt t="34254" x="2470150" y="6337300"/>
          <p14:tracePt t="34270" x="2425700" y="6324600"/>
          <p14:tracePt t="34287" x="2362200" y="6299200"/>
          <p14:tracePt t="34303" x="2349500" y="6292850"/>
          <p14:tracePt t="34330" x="2343150" y="6286500"/>
          <p14:tracePt t="34351" x="2355850" y="6286500"/>
          <p14:tracePt t="34358" x="2374900" y="6286500"/>
          <p14:tracePt t="34373" x="2393950" y="6286500"/>
          <p14:tracePt t="34387" x="2413000" y="6280150"/>
          <p14:tracePt t="34403" x="2457450" y="6280150"/>
          <p14:tracePt t="34420" x="2482850" y="6280150"/>
          <p14:tracePt t="34436" x="2527300" y="6273800"/>
          <p14:tracePt t="34453" x="2546350" y="6273800"/>
          <p14:tracePt t="34470" x="2571750" y="6273800"/>
          <p14:tracePt t="34486" x="2578100" y="6273800"/>
          <p14:tracePt t="34503" x="2616200" y="6280150"/>
          <p14:tracePt t="34520" x="2667000" y="6280150"/>
          <p14:tracePt t="34536" x="2705100" y="6280150"/>
          <p14:tracePt t="34553" x="2762250" y="6292850"/>
          <p14:tracePt t="34569" x="2978150" y="6286500"/>
          <p14:tracePt t="34586" x="3092450" y="6280150"/>
          <p14:tracePt t="34602" x="3219450" y="6267450"/>
          <p14:tracePt t="34619" x="3562350" y="6254750"/>
          <p14:tracePt t="34636" x="4013200" y="6242050"/>
          <p14:tracePt t="34653" x="4578350" y="6242050"/>
          <p14:tracePt t="34669" x="4895850" y="6223000"/>
          <p14:tracePt t="34685" x="5441950" y="6223000"/>
          <p14:tracePt t="34703" x="5816600" y="6210300"/>
          <p14:tracePt t="34719" x="5924550" y="6210300"/>
          <p14:tracePt t="34735" x="6070600" y="6203950"/>
          <p14:tracePt t="34752" x="6121400" y="6191250"/>
          <p14:tracePt t="34768" x="6146800" y="6191250"/>
          <p14:tracePt t="34785" x="6146800" y="6184900"/>
          <p14:tracePt t="34802" x="6146800" y="6178550"/>
          <p14:tracePt t="34822" x="6146800" y="6172200"/>
          <p14:tracePt t="34843" x="6146800" y="6165850"/>
          <p14:tracePt t="34851" x="6146800" y="6159500"/>
          <p14:tracePt t="34867" x="6146800" y="6153150"/>
          <p14:tracePt t="34885" x="6184900" y="6102350"/>
          <p14:tracePt t="34901" x="6223000" y="6038850"/>
          <p14:tracePt t="34918" x="6337300" y="5873750"/>
          <p14:tracePt t="34935" x="6477000" y="5683250"/>
          <p14:tracePt t="34951" x="6540500" y="5575300"/>
          <p14:tracePt t="34968" x="6648450" y="5410200"/>
          <p14:tracePt t="34985" x="6762750" y="5283200"/>
          <p14:tracePt t="35001" x="6800850" y="5226050"/>
          <p14:tracePt t="35018" x="6864350" y="5111750"/>
          <p14:tracePt t="35034" x="6921500" y="5022850"/>
          <p14:tracePt t="35051" x="6940550" y="4991100"/>
          <p14:tracePt t="35068" x="6978650" y="4953000"/>
          <p14:tracePt t="35084" x="7004050" y="4927600"/>
          <p14:tracePt t="35101" x="7016750" y="4914900"/>
          <p14:tracePt t="35117" x="7035800" y="4889500"/>
          <p14:tracePt t="35134" x="7048500" y="4876800"/>
          <p14:tracePt t="35152" x="7061200" y="4851400"/>
          <p14:tracePt t="35167" x="7067550" y="4845050"/>
          <p14:tracePt t="35184" x="7080250" y="4832350"/>
          <p14:tracePt t="35201" x="7099300" y="4806950"/>
          <p14:tracePt t="35216" x="7105650" y="4800600"/>
          <p14:tracePt t="35234" x="7112000" y="4781550"/>
          <p14:tracePt t="35251" x="7131050" y="4756150"/>
          <p14:tracePt t="35267" x="7137400" y="4743450"/>
          <p14:tracePt t="35284" x="7143750" y="4730750"/>
          <p14:tracePt t="35300" x="7156450" y="4711700"/>
          <p14:tracePt t="35316" x="7162800" y="4705350"/>
          <p14:tracePt t="35334" x="7162800" y="4699000"/>
          <p14:tracePt t="35377" x="7162800" y="4692650"/>
          <p14:tracePt t="35412" x="7162800" y="4686300"/>
          <p14:tracePt t="35454" x="7169150" y="4679950"/>
          <p14:tracePt t="35545" x="7175500" y="4679950"/>
          <p14:tracePt t="35587" x="7175500" y="467360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repr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</a:t>
            </a:r>
            <a:r>
              <a:rPr lang="fr-FR" sz="2200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repr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(x)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</a:t>
            </a:r>
            <a:r>
              <a:rPr lang="fr-FR" sz="2200" spc="-10" dirty="0" err="1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</a:t>
            </a:r>
            <a:r>
              <a:rPr lang="fr-FR" sz="2200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(x)</a:t>
            </a:r>
          </a:p>
          <a:p>
            <a:pPr>
              <a:lnSpc>
                <a:spcPct val="90000"/>
              </a:lnSpc>
            </a:pP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  <a:r>
              <a:rPr lang="fr-FR" sz="2200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(attrib1=1, attrib3=3, attrib4=4)'</a:t>
            </a:r>
          </a:p>
          <a:p>
            <a:pPr>
              <a:lnSpc>
                <a:spcPct val="90000"/>
              </a:lnSpc>
            </a:pPr>
            <a:r>
              <a:rPr lang="fr-FR" sz="2200" spc="-10" dirty="0" err="1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(attrib1=1, attrib3=3, attrib4=4)</a:t>
            </a:r>
          </a:p>
          <a:p>
            <a:pPr>
              <a:lnSpc>
                <a:spcPct val="90000"/>
              </a:lnSpc>
            </a:pP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-1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3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754"/>
    </mc:Choice>
    <mc:Fallback xmlns="">
      <p:transition spd="slow" advTm="497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" x="5562600" y="3752850"/>
          <p14:tracePt t="32" x="5562600" y="3759200"/>
          <p14:tracePt t="48" x="5549900" y="3771900"/>
          <p14:tracePt t="65" x="5543550" y="3778250"/>
          <p14:tracePt t="132" x="5524500" y="3784600"/>
          <p14:tracePt t="168" x="5518150" y="3790950"/>
          <p14:tracePt t="184" x="5518150" y="3797300"/>
          <p14:tracePt t="203" x="5511800" y="3803650"/>
          <p14:tracePt t="238" x="5505450" y="3810000"/>
          <p14:tracePt t="245" x="5499100" y="3816350"/>
          <p14:tracePt t="266" x="5492750" y="3816350"/>
          <p14:tracePt t="273" x="5486400" y="3816350"/>
          <p14:tracePt t="287" x="5486400" y="3822700"/>
          <p14:tracePt t="297" x="5473700" y="3829050"/>
          <p14:tracePt t="314" x="5467350" y="3835400"/>
          <p14:tracePt t="330" x="5454650" y="3854450"/>
          <p14:tracePt t="347" x="5441950" y="3860800"/>
          <p14:tracePt t="365" x="5429250" y="3867150"/>
          <p14:tracePt t="397" x="5422900" y="3873500"/>
          <p14:tracePt t="449" x="5416550" y="3879850"/>
          <p14:tracePt t="484" x="5410200" y="3886200"/>
          <p14:tracePt t="504" x="5403850" y="3892550"/>
          <p14:tracePt t="525" x="5391150" y="3898900"/>
          <p14:tracePt t="547" x="5384800" y="3905250"/>
          <p14:tracePt t="554" x="5372100" y="3911600"/>
          <p14:tracePt t="562" x="5372100" y="3917950"/>
          <p14:tracePt t="580" x="5353050" y="3937000"/>
          <p14:tracePt t="596" x="5314950" y="3962400"/>
          <p14:tracePt t="613" x="5283200" y="3994150"/>
          <p14:tracePt t="630" x="5238750" y="4013200"/>
          <p14:tracePt t="646" x="5168900" y="4051300"/>
          <p14:tracePt t="663" x="5118100" y="4070350"/>
          <p14:tracePt t="680" x="5003800" y="4095750"/>
          <p14:tracePt t="696" x="4933950" y="4102100"/>
          <p14:tracePt t="712" x="4857750" y="4114800"/>
          <p14:tracePt t="730" x="4737100" y="4121150"/>
          <p14:tracePt t="746" x="4629150" y="4127500"/>
          <p14:tracePt t="762" x="4508500" y="4114800"/>
          <p14:tracePt t="779" x="4324350" y="4083050"/>
          <p14:tracePt t="796" x="4191000" y="4044950"/>
          <p14:tracePt t="813" x="4057650" y="4006850"/>
          <p14:tracePt t="828" x="3835400" y="3956050"/>
          <p14:tracePt t="845" x="3676650" y="3924300"/>
          <p14:tracePt t="863" x="3429000" y="3867150"/>
          <p14:tracePt t="878" x="3270250" y="3803650"/>
          <p14:tracePt t="895" x="3086100" y="3765550"/>
          <p14:tracePt t="912" x="2838450" y="3695700"/>
          <p14:tracePt t="928" x="2711450" y="3644900"/>
          <p14:tracePt t="945" x="2609850" y="3594100"/>
          <p14:tracePt t="962" x="2432050" y="3517900"/>
          <p14:tracePt t="978" x="2311400" y="3479800"/>
          <p14:tracePt t="995" x="2159000" y="3441700"/>
          <p14:tracePt t="1011" x="2108200" y="3422650"/>
          <p14:tracePt t="1028" x="2076450" y="3416300"/>
          <p14:tracePt t="1045" x="2038350" y="3409950"/>
          <p14:tracePt t="1061" x="2032000" y="3409950"/>
          <p14:tracePt t="1178" x="2038350" y="3416300"/>
          <p14:tracePt t="1185" x="2051050" y="3422650"/>
          <p14:tracePt t="1194" x="2057400" y="3429000"/>
          <p14:tracePt t="1211" x="2089150" y="3448050"/>
          <p14:tracePt t="1228" x="2178050" y="3530600"/>
          <p14:tracePt t="1244" x="2305050" y="3638550"/>
          <p14:tracePt t="1261" x="2444750" y="3746500"/>
          <p14:tracePt t="1277" x="2673350" y="3956050"/>
          <p14:tracePt t="1294" x="2832100" y="4108450"/>
          <p14:tracePt t="1311" x="3035300" y="4305300"/>
          <p14:tracePt t="1327" x="3276600" y="4565650"/>
          <p14:tracePt t="1344" x="3384550" y="4686300"/>
          <p14:tracePt t="1361" x="3486150" y="4845050"/>
          <p14:tracePt t="1377" x="3524250" y="4908550"/>
          <p14:tracePt t="1393" x="3562350" y="4959350"/>
          <p14:tracePt t="1411" x="3606800" y="5041900"/>
          <p14:tracePt t="1427" x="3651250" y="5111750"/>
          <p14:tracePt t="1444" x="3670300" y="5162550"/>
          <p14:tracePt t="1461" x="3714750" y="5207000"/>
          <p14:tracePt t="1477" x="3746500" y="5232400"/>
          <p14:tracePt t="1493" x="3784600" y="5251450"/>
          <p14:tracePt t="1510" x="3822700" y="5270500"/>
          <p14:tracePt t="1526" x="3848100" y="5276850"/>
          <p14:tracePt t="1544" x="3892550" y="5289550"/>
          <p14:tracePt t="1560" x="3937000" y="5295900"/>
          <p14:tracePt t="1577" x="3975100" y="5302250"/>
          <p14:tracePt t="1593" x="4070350" y="5314950"/>
          <p14:tracePt t="1609" x="4152900" y="5314950"/>
          <p14:tracePt t="1626" x="4254500" y="5308600"/>
          <p14:tracePt t="1643" x="4413250" y="5295900"/>
          <p14:tracePt t="1659" x="4533900" y="5276850"/>
          <p14:tracePt t="1677" x="4718050" y="5257800"/>
          <p14:tracePt t="1692" x="4806950" y="5257800"/>
          <p14:tracePt t="1709" x="4889500" y="5257800"/>
          <p14:tracePt t="1726" x="4972050" y="5270500"/>
          <p14:tracePt t="1742" x="4997450" y="5283200"/>
          <p14:tracePt t="1759" x="5016500" y="5295900"/>
          <p14:tracePt t="1776" x="5016500" y="5314950"/>
          <p14:tracePt t="1792" x="5016500" y="5327650"/>
          <p14:tracePt t="1809" x="5016500" y="5346700"/>
          <p14:tracePt t="1825" x="4997450" y="5403850"/>
          <p14:tracePt t="1842" x="4978400" y="5454650"/>
          <p14:tracePt t="1859" x="4921250" y="5537200"/>
          <p14:tracePt t="1875" x="4883150" y="5594350"/>
          <p14:tracePt t="1892" x="4845050" y="5638800"/>
          <p14:tracePt t="1909" x="4826000" y="5670550"/>
          <p14:tracePt t="1925" x="4826000" y="5676900"/>
          <p14:tracePt t="1942" x="4845050" y="5683250"/>
          <p14:tracePt t="1958" x="4902200" y="5695950"/>
          <p14:tracePt t="1975" x="4978400" y="5721350"/>
          <p14:tracePt t="1992" x="5143500" y="5727700"/>
          <p14:tracePt t="2008" x="5308600" y="5727700"/>
          <p14:tracePt t="2025" x="5441950" y="5727700"/>
          <p14:tracePt t="2042" x="5657850" y="5708650"/>
          <p14:tracePt t="2058" x="5778500" y="5695950"/>
          <p14:tracePt t="2074" x="5861050" y="5689600"/>
          <p14:tracePt t="2092" x="5924550" y="5683250"/>
          <p14:tracePt t="2108" x="5937250" y="5683250"/>
          <p14:tracePt t="2126" x="5943600" y="5683250"/>
          <p14:tracePt t="2161" x="5937250" y="5683250"/>
          <p14:tracePt t="2174" x="5924550" y="5683250"/>
          <p14:tracePt t="2191" x="5892800" y="5689600"/>
          <p14:tracePt t="2207" x="5848350" y="5708650"/>
          <p14:tracePt t="2225" x="5753100" y="5734050"/>
          <p14:tracePt t="2240" x="5632450" y="5753100"/>
          <p14:tracePt t="2258" x="5568950" y="5772150"/>
          <p14:tracePt t="2274" x="5422900" y="5803900"/>
          <p14:tracePt t="2290" x="5314950" y="5810250"/>
          <p14:tracePt t="2308" x="5295900" y="5816600"/>
          <p14:tracePt t="2311" x="5276850" y="5816600"/>
          <p14:tracePt t="2324" x="5264150" y="5816600"/>
          <p14:tracePt t="2372" x="5276850" y="5816600"/>
          <p14:tracePt t="2379" x="5302250" y="5810250"/>
          <p14:tracePt t="2393" x="5334000" y="5803900"/>
          <p14:tracePt t="2407" x="5378450" y="5797550"/>
          <p14:tracePt t="2423" x="5518150" y="5778500"/>
          <p14:tracePt t="2440" x="5613400" y="5753100"/>
          <p14:tracePt t="2457" x="5803900" y="5727700"/>
          <p14:tracePt t="2473" x="5975350" y="5695950"/>
          <p14:tracePt t="2490" x="6026150" y="5683250"/>
          <p14:tracePt t="2506" x="6083300" y="5683250"/>
          <p14:tracePt t="2523" x="6096000" y="5683250"/>
          <p14:tracePt t="2541" x="6089650" y="5683250"/>
          <p14:tracePt t="2556" x="6064250" y="5683250"/>
          <p14:tracePt t="2573" x="5969000" y="5695950"/>
          <p14:tracePt t="2590" x="5810250" y="5715000"/>
          <p14:tracePt t="2606" x="5721350" y="5715000"/>
          <p14:tracePt t="2623" x="5600700" y="5715000"/>
          <p14:tracePt t="2640" x="5257800" y="5727700"/>
          <p14:tracePt t="2655" x="5156200" y="5734050"/>
          <p14:tracePt t="2672" x="5092700" y="5734050"/>
          <p14:tracePt t="2689" x="4997450" y="5734050"/>
          <p14:tracePt t="2706" x="4965700" y="5734050"/>
          <p14:tracePt t="2739" x="4972050" y="5734050"/>
          <p14:tracePt t="2756" x="5041900" y="5727700"/>
          <p14:tracePt t="2772" x="5200650" y="5702300"/>
          <p14:tracePt t="2789" x="5289550" y="5676900"/>
          <p14:tracePt t="2805" x="5524500" y="5651500"/>
          <p14:tracePt t="2822" x="5746750" y="5638800"/>
          <p14:tracePt t="2838" x="5854700" y="5626100"/>
          <p14:tracePt t="2856" x="5981700" y="5607050"/>
          <p14:tracePt t="2871" x="6038850" y="5600700"/>
          <p14:tracePt t="2920" x="6026150" y="5600700"/>
          <p14:tracePt t="2934" x="6000750" y="5600700"/>
          <p14:tracePt t="2942" x="5975350" y="5607050"/>
          <p14:tracePt t="2958" x="5918200" y="5619750"/>
          <p14:tracePt t="2971" x="5867400" y="5626100"/>
          <p14:tracePt t="2988" x="5759450" y="5645150"/>
          <p14:tracePt t="3004" x="5619750" y="5651500"/>
          <p14:tracePt t="3021" x="5543550" y="5664200"/>
          <p14:tracePt t="3038" x="5448300" y="5670550"/>
          <p14:tracePt t="3054" x="5410200" y="5670550"/>
          <p14:tracePt t="3071" x="5397500" y="5670550"/>
          <p14:tracePt t="3104" x="5403850" y="5670550"/>
          <p14:tracePt t="3121" x="5416550" y="5670550"/>
          <p14:tracePt t="3138" x="5461000" y="5676900"/>
          <p14:tracePt t="3154" x="5518150" y="5676900"/>
          <p14:tracePt t="3171" x="5556250" y="5676900"/>
          <p14:tracePt t="3187" x="5638800" y="5676900"/>
          <p14:tracePt t="3204" x="5740400" y="5683250"/>
          <p14:tracePt t="3221" x="5861050" y="5689600"/>
          <p14:tracePt t="3237" x="5924550" y="5689600"/>
          <p14:tracePt t="3254" x="5975350" y="5689600"/>
          <p14:tracePt t="3271" x="6096000" y="5683250"/>
          <p14:tracePt t="3287" x="6108700" y="5670550"/>
          <p14:tracePt t="3304" x="6115050" y="5670550"/>
          <p14:tracePt t="3336" x="6108700" y="5670550"/>
          <p14:tracePt t="3353" x="6089650" y="5670550"/>
          <p14:tracePt t="3370" x="6032500" y="5670550"/>
          <p14:tracePt t="3386" x="5905500" y="5670550"/>
          <p14:tracePt t="3404" x="5715000" y="5670550"/>
          <p14:tracePt t="3420" x="5600700" y="5670550"/>
          <p14:tracePt t="3436" x="5384800" y="5670550"/>
          <p14:tracePt t="3453" x="5219700" y="5670550"/>
          <p14:tracePt t="3470" x="5168900" y="5670550"/>
          <p14:tracePt t="3486" x="5118100" y="5670550"/>
          <p14:tracePt t="3503" x="5111750" y="5670550"/>
          <p14:tracePt t="3520" x="5124450" y="5670550"/>
          <p14:tracePt t="3536" x="5143500" y="5664200"/>
          <p14:tracePt t="3553" x="5340350" y="5632450"/>
          <p14:tracePt t="3569" x="5429250" y="5613400"/>
          <p14:tracePt t="3586" x="5689600" y="5568950"/>
          <p14:tracePt t="3602" x="5816600" y="5537200"/>
          <p14:tracePt t="3619" x="6089650" y="5486400"/>
          <p14:tracePt t="3636" x="6286500" y="5441950"/>
          <p14:tracePt t="3652" x="6337300" y="5435600"/>
          <p14:tracePt t="3669" x="6369050" y="5429250"/>
          <p14:tracePt t="3686" x="6388100" y="5429250"/>
          <p14:tracePt t="3718" x="6381750" y="5429250"/>
          <p14:tracePt t="3735" x="6330950" y="5435600"/>
          <p14:tracePt t="3752" x="6229350" y="5454650"/>
          <p14:tracePt t="3769" x="6070600" y="5480050"/>
          <p14:tracePt t="3785" x="5867400" y="5499100"/>
          <p14:tracePt t="3802" x="5765800" y="5511800"/>
          <p14:tracePt t="3819" x="5549900" y="5530850"/>
          <p14:tracePt t="3835" x="5372100" y="5530850"/>
          <p14:tracePt t="3851" x="5314950" y="5530850"/>
          <p14:tracePt t="3869" x="5276850" y="5524500"/>
          <p14:tracePt t="3885" x="5270500" y="5524500"/>
          <p14:tracePt t="3918" x="5283200" y="5518150"/>
          <p14:tracePt t="3935" x="5302250" y="5511800"/>
          <p14:tracePt t="3952" x="5372100" y="5505450"/>
          <p14:tracePt t="3968" x="5486400" y="5505450"/>
          <p14:tracePt t="3984" x="5537200" y="5505450"/>
          <p14:tracePt t="4002" x="5676900" y="5492750"/>
          <p14:tracePt t="4018" x="5810250" y="5492750"/>
          <p14:tracePt t="4034" x="5861050" y="5492750"/>
          <p14:tracePt t="4051" x="5924550" y="5492750"/>
          <p14:tracePt t="4067" x="5943600" y="5492750"/>
          <p14:tracePt t="4114" x="5937250" y="5499100"/>
          <p14:tracePt t="4127" x="5918200" y="5505450"/>
          <p14:tracePt t="4137" x="5899150" y="5505450"/>
          <p14:tracePt t="4150" x="5867400" y="5511800"/>
          <p14:tracePt t="4167" x="5829300" y="5518150"/>
          <p14:tracePt t="4184" x="5619750" y="5549900"/>
          <p14:tracePt t="4200" x="5543550" y="5556250"/>
          <p14:tracePt t="4217" x="5461000" y="5568950"/>
          <p14:tracePt t="4234" x="5346700" y="5568950"/>
          <p14:tracePt t="4250" x="5289550" y="5568950"/>
          <p14:tracePt t="4267" x="5283200" y="5568950"/>
          <p14:tracePt t="4284" x="5289550" y="5568950"/>
          <p14:tracePt t="4300" x="5334000" y="5568950"/>
          <p14:tracePt t="4317" x="5441950" y="5556250"/>
          <p14:tracePt t="4333" x="5505450" y="5556250"/>
          <p14:tracePt t="4337" x="5568950" y="5556250"/>
          <p14:tracePt t="4350" x="5632450" y="5556250"/>
          <p14:tracePt t="4366" x="5759450" y="5556250"/>
          <p14:tracePt t="4383" x="5803900" y="5556250"/>
          <p14:tracePt t="4400" x="5842000" y="5549900"/>
          <p14:tracePt t="4416" x="5848350" y="5543550"/>
          <p14:tracePt t="4453" x="5842000" y="5537200"/>
          <p14:tracePt t="4466" x="5810250" y="5530850"/>
          <p14:tracePt t="4483" x="5772150" y="5518150"/>
          <p14:tracePt t="4500" x="5676900" y="5505450"/>
          <p14:tracePt t="4516" x="5626100" y="5492750"/>
          <p14:tracePt t="4533" x="5492750" y="5486400"/>
          <p14:tracePt t="4550" x="5378450" y="5486400"/>
          <p14:tracePt t="4566" x="5334000" y="5480050"/>
          <p14:tracePt t="4583" x="5302250" y="5480050"/>
          <p14:tracePt t="4599" x="5295900" y="5480050"/>
          <p14:tracePt t="4640" x="5295900" y="5473700"/>
          <p14:tracePt t="4648" x="5302250" y="5473700"/>
          <p14:tracePt t="4665" x="5308600" y="5461000"/>
          <p14:tracePt t="4683" x="5321300" y="5441950"/>
          <p14:tracePt t="5048" x="5105400" y="5391150"/>
          <p14:tracePt t="5055" x="4787900" y="5289550"/>
          <p14:tracePt t="5063" x="4457700" y="5226050"/>
          <p14:tracePt t="5080" x="4222750" y="5149850"/>
          <p14:tracePt t="5098" x="3790950" y="5041900"/>
          <p14:tracePt t="5114" x="3384550" y="4959350"/>
          <p14:tracePt t="5131" x="3181350" y="4902200"/>
          <p14:tracePt t="5147" x="2667000" y="4781550"/>
          <p14:tracePt t="5164" x="2552700" y="4749800"/>
          <p14:tracePt t="5181" x="2317750" y="4673600"/>
          <p14:tracePt t="5197" x="2133600" y="4610100"/>
          <p14:tracePt t="5214" x="2051050" y="4584700"/>
          <p14:tracePt t="5231" x="1892300" y="4533900"/>
          <p14:tracePt t="5247" x="1746250" y="4483100"/>
          <p14:tracePt t="5264" x="1651000" y="4464050"/>
          <p14:tracePt t="5280" x="1524000" y="4432300"/>
          <p14:tracePt t="5297" x="1390650" y="4413250"/>
          <p14:tracePt t="5313" x="1352550" y="4413250"/>
          <p14:tracePt t="5330" x="1257300" y="4400550"/>
          <p14:tracePt t="5347" x="1225550" y="4394200"/>
          <p14:tracePt t="5363" x="1174750" y="4375150"/>
          <p14:tracePt t="5380" x="1117600" y="4375150"/>
          <p14:tracePt t="5396" x="1098550" y="4375150"/>
          <p14:tracePt t="5413" x="1041400" y="4362450"/>
          <p14:tracePt t="5429" x="996950" y="4356100"/>
          <p14:tracePt t="5446" x="971550" y="4349750"/>
          <p14:tracePt t="5463" x="927100" y="4337050"/>
          <p14:tracePt t="5479" x="901700" y="4337050"/>
          <p14:tracePt t="5496" x="889000" y="4330700"/>
          <p14:tracePt t="5513" x="876300" y="4330700"/>
          <p14:tracePt t="5529" x="869950" y="4324350"/>
          <p14:tracePt t="5617" x="863600" y="4324350"/>
          <p14:tracePt t="5666" x="863600" y="4330700"/>
          <p14:tracePt t="5702" x="869950" y="4337050"/>
          <p14:tracePt t="5708" x="876300" y="4337050"/>
          <p14:tracePt t="5715" x="882650" y="4337050"/>
          <p14:tracePt t="5731" x="895350" y="4343400"/>
          <p14:tracePt t="5745" x="914400" y="4349750"/>
          <p14:tracePt t="5762" x="965200" y="4362450"/>
          <p14:tracePt t="5779" x="1047750" y="4387850"/>
          <p14:tracePt t="5795" x="1104900" y="4406900"/>
          <p14:tracePt t="5812" x="1162050" y="4425950"/>
          <p14:tracePt t="5828" x="1212850" y="4432300"/>
          <p14:tracePt t="5845" x="1225550" y="4438650"/>
          <p14:tracePt t="5861" x="1238250" y="4445000"/>
          <p14:tracePt t="5878" x="1238250" y="4451350"/>
          <p14:tracePt t="5894" x="1231900" y="4457700"/>
          <p14:tracePt t="5912" x="1200150" y="4464050"/>
          <p14:tracePt t="5928" x="1143000" y="4476750"/>
          <p14:tracePt t="5944" x="1104900" y="4483100"/>
          <p14:tracePt t="5961" x="1003300" y="4508500"/>
          <p14:tracePt t="5977" x="952500" y="4521200"/>
          <p14:tracePt t="5994" x="882650" y="4533900"/>
          <p14:tracePt t="6011" x="850900" y="4540250"/>
          <p14:tracePt t="6027" x="838200" y="4540250"/>
          <p14:tracePt t="6044" x="831850" y="4546600"/>
          <p14:tracePt t="6109" x="850900" y="4546600"/>
          <p14:tracePt t="6123" x="869950" y="4546600"/>
          <p14:tracePt t="6130" x="889000" y="4546600"/>
          <p14:tracePt t="6144" x="927100" y="4546600"/>
          <p14:tracePt t="6160" x="1041400" y="4559300"/>
          <p14:tracePt t="6177" x="1111250" y="4559300"/>
          <p14:tracePt t="6194" x="1225550" y="4578350"/>
          <p14:tracePt t="6210" x="1308100" y="4578350"/>
          <p14:tracePt t="6228" x="1333500" y="4578350"/>
          <p14:tracePt t="6243" x="1352550" y="4584700"/>
          <p14:tracePt t="6260" x="1358900" y="4584700"/>
          <p14:tracePt t="6312" x="1352550" y="4584700"/>
          <p14:tracePt t="6319" x="1346200" y="4584700"/>
          <p14:tracePt t="6333" x="1320800" y="4584700"/>
          <p14:tracePt t="6343" x="1301750" y="4578350"/>
          <p14:tracePt t="6360" x="1282700" y="4578350"/>
          <p14:tracePt t="6376" x="1206500" y="4565650"/>
          <p14:tracePt t="6393" x="1111250" y="4559300"/>
          <p14:tracePt t="6410" x="1060450" y="4552950"/>
          <p14:tracePt t="6426" x="996950" y="4552950"/>
          <p14:tracePt t="6443" x="958850" y="4546600"/>
          <p14:tracePt t="6460" x="946150" y="4546600"/>
          <p14:tracePt t="6476" x="939800" y="4546600"/>
          <p14:tracePt t="6523" x="946150" y="4546600"/>
          <p14:tracePt t="6530" x="958850" y="4546600"/>
          <p14:tracePt t="6546" x="971550" y="4546600"/>
          <p14:tracePt t="6558" x="1028700" y="4552950"/>
          <p14:tracePt t="6575" x="1054100" y="4552950"/>
          <p14:tracePt t="6593" x="1136650" y="4565650"/>
          <p14:tracePt t="6609" x="1168400" y="4572000"/>
          <p14:tracePt t="6626" x="1206500" y="4572000"/>
          <p14:tracePt t="6643" x="1219200" y="4572000"/>
          <p14:tracePt t="6685" x="1200150" y="4572000"/>
          <p14:tracePt t="6693" x="1187450" y="4572000"/>
          <p14:tracePt t="6708" x="1162050" y="4572000"/>
          <p14:tracePt t="6725" x="1111250" y="4565650"/>
          <p14:tracePt t="6742" x="1041400" y="4565650"/>
          <p14:tracePt t="6758" x="1016000" y="4565650"/>
          <p14:tracePt t="6775" x="971550" y="4565650"/>
          <p14:tracePt t="6792" x="958850" y="4559300"/>
          <p14:tracePt t="6825" x="952500" y="4559300"/>
          <p14:tracePt t="6860" x="958850" y="4559300"/>
          <p14:tracePt t="6876" x="971550" y="4559300"/>
          <p14:tracePt t="6881" x="984250" y="4559300"/>
          <p14:tracePt t="6896" x="996950" y="4559300"/>
          <p14:tracePt t="6907" x="1016000" y="4565650"/>
          <p14:tracePt t="6924" x="1060450" y="4572000"/>
          <p14:tracePt t="6941" x="1079500" y="4572000"/>
          <p14:tracePt t="6958" x="1111250" y="4572000"/>
          <p14:tracePt t="6974" x="1123950" y="4578350"/>
          <p14:tracePt t="7092" x="1130300" y="4578350"/>
          <p14:tracePt t="7176" x="1136650" y="4578350"/>
          <p14:tracePt t="7191" x="1143000" y="4584700"/>
          <p14:tracePt t="7204" x="1155700" y="4591050"/>
          <p14:tracePt t="7211" x="1168400" y="4591050"/>
          <p14:tracePt t="7227" x="1187450" y="4597400"/>
          <p14:tracePt t="7240" x="1219200" y="4610100"/>
          <p14:tracePt t="7256" x="1358900" y="4667250"/>
          <p14:tracePt t="7273" x="1460500" y="4711700"/>
          <p14:tracePt t="7290" x="1803400" y="4851400"/>
          <p14:tracePt t="7306" x="2070100" y="4946650"/>
          <p14:tracePt t="7324" x="3086100" y="5270500"/>
          <p14:tracePt t="7340" x="3448050" y="5372100"/>
          <p14:tracePt t="7356" x="4083050" y="5518150"/>
          <p14:tracePt t="7373" x="4533900" y="5600700"/>
          <p14:tracePt t="7389" x="4679950" y="5626100"/>
          <p14:tracePt t="7393" x="4794250" y="5645150"/>
          <p14:tracePt t="7406" x="4902200" y="5664200"/>
          <p14:tracePt t="7423" x="5067300" y="5708650"/>
          <p14:tracePt t="7439" x="5137150" y="5727700"/>
          <p14:tracePt t="7457" x="5270500" y="5772150"/>
          <p14:tracePt t="7472" x="5403850" y="5810250"/>
          <p14:tracePt t="7490" x="5473700" y="5848350"/>
          <p14:tracePt t="7507" x="5588000" y="5899150"/>
          <p14:tracePt t="7522" x="5632450" y="5924550"/>
          <p14:tracePt t="7538" x="5683250" y="5943600"/>
          <p14:tracePt t="7555" x="5772150" y="5975350"/>
          <p14:tracePt t="7572" x="5880100" y="6013450"/>
          <p14:tracePt t="7591" x="5988050" y="6038850"/>
          <p14:tracePt t="7605" x="6070600" y="6038850"/>
          <p14:tracePt t="7622" x="6096000" y="6038850"/>
          <p14:tracePt t="7639" x="6153150" y="6032500"/>
          <p14:tracePt t="7655" x="6203950" y="6019800"/>
          <p14:tracePt t="7672" x="6216650" y="6007100"/>
          <p14:tracePt t="7689" x="6235700" y="5994400"/>
          <p14:tracePt t="7705" x="6248400" y="5981700"/>
          <p14:tracePt t="7722" x="6254750" y="5975350"/>
          <p14:tracePt t="7738" x="6254750" y="5969000"/>
          <p14:tracePt t="7755" x="6261100" y="5962650"/>
          <p14:tracePt t="7788" x="6261100" y="5956300"/>
          <p14:tracePt t="7836" x="6254750" y="5949950"/>
          <p14:tracePt t="7843" x="6248400" y="5943600"/>
          <p14:tracePt t="7858" x="6242050" y="5937250"/>
          <p14:tracePt t="7871" x="6216650" y="5924550"/>
          <p14:tracePt t="7888" x="6184900" y="5905500"/>
          <p14:tracePt t="7905" x="6115050" y="5867400"/>
          <p14:tracePt t="7921" x="5905500" y="5759450"/>
          <p14:tracePt t="7938" x="5518150" y="5600700"/>
          <p14:tracePt t="7956" x="4914900" y="5391150"/>
          <p14:tracePt t="7971" x="4260850" y="5168900"/>
          <p14:tracePt t="7987" x="3968750" y="5054600"/>
          <p14:tracePt t="8005" x="3181350" y="4794250"/>
          <p14:tracePt t="8021" x="2946400" y="4737100"/>
          <p14:tracePt t="8038" x="2654300" y="4641850"/>
          <p14:tracePt t="8054" x="2432050" y="4578350"/>
          <p14:tracePt t="8070" x="2343150" y="4546600"/>
          <p14:tracePt t="8087" x="2273300" y="4527550"/>
          <p14:tracePt t="8103" x="2101850" y="4470400"/>
          <p14:tracePt t="8121" x="2044700" y="4464050"/>
          <p14:tracePt t="8137" x="1981200" y="4445000"/>
          <p14:tracePt t="8154" x="1885950" y="4445000"/>
          <p14:tracePt t="8170" x="1790700" y="4425950"/>
          <p14:tracePt t="8187" x="1727200" y="4419600"/>
          <p14:tracePt t="8203" x="1606550" y="4400550"/>
          <p14:tracePt t="8220" x="1485900" y="4375150"/>
          <p14:tracePt t="8237" x="1390650" y="4343400"/>
          <p14:tracePt t="8255" x="1346200" y="4330700"/>
          <p14:tracePt t="8270" x="1282700" y="4286250"/>
          <p14:tracePt t="8286" x="1231900" y="4254500"/>
          <p14:tracePt t="8303" x="1206500" y="4235450"/>
          <p14:tracePt t="8320" x="1155700" y="4210050"/>
          <p14:tracePt t="8336" x="1117600" y="4203700"/>
          <p14:tracePt t="8352" x="1098550" y="4197350"/>
          <p14:tracePt t="8370" x="1079500" y="4197350"/>
          <p14:tracePt t="8386" x="1066800" y="4197350"/>
          <p14:tracePt t="8403" x="1060450" y="4197350"/>
          <p14:tracePt t="8436" x="1054100" y="4203700"/>
          <p14:tracePt t="8452" x="1054100" y="4210050"/>
          <p14:tracePt t="8469" x="1060450" y="4241800"/>
          <p14:tracePt t="8486" x="1066800" y="4254500"/>
          <p14:tracePt t="8503" x="1104900" y="4305300"/>
          <p14:tracePt t="8519" x="1143000" y="4349750"/>
          <p14:tracePt t="8536" x="1162050" y="4375150"/>
          <p14:tracePt t="8553" x="1181100" y="4400550"/>
          <p14:tracePt t="8569" x="1193800" y="4419600"/>
          <p14:tracePt t="8602" x="1193800" y="4425950"/>
          <p14:tracePt t="8618" x="1162050" y="4438650"/>
          <p14:tracePt t="8636" x="1143000" y="4445000"/>
          <p14:tracePt t="8652" x="1073150" y="4464050"/>
          <p14:tracePt t="8668" x="965200" y="4483100"/>
          <p14:tracePt t="8686" x="869950" y="4495800"/>
          <p14:tracePt t="8702" x="825500" y="4514850"/>
          <p14:tracePt t="8718" x="800100" y="4514850"/>
          <p14:tracePt t="8735" x="742950" y="4527550"/>
          <p14:tracePt t="8752" x="730250" y="4533900"/>
          <p14:tracePt t="8785" x="723900" y="4533900"/>
          <p14:tracePt t="8826" x="730250" y="4533900"/>
          <p14:tracePt t="8840" x="736600" y="4533900"/>
          <p14:tracePt t="8847" x="755650" y="4533900"/>
          <p14:tracePt t="8861" x="774700" y="4533900"/>
          <p14:tracePt t="8871" x="812800" y="4533900"/>
          <p14:tracePt t="8884" x="863600" y="4533900"/>
          <p14:tracePt t="8901" x="1047750" y="4514850"/>
          <p14:tracePt t="8918" x="1225550" y="4502150"/>
          <p14:tracePt t="8934" x="1289050" y="4502150"/>
          <p14:tracePt t="8951" x="1371600" y="4502150"/>
          <p14:tracePt t="8967" x="1390650" y="4502150"/>
          <p14:tracePt t="8984" x="1397000" y="4502150"/>
          <p14:tracePt t="9017" x="1358900" y="4502150"/>
          <p14:tracePt t="9034" x="1339850" y="4502150"/>
          <p14:tracePt t="9051" x="1250950" y="4502150"/>
          <p14:tracePt t="9067" x="1187450" y="4508500"/>
          <p14:tracePt t="9083" x="1066800" y="4508500"/>
          <p14:tracePt t="9101" x="965200" y="4514850"/>
          <p14:tracePt t="9117" x="933450" y="4514850"/>
          <p14:tracePt t="9133" x="901700" y="4514850"/>
          <p14:tracePt t="9150" x="895350" y="4514850"/>
          <p14:tracePt t="9167" x="895350" y="4521200"/>
          <p14:tracePt t="9219" x="901700" y="4521200"/>
          <p14:tracePt t="9226" x="920750" y="4521200"/>
          <p14:tracePt t="9240" x="946150" y="4521200"/>
          <p14:tracePt t="9249" x="971550" y="4521200"/>
          <p14:tracePt t="9266" x="1022350" y="4521200"/>
          <p14:tracePt t="9283" x="1174750" y="4521200"/>
          <p14:tracePt t="9299" x="1327150" y="4514850"/>
          <p14:tracePt t="9316" x="1403350" y="4514850"/>
          <p14:tracePt t="9333" x="1524000" y="4514850"/>
          <p14:tracePt t="9349" x="1549400" y="4514850"/>
          <p14:tracePt t="9367" x="1587500" y="4521200"/>
          <p14:tracePt t="9382" x="1593850" y="4521200"/>
          <p14:tracePt t="9423" x="1600200" y="4527550"/>
          <p14:tracePt t="9479" x="1606550" y="4527550"/>
          <p14:tracePt t="9529" x="1606550" y="4533900"/>
          <p14:tracePt t="9620" x="1612900" y="4533900"/>
          <p14:tracePt t="9669" x="1619250" y="4533900"/>
          <p14:tracePt t="10367" x="1682750" y="4546600"/>
          <p14:tracePt t="10374" x="1752600" y="4578350"/>
          <p14:tracePt t="10382" x="1841500" y="4610100"/>
          <p14:tracePt t="10397" x="1936750" y="4660900"/>
          <p14:tracePt t="10412" x="2082800" y="4705350"/>
          <p14:tracePt t="10429" x="2425700" y="4806950"/>
          <p14:tracePt t="10445" x="2813050" y="4991100"/>
          <p14:tracePt t="10462" x="3009900" y="5073650"/>
          <p14:tracePt t="10479" x="3409950" y="5302250"/>
          <p14:tracePt t="10496" x="3746500" y="5518150"/>
          <p14:tracePt t="10512" x="3873500" y="5600700"/>
          <p14:tracePt t="10529" x="4064000" y="5734050"/>
          <p14:tracePt t="10545" x="4191000" y="5822950"/>
          <p14:tracePt t="10562" x="4254500" y="5873750"/>
          <p14:tracePt t="10579" x="4330700" y="5930900"/>
          <p14:tracePt t="10595" x="4381500" y="5969000"/>
          <p14:tracePt t="10613" x="4425950" y="6000750"/>
          <p14:tracePt t="10628" x="4457700" y="6013450"/>
          <p14:tracePt t="10644" x="4470400" y="6032500"/>
          <p14:tracePt t="10662" x="4533900" y="6064250"/>
          <p14:tracePt t="10678" x="4559300" y="6076950"/>
          <p14:tracePt t="10695" x="4584700" y="6096000"/>
          <p14:tracePt t="10712" x="4660900" y="6121400"/>
          <p14:tracePt t="10728" x="4730750" y="6134100"/>
          <p14:tracePt t="10746" x="4813300" y="6134100"/>
          <p14:tracePt t="10761" x="4864100" y="6121400"/>
          <p14:tracePt t="10778" x="4978400" y="6076950"/>
          <p14:tracePt t="10795" x="5092700" y="6013450"/>
          <p14:tracePt t="10811" x="5156200" y="5981700"/>
          <p14:tracePt t="10828" x="5295900" y="5905500"/>
          <p14:tracePt t="10845" x="5422900" y="5816600"/>
          <p14:tracePt t="10862" x="5492750" y="5784850"/>
          <p14:tracePt t="10877" x="5562600" y="5734050"/>
          <p14:tracePt t="10894" x="5746750" y="5619750"/>
          <p14:tracePt t="10911" x="5791200" y="5594350"/>
          <p14:tracePt t="10928" x="5867400" y="5543550"/>
          <p14:tracePt t="10944" x="5899150" y="5511800"/>
          <p14:tracePt t="10961" x="5924550" y="5492750"/>
          <p14:tracePt t="10978" x="5949950" y="5454650"/>
          <p14:tracePt t="10994" x="5969000" y="5435600"/>
          <p14:tracePt t="11010" x="5988050" y="5410200"/>
          <p14:tracePt t="11027" x="6007100" y="5384800"/>
          <p14:tracePt t="11044" x="6013450" y="5365750"/>
          <p14:tracePt t="11060" x="6026150" y="5359400"/>
          <p14:tracePt t="11077" x="6026150" y="5353050"/>
          <p14:tracePt t="11093" x="6026150" y="5346700"/>
          <p14:tracePt t="11258" x="6026150" y="5353050"/>
          <p14:tracePt t="11287" x="6019800" y="5359400"/>
          <p14:tracePt t="11294" x="6013450" y="5359400"/>
          <p14:tracePt t="11308" x="6007100" y="5359400"/>
          <p14:tracePt t="11321" x="5994400" y="5365750"/>
          <p14:tracePt t="11330" x="5975350" y="5372100"/>
          <p14:tracePt t="11343" x="5943600" y="5378450"/>
          <p14:tracePt t="11360" x="5803900" y="5403850"/>
          <p14:tracePt t="11378" x="5549900" y="5461000"/>
          <p14:tracePt t="11392" x="5372100" y="5499100"/>
          <p14:tracePt t="11409" x="4927600" y="5568950"/>
          <p14:tracePt t="11425" x="4679950" y="5613400"/>
          <p14:tracePt t="11443" x="4159250" y="5689600"/>
          <p14:tracePt t="11460" x="3746500" y="5740400"/>
          <p14:tracePt t="11476" x="3454400" y="5797550"/>
          <p14:tracePt t="11492" x="3333750" y="5810250"/>
          <p14:tracePt t="11508" x="3155950" y="5842000"/>
          <p14:tracePt t="11526" x="3022600" y="5861050"/>
          <p14:tracePt t="11542" x="2984500" y="5867400"/>
          <p14:tracePt t="11558" x="2940050" y="5873750"/>
          <p14:tracePt t="11575" x="2857500" y="5892800"/>
          <p14:tracePt t="11592" x="2825750" y="5899150"/>
          <p14:tracePt t="11608" x="2806700" y="5905500"/>
          <p14:tracePt t="11626" x="2762250" y="5918200"/>
          <p14:tracePt t="11641" x="2724150" y="5924550"/>
          <p14:tracePt t="11659" x="2679700" y="5924550"/>
          <p14:tracePt t="11675" x="2660650" y="5930900"/>
          <p14:tracePt t="11691" x="2603500" y="5937250"/>
          <p14:tracePt t="11708" x="2546350" y="5937250"/>
          <p14:tracePt t="11724" x="2514600" y="5930900"/>
          <p14:tracePt t="11741" x="2463800" y="5899150"/>
          <p14:tracePt t="11758" x="2419350" y="5886450"/>
          <p14:tracePt t="12172" x="2400300" y="5886450"/>
          <p14:tracePt t="12178" x="2381250" y="5892800"/>
          <p14:tracePt t="12189" x="2349500" y="5911850"/>
          <p14:tracePt t="12207" x="2292350" y="5924550"/>
          <p14:tracePt t="12223" x="2260600" y="5930900"/>
          <p14:tracePt t="12239" x="2241550" y="5937250"/>
          <p14:tracePt t="12257" x="2209800" y="5943600"/>
          <p14:tracePt t="12273" x="2190750" y="5956300"/>
          <p14:tracePt t="12289" x="2184400" y="5962650"/>
          <p14:tracePt t="12306" x="2171700" y="5969000"/>
          <p14:tracePt t="12322" x="2159000" y="5975350"/>
          <p14:tracePt t="12459" x="2165350" y="5969000"/>
          <p14:tracePt t="12480" x="2178050" y="5969000"/>
          <p14:tracePt t="12487" x="2184400" y="5969000"/>
          <p14:tracePt t="12501" x="2197100" y="5962650"/>
          <p14:tracePt t="12508" x="2216150" y="5962650"/>
          <p14:tracePt t="12525" x="2235200" y="5962650"/>
          <p14:tracePt t="12538" x="2286000" y="5956300"/>
          <p14:tracePt t="12555" x="2419350" y="5937250"/>
          <p14:tracePt t="12572" x="2584450" y="5924550"/>
          <p14:tracePt t="12588" x="2686050" y="5924550"/>
          <p14:tracePt t="12606" x="2851150" y="5918200"/>
          <p14:tracePt t="12623" x="2978150" y="5918200"/>
          <p14:tracePt t="12639" x="3028950" y="5918200"/>
          <p14:tracePt t="12656" x="3073400" y="5918200"/>
          <p14:tracePt t="12671" x="3092450" y="5918200"/>
          <p14:tracePt t="12705" x="3067050" y="5937250"/>
          <p14:tracePt t="12722" x="2984500" y="5949950"/>
          <p14:tracePt t="12737" x="2901950" y="5962650"/>
          <p14:tracePt t="12754" x="2711450" y="5994400"/>
          <p14:tracePt t="12771" x="2495550" y="6019800"/>
          <p14:tracePt t="12788" x="2400300" y="6032500"/>
          <p14:tracePt t="12805" x="2222500" y="6045200"/>
          <p14:tracePt t="12822" x="2146300" y="6045200"/>
          <p14:tracePt t="12840" x="1981200" y="6045200"/>
          <p14:tracePt t="12855" x="1949450" y="6045200"/>
          <p14:tracePt t="12870" x="1930400" y="6045200"/>
          <p14:tracePt t="12887" x="1911350" y="6032500"/>
          <p14:tracePt t="12903" x="1905000" y="6032500"/>
          <p14:tracePt t="12951" x="1911350" y="6032500"/>
          <p14:tracePt t="12965" x="1917700" y="6032500"/>
          <p14:tracePt t="12973" x="1930400" y="6032500"/>
          <p14:tracePt t="12987" x="1955800" y="6032500"/>
          <p14:tracePt t="13003" x="2038350" y="6019800"/>
          <p14:tracePt t="13021" x="2190750" y="6007100"/>
          <p14:tracePt t="13036" x="2324100" y="5988050"/>
          <p14:tracePt t="13053" x="2565400" y="5956300"/>
          <p14:tracePt t="13070" x="2838450" y="5937250"/>
          <p14:tracePt t="13086" x="2952750" y="5924550"/>
          <p14:tracePt t="13103" x="3028950" y="5924550"/>
          <p14:tracePt t="13119" x="3143250" y="5918200"/>
          <p14:tracePt t="13183" x="3136900" y="5924550"/>
          <p14:tracePt t="13189" x="3130550" y="5930900"/>
          <p14:tracePt t="13206" x="3117850" y="5937250"/>
          <p14:tracePt t="13219" x="3086100" y="5956300"/>
          <p14:tracePt t="13236" x="2990850" y="5969000"/>
          <p14:tracePt t="13253" x="2832100" y="6007100"/>
          <p14:tracePt t="13269" x="2717800" y="6019800"/>
          <p14:tracePt t="13286" x="2476500" y="6038850"/>
          <p14:tracePt t="13302" x="2228850" y="6038850"/>
          <p14:tracePt t="13320" x="2120900" y="6051550"/>
          <p14:tracePt t="13336" x="1943100" y="6026150"/>
          <p14:tracePt t="13352" x="1873250" y="6019800"/>
          <p14:tracePt t="13369" x="1854200" y="6019800"/>
          <p14:tracePt t="13386" x="1841500" y="6019800"/>
          <p14:tracePt t="13402" x="1854200" y="6019800"/>
          <p14:tracePt t="13418" x="1866900" y="6019800"/>
          <p14:tracePt t="13436" x="1924050" y="6026150"/>
          <p14:tracePt t="13452" x="2000250" y="6026150"/>
          <p14:tracePt t="13468" x="2051050" y="6026150"/>
          <p14:tracePt t="13485" x="2171700" y="6026150"/>
          <p14:tracePt t="13502" x="2260600" y="6026150"/>
          <p14:tracePt t="13518" x="2463800" y="6000750"/>
          <p14:tracePt t="13535" x="2717800" y="5981700"/>
          <p14:tracePt t="13552" x="2844800" y="5981700"/>
          <p14:tracePt t="13569" x="3035300" y="5988050"/>
          <p14:tracePt t="13585" x="3155950" y="6013450"/>
          <p14:tracePt t="13602" x="3194050" y="6019800"/>
          <p14:tracePt t="13618" x="3251200" y="6051550"/>
          <p14:tracePt t="13634" x="3257550" y="6057900"/>
          <p14:tracePt t="13651" x="3257550" y="6064250"/>
          <p14:tracePt t="13668" x="3263900" y="6064250"/>
          <p14:tracePt t="14544" x="3270250" y="6064250"/>
          <p14:tracePt t="14557" x="3276600" y="6070600"/>
          <p14:tracePt t="14567" x="3289300" y="6076950"/>
          <p14:tracePt t="14586" x="3314700" y="6076950"/>
          <p14:tracePt t="14601" x="3327400" y="6083300"/>
          <p14:tracePt t="14614" x="3371850" y="6096000"/>
          <p14:tracePt t="14631" x="3403600" y="6102350"/>
          <p14:tracePt t="14648" x="3429000" y="6108700"/>
          <p14:tracePt t="14664" x="3498850" y="6115050"/>
          <p14:tracePt t="14681" x="3549650" y="6115050"/>
          <p14:tracePt t="14698" x="3587750" y="6115050"/>
          <p14:tracePt t="14714" x="3606800" y="6115050"/>
          <p14:tracePt t="14730" x="3625850" y="6108700"/>
          <p14:tracePt t="14748" x="3638550" y="6108700"/>
          <p14:tracePt t="14764" x="3644900" y="6102350"/>
          <p14:tracePt t="14839" x="3651250" y="6102350"/>
          <p14:tracePt t="14986" x="3644900" y="6108700"/>
          <p14:tracePt t="14993" x="3638550" y="6108700"/>
          <p14:tracePt t="15007" x="3632200" y="6108700"/>
          <p14:tracePt t="15321" x="3638550" y="6108700"/>
          <p14:tracePt t="15329" x="3663950" y="6108700"/>
          <p14:tracePt t="15342" x="3708400" y="6108700"/>
          <p14:tracePt t="15350" x="3746500" y="6108700"/>
          <p14:tracePt t="15361" x="3797300" y="6108700"/>
          <p14:tracePt t="15378" x="3898900" y="6108700"/>
          <p14:tracePt t="15395" x="3956050" y="6102350"/>
          <p14:tracePt t="15413" x="4057650" y="6089650"/>
          <p14:tracePt t="15428" x="4152900" y="6076950"/>
          <p14:tracePt t="15445" x="4184650" y="6076950"/>
          <p14:tracePt t="15462" x="4235450" y="6064250"/>
          <p14:tracePt t="15478" x="4254500" y="6064250"/>
          <p14:tracePt t="15494" x="4279900" y="6057900"/>
          <p14:tracePt t="15512" x="4286250" y="6057900"/>
          <p14:tracePt t="15771" x="4279900" y="6057900"/>
          <p14:tracePt t="15778" x="4273550" y="6057900"/>
          <p14:tracePt t="15792" x="4267200" y="6057900"/>
          <p14:tracePt t="15799" x="4260850" y="6057900"/>
          <p14:tracePt t="15820" x="4248150" y="6064250"/>
          <p14:tracePt t="15834" x="4235450" y="6064250"/>
          <p14:tracePt t="15843" x="4210050" y="6070600"/>
          <p14:tracePt t="15860" x="4184650" y="6070600"/>
          <p14:tracePt t="15877" x="4114800" y="6076950"/>
          <p14:tracePt t="15893" x="4057650" y="6089650"/>
          <p14:tracePt t="15911" x="4006850" y="6089650"/>
          <p14:tracePt t="15927" x="3987800" y="6089650"/>
          <p14:tracePt t="15944" x="3962400" y="6096000"/>
          <p14:tracePt t="15961" x="3956050" y="6096000"/>
          <p14:tracePt t="15976" x="3949700" y="6096000"/>
          <p14:tracePt t="16059" x="3956050" y="6096000"/>
          <p14:tracePt t="16073" x="3962400" y="6096000"/>
          <p14:tracePt t="16079" x="3975100" y="6096000"/>
          <p14:tracePt t="16096" x="3987800" y="6096000"/>
          <p14:tracePt t="16109" x="4006850" y="6096000"/>
          <p14:tracePt t="16126" x="4083050" y="6096000"/>
          <p14:tracePt t="16143" x="4197350" y="6096000"/>
          <p14:tracePt t="16159" x="4273550" y="6096000"/>
          <p14:tracePt t="16176" x="4445000" y="6108700"/>
          <p14:tracePt t="16192" x="4584700" y="6108700"/>
          <p14:tracePt t="16209" x="4648200" y="6108700"/>
          <p14:tracePt t="16226" x="4749800" y="6108700"/>
          <p14:tracePt t="16243" x="4819650" y="6115050"/>
          <p14:tracePt t="16259" x="4838700" y="6115050"/>
          <p14:tracePt t="16276" x="4870450" y="6115050"/>
          <p14:tracePt t="16292" x="4883150" y="6115050"/>
          <p14:tracePt t="16308" x="4889500" y="6115050"/>
          <p14:tracePt t="16326" x="4895850" y="6115050"/>
          <p14:tracePt t="16877" x="4953000" y="6115050"/>
          <p14:tracePt t="16884" x="5041900" y="6108700"/>
          <p14:tracePt t="16893" x="5143500" y="6096000"/>
          <p14:tracePt t="16907" x="5238750" y="6089650"/>
          <p14:tracePt t="16923" x="5314950" y="6076950"/>
          <p14:tracePt t="16941" x="5467350" y="6064250"/>
          <p14:tracePt t="16957" x="5588000" y="6070600"/>
          <p14:tracePt t="16976" x="5626100" y="6076950"/>
          <p14:tracePt t="16990" x="5670550" y="6083300"/>
          <p14:tracePt t="17032" x="5670550" y="6089650"/>
          <p14:tracePt t="17116" x="5670550" y="6096000"/>
          <p14:tracePt t="17144" x="5664200" y="6096000"/>
          <p14:tracePt t="17158" x="5657850" y="6096000"/>
          <p14:tracePt t="17165" x="5645150" y="6096000"/>
          <p14:tracePt t="17175" x="5632450" y="6096000"/>
          <p14:tracePt t="17189" x="5613400" y="6102350"/>
          <p14:tracePt t="17205" x="5600700" y="6108700"/>
          <p14:tracePt t="17222" x="5556250" y="6115050"/>
          <p14:tracePt t="17239" x="5505450" y="6127750"/>
          <p14:tracePt t="17256" x="5461000" y="6140450"/>
          <p14:tracePt t="17272" x="5435600" y="6140450"/>
          <p14:tracePt t="17288" x="5410200" y="6146800"/>
          <p14:tracePt t="17306" x="5403850" y="6146800"/>
          <p14:tracePt t="17322" x="5397500" y="6146800"/>
          <p14:tracePt t="17339" x="5391150" y="6146800"/>
          <p14:tracePt t="17439" x="5391150" y="6153150"/>
          <p14:tracePt t="17446" x="5397500" y="6153150"/>
          <p14:tracePt t="17488" x="5403850" y="6153150"/>
          <p14:tracePt t="17495" x="5410200" y="6153150"/>
          <p14:tracePt t="17509" x="5416550" y="6153150"/>
          <p14:tracePt t="17521" x="5422900" y="6153150"/>
          <p14:tracePt t="17538" x="5454650" y="6153150"/>
          <p14:tracePt t="17554" x="5480050" y="6146800"/>
          <p14:tracePt t="17572" x="5575300" y="6146800"/>
          <p14:tracePt t="17588" x="5715000" y="6146800"/>
          <p14:tracePt t="17604" x="5803900" y="6146800"/>
          <p14:tracePt t="17621" x="5994400" y="6159500"/>
          <p14:tracePt t="17637" x="6197600" y="6159500"/>
          <p14:tracePt t="17654" x="6286500" y="6165850"/>
          <p14:tracePt t="17671" x="6451600" y="6165850"/>
          <p14:tracePt t="17687" x="6572250" y="6178550"/>
          <p14:tracePt t="17704" x="6597650" y="6178550"/>
          <p14:tracePt t="17720" x="6648450" y="6178550"/>
          <p14:tracePt t="17737" x="6667500" y="6184900"/>
          <p14:tracePt t="17770" x="6680200" y="6184900"/>
          <p14:tracePt t="17804" x="6686550" y="6184900"/>
          <p14:tracePt t="18099" x="6680200" y="6184900"/>
          <p14:tracePt t="18106" x="6673850" y="6184900"/>
          <p14:tracePt t="18133" x="6673850" y="6191250"/>
          <p14:tracePt t="19274" x="6661150" y="6191250"/>
          <p14:tracePt t="19280" x="6642100" y="6191250"/>
          <p14:tracePt t="19295" x="6616700" y="6197600"/>
          <p14:tracePt t="19302" x="6597650" y="6210300"/>
          <p14:tracePt t="19315" x="6584950" y="6210300"/>
          <p14:tracePt t="19331" x="6534150" y="6216650"/>
          <p14:tracePt t="19348" x="6521450" y="6223000"/>
          <p14:tracePt t="19365" x="6470650" y="6229350"/>
          <p14:tracePt t="19382" x="6407150" y="6235700"/>
          <p14:tracePt t="19398" x="6362700" y="6242050"/>
          <p14:tracePt t="19415" x="6280150" y="6261100"/>
          <p14:tracePt t="19431" x="6242050" y="6267450"/>
          <p14:tracePt t="19448" x="6134100" y="6292850"/>
          <p14:tracePt t="19464" x="6013450" y="6311900"/>
          <p14:tracePt t="19481" x="5956300" y="6324600"/>
          <p14:tracePt t="19498" x="5829300" y="6350000"/>
          <p14:tracePt t="19514" x="5695950" y="6381750"/>
          <p14:tracePt t="19531" x="5613400" y="6400800"/>
          <p14:tracePt t="19547" x="5467350" y="6438900"/>
          <p14:tracePt t="19564" x="5346700" y="6464300"/>
          <p14:tracePt t="19581" x="5295900" y="6477000"/>
          <p14:tracePt t="19597" x="5149850" y="6521450"/>
          <p14:tracePt t="19613" x="5054600" y="6540500"/>
          <p14:tracePt t="19631" x="5022850" y="6546850"/>
          <p14:tracePt t="19647" x="4984750" y="6546850"/>
          <p14:tracePt t="19664" x="4953000" y="6553200"/>
          <p14:tracePt t="19681" x="4927600" y="6559550"/>
          <p14:tracePt t="19697" x="4921250" y="6559550"/>
          <p14:tracePt t="19713" x="4921250" y="6546850"/>
          <p14:tracePt t="20147" x="4889500" y="6546850"/>
          <p14:tracePt t="20153" x="4832350" y="6546850"/>
          <p14:tracePt t="20167" x="4768850" y="6546850"/>
          <p14:tracePt t="20178" x="4705350" y="6540500"/>
          <p14:tracePt t="20196" x="4552950" y="6546850"/>
          <p14:tracePt t="20212" x="4476750" y="6540500"/>
          <p14:tracePt t="20228" x="4330700" y="6540500"/>
          <p14:tracePt t="20245" x="4178300" y="6553200"/>
          <p14:tracePt t="20262" x="4102100" y="6565900"/>
          <p14:tracePt t="20278" x="3943350" y="6591300"/>
          <p14:tracePt t="20295" x="3822700" y="6623050"/>
          <p14:tracePt t="20311" x="3784600" y="6623050"/>
          <p14:tracePt t="20328" x="3702050" y="6629400"/>
          <p14:tracePt t="20345" x="3632200" y="6635750"/>
          <p14:tracePt t="20361" x="3594100" y="6642100"/>
          <p14:tracePt t="20378" x="3536950" y="6661150"/>
          <p14:tracePt t="20394" x="3467100" y="6667500"/>
          <p14:tracePt t="20411" x="3435350" y="6667500"/>
          <p14:tracePt t="20428" x="3384550" y="6667500"/>
          <p14:tracePt t="20444" x="3327400" y="6667500"/>
          <p14:tracePt t="20461" x="3308350" y="6667500"/>
          <p14:tracePt t="20478" x="3270250" y="6667500"/>
          <p14:tracePt t="20494" x="3238500" y="6667500"/>
          <p14:tracePt t="20511" x="3200400" y="6642100"/>
          <p14:tracePt t="20527" x="3136900" y="6623050"/>
          <p14:tracePt t="20544" x="3117850" y="6610350"/>
          <p14:tracePt t="20561" x="3073400" y="6584950"/>
          <p14:tracePt t="20577" x="3022600" y="6572250"/>
          <p14:tracePt t="20594" x="3003550" y="6559550"/>
          <p14:tracePt t="20611" x="2940050" y="6527800"/>
          <p14:tracePt t="20627" x="2882900" y="6515100"/>
          <p14:tracePt t="20644" x="2851150" y="6496050"/>
          <p14:tracePt t="20660" x="2806700" y="6483350"/>
          <p14:tracePt t="20677" x="2755900" y="6451600"/>
          <p14:tracePt t="20694" x="2711450" y="6426200"/>
          <p14:tracePt t="20710" x="2679700" y="6407150"/>
          <p14:tracePt t="20727" x="2660650" y="6394450"/>
          <p14:tracePt t="20744" x="2584450" y="6343650"/>
          <p14:tracePt t="20760" x="2565400" y="6330950"/>
          <p14:tracePt t="20777" x="2546350" y="6311900"/>
          <p14:tracePt t="20793" x="2495550" y="6292850"/>
          <p14:tracePt t="20810" x="2463800" y="6267450"/>
          <p14:tracePt t="20827" x="2451100" y="6261100"/>
          <p14:tracePt t="20842" x="2425700" y="6248400"/>
          <p14:tracePt t="20859" x="2413000" y="6242050"/>
          <p14:tracePt t="20877" x="2406650" y="6235700"/>
          <p14:tracePt t="20893" x="2400300" y="6235700"/>
          <p14:tracePt t="20909" x="2387600" y="6235700"/>
          <p14:tracePt t="20926" x="2381250" y="6235700"/>
          <p14:tracePt t="20943" x="2374900" y="6235700"/>
          <p14:tracePt t="20959" x="2368550" y="6235700"/>
          <p14:tracePt t="20976" x="2355850" y="6235700"/>
          <p14:tracePt t="21010" x="2343150" y="6235700"/>
          <p14:tracePt t="21025" x="2336800" y="6235700"/>
          <p14:tracePt t="21042" x="2330450" y="6235700"/>
          <p14:tracePt t="21059" x="2311400" y="6235700"/>
          <p14:tracePt t="21075" x="2298700" y="6235700"/>
          <p14:tracePt t="21092" x="2273300" y="6235700"/>
          <p14:tracePt t="21109" x="2241550" y="6242050"/>
          <p14:tracePt t="21125" x="2216150" y="6242050"/>
          <p14:tracePt t="21142" x="2165350" y="6248400"/>
          <p14:tracePt t="21158" x="2114550" y="6248400"/>
          <p14:tracePt t="21175" x="2095500" y="6248400"/>
          <p14:tracePt t="21192" x="2038350" y="6248400"/>
          <p14:tracePt t="21208" x="1993900" y="6254750"/>
          <p14:tracePt t="21225" x="1968500" y="6254750"/>
          <p14:tracePt t="21242" x="1936750" y="6261100"/>
          <p14:tracePt t="21258" x="1905000" y="6261100"/>
          <p14:tracePt t="21275" x="1898650" y="6261100"/>
          <p14:tracePt t="21291" x="1879600" y="6267450"/>
          <p14:tracePt t="21308" x="1873250" y="6267450"/>
          <p14:tracePt t="21341" x="1866900" y="6267450"/>
          <p14:tracePt t="21361" x="1860550" y="6267450"/>
          <p14:tracePt t="21579" x="1866900" y="6267450"/>
          <p14:tracePt t="21585" x="1873250" y="6267450"/>
          <p14:tracePt t="21600" x="1885950" y="6267450"/>
          <p14:tracePt t="21610" x="1905000" y="6267450"/>
          <p14:tracePt t="21623" x="1924050" y="6267450"/>
          <p14:tracePt t="21640" x="1955800" y="6273800"/>
          <p14:tracePt t="21657" x="2082800" y="6273800"/>
          <p14:tracePt t="21673" x="2152650" y="6286500"/>
          <p14:tracePt t="21691" x="2292350" y="6305550"/>
          <p14:tracePt t="21706" x="2368550" y="6305550"/>
          <p14:tracePt t="21723" x="2565400" y="6324600"/>
          <p14:tracePt t="21741" x="2806700" y="6343650"/>
          <p14:tracePt t="21756" x="2933700" y="6369050"/>
          <p14:tracePt t="21773" x="3251200" y="6388100"/>
          <p14:tracePt t="21790" x="3587750" y="6426200"/>
          <p14:tracePt t="21806" x="3771900" y="6426200"/>
          <p14:tracePt t="21822" x="4152900" y="6451600"/>
          <p14:tracePt t="21840" x="4495800" y="6464300"/>
          <p14:tracePt t="21856" x="4686300" y="6477000"/>
          <p14:tracePt t="21873" x="5054600" y="6470650"/>
          <p14:tracePt t="21889" x="5353050" y="6457950"/>
          <p14:tracePt t="21906" x="5480050" y="6451600"/>
          <p14:tracePt t="21923" x="5721350" y="6438900"/>
          <p14:tracePt t="21939" x="5886450" y="6426200"/>
          <p14:tracePt t="21956" x="5956300" y="6419850"/>
          <p14:tracePt t="21973" x="6045200" y="6419850"/>
          <p14:tracePt t="21989" x="6070600" y="6419850"/>
          <p14:tracePt t="22005" x="6121400" y="6419850"/>
          <p14:tracePt t="22022" x="6165850" y="6413500"/>
          <p14:tracePt t="22039" x="6184900" y="6413500"/>
          <p14:tracePt t="22056" x="6216650" y="6413500"/>
          <p14:tracePt t="22072" x="6261100" y="6413500"/>
          <p14:tracePt t="22089" x="6280150" y="6413500"/>
          <p14:tracePt t="22106" x="6311900" y="6413500"/>
          <p14:tracePt t="22122" x="6343650" y="6413500"/>
          <p14:tracePt t="22140" x="6362700" y="6413500"/>
          <p14:tracePt t="22155" x="6388100" y="6413500"/>
          <p14:tracePt t="22172" x="6419850" y="6413500"/>
          <p14:tracePt t="22188" x="6432550" y="6413500"/>
          <p14:tracePt t="22205" x="6457950" y="6407150"/>
          <p14:tracePt t="22222" x="6470650" y="6407150"/>
          <p14:tracePt t="22239" x="6477000" y="6400800"/>
          <p14:tracePt t="22281" x="6470650" y="6400800"/>
          <p14:tracePt t="22289" x="6451600" y="6400800"/>
          <p14:tracePt t="22302" x="6432550" y="6400800"/>
          <p14:tracePt t="22309" x="6407150" y="6400800"/>
          <p14:tracePt t="22325" x="6343650" y="6407150"/>
          <p14:tracePt t="22338" x="6254750" y="6419850"/>
          <p14:tracePt t="22354" x="6000750" y="6451600"/>
          <p14:tracePt t="22371" x="5835650" y="6464300"/>
          <p14:tracePt t="22387" x="5378450" y="6489700"/>
          <p14:tracePt t="22404" x="4832350" y="6489700"/>
          <p14:tracePt t="22421" x="4286250" y="6483350"/>
          <p14:tracePt t="22438" x="4051300" y="6483350"/>
          <p14:tracePt t="22454" x="3651250" y="6470650"/>
          <p14:tracePt t="22471" x="3397250" y="6451600"/>
          <p14:tracePt t="22487" x="3289300" y="6451600"/>
          <p14:tracePt t="22504" x="3124200" y="6451600"/>
          <p14:tracePt t="22521" x="2978150" y="6451600"/>
          <p14:tracePt t="22537" x="2914650" y="6451600"/>
          <p14:tracePt t="22555" x="2800350" y="6451600"/>
          <p14:tracePt t="22571" x="2717800" y="6451600"/>
          <p14:tracePt t="22587" x="2679700" y="6451600"/>
          <p14:tracePt t="22604" x="2622550" y="6451600"/>
          <p14:tracePt t="22620" x="2597150" y="6438900"/>
          <p14:tracePt t="22637" x="2546350" y="6438900"/>
          <p14:tracePt t="22654" x="2514600" y="6426200"/>
          <p14:tracePt t="22670" x="2501900" y="6426200"/>
          <p14:tracePt t="22687" x="2489200" y="6419850"/>
          <p14:tracePt t="22703" x="2482850" y="6419850"/>
          <p14:tracePt t="22801" x="2495550" y="6419850"/>
          <p14:tracePt t="22815" x="2508250" y="6419850"/>
          <p14:tracePt t="22823" x="2520950" y="6413500"/>
          <p14:tracePt t="22839" x="2552700" y="6400800"/>
          <p14:tracePt t="22852" x="2673350" y="6375400"/>
          <p14:tracePt t="22870" x="2762250" y="6362700"/>
          <p14:tracePt t="22886" x="3028950" y="6311900"/>
          <p14:tracePt t="22903" x="3200400" y="6286500"/>
          <p14:tracePt t="22920" x="3879850" y="6216650"/>
          <p14:tracePt t="22935" x="4095750" y="6203950"/>
          <p14:tracePt t="22952" x="4311650" y="6191250"/>
          <p14:tracePt t="22970" x="4737100" y="6197600"/>
          <p14:tracePt t="22986" x="5086350" y="6223000"/>
          <p14:tracePt t="23002" x="5251450" y="6235700"/>
          <p14:tracePt t="23019" x="5524500" y="6280150"/>
          <p14:tracePt t="23035" x="5746750" y="6311900"/>
          <p14:tracePt t="23052" x="5835650" y="6311900"/>
          <p14:tracePt t="23069" x="5975350" y="6330950"/>
          <p14:tracePt t="23086" x="6096000" y="6337300"/>
          <p14:tracePt t="23103" x="6153150" y="6350000"/>
          <p14:tracePt t="23118" x="6165850" y="6356350"/>
          <p14:tracePt t="23166" x="6146800" y="6356350"/>
          <p14:tracePt t="23172" x="6108700" y="6356350"/>
          <p14:tracePt t="23188" x="6045200" y="6362700"/>
          <p14:tracePt t="23202" x="5835650" y="6350000"/>
          <p14:tracePt t="23218" x="5664200" y="6350000"/>
          <p14:tracePt t="23235" x="5422900" y="6337300"/>
          <p14:tracePt t="23251" x="4813300" y="6286500"/>
          <p14:tracePt t="23268" x="4102100" y="6235700"/>
          <p14:tracePt t="23286" x="3498850" y="6203950"/>
          <p14:tracePt t="23301" x="3282950" y="6191250"/>
          <p14:tracePt t="23318" x="2908300" y="6178550"/>
          <p14:tracePt t="23335" x="2647950" y="6184900"/>
          <p14:tracePt t="23351" x="2546350" y="6184900"/>
          <p14:tracePt t="23367" x="2368550" y="6184900"/>
          <p14:tracePt t="23385" x="2222500" y="6178550"/>
          <p14:tracePt t="23401" x="2159000" y="6172200"/>
          <p14:tracePt t="23418" x="2032000" y="6159500"/>
          <p14:tracePt t="23434" x="1949450" y="6159500"/>
          <p14:tracePt t="23450" x="1924050" y="6153150"/>
          <p14:tracePt t="23468" x="1892300" y="6146800"/>
          <p14:tracePt t="23484" x="1828800" y="6146800"/>
          <p14:tracePt t="23501" x="1816100" y="6146800"/>
          <p14:tracePt t="23517" x="1809750" y="6146800"/>
          <p14:tracePt t="23553" x="1803400" y="6146800"/>
          <p14:tracePt t="23679" x="1809750" y="6146800"/>
          <p14:tracePt t="23685" x="1809750" y="6153150"/>
          <p14:tracePt t="23714" x="1809750" y="6159500"/>
          <p14:tracePt t="23735" x="1816100" y="6159500"/>
          <p14:tracePt t="23763" x="1822450" y="6165850"/>
          <p14:tracePt t="23819" x="1828800" y="6172200"/>
          <p14:tracePt t="23826" x="1835150" y="6172200"/>
          <p14:tracePt t="23836" x="1841500" y="6178550"/>
          <p14:tracePt t="23849" x="1847850" y="6184900"/>
          <p14:tracePt t="23866" x="1854200" y="6184900"/>
          <p14:tracePt t="23882" x="1892300" y="6203950"/>
          <p14:tracePt t="23899" x="1962150" y="6235700"/>
          <p14:tracePt t="23916" x="2032000" y="6267450"/>
          <p14:tracePt t="23932" x="2203450" y="6305550"/>
          <p14:tracePt t="23949" x="2463800" y="6362700"/>
          <p14:tracePt t="23966" x="2749550" y="6407150"/>
          <p14:tracePt t="23982" x="2921000" y="6426200"/>
          <p14:tracePt t="23999" x="3270250" y="6438900"/>
          <p14:tracePt t="24016" x="3549650" y="6438900"/>
          <p14:tracePt t="24032" x="3676650" y="6438900"/>
          <p14:tracePt t="24049" x="3892550" y="6426200"/>
          <p14:tracePt t="24065" x="4013200" y="6426200"/>
          <p14:tracePt t="24082" x="4038600" y="6426200"/>
          <p14:tracePt t="24098" x="4051300" y="6426200"/>
          <p14:tracePt t="24115" x="4070350" y="6426200"/>
          <p14:tracePt t="24198" x="4064000" y="6432550"/>
          <p14:tracePt t="24247" x="4057650" y="6438900"/>
          <p14:tracePt t="24276" x="4051300" y="6438900"/>
          <p14:tracePt t="24289" x="4044950" y="6438900"/>
          <p14:tracePt t="24296" x="4044950" y="6445250"/>
          <p14:tracePt t="24311" x="4038600" y="6457950"/>
          <p14:tracePt t="24318" x="4032250" y="6470650"/>
          <p14:tracePt t="24331" x="4013200" y="6483350"/>
          <p14:tracePt t="24347" x="3975100" y="6527800"/>
          <p14:tracePt t="24365" x="3937000" y="6553200"/>
          <p14:tracePt t="24381" x="3848100" y="6648450"/>
          <p14:tracePt t="24398" x="3752850" y="6731000"/>
          <p14:tracePt t="24416" x="3676650" y="6781800"/>
          <p14:tracePt t="24431" x="3651250" y="6794500"/>
          <p14:tracePt t="24449" x="3632200" y="6813550"/>
          <p14:tracePt t="24463" x="3613150" y="6826250"/>
          <p14:tracePt t="24480" x="3606800" y="6826250"/>
          <p14:tracePt t="24528" x="3619500" y="6826250"/>
          <p14:tracePt t="24535" x="3632200" y="6826250"/>
          <p14:tracePt t="24550" x="3644900" y="6819900"/>
          <p14:tracePt t="24564" x="3663950" y="6807200"/>
          <p14:tracePt t="24580" x="3746500" y="6781800"/>
          <p14:tracePt t="24597" x="3816350" y="6775450"/>
          <p14:tracePt t="24613" x="3975100" y="6737350"/>
          <p14:tracePt t="24630" x="4165600" y="6705600"/>
          <p14:tracePt t="24646" x="4279900" y="6692900"/>
          <p14:tracePt t="24663" x="4508500" y="6673850"/>
          <p14:tracePt t="24679" x="4711700" y="6673850"/>
          <p14:tracePt t="24697" x="4914900" y="6667500"/>
          <p14:tracePt t="24713" x="5003800" y="6667500"/>
          <p14:tracePt t="24729" x="5080000" y="6680200"/>
          <p14:tracePt t="24746" x="5264150" y="6692900"/>
          <p14:tracePt t="24763" x="5308600" y="6705600"/>
          <p14:tracePt t="24779" x="5334000" y="6711950"/>
          <p14:tracePt t="24796" x="5365750" y="6718300"/>
          <p14:tracePt t="24832" x="5359400" y="6724650"/>
          <p14:tracePt t="24850" x="5346700" y="6724650"/>
          <p14:tracePt t="24857" x="5327650" y="6724650"/>
          <p14:tracePt t="24871" x="5295900" y="6731000"/>
          <p14:tracePt t="24879" x="5232400" y="6737350"/>
          <p14:tracePt t="24896" x="5181600" y="6750050"/>
          <p14:tracePt t="24913" x="4876800" y="6756400"/>
          <p14:tracePt t="24928" x="4749800" y="6756400"/>
          <p14:tracePt t="24945" x="4591050" y="6756400"/>
          <p14:tracePt t="24963" x="4152900" y="6743700"/>
          <p14:tracePt t="24979" x="4032250" y="6743700"/>
          <p14:tracePt t="24995" x="3924300" y="6731000"/>
          <p14:tracePt t="25012" x="3771900" y="6731000"/>
          <p14:tracePt t="25028" x="3702050" y="6731000"/>
          <p14:tracePt t="25045" x="3689350" y="6731000"/>
          <p14:tracePt t="25062" x="3683000" y="6731000"/>
          <p14:tracePt t="25078" x="3683000" y="6724650"/>
          <p14:tracePt t="25096" x="3695700" y="6718300"/>
          <p14:tracePt t="25111" x="3708400" y="6718300"/>
          <p14:tracePt t="25128" x="3759200" y="6705600"/>
          <p14:tracePt t="25145" x="3860800" y="6699250"/>
          <p14:tracePt t="25161" x="3924300" y="6699250"/>
          <p14:tracePt t="25178" x="4102100" y="6699250"/>
          <p14:tracePt t="25195" x="4356100" y="6699250"/>
          <p14:tracePt t="25211" x="4495800" y="6699250"/>
          <p14:tracePt t="25228" x="4635500" y="6699250"/>
          <p14:tracePt t="25245" x="5041900" y="6737350"/>
          <p14:tracePt t="25261" x="5156200" y="6743700"/>
          <p14:tracePt t="25278" x="5334000" y="6756400"/>
          <p14:tracePt t="25294" x="5397500" y="6762750"/>
          <p14:tracePt t="25311" x="5511800" y="6794500"/>
          <p14:tracePt t="25328" x="5556250" y="6807200"/>
          <p14:tracePt t="25345" x="5581650" y="6807200"/>
          <p14:tracePt t="25361" x="5594350" y="6813550"/>
          <p14:tracePt t="25511" x="5600700" y="6813550"/>
          <p14:tracePt t="25517" x="5607050" y="6813550"/>
          <p14:tracePt t="25526" x="5619750" y="6813550"/>
          <p14:tracePt t="25544" x="5632450" y="6813550"/>
          <p14:tracePt t="25560" x="5702300" y="6819900"/>
          <p14:tracePt t="25576" x="5753100" y="6819900"/>
          <p14:tracePt t="25594" x="5918200" y="6826250"/>
          <p14:tracePt t="25609" x="6108700" y="6838950"/>
          <p14:tracePt t="25626" x="6197600" y="6838950"/>
          <p14:tracePt t="25644" x="6356350" y="6807200"/>
          <p14:tracePt t="25660" x="6489700" y="6769100"/>
          <p14:tracePt t="25676" x="6546850" y="6737350"/>
          <p14:tracePt t="25693" x="6635750" y="6673850"/>
          <p14:tracePt t="25709" x="6705600" y="6616700"/>
          <p14:tracePt t="25726" x="6724650" y="6604000"/>
          <p14:tracePt t="25743" x="6762750" y="6565900"/>
          <p14:tracePt t="25760" x="6788150" y="6546850"/>
          <p14:tracePt t="25776" x="6794500" y="6534150"/>
          <p14:tracePt t="25792" x="6813550" y="6508750"/>
          <p14:tracePt t="25809" x="6832600" y="6489700"/>
          <p14:tracePt t="25826" x="6845300" y="6457950"/>
          <p14:tracePt t="25842" x="6858000" y="6445250"/>
          <p14:tracePt t="25859" x="6864350" y="6432550"/>
          <p14:tracePt t="25876" x="6889750" y="6400800"/>
          <p14:tracePt t="25892" x="6896100" y="6388100"/>
          <p14:tracePt t="25909" x="6908800" y="6381750"/>
          <p14:tracePt t="25925" x="6921500" y="6369050"/>
          <p14:tracePt t="25942" x="6921500" y="6362700"/>
          <p14:tracePt t="26030" x="6921500" y="6375400"/>
          <p14:tracePt t="26037" x="6908800" y="6381750"/>
          <p14:tracePt t="26051" x="6896100" y="6400800"/>
          <p14:tracePt t="26060" x="6883400" y="6426200"/>
          <p14:tracePt t="26075" x="6851650" y="6457950"/>
          <p14:tracePt t="26092" x="6762750" y="6572250"/>
          <p14:tracePt t="26108" x="6635750" y="6692900"/>
          <p14:tracePt t="26125" x="6565900" y="6756400"/>
          <p14:tracePt t="26142" x="6419850" y="6851650"/>
          <p14:tracePt t="26158" x="6305550" y="6851650"/>
          <p14:tracePt t="26175" x="6248400" y="6851650"/>
          <p14:tracePt t="26192" x="6197600" y="6851650"/>
          <p14:tracePt t="26208" x="6178550" y="6851650"/>
          <p14:tracePt t="26224" x="6165850" y="6851650"/>
          <p14:tracePt t="26241" x="6153150" y="6851650"/>
          <p14:tracePt t="26274" x="6153150" y="6845300"/>
          <p14:tracePt t="26291" x="6153150" y="6813550"/>
          <p14:tracePt t="26308" x="6153150" y="6794500"/>
          <p14:tracePt t="26324" x="6153150" y="6711950"/>
          <p14:tracePt t="26341" x="6159500" y="6584950"/>
          <p14:tracePt t="26357" x="6172200" y="6515100"/>
          <p14:tracePt t="26374" x="6172200" y="6375400"/>
          <p14:tracePt t="26391" x="6172200" y="6235700"/>
          <p14:tracePt t="26407" x="6172200" y="6184900"/>
          <p14:tracePt t="26424" x="6153150" y="6076950"/>
          <p14:tracePt t="26440" x="6134100" y="6007100"/>
          <p14:tracePt t="26458" x="6134100" y="5994400"/>
          <p14:tracePt t="26473" x="6121400" y="5969000"/>
          <p14:tracePt t="26490" x="6121400" y="5962650"/>
          <p14:tracePt t="26507" x="6115050" y="5956300"/>
          <p14:tracePt t="26641" x="6121400" y="5956300"/>
          <p14:tracePt t="26669" x="6127750" y="5956300"/>
          <p14:tracePt t="26691" x="6134100" y="5956300"/>
          <p14:tracePt t="26711" x="6140450" y="5956300"/>
          <p14:tracePt t="26760" x="6146800" y="5962650"/>
          <p14:tracePt t="26781" x="6153150" y="5962650"/>
          <p14:tracePt t="26788" x="6153150" y="5969000"/>
          <p14:tracePt t="26803" x="6153150" y="5975350"/>
          <p14:tracePt t="26809" x="6153150" y="5988050"/>
          <p14:tracePt t="26826" x="6159500" y="6007100"/>
          <p14:tracePt t="26839" x="6159500" y="6026150"/>
          <p14:tracePt t="26855" x="6159500" y="6108700"/>
          <p14:tracePt t="26873" x="6134100" y="6216650"/>
          <p14:tracePt t="26889" x="6115050" y="6273800"/>
          <p14:tracePt t="26905" x="6076950" y="6394450"/>
          <p14:tracePt t="26922" x="6032500" y="6496050"/>
          <p14:tracePt t="26938" x="6019800" y="6527800"/>
          <p14:tracePt t="26955" x="5994400" y="6578600"/>
          <p14:tracePt t="26972" x="5988050" y="6604000"/>
          <p14:tracePt t="27005" x="5988050" y="6616700"/>
          <p14:tracePt t="27021" x="6007100" y="6623050"/>
          <p14:tracePt t="27038" x="6026150" y="6623050"/>
          <p14:tracePt t="27055" x="6076950" y="6616700"/>
          <p14:tracePt t="27071" x="6153150" y="6597650"/>
          <p14:tracePt t="27088" x="6210300" y="6578600"/>
          <p14:tracePt t="27105" x="6343650" y="6540500"/>
          <p14:tracePt t="27121" x="6407150" y="6521450"/>
          <p14:tracePt t="27138" x="6521450" y="6489700"/>
          <p14:tracePt t="27154" x="6572250" y="6464300"/>
          <p14:tracePt t="27171" x="6584950" y="6457950"/>
          <p14:tracePt t="27188" x="6597650" y="6457950"/>
          <p14:tracePt t="27204" x="6604000" y="6457950"/>
          <p14:tracePt t="27238" x="6597650" y="6457950"/>
          <p14:tracePt t="27254" x="6572250" y="6489700"/>
          <p14:tracePt t="27271" x="6540500" y="6515100"/>
          <p14:tracePt t="27287" x="6445250" y="6597650"/>
          <p14:tracePt t="27304" x="6311900" y="6731000"/>
          <p14:tracePt t="27321" x="6242050" y="6788150"/>
          <p14:tracePt t="27337" x="6140450" y="6851650"/>
          <p14:tracePt t="27354" x="6083300" y="6851650"/>
          <p14:tracePt t="27371" x="6070600" y="6851650"/>
          <p14:tracePt t="27387" x="6057900" y="6851650"/>
          <p14:tracePt t="27403" x="6051550" y="6851650"/>
          <p14:tracePt t="27423" x="6057900" y="6851650"/>
          <p14:tracePt t="27436" x="6070600" y="6851650"/>
          <p14:tracePt t="27453" x="6083300" y="6845300"/>
          <p14:tracePt t="27470" x="6127750" y="6819900"/>
          <p14:tracePt t="27487" x="6210300" y="6756400"/>
          <p14:tracePt t="27504" x="6280150" y="6705600"/>
          <p14:tracePt t="27520" x="6426200" y="6584950"/>
          <p14:tracePt t="27536" x="6540500" y="6457950"/>
          <p14:tracePt t="27554" x="6629400" y="6375400"/>
          <p14:tracePt t="27570" x="6648450" y="6343650"/>
          <p14:tracePt t="27586" x="6667500" y="6324600"/>
          <p14:tracePt t="27631" x="6654800" y="6324600"/>
          <p14:tracePt t="27645" x="6629400" y="6324600"/>
          <p14:tracePt t="27653" x="6591300" y="6330950"/>
          <p14:tracePt t="27669" x="6540500" y="6343650"/>
          <p14:tracePt t="27686" x="6445250" y="6362700"/>
          <p14:tracePt t="27702" x="6242050" y="6426200"/>
          <p14:tracePt t="27719" x="5981700" y="6477000"/>
          <p14:tracePt t="27736" x="5689600" y="6534150"/>
          <p14:tracePt t="27752" x="5549900" y="6546850"/>
          <p14:tracePt t="27769" x="5283200" y="6584950"/>
          <p14:tracePt t="27786" x="5041900" y="6597650"/>
          <p14:tracePt t="27802" x="4914900" y="6597650"/>
          <p14:tracePt t="27819" x="4673600" y="6629400"/>
          <p14:tracePt t="27835" x="4470400" y="6629400"/>
          <p14:tracePt t="27852" x="4381500" y="6629400"/>
          <p14:tracePt t="27870" x="4254500" y="6629400"/>
          <p14:tracePt t="27885" x="4165600" y="6629400"/>
          <p14:tracePt t="27902" x="4133850" y="6629400"/>
          <p14:tracePt t="27919" x="4095750" y="6629400"/>
          <p14:tracePt t="27935" x="4083050" y="6629400"/>
          <p14:tracePt t="27952" x="4076700" y="6629400"/>
          <p14:tracePt t="27985" x="4076700" y="6623050"/>
          <p14:tracePt t="28001" x="4076700" y="6616700"/>
          <p14:tracePt t="28018" x="4095750" y="6610350"/>
          <p14:tracePt t="28035" x="4121150" y="6604000"/>
          <p14:tracePt t="28052" x="4267200" y="6578600"/>
          <p14:tracePt t="28067" x="4343400" y="6578600"/>
          <p14:tracePt t="28084" x="4445000" y="6578600"/>
          <p14:tracePt t="28102" x="4711700" y="6565900"/>
          <p14:tracePt t="28118" x="4984750" y="6559550"/>
          <p14:tracePt t="28134" x="5137150" y="6559550"/>
          <p14:tracePt t="28151" x="5378450" y="6559550"/>
          <p14:tracePt t="28168" x="5467350" y="6546850"/>
          <p14:tracePt t="28184" x="5588000" y="6540500"/>
          <p14:tracePt t="28201" x="5613400" y="6534150"/>
          <p14:tracePt t="28217" x="5626100" y="6527800"/>
          <p14:tracePt t="28277" x="5619750" y="6527800"/>
          <p14:tracePt t="28285" x="5619750" y="6534150"/>
          <p14:tracePt t="28291" x="5600700" y="6546850"/>
          <p14:tracePt t="28300" x="5568950" y="6553200"/>
          <p14:tracePt t="28317" x="5537200" y="6572250"/>
          <p14:tracePt t="28333" x="5454650" y="6604000"/>
          <p14:tracePt t="28352" x="5353050" y="6642100"/>
          <p14:tracePt t="28367" x="5327650" y="6648450"/>
          <p14:tracePt t="28384" x="5270500" y="6667500"/>
          <p14:tracePt t="28400" x="5245100" y="6673850"/>
          <p14:tracePt t="28417" x="5238750" y="6673850"/>
          <p14:tracePt t="28439" x="5257800" y="6673850"/>
          <p14:tracePt t="28450" x="5276850" y="6673850"/>
          <p14:tracePt t="28467" x="5327650" y="6673850"/>
          <p14:tracePt t="28483" x="5505450" y="6673850"/>
          <p14:tracePt t="28500" x="5626100" y="6673850"/>
          <p14:tracePt t="28516" x="6203950" y="6648450"/>
          <p14:tracePt t="28533" x="6375400" y="6623050"/>
          <p14:tracePt t="28537" x="6572250" y="6597650"/>
          <p14:tracePt t="28553" x="6724650" y="6565900"/>
          <p14:tracePt t="28567" x="6940550" y="6515100"/>
          <p14:tracePt t="28583" x="7023100" y="6496050"/>
          <p14:tracePt t="28600" x="7143750" y="6457950"/>
          <p14:tracePt t="28616" x="7175500" y="6438900"/>
          <p14:tracePt t="28633" x="7226300" y="6419850"/>
          <p14:tracePt t="28650" x="7251700" y="6400800"/>
          <p14:tracePt t="28666" x="7264400" y="6394450"/>
          <p14:tracePt t="28682" x="7277100" y="6381750"/>
          <p14:tracePt t="28699" x="7289800" y="6369050"/>
          <p14:tracePt t="28716" x="7289800" y="6362700"/>
          <p14:tracePt t="28733" x="7296150" y="6362700"/>
          <p14:tracePt t="28749" x="7296150" y="6356350"/>
          <p14:tracePt t="28766" x="7302500" y="6350000"/>
          <p14:tracePt t="28799" x="7302500" y="6343650"/>
          <p14:tracePt t="28819" x="7302500" y="6337300"/>
          <p14:tracePt t="28835" x="7308850" y="6324600"/>
          <p14:tracePt t="28849" x="7308850" y="6305550"/>
          <p14:tracePt t="28866" x="7315200" y="6299200"/>
          <p14:tracePt t="28882" x="7321550" y="6292850"/>
          <p14:tracePt t="28899" x="7327900" y="6280150"/>
          <p14:tracePt t="28915" x="7327900" y="6273800"/>
          <p14:tracePt t="28931" x="7340600" y="6261100"/>
          <p14:tracePt t="28948" x="7340600" y="6254750"/>
          <p14:tracePt t="28967" x="7353300" y="6242050"/>
          <p14:tracePt t="28982" x="7359650" y="6235700"/>
          <p14:tracePt t="28998" x="7372350" y="6229350"/>
          <p14:tracePt t="29015" x="7391400" y="6210300"/>
          <p14:tracePt t="29031" x="7416800" y="6191250"/>
          <p14:tracePt t="29048" x="7429500" y="6178550"/>
          <p14:tracePt t="29065" x="7467600" y="6159500"/>
          <p14:tracePt t="29081" x="7486650" y="6146800"/>
          <p14:tracePt t="29099" x="7493000" y="6146800"/>
          <p14:tracePt t="29114" x="7499350" y="6146800"/>
          <p14:tracePt t="29131" x="7505700" y="6146800"/>
          <p14:tracePt t="29148" x="7512050" y="6146800"/>
          <p14:tracePt t="29181" x="7518400" y="6153150"/>
          <p14:tracePt t="29198" x="7524750" y="6159500"/>
          <p14:tracePt t="29214" x="7524750" y="6165850"/>
          <p14:tracePt t="29231" x="7531100" y="6165850"/>
          <p14:tracePt t="29247" x="7531100" y="6178550"/>
          <p14:tracePt t="29264" x="7537450" y="6184900"/>
          <p14:tracePt t="29281" x="7543800" y="6184900"/>
          <p14:tracePt t="29297" x="7550150" y="6191250"/>
          <p14:tracePt t="29315" x="7556500" y="6191250"/>
          <p14:tracePt t="29346" x="7556500" y="6197600"/>
          <p14:tracePt t="29363" x="7562850" y="6197600"/>
          <p14:tracePt t="29383" x="7569200" y="6197600"/>
          <p14:tracePt t="29422" x="7575550" y="6197600"/>
          <p14:tracePt t="29450" x="7581900" y="6191250"/>
          <p14:tracePt t="29471" x="7588250" y="6191250"/>
          <p14:tracePt t="29492" x="7588250" y="6184900"/>
          <p14:tracePt t="29515" x="7594600" y="6184900"/>
          <p14:tracePt t="29542" x="7600950" y="6178550"/>
          <p14:tracePt t="29569" x="7607300" y="6178550"/>
          <p14:tracePt t="29591" x="7607300" y="6191250"/>
          <p14:tracePt t="29605" x="7613650" y="6191250"/>
          <p14:tracePt t="29611" x="7613650" y="6197600"/>
          <p14:tracePt t="29626" x="7613650" y="6210300"/>
          <p14:tracePt t="29633" x="7620000" y="6223000"/>
          <p14:tracePt t="29646" x="7639050" y="6248400"/>
          <p14:tracePt t="29662" x="7651750" y="6286500"/>
          <p14:tracePt t="29679" x="7651750" y="6305550"/>
          <p14:tracePt t="29696" x="7664450" y="6343650"/>
          <p14:tracePt t="29712" x="7677150" y="6362700"/>
          <p14:tracePt t="29745" x="7683500" y="6369050"/>
          <p14:tracePt t="29795" x="7689850" y="6369050"/>
          <p14:tracePt t="29850" x="7689850" y="6362700"/>
          <p14:tracePt t="29871" x="7696200" y="6356350"/>
          <p14:tracePt t="29886" x="7696200" y="6350000"/>
          <p14:tracePt t="29893" x="7696200" y="6343650"/>
          <p14:tracePt t="29907" x="7696200" y="6330950"/>
          <p14:tracePt t="29915" x="7696200" y="6324600"/>
          <p14:tracePt t="29935" x="7696200" y="6305550"/>
          <p14:tracePt t="29949" x="7702550" y="6299200"/>
          <p14:tracePt t="29961" x="7702550" y="6286500"/>
          <p14:tracePt t="29978" x="7702550" y="6273800"/>
          <p14:tracePt t="30053" x="7708900" y="6273800"/>
          <p14:tracePt t="30068" x="7708900" y="6280150"/>
          <p14:tracePt t="30089" x="7708900" y="6286500"/>
          <p14:tracePt t="30110" x="7708900" y="6299200"/>
          <p14:tracePt t="30138" x="7708900" y="6305550"/>
          <p14:tracePt t="30181" x="7708900" y="6311900"/>
          <p14:tracePt t="30215" x="7708900" y="6318250"/>
          <p14:tracePt t="30293" x="7708900" y="6305550"/>
          <p14:tracePt t="30314" x="7708900" y="6299200"/>
          <p14:tracePt t="30329" x="7708900" y="6286500"/>
          <p14:tracePt t="30335" x="7708900" y="6273800"/>
          <p14:tracePt t="30343" x="7708900" y="6254750"/>
          <p14:tracePt t="30360" x="7708900" y="6242050"/>
          <p14:tracePt t="30377" x="7702550" y="6197600"/>
          <p14:tracePt t="30393" x="7702550" y="6184900"/>
          <p14:tracePt t="30410" x="7702550" y="6165850"/>
          <p14:tracePt t="30427" x="7702550" y="6153150"/>
          <p14:tracePt t="30469" x="7702550" y="6159500"/>
          <p14:tracePt t="30490" x="7702550" y="6165850"/>
          <p14:tracePt t="30496" x="7702550" y="6172200"/>
          <p14:tracePt t="30513" x="7702550" y="6178550"/>
          <p14:tracePt t="30526" x="7702550" y="6184900"/>
          <p14:tracePt t="30542" x="7702550" y="6203950"/>
          <p14:tracePt t="30560" x="7702550" y="6216650"/>
          <p14:tracePt t="30576" x="7702550" y="6223000"/>
          <p14:tracePt t="30616" x="7696200" y="6223000"/>
          <p14:tracePt t="30700" x="7689850" y="6223000"/>
          <p14:tracePt t="30735" x="7689850" y="6216650"/>
          <p14:tracePt t="30756" x="7689850" y="6210300"/>
          <p14:tracePt t="30798" x="7689850" y="6203950"/>
          <p14:tracePt t="30806" x="7683500" y="6197600"/>
          <p14:tracePt t="30841" x="7683500" y="6191250"/>
          <p14:tracePt t="30911" x="7683500" y="6197600"/>
          <p14:tracePt t="30918" x="7683500" y="6203950"/>
          <p14:tracePt t="30932" x="7683500" y="6210300"/>
          <p14:tracePt t="30941" x="7683500" y="6216650"/>
          <p14:tracePt t="30958" x="7683500" y="6223000"/>
          <p14:tracePt t="30974" x="7683500" y="6235700"/>
          <p14:tracePt t="30991" x="7683500" y="6254750"/>
          <p14:tracePt t="31008" x="7683500" y="6273800"/>
          <p14:tracePt t="31024" x="7683500" y="6292850"/>
          <p14:tracePt t="31136" x="7677150" y="6280150"/>
          <p14:tracePt t="31150" x="7677150" y="6273800"/>
          <p14:tracePt t="31164" x="7677150" y="6267450"/>
          <p14:tracePt t="31178" x="7677150" y="6261100"/>
          <p14:tracePt t="31185" x="7677150" y="6254750"/>
          <p14:tracePt t="31241" x="7677150" y="6248400"/>
          <p14:tracePt t="31403" x="7677150" y="6242050"/>
          <p14:tracePt t="31424" x="7677150" y="6235700"/>
          <p14:tracePt t="31438" x="7677150" y="6229350"/>
          <p14:tracePt t="31458" x="7677150" y="6223000"/>
          <p14:tracePt t="31465" x="7677150" y="6216650"/>
          <p14:tracePt t="31571" x="7677150" y="6210300"/>
          <p14:tracePt t="31775" x="7677150" y="6197600"/>
          <p14:tracePt t="31831" x="7670800" y="6191250"/>
          <p14:tracePt t="31859" x="7664450" y="6184900"/>
          <p14:tracePt t="31880" x="7658100" y="6178550"/>
          <p14:tracePt t="31887" x="7645400" y="6172200"/>
          <p14:tracePt t="31894" x="7639050" y="6172200"/>
          <p14:tracePt t="31908" x="7626350" y="6165850"/>
          <p14:tracePt t="31922" x="7569200" y="6146800"/>
          <p14:tracePt t="31938" x="7512050" y="6115050"/>
          <p14:tracePt t="31954" x="7353300" y="6076950"/>
          <p14:tracePt t="31972" x="7124700" y="6038850"/>
          <p14:tracePt t="31988" x="6997700" y="6007100"/>
          <p14:tracePt t="32004" x="6635750" y="5956300"/>
          <p14:tracePt t="32021" x="6191250" y="5886450"/>
          <p14:tracePt t="32037" x="5975350" y="5854700"/>
          <p14:tracePt t="32055" x="5403850" y="5778500"/>
          <p14:tracePt t="32071" x="4787900" y="5715000"/>
          <p14:tracePt t="32087" x="4514850" y="5689600"/>
          <p14:tracePt t="32105" x="3956050" y="5645150"/>
          <p14:tracePt t="32121" x="3505200" y="5613400"/>
          <p14:tracePt t="32137" x="3238500" y="5600700"/>
          <p14:tracePt t="32154" x="2781300" y="5575300"/>
          <p14:tracePt t="32171" x="2387600" y="5556250"/>
          <p14:tracePt t="32187" x="2197100" y="5562600"/>
          <p14:tracePt t="32204" x="1917700" y="5562600"/>
          <p14:tracePt t="32220" x="1638300" y="5588000"/>
          <p14:tracePt t="32238" x="1524000" y="5600700"/>
          <p14:tracePt t="32253" x="1295400" y="5619750"/>
          <p14:tracePt t="32270" x="1066800" y="5638800"/>
          <p14:tracePt t="32287" x="863600" y="5651500"/>
          <p14:tracePt t="32304" x="787400" y="5657850"/>
          <p14:tracePt t="32320" x="717550" y="5676900"/>
          <p14:tracePt t="32337" x="533400" y="5708650"/>
          <p14:tracePt t="32353" x="482600" y="5715000"/>
          <p14:tracePt t="32370" x="438150" y="5721350"/>
          <p14:tracePt t="32387" x="361950" y="5765800"/>
          <p14:tracePt t="32403" x="304800" y="5791200"/>
          <p14:tracePt t="32421" x="241300" y="5810250"/>
          <p14:tracePt t="32436" x="222250" y="5816600"/>
          <p14:tracePt t="32453" x="184150" y="5835650"/>
          <p14:tracePt t="32470" x="171450" y="5835650"/>
          <p14:tracePt t="32486" x="165100" y="5842000"/>
          <p14:tracePt t="32503" x="152400" y="5848350"/>
          <p14:tracePt t="32519" x="139700" y="5861050"/>
          <p14:tracePt t="32536" x="133350" y="5867400"/>
          <p14:tracePt t="32552" x="127000" y="5873750"/>
          <p14:tracePt t="32569" x="114300" y="5892800"/>
          <p14:tracePt t="32586" x="107950" y="5905500"/>
          <p14:tracePt t="32603" x="101600" y="5911850"/>
          <p14:tracePt t="32619" x="95250" y="5943600"/>
          <p14:tracePt t="32635" x="88900" y="5962650"/>
          <p14:tracePt t="32653" x="88900" y="5988050"/>
          <p14:tracePt t="32669" x="88900" y="5994400"/>
          <p14:tracePt t="32685" x="88900" y="6032500"/>
          <p14:tracePt t="32702" x="95250" y="6064250"/>
          <p14:tracePt t="32719" x="95250" y="6083300"/>
          <p14:tracePt t="32735" x="114300" y="6121400"/>
          <p14:tracePt t="32752" x="139700" y="6153150"/>
          <p14:tracePt t="32768" x="146050" y="6172200"/>
          <p14:tracePt t="32786" x="171450" y="6203950"/>
          <p14:tracePt t="32801" x="190500" y="6223000"/>
          <p14:tracePt t="32818" x="196850" y="6223000"/>
          <p14:tracePt t="32835" x="209550" y="6235700"/>
          <p14:tracePt t="32851" x="222250" y="6242050"/>
          <p14:tracePt t="32868" x="228600" y="6248400"/>
          <p14:tracePt t="32884" x="247650" y="6248400"/>
          <p14:tracePt t="32901" x="266700" y="6254750"/>
          <p14:tracePt t="32920" x="279400" y="6261100"/>
          <p14:tracePt t="32934" x="285750" y="6267450"/>
          <p14:tracePt t="32951" x="292100" y="6267450"/>
          <p14:tracePt t="32968" x="311150" y="6267450"/>
          <p14:tracePt t="32984" x="317500" y="6267450"/>
          <p14:tracePt t="33001" x="323850" y="6267450"/>
          <p14:tracePt t="33018" x="336550" y="6267450"/>
          <p14:tracePt t="33034" x="349250" y="6273800"/>
          <p14:tracePt t="33109" x="355600" y="6273800"/>
          <p14:tracePt t="33130" x="361950" y="6273800"/>
          <p14:tracePt t="33144" x="368300" y="6273800"/>
          <p14:tracePt t="33172" x="374650" y="6273800"/>
          <p14:tracePt t="33179" x="381000" y="6273800"/>
          <p14:tracePt t="33201" x="387350" y="6273800"/>
          <p14:tracePt t="33222" x="393700" y="6273800"/>
          <p14:tracePt t="33235" x="406400" y="6273800"/>
          <p14:tracePt t="33242" x="412750" y="6273800"/>
          <p14:tracePt t="33251" x="425450" y="6273800"/>
          <p14:tracePt t="33266" x="444500" y="6273800"/>
          <p14:tracePt t="33283" x="463550" y="6273800"/>
          <p14:tracePt t="33299" x="520700" y="6286500"/>
          <p14:tracePt t="33316" x="603250" y="6299200"/>
          <p14:tracePt t="33334" x="685800" y="6318250"/>
          <p14:tracePt t="33350" x="730250" y="6324600"/>
          <p14:tracePt t="33366" x="838200" y="6350000"/>
          <p14:tracePt t="33383" x="946150" y="6400800"/>
          <p14:tracePt t="33399" x="1016000" y="6419850"/>
          <p14:tracePt t="33416" x="1162050" y="6457950"/>
          <p14:tracePt t="33433" x="1409700" y="6508750"/>
          <p14:tracePt t="33499" x="3181350" y="6534150"/>
          <p14:tracePt t="33517" x="3886200" y="6527800"/>
          <p14:tracePt t="33533" x="4533900" y="6508750"/>
          <p14:tracePt t="33549" x="4851400" y="6521450"/>
          <p14:tracePt t="33566" x="5346700" y="6521450"/>
          <p14:tracePt t="33582" x="5607050" y="6534150"/>
          <p14:tracePt t="33599" x="6000750" y="6534150"/>
          <p14:tracePt t="33615" x="6337300" y="6534150"/>
          <p14:tracePt t="33632" x="6496050" y="6534150"/>
          <p14:tracePt t="33649" x="6762750" y="6527800"/>
          <p14:tracePt t="33665" x="7004050" y="6527800"/>
          <p14:tracePt t="33682" x="7118350" y="6527800"/>
          <p14:tracePt t="33699" x="7308850" y="6534150"/>
          <p14:tracePt t="33715" x="7429500" y="6502400"/>
          <p14:tracePt t="33732" x="7480300" y="6502400"/>
          <p14:tracePt t="33748" x="7569200" y="6477000"/>
          <p14:tracePt t="33765" x="7613650" y="6464300"/>
          <p14:tracePt t="33782" x="7620000" y="6457950"/>
          <p14:tracePt t="33798" x="7632700" y="6457950"/>
          <p14:tracePt t="33867" x="7632700" y="6451600"/>
          <p14:tracePt t="33874" x="7632700" y="6445250"/>
          <p14:tracePt t="33895" x="7626350" y="6445250"/>
          <p14:tracePt t="33916" x="7626350" y="6438900"/>
          <p14:tracePt t="33930" x="7613650" y="6438900"/>
          <p14:tracePt t="33938" x="7594600" y="6432550"/>
          <p14:tracePt t="33947" x="7569200" y="6432550"/>
          <p14:tracePt t="33965" x="7531100" y="6426200"/>
          <p14:tracePt t="33981" x="7423150" y="6419850"/>
          <p14:tracePt t="33997" x="7258050" y="6400800"/>
          <p14:tracePt t="34015" x="7016750" y="6375400"/>
          <p14:tracePt t="34031" x="6858000" y="6369050"/>
          <p14:tracePt t="34047" x="6464300" y="6369050"/>
          <p14:tracePt t="34064" x="5943600" y="6369050"/>
          <p14:tracePt t="34080" x="5683250" y="6375400"/>
          <p14:tracePt t="34097" x="5041900" y="6419850"/>
          <p14:tracePt t="34114" x="4476750" y="6419850"/>
          <p14:tracePt t="34130" x="4165600" y="6419850"/>
          <p14:tracePt t="34148" x="3848100" y="6413500"/>
          <p14:tracePt t="34163" x="3092450" y="6343650"/>
          <p14:tracePt t="34180" x="2901950" y="6330950"/>
          <p14:tracePt t="34197" x="2749550" y="6330950"/>
          <p14:tracePt t="34213" x="2508250" y="6330950"/>
          <p14:tracePt t="34230" x="2317750" y="6318250"/>
          <p14:tracePt t="34247" x="2146300" y="6299200"/>
          <p14:tracePt t="34263" x="2044700" y="6299200"/>
          <p14:tracePt t="34280" x="1866900" y="6299200"/>
          <p14:tracePt t="34296" x="1727200" y="6318250"/>
          <p14:tracePt t="34313" x="1670050" y="6337300"/>
          <p14:tracePt t="34330" x="1530350" y="6337300"/>
          <p14:tracePt t="34346" x="1365250" y="6350000"/>
          <p14:tracePt t="34363" x="1289050" y="6350000"/>
          <p14:tracePt t="34380" x="1155700" y="6343650"/>
          <p14:tracePt t="34396" x="1098550" y="6343650"/>
          <p14:tracePt t="34413" x="1073150" y="6343650"/>
          <p14:tracePt t="34429" x="1035050" y="6337300"/>
          <p14:tracePt t="34446" x="996950" y="6330950"/>
          <p14:tracePt t="34463" x="984250" y="6324600"/>
          <p14:tracePt t="34479" x="952500" y="6318250"/>
          <p14:tracePt t="34495" x="939800" y="6311900"/>
          <p14:tracePt t="34513" x="920750" y="6305550"/>
          <p14:tracePt t="34626" x="920750" y="6311900"/>
          <p14:tracePt t="34654" x="914400" y="6311900"/>
          <p14:tracePt t="34668" x="908050" y="6311900"/>
          <p14:tracePt t="34675" x="895350" y="6311900"/>
          <p14:tracePt t="34689" x="876300" y="6311900"/>
          <p14:tracePt t="34698" x="863600" y="6318250"/>
          <p14:tracePt t="34711" x="844550" y="6318250"/>
          <p14:tracePt t="34728" x="800100" y="6324600"/>
          <p14:tracePt t="34745" x="742950" y="6343650"/>
          <p14:tracePt t="34762" x="717550" y="6343650"/>
          <p14:tracePt t="34778" x="685800" y="6350000"/>
          <p14:tracePt t="34795" x="603250" y="6362700"/>
          <p14:tracePt t="34811" x="584200" y="6362700"/>
          <p14:tracePt t="34828" x="552450" y="6369050"/>
          <p14:tracePt t="34844" x="533400" y="6369050"/>
          <p14:tracePt t="34861" x="514350" y="6375400"/>
          <p14:tracePt t="34878" x="488950" y="6375400"/>
          <p14:tracePt t="34894" x="482600" y="6381750"/>
          <p14:tracePt t="34911" x="469900" y="6381750"/>
          <p14:tracePt t="34928" x="457200" y="6381750"/>
          <p14:tracePt t="34962" x="450850" y="6381750"/>
          <p14:tracePt t="34977" x="438150" y="6381750"/>
          <p14:tracePt t="35272" x="444500" y="6381750"/>
          <p14:tracePt t="35278" x="450850" y="6381750"/>
          <p14:tracePt t="35293" x="457200" y="6381750"/>
          <p14:tracePt t="35310" x="482600" y="6381750"/>
          <p14:tracePt t="35326" x="501650" y="6375400"/>
          <p14:tracePt t="35343" x="558800" y="6375400"/>
          <p14:tracePt t="35360" x="673100" y="6369050"/>
          <p14:tracePt t="35377" x="812800" y="6356350"/>
          <p14:tracePt t="35392" x="889000" y="6362700"/>
          <p14:tracePt t="35409" x="965200" y="6362700"/>
          <p14:tracePt t="35426" x="1270000" y="6381750"/>
          <p14:tracePt t="35442" x="1384300" y="6394450"/>
          <p14:tracePt t="35459" x="1504950" y="6400800"/>
          <p14:tracePt t="35476" x="1733550" y="6426200"/>
          <p14:tracePt t="35492" x="1962150" y="6457950"/>
          <p14:tracePt t="35510" x="2089150" y="6464300"/>
          <p14:tracePt t="35525" x="2343150" y="6496050"/>
          <p14:tracePt t="35542" x="2609850" y="6527800"/>
          <p14:tracePt t="35560" x="2933700" y="6565900"/>
          <p14:tracePt t="35576" x="3079750" y="6584950"/>
          <p14:tracePt t="35592" x="3422650" y="6648450"/>
          <p14:tracePt t="35609" x="3841750" y="6705600"/>
          <p14:tracePt t="35625" x="4064000" y="6743700"/>
          <p14:tracePt t="35642" x="4502150" y="6788150"/>
          <p14:tracePt t="35658" x="4743450" y="6813550"/>
          <p14:tracePt t="35675" x="5181600" y="6851650"/>
          <p14:tracePt t="35693" x="5600700" y="6851650"/>
          <p14:tracePt t="35709" x="5867400" y="6851650"/>
          <p14:tracePt t="35725" x="5969000" y="6845300"/>
          <p14:tracePt t="35742" x="6146800" y="6832600"/>
          <p14:tracePt t="35758" x="6223000" y="6832600"/>
          <p14:tracePt t="35775" x="6343650" y="6807200"/>
          <p14:tracePt t="35792" x="6394450" y="6794500"/>
          <p14:tracePt t="35808" x="6426200" y="6788150"/>
          <p14:tracePt t="35824" x="6464300" y="6769100"/>
          <p14:tracePt t="35841" x="6502400" y="6756400"/>
          <p14:tracePt t="35858" x="6521450" y="6750050"/>
          <p14:tracePt t="35875" x="6572250" y="6737350"/>
          <p14:tracePt t="35891" x="6623050" y="6731000"/>
          <p14:tracePt t="35908" x="6642100" y="6718300"/>
          <p14:tracePt t="35925" x="6686550" y="6699250"/>
          <p14:tracePt t="35941" x="6718300" y="6692900"/>
          <p14:tracePt t="35957" x="6750050" y="6686550"/>
          <p14:tracePt t="35974" x="6788150" y="6661150"/>
          <p14:tracePt t="35991" x="6851650" y="6629400"/>
          <p14:tracePt t="36008" x="6883400" y="6604000"/>
          <p14:tracePt t="36024" x="6946900" y="6572250"/>
          <p14:tracePt t="36040" x="6972300" y="6553200"/>
          <p14:tracePt t="36057" x="7023100" y="6534150"/>
          <p14:tracePt t="36073" x="7061200" y="6515100"/>
          <p14:tracePt t="36090" x="7086600" y="6508750"/>
          <p14:tracePt t="36107" x="7118350" y="6496050"/>
          <p14:tracePt t="36123" x="7143750" y="6483350"/>
          <p14:tracePt t="36140" x="7162800" y="6477000"/>
          <p14:tracePt t="36157" x="7200900" y="6464300"/>
          <p14:tracePt t="36173" x="7226300" y="6451600"/>
          <p14:tracePt t="36190" x="7239000" y="6445250"/>
          <p14:tracePt t="36207" x="7264400" y="6438900"/>
          <p14:tracePt t="36223" x="7283450" y="6432550"/>
          <p14:tracePt t="36241" x="7302500" y="6426200"/>
          <p14:tracePt t="36256" x="7308850" y="6426200"/>
          <p14:tracePt t="36273" x="7321550" y="6419850"/>
          <p14:tracePt t="36290" x="7340600" y="6419850"/>
          <p14:tracePt t="36323" x="7346950" y="6419850"/>
          <p14:tracePt t="36339" x="7366000" y="6419850"/>
          <p14:tracePt t="36356" x="7378700" y="6419850"/>
          <p14:tracePt t="36373" x="7391400" y="6413500"/>
          <p14:tracePt t="36389" x="7397750" y="6413500"/>
          <p14:tracePt t="36406" x="7410450" y="6413500"/>
          <p14:tracePt t="36423" x="7423150" y="6413500"/>
          <p14:tracePt t="36439" x="7429500" y="6407150"/>
          <p14:tracePt t="36473" x="7442200" y="6400800"/>
          <p14:tracePt t="36505" x="7448550" y="6400800"/>
          <p14:tracePt t="36557" x="7454900" y="6400800"/>
          <p14:tracePt t="36592" x="7461250" y="6394450"/>
          <p14:tracePt t="36626" x="7467600" y="6394450"/>
          <p14:tracePt t="36698" x="7467600" y="6388100"/>
          <p14:tracePt t="36782" x="7467600" y="6394450"/>
          <p14:tracePt t="36803" x="7467600" y="6400800"/>
          <p14:tracePt t="36817" x="7473950" y="6400800"/>
          <p14:tracePt t="37424" x="7461250" y="6400800"/>
          <p14:tracePt t="37438" x="7435850" y="6388100"/>
          <p14:tracePt t="37445" x="7404100" y="6381750"/>
          <p14:tracePt t="37459" x="7353300" y="6375400"/>
          <p14:tracePt t="37468" x="7296150" y="6356350"/>
          <p14:tracePt t="37485" x="7232650" y="6343650"/>
          <p14:tracePt t="37502" x="7048500" y="6305550"/>
          <p14:tracePt t="37519" x="6819900" y="6273800"/>
          <p14:tracePt t="37536" x="6527800" y="6229350"/>
          <p14:tracePt t="37552" x="6356350" y="6203950"/>
          <p14:tracePt t="37568" x="6000750" y="6165850"/>
          <p14:tracePt t="37586" x="5657850" y="6121400"/>
          <p14:tracePt t="37602" x="5486400" y="6096000"/>
          <p14:tracePt t="37618" x="5213350" y="6038850"/>
          <p14:tracePt t="37635" x="4959350" y="6019800"/>
          <p14:tracePt t="37651" x="4832350" y="6019800"/>
          <p14:tracePt t="37669" x="4718050" y="6007100"/>
          <p14:tracePt t="37685" x="4349750" y="6000750"/>
          <p14:tracePt t="37701" x="4235450" y="6000750"/>
          <p14:tracePt t="37719" x="4006850" y="6013450"/>
          <p14:tracePt t="37734" x="3879850" y="6032500"/>
          <p14:tracePt t="37751" x="3689350" y="6051550"/>
          <p14:tracePt t="37768" x="3460750" y="6076950"/>
          <p14:tracePt t="37784" x="3333750" y="6083300"/>
          <p14:tracePt t="37801" x="3054350" y="6127750"/>
          <p14:tracePt t="37818" x="2800350" y="6172200"/>
          <p14:tracePt t="37834" x="2660650" y="6184900"/>
          <p14:tracePt t="37852" x="2406650" y="6191250"/>
          <p14:tracePt t="37867" x="2216150" y="6191250"/>
          <p14:tracePt t="37884" x="2114550" y="6178550"/>
          <p14:tracePt t="37901" x="1911350" y="6159500"/>
          <p14:tracePt t="37917" x="1758950" y="6146800"/>
          <p14:tracePt t="37934" x="1689100" y="6140450"/>
          <p14:tracePt t="37951" x="1606550" y="6115050"/>
          <p14:tracePt t="37967" x="1549400" y="6108700"/>
          <p14:tracePt t="37984" x="1517650" y="6108700"/>
          <p14:tracePt t="38000" x="1466850" y="6108700"/>
          <p14:tracePt t="38017" x="1447800" y="6108700"/>
          <p14:tracePt t="38034" x="1371600" y="6108700"/>
          <p14:tracePt t="38050" x="1301750" y="6115050"/>
          <p14:tracePt t="38066" x="1257300" y="6134100"/>
          <p14:tracePt t="38084" x="1206500" y="6153150"/>
          <p14:tracePt t="38100" x="1168400" y="6165850"/>
          <p14:tracePt t="38116" x="1155700" y="6184900"/>
          <p14:tracePt t="38133" x="1117600" y="6203950"/>
          <p14:tracePt t="38150" x="1092200" y="6229350"/>
          <p14:tracePt t="38166" x="1066800" y="6254750"/>
          <p14:tracePt t="38183" x="1041400" y="6273800"/>
          <p14:tracePt t="38201" x="1022350" y="6292850"/>
          <p14:tracePt t="38217" x="996950" y="6305550"/>
          <p14:tracePt t="38233" x="990600" y="6305550"/>
          <p14:tracePt t="38249" x="990600" y="6311900"/>
          <p14:tracePt t="38267" x="984250" y="6311900"/>
          <p14:tracePt t="38301" x="977900" y="6311900"/>
          <p14:tracePt t="38358" x="977900" y="6318250"/>
          <p14:tracePt t="39204" x="1022350" y="6318250"/>
          <p14:tracePt t="39210" x="1085850" y="6318250"/>
          <p14:tracePt t="39225" x="1155700" y="6305550"/>
          <p14:tracePt t="39233" x="1219200" y="6286500"/>
          <p14:tracePt t="39246" x="1308100" y="6267450"/>
          <p14:tracePt t="39263" x="1441450" y="6248400"/>
          <p14:tracePt t="39279" x="1511300" y="6229350"/>
          <p14:tracePt t="39296" x="1619250" y="6203950"/>
          <p14:tracePt t="39313" x="1676400" y="6197600"/>
          <p14:tracePt t="39330" x="1701800" y="6197600"/>
          <p14:tracePt t="39346" x="1708150" y="6197600"/>
          <p14:tracePt t="39362" x="1714500" y="6197600"/>
          <p14:tracePt t="39379" x="1708150" y="6197600"/>
          <p14:tracePt t="39421" x="1701800" y="6203950"/>
          <p14:tracePt t="39435" x="1689100" y="6203950"/>
          <p14:tracePt t="39445" x="1682750" y="6210300"/>
          <p14:tracePt t="39462" x="1670050" y="6223000"/>
          <p14:tracePt t="39478" x="1644650" y="6235700"/>
          <p14:tracePt t="39495" x="1619250" y="6248400"/>
          <p14:tracePt t="39513" x="1606550" y="6261100"/>
          <p14:tracePt t="39555" x="1606550" y="6267450"/>
          <p14:tracePt t="39564" x="1612900" y="6267450"/>
          <p14:tracePt t="39578" x="1625600" y="6267450"/>
          <p14:tracePt t="39595" x="1663700" y="6267450"/>
          <p14:tracePt t="39611" x="1739900" y="6267450"/>
          <p14:tracePt t="39628" x="1790700" y="6267450"/>
          <p14:tracePt t="39632" x="1847850" y="6267450"/>
          <p14:tracePt t="39648" x="1924050" y="6261100"/>
          <p14:tracePt t="39661" x="2032000" y="6235700"/>
          <p14:tracePt t="39678" x="2070100" y="6223000"/>
          <p14:tracePt t="39695" x="2101850" y="6216650"/>
          <p14:tracePt t="39711" x="2127250" y="6210300"/>
          <p14:tracePt t="39728" x="2139950" y="6203950"/>
          <p14:tracePt t="39913" x="2146300" y="6203950"/>
          <p14:tracePt t="39928" x="2152650" y="6203950"/>
          <p14:tracePt t="39934" x="2165350" y="6203950"/>
          <p14:tracePt t="39955" x="2190750" y="6203950"/>
          <p14:tracePt t="39963" x="2216150" y="6203950"/>
          <p14:tracePt t="39977" x="2254250" y="6197600"/>
          <p14:tracePt t="39993" x="2305050" y="6197600"/>
          <p14:tracePt t="40011" x="2495550" y="6184900"/>
          <p14:tracePt t="40026" x="2571750" y="6184900"/>
          <p14:tracePt t="40043" x="2628900" y="6178550"/>
          <p14:tracePt t="40060" x="2717800" y="6172200"/>
          <p14:tracePt t="40076" x="2762250" y="6153150"/>
          <p14:tracePt t="40093" x="2774950" y="6153150"/>
          <p14:tracePt t="40110" x="2787650" y="6153150"/>
          <p14:tracePt t="40126" x="2794000" y="6153150"/>
          <p14:tracePt t="40264" x="2800350" y="6153150"/>
          <p14:tracePt t="40334" x="2806700" y="6153150"/>
          <p14:tracePt t="40362" x="2813050" y="6153150"/>
          <p14:tracePt t="40377" x="2819400" y="6153150"/>
          <p14:tracePt t="40383" x="2832100" y="6159500"/>
          <p14:tracePt t="40398" x="2844800" y="6159500"/>
          <p14:tracePt t="40408" x="2851150" y="6159500"/>
          <p14:tracePt t="40425" x="2901950" y="6165850"/>
          <p14:tracePt t="40442" x="2933700" y="6178550"/>
          <p14:tracePt t="40458" x="2971800" y="6178550"/>
          <p14:tracePt t="40475" x="3041650" y="6191250"/>
          <p14:tracePt t="40492" x="3111500" y="6197600"/>
          <p14:tracePt t="40508" x="3143250" y="6203950"/>
          <p14:tracePt t="40525" x="3187700" y="6203950"/>
          <p14:tracePt t="40541" x="3200400" y="6203950"/>
          <p14:tracePt t="40559" x="3206750" y="6210300"/>
          <p14:tracePt t="40805" x="3206750" y="6216650"/>
          <p14:tracePt t="40833" x="3206750" y="6210300"/>
          <p14:tracePt t="41520" x="3206750" y="6223000"/>
          <p14:tracePt t="41541" x="3206750" y="6235700"/>
          <p14:tracePt t="41548" x="3206750" y="6242050"/>
          <p14:tracePt t="41576" x="3206750" y="6248400"/>
          <p14:tracePt t="41590" x="3213100" y="6254750"/>
          <p14:tracePt t="41597" x="3219450" y="6267450"/>
          <p14:tracePt t="41612" x="3225800" y="6280150"/>
          <p14:tracePt t="41621" x="3238500" y="6292850"/>
          <p14:tracePt t="41637" x="3263900" y="6305550"/>
          <p14:tracePt t="41654" x="3314700" y="6356350"/>
          <p14:tracePt t="41671" x="3409950" y="6419850"/>
          <p14:tracePt t="41688" x="3517900" y="6483350"/>
          <p14:tracePt t="41705" x="3600450" y="6515100"/>
          <p14:tracePt t="41721" x="3759200" y="6584950"/>
          <p14:tracePt t="41738" x="3911600" y="6635750"/>
          <p14:tracePt t="41754" x="3975100" y="6642100"/>
          <p14:tracePt t="41772" x="4051300" y="6654800"/>
          <p14:tracePt t="41787" x="4197350" y="6654800"/>
          <p14:tracePt t="41804" x="4235450" y="6654800"/>
          <p14:tracePt t="41821" x="4279900" y="6654800"/>
          <p14:tracePt t="41836" x="4292600" y="6654800"/>
          <p14:tracePt t="41854" x="4318000" y="6654800"/>
          <p14:tracePt t="41871" x="4330700" y="6661150"/>
          <p14:tracePt t="41903" x="4337050" y="6661150"/>
          <p14:tracePt t="41948" x="4343400" y="6661150"/>
          <p14:tracePt t="42018" x="4337050" y="6661150"/>
          <p14:tracePt t="42040" x="4330700" y="6661150"/>
          <p14:tracePt t="42054" x="4311650" y="6661150"/>
          <p14:tracePt t="42061" x="4298950" y="6661150"/>
          <p14:tracePt t="42070" x="4279900" y="6661150"/>
          <p14:tracePt t="42086" x="4254500" y="6661150"/>
          <p14:tracePt t="42103" x="4127500" y="6661150"/>
          <p14:tracePt t="42119" x="4051300" y="6648450"/>
          <p14:tracePt t="42136" x="3835400" y="6635750"/>
          <p14:tracePt t="42153" x="3606800" y="6629400"/>
          <p14:tracePt t="42170" x="3492500" y="6629400"/>
          <p14:tracePt t="42187" x="3263900" y="6616700"/>
          <p14:tracePt t="42202" x="3098800" y="6610350"/>
          <p14:tracePt t="42219" x="3048000" y="6610350"/>
          <p14:tracePt t="42236" x="2965450" y="6610350"/>
          <p14:tracePt t="42252" x="2901950" y="6616700"/>
          <p14:tracePt t="42269" x="2882900" y="6616700"/>
          <p14:tracePt t="42286" x="2851150" y="6623050"/>
          <p14:tracePt t="42302" x="2819400" y="6635750"/>
          <p14:tracePt t="42319" x="2806700" y="6642100"/>
          <p14:tracePt t="42335" x="2781300" y="6648450"/>
          <p14:tracePt t="42352" x="2762250" y="6648450"/>
          <p14:tracePt t="42369" x="2736850" y="6648450"/>
          <p14:tracePt t="42385" x="2724150" y="6648450"/>
          <p14:tracePt t="42402" x="2711450" y="6648450"/>
          <p14:tracePt t="42419" x="2673350" y="6648450"/>
          <p14:tracePt t="42435" x="2667000" y="6648450"/>
          <p14:tracePt t="42452" x="2654300" y="6654800"/>
          <p14:tracePt t="42468" x="2628900" y="6654800"/>
          <p14:tracePt t="42485" x="2616200" y="6654800"/>
          <p14:tracePt t="42502" x="2609850" y="6654800"/>
          <p14:tracePt t="42519" x="2603500" y="6654800"/>
          <p14:tracePt t="42535" x="2597150" y="6654800"/>
          <p14:tracePt t="42826" x="2609850" y="6661150"/>
          <p14:tracePt t="42834" x="2635250" y="6661150"/>
          <p14:tracePt t="42840" x="2673350" y="6673850"/>
          <p14:tracePt t="42854" x="2711450" y="6673850"/>
          <p14:tracePt t="42867" x="2762250" y="6680200"/>
          <p14:tracePt t="42883" x="2895600" y="6692900"/>
          <p14:tracePt t="42900" x="2971800" y="6692900"/>
          <p14:tracePt t="42917" x="3136900" y="6699250"/>
          <p14:tracePt t="42933" x="3270250" y="6705600"/>
          <p14:tracePt t="42950" x="3321050" y="6705600"/>
          <p14:tracePt t="42967" x="3403600" y="6705600"/>
          <p14:tracePt t="42983" x="3416300" y="6705600"/>
          <p14:tracePt t="43000" x="3422650" y="6705600"/>
          <p14:tracePt t="43037" x="3416300" y="6705600"/>
          <p14:tracePt t="43049" x="3403600" y="6705600"/>
          <p14:tracePt t="43066" x="3371850" y="6705600"/>
          <p14:tracePt t="43083" x="3346450" y="6705600"/>
          <p14:tracePt t="43100" x="3276600" y="6705600"/>
          <p14:tracePt t="43116" x="3187700" y="6705600"/>
          <p14:tracePt t="43133" x="3136900" y="6705600"/>
          <p14:tracePt t="43149" x="3041650" y="6699250"/>
          <p14:tracePt t="43166" x="2984500" y="6699250"/>
          <p14:tracePt t="43183" x="2971800" y="6692900"/>
          <p14:tracePt t="43199" x="2952750" y="6692900"/>
          <p14:tracePt t="43254" x="2959100" y="6692900"/>
          <p14:tracePt t="43262" x="2971800" y="6686550"/>
          <p14:tracePt t="43276" x="3003550" y="6686550"/>
          <p14:tracePt t="43285" x="3028950" y="6680200"/>
          <p14:tracePt t="43298" x="3086100" y="6667500"/>
          <p14:tracePt t="43315" x="3162300" y="6667500"/>
          <p14:tracePt t="43332" x="3517900" y="6648450"/>
          <p14:tracePt t="43348" x="3695700" y="6635750"/>
          <p14:tracePt t="43365" x="3879850" y="6623050"/>
          <p14:tracePt t="43382" x="4292600" y="6584950"/>
          <p14:tracePt t="43398" x="4667250" y="6559550"/>
          <p14:tracePt t="43415" x="4838700" y="6534150"/>
          <p14:tracePt t="43431" x="5124450" y="6508750"/>
          <p14:tracePt t="43448" x="5353050" y="6502400"/>
          <p14:tracePt t="43466" x="5556250" y="6489700"/>
          <p14:tracePt t="43481" x="5645150" y="6483350"/>
          <p14:tracePt t="43498" x="5822950" y="6470650"/>
          <p14:tracePt t="43515" x="5988050" y="6451600"/>
          <p14:tracePt t="43531" x="6083300" y="6432550"/>
          <p14:tracePt t="43548" x="6235700" y="6400800"/>
          <p14:tracePt t="43565" x="6369050" y="6394450"/>
          <p14:tracePt t="43581" x="6419850" y="6381750"/>
          <p14:tracePt t="43598" x="6464300" y="6375400"/>
          <p14:tracePt t="43614" x="6515100" y="6362700"/>
          <p14:tracePt t="43631" x="6553200" y="6343650"/>
          <p14:tracePt t="43648" x="6578600" y="6330950"/>
          <p14:tracePt t="43664" x="6591300" y="6324600"/>
          <p14:tracePt t="43681" x="6610350" y="6318250"/>
          <p14:tracePt t="43698" x="6623050" y="6305550"/>
          <p14:tracePt t="43714" x="6629400" y="6299200"/>
          <p14:tracePt t="43730" x="6642100" y="6286500"/>
          <p14:tracePt t="43747" x="6661150" y="6261100"/>
          <p14:tracePt t="43764" x="6673850" y="6248400"/>
          <p14:tracePt t="43781" x="6692900" y="6216650"/>
          <p14:tracePt t="43796" x="6705600" y="6172200"/>
          <p14:tracePt t="43813" x="6711950" y="6165850"/>
          <p14:tracePt t="43831" x="6718300" y="6146800"/>
          <p14:tracePt t="43847" x="6724650" y="6146800"/>
          <p14:tracePt t="43908" x="6718300" y="6153150"/>
          <p14:tracePt t="43915" x="6705600" y="6159500"/>
          <p14:tracePt t="43929" x="6686550" y="6165850"/>
          <p14:tracePt t="43936" x="6661150" y="6197600"/>
          <p14:tracePt t="43950" x="6616700" y="6235700"/>
          <p14:tracePt t="43962" x="6572250" y="6273800"/>
          <p14:tracePt t="43979" x="6426200" y="6394450"/>
          <p14:tracePt t="43996" x="6356350" y="6451600"/>
          <p14:tracePt t="44013" x="6191250" y="6597650"/>
          <p14:tracePt t="44029" x="6026150" y="6724650"/>
          <p14:tracePt t="44046" x="5943600" y="6775450"/>
          <p14:tracePt t="44063" x="5829300" y="6851650"/>
          <p14:tracePt t="44079" x="5778500" y="6851650"/>
          <p14:tracePt t="44096" x="5765800" y="6851650"/>
          <p14:tracePt t="44113" x="5746750" y="6851650"/>
          <p14:tracePt t="44129" x="5740400" y="6851650"/>
          <p14:tracePt t="44189" x="5746750" y="6845300"/>
          <p14:tracePt t="44197" x="5753100" y="6845300"/>
          <p14:tracePt t="44210" x="5759450" y="6838950"/>
          <p14:tracePt t="44217" x="5765800" y="6826250"/>
          <p14:tracePt t="44232" x="5791200" y="6819900"/>
          <p14:tracePt t="44245" x="5835650" y="6781800"/>
          <p14:tracePt t="44262" x="5867400" y="6756400"/>
          <p14:tracePt t="44279" x="5899150" y="6724650"/>
          <p14:tracePt t="44295" x="5994400" y="6629400"/>
          <p14:tracePt t="44312" x="6089650" y="6521450"/>
          <p14:tracePt t="44329" x="6178550" y="6407150"/>
          <p14:tracePt t="44345" x="6216650" y="6337300"/>
          <p14:tracePt t="44362" x="6324600" y="6140450"/>
          <p14:tracePt t="44379" x="6362700" y="6007100"/>
          <p14:tracePt t="44395" x="6527800" y="5619750"/>
          <p14:tracePt t="44412" x="6616700" y="5403850"/>
          <p14:tracePt t="44428" x="6794500" y="4927600"/>
          <p14:tracePt t="44445" x="6864350" y="4737100"/>
          <p14:tracePt t="44462" x="6921500" y="4597400"/>
          <p14:tracePt t="44478" x="6997700" y="4400550"/>
          <p14:tracePt t="44494" x="7042150" y="4254500"/>
          <p14:tracePt t="44512" x="7080250" y="4133850"/>
          <p14:tracePt t="44528" x="7086600" y="4102100"/>
          <p14:tracePt t="44544" x="7092950" y="4076700"/>
          <p14:tracePt t="44561" x="7099300" y="4070350"/>
          <p14:tracePt t="44577" x="7099300" y="4064000"/>
          <p14:tracePt t="44611" x="7105650" y="4064000"/>
          <p14:tracePt t="44652" x="7112000" y="4064000"/>
          <p14:tracePt t="44674" x="7118350" y="4070350"/>
          <p14:tracePt t="44716" x="7124700" y="4076700"/>
          <p14:tracePt t="44730" x="7124700" y="4083050"/>
          <p14:tracePt t="44758" x="7131050" y="4083050"/>
          <p14:tracePt t="44765" x="7137400" y="4095750"/>
          <p14:tracePt t="44780" x="7150100" y="4121150"/>
          <p14:tracePt t="44794" x="7169150" y="4146550"/>
          <p14:tracePt t="44810" x="7194550" y="4191000"/>
          <p14:tracePt t="44827" x="7213600" y="4235450"/>
          <p14:tracePt t="44843" x="7258050" y="4368800"/>
          <p14:tracePt t="44860" x="7270750" y="4425950"/>
          <p14:tracePt t="44877" x="7296150" y="4533900"/>
          <p14:tracePt t="44910" x="7296150" y="4572000"/>
          <p14:tracePt t="44927" x="7296150" y="4622800"/>
          <p14:tracePt t="44960" x="7296150" y="4635500"/>
          <p14:tracePt t="44977" x="7296150" y="4648200"/>
          <p14:tracePt t="45013" x="7289800" y="4654550"/>
          <p14:tracePt t="45074" x="7283450" y="4654550"/>
          <p14:tracePt t="45172" x="7283450" y="4648200"/>
          <p14:tracePt t="45221" x="7283450" y="4641850"/>
          <p14:tracePt t="45263" x="7283450" y="4635500"/>
          <p14:tracePt t="45299" x="7283450" y="4629150"/>
          <p14:tracePt t="45397" x="7283450" y="4622800"/>
          <p14:tracePt t="45404" x="7283450" y="4616450"/>
          <p14:tracePt t="45426" x="7277100" y="4616450"/>
          <p14:tracePt t="45432" x="7264400" y="4616450"/>
          <p14:tracePt t="45441" x="7258050" y="4616450"/>
          <p14:tracePt t="45457" x="7245350" y="4616450"/>
          <p14:tracePt t="45474" x="7219950" y="4610100"/>
          <p14:tracePt t="45491" x="7207250" y="4603750"/>
          <p14:tracePt t="45508" x="7181850" y="4591050"/>
          <p14:tracePt t="45525" x="7156450" y="4584700"/>
          <p14:tracePt t="45541" x="7150100" y="4584700"/>
          <p14:tracePt t="45558" x="7143750" y="4584700"/>
          <p14:tracePt t="45629" x="7150100" y="4584700"/>
          <p14:tracePt t="45656" x="7162800" y="4584700"/>
          <p14:tracePt t="45664" x="7169150" y="4584700"/>
          <p14:tracePt t="45677" x="7188200" y="4584700"/>
          <p14:tracePt t="45694" x="7207250" y="4584700"/>
          <p14:tracePt t="45707" x="7226300" y="4584700"/>
          <p14:tracePt t="45724" x="7251700" y="4584700"/>
          <p14:tracePt t="45741" x="7283450" y="4584700"/>
          <p14:tracePt t="45757" x="7289800" y="4584700"/>
          <p14:tracePt t="45773" x="7302500" y="4584700"/>
          <p14:tracePt t="45791" x="7308850" y="4584700"/>
          <p14:tracePt t="45806" x="7308850" y="4578350"/>
          <p14:tracePt t="45824" x="7289800" y="4572000"/>
          <p14:tracePt t="45840" x="7175500" y="4559300"/>
          <p14:tracePt t="45856" x="6946900" y="4540250"/>
          <p14:tracePt t="45873" x="6769100" y="4527550"/>
          <p14:tracePt t="45890" x="6223000" y="4514850"/>
          <p14:tracePt t="45906" x="5499100" y="4514850"/>
          <p14:tracePt t="45924" x="4667250" y="4514850"/>
          <p14:tracePt t="45940" x="4229100" y="4495800"/>
          <p14:tracePt t="45957" x="3365500" y="4445000"/>
          <p14:tracePt t="45973" x="2603500" y="4394200"/>
          <p14:tracePt t="45989" x="2305050" y="4362450"/>
          <p14:tracePt t="46006" x="1847850" y="4318000"/>
          <p14:tracePt t="46023" x="1543050" y="4298950"/>
          <p14:tracePt t="46039" x="1428750" y="4286250"/>
          <p14:tracePt t="46056" x="1212850" y="4286250"/>
          <p14:tracePt t="46072" x="1009650" y="4292600"/>
          <p14:tracePt t="46089" x="908050" y="4298950"/>
          <p14:tracePt t="46106" x="806450" y="4298950"/>
          <p14:tracePt t="46122" x="615950" y="4343400"/>
          <p14:tracePt t="46139" x="469900" y="4381500"/>
          <p14:tracePt t="46156" x="330200" y="4419600"/>
          <p14:tracePt t="46172" x="279400" y="4438650"/>
          <p14:tracePt t="46189" x="177800" y="4483100"/>
          <p14:tracePt t="46205" x="107950" y="4508500"/>
          <p14:tracePt t="46222" x="76200" y="4514850"/>
          <p14:tracePt t="46239" x="44450" y="4521200"/>
          <p14:tracePt t="46255" x="31750" y="4527550"/>
          <p14:tracePt t="46289" x="25400" y="4527550"/>
          <p14:tracePt t="46345" x="31750" y="4533900"/>
          <p14:tracePt t="46352" x="38100" y="4533900"/>
          <p14:tracePt t="46373" x="44450" y="4533900"/>
          <p14:tracePt t="46387" x="57150" y="4540250"/>
          <p14:tracePt t="46394" x="63500" y="4540250"/>
          <p14:tracePt t="46408" x="88900" y="4540250"/>
          <p14:tracePt t="46421" x="114300" y="4540250"/>
          <p14:tracePt t="46437" x="254000" y="4572000"/>
          <p14:tracePt t="46454" x="368300" y="4578350"/>
          <p14:tracePt t="46472" x="673100" y="4622800"/>
          <p14:tracePt t="46488" x="1187450" y="4667250"/>
          <p14:tracePt t="46504" x="1530350" y="4705350"/>
          <p14:tracePt t="46521" x="2336800" y="4718050"/>
          <p14:tracePt t="46554" x="3422650" y="4737100"/>
          <p14:tracePt t="46571" x="4019550" y="4724400"/>
          <p14:tracePt t="46587" x="5365750" y="4667250"/>
          <p14:tracePt t="46604" x="5962650" y="4648200"/>
          <p14:tracePt t="46620" x="6553200" y="4648200"/>
          <p14:tracePt t="46637" x="7518400" y="4692650"/>
          <p14:tracePt t="46654" x="7861300" y="4724400"/>
          <p14:tracePt t="46670" x="8261350" y="4794250"/>
          <p14:tracePt t="46687" x="8350250" y="4800600"/>
          <p14:tracePt t="46704" x="8413750" y="4813300"/>
          <p14:tracePt t="46720" x="8432800" y="4813300"/>
          <p14:tracePt t="46736" x="8458200" y="4813300"/>
          <p14:tracePt t="46780" x="8464550" y="4813300"/>
          <p14:tracePt t="46858" x="8464550" y="4806950"/>
          <p14:tracePt t="46907" x="8464550" y="4800600"/>
          <p14:tracePt t="46921" x="8464550" y="4794250"/>
          <p14:tracePt t="46935" x="8464550" y="4787900"/>
          <p14:tracePt t="46942" x="8458200" y="4787900"/>
          <p14:tracePt t="46956" x="8439150" y="4787900"/>
          <p14:tracePt t="46973" x="8401050" y="4787900"/>
          <p14:tracePt t="46986" x="8324850" y="4787900"/>
          <p14:tracePt t="47003" x="8197850" y="4775200"/>
          <p14:tracePt t="47019" x="7734300" y="4781550"/>
          <p14:tracePt t="47036" x="7372350" y="4781550"/>
          <p14:tracePt t="47052" x="6908800" y="4781550"/>
          <p14:tracePt t="47069" x="5848350" y="4749800"/>
          <p14:tracePt t="47085" x="5276850" y="4730750"/>
          <p14:tracePt t="47103" x="4362450" y="4673600"/>
          <p14:tracePt t="47119" x="3721100" y="4610100"/>
          <p14:tracePt t="47135" x="3435350" y="4603750"/>
          <p14:tracePt t="47153" x="3282950" y="4591050"/>
          <p14:tracePt t="47169" x="3232150" y="4584700"/>
          <p14:tracePt t="47185" x="3219450" y="4584700"/>
          <p14:tracePt t="47202" x="3206750" y="4584700"/>
          <p14:tracePt t="47237" x="3206750" y="4591050"/>
          <p14:tracePt t="47258" x="3206750" y="4597400"/>
          <p14:tracePt t="47265" x="3206750" y="4603750"/>
          <p14:tracePt t="47279" x="3219450" y="4616450"/>
          <p14:tracePt t="47293" x="3232150" y="4629150"/>
          <p14:tracePt t="47302" x="3263900" y="4660900"/>
          <p14:tracePt t="47318" x="3359150" y="4749800"/>
          <p14:tracePt t="47336" x="3765550" y="5054600"/>
          <p14:tracePt t="47351" x="4032250" y="5270500"/>
          <p14:tracePt t="47368" x="4711700" y="5746750"/>
          <p14:tracePt t="47385" x="5308600" y="6178550"/>
          <p14:tracePt t="47401" x="5753100" y="6483350"/>
          <p14:tracePt t="47418" x="5905500" y="6584950"/>
          <p14:tracePt t="47434" x="6070600" y="6724650"/>
          <p14:tracePt t="47451" x="6172200" y="6788150"/>
          <p14:tracePt t="47468" x="6197600" y="6800850"/>
          <p14:tracePt t="47484" x="6216650" y="6819900"/>
          <p14:tracePt t="47501" x="6223000" y="6826250"/>
          <p14:tracePt t="47518" x="6235700" y="6832600"/>
          <p14:tracePt t="47534" x="6235700" y="6838950"/>
          <p14:tracePt t="47551" x="6242050" y="6838950"/>
          <p14:tracePt t="47567" x="6248400" y="6838950"/>
          <p14:tracePt t="47600" x="6254750" y="6838950"/>
          <p14:tracePt t="47617" x="6254750" y="6832600"/>
          <p14:tracePt t="47633" x="6254750" y="6838950"/>
          <p14:tracePt t="47659" x="6261100" y="6826250"/>
          <p14:tracePt t="47972" x="6330950" y="6826250"/>
          <p14:tracePt t="47985" x="6419850" y="6826250"/>
          <p14:tracePt t="47993" x="6508750" y="6826250"/>
          <p14:tracePt t="48003" x="6597650" y="6826250"/>
          <p14:tracePt t="48016" x="6673850" y="6813550"/>
          <p14:tracePt t="48034" x="6807200" y="6775450"/>
          <p14:tracePt t="48049" x="6927850" y="6756400"/>
          <p14:tracePt t="48065" x="6991350" y="6750050"/>
          <p14:tracePt t="48082" x="7035800" y="6743700"/>
          <p14:tracePt t="48099" x="7137400" y="6731000"/>
          <p14:tracePt t="48115" x="7162800" y="6724650"/>
          <p14:tracePt t="48133" x="7194550" y="6718300"/>
          <p14:tracePt t="48148" x="7200900" y="6711950"/>
          <p14:tracePt t="48165" x="7232650" y="6705600"/>
          <p14:tracePt t="48183" x="7258050" y="6705600"/>
          <p14:tracePt t="48198" x="7277100" y="6699250"/>
          <p14:tracePt t="48215" x="7315200" y="6692900"/>
          <p14:tracePt t="48232" x="7340600" y="6686550"/>
          <p14:tracePt t="48248" x="7353300" y="6680200"/>
          <p14:tracePt t="48265" x="7359650" y="6673850"/>
          <p14:tracePt t="48282" x="7372350" y="6673850"/>
          <p14:tracePt t="48344" x="7372350" y="6680200"/>
          <p14:tracePt t="48351" x="7372350" y="6686550"/>
          <p14:tracePt t="48393" x="7366000" y="6692900"/>
          <p14:tracePt t="48625" x="7378700" y="6686550"/>
          <p14:tracePt t="48632" x="7385050" y="6673850"/>
          <p14:tracePt t="48646" x="7397750" y="6648450"/>
          <p14:tracePt t="48653" x="7423150" y="6629400"/>
          <p14:tracePt t="48663" x="7448550" y="6597650"/>
          <p14:tracePt t="48680" x="7473950" y="6565900"/>
          <p14:tracePt t="48696" x="7531100" y="6483350"/>
          <p14:tracePt t="48713" x="7556500" y="6438900"/>
          <p14:tracePt t="48730" x="7639050" y="6318250"/>
          <p14:tracePt t="48747" x="7651750" y="6273800"/>
          <p14:tracePt t="48763" x="7677150" y="6242050"/>
          <p14:tracePt t="48780" x="7708900" y="6197600"/>
          <p14:tracePt t="48796" x="7721600" y="6172200"/>
          <p14:tracePt t="48813" x="7727950" y="6165850"/>
          <p14:tracePt t="48865" x="7721600" y="6165850"/>
          <p14:tracePt t="48870" x="7721600" y="6172200"/>
          <p14:tracePt t="48892" x="7715250" y="6184900"/>
          <p14:tracePt t="48906" x="7708900" y="6191250"/>
          <p14:tracePt t="48916" x="7702550" y="6197600"/>
          <p14:tracePt t="48934" x="7696200" y="6210300"/>
          <p14:tracePt t="48945" x="7677150" y="6223000"/>
          <p14:tracePt t="48963" x="7645400" y="6267450"/>
          <p14:tracePt t="48979" x="7620000" y="6305550"/>
          <p14:tracePt t="48996" x="7581900" y="6350000"/>
          <p14:tracePt t="49012" x="7467600" y="6496050"/>
          <p14:tracePt t="49029" x="7435850" y="6546850"/>
          <p14:tracePt t="49046" x="7372350" y="6623050"/>
          <p14:tracePt t="49063" x="7359650" y="6654800"/>
          <p14:tracePt t="49079" x="7327900" y="6686550"/>
          <p14:tracePt t="49096" x="7315200" y="6699250"/>
          <p14:tracePt t="49112" x="7308850" y="6705600"/>
          <p14:tracePt t="49128" x="7308850" y="6711950"/>
          <p14:tracePt t="49222" x="7308850" y="671830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__ne__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eq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y=</a:t>
            </a:r>
            <a:r>
              <a:rPr lang="fr-FR" sz="2200" spc="-9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1,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z=</a:t>
            </a:r>
            <a:r>
              <a:rPr lang="fr-FR" sz="2200" spc="-90" dirty="0" err="1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</a:t>
            </a:r>
            <a:r>
              <a:rPr lang="fr-FR" sz="2200" spc="-120" dirty="0" err="1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</a:t>
            </a:r>
            <a:r>
              <a:rPr lang="fr-FR" sz="2200" spc="-90" dirty="0" err="1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ass</a:t>
            </a:r>
            <a:r>
              <a:rPr lang="fr-FR" sz="2200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30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</a:t>
            </a:r>
            <a:r>
              <a:rPr lang="fr-FR" sz="2200" spc="-20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spc="-12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([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==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!=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],[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==</a:t>
            </a:r>
            <a:r>
              <a:rPr lang="fr-FR" sz="2200" b="1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!=</a:t>
            </a:r>
            <a:r>
              <a:rPr lang="fr-FR" sz="2200" b="1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([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False, False], [False, 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False])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7731" y="582273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338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472"/>
    </mc:Choice>
    <mc:Fallback xmlns="">
      <p:transition spd="slow" advTm="774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65" x="7239000" y="5562600"/>
          <p14:tracePt t="872" x="7226300" y="5568950"/>
          <p14:tracePt t="878" x="7213600" y="5575300"/>
          <p14:tracePt t="887" x="7200900" y="5581650"/>
          <p14:tracePt t="904" x="7169150" y="5594350"/>
          <p14:tracePt t="921" x="7118350" y="5613400"/>
          <p14:tracePt t="937" x="7080250" y="5638800"/>
          <p14:tracePt t="954" x="7042150" y="5657850"/>
          <p14:tracePt t="970" x="6991350" y="5676900"/>
          <p14:tracePt t="987" x="6953250" y="5702300"/>
          <p14:tracePt t="1003" x="6921500" y="5715000"/>
          <p14:tracePt t="1020" x="6896100" y="5715000"/>
          <p14:tracePt t="1037" x="6883400" y="5715000"/>
          <p14:tracePt t="1056" x="6877050" y="5715000"/>
          <p14:tracePt t="1075" x="6870700" y="5721350"/>
          <p14:tracePt t="1105" x="6864350" y="5727700"/>
          <p14:tracePt t="1174" x="6870700" y="5727700"/>
          <p14:tracePt t="1180" x="6883400" y="5727700"/>
          <p14:tracePt t="1195" x="6889750" y="5727700"/>
          <p14:tracePt t="1203" x="6902450" y="5727700"/>
          <p14:tracePt t="1219" x="6927850" y="5727700"/>
          <p14:tracePt t="1236" x="6972300" y="5734050"/>
          <p14:tracePt t="1252" x="7054850" y="5734050"/>
          <p14:tracePt t="1269" x="7124700" y="5734050"/>
          <p14:tracePt t="1286" x="7245350" y="5708650"/>
          <p14:tracePt t="1302" x="7327900" y="5689600"/>
          <p14:tracePt t="1319" x="7385050" y="5676900"/>
          <p14:tracePt t="1336" x="7448550" y="5657850"/>
          <p14:tracePt t="1352" x="7486650" y="5651500"/>
          <p14:tracePt t="1369" x="7486650" y="5645150"/>
          <p14:tracePt t="1385" x="7493000" y="5645150"/>
          <p14:tracePt t="1433" x="7486650" y="5645150"/>
          <p14:tracePt t="1447" x="7473950" y="5645150"/>
          <p14:tracePt t="1454" x="7467600" y="5645150"/>
          <p14:tracePt t="1469" x="7435850" y="5645150"/>
          <p14:tracePt t="1485" x="7397750" y="5638800"/>
          <p14:tracePt t="1502" x="7340600" y="5638800"/>
          <p14:tracePt t="1518" x="7245350" y="5638800"/>
          <p14:tracePt t="1535" x="7162800" y="5632450"/>
          <p14:tracePt t="1552" x="7118350" y="5632450"/>
          <p14:tracePt t="1555" x="7086600" y="5632450"/>
          <p14:tracePt t="1568" x="7054850" y="5632450"/>
          <p14:tracePt t="1585" x="7042150" y="5632450"/>
          <p14:tracePt t="1602" x="7029450" y="5632450"/>
          <p14:tracePt t="1686" x="7035800" y="5632450"/>
          <p14:tracePt t="1693" x="7048500" y="5626100"/>
          <p14:tracePt t="1701" x="7061200" y="5626100"/>
          <p14:tracePt t="1718" x="7086600" y="5626100"/>
          <p14:tracePt t="1735" x="7124700" y="5626100"/>
          <p14:tracePt t="1750" x="7213600" y="5607050"/>
          <p14:tracePt t="1767" x="7283450" y="5600700"/>
          <p14:tracePt t="1784" x="7378700" y="5588000"/>
          <p14:tracePt t="1800" x="7429500" y="5581650"/>
          <p14:tracePt t="1817" x="7448550" y="5575300"/>
          <p14:tracePt t="1835" x="7461250" y="5575300"/>
          <p14:tracePt t="1851" x="7467600" y="5568950"/>
          <p14:tracePt t="1870" x="7461250" y="5568950"/>
          <p14:tracePt t="1883" x="7423150" y="5562600"/>
          <p14:tracePt t="1900" x="7385050" y="5562600"/>
          <p14:tracePt t="1917" x="7321550" y="5562600"/>
          <p14:tracePt t="1933" x="7188200" y="5562600"/>
          <p14:tracePt t="1950" x="7080250" y="5581650"/>
          <p14:tracePt t="1967" x="6934200" y="5600700"/>
          <p14:tracePt t="1983" x="6864350" y="5613400"/>
          <p14:tracePt t="2000" x="6800850" y="5626100"/>
          <p14:tracePt t="2016" x="6781800" y="5626100"/>
          <p14:tracePt t="2033" x="6769100" y="5626100"/>
          <p14:tracePt t="2050" x="6762750" y="5626100"/>
          <p14:tracePt t="2115" x="6775450" y="5626100"/>
          <p14:tracePt t="2129" x="6781800" y="5626100"/>
          <p14:tracePt t="2136" x="6788150" y="5626100"/>
          <p14:tracePt t="2150" x="6800850" y="5626100"/>
          <p14:tracePt t="2166" x="6826250" y="5626100"/>
          <p14:tracePt t="2183" x="6858000" y="5638800"/>
          <p14:tracePt t="2199" x="6934200" y="5638800"/>
          <p14:tracePt t="2216" x="6991350" y="5645150"/>
          <p14:tracePt t="2232" x="7061200" y="5651500"/>
          <p14:tracePt t="2249" x="7181850" y="5651500"/>
          <p14:tracePt t="2265" x="7239000" y="5651500"/>
          <p14:tracePt t="2283" x="7315200" y="5645150"/>
          <p14:tracePt t="2299" x="7340600" y="5638800"/>
          <p14:tracePt t="2315" x="7359650" y="5638800"/>
          <p14:tracePt t="2332" x="7366000" y="5632450"/>
          <p14:tracePt t="2388" x="7359650" y="5632450"/>
          <p14:tracePt t="2395" x="7353300" y="5632450"/>
          <p14:tracePt t="2403" x="7340600" y="5638800"/>
          <p14:tracePt t="2415" x="7327900" y="5638800"/>
          <p14:tracePt t="2431" x="7277100" y="5645150"/>
          <p14:tracePt t="2448" x="7207250" y="5651500"/>
          <p14:tracePt t="2466" x="7073900" y="5670550"/>
          <p14:tracePt t="2481" x="7004050" y="5670550"/>
          <p14:tracePt t="2498" x="6946900" y="5670550"/>
          <p14:tracePt t="2515" x="6896100" y="5670550"/>
          <p14:tracePt t="2531" x="6883400" y="5670550"/>
          <p14:tracePt t="2548" x="6877050" y="5670550"/>
          <p14:tracePt t="2620" x="6889750" y="5670550"/>
          <p14:tracePt t="2627" x="6902450" y="5670550"/>
          <p14:tracePt t="2634" x="6915150" y="5670550"/>
          <p14:tracePt t="2648" x="6946900" y="5664200"/>
          <p14:tracePt t="2664" x="6997700" y="5651500"/>
          <p14:tracePt t="2681" x="7067550" y="5645150"/>
          <p14:tracePt t="2698" x="7188200" y="5632450"/>
          <p14:tracePt t="2714" x="7245350" y="5619750"/>
          <p14:tracePt t="2731" x="7296150" y="5613400"/>
          <p14:tracePt t="2747" x="7334250" y="5607050"/>
          <p14:tracePt t="2763" x="7346950" y="5600700"/>
          <p14:tracePt t="3727" x="7340600" y="5600700"/>
          <p14:tracePt t="3733" x="7321550" y="5588000"/>
          <p14:tracePt t="3743" x="7302500" y="5588000"/>
          <p14:tracePt t="3762" x="7219950" y="5581650"/>
          <p14:tracePt t="3777" x="7156450" y="5581650"/>
          <p14:tracePt t="3793" x="7112000" y="5581650"/>
          <p14:tracePt t="3811" x="7061200" y="5594350"/>
          <p14:tracePt t="3827" x="7029450" y="5600700"/>
          <p14:tracePt t="3843" x="7016750" y="5607050"/>
          <p14:tracePt t="3861" x="7004050" y="5619750"/>
          <p14:tracePt t="3893" x="7004050" y="5626100"/>
          <p14:tracePt t="3910" x="7029450" y="5638800"/>
          <p14:tracePt t="3927" x="7054850" y="5651500"/>
          <p14:tracePt t="3944" x="7118350" y="5683250"/>
          <p14:tracePt t="3960" x="7175500" y="5689600"/>
          <p14:tracePt t="3976" x="7232650" y="5689600"/>
          <p14:tracePt t="3993" x="7321550" y="5664200"/>
          <p14:tracePt t="4010" x="7378700" y="5638800"/>
          <p14:tracePt t="4026" x="7416800" y="5594350"/>
          <p14:tracePt t="4043" x="7448550" y="5543550"/>
          <p14:tracePt t="4060" x="7448550" y="5518150"/>
          <p14:tracePt t="4076" x="7435850" y="5492750"/>
          <p14:tracePt t="4080" x="7429500" y="5480050"/>
          <p14:tracePt t="4092" x="7391400" y="5454650"/>
          <p14:tracePt t="4109" x="7372350" y="5429250"/>
          <p14:tracePt t="4127" x="7327900" y="5410200"/>
          <p14:tracePt t="4143" x="7277100" y="5410200"/>
          <p14:tracePt t="4160" x="7258050" y="5410200"/>
          <p14:tracePt t="4176" x="7207250" y="5429250"/>
          <p14:tracePt t="4192" x="7194550" y="5435600"/>
          <p14:tracePt t="4209" x="7162800" y="5461000"/>
          <p14:tracePt t="4226" x="7137400" y="5499100"/>
          <p14:tracePt t="4242" x="7131050" y="5511800"/>
          <p14:tracePt t="4259" x="7124700" y="5543550"/>
          <p14:tracePt t="4275" x="7137400" y="5581650"/>
          <p14:tracePt t="4292" x="7150100" y="5600700"/>
          <p14:tracePt t="4309" x="7207250" y="5645150"/>
          <p14:tracePt t="4325" x="7270750" y="5676900"/>
          <p14:tracePt t="4342" x="7289800" y="5689600"/>
          <p14:tracePt t="4359" x="7340600" y="5689600"/>
          <p14:tracePt t="4375" x="7385050" y="5676900"/>
          <p14:tracePt t="4392" x="7397750" y="5664200"/>
          <p14:tracePt t="4408" x="7416800" y="5626100"/>
          <p14:tracePt t="4425" x="7429500" y="5594350"/>
          <p14:tracePt t="4442" x="7429500" y="5575300"/>
          <p14:tracePt t="4458" x="7397750" y="5518150"/>
          <p14:tracePt t="4475" x="7385050" y="5492750"/>
          <p14:tracePt t="4492" x="7334250" y="5441950"/>
          <p14:tracePt t="4508" x="7321550" y="5429250"/>
          <p14:tracePt t="4524" x="7302500" y="5422900"/>
          <p14:tracePt t="4541" x="7283450" y="5422900"/>
          <p14:tracePt t="4558" x="7270750" y="5422900"/>
          <p14:tracePt t="4575" x="7264400" y="5422900"/>
          <p14:tracePt t="5376" x="7239000" y="5422900"/>
          <p14:tracePt t="5398" x="7226300" y="5403850"/>
          <p14:tracePt t="5405" x="7213600" y="5397500"/>
          <p14:tracePt t="5418" x="7194550" y="5391150"/>
          <p14:tracePt t="5425" x="7169150" y="5378450"/>
          <p14:tracePt t="5441" x="7143750" y="5365750"/>
          <p14:tracePt t="5454" x="7105650" y="5340350"/>
          <p14:tracePt t="5471" x="6953250" y="5270500"/>
          <p14:tracePt t="5489" x="6718300" y="5168900"/>
          <p14:tracePt t="5504" x="6572250" y="5111750"/>
          <p14:tracePt t="5521" x="6172200" y="4959350"/>
          <p14:tracePt t="5538" x="5689600" y="4781550"/>
          <p14:tracePt t="5554" x="5473700" y="4692650"/>
          <p14:tracePt t="5571" x="5137150" y="4533900"/>
          <p14:tracePt t="5587" x="4806950" y="4337050"/>
          <p14:tracePt t="5604" x="4679950" y="4273550"/>
          <p14:tracePt t="5621" x="4400550" y="4102100"/>
          <p14:tracePt t="5637" x="4178300" y="3968750"/>
          <p14:tracePt t="5654" x="4108450" y="3905250"/>
          <p14:tracePt t="5671" x="4051300" y="3854450"/>
          <p14:tracePt t="5687" x="3886200" y="3733800"/>
          <p14:tracePt t="5704" x="3854450" y="3721100"/>
          <p14:tracePt t="5721" x="3810000" y="3676650"/>
          <p14:tracePt t="5737" x="3790950" y="3651250"/>
          <p14:tracePt t="5753" x="3752850" y="3600450"/>
          <p14:tracePt t="5770" x="3695700" y="3562350"/>
          <p14:tracePt t="5787" x="3676650" y="3530600"/>
          <p14:tracePt t="5804" x="3619500" y="3479800"/>
          <p14:tracePt t="5820" x="3575050" y="3435350"/>
          <p14:tracePt t="5837" x="3556000" y="3422650"/>
          <p14:tracePt t="5854" x="3517900" y="3390900"/>
          <p14:tracePt t="5871" x="3479800" y="3359150"/>
          <p14:tracePt t="5887" x="3467100" y="3346450"/>
          <p14:tracePt t="5904" x="3448050" y="3321050"/>
          <p14:tracePt t="5920" x="3441700" y="3308350"/>
          <p14:tracePt t="5936" x="3441700" y="3302000"/>
          <p14:tracePt t="5954" x="3435350" y="3295650"/>
          <p14:tracePt t="6000" x="3441700" y="3295650"/>
          <p14:tracePt t="6007" x="3448050" y="3295650"/>
          <p14:tracePt t="6022" x="3460750" y="3295650"/>
          <p14:tracePt t="6036" x="3498850" y="3295650"/>
          <p14:tracePt t="6052" x="3536950" y="3295650"/>
          <p14:tracePt t="6069" x="3587750" y="3295650"/>
          <p14:tracePt t="6086" x="3733800" y="3327400"/>
          <p14:tracePt t="6102" x="3905250" y="3378200"/>
          <p14:tracePt t="6119" x="4000500" y="3409950"/>
          <p14:tracePt t="6135" x="4146550" y="3454400"/>
          <p14:tracePt t="6152" x="4254500" y="3492500"/>
          <p14:tracePt t="6170" x="4305300" y="3505200"/>
          <p14:tracePt t="6185" x="4311650" y="3505200"/>
          <p14:tracePt t="6202" x="4324350" y="3511550"/>
          <p14:tracePt t="6240" x="4318000" y="3505200"/>
          <p14:tracePt t="6252" x="4305300" y="3505200"/>
          <p14:tracePt t="6269" x="4273550" y="3479800"/>
          <p14:tracePt t="6285" x="4248150" y="3467100"/>
          <p14:tracePt t="6302" x="4222750" y="3454400"/>
          <p14:tracePt t="6318" x="4114800" y="3397250"/>
          <p14:tracePt t="6335" x="4083050" y="3378200"/>
          <p14:tracePt t="6352" x="4025900" y="3359150"/>
          <p14:tracePt t="6368" x="4013200" y="3340100"/>
          <p14:tracePt t="6385" x="4006850" y="3340100"/>
          <p14:tracePt t="6401" x="4000500" y="3340100"/>
          <p14:tracePt t="6422" x="3994150" y="3340100"/>
          <p14:tracePt t="6450" x="4006850" y="3340100"/>
          <p14:tracePt t="6472" x="4019550" y="3340100"/>
          <p14:tracePt t="6478" x="4044950" y="3352800"/>
          <p14:tracePt t="6493" x="4083050" y="3365500"/>
          <p14:tracePt t="6501" x="4127500" y="3371850"/>
          <p14:tracePt t="6517" x="4191000" y="3390900"/>
          <p14:tracePt t="6535" x="4337050" y="3429000"/>
          <p14:tracePt t="6551" x="4483100" y="3473450"/>
          <p14:tracePt t="6568" x="4533900" y="3479800"/>
          <p14:tracePt t="6584" x="4584700" y="3486150"/>
          <p14:tracePt t="6601" x="4597400" y="3486150"/>
          <p14:tracePt t="6619" x="4578350" y="3479800"/>
          <p14:tracePt t="6634" x="4552950" y="3467100"/>
          <p14:tracePt t="6650" x="4508500" y="3448050"/>
          <p14:tracePt t="6668" x="4413250" y="3435350"/>
          <p14:tracePt t="6684" x="4279900" y="3416300"/>
          <p14:tracePt t="6701" x="4203700" y="3403600"/>
          <p14:tracePt t="6718" x="4083050" y="3397250"/>
          <p14:tracePt t="6733" x="4019550" y="3384550"/>
          <p14:tracePt t="6750" x="3994150" y="3384550"/>
          <p14:tracePt t="6767" x="3981450" y="3384550"/>
          <p14:tracePt t="6783" x="3968750" y="3384550"/>
          <p14:tracePt t="6830" x="3975100" y="3384550"/>
          <p14:tracePt t="6844" x="3994150" y="3384550"/>
          <p14:tracePt t="6853" x="4013200" y="3390900"/>
          <p14:tracePt t="6867" x="4044950" y="3390900"/>
          <p14:tracePt t="6883" x="4133850" y="3397250"/>
          <p14:tracePt t="6900" x="4273550" y="3397250"/>
          <p14:tracePt t="6917" x="4330700" y="3403600"/>
          <p14:tracePt t="6933" x="4381500" y="3403600"/>
          <p14:tracePt t="6949" x="4445000" y="3403600"/>
          <p14:tracePt t="6966" x="4451350" y="3403600"/>
          <p14:tracePt t="7005" x="4445000" y="3403600"/>
          <p14:tracePt t="7015" x="4425950" y="3403600"/>
          <p14:tracePt t="7033" x="4375150" y="3403600"/>
          <p14:tracePt t="7049" x="4349750" y="3403600"/>
          <p14:tracePt t="7065" x="4260850" y="3403600"/>
          <p14:tracePt t="7083" x="4127500" y="3390900"/>
          <p14:tracePt t="7099" x="4064000" y="3384550"/>
          <p14:tracePt t="7115" x="3962400" y="3384550"/>
          <p14:tracePt t="7133" x="3898900" y="3371850"/>
          <p14:tracePt t="7149" x="3892550" y="3371850"/>
          <p14:tracePt t="7166" x="3879850" y="3371850"/>
          <p14:tracePt t="7182" x="3873500" y="3371850"/>
          <p14:tracePt t="7230" x="3879850" y="3371850"/>
          <p14:tracePt t="7244" x="3892550" y="3371850"/>
          <p14:tracePt t="7251" x="3905250" y="3371850"/>
          <p14:tracePt t="7266" x="3924300" y="3371850"/>
          <p14:tracePt t="7282" x="3956050" y="3365500"/>
          <p14:tracePt t="7298" x="4064000" y="3359150"/>
          <p14:tracePt t="7315" x="4191000" y="3346450"/>
          <p14:tracePt t="7331" x="4254500" y="3346450"/>
          <p14:tracePt t="7349" x="4343400" y="3346450"/>
          <p14:tracePt t="7365" x="4394200" y="3346450"/>
          <p14:tracePt t="7381" x="4400550" y="3346450"/>
          <p14:tracePt t="7398" x="4413250" y="3346450"/>
          <p14:tracePt t="7431" x="4400550" y="3346450"/>
          <p14:tracePt t="7448" x="4356100" y="3346450"/>
          <p14:tracePt t="7465" x="4279900" y="3365500"/>
          <p14:tracePt t="7481" x="4241800" y="3365500"/>
          <p14:tracePt t="7497" x="4133850" y="3384550"/>
          <p14:tracePt t="7514" x="4051300" y="3390900"/>
          <p14:tracePt t="7531" x="4025900" y="3390900"/>
          <p14:tracePt t="7547" x="3987800" y="3390900"/>
          <p14:tracePt t="7595" x="3994150" y="3390900"/>
          <p14:tracePt t="7602" x="4006850" y="3390900"/>
          <p14:tracePt t="7617" x="4025900" y="3390900"/>
          <p14:tracePt t="7630" x="4051300" y="3390900"/>
          <p14:tracePt t="7647" x="4114800" y="3378200"/>
          <p14:tracePt t="7664" x="4171950" y="3371850"/>
          <p14:tracePt t="7680" x="4286250" y="3365500"/>
          <p14:tracePt t="7697" x="4368800" y="3359150"/>
          <p14:tracePt t="7714" x="4400550" y="3359150"/>
          <p14:tracePt t="7730" x="4406900" y="3359150"/>
          <p14:tracePt t="7747" x="4413250" y="3352800"/>
          <p14:tracePt t="7785" x="4400550" y="3352800"/>
          <p14:tracePt t="7796" x="4381500" y="3352800"/>
          <p14:tracePt t="7814" x="4311650" y="3352800"/>
          <p14:tracePt t="7830" x="4260850" y="3359150"/>
          <p14:tracePt t="7847" x="4197350" y="3359150"/>
          <p14:tracePt t="7863" x="3962400" y="3378200"/>
          <p14:tracePt t="7879" x="3898900" y="3378200"/>
          <p14:tracePt t="7897" x="3816350" y="3384550"/>
          <p14:tracePt t="7913" x="3797300" y="3384550"/>
          <p14:tracePt t="7929" x="3778250" y="3397250"/>
          <p14:tracePt t="7947" x="3771900" y="3397250"/>
          <p14:tracePt t="7962" x="3784600" y="3397250"/>
          <p14:tracePt t="7979" x="3816350" y="3397250"/>
          <p14:tracePt t="7996" x="3873500" y="3397250"/>
          <p14:tracePt t="8012" x="3911600" y="3397250"/>
          <p14:tracePt t="8029" x="4000500" y="3390900"/>
          <p14:tracePt t="8046" x="4108450" y="3390900"/>
          <p14:tracePt t="8062" x="4146550" y="3384550"/>
          <p14:tracePt t="8079" x="4197350" y="3384550"/>
          <p14:tracePt t="8095" x="4216400" y="3378200"/>
          <p14:tracePt t="8112" x="4222750" y="3378200"/>
          <p14:tracePt t="8164" x="4210050" y="3378200"/>
          <p14:tracePt t="8179" x="4197350" y="3378200"/>
          <p14:tracePt t="8185" x="4178300" y="3378200"/>
          <p14:tracePt t="8199" x="4159250" y="3378200"/>
          <p14:tracePt t="8211" x="4127500" y="3378200"/>
          <p14:tracePt t="8229" x="4051300" y="3378200"/>
          <p14:tracePt t="8245" x="4006850" y="3378200"/>
          <p14:tracePt t="8262" x="3917950" y="3378200"/>
          <p14:tracePt t="8278" x="3867150" y="3378200"/>
          <p14:tracePt t="8295" x="3848100" y="3378200"/>
          <p14:tracePt t="8312" x="3841750" y="3378200"/>
          <p14:tracePt t="8327" x="3860800" y="3378200"/>
          <p14:tracePt t="8344" x="3892550" y="3384550"/>
          <p14:tracePt t="8361" x="3994150" y="3384550"/>
          <p14:tracePt t="8378" x="4133850" y="3384550"/>
          <p14:tracePt t="8395" x="4210050" y="3384550"/>
          <p14:tracePt t="8411" x="4356100" y="3371850"/>
          <p14:tracePt t="8427" x="4419600" y="3371850"/>
          <p14:tracePt t="8445" x="4445000" y="3371850"/>
          <p14:tracePt t="8461" x="4451350" y="3371850"/>
          <p14:tracePt t="8494" x="4413250" y="3371850"/>
          <p14:tracePt t="8511" x="4387850" y="3371850"/>
          <p14:tracePt t="8527" x="4337050" y="3371850"/>
          <p14:tracePt t="8544" x="4229100" y="3384550"/>
          <p14:tracePt t="8560" x="4076700" y="3397250"/>
          <p14:tracePt t="8578" x="4013200" y="3397250"/>
          <p14:tracePt t="8593" x="3886200" y="3403600"/>
          <p14:tracePt t="8610" x="3816350" y="3416300"/>
          <p14:tracePt t="8627" x="3803650" y="3416300"/>
          <p14:tracePt t="8643" x="3797300" y="3416300"/>
          <p14:tracePt t="8660" x="3803650" y="3422650"/>
          <p14:tracePt t="8677" x="3835400" y="3422650"/>
          <p14:tracePt t="8693" x="3860800" y="3422650"/>
          <p14:tracePt t="8710" x="3905250" y="3422650"/>
          <p14:tracePt t="8727" x="3937000" y="3422650"/>
          <p14:tracePt t="8743" x="3949700" y="3422650"/>
          <p14:tracePt t="8760" x="3956050" y="3422650"/>
          <p14:tracePt t="8796" x="3956050" y="3429000"/>
          <p14:tracePt t="8803" x="3956050" y="3435350"/>
          <p14:tracePt t="8817" x="3956050" y="3448050"/>
          <p14:tracePt t="9147" x="3860800" y="3454400"/>
          <p14:tracePt t="9160" x="3733800" y="3479800"/>
          <p14:tracePt t="9167" x="3549650" y="3505200"/>
          <p14:tracePt t="9182" x="3378200" y="3536950"/>
          <p14:tracePt t="9191" x="3124200" y="3581400"/>
          <p14:tracePt t="9208" x="2921000" y="3625850"/>
          <p14:tracePt t="9225" x="2463800" y="3740150"/>
          <p14:tracePt t="9241" x="2101850" y="3829050"/>
          <p14:tracePt t="9259" x="1943100" y="3879850"/>
          <p14:tracePt t="9275" x="1663700" y="3943350"/>
          <p14:tracePt t="9291" x="1460500" y="3987800"/>
          <p14:tracePt t="9308" x="1263650" y="4025900"/>
          <p14:tracePt t="9324" x="1187450" y="4044950"/>
          <p14:tracePt t="9341" x="1079500" y="4057650"/>
          <p14:tracePt t="9358" x="971550" y="4064000"/>
          <p14:tracePt t="9374" x="920750" y="4076700"/>
          <p14:tracePt t="9392" x="825500" y="4089400"/>
          <p14:tracePt t="9407" x="793750" y="4095750"/>
          <p14:tracePt t="9424" x="730250" y="4108450"/>
          <p14:tracePt t="9441" x="660400" y="4114800"/>
          <p14:tracePt t="9458" x="628650" y="4114800"/>
          <p14:tracePt t="9474" x="571500" y="4121150"/>
          <p14:tracePt t="9491" x="514350" y="4121150"/>
          <p14:tracePt t="9507" x="488950" y="4121150"/>
          <p14:tracePt t="9523" x="444500" y="4121150"/>
          <p14:tracePt t="9540" x="419100" y="4121150"/>
          <p14:tracePt t="9557" x="412750" y="4121150"/>
          <p14:tracePt t="9574" x="406400" y="4127500"/>
          <p14:tracePt t="9607" x="406400" y="4133850"/>
          <p14:tracePt t="9631" x="406400" y="4140200"/>
          <p14:tracePt t="9729" x="406400" y="4146550"/>
          <p14:tracePt t="9743" x="406400" y="4152900"/>
          <p14:tracePt t="9750" x="412750" y="4152900"/>
          <p14:tracePt t="9764" x="419100" y="4152900"/>
          <p14:tracePt t="9772" x="431800" y="4159250"/>
          <p14:tracePt t="9790" x="438150" y="4165600"/>
          <p14:tracePt t="9806" x="482600" y="4178300"/>
          <p14:tracePt t="9825" x="565150" y="4197350"/>
          <p14:tracePt t="9839" x="622300" y="4203700"/>
          <p14:tracePt t="9856" x="730250" y="4222750"/>
          <p14:tracePt t="9873" x="825500" y="4241800"/>
          <p14:tracePt t="9890" x="850900" y="4248150"/>
          <p14:tracePt t="9906" x="895350" y="4254500"/>
          <p14:tracePt t="9923" x="920750" y="4254500"/>
          <p14:tracePt t="9981" x="908050" y="4254500"/>
          <p14:tracePt t="9989" x="889000" y="4254500"/>
          <p14:tracePt t="10003" x="876300" y="4248150"/>
          <p14:tracePt t="10010" x="850900" y="4248150"/>
          <p14:tracePt t="10026" x="825500" y="4248150"/>
          <p14:tracePt t="10039" x="793750" y="4248150"/>
          <p14:tracePt t="10055" x="717550" y="4254500"/>
          <p14:tracePt t="10072" x="685800" y="4260850"/>
          <p14:tracePt t="10088" x="628650" y="4260850"/>
          <p14:tracePt t="10105" x="596900" y="4279900"/>
          <p14:tracePt t="10123" x="584200" y="4286250"/>
          <p14:tracePt t="10138" x="584200" y="4292600"/>
          <p14:tracePt t="10171" x="603250" y="4292600"/>
          <p14:tracePt t="10188" x="622300" y="4286250"/>
          <p14:tracePt t="10191" x="641350" y="4286250"/>
          <p14:tracePt t="10205" x="679450" y="4279900"/>
          <p14:tracePt t="10222" x="812800" y="4260850"/>
          <p14:tracePt t="10238" x="876300" y="4248150"/>
          <p14:tracePt t="10256" x="1060450" y="4222750"/>
          <p14:tracePt t="10271" x="1219200" y="4191000"/>
          <p14:tracePt t="10288" x="1282700" y="4178300"/>
          <p14:tracePt t="10305" x="1346200" y="4171950"/>
          <p14:tracePt t="10321" x="1358900" y="4165600"/>
          <p14:tracePt t="10338" x="1365250" y="4165600"/>
          <p14:tracePt t="10355" x="1346200" y="4165600"/>
          <p14:tracePt t="10371" x="1327150" y="4159250"/>
          <p14:tracePt t="10388" x="1257300" y="4159250"/>
          <p14:tracePt t="10404" x="1149350" y="4171950"/>
          <p14:tracePt t="10421" x="1111250" y="4178300"/>
          <p14:tracePt t="10438" x="1016000" y="4197350"/>
          <p14:tracePt t="10454" x="958850" y="4197350"/>
          <p14:tracePt t="10471" x="939800" y="4197350"/>
          <p14:tracePt t="10488" x="901700" y="4203700"/>
          <p14:tracePt t="10504" x="895350" y="4203700"/>
          <p14:tracePt t="10520" x="889000" y="4203700"/>
          <p14:tracePt t="10593" x="895350" y="4203700"/>
          <p14:tracePt t="10600" x="901700" y="4210050"/>
          <p14:tracePt t="10614" x="914400" y="4210050"/>
          <p14:tracePt t="10623" x="927100" y="4216400"/>
          <p14:tracePt t="10637" x="939800" y="4216400"/>
          <p14:tracePt t="10653" x="958850" y="4222750"/>
          <p14:tracePt t="10670" x="1016000" y="4235450"/>
          <p14:tracePt t="10687" x="1028700" y="4241800"/>
          <p14:tracePt t="10690" x="1041400" y="4241800"/>
          <p14:tracePt t="10719" x="1047750" y="4241800"/>
          <p14:tracePt t="10736" x="1022350" y="4241800"/>
          <p14:tracePt t="10753" x="1003300" y="4241800"/>
          <p14:tracePt t="10770" x="920750" y="4248150"/>
          <p14:tracePt t="10786" x="806450" y="4254500"/>
          <p14:tracePt t="10804" x="685800" y="4273550"/>
          <p14:tracePt t="10819" x="641350" y="4286250"/>
          <p14:tracePt t="10836" x="596900" y="4292600"/>
          <p14:tracePt t="10853" x="571500" y="4298950"/>
          <p14:tracePt t="10870" x="565150" y="4298950"/>
          <p14:tracePt t="10886" x="565150" y="4305300"/>
          <p14:tracePt t="10902" x="571500" y="4305300"/>
          <p14:tracePt t="10936" x="590550" y="4305300"/>
          <p14:tracePt t="10952" x="673100" y="4292600"/>
          <p14:tracePt t="10969" x="711200" y="4292600"/>
          <p14:tracePt t="10986" x="825500" y="4286250"/>
          <p14:tracePt t="11002" x="895350" y="4286250"/>
          <p14:tracePt t="11019" x="1022350" y="4273550"/>
          <p14:tracePt t="11036" x="1149350" y="4273550"/>
          <p14:tracePt t="11052" x="1200150" y="4273550"/>
          <p14:tracePt t="11069" x="1270000" y="4267200"/>
          <p14:tracePt t="11086" x="1289050" y="4267200"/>
          <p14:tracePt t="11102" x="1295400" y="4267200"/>
          <p14:tracePt t="11119" x="1301750" y="4267200"/>
          <p14:tracePt t="11155" x="1301750" y="4254500"/>
          <p14:tracePt t="11183" x="1301750" y="4241800"/>
          <p14:tracePt t="12071" x="1365250" y="4267200"/>
          <p14:tracePt t="12078" x="1447800" y="4292600"/>
          <p14:tracePt t="12092" x="1562100" y="4324350"/>
          <p14:tracePt t="12101" x="1676400" y="4368800"/>
          <p14:tracePt t="12115" x="1809750" y="4413250"/>
          <p14:tracePt t="12131" x="2266950" y="4591050"/>
          <p14:tracePt t="12148" x="2679700" y="4775200"/>
          <p14:tracePt t="12165" x="2901950" y="4876800"/>
          <p14:tracePt t="12181" x="3073400" y="4972050"/>
          <p14:tracePt t="12198" x="3359150" y="5143500"/>
          <p14:tracePt t="12215" x="3549650" y="5302250"/>
          <p14:tracePt t="12232" x="3619500" y="5359400"/>
          <p14:tracePt t="12235" x="3689350" y="5435600"/>
          <p14:tracePt t="12247" x="3727450" y="5492750"/>
          <p14:tracePt t="12264" x="3771900" y="5568950"/>
          <p14:tracePt t="12282" x="3778250" y="5613400"/>
          <p14:tracePt t="12298" x="3784600" y="5645150"/>
          <p14:tracePt t="12314" x="3784600" y="5670550"/>
          <p14:tracePt t="12331" x="3778250" y="5695950"/>
          <p14:tracePt t="12347" x="3771900" y="5708650"/>
          <p14:tracePt t="12364" x="3759200" y="5721350"/>
          <p14:tracePt t="12381" x="3752850" y="5734050"/>
          <p14:tracePt t="12397" x="3740150" y="5746750"/>
          <p14:tracePt t="12414" x="3721100" y="5778500"/>
          <p14:tracePt t="12430" x="3702050" y="5816600"/>
          <p14:tracePt t="12447" x="3689350" y="5829300"/>
          <p14:tracePt t="12464" x="3670300" y="5867400"/>
          <p14:tracePt t="12480" x="3651250" y="5892800"/>
          <p14:tracePt t="12497" x="3638550" y="5899150"/>
          <p14:tracePt t="12514" x="3619500" y="5911850"/>
          <p14:tracePt t="12530" x="3600450" y="5918200"/>
          <p14:tracePt t="12563" x="3581400" y="5918200"/>
          <p14:tracePt t="12597" x="3556000" y="5930900"/>
          <p14:tracePt t="12613" x="3549650" y="5930900"/>
          <p14:tracePt t="12630" x="3536950" y="5937250"/>
          <p14:tracePt t="12647" x="3530600" y="5949950"/>
          <p14:tracePt t="12663" x="3524250" y="5949950"/>
          <p14:tracePt t="12680" x="3517900" y="5956300"/>
          <p14:tracePt t="12696" x="3505200" y="5962650"/>
          <p14:tracePt t="14677" x="3492500" y="5962650"/>
          <p14:tracePt t="14684" x="3473450" y="5962650"/>
          <p14:tracePt t="14698" x="3454400" y="5962650"/>
          <p14:tracePt t="14706" x="3416300" y="5956300"/>
          <p14:tracePt t="14722" x="3371850" y="5956300"/>
          <p14:tracePt t="14740" x="3333750" y="5956300"/>
          <p14:tracePt t="14756" x="3200400" y="5975350"/>
          <p14:tracePt t="14773" x="3155950" y="5981700"/>
          <p14:tracePt t="14789" x="3098800" y="6000750"/>
          <p14:tracePt t="14805" x="3054350" y="6007100"/>
          <p14:tracePt t="14822" x="2990850" y="6013450"/>
          <p14:tracePt t="14839" x="2933700" y="6032500"/>
          <p14:tracePt t="14855" x="2901950" y="6032500"/>
          <p14:tracePt t="14872" x="2832100" y="6045200"/>
          <p14:tracePt t="14889" x="2762250" y="6051550"/>
          <p14:tracePt t="14905" x="2724150" y="6051550"/>
          <p14:tracePt t="14922" x="2647950" y="6051550"/>
          <p14:tracePt t="14938" x="2565400" y="6064250"/>
          <p14:tracePt t="14955" x="2527300" y="6064250"/>
          <p14:tracePt t="14972" x="2457450" y="6064250"/>
          <p14:tracePt t="14988" x="2400300" y="6064250"/>
          <p14:tracePt t="15005" x="2362200" y="6064250"/>
          <p14:tracePt t="15021" x="2305050" y="6057900"/>
          <p14:tracePt t="15038" x="2247900" y="6051550"/>
          <p14:tracePt t="15055" x="2216150" y="6051550"/>
          <p14:tracePt t="15071" x="2159000" y="6045200"/>
          <p14:tracePt t="15088" x="2101850" y="6038850"/>
          <p14:tracePt t="15105" x="2044700" y="6032500"/>
          <p14:tracePt t="15121" x="2019300" y="6032500"/>
          <p14:tracePt t="15138" x="2000250" y="6026150"/>
          <p14:tracePt t="15155" x="1968500" y="6026150"/>
          <p14:tracePt t="15171" x="1936750" y="6026150"/>
          <p14:tracePt t="15188" x="1924050" y="6026150"/>
          <p14:tracePt t="15204" x="1898650" y="6019800"/>
          <p14:tracePt t="15221" x="1866900" y="6019800"/>
          <p14:tracePt t="15238" x="1854200" y="6019800"/>
          <p14:tracePt t="15241" x="1841500" y="6019800"/>
          <p14:tracePt t="15254" x="1822450" y="6019800"/>
          <p14:tracePt t="15271" x="1790700" y="6019800"/>
          <p14:tracePt t="15288" x="1739900" y="6019800"/>
          <p14:tracePt t="15304" x="1720850" y="6019800"/>
          <p14:tracePt t="15320" x="1670050" y="6019800"/>
          <p14:tracePt t="15338" x="1638300" y="6026150"/>
          <p14:tracePt t="15354" x="1625600" y="6026150"/>
          <p14:tracePt t="15370" x="1606550" y="6032500"/>
          <p14:tracePt t="15387" x="1593850" y="6032500"/>
          <p14:tracePt t="15421" x="1587500" y="6032500"/>
          <p14:tracePt t="15668" x="1593850" y="6032500"/>
          <p14:tracePt t="15681" x="1600200" y="6032500"/>
          <p14:tracePt t="15689" x="1612900" y="6032500"/>
          <p14:tracePt t="15705" x="1631950" y="6032500"/>
          <p14:tracePt t="15719" x="1663700" y="6026150"/>
          <p14:tracePt t="15736" x="1752600" y="6013450"/>
          <p14:tracePt t="15752" x="1911350" y="5994400"/>
          <p14:tracePt t="15769" x="2000250" y="5988050"/>
          <p14:tracePt t="15786" x="2216150" y="5988050"/>
          <p14:tracePt t="15802" x="2444750" y="5975350"/>
          <p14:tracePt t="15820" x="2546350" y="5962650"/>
          <p14:tracePt t="15837" x="2724150" y="5962650"/>
          <p14:tracePt t="15853" x="2838450" y="5962650"/>
          <p14:tracePt t="15870" x="2870200" y="5969000"/>
          <p14:tracePt t="15886" x="2895600" y="5969000"/>
          <p14:tracePt t="15903" x="2914650" y="5969000"/>
          <p14:tracePt t="16292" x="2927350" y="5975350"/>
          <p14:tracePt t="16299" x="2933700" y="5975350"/>
          <p14:tracePt t="16313" x="2940050" y="5981700"/>
          <p14:tracePt t="16320" x="2952750" y="5981700"/>
          <p14:tracePt t="16337" x="2965450" y="5981700"/>
          <p14:tracePt t="16350" x="2978150" y="5988050"/>
          <p14:tracePt t="16367" x="3035300" y="5994400"/>
          <p14:tracePt t="16384" x="3149600" y="6007100"/>
          <p14:tracePt t="16417" x="3238500" y="6007100"/>
          <p14:tracePt t="16434" x="3454400" y="6013450"/>
          <p14:tracePt t="16450" x="3632200" y="6026150"/>
          <p14:tracePt t="16467" x="3822700" y="6038850"/>
          <p14:tracePt t="16483" x="4152900" y="6064250"/>
          <p14:tracePt t="16500" x="4292600" y="6076950"/>
          <p14:tracePt t="16517" x="4521200" y="6096000"/>
          <p14:tracePt t="16532" x="4597400" y="6102350"/>
          <p14:tracePt t="16550" x="4635500" y="6115050"/>
          <p14:tracePt t="16566" x="4679950" y="6121400"/>
          <p14:tracePt t="16583" x="4692650" y="6121400"/>
          <p14:tracePt t="16599" x="4699000" y="6121400"/>
          <p14:tracePt t="16617" x="4705350" y="6121400"/>
          <p14:tracePt t="16749" x="4699000" y="6121400"/>
          <p14:tracePt t="17167" x="4724400" y="6121400"/>
          <p14:tracePt t="17174" x="4775200" y="6121400"/>
          <p14:tracePt t="17188" x="4851400" y="6121400"/>
          <p14:tracePt t="17197" x="4959350" y="6102350"/>
          <p14:tracePt t="17214" x="5086350" y="6089650"/>
          <p14:tracePt t="17231" x="5365750" y="6057900"/>
          <p14:tracePt t="17247" x="5715000" y="6019800"/>
          <p14:tracePt t="17265" x="5905500" y="6007100"/>
          <p14:tracePt t="17281" x="6121400" y="5994400"/>
          <p14:tracePt t="17297" x="6305550" y="5994400"/>
          <p14:tracePt t="17314" x="6845300" y="5994400"/>
          <p14:tracePt t="17330" x="7029450" y="5994400"/>
          <p14:tracePt t="17347" x="7169150" y="5994400"/>
          <p14:tracePt t="17364" x="7359650" y="5988050"/>
          <p14:tracePt t="17380" x="7423150" y="5988050"/>
          <p14:tracePt t="17397" x="7518400" y="5969000"/>
          <p14:tracePt t="17413" x="7550150" y="5969000"/>
          <p14:tracePt t="17429" x="7569200" y="5962650"/>
          <p14:tracePt t="17447" x="7594600" y="5956300"/>
          <p14:tracePt t="17463" x="7600950" y="5956300"/>
          <p14:tracePt t="17481" x="7613650" y="5949950"/>
          <p14:tracePt t="17497" x="7620000" y="5943600"/>
          <p14:tracePt t="17513" x="7632700" y="5943600"/>
          <p14:tracePt t="17568" x="7639050" y="5943600"/>
          <p14:tracePt t="17729" x="7620000" y="5943600"/>
          <p14:tracePt t="17736" x="7607300" y="5949950"/>
          <p14:tracePt t="17750" x="7581900" y="5949950"/>
          <p14:tracePt t="17762" x="7518400" y="5949950"/>
          <p14:tracePt t="17779" x="7340600" y="5943600"/>
          <p14:tracePt t="17796" x="7200900" y="5937250"/>
          <p14:tracePt t="17813" x="6819900" y="5886450"/>
          <p14:tracePt t="17828" x="6337300" y="5842000"/>
          <p14:tracePt t="17845" x="6089650" y="5810250"/>
          <p14:tracePt t="17862" x="5721350" y="5797550"/>
          <p14:tracePt t="17878" x="5435600" y="5803900"/>
          <p14:tracePt t="17895" x="5334000" y="5822950"/>
          <p14:tracePt t="17912" x="5162550" y="5842000"/>
          <p14:tracePt t="17928" x="5067300" y="5867400"/>
          <p14:tracePt t="17945" x="5048250" y="5880100"/>
          <p14:tracePt t="17961" x="5022850" y="5880100"/>
          <p14:tracePt t="17978" x="5003800" y="5880100"/>
          <p14:tracePt t="17995" x="4991100" y="5886450"/>
          <p14:tracePt t="18011" x="4978400" y="5886450"/>
          <p14:tracePt t="18028" x="4972050" y="5892800"/>
          <p14:tracePt t="18045" x="4959350" y="5892800"/>
          <p14:tracePt t="18061" x="4946650" y="5892800"/>
          <p14:tracePt t="18078" x="4940300" y="5892800"/>
          <p14:tracePt t="18094" x="4914900" y="5899150"/>
          <p14:tracePt t="18111" x="4876800" y="5899150"/>
          <p14:tracePt t="18127" x="4845050" y="5905500"/>
          <p14:tracePt t="18144" x="4768850" y="5918200"/>
          <p14:tracePt t="18161" x="4635500" y="5937250"/>
          <p14:tracePt t="18178" x="4470400" y="5956300"/>
          <p14:tracePt t="18194" x="4362450" y="5962650"/>
          <p14:tracePt t="18210" x="4171950" y="5988050"/>
          <p14:tracePt t="18228" x="3981450" y="5994400"/>
          <p14:tracePt t="18244" x="3892550" y="5994400"/>
          <p14:tracePt t="18261" x="3727450" y="5994400"/>
          <p14:tracePt t="18278" x="3619500" y="6013450"/>
          <p14:tracePt t="18294" x="3581400" y="6013450"/>
          <p14:tracePt t="18297" x="3536950" y="6013450"/>
          <p14:tracePt t="18310" x="3498850" y="5994400"/>
          <p14:tracePt t="18327" x="3454400" y="5988050"/>
          <p14:tracePt t="18343" x="3429000" y="5981700"/>
          <p14:tracePt t="18360" x="3416300" y="5981700"/>
          <p14:tracePt t="18710" x="3314700" y="5981700"/>
          <p14:tracePt t="18717" x="3187700" y="5981700"/>
          <p14:tracePt t="18731" x="3048000" y="5981700"/>
          <p14:tracePt t="18742" x="2908300" y="5981700"/>
          <p14:tracePt t="18759" x="2654300" y="6007100"/>
          <p14:tracePt t="18775" x="2540000" y="6013450"/>
          <p14:tracePt t="18792" x="2387600" y="6038850"/>
          <p14:tracePt t="18809" x="2292350" y="6051550"/>
          <p14:tracePt t="18825" x="2260600" y="6057900"/>
          <p14:tracePt t="18842" x="2241550" y="6070600"/>
          <p14:tracePt t="18858" x="2222500" y="6070600"/>
          <p14:tracePt t="18900" x="2216150" y="6070600"/>
          <p14:tracePt t="19138" x="2216150" y="6064250"/>
          <p14:tracePt t="19160" x="2222500" y="6051550"/>
          <p14:tracePt t="19166" x="2222500" y="6045200"/>
          <p14:tracePt t="19736" x="2203450" y="6045200"/>
          <p14:tracePt t="19744" x="2178050" y="6051550"/>
          <p14:tracePt t="19758" x="2146300" y="6057900"/>
          <p14:tracePt t="19772" x="2127250" y="6070600"/>
          <p14:tracePt t="19788" x="2089150" y="6083300"/>
          <p14:tracePt t="19805" x="2082800" y="6083300"/>
          <p14:tracePt t="19821" x="2076450" y="6089650"/>
          <p14:tracePt t="19838" x="2070100" y="6089650"/>
          <p14:tracePt t="19877" x="2063750" y="6089650"/>
          <p14:tracePt t="19933" x="2076450" y="6089650"/>
          <p14:tracePt t="19948" x="2089150" y="6089650"/>
          <p14:tracePt t="19957" x="2108200" y="6089650"/>
          <p14:tracePt t="19971" x="2127250" y="6089650"/>
          <p14:tracePt t="19988" x="2165350" y="6089650"/>
          <p14:tracePt t="20004" x="2355850" y="6083300"/>
          <p14:tracePt t="20021" x="2457450" y="6083300"/>
          <p14:tracePt t="20039" x="2673350" y="6070600"/>
          <p14:tracePt t="20054" x="2787650" y="6064250"/>
          <p14:tracePt t="20071" x="3003550" y="6051550"/>
          <p14:tracePt t="20088" x="3175000" y="6045200"/>
          <p14:tracePt t="20104" x="3225800" y="6045200"/>
          <p14:tracePt t="20121" x="3289300" y="6064250"/>
          <p14:tracePt t="20137" x="3308350" y="6064250"/>
          <p14:tracePt t="20201" x="3308350" y="6070600"/>
          <p14:tracePt t="20390" x="3302000" y="6076950"/>
          <p14:tracePt t="20396" x="3295650" y="6076950"/>
          <p14:tracePt t="20411" x="3289300" y="6076950"/>
          <p14:tracePt t="20419" x="3282950" y="6076950"/>
          <p14:tracePt t="20437" x="3270250" y="6076950"/>
          <p14:tracePt t="20453" x="3263900" y="6076950"/>
          <p14:tracePt t="20470" x="3225800" y="6076950"/>
          <p14:tracePt t="20486" x="3200400" y="6076950"/>
          <p14:tracePt t="20503" x="3136900" y="6076950"/>
          <p14:tracePt t="20519" x="3073400" y="6076950"/>
          <p14:tracePt t="20536" x="3041650" y="6076950"/>
          <p14:tracePt t="20553" x="3003550" y="6076950"/>
          <p14:tracePt t="20570" x="2965450" y="6076950"/>
          <p14:tracePt t="20586" x="2959100" y="6076950"/>
          <p14:tracePt t="20602" x="2952750" y="6076950"/>
          <p14:tracePt t="20677" x="2959100" y="6076950"/>
          <p14:tracePt t="20698" x="2965450" y="6076950"/>
          <p14:tracePt t="20705" x="2971800" y="6076950"/>
          <p14:tracePt t="20721" x="2978150" y="6076950"/>
          <p14:tracePt t="20735" x="2990850" y="6076950"/>
          <p14:tracePt t="20752" x="3022600" y="6070600"/>
          <p14:tracePt t="20769" x="3079750" y="6070600"/>
          <p14:tracePt t="20785" x="3117850" y="6070600"/>
          <p14:tracePt t="20802" x="3200400" y="6064250"/>
          <p14:tracePt t="20818" x="3289300" y="6064250"/>
          <p14:tracePt t="20835" x="3321050" y="6064250"/>
          <p14:tracePt t="20851" x="3365500" y="6064250"/>
          <p14:tracePt t="20868" x="3397250" y="6064250"/>
          <p14:tracePt t="20885" x="3409950" y="6064250"/>
          <p14:tracePt t="20902" x="3422650" y="6064250"/>
          <p14:tracePt t="20917" x="3429000" y="6064250"/>
          <p14:tracePt t="21232" x="3594100" y="6070600"/>
          <p14:tracePt t="21239" x="3860800" y="6089650"/>
          <p14:tracePt t="21253" x="4152900" y="6102350"/>
          <p14:tracePt t="21267" x="4387850" y="6115050"/>
          <p14:tracePt t="21283" x="4813300" y="6134100"/>
          <p14:tracePt t="21300" x="4978400" y="6140450"/>
          <p14:tracePt t="21317" x="5181600" y="6140450"/>
          <p14:tracePt t="21333" x="5308600" y="6140450"/>
          <p14:tracePt t="21349" x="5346700" y="6140450"/>
          <p14:tracePt t="21353" x="5365750" y="6140450"/>
          <p14:tracePt t="21366" x="5378450" y="6134100"/>
          <p14:tracePt t="21383" x="5397500" y="6127750"/>
          <p14:tracePt t="21400" x="5410200" y="6127750"/>
          <p14:tracePt t="21416" x="5416550" y="6127750"/>
          <p14:tracePt t="21433" x="5422900" y="6127750"/>
          <p14:tracePt t="21450" x="5441950" y="6121400"/>
          <p14:tracePt t="21466" x="5454650" y="6121400"/>
          <p14:tracePt t="21482" x="5454650" y="6115050"/>
          <p14:tracePt t="21500" x="5473700" y="6108700"/>
          <p14:tracePt t="21516" x="5480050" y="6108700"/>
          <p14:tracePt t="21532" x="5480050" y="6102350"/>
          <p14:tracePt t="21565" x="5486400" y="6102350"/>
          <p14:tracePt t="21653" x="5492750" y="6102350"/>
          <p14:tracePt t="21682" x="5499100" y="6102350"/>
          <p14:tracePt t="21696" x="5505450" y="6102350"/>
          <p14:tracePt t="21702" x="5518150" y="6102350"/>
          <p14:tracePt t="21715" x="5530850" y="6102350"/>
          <p14:tracePt t="21732" x="5562600" y="6108700"/>
          <p14:tracePt t="21748" x="5600700" y="6115050"/>
          <p14:tracePt t="21765" x="5670550" y="6115050"/>
          <p14:tracePt t="21781" x="5746750" y="6115050"/>
          <p14:tracePt t="21798" x="5784850" y="6115050"/>
          <p14:tracePt t="21815" x="5867400" y="6115050"/>
          <p14:tracePt t="21831" x="5892800" y="6115050"/>
          <p14:tracePt t="21848" x="5943600" y="6115050"/>
          <p14:tracePt t="21852" x="5962650" y="6115050"/>
          <p14:tracePt t="21865" x="5981700" y="6115050"/>
          <p14:tracePt t="21881" x="5994400" y="6115050"/>
          <p14:tracePt t="21898" x="6032500" y="6115050"/>
          <p14:tracePt t="21914" x="6045200" y="6108700"/>
          <p14:tracePt t="21931" x="6057900" y="6108700"/>
          <p14:tracePt t="21948" x="6070600" y="6102350"/>
          <p14:tracePt t="21964" x="6076950" y="6102350"/>
          <p14:tracePt t="21981" x="6083300" y="6102350"/>
          <p14:tracePt t="22096" x="6076950" y="6102350"/>
          <p14:tracePt t="22103" x="6070600" y="6102350"/>
          <p14:tracePt t="22113" x="6057900" y="6102350"/>
          <p14:tracePt t="22131" x="6019800" y="6102350"/>
          <p14:tracePt t="22147" x="5969000" y="6102350"/>
          <p14:tracePt t="22163" x="5905500" y="6102350"/>
          <p14:tracePt t="22180" x="5638800" y="6102350"/>
          <p14:tracePt t="22197" x="5537200" y="6102350"/>
          <p14:tracePt t="22213" x="5435600" y="6108700"/>
          <p14:tracePt t="22230" x="5270500" y="6115050"/>
          <p14:tracePt t="22247" x="5156200" y="6127750"/>
          <p14:tracePt t="22264" x="5124450" y="6134100"/>
          <p14:tracePt t="22280" x="5073650" y="6140450"/>
          <p14:tracePt t="22296" x="5048250" y="6140450"/>
          <p14:tracePt t="22313" x="5041900" y="6140450"/>
          <p14:tracePt t="22377" x="5035550" y="6140450"/>
          <p14:tracePt t="22391" x="5022850" y="6146800"/>
          <p14:tracePt t="22404" x="5003800" y="6146800"/>
          <p14:tracePt t="22413" x="4978400" y="6146800"/>
          <p14:tracePt t="22429" x="4933950" y="6146800"/>
          <p14:tracePt t="22446" x="4768850" y="6146800"/>
          <p14:tracePt t="22462" x="4502150" y="6146800"/>
          <p14:tracePt t="22479" x="4349750" y="6146800"/>
          <p14:tracePt t="22496" x="4025900" y="6159500"/>
          <p14:tracePt t="22512" x="3892550" y="6159500"/>
          <p14:tracePt t="22529" x="3651250" y="6178550"/>
          <p14:tracePt t="22546" x="3479800" y="6191250"/>
          <p14:tracePt t="22562" x="3429000" y="6197600"/>
          <p14:tracePt t="22579" x="3346450" y="6197600"/>
          <p14:tracePt t="22595" x="3314700" y="6203950"/>
          <p14:tracePt t="22612" x="3302000" y="6210300"/>
          <p14:tracePt t="22629" x="3295650" y="6210300"/>
          <p14:tracePt t="22672" x="3289300" y="6210300"/>
          <p14:tracePt t="22903" x="3448050" y="6210300"/>
          <p14:tracePt t="22917" x="3765550" y="6197600"/>
          <p14:tracePt t="22924" x="4127500" y="6197600"/>
          <p14:tracePt t="22939" x="4540250" y="6178550"/>
          <p14:tracePt t="22947" x="4933950" y="6165850"/>
          <p14:tracePt t="22961" x="5302250" y="6146800"/>
          <p14:tracePt t="22977" x="5638800" y="6127750"/>
          <p14:tracePt t="22994" x="6115050" y="6115050"/>
          <p14:tracePt t="23010" x="6330950" y="6096000"/>
          <p14:tracePt t="23027" x="6381750" y="6096000"/>
          <p14:tracePt t="23044" x="6426200" y="6089650"/>
          <p14:tracePt t="23060" x="6445250" y="6083300"/>
          <p14:tracePt t="23077" x="6451600" y="6083300"/>
          <p14:tracePt t="23149" x="6451600" y="6089650"/>
          <p14:tracePt t="23184" x="6451600" y="6096000"/>
          <p14:tracePt t="23565" x="6515100" y="6108700"/>
          <p14:tracePt t="23579" x="6610350" y="6140450"/>
          <p14:tracePt t="23594" x="6737350" y="6172200"/>
          <p14:tracePt t="23600" x="6864350" y="6184900"/>
          <p14:tracePt t="23609" x="7042150" y="6191250"/>
          <p14:tracePt t="23624" x="7175500" y="6203950"/>
          <p14:tracePt t="23642" x="7442200" y="6216650"/>
          <p14:tracePt t="23658" x="7645400" y="6216650"/>
          <p14:tracePt t="23675" x="7747000" y="6216650"/>
          <p14:tracePt t="23692" x="7880350" y="6223000"/>
          <p14:tracePt t="23708" x="7937500" y="6223000"/>
          <p14:tracePt t="23724" x="7956550" y="6223000"/>
          <p14:tracePt t="23742" x="7981950" y="6223000"/>
          <p14:tracePt t="23758" x="7988300" y="6223000"/>
          <p14:tracePt t="23776" x="8020050" y="6223000"/>
          <p14:tracePt t="23791" x="8045450" y="6223000"/>
          <p14:tracePt t="23808" x="8070850" y="6216650"/>
          <p14:tracePt t="23825" x="8121650" y="6216650"/>
          <p14:tracePt t="23841" x="8172450" y="6216650"/>
          <p14:tracePt t="23858" x="8191500" y="6216650"/>
          <p14:tracePt t="23875" x="8242300" y="6223000"/>
          <p14:tracePt t="23891" x="8280400" y="6223000"/>
          <p14:tracePt t="23908" x="8293100" y="6223000"/>
          <p14:tracePt t="23924" x="8318500" y="6229350"/>
          <p14:tracePt t="23941" x="8343900" y="6229350"/>
          <p14:tracePt t="23958" x="8362950" y="6229350"/>
          <p14:tracePt t="23974" x="8382000" y="6229350"/>
          <p14:tracePt t="23991" x="8401050" y="6229350"/>
          <p14:tracePt t="24007" x="8407400" y="6229350"/>
          <p14:tracePt t="24023" x="8413750" y="6229350"/>
          <p14:tracePt t="24040" x="8420100" y="6229350"/>
          <p14:tracePt t="24098" x="8420100" y="6223000"/>
          <p14:tracePt t="24120" x="8413750" y="6223000"/>
          <p14:tracePt t="24127" x="8407400" y="6223000"/>
          <p14:tracePt t="24148" x="8401050" y="6223000"/>
          <p14:tracePt t="24162" x="8394700" y="6216650"/>
          <p14:tracePt t="24173" x="8382000" y="6216650"/>
          <p14:tracePt t="24190" x="8362950" y="6203950"/>
          <p14:tracePt t="24206" x="8350250" y="6203950"/>
          <p14:tracePt t="24223" x="8324850" y="6197600"/>
          <p14:tracePt t="24240" x="8324850" y="6184900"/>
          <p14:tracePt t="24256" x="8324850" y="6172200"/>
          <p14:tracePt t="24273" x="8350250" y="6153150"/>
          <p14:tracePt t="24289" x="8413750" y="6121400"/>
          <p14:tracePt t="24306" x="8458200" y="6096000"/>
          <p14:tracePt t="24323" x="8566150" y="6032500"/>
          <p14:tracePt t="24339" x="8623300" y="6000750"/>
          <p14:tracePt t="24356" x="8737600" y="5943600"/>
          <p14:tracePt t="24373" x="8801100" y="5911850"/>
          <p14:tracePt t="24389" x="8813800" y="5905500"/>
          <p14:tracePt t="24406" x="8832850" y="5899150"/>
          <p14:tracePt t="24423" x="8839200" y="5899150"/>
          <p14:tracePt t="24455" x="8832850" y="5899150"/>
          <p14:tracePt t="24472" x="8788400" y="5899150"/>
          <p14:tracePt t="24489" x="8750300" y="5899150"/>
          <p14:tracePt t="24506" x="8674100" y="5899150"/>
          <p14:tracePt t="24522" x="8559800" y="5905500"/>
          <p14:tracePt t="24538" x="8502650" y="5905500"/>
          <p14:tracePt t="24555" x="8401050" y="5905500"/>
          <p14:tracePt t="24572" x="8350250" y="5911850"/>
          <p14:tracePt t="24588" x="8337550" y="5911850"/>
          <p14:tracePt t="24605" x="8324850" y="5918200"/>
          <p14:tracePt t="24622" x="8312150" y="5918200"/>
          <p14:tracePt t="25303" x="8261350" y="5911850"/>
          <p14:tracePt t="25317" x="8166100" y="5892800"/>
          <p14:tracePt t="25323" x="8089900" y="5873750"/>
          <p14:tracePt t="25335" x="7969250" y="5842000"/>
          <p14:tracePt t="25353" x="7727950" y="5778500"/>
          <p14:tracePt t="25369" x="7575550" y="5727700"/>
          <p14:tracePt t="25386" x="7226300" y="5651500"/>
          <p14:tracePt t="25402" x="7048500" y="5613400"/>
          <p14:tracePt t="25419" x="6731000" y="5568950"/>
          <p14:tracePt t="25422" x="6572250" y="5568950"/>
          <p14:tracePt t="25439" x="6432550" y="5575300"/>
          <p14:tracePt t="25451" x="6318250" y="5575300"/>
          <p14:tracePt t="25469" x="6115050" y="5581650"/>
          <p14:tracePt t="25485" x="5924550" y="5613400"/>
          <p14:tracePt t="25502" x="5848350" y="5632450"/>
          <p14:tracePt t="25519" x="5708650" y="5683250"/>
          <p14:tracePt t="25534" x="5562600" y="5721350"/>
          <p14:tracePt t="25551" x="5499100" y="5753100"/>
          <p14:tracePt t="25569" x="5359400" y="5816600"/>
          <p14:tracePt t="25585" x="5264150" y="5848350"/>
          <p14:tracePt t="25602" x="5219700" y="5861050"/>
          <p14:tracePt t="25619" x="5149850" y="5886450"/>
          <p14:tracePt t="25635" x="5067300" y="5905500"/>
          <p14:tracePt t="25651" x="5035550" y="5911850"/>
          <p14:tracePt t="25668" x="4984750" y="5924550"/>
          <p14:tracePt t="25685" x="4965700" y="5924550"/>
          <p14:tracePt t="25701" x="4972050" y="5918200"/>
          <p14:tracePt t="26023" x="4921250" y="5918200"/>
          <p14:tracePt t="26037" x="4832350" y="5918200"/>
          <p14:tracePt t="26043" x="4730750" y="5918200"/>
          <p14:tracePt t="26058" x="4629150" y="5918200"/>
          <p14:tracePt t="26066" x="4502150" y="5918200"/>
          <p14:tracePt t="26083" x="4375150" y="5924550"/>
          <p14:tracePt t="26100" x="4083050" y="5918200"/>
          <p14:tracePt t="26117" x="3784600" y="5918200"/>
          <p14:tracePt t="26133" x="3657600" y="5918200"/>
          <p14:tracePt t="26150" x="3409950" y="5918200"/>
          <p14:tracePt t="26166" x="3181350" y="5918200"/>
          <p14:tracePt t="26184" x="3079750" y="5924550"/>
          <p14:tracePt t="26199" x="2921000" y="5943600"/>
          <p14:tracePt t="26216" x="2844800" y="5949950"/>
          <p14:tracePt t="26234" x="2667000" y="6000750"/>
          <p14:tracePt t="26249" x="2628900" y="6007100"/>
          <p14:tracePt t="26266" x="2590800" y="6007100"/>
          <p14:tracePt t="26283" x="2495550" y="6032500"/>
          <p14:tracePt t="26299" x="2400300" y="6038850"/>
          <p14:tracePt t="26316" x="2349500" y="6038850"/>
          <p14:tracePt t="26332" x="2279650" y="6051550"/>
          <p14:tracePt t="26349" x="2222500" y="6057900"/>
          <p14:tracePt t="26367" x="2171700" y="6064250"/>
          <p14:tracePt t="26382" x="2159000" y="6070600"/>
          <p14:tracePt t="26399" x="2133600" y="6076950"/>
          <p14:tracePt t="26416" x="2108200" y="6096000"/>
          <p14:tracePt t="26432" x="2101850" y="6102350"/>
          <p14:tracePt t="26450" x="2076450" y="6115050"/>
          <p14:tracePt t="26465" x="2057400" y="6127750"/>
          <p14:tracePt t="26482" x="2044700" y="6134100"/>
          <p14:tracePt t="26498" x="2032000" y="6146800"/>
          <p14:tracePt t="26515" x="2000250" y="6165850"/>
          <p14:tracePt t="26531" x="1993900" y="6172200"/>
          <p14:tracePt t="26550" x="1987550" y="6178550"/>
          <p14:tracePt t="26655" x="1987550" y="6184900"/>
          <p14:tracePt t="27090" x="1987550" y="6197600"/>
          <p14:tracePt t="27098" x="1981200" y="6216650"/>
          <p14:tracePt t="27111" x="1981200" y="6229350"/>
          <p14:tracePt t="27118" x="1974850" y="6254750"/>
          <p14:tracePt t="27133" x="1968500" y="6267450"/>
          <p14:tracePt t="27146" x="1962150" y="6292850"/>
          <p14:tracePt t="27180" x="1955800" y="6299200"/>
          <p14:tracePt t="27196" x="1949450" y="6305550"/>
          <p14:tracePt t="27232" x="1949450" y="6311900"/>
          <p14:tracePt t="27246" x="1949450" y="6318250"/>
          <p14:tracePt t="27263" x="1936750" y="6330950"/>
          <p14:tracePt t="27280" x="1924050" y="6343650"/>
          <p14:tracePt t="27296" x="1917700" y="6350000"/>
          <p14:tracePt t="27312" x="1905000" y="6369050"/>
          <p14:tracePt t="27329" x="1892300" y="6381750"/>
          <p14:tracePt t="27346" x="1879600" y="6388100"/>
          <p14:tracePt t="27362" x="1860550" y="6407150"/>
          <p14:tracePt t="27379" x="1847850" y="6407150"/>
          <p14:tracePt t="27412" x="1847850" y="6413500"/>
          <p14:tracePt t="27429" x="1841500" y="6413500"/>
          <p14:tracePt t="27511" x="1835150" y="6419850"/>
          <p14:tracePt t="27659" x="1841500" y="6419850"/>
          <p14:tracePt t="27729" x="1847850" y="6419850"/>
          <p14:tracePt t="27750" x="1854200" y="6419850"/>
          <p14:tracePt t="27764" x="1860550" y="6419850"/>
          <p14:tracePt t="27771" x="1873250" y="6419850"/>
          <p14:tracePt t="27780" x="1885950" y="6426200"/>
          <p14:tracePt t="27794" x="1898650" y="6426200"/>
          <p14:tracePt t="27811" x="1917700" y="6426200"/>
          <p14:tracePt t="27829" x="1974850" y="6426200"/>
          <p14:tracePt t="27844" x="2063750" y="6438900"/>
          <p14:tracePt t="27861" x="2114550" y="6438900"/>
          <p14:tracePt t="27877" x="2235200" y="6438900"/>
          <p14:tracePt t="27894" x="2349500" y="6445250"/>
          <p14:tracePt t="27912" x="2444750" y="6451600"/>
          <p14:tracePt t="27927" x="2470150" y="6464300"/>
          <p14:tracePt t="27943" x="2508250" y="6464300"/>
          <p14:tracePt t="27961" x="2520950" y="6464300"/>
          <p14:tracePt t="27977" x="2527300" y="6464300"/>
          <p14:tracePt t="28270" x="2533650" y="6464300"/>
          <p14:tracePt t="28291" x="2546350" y="6464300"/>
          <p14:tracePt t="28305" x="2559050" y="6464300"/>
          <p14:tracePt t="28312" x="2571750" y="6470650"/>
          <p14:tracePt t="28328" x="2597150" y="6470650"/>
          <p14:tracePt t="28342" x="2705100" y="6489700"/>
          <p14:tracePt t="28359" x="2768600" y="6502400"/>
          <p14:tracePt t="28375" x="2927350" y="6521450"/>
          <p14:tracePt t="28392" x="3003550" y="6527800"/>
          <p14:tracePt t="28409" x="3124200" y="6546850"/>
          <p14:tracePt t="28425" x="3194050" y="6553200"/>
          <p14:tracePt t="28442" x="3206750" y="6559550"/>
          <p14:tracePt t="28446" x="3225800" y="6572250"/>
          <p14:tracePt t="28459" x="3232150" y="6572250"/>
          <p14:tracePt t="28475" x="3238500" y="6572250"/>
          <p14:tracePt t="29306" x="3232150" y="6572250"/>
          <p14:tracePt t="29404" x="3238500" y="6572250"/>
          <p14:tracePt t="29418" x="3238500" y="6565900"/>
          <p14:tracePt t="29425" x="3251200" y="6559550"/>
          <p14:tracePt t="29441" x="3276600" y="6553200"/>
          <p14:tracePt t="29455" x="3327400" y="6527800"/>
          <p14:tracePt t="29471" x="3365500" y="6515100"/>
          <p14:tracePt t="29489" x="3479800" y="6483350"/>
          <p14:tracePt t="29505" x="3543300" y="6464300"/>
          <p14:tracePt t="29521" x="3606800" y="6457950"/>
          <p14:tracePt t="29538" x="3714750" y="6438900"/>
          <p14:tracePt t="29555" x="3797300" y="6419850"/>
          <p14:tracePt t="29571" x="3829050" y="6419850"/>
          <p14:tracePt t="29588" x="3860800" y="6407150"/>
          <p14:tracePt t="29604" x="3879850" y="6407150"/>
          <p14:tracePt t="29622" x="3892550" y="6400800"/>
          <p14:tracePt t="29804" x="3879850" y="6400800"/>
          <p14:tracePt t="29818" x="3873500" y="6400800"/>
          <p14:tracePt t="29825" x="3860800" y="6394450"/>
          <p14:tracePt t="29840" x="3835400" y="6394450"/>
          <p14:tracePt t="29853" x="3797300" y="6381750"/>
          <p14:tracePt t="29870" x="3651250" y="6362700"/>
          <p14:tracePt t="29886" x="3562350" y="6356350"/>
          <p14:tracePt t="29904" x="3340100" y="6324600"/>
          <p14:tracePt t="29920" x="3136900" y="6292850"/>
          <p14:tracePt t="29938" x="2933700" y="6280150"/>
          <p14:tracePt t="29953" x="2844800" y="6273800"/>
          <p14:tracePt t="29970" x="2705100" y="6261100"/>
          <p14:tracePt t="29987" x="2660650" y="6254750"/>
          <p14:tracePt t="30003" x="2590800" y="6254750"/>
          <p14:tracePt t="30020" x="2559050" y="6254750"/>
          <p14:tracePt t="30037" x="2533650" y="6248400"/>
          <p14:tracePt t="30053" x="2527300" y="6248400"/>
          <p14:tracePt t="30070" x="2520950" y="6248400"/>
          <p14:tracePt t="30087" x="2514600" y="6248400"/>
          <p14:tracePt t="30142" x="2508250" y="6248400"/>
          <p14:tracePt t="30177" x="2501900" y="6248400"/>
          <p14:tracePt t="30198" x="2495550" y="6248400"/>
          <p14:tracePt t="30220" x="2495550" y="6254750"/>
          <p14:tracePt t="30261" x="2489200" y="6254750"/>
          <p14:tracePt t="30296" x="2482850" y="6261100"/>
          <p14:tracePt t="30352" x="2482850" y="6267450"/>
          <p14:tracePt t="30521" x="2489200" y="6267450"/>
          <p14:tracePt t="30527" x="2501900" y="6267450"/>
          <p14:tracePt t="30541" x="2514600" y="6267450"/>
          <p14:tracePt t="30551" x="2527300" y="6267450"/>
          <p14:tracePt t="30568" x="2565400" y="6267450"/>
          <p14:tracePt t="30585" x="2667000" y="6280150"/>
          <p14:tracePt t="30601" x="2857500" y="6292850"/>
          <p14:tracePt t="30618" x="3098800" y="6311900"/>
          <p14:tracePt t="30634" x="3213100" y="6311900"/>
          <p14:tracePt t="30651" x="3352800" y="6311900"/>
          <p14:tracePt t="30668" x="3594100" y="6305550"/>
          <p14:tracePt t="30684" x="3683000" y="6299200"/>
          <p14:tracePt t="30701" x="3816350" y="6286500"/>
          <p14:tracePt t="30717" x="3873500" y="6286500"/>
          <p14:tracePt t="30734" x="3892550" y="6280150"/>
          <p14:tracePt t="30767" x="3898900" y="6280150"/>
          <p14:tracePt t="31033" x="3905250" y="6280150"/>
          <p14:tracePt t="31055" x="3917950" y="6280150"/>
          <p14:tracePt t="31061" x="3937000" y="6280150"/>
          <p14:tracePt t="31069" x="3962400" y="6280150"/>
          <p14:tracePt t="31085" x="3987800" y="6280150"/>
          <p14:tracePt t="31099" x="4025900" y="6280150"/>
          <p14:tracePt t="31116" x="4114800" y="6280150"/>
          <p14:tracePt t="31132" x="4197350" y="6280150"/>
          <p14:tracePt t="31149" x="4235450" y="6280150"/>
          <p14:tracePt t="31166" x="4273550" y="6280150"/>
          <p14:tracePt t="31182" x="4292600" y="6280150"/>
          <p14:tracePt t="31199" x="4298950" y="6280150"/>
          <p14:tracePt t="31216" x="4311650" y="6280150"/>
          <p14:tracePt t="31924" x="4292600" y="6280150"/>
          <p14:tracePt t="31931" x="4235450" y="6273800"/>
          <p14:tracePt t="31945" x="4184650" y="6273800"/>
          <p14:tracePt t="31952" x="4133850" y="6261100"/>
          <p14:tracePt t="31967" x="4051300" y="6254750"/>
          <p14:tracePt t="31980" x="3975100" y="6235700"/>
          <p14:tracePt t="31996" x="3771900" y="6203950"/>
          <p14:tracePt t="32013" x="3651250" y="6178550"/>
          <p14:tracePt t="32029" x="3397250" y="6146800"/>
          <p14:tracePt t="32046" x="3117850" y="6140450"/>
          <p14:tracePt t="32063" x="3003550" y="6140450"/>
          <p14:tracePt t="32079" x="2787650" y="6140450"/>
          <p14:tracePt t="32096" x="2628900" y="6140450"/>
          <p14:tracePt t="32113" x="2527300" y="6153150"/>
          <p14:tracePt t="32129" x="2489200" y="6153150"/>
          <p14:tracePt t="32146" x="2438400" y="6165850"/>
          <p14:tracePt t="32163" x="2419350" y="6165850"/>
          <p14:tracePt t="32179" x="2413000" y="6165850"/>
          <p14:tracePt t="32214" x="2406650" y="6165850"/>
          <p14:tracePt t="32324" x="2406650" y="6172200"/>
          <p14:tracePt t="32605" x="2413000" y="6172200"/>
          <p14:tracePt t="32626" x="2419350" y="6172200"/>
          <p14:tracePt t="32633" x="2425700" y="6172200"/>
          <p14:tracePt t="32647" x="2432050" y="6172200"/>
          <p14:tracePt t="32662" x="2432050" y="6165850"/>
          <p14:tracePt t="32677" x="2457450" y="6165850"/>
          <p14:tracePt t="32694" x="2476500" y="6159500"/>
          <p14:tracePt t="32710" x="2559050" y="6153150"/>
          <p14:tracePt t="32727" x="2679700" y="6134100"/>
          <p14:tracePt t="32744" x="2755900" y="6134100"/>
          <p14:tracePt t="32761" x="2895600" y="6121400"/>
          <p14:tracePt t="32777" x="3035300" y="6115050"/>
          <p14:tracePt t="32794" x="3143250" y="6102350"/>
          <p14:tracePt t="32810" x="3181350" y="6096000"/>
          <p14:tracePt t="32827" x="3206750" y="6096000"/>
          <p14:tracePt t="32844" x="3225800" y="6089650"/>
          <p14:tracePt t="32860" x="3232150" y="6089650"/>
          <p14:tracePt t="33097" x="3232150" y="6096000"/>
          <p14:tracePt t="33146" x="3238500" y="6096000"/>
          <p14:tracePt t="33161" x="3251200" y="6102350"/>
          <p14:tracePt t="33174" x="3263900" y="6108700"/>
          <p14:tracePt t="33181" x="3295650" y="6115050"/>
          <p14:tracePt t="33191" x="3352800" y="6134100"/>
          <p14:tracePt t="33209" x="3530600" y="6172200"/>
          <p14:tracePt t="33225" x="3651250" y="6191250"/>
          <p14:tracePt t="33242" x="3962400" y="6242050"/>
          <p14:tracePt t="33259" x="4273550" y="6273800"/>
          <p14:tracePt t="33275" x="4413250" y="6286500"/>
          <p14:tracePt t="33292" x="4654550" y="6280150"/>
          <p14:tracePt t="33308" x="4832350" y="6273800"/>
          <p14:tracePt t="33325" x="4895850" y="6254750"/>
          <p14:tracePt t="33342" x="4991100" y="6229350"/>
          <p14:tracePt t="33358" x="5060950" y="6197600"/>
          <p14:tracePt t="33375" x="5086350" y="6191250"/>
          <p14:tracePt t="33392" x="5124450" y="6165850"/>
          <p14:tracePt t="33407" x="5149850" y="6159500"/>
          <p14:tracePt t="33424" x="5162550" y="6153150"/>
          <p14:tracePt t="33441" x="5168900" y="6146800"/>
          <p14:tracePt t="33458" x="5175250" y="6146800"/>
          <p14:tracePt t="33680" x="5124450" y="6146800"/>
          <p14:tracePt t="33686" x="5010150" y="6146800"/>
          <p14:tracePt t="33700" x="4895850" y="6159500"/>
          <p14:tracePt t="33710" x="4756150" y="6172200"/>
          <p14:tracePt t="33723" x="4597400" y="6178550"/>
          <p14:tracePt t="33740" x="4425950" y="6203950"/>
          <p14:tracePt t="33757" x="3962400" y="6235700"/>
          <p14:tracePt t="33773" x="3822700" y="6248400"/>
          <p14:tracePt t="33790" x="3702050" y="6248400"/>
          <p14:tracePt t="33807" x="3498850" y="6248400"/>
          <p14:tracePt t="33823" x="3346450" y="6248400"/>
          <p14:tracePt t="33840" x="3295650" y="6248400"/>
          <p14:tracePt t="33856" x="3200400" y="6248400"/>
          <p14:tracePt t="33873" x="3143250" y="6248400"/>
          <p14:tracePt t="33890" x="3105150" y="6248400"/>
          <p14:tracePt t="33907" x="3079750" y="6248400"/>
          <p14:tracePt t="33923" x="3048000" y="6242050"/>
          <p14:tracePt t="33940" x="3035300" y="6242050"/>
          <p14:tracePt t="34003" x="3028950" y="6242050"/>
          <p14:tracePt t="34150" x="3048000" y="6242050"/>
          <p14:tracePt t="34164" x="3060700" y="6242050"/>
          <p14:tracePt t="34171" x="3098800" y="6242050"/>
          <p14:tracePt t="34185" x="3155950" y="6242050"/>
          <p14:tracePt t="34192" x="3232150" y="6242050"/>
          <p14:tracePt t="34208" x="3346450" y="6254750"/>
          <p14:tracePt t="34222" x="3638550" y="6273800"/>
          <p14:tracePt t="34239" x="3829050" y="6286500"/>
          <p14:tracePt t="34256" x="4254500" y="6299200"/>
          <p14:tracePt t="34272" x="4622800" y="6311900"/>
          <p14:tracePt t="34288" x="4762500" y="6311900"/>
          <p14:tracePt t="34305" x="4978400" y="6299200"/>
          <p14:tracePt t="34321" x="5137150" y="6292850"/>
          <p14:tracePt t="34339" x="5226050" y="6280150"/>
          <p14:tracePt t="34355" x="5257800" y="6273800"/>
          <p14:tracePt t="34371" x="5276850" y="6267450"/>
          <p14:tracePt t="34389" x="5321300" y="6254750"/>
          <p14:tracePt t="34404" x="5346700" y="6254750"/>
          <p14:tracePt t="34421" x="5359400" y="6242050"/>
          <p14:tracePt t="34438" x="5384800" y="6235700"/>
          <p14:tracePt t="34454" x="5416550" y="6229350"/>
          <p14:tracePt t="34470" x="5429250" y="6223000"/>
          <p14:tracePt t="34487" x="5448300" y="6216650"/>
          <p14:tracePt t="34504" x="5461000" y="6210300"/>
          <p14:tracePt t="34522" x="5467350" y="6203950"/>
          <p14:tracePt t="34537" x="5486400" y="6203950"/>
          <p14:tracePt t="34554" x="5505450" y="6197600"/>
          <p14:tracePt t="34571" x="5511800" y="6191250"/>
          <p14:tracePt t="34587" x="5518150" y="6184900"/>
          <p14:tracePt t="34604" x="5524500" y="6184900"/>
          <p14:tracePt t="34621" x="5537200" y="6178550"/>
          <p14:tracePt t="34657" x="5543550" y="6178550"/>
          <p14:tracePt t="34740" x="5530850" y="6178550"/>
          <p14:tracePt t="34755" x="5518150" y="6178550"/>
          <p14:tracePt t="34760" x="5499100" y="6178550"/>
          <p14:tracePt t="34775" x="5467350" y="6184900"/>
          <p14:tracePt t="34786" x="5416550" y="6184900"/>
          <p14:tracePt t="34804" x="5251450" y="6191250"/>
          <p14:tracePt t="34820" x="5137150" y="6203950"/>
          <p14:tracePt t="34837" x="4845050" y="6203950"/>
          <p14:tracePt t="34853" x="4470400" y="6197600"/>
          <p14:tracePt t="34869" x="4279900" y="6184900"/>
          <p14:tracePt t="34887" x="3905250" y="6159500"/>
          <p14:tracePt t="34902" x="3568700" y="6121400"/>
          <p14:tracePt t="34919" x="3454400" y="6115050"/>
          <p14:tracePt t="34937" x="3251200" y="6115050"/>
          <p14:tracePt t="34953" x="3111500" y="6102350"/>
          <p14:tracePt t="34969" x="3054350" y="6096000"/>
          <p14:tracePt t="34986" x="2997200" y="6096000"/>
          <p14:tracePt t="35002" x="2978150" y="6096000"/>
          <p14:tracePt t="35019" x="2952750" y="6096000"/>
          <p14:tracePt t="35036" x="2946400" y="6096000"/>
          <p14:tracePt t="35052" x="2940050" y="6096000"/>
          <p14:tracePt t="35330" x="3003550" y="6102350"/>
          <p14:tracePt t="35336" x="3130550" y="6115050"/>
          <p14:tracePt t="35344" x="3276600" y="6134100"/>
          <p14:tracePt t="35358" x="3441700" y="6146800"/>
          <p14:tracePt t="35368" x="3632200" y="6172200"/>
          <p14:tracePt t="35384" x="3816350" y="6172200"/>
          <p14:tracePt t="35401" x="4165600" y="6184900"/>
          <p14:tracePt t="35417" x="4425950" y="6197600"/>
          <p14:tracePt t="35435" x="4641850" y="6191250"/>
          <p14:tracePt t="35451" x="4730750" y="6191250"/>
          <p14:tracePt t="35467" x="4864100" y="6172200"/>
          <p14:tracePt t="35485" x="4946650" y="6159500"/>
          <p14:tracePt t="35500" x="4978400" y="6159500"/>
          <p14:tracePt t="35517" x="5022850" y="6140450"/>
          <p14:tracePt t="35534" x="5067300" y="6134100"/>
          <p14:tracePt t="35550" x="5086350" y="6127750"/>
          <p14:tracePt t="35569" x="5124450" y="6121400"/>
          <p14:tracePt t="35583" x="5149850" y="6115050"/>
          <p14:tracePt t="35600" x="5168900" y="6115050"/>
          <p14:tracePt t="35618" x="5200650" y="6102350"/>
          <p14:tracePt t="35634" x="5213350" y="6102350"/>
          <p14:tracePt t="35650" x="5226050" y="6102350"/>
          <p14:tracePt t="35667" x="5257800" y="6096000"/>
          <p14:tracePt t="35683" x="5270500" y="6089650"/>
          <p14:tracePt t="35700" x="5289550" y="6089650"/>
          <p14:tracePt t="35717" x="5314950" y="6083300"/>
          <p14:tracePt t="35733" x="5340350" y="6076950"/>
          <p14:tracePt t="35750" x="5353050" y="6076950"/>
          <p14:tracePt t="35767" x="5384800" y="6070600"/>
          <p14:tracePt t="35783" x="5391150" y="6070600"/>
          <p14:tracePt t="35800" x="5397500" y="6070600"/>
          <p14:tracePt t="35816" x="5397500" y="6064250"/>
          <p14:tracePt t="35906" x="5384800" y="6057900"/>
          <p14:tracePt t="35920" x="5353050" y="6057900"/>
          <p14:tracePt t="35927" x="5314950" y="6057900"/>
          <p14:tracePt t="35941" x="5238750" y="6045200"/>
          <p14:tracePt t="35949" x="5137150" y="6045200"/>
          <p14:tracePt t="35966" x="5010150" y="6051550"/>
          <p14:tracePt t="35983" x="4679950" y="6064250"/>
          <p14:tracePt t="35999" x="4254500" y="6076950"/>
          <p14:tracePt t="36016" x="4044950" y="6076950"/>
          <p14:tracePt t="36032" x="3676650" y="6089650"/>
          <p14:tracePt t="36049" x="3371850" y="6102350"/>
          <p14:tracePt t="36066" x="3244850" y="6115050"/>
          <p14:tracePt t="36082" x="3041650" y="6134100"/>
          <p14:tracePt t="36099" x="2901950" y="6134100"/>
          <p14:tracePt t="36116" x="2832100" y="6146800"/>
          <p14:tracePt t="36132" x="2730500" y="6159500"/>
          <p14:tracePt t="36148" x="2635250" y="6172200"/>
          <p14:tracePt t="36166" x="2565400" y="6184900"/>
          <p14:tracePt t="36181" x="2533650" y="6191250"/>
          <p14:tracePt t="36198" x="2508250" y="6197600"/>
          <p14:tracePt t="36215" x="2425700" y="6223000"/>
          <p14:tracePt t="36232" x="2406650" y="6223000"/>
          <p14:tracePt t="36249" x="2387600" y="6229350"/>
          <p14:tracePt t="36265" x="2343150" y="6235700"/>
          <p14:tracePt t="36281" x="2292350" y="6248400"/>
          <p14:tracePt t="36298" x="2273300" y="6254750"/>
          <p14:tracePt t="36314" x="2222500" y="6273800"/>
          <p14:tracePt t="36331" x="2178050" y="6286500"/>
          <p14:tracePt t="36348" x="2133600" y="6299200"/>
          <p14:tracePt t="36365" x="2108200" y="6305550"/>
          <p14:tracePt t="36381" x="2076450" y="6311900"/>
          <p14:tracePt t="36398" x="2044700" y="6318250"/>
          <p14:tracePt t="36414" x="2038350" y="6318250"/>
          <p14:tracePt t="36431" x="2025650" y="6324600"/>
          <p14:tracePt t="36447" x="2019300" y="6324600"/>
          <p14:tracePt t="36488" x="2012950" y="6330950"/>
          <p14:tracePt t="36497" x="2006600" y="6330950"/>
          <p14:tracePt t="36513" x="2000250" y="6330950"/>
          <p14:tracePt t="36531" x="1987550" y="6337300"/>
          <p14:tracePt t="36547" x="1981200" y="6337300"/>
          <p14:tracePt t="36564" x="1974850" y="6337300"/>
          <p14:tracePt t="36580" x="1968500" y="6337300"/>
          <p14:tracePt t="36597" x="1968500" y="6343650"/>
          <p14:tracePt t="36622" x="1962150" y="6343650"/>
          <p14:tracePt t="36630" x="1955800" y="6343650"/>
          <p14:tracePt t="36678" x="1949450" y="6343650"/>
          <p14:tracePt t="36699" x="1943100" y="6343650"/>
          <p14:tracePt t="37267" x="1936750" y="6343650"/>
          <p14:tracePt t="37282" x="1924050" y="6350000"/>
          <p14:tracePt t="37289" x="1911350" y="6350000"/>
          <p14:tracePt t="37303" x="1892300" y="6362700"/>
          <p14:tracePt t="37311" x="1860550" y="6369050"/>
          <p14:tracePt t="37328" x="1841500" y="6375400"/>
          <p14:tracePt t="37345" x="1778000" y="6394450"/>
          <p14:tracePt t="37361" x="1708150" y="6413500"/>
          <p14:tracePt t="37378" x="1689100" y="6419850"/>
          <p14:tracePt t="37394" x="1638300" y="6445250"/>
          <p14:tracePt t="37411" x="1606550" y="6451600"/>
          <p14:tracePt t="37427" x="1587500" y="6457950"/>
          <p14:tracePt t="37444" x="1574800" y="6470650"/>
          <p14:tracePt t="37461" x="1568450" y="6470650"/>
          <p14:tracePt t="37478" x="1562100" y="6470650"/>
          <p14:tracePt t="37493" x="1555750" y="6477000"/>
          <p14:tracePt t="37521" x="1549400" y="6477000"/>
          <p14:tracePt t="37780" x="1562100" y="6470650"/>
          <p14:tracePt t="37794" x="1581150" y="6464300"/>
          <p14:tracePt t="37801" x="1612900" y="6457950"/>
          <p14:tracePt t="37815" x="1644650" y="6438900"/>
          <p14:tracePt t="37826" x="1676400" y="6426200"/>
          <p14:tracePt t="37843" x="1746250" y="6407150"/>
          <p14:tracePt t="37859" x="1778000" y="6394450"/>
          <p14:tracePt t="37876" x="1809750" y="6388100"/>
          <p14:tracePt t="37893" x="1828800" y="6375400"/>
          <p14:tracePt t="37909" x="1835150" y="6375400"/>
          <p14:tracePt t="37926" x="1841500" y="6375400"/>
          <p14:tracePt t="38103" x="1841500" y="6381750"/>
          <p14:tracePt t="38567" x="1847850" y="6381750"/>
          <p14:tracePt t="38595" x="1854200" y="6381750"/>
          <p14:tracePt t="38601" x="1866900" y="6388100"/>
          <p14:tracePt t="38615" x="1873250" y="6394450"/>
          <p14:tracePt t="38624" x="1885950" y="6394450"/>
          <p14:tracePt t="38640" x="1898650" y="6407150"/>
          <p14:tracePt t="38657" x="1930400" y="6438900"/>
          <p14:tracePt t="38673" x="1974850" y="6464300"/>
          <p14:tracePt t="38690" x="2006600" y="6489700"/>
          <p14:tracePt t="38773" x="2228850" y="6667500"/>
          <p14:tracePt t="38789" x="2260600" y="6705600"/>
          <p14:tracePt t="38806" x="2286000" y="6724650"/>
          <p14:tracePt t="38822" x="2298700" y="6731000"/>
          <p14:tracePt t="38840" x="2305050" y="6743700"/>
          <p14:tracePt t="38872" x="2311400" y="6743700"/>
          <p14:tracePt t="39086" x="2324100" y="6743700"/>
          <p14:tracePt t="39107" x="2324100" y="6737350"/>
          <p14:tracePt t="39114" x="2330450" y="6737350"/>
          <p14:tracePt t="39128" x="2336800" y="6724650"/>
          <p14:tracePt t="39138" x="2349500" y="6718300"/>
          <p14:tracePt t="39154" x="2362200" y="6705600"/>
          <p14:tracePt t="39171" x="2387600" y="6680200"/>
          <p14:tracePt t="39188" x="2425700" y="6642100"/>
          <p14:tracePt t="39205" x="2463800" y="6597650"/>
          <p14:tracePt t="39221" x="2476500" y="6584950"/>
          <p14:tracePt t="39238" x="2501900" y="6546850"/>
          <p14:tracePt t="39255" x="2520950" y="6534150"/>
          <p14:tracePt t="39272" x="2527300" y="6527800"/>
          <p14:tracePt t="39288" x="2533650" y="6515100"/>
          <p14:tracePt t="39304" x="2540000" y="6508750"/>
          <p14:tracePt t="39341" x="2546350" y="6508750"/>
          <p14:tracePt t="39388" x="2546350" y="6502400"/>
          <p14:tracePt t="39458" x="2552700" y="6496050"/>
          <p14:tracePt t="39486" x="2559050" y="6489700"/>
          <p14:tracePt t="39500" x="2565400" y="6489700"/>
          <p14:tracePt t="39507" x="2571750" y="6483350"/>
          <p14:tracePt t="39520" x="2571750" y="6477000"/>
          <p14:tracePt t="39536" x="2584450" y="6470650"/>
          <p14:tracePt t="39553" x="2584450" y="6464300"/>
          <p14:tracePt t="39571" x="2597150" y="6451600"/>
          <p14:tracePt t="39586" x="2609850" y="6445250"/>
          <p14:tracePt t="39603" x="2616200" y="6432550"/>
          <p14:tracePt t="39620" x="2628900" y="6426200"/>
          <p14:tracePt t="39637" x="2635250" y="6419850"/>
          <p14:tracePt t="39781" x="2635250" y="6426200"/>
          <p14:tracePt t="39788" x="2628900" y="6426200"/>
          <p14:tracePt t="39795" x="2628900" y="6432550"/>
          <p14:tracePt t="39809" x="2622550" y="6438900"/>
          <p14:tracePt t="39820" x="2616200" y="6445250"/>
          <p14:tracePt t="39835" x="2609850" y="6457950"/>
          <p14:tracePt t="39852" x="2578100" y="6489700"/>
          <p14:tracePt t="39869" x="2540000" y="6521450"/>
          <p14:tracePt t="39887" x="2495550" y="6565900"/>
          <p14:tracePt t="39902" x="2482850" y="6584950"/>
          <p14:tracePt t="39919" x="2470150" y="6610350"/>
          <p14:tracePt t="39936" x="2425700" y="6648450"/>
          <p14:tracePt t="39952" x="2419350" y="6654800"/>
          <p14:tracePt t="39969" x="2413000" y="6661150"/>
          <p14:tracePt t="39986" x="2406650" y="6673850"/>
          <p14:tracePt t="40003" x="2406650" y="6680200"/>
          <p14:tracePt t="40090" x="2413000" y="6673850"/>
          <p14:tracePt t="40097" x="2419350" y="6667500"/>
          <p14:tracePt t="40111" x="2425700" y="6661150"/>
          <p14:tracePt t="40119" x="2432050" y="6661150"/>
          <p14:tracePt t="40134" x="2438400" y="6654800"/>
          <p14:tracePt t="40151" x="2463800" y="6635750"/>
          <p14:tracePt t="40168" x="2514600" y="6591300"/>
          <p14:tracePt t="40185" x="2546350" y="6565900"/>
          <p14:tracePt t="40202" x="2584450" y="6540500"/>
          <p14:tracePt t="40218" x="2692400" y="6445250"/>
          <p14:tracePt t="40234" x="2717800" y="6426200"/>
          <p14:tracePt t="40252" x="2762250" y="6381750"/>
          <p14:tracePt t="40267" x="2774950" y="6381750"/>
          <p14:tracePt t="40284" x="2794000" y="6362700"/>
          <p14:tracePt t="40301" x="2800350" y="6350000"/>
          <p14:tracePt t="40610" x="2800350" y="6356350"/>
          <p14:tracePt t="41250" x="2819400" y="6362700"/>
          <p14:tracePt t="41265" x="2863850" y="6375400"/>
          <p14:tracePt t="41271" x="2927350" y="6388100"/>
          <p14:tracePt t="41285" x="2978150" y="6394450"/>
          <p14:tracePt t="41297" x="3060700" y="6407150"/>
          <p14:tracePt t="41314" x="3200400" y="6413500"/>
          <p14:tracePt t="41331" x="3263900" y="6413500"/>
          <p14:tracePt t="41348" x="3390900" y="6413500"/>
          <p14:tracePt t="41364" x="3486150" y="6400800"/>
          <p14:tracePt t="41380" x="3530600" y="6394450"/>
          <p14:tracePt t="41397" x="3587750" y="6381750"/>
          <p14:tracePt t="41414" x="3625850" y="6369050"/>
          <p14:tracePt t="41430" x="3638550" y="6362700"/>
          <p14:tracePt t="41447" x="3651250" y="6356350"/>
          <p14:tracePt t="41463" x="3651250" y="6350000"/>
          <p14:tracePt t="41523" x="3644900" y="6343650"/>
          <p14:tracePt t="41552" x="3638550" y="6343650"/>
          <p14:tracePt t="41594" x="3638550" y="6337300"/>
          <p14:tracePt t="41636" x="3638550" y="6330950"/>
          <p14:tracePt t="41664" x="3632200" y="6330950"/>
          <p14:tracePt t="41685" x="3632200" y="6324600"/>
          <p14:tracePt t="41692" x="3625850" y="6324600"/>
          <p14:tracePt t="41707" x="3625850" y="6318250"/>
          <p14:tracePt t="41716" x="3625850" y="6311900"/>
          <p14:tracePt t="41729" x="3619500" y="6305550"/>
          <p14:tracePt t="41746" x="3606800" y="6286500"/>
          <p14:tracePt t="41763" x="3581400" y="6261100"/>
          <p14:tracePt t="41779" x="3562350" y="6248400"/>
          <p14:tracePt t="41796" x="3549650" y="6229350"/>
          <p14:tracePt t="41812" x="3473450" y="6165850"/>
          <p14:tracePt t="41829" x="3441700" y="6153150"/>
          <p14:tracePt t="41846" x="3422650" y="6127750"/>
          <p14:tracePt t="41862" x="3365500" y="6102350"/>
          <p14:tracePt t="41879" x="3327400" y="6083300"/>
          <p14:tracePt t="41896" x="3308350" y="6070600"/>
          <p14:tracePt t="41912" x="3295650" y="6070600"/>
          <p14:tracePt t="41928" x="3289300" y="6070600"/>
          <p14:tracePt t="41994" x="3295650" y="6070600"/>
          <p14:tracePt t="42008" x="3302000" y="6070600"/>
          <p14:tracePt t="42015" x="3314700" y="6070600"/>
          <p14:tracePt t="42028" x="3327400" y="6070600"/>
          <p14:tracePt t="42044" x="3371850" y="6070600"/>
          <p14:tracePt t="42061" x="3422650" y="6076950"/>
          <p14:tracePt t="42079" x="3556000" y="6096000"/>
          <p14:tracePt t="42095" x="3632200" y="6102350"/>
          <p14:tracePt t="42114" x="3721100" y="6115050"/>
          <p14:tracePt t="42128" x="3822700" y="6127750"/>
          <p14:tracePt t="42144" x="3930650" y="6134100"/>
          <p14:tracePt t="42161" x="4108450" y="6134100"/>
          <p14:tracePt t="42177" x="4171950" y="6134100"/>
          <p14:tracePt t="42194" x="4222750" y="6134100"/>
          <p14:tracePt t="42212" x="4273550" y="6127750"/>
          <p14:tracePt t="42227" x="4286250" y="6127750"/>
          <p14:tracePt t="42244" x="4298950" y="6127750"/>
          <p14:tracePt t="42261" x="4298950" y="6121400"/>
          <p14:tracePt t="42290" x="4292600" y="6121400"/>
          <p14:tracePt t="42303" x="4273550" y="6121400"/>
          <p14:tracePt t="42313" x="4248150" y="6127750"/>
          <p14:tracePt t="42327" x="4210050" y="6127750"/>
          <p14:tracePt t="42344" x="4095750" y="6127750"/>
          <p14:tracePt t="42360" x="3930650" y="6127750"/>
          <p14:tracePt t="42377" x="3752850" y="6127750"/>
          <p14:tracePt t="42394" x="3575050" y="6127750"/>
          <p14:tracePt t="42410" x="3511550" y="6127750"/>
          <p14:tracePt t="42427" x="3448050" y="6127750"/>
          <p14:tracePt t="42444" x="3321050" y="6115050"/>
          <p14:tracePt t="42460" x="3302000" y="6115050"/>
          <p14:tracePt t="42477" x="3289300" y="6115050"/>
          <p14:tracePt t="42493" x="3282950" y="6115050"/>
          <p14:tracePt t="42598" x="3295650" y="6115050"/>
          <p14:tracePt t="42605" x="3302000" y="6108700"/>
          <p14:tracePt t="42619" x="3314700" y="6108700"/>
          <p14:tracePt t="42629" x="3333750" y="6102350"/>
          <p14:tracePt t="42642" x="3352800" y="6102350"/>
          <p14:tracePt t="42659" x="3435350" y="6083300"/>
          <p14:tracePt t="42676" x="3556000" y="6064250"/>
          <p14:tracePt t="42692" x="3632200" y="6064250"/>
          <p14:tracePt t="42711" x="3797300" y="6057900"/>
          <p14:tracePt t="42727" x="3867150" y="6045200"/>
          <p14:tracePt t="42743" x="3930650" y="6045200"/>
          <p14:tracePt t="42760" x="4032250" y="6038850"/>
          <p14:tracePt t="42776" x="4076700" y="6038850"/>
          <p14:tracePt t="42793" x="4089400" y="6032500"/>
          <p14:tracePt t="42836" x="4089400" y="6026150"/>
          <p14:tracePt t="42921" x="4083050" y="6026150"/>
          <p14:tracePt t="42928" x="4070350" y="6026150"/>
          <p14:tracePt t="42935" x="4057650" y="6026150"/>
          <p14:tracePt t="42949" x="4044950" y="6026150"/>
          <p14:tracePt t="42960" x="4032250" y="6026150"/>
          <p14:tracePt t="42976" x="4013200" y="6026150"/>
          <p14:tracePt t="42992" x="3975100" y="6026150"/>
          <p14:tracePt t="43008" x="3924300" y="6032500"/>
          <p14:tracePt t="43027" x="3892550" y="6038850"/>
          <p14:tracePt t="43041" x="3879850" y="6038850"/>
          <p14:tracePt t="43059" x="3854450" y="6045200"/>
          <p14:tracePt t="43076" x="3790950" y="6070600"/>
          <p14:tracePt t="43093" x="3752850" y="6076950"/>
          <p14:tracePt t="43109" x="3702050" y="6096000"/>
          <p14:tracePt t="43125" x="3613150" y="6121400"/>
          <p14:tracePt t="43142" x="3530600" y="6134100"/>
          <p14:tracePt t="43158" x="3492500" y="6146800"/>
          <p14:tracePt t="43175" x="3441700" y="6153150"/>
          <p14:tracePt t="43191" x="3409950" y="6153150"/>
          <p14:tracePt t="43208" x="3403600" y="6153150"/>
          <p14:tracePt t="43225" x="3397250" y="6159500"/>
          <p14:tracePt t="43241" x="3390900" y="6159500"/>
          <p14:tracePt t="43363" x="3403600" y="6159500"/>
          <p14:tracePt t="43377" x="3409950" y="6159500"/>
          <p14:tracePt t="43384" x="3422650" y="6165850"/>
          <p14:tracePt t="43394" x="3435350" y="6172200"/>
          <p14:tracePt t="43408" x="3454400" y="6184900"/>
          <p14:tracePt t="43424" x="3524250" y="6197600"/>
          <p14:tracePt t="43441" x="3556000" y="6203950"/>
          <p14:tracePt t="43457" x="3638550" y="6242050"/>
          <p14:tracePt t="43473" x="3727450" y="6273800"/>
          <p14:tracePt t="43491" x="3784600" y="6299200"/>
          <p14:tracePt t="43507" x="3816350" y="6311900"/>
          <p14:tracePt t="43523" x="3860800" y="6337300"/>
          <p14:tracePt t="43540" x="3886200" y="6350000"/>
          <p14:tracePt t="43557" x="3892550" y="6350000"/>
          <p14:tracePt t="43573" x="3898900" y="6356350"/>
          <p14:tracePt t="43610" x="3898900" y="6362700"/>
          <p14:tracePt t="43626" x="3898900" y="6369050"/>
          <p14:tracePt t="43640" x="3879850" y="6381750"/>
          <p14:tracePt t="43657" x="3867150" y="6388100"/>
          <p14:tracePt t="43673" x="3835400" y="6407150"/>
          <p14:tracePt t="43689" x="3803650" y="6419850"/>
          <p14:tracePt t="43707" x="3740150" y="6464300"/>
          <p14:tracePt t="43723" x="3651250" y="6508750"/>
          <p14:tracePt t="43740" x="3619500" y="6534150"/>
          <p14:tracePt t="43757" x="3549650" y="6572250"/>
          <p14:tracePt t="43772" x="3517900" y="6591300"/>
          <p14:tracePt t="43788" x="3505200" y="6597650"/>
          <p14:tracePt t="43806" x="3492500" y="6610350"/>
          <p14:tracePt t="43822" x="3486150" y="6616700"/>
          <p14:tracePt t="43856" x="3486150" y="6629400"/>
          <p14:tracePt t="43961" x="3492500" y="6629400"/>
          <p14:tracePt t="43975" x="3498850" y="6629400"/>
          <p14:tracePt t="43982" x="3505200" y="6629400"/>
          <p14:tracePt t="43991" x="3517900" y="6629400"/>
          <p14:tracePt t="44004" x="3530600" y="6629400"/>
          <p14:tracePt t="44021" x="3549650" y="6616700"/>
          <p14:tracePt t="44038" x="3600450" y="6610350"/>
          <p14:tracePt t="44054" x="3657600" y="6591300"/>
          <p14:tracePt t="44071" x="3683000" y="6584950"/>
          <p14:tracePt t="44088" x="3727450" y="6565900"/>
          <p14:tracePt t="44104" x="3759200" y="6553200"/>
          <p14:tracePt t="44122" x="3765550" y="6553200"/>
          <p14:tracePt t="44137" x="3771900" y="6553200"/>
          <p14:tracePt t="44199" x="3759200" y="6559550"/>
          <p14:tracePt t="44213" x="3759200" y="6565900"/>
          <p14:tracePt t="44221" x="3752850" y="6578600"/>
          <p14:tracePt t="44234" x="3740150" y="6584950"/>
          <p14:tracePt t="44241" x="3714750" y="6597650"/>
          <p14:tracePt t="44257" x="3695700" y="6623050"/>
          <p14:tracePt t="44270" x="3651250" y="6654800"/>
          <p14:tracePt t="44287" x="3619500" y="6673850"/>
          <p14:tracePt t="44304" x="3587750" y="6692900"/>
          <p14:tracePt t="44320" x="3568700" y="6699250"/>
          <p14:tracePt t="44337" x="3556000" y="6711950"/>
          <p14:tracePt t="44354" x="3549650" y="6718300"/>
          <p14:tracePt t="44410" x="3556000" y="6718300"/>
          <p14:tracePt t="44424" x="3562350" y="6718300"/>
          <p14:tracePt t="44431" x="3575050" y="6718300"/>
          <p14:tracePt t="44444" x="3581400" y="6718300"/>
          <p14:tracePt t="44453" x="3594100" y="6711950"/>
          <p14:tracePt t="44469" x="3606800" y="6711950"/>
          <p14:tracePt t="44487" x="3638550" y="6705600"/>
          <p14:tracePt t="44503" x="3657600" y="6699250"/>
          <p14:tracePt t="44520" x="3663950" y="6699250"/>
          <p14:tracePt t="44536" x="3670300" y="6692900"/>
          <p14:tracePt t="44553" x="3676650" y="6692900"/>
          <p14:tracePt t="45072" x="3727450" y="6692900"/>
          <p14:tracePt t="45086" x="3822700" y="6673850"/>
          <p14:tracePt t="45093" x="3924300" y="6654800"/>
          <p14:tracePt t="45107" x="4051300" y="6623050"/>
          <p14:tracePt t="45117" x="4165600" y="6591300"/>
          <p14:tracePt t="45134" x="4286250" y="6565900"/>
          <p14:tracePt t="45151" x="4527550" y="6515100"/>
          <p14:tracePt t="45167" x="4749800" y="6464300"/>
          <p14:tracePt t="45184" x="4927600" y="6413500"/>
          <p14:tracePt t="45201" x="4997450" y="6394450"/>
          <p14:tracePt t="45217" x="5130800" y="6356350"/>
          <p14:tracePt t="45234" x="5238750" y="6318250"/>
          <p14:tracePt t="45250" x="5295900" y="6299200"/>
          <p14:tracePt t="45267" x="5340350" y="6280150"/>
          <p14:tracePt t="45283" x="5480050" y="6235700"/>
          <p14:tracePt t="45300" x="5543550" y="6229350"/>
          <p14:tracePt t="45318" x="5651500" y="6191250"/>
          <p14:tracePt t="45333" x="5721350" y="6172200"/>
          <p14:tracePt t="45350" x="5854700" y="6134100"/>
          <p14:tracePt t="45367" x="5975350" y="6096000"/>
          <p14:tracePt t="45383" x="6007100" y="6083300"/>
          <p14:tracePt t="45399" x="6070600" y="6057900"/>
          <p14:tracePt t="45417" x="6096000" y="6038850"/>
          <p14:tracePt t="45433" x="6108700" y="6038850"/>
          <p14:tracePt t="45450" x="6115050" y="6032500"/>
          <p14:tracePt t="45482" x="6115050" y="6026150"/>
          <p14:tracePt t="45564" x="6115050" y="6032500"/>
          <p14:tracePt t="45571" x="6108700" y="6032500"/>
          <p14:tracePt t="45585" x="6102350" y="6038850"/>
          <p14:tracePt t="45600" x="6089650" y="6045200"/>
          <p14:tracePt t="46058" x="6089650" y="6051550"/>
          <p14:tracePt t="46066" x="6076950" y="6057900"/>
          <p14:tracePt t="46079" x="6064250" y="6057900"/>
          <p14:tracePt t="46086" x="6051550" y="6064250"/>
          <p14:tracePt t="46101" x="6045200" y="6076950"/>
          <p14:tracePt t="46114" x="6032500" y="6076950"/>
          <p14:tracePt t="46131" x="6013450" y="6089650"/>
          <p14:tracePt t="46148" x="6007100" y="6089650"/>
          <p14:tracePt t="46164" x="5988050" y="6096000"/>
          <p14:tracePt t="46181" x="5981700" y="6108700"/>
          <p14:tracePt t="46199" x="5956300" y="6121400"/>
          <p14:tracePt t="46213" x="5943600" y="6127750"/>
          <p14:tracePt t="46230" x="5918200" y="6140450"/>
          <p14:tracePt t="46247" x="5899150" y="6146800"/>
          <p14:tracePt t="46263" x="5886450" y="6153150"/>
          <p14:tracePt t="46280" x="5861050" y="6159500"/>
          <p14:tracePt t="46297" x="5835650" y="6165850"/>
          <p14:tracePt t="46313" x="5822950" y="6165850"/>
          <p14:tracePt t="46330" x="5810250" y="6172200"/>
          <p14:tracePt t="46347" x="5772150" y="6178550"/>
          <p14:tracePt t="46363" x="5753100" y="6178550"/>
          <p14:tracePt t="46381" x="5727700" y="6178550"/>
          <p14:tracePt t="46397" x="5715000" y="6178550"/>
          <p14:tracePt t="46413" x="5695950" y="6172200"/>
          <p14:tracePt t="46430" x="5683250" y="6165850"/>
          <p14:tracePt t="46446" x="5676900" y="6165850"/>
          <p14:tracePt t="46463" x="5657850" y="6159500"/>
          <p14:tracePt t="46480" x="5645150" y="6153150"/>
          <p14:tracePt t="46496" x="5638800" y="6146800"/>
          <p14:tracePt t="46513" x="5632450" y="6134100"/>
          <p14:tracePt t="46529" x="5613400" y="6127750"/>
          <p14:tracePt t="46546" x="5607050" y="6121400"/>
          <p14:tracePt t="46563" x="5594350" y="6108700"/>
          <p14:tracePt t="46579" x="5581650" y="6089650"/>
          <p14:tracePt t="46596" x="5568950" y="6083300"/>
          <p14:tracePt t="46613" x="5556250" y="6070600"/>
          <p14:tracePt t="46629" x="5549900" y="6070600"/>
          <p14:tracePt t="46649" x="5549900" y="6064250"/>
          <p14:tracePt t="46669" x="5543550" y="6064250"/>
          <p14:tracePt t="46739" x="5537200" y="6064250"/>
          <p14:tracePt t="46908" x="5543550" y="6064250"/>
          <p14:tracePt t="46950" x="5556250" y="6064250"/>
          <p14:tracePt t="46971" x="5568950" y="6064250"/>
          <p14:tracePt t="46979" x="5575300" y="6070600"/>
          <p14:tracePt t="46999" x="5581650" y="6076950"/>
          <p14:tracePt t="47020" x="5588000" y="6076950"/>
          <p14:tracePt t="47034" x="5600700" y="6083300"/>
          <p14:tracePt t="47041" x="5607050" y="6083300"/>
          <p14:tracePt t="47048" x="5619750" y="6089650"/>
          <p14:tracePt t="47064" x="5638800" y="6089650"/>
          <p14:tracePt t="47078" x="5651500" y="6096000"/>
          <p14:tracePt t="47094" x="5708650" y="6102350"/>
          <p14:tracePt t="47111" x="5778500" y="6121400"/>
          <p14:tracePt t="47127" x="5822950" y="6121400"/>
          <p14:tracePt t="47144" x="5949950" y="6140450"/>
          <p14:tracePt t="47161" x="6096000" y="6159500"/>
          <p14:tracePt t="47177" x="6172200" y="6159500"/>
          <p14:tracePt t="47194" x="6337300" y="6178550"/>
          <p14:tracePt t="47210" x="6515100" y="6178550"/>
          <p14:tracePt t="47227" x="6591300" y="6178550"/>
          <p14:tracePt t="47244" x="6667500" y="6178550"/>
          <p14:tracePt t="47260" x="6800850" y="6172200"/>
          <p14:tracePt t="47277" x="6915150" y="6165850"/>
          <p14:tracePt t="47294" x="6985000" y="6146800"/>
          <p14:tracePt t="47310" x="7016750" y="6146800"/>
          <p14:tracePt t="47327" x="7048500" y="6146800"/>
          <p14:tracePt t="47344" x="7073900" y="6146800"/>
          <p14:tracePt t="47360" x="7080250" y="6140450"/>
          <p14:tracePt t="47399" x="7086600" y="6140450"/>
          <p14:tracePt t="47532" x="7073900" y="6140450"/>
          <p14:tracePt t="47546" x="7067550" y="6140450"/>
          <p14:tracePt t="47554" x="7061200" y="6140450"/>
          <p14:tracePt t="47562" x="7048500" y="6140450"/>
          <p14:tracePt t="47576" x="7035800" y="6140450"/>
          <p14:tracePt t="47592" x="7010400" y="6140450"/>
          <p14:tracePt t="47610" x="6858000" y="6127750"/>
          <p14:tracePt t="47625" x="6775450" y="6121400"/>
          <p14:tracePt t="47642" x="6686550" y="6121400"/>
          <p14:tracePt t="47659" x="6508750" y="6096000"/>
          <p14:tracePt t="47675" x="6330950" y="6089650"/>
          <p14:tracePt t="47692" x="6254750" y="6089650"/>
          <p14:tracePt t="47709" x="6096000" y="6076950"/>
          <p14:tracePt t="47725" x="5969000" y="6076950"/>
          <p14:tracePt t="47742" x="5918200" y="6076950"/>
          <p14:tracePt t="47758" x="5842000" y="6076950"/>
          <p14:tracePt t="47775" x="5772150" y="6070600"/>
          <p14:tracePt t="47792" x="5740400" y="6070600"/>
          <p14:tracePt t="47808" x="5734050" y="6070600"/>
          <p14:tracePt t="47825" x="5721350" y="6070600"/>
          <p14:tracePt t="47842" x="5708650" y="6070600"/>
          <p14:tracePt t="47961" x="5708650" y="6064250"/>
          <p14:tracePt t="48059" x="5715000" y="6064250"/>
          <p14:tracePt t="48074" x="5721350" y="6064250"/>
          <p14:tracePt t="48080" x="5727700" y="6064250"/>
          <p14:tracePt t="48090" x="5734050" y="6064250"/>
          <p14:tracePt t="48108" x="5753100" y="6064250"/>
          <p14:tracePt t="48124" x="5778500" y="6064250"/>
          <p14:tracePt t="48140" x="5816600" y="6064250"/>
          <p14:tracePt t="48157" x="5943600" y="6064250"/>
          <p14:tracePt t="48160" x="6019800" y="6064250"/>
          <p14:tracePt t="48173" x="6121400" y="6064250"/>
          <p14:tracePt t="48190" x="6223000" y="6064250"/>
          <p14:tracePt t="48207" x="6400800" y="6064250"/>
          <p14:tracePt t="48223" x="6578600" y="6057900"/>
          <p14:tracePt t="48240" x="6642100" y="6057900"/>
          <p14:tracePt t="48257" x="6724650" y="6057900"/>
          <p14:tracePt t="48273" x="6762750" y="6057900"/>
          <p14:tracePt t="48291" x="6775450" y="6057900"/>
          <p14:tracePt t="48403" x="6769100" y="6057900"/>
          <p14:tracePt t="48424" x="6762750" y="6057900"/>
          <p14:tracePt t="48431" x="6750050" y="6057900"/>
          <p14:tracePt t="48453" x="6737350" y="6057900"/>
          <p14:tracePt t="48459" x="6705600" y="6057900"/>
          <p14:tracePt t="48475" x="6680200" y="6064250"/>
          <p14:tracePt t="48489" x="6629400" y="6064250"/>
          <p14:tracePt t="48506" x="6508750" y="6070600"/>
          <p14:tracePt t="48523" x="6343650" y="6083300"/>
          <p14:tracePt t="48539" x="6280150" y="6089650"/>
          <p14:tracePt t="48556" x="6108700" y="6089650"/>
          <p14:tracePt t="48572" x="5956300" y="6102350"/>
          <p14:tracePt t="48589" x="5892800" y="6102350"/>
          <p14:tracePt t="48605" x="5803900" y="6102350"/>
          <p14:tracePt t="48622" x="5740400" y="6102350"/>
          <p14:tracePt t="48638" x="5727700" y="6102350"/>
          <p14:tracePt t="48656" x="5702300" y="6102350"/>
          <p14:tracePt t="48691" x="5695950" y="6102350"/>
          <p14:tracePt t="48783" x="5708650" y="6102350"/>
          <p14:tracePt t="48790" x="5721350" y="6102350"/>
          <p14:tracePt t="48803" x="5734050" y="6102350"/>
          <p14:tracePt t="48811" x="5765800" y="6102350"/>
          <p14:tracePt t="48825" x="5810250" y="6102350"/>
          <p14:tracePt t="48838" x="5867400" y="6108700"/>
          <p14:tracePt t="48855" x="6045200" y="6108700"/>
          <p14:tracePt t="48871" x="6140450" y="6108700"/>
          <p14:tracePt t="48888" x="6356350" y="6108700"/>
          <p14:tracePt t="48904" x="6534150" y="6108700"/>
          <p14:tracePt t="48921" x="6623050" y="6108700"/>
          <p14:tracePt t="48937" x="6731000" y="6108700"/>
          <p14:tracePt t="48954" x="6769100" y="6108700"/>
          <p14:tracePt t="48971" x="6781800" y="6108700"/>
          <p14:tracePt t="48987" x="6788150" y="6108700"/>
          <p14:tracePt t="49004" x="6794500" y="6108700"/>
          <p14:tracePt t="49084" x="6788150" y="6108700"/>
          <p14:tracePt t="49176" x="6781800" y="6108700"/>
          <p14:tracePt t="49548" x="6762750" y="6108700"/>
          <p14:tracePt t="49554" x="6743700" y="6108700"/>
          <p14:tracePt t="49569" x="6711950" y="6102350"/>
          <p14:tracePt t="49585" x="6623050" y="6083300"/>
          <p14:tracePt t="49602" x="6553200" y="6070600"/>
          <p14:tracePt t="49619" x="6413500" y="6051550"/>
          <p14:tracePt t="49635" x="6242050" y="6032500"/>
          <p14:tracePt t="49653" x="6089650" y="6013450"/>
          <p14:tracePt t="49668" x="6026150" y="6013450"/>
          <p14:tracePt t="49685" x="5975350" y="6013450"/>
          <p14:tracePt t="49703" x="5880100" y="6007100"/>
          <p14:tracePt t="49718" x="5861050" y="6000750"/>
          <p14:tracePt t="49735" x="5854700" y="6000750"/>
          <p14:tracePt t="49752" x="5842000" y="6000750"/>
          <p14:tracePt t="49857" x="5835650" y="6000750"/>
          <p14:tracePt t="49976" x="5829300" y="6000750"/>
          <p14:tracePt t="49983" x="5822950" y="6000750"/>
          <p14:tracePt t="49997" x="5816600" y="6000750"/>
          <p14:tracePt t="50004" x="5810250" y="6000750"/>
          <p14:tracePt t="50020" x="5803900" y="6000750"/>
          <p14:tracePt t="50034" x="5803900" y="6007100"/>
          <p14:tracePt t="50050" x="5797550" y="6007100"/>
          <p14:tracePt t="50068" x="5784850" y="6013450"/>
          <p14:tracePt t="50100" x="5772150" y="6013450"/>
          <p14:tracePt t="50166" x="5772150" y="6019800"/>
          <p14:tracePt t="50194" x="5778500" y="6026150"/>
          <p14:tracePt t="50208" x="5784850" y="6026150"/>
          <p14:tracePt t="50214" x="5797550" y="6026150"/>
          <p14:tracePt t="50229" x="5816600" y="6026150"/>
          <p14:tracePt t="50237" x="5848350" y="6032500"/>
          <p14:tracePt t="50252" x="5899150" y="6032500"/>
          <p14:tracePt t="50266" x="6038850" y="6045200"/>
          <p14:tracePt t="50283" x="6127750" y="6045200"/>
          <p14:tracePt t="50300" x="6330950" y="6045200"/>
          <p14:tracePt t="50316" x="6445250" y="6051550"/>
          <p14:tracePt t="50333" x="6673850" y="6051550"/>
          <p14:tracePt t="50349" x="6902450" y="6051550"/>
          <p14:tracePt t="50366" x="7016750" y="6051550"/>
          <p14:tracePt t="50383" x="7219950" y="6051550"/>
          <p14:tracePt t="50399" x="7372350" y="6038850"/>
          <p14:tracePt t="50416" x="7448550" y="6032500"/>
          <p14:tracePt t="50433" x="7575550" y="6019800"/>
          <p14:tracePt t="50449" x="7708900" y="6013450"/>
          <p14:tracePt t="50466" x="7785100" y="5994400"/>
          <p14:tracePt t="50482" x="7918450" y="5962650"/>
          <p14:tracePt t="50499" x="8039100" y="5943600"/>
          <p14:tracePt t="50516" x="8089900" y="5937250"/>
          <p14:tracePt t="50532" x="8185150" y="5924550"/>
          <p14:tracePt t="50549" x="8255000" y="5918200"/>
          <p14:tracePt t="50566" x="8293100" y="5911850"/>
          <p14:tracePt t="50582" x="8318500" y="5905500"/>
          <p14:tracePt t="50598" x="8331200" y="5899150"/>
          <p14:tracePt t="50615" x="8343900" y="5892800"/>
          <p14:tracePt t="50632" x="8356600" y="5886450"/>
          <p14:tracePt t="50741" x="8350250" y="5886450"/>
          <p14:tracePt t="50749" x="8343900" y="5892800"/>
          <p14:tracePt t="50755" x="8331200" y="5899150"/>
          <p14:tracePt t="50769" x="8299450" y="5899150"/>
          <p14:tracePt t="50781" x="8267700" y="5905500"/>
          <p14:tracePt t="50798" x="8153400" y="5924550"/>
          <p14:tracePt t="50814" x="8064500" y="5937250"/>
          <p14:tracePt t="50831" x="7835900" y="5943600"/>
          <p14:tracePt t="50848" x="7696200" y="5943600"/>
          <p14:tracePt t="50864" x="7404100" y="5943600"/>
          <p14:tracePt t="50882" x="7086600" y="5918200"/>
          <p14:tracePt t="50897" x="6794500" y="5905500"/>
          <p14:tracePt t="50914" x="6667500" y="5905500"/>
          <p14:tracePt t="50931" x="6438900" y="5899150"/>
          <p14:tracePt t="50947" x="6324600" y="5899150"/>
          <p14:tracePt t="50964" x="6172200" y="5899150"/>
          <p14:tracePt t="50980" x="6045200" y="5899150"/>
          <p14:tracePt t="50997" x="5981700" y="5899150"/>
          <p14:tracePt t="51014" x="5861050" y="5899150"/>
          <p14:tracePt t="51030" x="5791200" y="5899150"/>
          <p14:tracePt t="51047" x="5765800" y="5899150"/>
          <p14:tracePt t="51064" x="5721350" y="5886450"/>
          <p14:tracePt t="51080" x="5689600" y="5886450"/>
          <p14:tracePt t="51097" x="5670550" y="5886450"/>
          <p14:tracePt t="51114" x="5645150" y="5880100"/>
          <p14:tracePt t="51130" x="5613400" y="5880100"/>
          <p14:tracePt t="51147" x="5600700" y="5880100"/>
          <p14:tracePt t="51163" x="5575300" y="5880100"/>
          <p14:tracePt t="51180" x="5556250" y="5880100"/>
          <p14:tracePt t="51197" x="5549900" y="5880100"/>
          <p14:tracePt t="51230" x="5543550" y="5880100"/>
          <p14:tracePt t="52033" x="5537200" y="5911850"/>
          <p14:tracePt t="52039" x="5530850" y="5956300"/>
          <p14:tracePt t="52054" x="5505450" y="6000750"/>
          <p14:tracePt t="52063" x="5486400" y="6038850"/>
          <p14:tracePt t="52077" x="5473700" y="6070600"/>
          <p14:tracePt t="52094" x="5454650" y="6102350"/>
          <p14:tracePt t="52110" x="5403850" y="6210300"/>
          <p14:tracePt t="52127" x="5391150" y="6229350"/>
          <p14:tracePt t="52143" x="5365750" y="6261100"/>
          <p14:tracePt t="52160" x="5340350" y="6305550"/>
          <p14:tracePt t="52177" x="5321300" y="6343650"/>
          <p14:tracePt t="52194" x="5302250" y="6375400"/>
          <p14:tracePt t="52210" x="5289550" y="6381750"/>
          <p14:tracePt t="52226" x="5270500" y="6400800"/>
          <p14:tracePt t="52243" x="5264150" y="6419850"/>
          <p14:tracePt t="52259" x="5257800" y="6426200"/>
          <p14:tracePt t="52276" x="5245100" y="6438900"/>
          <p14:tracePt t="52293" x="5238750" y="6445250"/>
          <p14:tracePt t="52326" x="5226050" y="6451600"/>
          <p14:tracePt t="52384" x="5226050" y="6457950"/>
          <p14:tracePt t="52460" x="5226050" y="6464300"/>
          <p14:tracePt t="52482" x="5213350" y="6470650"/>
          <p14:tracePt t="52496" x="5213350" y="6477000"/>
          <p14:tracePt t="52503" x="5200650" y="6477000"/>
          <p14:tracePt t="52517" x="5194300" y="6483350"/>
          <p14:tracePt t="52525" x="5181600" y="6496050"/>
          <p14:tracePt t="52542" x="5162550" y="6508750"/>
          <p14:tracePt t="52559" x="5124450" y="6546850"/>
          <p14:tracePt t="52575" x="5080000" y="6591300"/>
          <p14:tracePt t="52592" x="5060950" y="6604000"/>
          <p14:tracePt t="52609" x="5029200" y="6642100"/>
          <p14:tracePt t="52625" x="5010150" y="6661150"/>
          <p14:tracePt t="52642" x="5003800" y="6667500"/>
          <p14:tracePt t="52658" x="5003800" y="6673850"/>
          <p14:tracePt t="52714" x="4997450" y="6680200"/>
          <p14:tracePt t="52826" x="5010150" y="6680200"/>
          <p14:tracePt t="52833" x="5022850" y="6680200"/>
          <p14:tracePt t="52847" x="5035550" y="6680200"/>
          <p14:tracePt t="52857" x="5048250" y="6680200"/>
          <p14:tracePt t="52875" x="5073650" y="6680200"/>
          <p14:tracePt t="52890" x="5156200" y="6692900"/>
          <p14:tracePt t="52907" x="5289550" y="6705600"/>
          <p14:tracePt t="52925" x="5429250" y="6718300"/>
          <p14:tracePt t="52941" x="5492750" y="6724650"/>
          <p14:tracePt t="52958" x="5626100" y="6756400"/>
          <p14:tracePt t="52974" x="5721350" y="6775450"/>
          <p14:tracePt t="52990" x="5753100" y="6775450"/>
          <p14:tracePt t="53007" x="5778500" y="6788150"/>
          <p14:tracePt t="53024" x="5829300" y="6800850"/>
          <p14:tracePt t="53044" x="5835650" y="6807200"/>
          <p14:tracePt t="53060" x="5842000" y="6807200"/>
          <p14:tracePt t="53276" x="5848350" y="6807200"/>
          <p14:tracePt t="53318" x="5854700" y="6807200"/>
          <p14:tracePt t="53388" x="5867400" y="6807200"/>
          <p14:tracePt t="53409" x="5873750" y="6807200"/>
          <p14:tracePt t="53415" x="5880100" y="6807200"/>
          <p14:tracePt t="53430" x="5886450" y="6807200"/>
          <p14:tracePt t="53438" x="5892800" y="6807200"/>
          <p14:tracePt t="53455" x="5905500" y="6807200"/>
          <p14:tracePt t="53472" x="5930900" y="6813550"/>
          <p14:tracePt t="53489" x="5962650" y="6813550"/>
          <p14:tracePt t="53505" x="5981700" y="6813550"/>
          <p14:tracePt t="53522" x="6007100" y="6813550"/>
          <p14:tracePt t="53538" x="6032500" y="6807200"/>
          <p14:tracePt t="53555" x="6045200" y="6800850"/>
          <p14:tracePt t="53571" x="6057900" y="6800850"/>
          <p14:tracePt t="53588" x="6064250" y="6800850"/>
          <p14:tracePt t="53865" x="6064250" y="6794500"/>
          <p14:tracePt t="53887" x="6064250" y="6788150"/>
          <p14:tracePt t="53907" x="6064250" y="6781800"/>
          <p14:tracePt t="53957" x="6064250" y="6775450"/>
          <p14:tracePt t="53972" x="6064250" y="6769100"/>
          <p14:tracePt t="53977" x="6064250" y="6756400"/>
          <p14:tracePt t="53992" x="6064250" y="6750050"/>
          <p14:tracePt t="54003" x="6064250" y="6743700"/>
          <p14:tracePt t="54020" x="6064250" y="6724650"/>
          <p14:tracePt t="54037" x="6064250" y="6699250"/>
          <p14:tracePt t="54053" x="6064250" y="6661150"/>
          <p14:tracePt t="54070" x="6064250" y="6610350"/>
          <p14:tracePt t="54087" x="6064250" y="6591300"/>
          <p14:tracePt t="54104" x="6064250" y="6559550"/>
          <p14:tracePt t="54119" x="6064250" y="6521450"/>
          <p14:tracePt t="54136" x="6064250" y="6508750"/>
          <p14:tracePt t="54153" x="6064250" y="6483350"/>
          <p14:tracePt t="54169" x="6064250" y="6464300"/>
          <p14:tracePt t="54185" x="6070600" y="6457950"/>
          <p14:tracePt t="54203" x="6076950" y="6445250"/>
          <p14:tracePt t="54219" x="6076950" y="6432550"/>
          <p14:tracePt t="54252" x="6083300" y="6419850"/>
          <p14:tracePt t="54269" x="6089650" y="6413500"/>
          <p14:tracePt t="54286" x="6102350" y="6388100"/>
          <p14:tracePt t="54302" x="6108700" y="6381750"/>
          <p14:tracePt t="54319" x="6108700" y="6375400"/>
          <p14:tracePt t="54336" x="6115050" y="6369050"/>
          <p14:tracePt t="54352" x="6121400" y="6362700"/>
          <p14:tracePt t="54441" x="6127750" y="6356350"/>
          <p14:tracePt t="55340" x="6121400" y="6356350"/>
          <p14:tracePt t="55354" x="6108700" y="6356350"/>
          <p14:tracePt t="55360" x="6096000" y="6356350"/>
          <p14:tracePt t="55375" x="6076950" y="6356350"/>
          <p14:tracePt t="55385" x="6045200" y="6369050"/>
          <p14:tracePt t="55398" x="6007100" y="6369050"/>
          <p14:tracePt t="55416" x="5892800" y="6375400"/>
          <p14:tracePt t="55432" x="5740400" y="6375400"/>
          <p14:tracePt t="55448" x="5657850" y="6388100"/>
          <p14:tracePt t="55466" x="5518150" y="6388100"/>
          <p14:tracePt t="55481" x="5403850" y="6388100"/>
          <p14:tracePt t="55498" x="5365750" y="6394450"/>
          <p14:tracePt t="55517" x="5314950" y="6394450"/>
          <p14:tracePt t="55533" x="5302250" y="6394450"/>
          <p14:tracePt t="55548" x="5283200" y="6394450"/>
          <p14:tracePt t="55581" x="5276850" y="6394450"/>
          <p14:tracePt t="55691" x="5276850" y="6388100"/>
          <p14:tracePt t="55803" x="5276850" y="6394450"/>
          <p14:tracePt t="55817" x="5276850" y="6400800"/>
          <p14:tracePt t="55824" x="5270500" y="6407150"/>
          <p14:tracePt t="55833" x="5264150" y="6413500"/>
          <p14:tracePt t="55847" x="5238750" y="6432550"/>
          <p14:tracePt t="55864" x="5219700" y="6464300"/>
          <p14:tracePt t="55880" x="5149850" y="6534150"/>
          <p14:tracePt t="55897" x="5073650" y="6610350"/>
          <p14:tracePt t="55913" x="5041900" y="6654800"/>
          <p14:tracePt t="55930" x="4984750" y="6705600"/>
          <p14:tracePt t="55947" x="4946650" y="6737350"/>
          <p14:tracePt t="55964" x="4933950" y="6769100"/>
          <p14:tracePt t="55980" x="4927600" y="6769100"/>
          <p14:tracePt t="55996" x="4927600" y="6775450"/>
          <p14:tracePt t="56084" x="4933950" y="6775450"/>
          <p14:tracePt t="56098" x="4940300" y="6775450"/>
          <p14:tracePt t="56105" x="4953000" y="6775450"/>
          <p14:tracePt t="56113" x="4965700" y="6775450"/>
          <p14:tracePt t="56129" x="4978400" y="6775450"/>
          <p14:tracePt t="56146" x="4997450" y="6775450"/>
          <p14:tracePt t="56163" x="5073650" y="6775450"/>
          <p14:tracePt t="56179" x="5200650" y="6775450"/>
          <p14:tracePt t="56197" x="5365750" y="6769100"/>
          <p14:tracePt t="56212" x="5454650" y="6769100"/>
          <p14:tracePt t="56229" x="5594350" y="6769100"/>
          <p14:tracePt t="56246" x="5727700" y="6769100"/>
          <p14:tracePt t="56263" x="5765800" y="6769100"/>
          <p14:tracePt t="56279" x="5810250" y="6769100"/>
          <p14:tracePt t="56296" x="5829300" y="6769100"/>
          <p14:tracePt t="56312" x="5835650" y="6769100"/>
          <p14:tracePt t="56329" x="5842000" y="6769100"/>
          <p14:tracePt t="56393" x="5848350" y="6775450"/>
          <p14:tracePt t="56435" x="5854700" y="6775450"/>
          <p14:tracePt t="56463" x="5861050" y="6775450"/>
          <p14:tracePt t="56477" x="5867400" y="6775450"/>
          <p14:tracePt t="56484" x="5873750" y="6775450"/>
          <p14:tracePt t="56498" x="5880100" y="6775450"/>
          <p14:tracePt t="56519" x="5886450" y="6775450"/>
          <p14:tracePt t="56528" x="5892800" y="6775450"/>
          <p14:tracePt t="56548" x="5899150" y="6775450"/>
          <p14:tracePt t="56562" x="5905500" y="6775450"/>
          <p14:tracePt t="56578" x="5911850" y="6775450"/>
          <p14:tracePt t="56595" x="5918200" y="6775450"/>
          <p14:tracePt t="56611" x="5924550" y="6775450"/>
          <p14:tracePt t="56627" x="5930900" y="6775450"/>
          <p14:tracePt t="56695" x="5937250" y="6775450"/>
          <p14:tracePt t="56709" x="5943600" y="6775450"/>
          <p14:tracePt t="56716" x="5949950" y="6775450"/>
          <p14:tracePt t="56779" x="5956300" y="6769100"/>
          <p14:tracePt t="56807" x="5962650" y="6762750"/>
          <p14:tracePt t="56828" x="5962650" y="6756400"/>
          <p14:tracePt t="56835" x="5962650" y="6750050"/>
          <p14:tracePt t="56849" x="5969000" y="6743700"/>
          <p14:tracePt t="56870" x="5969000" y="6737350"/>
          <p14:tracePt t="56880" x="5969000" y="6731000"/>
          <p14:tracePt t="56893" x="5975350" y="6718300"/>
          <p14:tracePt t="56910" x="5981700" y="6692900"/>
          <p14:tracePt t="56927" x="6007100" y="6642100"/>
          <p14:tracePt t="56943" x="6019800" y="6610350"/>
          <p14:tracePt t="56960" x="6045200" y="6553200"/>
          <p14:tracePt t="56977" x="6076950" y="6477000"/>
          <p14:tracePt t="56993" x="6096000" y="6445250"/>
          <p14:tracePt t="57011" x="6121400" y="6381750"/>
          <p14:tracePt t="57026" x="6134100" y="6350000"/>
          <p14:tracePt t="57043" x="6153150" y="6311900"/>
          <p14:tracePt t="57060" x="6165850" y="6273800"/>
          <p14:tracePt t="57076" x="6165850" y="6261100"/>
          <p14:tracePt t="57093" x="6172200" y="6261100"/>
          <p14:tracePt t="57109" x="6172200" y="6254750"/>
          <p14:tracePt t="57200" x="6172200" y="6261100"/>
          <p14:tracePt t="57250" x="6165850" y="6267450"/>
          <p14:tracePt t="57285" x="6165850" y="6273800"/>
          <p14:tracePt t="57299" x="6159500" y="6280150"/>
          <p14:tracePt t="57319" x="6159500" y="6286500"/>
          <p14:tracePt t="57341" x="6159500" y="6292850"/>
          <p14:tracePt t="57369" x="6153150" y="6305550"/>
          <p14:tracePt t="57377" x="6146800" y="6311900"/>
          <p14:tracePt t="57390" x="6140450" y="6324600"/>
          <p14:tracePt t="57397" x="6134100" y="6343650"/>
          <p14:tracePt t="57412" x="6127750" y="6375400"/>
          <p14:tracePt t="57425" x="6102350" y="6407150"/>
          <p14:tracePt t="57441" x="6057900" y="6508750"/>
          <p14:tracePt t="57458" x="6038850" y="6559550"/>
          <p14:tracePt t="57475" x="5994400" y="6648450"/>
          <p14:tracePt t="57491" x="5962650" y="6724650"/>
          <p14:tracePt t="57509" x="5949950" y="6756400"/>
          <p14:tracePt t="57524" x="5937250" y="6781800"/>
          <p14:tracePt t="57541" x="5930900" y="6794500"/>
          <p14:tracePt t="57558" x="5930900" y="6800850"/>
          <p14:tracePt t="58029" x="5937250" y="6800850"/>
          <p14:tracePt t="58043" x="5943600" y="6800850"/>
          <p14:tracePt t="58050" x="5949950" y="6800850"/>
          <p14:tracePt t="58064" x="5962650" y="6800850"/>
          <p14:tracePt t="58078" x="5975350" y="6800850"/>
          <p14:tracePt t="58093" x="5988050" y="6794500"/>
          <p14:tracePt t="58106" x="6007100" y="6794500"/>
          <p14:tracePt t="58122" x="6076950" y="6788150"/>
          <p14:tracePt t="58139" x="6115050" y="6775450"/>
          <p14:tracePt t="58156" x="6203950" y="6775450"/>
          <p14:tracePt t="58172" x="6311900" y="6769100"/>
          <p14:tracePt t="58190" x="6350000" y="6769100"/>
          <p14:tracePt t="58205" x="6426200" y="6769100"/>
          <p14:tracePt t="58222" x="6496050" y="6769100"/>
          <p14:tracePt t="58240" x="6546850" y="6769100"/>
          <p14:tracePt t="58255" x="6559550" y="6769100"/>
          <p14:tracePt t="58272" x="6578600" y="6769100"/>
          <p14:tracePt t="58289" x="6616700" y="6769100"/>
          <p14:tracePt t="58305" x="6629400" y="6769100"/>
          <p14:tracePt t="58321" x="6642100" y="6769100"/>
          <p14:tracePt t="58338" x="6654800" y="6769100"/>
          <p14:tracePt t="58355" x="6673850" y="6769100"/>
          <p14:tracePt t="58372" x="6692900" y="6769100"/>
          <p14:tracePt t="58388" x="6699250" y="6769100"/>
          <p14:tracePt t="58405" x="6705600" y="6762750"/>
          <p14:tracePt t="58422" x="6718300" y="6762750"/>
          <p14:tracePt t="58438" x="6724650" y="6762750"/>
          <p14:tracePt t="58455" x="6737350" y="6762750"/>
          <p14:tracePt t="58471" x="6750050" y="6762750"/>
          <p14:tracePt t="58488" x="6750050" y="6756400"/>
          <p14:tracePt t="58505" x="6762750" y="6756400"/>
          <p14:tracePt t="58522" x="6769100" y="6750050"/>
          <p14:tracePt t="58538" x="6781800" y="6750050"/>
          <p14:tracePt t="58571" x="6800850" y="6743700"/>
          <p14:tracePt t="58605" x="6807200" y="6743700"/>
          <p14:tracePt t="58621" x="6813550" y="6743700"/>
          <p14:tracePt t="58641" x="6813550" y="6737350"/>
          <p14:tracePt t="58660" x="6826250" y="6731000"/>
          <p14:tracePt t="58745" x="6832600" y="6724650"/>
          <p14:tracePt t="58752" x="6838950" y="6724650"/>
          <p14:tracePt t="58781" x="6838950" y="6718300"/>
          <p14:tracePt t="58914" x="6832600" y="6718300"/>
          <p14:tracePt t="58921" x="6826250" y="6718300"/>
          <p14:tracePt t="58935" x="6819900" y="6718300"/>
          <p14:tracePt t="58941" x="6813550" y="6718300"/>
          <p14:tracePt t="58957" x="6800850" y="6711950"/>
          <p14:tracePt t="58970" x="6781800" y="6711950"/>
          <p14:tracePt t="58986" x="6724650" y="6699250"/>
          <p14:tracePt t="59003" x="6692900" y="6692900"/>
          <p14:tracePt t="59020" x="6610350" y="6673850"/>
          <p14:tracePt t="59036" x="6515100" y="6648450"/>
          <p14:tracePt t="59054" x="6445250" y="6623050"/>
          <p14:tracePt t="59069" x="6299200" y="6591300"/>
          <p14:tracePt t="59086" x="6108700" y="6559550"/>
          <p14:tracePt t="59104" x="5892800" y="6527800"/>
          <p14:tracePt t="59119" x="5778500" y="6521450"/>
          <p14:tracePt t="59136" x="5537200" y="6496050"/>
          <p14:tracePt t="59152" x="5327650" y="6489700"/>
          <p14:tracePt t="59169" x="5238750" y="6489700"/>
          <p14:tracePt t="59186" x="5162550" y="6489700"/>
          <p14:tracePt t="59189" x="5099050" y="6502400"/>
          <p14:tracePt t="59202" x="5048250" y="6502400"/>
          <p14:tracePt t="59219" x="5035550" y="6508750"/>
          <p14:tracePt t="59236" x="5022850" y="6508750"/>
          <p14:tracePt t="59269" x="5016500" y="6515100"/>
          <p14:tracePt t="59288" x="5022850" y="6515100"/>
          <p14:tracePt t="59302" x="5029200" y="6515100"/>
          <p14:tracePt t="59318" x="5054600" y="6515100"/>
          <p14:tracePt t="59335" x="5092700" y="6515100"/>
          <p14:tracePt t="59352" x="5124450" y="6515100"/>
          <p14:tracePt t="59369" x="5219700" y="6515100"/>
          <p14:tracePt t="59385" x="5365750" y="6527800"/>
          <p14:tracePt t="59401" x="5441950" y="6527800"/>
          <p14:tracePt t="59419" x="5568950" y="6527800"/>
          <p14:tracePt t="59434" x="5645150" y="6527800"/>
          <p14:tracePt t="59451" x="5664200" y="6515100"/>
          <p14:tracePt t="59469" x="5670550" y="6515100"/>
          <p14:tracePt t="59497" x="5664200" y="6515100"/>
          <p14:tracePt t="59504" x="5651500" y="6515100"/>
          <p14:tracePt t="59520" x="5632450" y="6515100"/>
          <p14:tracePt t="59534" x="5613400" y="6508750"/>
          <p14:tracePt t="59551" x="5543550" y="6508750"/>
          <p14:tracePt t="59568" x="5441950" y="6502400"/>
          <p14:tracePt t="59584" x="5372100" y="6496050"/>
          <p14:tracePt t="59601" x="5257800" y="6496050"/>
          <p14:tracePt t="59617" x="5130800" y="6496050"/>
          <p14:tracePt t="59634" x="5086350" y="6496050"/>
          <p14:tracePt t="59651" x="4997450" y="6496050"/>
          <p14:tracePt t="59668" x="4940300" y="6502400"/>
          <p14:tracePt t="59684" x="4921250" y="6502400"/>
          <p14:tracePt t="59687" x="4895850" y="6508750"/>
          <p14:tracePt t="59706" x="4883150" y="6515100"/>
          <p14:tracePt t="59717" x="4870450" y="6515100"/>
          <p14:tracePt t="59734" x="4864100" y="6515100"/>
          <p14:tracePt t="59750" x="4851400" y="6521450"/>
          <p14:tracePt t="59767" x="4851400" y="6527800"/>
          <p14:tracePt t="59800" x="4845050" y="6534150"/>
          <p14:tracePt t="59897" x="4845050" y="6527800"/>
          <p14:tracePt t="59925" x="4851400" y="6521450"/>
          <p14:tracePt t="59946" x="4857750" y="6515100"/>
          <p14:tracePt t="59960" x="4864100" y="6515100"/>
          <p14:tracePt t="59969" x="4870450" y="6508750"/>
          <p14:tracePt t="59983" x="4876800" y="6508750"/>
          <p14:tracePt t="59999" x="4883150" y="6502400"/>
          <p14:tracePt t="60016" x="4902200" y="6496050"/>
          <p14:tracePt t="60033" x="4914900" y="6489700"/>
          <p14:tracePt t="60049" x="4940300" y="6477000"/>
          <p14:tracePt t="60066" x="4959350" y="6464300"/>
          <p14:tracePt t="60082" x="4972050" y="6457950"/>
          <p14:tracePt t="60099" x="4978400" y="6457950"/>
          <p14:tracePt t="60115" x="4984750" y="6457950"/>
          <p14:tracePt t="60248" x="4978400" y="6457950"/>
          <p14:tracePt t="60255" x="4972050" y="6457950"/>
          <p14:tracePt t="60276" x="4965700" y="6457950"/>
          <p14:tracePt t="60290" x="4959350" y="6457950"/>
          <p14:tracePt t="60311" x="4953000" y="6457950"/>
          <p14:tracePt t="60325" x="4953000" y="6464300"/>
          <p14:tracePt t="60339" x="4946650" y="6464300"/>
          <p14:tracePt t="60348" x="4940300" y="6470650"/>
          <p14:tracePt t="60368" x="4933950" y="6477000"/>
          <p14:tracePt t="60384" x="4927600" y="6483350"/>
          <p14:tracePt t="60398" x="4908550" y="6502400"/>
          <p14:tracePt t="60415" x="4902200" y="6515100"/>
          <p14:tracePt t="60431" x="4883150" y="6534150"/>
          <p14:tracePt t="60448" x="4876800" y="6553200"/>
          <p14:tracePt t="60464" x="4864100" y="6565900"/>
          <p14:tracePt t="60481" x="4857750" y="6584950"/>
          <p14:tracePt t="60498" x="4851400" y="6591300"/>
          <p14:tracePt t="60515" x="4851400" y="6604000"/>
          <p14:tracePt t="60531" x="4851400" y="6610350"/>
          <p14:tracePt t="60578" x="4851400" y="6616700"/>
          <p14:tracePt t="60606" x="4857750" y="6616700"/>
          <p14:tracePt t="60627" x="4864100" y="6616700"/>
          <p14:tracePt t="60649" x="4870450" y="6616700"/>
          <p14:tracePt t="60669" x="4883150" y="6616700"/>
          <p14:tracePt t="60677" x="4889500" y="6616700"/>
          <p14:tracePt t="60690" x="4895850" y="6616700"/>
          <p14:tracePt t="60700" x="4895850" y="6623050"/>
          <p14:tracePt t="60714" x="4908550" y="6623050"/>
          <p14:tracePt t="60730" x="4921250" y="6623050"/>
          <p14:tracePt t="60747" x="4953000" y="6629400"/>
          <p14:tracePt t="60763" x="4959350" y="6635750"/>
          <p14:tracePt t="60797" x="4972050" y="6642100"/>
          <p14:tracePt t="60830" x="4978400" y="6642100"/>
          <p14:tracePt t="60880" x="4984750" y="6642100"/>
          <p14:tracePt t="60992" x="4991100" y="6642100"/>
          <p14:tracePt t="61118" x="4997450" y="6642100"/>
          <p14:tracePt t="61133" x="4997450" y="6635750"/>
          <p14:tracePt t="61161" x="5003800" y="6629400"/>
          <p14:tracePt t="61167" x="5003800" y="6623050"/>
          <p14:tracePt t="61189" x="5010150" y="6623050"/>
          <p14:tracePt t="61203" x="5010150" y="6616700"/>
          <p14:tracePt t="61211" x="5016500" y="6610350"/>
          <p14:tracePt t="61228" x="5016500" y="6604000"/>
          <p14:tracePt t="61245" x="5029200" y="6584950"/>
          <p14:tracePt t="61262" x="5048250" y="6553200"/>
          <p14:tracePt t="61278" x="5054600" y="6540500"/>
          <p14:tracePt t="61295" x="5073650" y="6496050"/>
          <p14:tracePt t="61311" x="5105400" y="6464300"/>
          <p14:tracePt t="61330" x="5124450" y="6426200"/>
          <p14:tracePt t="61344" x="5124450" y="6413500"/>
          <p14:tracePt t="61361" x="5137150" y="6407150"/>
          <p14:tracePt t="61378" x="5143500" y="6400800"/>
          <p14:tracePt t="61411" x="5149850" y="6394450"/>
          <p14:tracePt t="61575" x="5156200" y="6394450"/>
          <p14:tracePt t="61582" x="5156200" y="6400800"/>
          <p14:tracePt t="61594" x="5156200" y="6407150"/>
          <p14:tracePt t="61611" x="5175250" y="6419850"/>
          <p14:tracePt t="61628" x="5187950" y="6432550"/>
          <p14:tracePt t="61644" x="5213350" y="6451600"/>
          <p14:tracePt t="61660" x="5359400" y="6553200"/>
          <p14:tracePt t="61677" x="5416550" y="6591300"/>
          <p14:tracePt t="61694" x="5543550" y="6673850"/>
          <p14:tracePt t="61710" x="5613400" y="6711950"/>
          <p14:tracePt t="61714" x="5657850" y="6737350"/>
          <p14:tracePt t="61728" x="5702300" y="6762750"/>
          <p14:tracePt t="61744" x="5784850" y="6800850"/>
          <p14:tracePt t="61760" x="5829300" y="6813550"/>
          <p14:tracePt t="61777" x="5861050" y="6826250"/>
          <p14:tracePt t="61793" x="5899150" y="6832600"/>
          <p14:tracePt t="61810" x="5924550" y="6838950"/>
          <p14:tracePt t="61828" x="5943600" y="6845300"/>
          <p14:tracePt t="61843" x="5949950" y="6845300"/>
          <p14:tracePt t="61884" x="5956300" y="6845300"/>
          <p14:tracePt t="62242" x="5962650" y="6838950"/>
          <p14:tracePt t="62263" x="5962650" y="6832600"/>
          <p14:tracePt t="62277" x="5969000" y="6832600"/>
          <p14:tracePt t="62284" x="5969000" y="6826250"/>
          <p14:tracePt t="62294" x="5975350" y="6819900"/>
          <p14:tracePt t="62308" x="5981700" y="6819900"/>
          <p14:tracePt t="62325" x="5994400" y="6813550"/>
          <p14:tracePt t="62342" x="6019800" y="6781800"/>
          <p14:tracePt t="62358" x="6057900" y="6750050"/>
          <p14:tracePt t="62376" x="6102350" y="6692900"/>
          <p14:tracePt t="62391" x="6127750" y="6673850"/>
          <p14:tracePt t="62408" x="6172200" y="6616700"/>
          <p14:tracePt t="62425" x="6197600" y="6572250"/>
          <p14:tracePt t="62441" x="6216650" y="6559550"/>
          <p14:tracePt t="62458" x="6235700" y="6534150"/>
          <p14:tracePt t="62475" x="6248400" y="6515100"/>
          <p14:tracePt t="62491" x="6248400" y="6508750"/>
          <p14:tracePt t="62508" x="6248400" y="6502400"/>
          <p14:tracePt t="62524" x="6248400" y="6496050"/>
          <p14:tracePt t="62558" x="6254750" y="6489700"/>
          <p14:tracePt t="62574" x="6254750" y="6483350"/>
          <p14:tracePt t="62590" x="6254750" y="6477000"/>
          <p14:tracePt t="62608" x="6261100" y="6464300"/>
          <p14:tracePt t="62640" x="6261100" y="6457950"/>
          <p14:tracePt t="62657" x="6267450" y="6445250"/>
          <p14:tracePt t="62674" x="6267450" y="6438900"/>
          <p14:tracePt t="62691" x="6273800" y="6432550"/>
          <p14:tracePt t="62723" x="6280150" y="6419850"/>
          <p14:tracePt t="62825" x="6280150" y="6413500"/>
          <p14:tracePt t="63057" x="6292850" y="6419850"/>
          <p14:tracePt t="63064" x="6305550" y="6426200"/>
          <p14:tracePt t="63072" x="6337300" y="6438900"/>
          <p14:tracePt t="63088" x="6362700" y="6451600"/>
          <p14:tracePt t="63106" x="6451600" y="6496050"/>
          <p14:tracePt t="63122" x="6578600" y="6546850"/>
          <p14:tracePt t="63138" x="6635750" y="6572250"/>
          <p14:tracePt t="63156" x="6788150" y="6635750"/>
          <p14:tracePt t="63172" x="6826250" y="6648450"/>
          <p14:tracePt t="63189" x="6851650" y="6661150"/>
          <p14:tracePt t="63205" x="6896100" y="6667500"/>
          <p14:tracePt t="63221" x="6902450" y="6667500"/>
          <p14:tracePt t="63239" x="6908800" y="6673850"/>
          <p14:tracePt t="63310" x="6915150" y="6673850"/>
          <p14:tracePt t="63626" x="6921500" y="6673850"/>
          <p14:tracePt t="63640" x="6927850" y="6673850"/>
          <p14:tracePt t="63647" x="6940550" y="6673850"/>
          <p14:tracePt t="63661" x="6953250" y="6673850"/>
          <p14:tracePt t="63670" x="6972300" y="6673850"/>
          <p14:tracePt t="63686" x="6991350" y="6673850"/>
          <p14:tracePt t="63703" x="7035800" y="6673850"/>
          <p14:tracePt t="63720" x="7073900" y="6667500"/>
          <p14:tracePt t="63736" x="7092950" y="6667500"/>
          <p14:tracePt t="63740" x="7112000" y="6661150"/>
          <p14:tracePt t="63754" x="7131050" y="6661150"/>
          <p14:tracePt t="63770" x="7150100" y="6654800"/>
          <p14:tracePt t="63787" x="7156450" y="6654800"/>
          <p14:tracePt t="63803" x="7162800" y="6654800"/>
          <p14:tracePt t="63820" x="7169150" y="6654800"/>
          <p14:tracePt t="63851" x="7175500" y="6654800"/>
          <p14:tracePt t="64160" x="7175500" y="6648450"/>
          <p14:tracePt t="64174" x="7175500" y="6642100"/>
          <p14:tracePt t="64180" x="7175500" y="6629400"/>
          <p14:tracePt t="64195" x="7175500" y="6623050"/>
          <p14:tracePt t="64209" x="7175500" y="6616700"/>
          <p14:tracePt t="64229" x="7175500" y="6604000"/>
          <p14:tracePt t="64244" x="7169150" y="6591300"/>
          <p14:tracePt t="64251" x="7169150" y="6572250"/>
          <p14:tracePt t="64268" x="7156450" y="6546850"/>
          <p14:tracePt t="64284" x="7131050" y="6515100"/>
          <p14:tracePt t="64301" x="7073900" y="6457950"/>
          <p14:tracePt t="64318" x="6997700" y="6407150"/>
          <p14:tracePt t="64335" x="6908800" y="6362700"/>
          <p14:tracePt t="64351" x="6877050" y="6356350"/>
          <p14:tracePt t="64368" x="6851650" y="6350000"/>
          <p14:tracePt t="64384" x="6800850" y="6343650"/>
          <p14:tracePt t="64401" x="6788150" y="6343650"/>
          <p14:tracePt t="64418" x="6775450" y="6343650"/>
          <p14:tracePt t="64434" x="6762750" y="6343650"/>
          <p14:tracePt t="64450" x="6756400" y="6343650"/>
          <p14:tracePt t="64482" x="6762750" y="6343650"/>
          <p14:tracePt t="64497" x="6775450" y="6343650"/>
          <p14:tracePt t="64504" x="6794500" y="6343650"/>
          <p14:tracePt t="64520" x="6832600" y="6343650"/>
          <p14:tracePt t="64533" x="6889750" y="6343650"/>
          <p14:tracePt t="64550" x="6953250" y="6343650"/>
          <p14:tracePt t="64567" x="7156450" y="6343650"/>
          <p14:tracePt t="64583" x="7258050" y="6343650"/>
          <p14:tracePt t="64600" x="7359650" y="6343650"/>
          <p14:tracePt t="64617" x="7550150" y="6324600"/>
          <p14:tracePt t="64633" x="7626350" y="6311900"/>
          <p14:tracePt t="64651" x="7734300" y="6286500"/>
          <p14:tracePt t="64667" x="7766050" y="6280150"/>
          <p14:tracePt t="64683" x="7778750" y="6280150"/>
          <p14:tracePt t="64700" x="7785100" y="6273800"/>
          <p14:tracePt t="64735" x="7785100" y="6267450"/>
          <p14:tracePt t="64784" x="7759700" y="6273800"/>
          <p14:tracePt t="64798" x="7721600" y="6280150"/>
          <p14:tracePt t="64805" x="7658100" y="6299200"/>
          <p14:tracePt t="64820" x="7562850" y="6324600"/>
          <p14:tracePt t="64836" x="7448550" y="6356350"/>
          <p14:tracePt t="64849" x="7334250" y="6375400"/>
          <p14:tracePt t="64866" x="7213600" y="6419850"/>
          <p14:tracePt t="64883" x="7023100" y="6470650"/>
          <p14:tracePt t="64899" x="6965950" y="6483350"/>
          <p14:tracePt t="64916" x="6934200" y="6496050"/>
          <p14:tracePt t="64932" x="6902450" y="6515100"/>
          <p14:tracePt t="64949" x="6896100" y="6515100"/>
          <p14:tracePt t="64969" x="6908800" y="6515100"/>
          <p14:tracePt t="64982" x="6934200" y="6515100"/>
          <p14:tracePt t="64998" x="6972300" y="6515100"/>
          <p14:tracePt t="65016" x="7092950" y="6508750"/>
          <p14:tracePt t="65032" x="7169150" y="6508750"/>
          <p14:tracePt t="65049" x="7258050" y="6508750"/>
          <p14:tracePt t="65065" x="7448550" y="6489700"/>
          <p14:tracePt t="65082" x="7524750" y="6483350"/>
          <p14:tracePt t="65098" x="7594600" y="6470650"/>
          <p14:tracePt t="65115" x="7651750" y="6470650"/>
          <p14:tracePt t="65132" x="7664450" y="6464300"/>
          <p14:tracePt t="65149" x="7670800" y="6457950"/>
          <p14:tracePt t="65181" x="7658100" y="6457950"/>
          <p14:tracePt t="65199" x="7543800" y="6457950"/>
          <p14:tracePt t="65215" x="7346950" y="6496050"/>
          <p14:tracePt t="65232" x="7219950" y="6521450"/>
          <p14:tracePt t="65248" x="6934200" y="6591300"/>
          <p14:tracePt t="65264" x="6870700" y="6604000"/>
          <p14:tracePt t="65281" x="6838950" y="6616700"/>
          <p14:tracePt t="65298" x="6807200" y="6623050"/>
          <p14:tracePt t="65330" x="6813550" y="6629400"/>
          <p14:tracePt t="65347" x="6883400" y="6623050"/>
          <p14:tracePt t="65364" x="6921500" y="6610350"/>
          <p14:tracePt t="65381" x="7004050" y="6604000"/>
          <p14:tracePt t="65397" x="7042150" y="6597650"/>
          <p14:tracePt t="65414" x="7086600" y="6584950"/>
          <p14:tracePt t="65431" x="7169150" y="6559550"/>
          <p14:tracePt t="65447" x="7194550" y="6546850"/>
          <p14:tracePt t="65464" x="7213600" y="6546850"/>
          <p14:tracePt t="65481" x="7232650" y="6527800"/>
          <p14:tracePt t="65497" x="7232650" y="6521450"/>
          <p14:tracePt t="65514" x="7239000" y="6515100"/>
          <p14:tracePt t="65531" x="7239000" y="6502400"/>
          <p14:tracePt t="65547" x="7239000" y="6496050"/>
          <p14:tracePt t="65564" x="7232650" y="6477000"/>
          <p14:tracePt t="65580" x="7194550" y="6445250"/>
          <p14:tracePt t="65597" x="7181850" y="6432550"/>
          <p14:tracePt t="65614" x="7092950" y="6330950"/>
          <p14:tracePt t="65630" x="7054850" y="6292850"/>
          <p14:tracePt t="65646" x="7023100" y="6261100"/>
          <p14:tracePt t="65663" x="6953250" y="6210300"/>
          <p14:tracePt t="65680" x="6889750" y="6178550"/>
          <p14:tracePt t="65697" x="6819900" y="6165850"/>
          <p14:tracePt t="65713" x="6794500" y="6165850"/>
          <p14:tracePt t="65730" x="6743700" y="6159500"/>
          <p14:tracePt t="65747" x="6711950" y="6165850"/>
          <p14:tracePt t="65763" x="6699250" y="6172200"/>
          <p14:tracePt t="65779" x="6686550" y="6178550"/>
          <p14:tracePt t="65796" x="6680200" y="6184900"/>
          <p14:tracePt t="65813" x="6686550" y="6191250"/>
          <p14:tracePt t="65831" x="6724650" y="6197600"/>
          <p14:tracePt t="65846" x="6832600" y="6216650"/>
          <p14:tracePt t="65862" x="6908800" y="6216650"/>
          <p14:tracePt t="65879" x="7073900" y="6223000"/>
          <p14:tracePt t="65896" x="7232650" y="6191250"/>
          <p14:tracePt t="65912" x="7289800" y="6172200"/>
          <p14:tracePt t="65929" x="7391400" y="6121400"/>
          <p14:tracePt t="65946" x="7410450" y="6089650"/>
          <p14:tracePt t="65962" x="7423150" y="6057900"/>
          <p14:tracePt t="65978" x="7416800" y="6013450"/>
          <p14:tracePt t="65995" x="7372350" y="5981700"/>
          <p14:tracePt t="66012" x="7258050" y="5918200"/>
          <p14:tracePt t="66029" x="7073900" y="5867400"/>
          <p14:tracePt t="66045" x="6946900" y="5867400"/>
          <p14:tracePt t="66062" x="6699250" y="5867400"/>
          <p14:tracePt t="66078" x="6451600" y="5924550"/>
          <p14:tracePt t="66095" x="6375400" y="5956300"/>
          <p14:tracePt t="66112" x="6223000" y="6026150"/>
          <p14:tracePt t="66128" x="6134100" y="6064250"/>
          <p14:tracePt t="66145" x="6121400" y="6083300"/>
          <p14:tracePt t="66162" x="6102350" y="6102350"/>
          <p14:tracePt t="66178" x="6102350" y="6108700"/>
          <p14:tracePt t="66195" x="6108700" y="6115050"/>
          <p14:tracePt t="66211" x="6184900" y="6115050"/>
          <p14:tracePt t="66228" x="6235700" y="6115050"/>
          <p14:tracePt t="66245" x="6515100" y="6127750"/>
          <p14:tracePt t="66261" x="6642100" y="6127750"/>
          <p14:tracePt t="66264" x="6781800" y="6121400"/>
          <p14:tracePt t="66294" x="6997700" y="6115050"/>
          <p14:tracePt t="66311" x="7143750" y="6096000"/>
          <p14:tracePt t="66328" x="7169150" y="6096000"/>
          <p14:tracePt t="66345" x="7188200" y="6083300"/>
          <p14:tracePt t="66361" x="7194550" y="6076950"/>
          <p14:tracePt t="66378" x="7181850" y="6076950"/>
          <p14:tracePt t="66394" x="7143750" y="6076950"/>
          <p14:tracePt t="66410" x="7023100" y="6102350"/>
          <p14:tracePt t="66428" x="6813550" y="6146800"/>
          <p14:tracePt t="66444" x="6686550" y="6178550"/>
          <p14:tracePt t="66461" x="6432550" y="6223000"/>
          <p14:tracePt t="66477" x="6203950" y="6261100"/>
          <p14:tracePt t="66494" x="6121400" y="6280150"/>
          <p14:tracePt t="66510" x="6051550" y="6305550"/>
          <p14:tracePt t="66527" x="6032500" y="6311900"/>
          <p14:tracePt t="66543" x="6038850" y="6311900"/>
          <p14:tracePt t="66561" x="6115050" y="6305550"/>
          <p14:tracePt t="66577" x="6280150" y="6292850"/>
          <p14:tracePt t="66593" x="6381750" y="6292850"/>
          <p14:tracePt t="66610" x="6648450" y="6286500"/>
          <p14:tracePt t="66627" x="6775450" y="6261100"/>
          <p14:tracePt t="66643" x="6978650" y="6242050"/>
          <p14:tracePt t="66660" x="7099300" y="6216650"/>
          <p14:tracePt t="66676" x="7131050" y="6210300"/>
          <p14:tracePt t="66694" x="7150100" y="6210300"/>
          <p14:tracePt t="66925" x="7150100" y="6203950"/>
          <p14:tracePt t="66940" x="7143750" y="6203950"/>
          <p14:tracePt t="66947" x="7137400" y="6203950"/>
          <p14:tracePt t="66962" x="7124700" y="6203950"/>
          <p14:tracePt t="66975" x="7112000" y="6203950"/>
          <p14:tracePt t="66992" x="7086600" y="6203950"/>
          <p14:tracePt t="67009" x="7067550" y="6210300"/>
          <p14:tracePt t="67025" x="7010400" y="6216650"/>
          <p14:tracePt t="67042" x="6953250" y="6229350"/>
          <p14:tracePt t="67058" x="6921500" y="6235700"/>
          <p14:tracePt t="67075" x="6883400" y="6254750"/>
          <p14:tracePt t="67091" x="6845300" y="6273800"/>
          <p14:tracePt t="67109" x="6838950" y="6292850"/>
          <p14:tracePt t="67125" x="6851650" y="6311900"/>
          <p14:tracePt t="67141" x="6877050" y="6324600"/>
          <p14:tracePt t="67158" x="7004050" y="6362700"/>
          <p14:tracePt t="67175" x="7067550" y="6381750"/>
          <p14:tracePt t="67191" x="7150100" y="6400800"/>
          <p14:tracePt t="67208" x="7302500" y="6419850"/>
          <p14:tracePt t="67224" x="7353300" y="6432550"/>
          <p14:tracePt t="67242" x="7423150" y="6438900"/>
          <p14:tracePt t="67274" x="7429500" y="6438900"/>
          <p14:tracePt t="67312" x="7429500" y="6432550"/>
          <p14:tracePt t="67327" x="7416800" y="6432550"/>
          <p14:tracePt t="67333" x="7391400" y="6438900"/>
          <p14:tracePt t="67347" x="7359650" y="6457950"/>
          <p14:tracePt t="67362" x="7321550" y="6464300"/>
          <p14:tracePt t="67377" x="7264400" y="6483350"/>
          <p14:tracePt t="67390" x="7213600" y="6489700"/>
          <p14:tracePt t="67407" x="7169150" y="6496050"/>
          <p14:tracePt t="67424" x="7099300" y="6508750"/>
          <p14:tracePt t="67440" x="7080250" y="6515100"/>
          <p14:tracePt t="67457" x="7067550" y="6515100"/>
          <p14:tracePt t="67474" x="7042150" y="6527800"/>
          <p14:tracePt t="67530" x="7048500" y="6527800"/>
          <p14:tracePt t="67544" x="7067550" y="6527800"/>
          <p14:tracePt t="67551" x="7080250" y="6521450"/>
          <p14:tracePt t="67565" x="7099300" y="6515100"/>
          <p14:tracePt t="67579" x="7112000" y="6515100"/>
          <p14:tracePt t="67593" x="7131050" y="6508750"/>
          <p14:tracePt t="67607" x="7143750" y="6502400"/>
          <p14:tracePt t="67623" x="7156450" y="6496050"/>
          <p14:tracePt t="67639" x="7169150" y="6489700"/>
          <p14:tracePt t="67657" x="7175500" y="6489700"/>
          <p14:tracePt t="67689" x="7181850" y="6483350"/>
          <p14:tracePt t="67713" x="7175500" y="6483350"/>
          <p14:tracePt t="67722" x="7169150" y="6483350"/>
          <p14:tracePt t="67740" x="7162800" y="6477000"/>
          <p14:tracePt t="68043" x="7105650" y="6477000"/>
          <p14:tracePt t="68049" x="7029450" y="6477000"/>
          <p14:tracePt t="68064" x="6940550" y="6477000"/>
          <p14:tracePt t="68072" x="6851650" y="6477000"/>
          <p14:tracePt t="68088" x="6750050" y="6477000"/>
          <p14:tracePt t="68105" x="6559550" y="6477000"/>
          <p14:tracePt t="68121" x="6394450" y="6477000"/>
          <p14:tracePt t="68138" x="6330950" y="6489700"/>
          <p14:tracePt t="68155" x="6235700" y="6496050"/>
          <p14:tracePt t="68171" x="6216650" y="6508750"/>
          <p14:tracePt t="68188" x="6178550" y="6521450"/>
          <p14:tracePt t="68205" x="6159500" y="6527800"/>
          <p14:tracePt t="68238" x="6146800" y="6534150"/>
          <p14:tracePt t="68254" x="6127750" y="6546850"/>
          <p14:tracePt t="68271" x="6121400" y="6546850"/>
          <p14:tracePt t="68288" x="6115050" y="6546850"/>
          <p14:tracePt t="68304" x="6102350" y="6546850"/>
          <p14:tracePt t="68321" x="6096000" y="6546850"/>
          <p14:tracePt t="68338" x="6076950" y="6546850"/>
          <p14:tracePt t="68354" x="6064250" y="6546850"/>
          <p14:tracePt t="68370" x="6038850" y="6546850"/>
          <p14:tracePt t="68387" x="6000750" y="6534150"/>
          <p14:tracePt t="68404" x="5943600" y="6527800"/>
          <p14:tracePt t="68421" x="5899150" y="6521450"/>
          <p14:tracePt t="68437" x="5791200" y="6502400"/>
          <p14:tracePt t="68453" x="5740400" y="6489700"/>
          <p14:tracePt t="68471" x="5568950" y="6477000"/>
          <p14:tracePt t="68487" x="5518150" y="6464300"/>
          <p14:tracePt t="68503" x="5480050" y="6464300"/>
          <p14:tracePt t="68520" x="5384800" y="6457950"/>
          <p14:tracePt t="68536" x="5334000" y="6451600"/>
          <p14:tracePt t="68553" x="5308600" y="6451600"/>
          <p14:tracePt t="68570" x="5264150" y="6451600"/>
          <p14:tracePt t="68586" x="5232400" y="6451600"/>
          <p14:tracePt t="68603" x="5219700" y="6451600"/>
          <p14:tracePt t="68619" x="5194300" y="6451600"/>
          <p14:tracePt t="68636" x="5168900" y="6457950"/>
          <p14:tracePt t="68653" x="5162550" y="6457950"/>
          <p14:tracePt t="68669" x="5156200" y="6457950"/>
          <p14:tracePt t="68686" x="5149850" y="6457950"/>
          <p14:tracePt t="68724" x="5149850" y="6464300"/>
          <p14:tracePt t="68907" x="5156200" y="6464300"/>
          <p14:tracePt t="68956" x="5162550" y="6464300"/>
          <p14:tracePt t="68997" x="5168900" y="6464300"/>
          <p14:tracePt t="69026" x="5175250" y="6464300"/>
          <p14:tracePt t="69033" x="5181600" y="6464300"/>
          <p14:tracePt t="69054" x="5187950" y="6464300"/>
          <p14:tracePt t="69069" x="5194300" y="6457950"/>
          <p14:tracePt t="69075" x="5200650" y="6457950"/>
          <p14:tracePt t="69089" x="5213350" y="6451600"/>
          <p14:tracePt t="69101" x="5232400" y="6451600"/>
          <p14:tracePt t="69118" x="5295900" y="6438900"/>
          <p14:tracePt t="69135" x="5321300" y="6426200"/>
          <p14:tracePt t="69152" x="5403850" y="6419850"/>
          <p14:tracePt t="69167" x="5473700" y="6407150"/>
          <p14:tracePt t="69184" x="5492750" y="6407150"/>
          <p14:tracePt t="69201" x="5518150" y="6400800"/>
          <p14:tracePt t="69217" x="5524500" y="6394450"/>
          <p14:tracePt t="69234" x="5524500" y="6388100"/>
          <p14:tracePt t="69251" x="5486400" y="6375400"/>
          <p14:tracePt t="69267" x="5353050" y="6343650"/>
          <p14:tracePt t="69284" x="5245100" y="6311900"/>
          <p14:tracePt t="69288" x="5118100" y="6280150"/>
          <p14:tracePt t="69301" x="4978400" y="6261100"/>
          <p14:tracePt t="69317" x="4572000" y="6178550"/>
          <p14:tracePt t="69335" x="4184650" y="6127750"/>
          <p14:tracePt t="69351" x="3987800" y="6102350"/>
          <p14:tracePt t="69367" x="3829050" y="6102350"/>
          <p14:tracePt t="69384" x="3486150" y="6115050"/>
          <p14:tracePt t="69400" x="3409950" y="6121400"/>
          <p14:tracePt t="69417" x="3346450" y="6134100"/>
          <p14:tracePt t="69433" x="3238500" y="6159500"/>
          <p14:tracePt t="69450" x="3162300" y="6178550"/>
          <p14:tracePt t="69467" x="3130550" y="6191250"/>
          <p14:tracePt t="69483" x="3098800" y="6197600"/>
          <p14:tracePt t="69500" x="3067050" y="6210300"/>
          <p14:tracePt t="69517" x="3028950" y="6229350"/>
          <p14:tracePt t="69533" x="3022600" y="6229350"/>
          <p14:tracePt t="69550" x="2990850" y="6254750"/>
          <p14:tracePt t="69567" x="2965450" y="6267450"/>
          <p14:tracePt t="69583" x="2952750" y="6267450"/>
          <p14:tracePt t="69599" x="2921000" y="6286500"/>
          <p14:tracePt t="69616" x="2889250" y="6292850"/>
          <p14:tracePt t="69633" x="2876550" y="6292850"/>
          <p14:tracePt t="69650" x="2857500" y="6292850"/>
          <p14:tracePt t="69666" x="2781300" y="6305550"/>
          <p14:tracePt t="69683" x="2762250" y="6305550"/>
          <p14:tracePt t="69700" x="2698750" y="6305550"/>
          <p14:tracePt t="69716" x="2679700" y="6305550"/>
          <p14:tracePt t="69732" x="2622550" y="6305550"/>
          <p14:tracePt t="69749" x="2571750" y="6305550"/>
          <p14:tracePt t="69766" x="2552700" y="6299200"/>
          <p14:tracePt t="69784" x="2508250" y="6280150"/>
          <p14:tracePt t="69787" x="2489200" y="6261100"/>
          <p14:tracePt t="69799" x="2463800" y="6254750"/>
          <p14:tracePt t="69815" x="2444750" y="6254750"/>
          <p14:tracePt t="69832" x="2432050" y="6248400"/>
          <p14:tracePt t="70131" x="2393950" y="6248400"/>
          <p14:tracePt t="70138" x="2317750" y="6248400"/>
          <p14:tracePt t="70147" x="2241550" y="6248400"/>
          <p14:tracePt t="70164" x="2178050" y="6242050"/>
          <p14:tracePt t="70182" x="2044700" y="6229350"/>
          <p14:tracePt t="70198" x="2006600" y="6223000"/>
          <p14:tracePt t="70214" x="1936750" y="6223000"/>
          <p14:tracePt t="70231" x="1911350" y="6223000"/>
          <p14:tracePt t="70247" x="1898650" y="6223000"/>
          <p14:tracePt t="70265" x="1879600" y="6235700"/>
          <p14:tracePt t="70280" x="1873250" y="6235700"/>
          <p14:tracePt t="70342" x="1873250" y="6242050"/>
          <p14:tracePt t="70349" x="1866900" y="6248400"/>
          <p14:tracePt t="70370" x="1860550" y="6261100"/>
          <p14:tracePt t="70377" x="1854200" y="6261100"/>
          <p14:tracePt t="70391" x="1847850" y="6267450"/>
          <p14:tracePt t="70400" x="1847850" y="6273800"/>
          <p14:tracePt t="70413" x="1841500" y="6280150"/>
          <p14:tracePt t="70430" x="1835150" y="6292850"/>
          <p14:tracePt t="70447" x="1828800" y="6292850"/>
          <p14:tracePt t="70463" x="1828800" y="6299200"/>
          <p14:tracePt t="70480" x="1828800" y="6305550"/>
          <p14:tracePt t="70497" x="1822450" y="6311900"/>
          <p14:tracePt t="70513" x="1822450" y="6318250"/>
          <p14:tracePt t="70546" x="1816100" y="6324600"/>
          <p14:tracePt t="70581" x="1809750" y="6330950"/>
          <p14:tracePt t="70587" x="1803400" y="6330950"/>
          <p14:tracePt t="70609" x="1803400" y="6337300"/>
          <p14:tracePt t="70637" x="1797050" y="6337300"/>
          <p14:tracePt t="70672" x="1797050" y="6343650"/>
          <p14:tracePt t="70693" x="1790700" y="6350000"/>
          <p14:tracePt t="70700" x="1790700" y="6356350"/>
          <p14:tracePt t="70728" x="1784350" y="6356350"/>
          <p14:tracePt t="70750" x="1778000" y="6362700"/>
          <p14:tracePt t="70785" x="1771650" y="6369050"/>
          <p14:tracePt t="70799" x="1765300" y="6369050"/>
          <p14:tracePt t="70820" x="1758950" y="6369050"/>
          <p14:tracePt t="70869" x="1752600" y="6369050"/>
          <p14:tracePt t="70890" x="1746250" y="6375400"/>
          <p14:tracePt t="70904" x="1739900" y="6375400"/>
          <p14:tracePt t="70910" x="1733550" y="6381750"/>
          <p14:tracePt t="70925" x="1727200" y="6381750"/>
          <p14:tracePt t="70932" x="1720850" y="6381750"/>
          <p14:tracePt t="70945" x="1720850" y="6388100"/>
          <p14:tracePt t="70961" x="1695450" y="6400800"/>
          <p14:tracePt t="70978" x="1682750" y="6407150"/>
          <p14:tracePt t="70995" x="1644650" y="6426200"/>
          <p14:tracePt t="71011" x="1600200" y="6457950"/>
          <p14:tracePt t="71028" x="1568450" y="6470650"/>
          <p14:tracePt t="71045" x="1543050" y="6489700"/>
          <p14:tracePt t="71061" x="1530350" y="6496050"/>
          <p14:tracePt t="71396" x="1625600" y="6451600"/>
          <p14:tracePt t="71403" x="1670050" y="6426200"/>
          <p14:tracePt t="71412" x="1727200" y="6388100"/>
          <p14:tracePt t="71426" x="1771650" y="6362700"/>
          <p14:tracePt t="71444" x="1816100" y="6337300"/>
          <p14:tracePt t="71460" x="1905000" y="6280150"/>
          <p14:tracePt t="71477" x="1955800" y="6242050"/>
          <p14:tracePt t="71494" x="1987550" y="6223000"/>
          <p14:tracePt t="71510" x="2006600" y="6216650"/>
          <p14:tracePt t="71526" x="2019300" y="6203950"/>
          <p14:tracePt t="71543" x="2025650" y="6203950"/>
          <p14:tracePt t="71593" x="2025650" y="6197600"/>
          <p14:tracePt t="71726" x="2025650" y="6203950"/>
          <p14:tracePt t="71761" x="2025650" y="6210300"/>
          <p14:tracePt t="71782" x="2025650" y="6216650"/>
          <p14:tracePt t="71818" x="2032000" y="6223000"/>
          <p14:tracePt t="71823" x="2038350" y="6223000"/>
          <p14:tracePt t="71838" x="2044700" y="6229350"/>
          <p14:tracePt t="71845" x="2051050" y="6235700"/>
          <p14:tracePt t="71859" x="2070100" y="6242050"/>
          <p14:tracePt t="71875" x="2127250" y="6273800"/>
          <p14:tracePt t="71892" x="2184400" y="6299200"/>
          <p14:tracePt t="71908" x="2330450" y="6362700"/>
          <p14:tracePt t="71925" x="2540000" y="6432550"/>
          <p14:tracePt t="71941" x="2647950" y="6464300"/>
          <p14:tracePt t="71958" x="2876550" y="6527800"/>
          <p14:tracePt t="71975" x="2997200" y="6546850"/>
          <p14:tracePt t="71992" x="3263900" y="6572250"/>
          <p14:tracePt t="72008" x="3340100" y="6572250"/>
          <p14:tracePt t="72024" x="3390900" y="6565900"/>
          <p14:tracePt t="72041" x="3473450" y="6553200"/>
          <p14:tracePt t="72058" x="3530600" y="6527800"/>
          <p14:tracePt t="72074" x="3549650" y="6515100"/>
          <p14:tracePt t="72091" x="3575050" y="6508750"/>
          <p14:tracePt t="72108" x="3587750" y="6502400"/>
          <p14:tracePt t="72124" x="3600450" y="6502400"/>
          <p14:tracePt t="72141" x="3600450" y="6496050"/>
          <p14:tracePt t="72158" x="3600450" y="6489700"/>
          <p14:tracePt t="72175" x="3606800" y="6483350"/>
          <p14:tracePt t="72207" x="3613150" y="6483350"/>
          <p14:tracePt t="72227" x="3619500" y="6477000"/>
          <p14:tracePt t="72337" x="3613150" y="6477000"/>
          <p14:tracePt t="72343" x="3606800" y="6477000"/>
          <p14:tracePt t="72365" x="3600450" y="6483350"/>
          <p14:tracePt t="72386" x="3594100" y="6489700"/>
          <p14:tracePt t="72400" x="3587750" y="6496050"/>
          <p14:tracePt t="72410" x="3568700" y="6508750"/>
          <p14:tracePt t="72423" x="3549650" y="6521450"/>
          <p14:tracePt t="72440" x="3479800" y="6572250"/>
          <p14:tracePt t="72457" x="3403600" y="6623050"/>
          <p14:tracePt t="72473" x="3371850" y="6648450"/>
          <p14:tracePt t="72491" x="3321050" y="6680200"/>
          <p14:tracePt t="72506" x="3295650" y="6705600"/>
          <p14:tracePt t="72522" x="3282950" y="6711950"/>
          <p14:tracePt t="72540" x="3276600" y="6718300"/>
          <p14:tracePt t="72556" x="3282950" y="6718300"/>
          <p14:tracePt t="72573" x="3295650" y="6711950"/>
          <p14:tracePt t="72590" x="3346450" y="6686550"/>
          <p14:tracePt t="72606" x="3397250" y="6667500"/>
          <p14:tracePt t="72622" x="3549650" y="6597650"/>
          <p14:tracePt t="72639" x="3721100" y="6496050"/>
          <p14:tracePt t="72656" x="3803650" y="6445250"/>
          <p14:tracePt t="72672" x="3956050" y="6343650"/>
          <p14:tracePt t="72690" x="4051300" y="6273800"/>
          <p14:tracePt t="72705" x="4083050" y="6254750"/>
          <p14:tracePt t="72723" x="4108450" y="6229350"/>
          <p14:tracePt t="72738" x="4114800" y="6223000"/>
          <p14:tracePt t="72772" x="4108450" y="6223000"/>
          <p14:tracePt t="72789" x="4102100" y="6223000"/>
          <p14:tracePt t="72809" x="4095750" y="6229350"/>
          <p14:tracePt t="72828" x="4089400" y="6235700"/>
          <p14:tracePt t="72838" x="4083050" y="6235700"/>
          <p14:tracePt t="72856" x="4076700" y="6242050"/>
          <p14:tracePt t="72872" x="4057650" y="6261100"/>
          <p14:tracePt t="72889" x="4044950" y="6267450"/>
          <p14:tracePt t="72905" x="4000500" y="6299200"/>
          <p14:tracePt t="72921" x="3987800" y="6311900"/>
          <p14:tracePt t="72955" x="3975100" y="6311900"/>
          <p14:tracePt t="72971" x="3968750" y="6311900"/>
          <p14:tracePt t="72989" x="3968750" y="6305550"/>
          <p14:tracePt t="73004" x="3975100" y="6292850"/>
          <p14:tracePt t="73021" x="3987800" y="6286500"/>
          <p14:tracePt t="74342" x="4025900" y="6280150"/>
          <p14:tracePt t="74356" x="4083050" y="6261100"/>
          <p14:tracePt t="74363" x="4159250" y="6216650"/>
          <p14:tracePt t="74370" x="4254500" y="6184900"/>
          <p14:tracePt t="74386" x="4375150" y="6134100"/>
          <p14:tracePt t="74399" x="4508500" y="6064250"/>
          <p14:tracePt t="74416" x="4914900" y="5911850"/>
          <p14:tracePt t="74433" x="5321300" y="5740400"/>
          <p14:tracePt t="74449" x="5518150" y="5657850"/>
          <p14:tracePt t="74466" x="5911850" y="5461000"/>
          <p14:tracePt t="74483" x="6242050" y="5321300"/>
          <p14:tracePt t="74499" x="6413500" y="5245100"/>
          <p14:tracePt t="74516" x="6654800" y="5137150"/>
          <p14:tracePt t="74533" x="6838950" y="5054600"/>
          <p14:tracePt t="74549" x="6908800" y="5022850"/>
          <p14:tracePt t="74566" x="6978650" y="4972050"/>
          <p14:tracePt t="74582" x="7086600" y="4927600"/>
          <p14:tracePt t="74599" x="7162800" y="4902200"/>
          <p14:tracePt t="74616" x="7194550" y="4889500"/>
          <p14:tracePt t="74632" x="7207250" y="4889500"/>
          <p14:tracePt t="74649" x="7219950" y="4889500"/>
          <p14:tracePt t="74681" x="7226300" y="4889500"/>
          <p14:tracePt t="74698" x="7232650" y="4895850"/>
          <p14:tracePt t="74715" x="7251700" y="4914900"/>
          <p14:tracePt t="74732" x="7277100" y="4933950"/>
          <p14:tracePt t="74749" x="7315200" y="4965700"/>
          <p14:tracePt t="74765" x="7321550" y="5010150"/>
          <p14:tracePt t="74782" x="7353300" y="5080000"/>
          <p14:tracePt t="74799" x="7366000" y="5162550"/>
          <p14:tracePt t="74815" x="7372350" y="5207000"/>
          <p14:tracePt t="74831" x="7378700" y="5308600"/>
          <p14:tracePt t="74848" x="7372350" y="5403850"/>
          <p14:tracePt t="74865" x="7359650" y="5454650"/>
          <p14:tracePt t="74881" x="7359650" y="5505450"/>
          <p14:tracePt t="74898" x="7353300" y="5530850"/>
          <p14:tracePt t="74915" x="7353300" y="5543550"/>
          <p14:tracePt t="74931" x="7346950" y="5549900"/>
          <p14:tracePt t="74953" x="7346950" y="5556250"/>
          <p14:tracePt t="75059" x="7340600" y="5556250"/>
          <p14:tracePt t="75087" x="7334250" y="5556250"/>
          <p14:tracePt t="75093" x="7334250" y="5562600"/>
          <p14:tracePt t="75840" x="7346950" y="5562600"/>
          <p14:tracePt t="75847" x="7372350" y="5562600"/>
          <p14:tracePt t="75862" x="7410450" y="5562600"/>
          <p14:tracePt t="75878" x="7493000" y="5549900"/>
          <p14:tracePt t="75896" x="7531100" y="5530850"/>
          <p14:tracePt t="75899" x="7575550" y="5518150"/>
          <p14:tracePt t="75913" x="7620000" y="5499100"/>
          <p14:tracePt t="75927" x="7702550" y="5473700"/>
          <p14:tracePt t="75944" x="7734300" y="5467350"/>
          <p14:tracePt t="75961" x="7804150" y="5448300"/>
          <p14:tracePt t="75977" x="7829550" y="5448300"/>
          <p14:tracePt t="75995" x="7912100" y="5435600"/>
          <p14:tracePt t="76011" x="7937500" y="5435600"/>
          <p14:tracePt t="76028" x="7975600" y="5435600"/>
          <p14:tracePt t="76044" x="8058150" y="5435600"/>
          <p14:tracePt t="76061" x="8153400" y="5448300"/>
          <p14:tracePt t="76077" x="8204200" y="5454650"/>
          <p14:tracePt t="76095" x="8286750" y="5480050"/>
          <p14:tracePt t="76111" x="8375650" y="5505450"/>
          <p14:tracePt t="76128" x="8413750" y="5530850"/>
          <p14:tracePt t="76144" x="8426450" y="5537200"/>
          <p14:tracePt t="76160" x="8445500" y="5537200"/>
          <p14:tracePt t="76177" x="8445500" y="5543550"/>
          <p14:tracePt t="76193" x="8445500" y="5549900"/>
          <p14:tracePt t="76318" x="8445500" y="5556250"/>
          <p14:tracePt t="76402" x="8445500" y="5562600"/>
          <p14:tracePt t="76458" x="8439150" y="5568950"/>
          <p14:tracePt t="76599" x="8439150" y="5575300"/>
          <p14:tracePt t="76648" x="8432800" y="5581650"/>
          <p14:tracePt t="76662" x="8432800" y="5588000"/>
          <p14:tracePt t="76669" x="8432800" y="5594350"/>
          <p14:tracePt t="76690" x="8426450" y="5600700"/>
          <p14:tracePt t="76697" x="8426450" y="5607050"/>
          <p14:tracePt t="76740" x="8426450" y="5613400"/>
          <p14:tracePt t="76760" x="8420100" y="5619750"/>
          <p14:tracePt t="76789" x="8420100" y="5626100"/>
          <p14:tracePt t="76809" x="8420100" y="5632450"/>
          <p14:tracePt t="76831" x="8420100" y="5638800"/>
          <p14:tracePt t="76879" x="8420100" y="5645150"/>
          <p14:tracePt t="76900" x="8413750" y="5645150"/>
          <p14:tracePt t="76909" x="8413750" y="5651500"/>
          <p14:tracePt t="76978" x="8413750" y="565785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__le__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'__ne__',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order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y=</a:t>
            </a:r>
            <a:r>
              <a:rPr lang="fr-FR" sz="2200" spc="-9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1,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3)</a:t>
            </a:r>
            <a:endParaRPr lang="fr-FR" sz="2200" spc="-1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&lt;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150" spc="-17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58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41"/>
    </mc:Choice>
    <mc:Fallback xmlns="">
      <p:transition spd="slow" advTm="323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930" x="8407400" y="5657850"/>
          <p14:tracePt t="1945" x="8394700" y="5657850"/>
          <p14:tracePt t="1958" x="8388350" y="5657850"/>
          <p14:tracePt t="1964" x="8382000" y="5657850"/>
          <p14:tracePt t="1980" x="8369300" y="5657850"/>
          <p14:tracePt t="1993" x="8362950" y="5657850"/>
          <p14:tracePt t="2010" x="8337550" y="5657850"/>
          <p14:tracePt t="2028" x="8312150" y="5664200"/>
          <p14:tracePt t="2044" x="8305800" y="5670550"/>
          <p14:tracePt t="2060" x="8293100" y="5670550"/>
          <p14:tracePt t="2077" x="8280400" y="5670550"/>
          <p14:tracePt t="2118" x="8274050" y="5670550"/>
          <p14:tracePt t="2189" x="8267700" y="5670550"/>
          <p14:tracePt t="2589" x="8267700" y="5676900"/>
          <p14:tracePt t="3030" x="8185150" y="5664200"/>
          <p14:tracePt t="3037" x="8001000" y="5632450"/>
          <p14:tracePt t="3052" x="7759700" y="5600700"/>
          <p14:tracePt t="3059" x="7505700" y="5543550"/>
          <p14:tracePt t="3075" x="7226300" y="5480050"/>
          <p14:tracePt t="3090" x="6546850" y="5365750"/>
          <p14:tracePt t="3107" x="6223000" y="5334000"/>
          <p14:tracePt t="3123" x="5651500" y="5238750"/>
          <p14:tracePt t="3139" x="5327650" y="5187950"/>
          <p14:tracePt t="3157" x="4546600" y="5111750"/>
          <p14:tracePt t="3173" x="4305300" y="5099050"/>
          <p14:tracePt t="3189" x="4121150" y="5099050"/>
          <p14:tracePt t="3206" x="3829050" y="5080000"/>
          <p14:tracePt t="3223" x="3549650" y="5080000"/>
          <p14:tracePt t="3239" x="3409950" y="5080000"/>
          <p14:tracePt t="3256" x="3206750" y="5080000"/>
          <p14:tracePt t="3272" x="3003550" y="5080000"/>
          <p14:tracePt t="3289" x="2914650" y="5080000"/>
          <p14:tracePt t="3305" x="2711450" y="5080000"/>
          <p14:tracePt t="3322" x="2546350" y="5092700"/>
          <p14:tracePt t="3340" x="2425700" y="5111750"/>
          <p14:tracePt t="3355" x="2362200" y="5111750"/>
          <p14:tracePt t="3372" x="2241550" y="5130800"/>
          <p14:tracePt t="3389" x="2146300" y="5143500"/>
          <p14:tracePt t="3405" x="2108200" y="5156200"/>
          <p14:tracePt t="3422" x="2063750" y="5162550"/>
          <p14:tracePt t="3439" x="1974850" y="5194300"/>
          <p14:tracePt t="3455" x="1943100" y="5200650"/>
          <p14:tracePt t="3474" x="1911350" y="5213350"/>
          <p14:tracePt t="3488" x="1879600" y="5219700"/>
          <p14:tracePt t="3505" x="1841500" y="5238750"/>
          <p14:tracePt t="3522" x="1803400" y="5245100"/>
          <p14:tracePt t="3538" x="1784350" y="5251450"/>
          <p14:tracePt t="3554" x="1733550" y="5264150"/>
          <p14:tracePt t="3572" x="1676400" y="5289550"/>
          <p14:tracePt t="3588" x="1631950" y="5302250"/>
          <p14:tracePt t="3604" x="1568450" y="5334000"/>
          <p14:tracePt t="3621" x="1517650" y="5365750"/>
          <p14:tracePt t="3638" x="1492250" y="5378450"/>
          <p14:tracePt t="3655" x="1454150" y="5403850"/>
          <p14:tracePt t="3670" x="1409700" y="5429250"/>
          <p14:tracePt t="3688" x="1397000" y="5435600"/>
          <p14:tracePt t="3705" x="1365250" y="5461000"/>
          <p14:tracePt t="3720" x="1358900" y="5467350"/>
          <p14:tracePt t="3737" x="1352550" y="5473700"/>
          <p14:tracePt t="3754" x="1346200" y="5480050"/>
          <p14:tracePt t="3770" x="1339850" y="5486400"/>
          <p14:tracePt t="3810" x="1333500" y="5499100"/>
          <p14:tracePt t="3824" x="1327150" y="5505450"/>
          <p14:tracePt t="3845" x="1327150" y="5511800"/>
          <p14:tracePt t="3852" x="1327150" y="5518150"/>
          <p14:tracePt t="3859" x="1320800" y="5524500"/>
          <p14:tracePt t="3874" x="1320800" y="5530850"/>
          <p14:tracePt t="3888" x="1314450" y="5537200"/>
          <p14:tracePt t="3904" x="1308100" y="5543550"/>
          <p14:tracePt t="3921" x="1301750" y="5556250"/>
          <p14:tracePt t="3937" x="1289050" y="5575300"/>
          <p14:tracePt t="3954" x="1276350" y="5619750"/>
          <p14:tracePt t="3970" x="1263650" y="5632450"/>
          <p14:tracePt t="3974" x="1250950" y="5651500"/>
          <p14:tracePt t="3987" x="1244600" y="5657850"/>
          <p14:tracePt t="4003" x="1231900" y="5683250"/>
          <p14:tracePt t="4020" x="1225550" y="5689600"/>
          <p14:tracePt t="4042" x="1231900" y="5683250"/>
          <p14:tracePt t="5896" x="1365250" y="5670550"/>
          <p14:tracePt t="5911" x="1536700" y="5645150"/>
          <p14:tracePt t="5917" x="1708150" y="5626100"/>
          <p14:tracePt t="5933" x="1854200" y="5600700"/>
          <p14:tracePt t="5946" x="2438400" y="5556250"/>
          <p14:tracePt t="5963" x="2749550" y="5556250"/>
          <p14:tracePt t="5980" x="3086100" y="5556250"/>
          <p14:tracePt t="5996" x="3759200" y="5556250"/>
          <p14:tracePt t="6013" x="4419600" y="5581650"/>
          <p14:tracePt t="6030" x="5099050" y="5613400"/>
          <p14:tracePt t="6046" x="5441950" y="5632450"/>
          <p14:tracePt t="6063" x="5753100" y="5645150"/>
          <p14:tracePt t="6079" x="6756400" y="5670550"/>
          <p14:tracePt t="6096" x="7016750" y="5676900"/>
          <p14:tracePt t="6113" x="7410450" y="5676900"/>
          <p14:tracePt t="6129" x="7677150" y="5689600"/>
          <p14:tracePt t="6146" x="7804150" y="5695950"/>
          <p14:tracePt t="6163" x="8020050" y="5708650"/>
          <p14:tracePt t="6179" x="8172450" y="5715000"/>
          <p14:tracePt t="6196" x="8248650" y="5715000"/>
          <p14:tracePt t="6213" x="8350250" y="5727700"/>
          <p14:tracePt t="6229" x="8407400" y="5727700"/>
          <p14:tracePt t="6245" x="8509000" y="5746750"/>
          <p14:tracePt t="6262" x="8629650" y="5746750"/>
          <p14:tracePt t="6279" x="8680450" y="5746750"/>
          <p14:tracePt t="6295" x="8756650" y="5740400"/>
          <p14:tracePt t="6311" x="8807450" y="5740400"/>
          <p14:tracePt t="6328" x="8832850" y="5734050"/>
          <p14:tracePt t="6346" x="8858250" y="5721350"/>
          <p14:tracePt t="6362" x="8883650" y="5715000"/>
          <p14:tracePt t="6378" x="8896350" y="5715000"/>
          <p14:tracePt t="6396" x="8921750" y="5702300"/>
          <p14:tracePt t="6412" x="8928100" y="5689600"/>
          <p14:tracePt t="6428" x="8928100" y="5683250"/>
          <p14:tracePt t="6446" x="8934450" y="5683250"/>
          <p14:tracePt t="7406" x="8921750" y="5664200"/>
          <p14:tracePt t="7413" x="8864600" y="5613400"/>
          <p14:tracePt t="7428" x="8794750" y="5562600"/>
          <p14:tracePt t="7444" x="8699500" y="5480050"/>
          <p14:tracePt t="7458" x="8604250" y="5391150"/>
          <p14:tracePt t="7474" x="8248650" y="5105400"/>
          <p14:tracePt t="7491" x="7670800" y="4679950"/>
          <p14:tracePt t="7508" x="7378700" y="4457700"/>
          <p14:tracePt t="7525" x="6711950" y="4019550"/>
          <p14:tracePt t="7541" x="6381750" y="3829050"/>
          <p14:tracePt t="7557" x="5759450" y="3524250"/>
          <p14:tracePt t="7575" x="5226050" y="3314700"/>
          <p14:tracePt t="7591" x="5016500" y="3263900"/>
          <p14:tracePt t="7607" x="4749800" y="3206750"/>
          <p14:tracePt t="7624" x="4559300" y="3162300"/>
          <p14:tracePt t="7641" x="4489450" y="3155950"/>
          <p14:tracePt t="7657" x="4400550" y="3149600"/>
          <p14:tracePt t="7674" x="4343400" y="3149600"/>
          <p14:tracePt t="7690" x="4305300" y="3149600"/>
          <p14:tracePt t="7708" x="4241800" y="3155950"/>
          <p14:tracePt t="7724" x="4171950" y="3175000"/>
          <p14:tracePt t="7740" x="4133850" y="3187700"/>
          <p14:tracePt t="7757" x="4051300" y="3200400"/>
          <p14:tracePt t="7773" x="3956050" y="3206750"/>
          <p14:tracePt t="7790" x="3917950" y="3206750"/>
          <p14:tracePt t="7807" x="3841750" y="3206750"/>
          <p14:tracePt t="7824" x="3797300" y="3206750"/>
          <p14:tracePt t="7840" x="3733800" y="3206750"/>
          <p14:tracePt t="7856" x="3683000" y="3213100"/>
          <p14:tracePt t="7873" x="3670300" y="3213100"/>
          <p14:tracePt t="7890" x="3651250" y="3219450"/>
          <p14:tracePt t="7923" x="3644900" y="3225800"/>
          <p14:tracePt t="7940" x="3644900" y="3232150"/>
          <p14:tracePt t="7968" x="3644900" y="3238500"/>
          <p14:tracePt t="7996" x="3644900" y="3251200"/>
          <p14:tracePt t="8003" x="3644900" y="3257550"/>
          <p14:tracePt t="8017" x="3644900" y="3270250"/>
          <p14:tracePt t="8026" x="3644900" y="3282950"/>
          <p14:tracePt t="8040" x="3644900" y="3295650"/>
          <p14:tracePt t="8056" x="3651250" y="3327400"/>
          <p14:tracePt t="8074" x="3670300" y="3378200"/>
          <p14:tracePt t="8089" x="3676650" y="3397250"/>
          <p14:tracePt t="8106" x="3702050" y="3441700"/>
          <p14:tracePt t="8123" x="3778250" y="3594100"/>
          <p14:tracePt t="8139" x="3803650" y="3638550"/>
          <p14:tracePt t="8156" x="3841750" y="3695700"/>
          <p14:tracePt t="8172" x="3937000" y="3803650"/>
          <p14:tracePt t="8188" x="4083050" y="3937000"/>
          <p14:tracePt t="8206" x="4165600" y="3987800"/>
          <p14:tracePt t="8222" x="4362450" y="4095750"/>
          <p14:tracePt t="8238" x="4584700" y="4146550"/>
          <p14:tracePt t="8256" x="4826000" y="4178300"/>
          <p14:tracePt t="8272" x="4940300" y="4178300"/>
          <p14:tracePt t="8288" x="5067300" y="4178300"/>
          <p14:tracePt t="8305" x="5327650" y="4159250"/>
          <p14:tracePt t="8322" x="5480050" y="4127500"/>
          <p14:tracePt t="8339" x="5721350" y="4076700"/>
          <p14:tracePt t="8356" x="5835650" y="4044950"/>
          <p14:tracePt t="8371" x="6070600" y="3981450"/>
          <p14:tracePt t="8389" x="6172200" y="3949700"/>
          <p14:tracePt t="8404" x="6375400" y="3841750"/>
          <p14:tracePt t="8422" x="6457950" y="3803650"/>
          <p14:tracePt t="8438" x="6584950" y="3702050"/>
          <p14:tracePt t="8455" x="6686550" y="3619500"/>
          <p14:tracePt t="8471" x="6731000" y="3581400"/>
          <p14:tracePt t="8487" x="6813550" y="3492500"/>
          <p14:tracePt t="8504" x="6883400" y="3422650"/>
          <p14:tracePt t="8522" x="6908800" y="3390900"/>
          <p14:tracePt t="8525" x="6940550" y="3365500"/>
          <p14:tracePt t="8538" x="6965950" y="3327400"/>
          <p14:tracePt t="8554" x="7004050" y="3282950"/>
          <p14:tracePt t="8572" x="7042150" y="3238500"/>
          <p14:tracePt t="8587" x="7054850" y="3232150"/>
          <p14:tracePt t="8604" x="7073900" y="3219450"/>
          <p14:tracePt t="8621" x="7080250" y="3219450"/>
          <p14:tracePt t="8637" x="7086600" y="3213100"/>
          <p14:tracePt t="8654" x="7086600" y="3206750"/>
          <p14:tracePt t="8698" x="7092950" y="3206750"/>
          <p14:tracePt t="8881" x="7092950" y="3213100"/>
          <p14:tracePt t="8888" x="7086600" y="3219450"/>
          <p14:tracePt t="8909" x="7067550" y="3232150"/>
          <p14:tracePt t="8916" x="7035800" y="3251200"/>
          <p14:tracePt t="8929" x="6991350" y="3263900"/>
          <p14:tracePt t="8939" x="6908800" y="3295650"/>
          <p14:tracePt t="8953" x="6807200" y="3340100"/>
          <p14:tracePt t="8969" x="6527800" y="3416300"/>
          <p14:tracePt t="8986" x="6070600" y="3517900"/>
          <p14:tracePt t="9003" x="5848350" y="3543300"/>
          <p14:tracePt t="9019" x="5607050" y="3575050"/>
          <p14:tracePt t="9036" x="4972050" y="3600450"/>
          <p14:tracePt t="9053" x="4787900" y="3600450"/>
          <p14:tracePt t="9070" x="4660900" y="3600450"/>
          <p14:tracePt t="9086" x="4445000" y="3587750"/>
          <p14:tracePt t="9102" x="4298950" y="3556000"/>
          <p14:tracePt t="9120" x="4191000" y="3524250"/>
          <p14:tracePt t="9135" x="4159250" y="3505200"/>
          <p14:tracePt t="9152" x="4108450" y="3486150"/>
          <p14:tracePt t="9169" x="4051300" y="3441700"/>
          <p14:tracePt t="9185" x="4038600" y="3435350"/>
          <p14:tracePt t="9202" x="4019550" y="3409950"/>
          <p14:tracePt t="9219" x="3994150" y="3390900"/>
          <p14:tracePt t="9235" x="3968750" y="3378200"/>
          <p14:tracePt t="9252" x="3949700" y="3352800"/>
          <p14:tracePt t="9268" x="3917950" y="3327400"/>
          <p14:tracePt t="9285" x="3905250" y="3314700"/>
          <p14:tracePt t="9302" x="3879850" y="3302000"/>
          <p14:tracePt t="9318" x="3848100" y="3289300"/>
          <p14:tracePt t="9335" x="3848100" y="3282950"/>
          <p14:tracePt t="9352" x="3829050" y="3282950"/>
          <p14:tracePt t="9384" x="3822700" y="3282950"/>
          <p14:tracePt t="9401" x="3816350" y="3282950"/>
          <p14:tracePt t="9418" x="3816350" y="3289300"/>
          <p14:tracePt t="9435" x="3816350" y="3295650"/>
          <p14:tracePt t="9451" x="3816350" y="3302000"/>
          <p14:tracePt t="9468" x="3816350" y="3314700"/>
          <p14:tracePt t="9485" x="3829050" y="3333750"/>
          <p14:tracePt t="9501" x="3879850" y="3397250"/>
          <p14:tracePt t="9517" x="3924300" y="3448050"/>
          <p14:tracePt t="9534" x="4089400" y="3568700"/>
          <p14:tracePt t="9551" x="4210050" y="3651250"/>
          <p14:tracePt t="9554" x="4356100" y="3721100"/>
          <p14:tracePt t="9584" x="4851400" y="3937000"/>
          <p14:tracePt t="9600" x="5137150" y="4032250"/>
          <p14:tracePt t="9618" x="5848350" y="4184650"/>
          <p14:tracePt t="9634" x="6527800" y="4216400"/>
          <p14:tracePt t="9650" x="6851650" y="4191000"/>
          <p14:tracePt t="9667" x="7340600" y="4133850"/>
          <p14:tracePt t="9684" x="7664450" y="4038600"/>
          <p14:tracePt t="9700" x="7766050" y="3994150"/>
          <p14:tracePt t="9717" x="7918450" y="3905250"/>
          <p14:tracePt t="9733" x="8007350" y="3841750"/>
          <p14:tracePt t="9750" x="8045450" y="3816350"/>
          <p14:tracePt t="9767" x="8077200" y="3778250"/>
          <p14:tracePt t="9783" x="8089900" y="3771900"/>
          <p14:tracePt t="9800" x="8096250" y="3765550"/>
          <p14:tracePt t="10061" x="8102600" y="3765550"/>
          <p14:tracePt t="10089" x="8102600" y="3771900"/>
          <p14:tracePt t="11456" x="8045450" y="3778250"/>
          <p14:tracePt t="11470" x="7956550" y="3797300"/>
          <p14:tracePt t="11479" x="7854950" y="3816350"/>
          <p14:tracePt t="11494" x="7747000" y="3829050"/>
          <p14:tracePt t="11511" x="7543800" y="3879850"/>
          <p14:tracePt t="11527" x="7359650" y="3917950"/>
          <p14:tracePt t="11544" x="7258050" y="3930650"/>
          <p14:tracePt t="11561" x="7067550" y="3949700"/>
          <p14:tracePt t="11577" x="6851650" y="3949700"/>
          <p14:tracePt t="11594" x="6762750" y="3949700"/>
          <p14:tracePt t="11597" x="6661150" y="3949700"/>
          <p14:tracePt t="11613" x="6559550" y="3949700"/>
          <p14:tracePt t="11627" x="6356350" y="3949700"/>
          <p14:tracePt t="11643" x="6242050" y="3949700"/>
          <p14:tracePt t="11660" x="6076950" y="3924300"/>
          <p14:tracePt t="11677" x="5981700" y="3905250"/>
          <p14:tracePt t="11696" x="5708650" y="3848100"/>
          <p14:tracePt t="11710" x="5632450" y="3835400"/>
          <p14:tracePt t="11727" x="5543550" y="3829050"/>
          <p14:tracePt t="11744" x="5397500" y="3810000"/>
          <p14:tracePt t="11760" x="5257800" y="3778250"/>
          <p14:tracePt t="11776" x="5181600" y="3778250"/>
          <p14:tracePt t="11793" x="5035550" y="3740150"/>
          <p14:tracePt t="11810" x="4902200" y="3721100"/>
          <p14:tracePt t="11827" x="4845050" y="3714750"/>
          <p14:tracePt t="11843" x="4756150" y="3714750"/>
          <p14:tracePt t="11859" x="4686300" y="3714750"/>
          <p14:tracePt t="11876" x="4648200" y="3714750"/>
          <p14:tracePt t="11893" x="4552950" y="3702050"/>
          <p14:tracePt t="11909" x="4476750" y="3695700"/>
          <p14:tracePt t="11928" x="4406900" y="3689350"/>
          <p14:tracePt t="11942" x="4375150" y="3689350"/>
          <p14:tracePt t="11959" x="4349750" y="3689350"/>
          <p14:tracePt t="11976" x="4305300" y="3676650"/>
          <p14:tracePt t="11992" x="4292600" y="3676650"/>
          <p14:tracePt t="12026" x="4286250" y="3676650"/>
          <p14:tracePt t="12043" x="4279900" y="3676650"/>
          <p14:tracePt t="12059" x="4279900" y="3683000"/>
          <p14:tracePt t="12075" x="4279900" y="3689350"/>
          <p14:tracePt t="12102" x="4279900" y="3695700"/>
          <p14:tracePt t="12111" x="4286250" y="3708400"/>
          <p14:tracePt t="12125" x="4298950" y="3714750"/>
          <p14:tracePt t="12142" x="4337050" y="3733800"/>
          <p14:tracePt t="12159" x="4425950" y="3759200"/>
          <p14:tracePt t="12175" x="4489450" y="3790950"/>
          <p14:tracePt t="12192" x="4667250" y="3848100"/>
          <p14:tracePt t="12208" x="4883150" y="3911600"/>
          <p14:tracePt t="12225" x="5010150" y="3943350"/>
          <p14:tracePt t="12243" x="5314950" y="3968750"/>
          <p14:tracePt t="12258" x="5626100" y="3968750"/>
          <p14:tracePt t="12274" x="5822950" y="3949700"/>
          <p14:tracePt t="12292" x="6216650" y="3829050"/>
          <p14:tracePt t="12308" x="6426200" y="3752850"/>
          <p14:tracePt t="12324" x="6769100" y="3600450"/>
          <p14:tracePt t="12341" x="7016750" y="3448050"/>
          <p14:tracePt t="12358" x="7112000" y="3384550"/>
          <p14:tracePt t="12375" x="7245350" y="3276600"/>
          <p14:tracePt t="12391" x="7321550" y="3206750"/>
          <p14:tracePt t="12407" x="7340600" y="3187700"/>
          <p14:tracePt t="12425" x="7359650" y="3155950"/>
          <p14:tracePt t="12440" x="7378700" y="3149600"/>
          <p14:tracePt t="12457" x="7385050" y="3136900"/>
          <p14:tracePt t="12475" x="7385050" y="3130550"/>
          <p14:tracePt t="12490" x="7397750" y="3124200"/>
          <p14:tracePt t="12650" x="7391400" y="3124200"/>
          <p14:tracePt t="12692" x="7391400" y="3130550"/>
          <p14:tracePt t="12720" x="7391400" y="3136900"/>
          <p14:tracePt t="12748" x="7391400" y="3143250"/>
          <p14:tracePt t="13861" x="7359650" y="3149600"/>
          <p14:tracePt t="13875" x="7308850" y="3162300"/>
          <p14:tracePt t="13882" x="7239000" y="3187700"/>
          <p14:tracePt t="13897" x="7169150" y="3219450"/>
          <p14:tracePt t="13905" x="7099300" y="3251200"/>
          <p14:tracePt t="13919" x="7023100" y="3276600"/>
          <p14:tracePt t="13935" x="6851650" y="3340100"/>
          <p14:tracePt t="13953" x="6654800" y="3409950"/>
          <p14:tracePt t="13968" x="6546850" y="3454400"/>
          <p14:tracePt t="13985" x="6432550" y="3498850"/>
          <p14:tracePt t="14002" x="6121400" y="3587750"/>
          <p14:tracePt t="14018" x="6013450" y="3632200"/>
          <p14:tracePt t="14035" x="5924550" y="3663950"/>
          <p14:tracePt t="14052" x="5670550" y="3733800"/>
          <p14:tracePt t="14068" x="5594350" y="3752850"/>
          <p14:tracePt t="14086" x="5467350" y="3810000"/>
          <p14:tracePt t="14101" x="5416550" y="3829050"/>
          <p14:tracePt t="14118" x="5302250" y="3867150"/>
          <p14:tracePt t="14135" x="5207000" y="3879850"/>
          <p14:tracePt t="14151" x="5156200" y="3879850"/>
          <p14:tracePt t="14168" x="5067300" y="3892550"/>
          <p14:tracePt t="14185" x="4972050" y="3905250"/>
          <p14:tracePt t="14202" x="4927600" y="3917950"/>
          <p14:tracePt t="14218" x="4845050" y="3911600"/>
          <p14:tracePt t="14234" x="4730750" y="3905250"/>
          <p14:tracePt t="14251" x="4667250" y="3892550"/>
          <p14:tracePt t="14268" x="4533900" y="3879850"/>
          <p14:tracePt t="14284" x="4400550" y="3860800"/>
          <p14:tracePt t="14300" x="4349750" y="3841750"/>
          <p14:tracePt t="14318" x="4279900" y="3822700"/>
          <p14:tracePt t="14334" x="4222750" y="3803650"/>
          <p14:tracePt t="14351" x="4191000" y="3778250"/>
          <p14:tracePt t="14367" x="4159250" y="3752850"/>
          <p14:tracePt t="14384" x="4146550" y="3733800"/>
          <p14:tracePt t="14401" x="4114800" y="3714750"/>
          <p14:tracePt t="14417" x="4108450" y="3702050"/>
          <p14:tracePt t="14433" x="4102100" y="3702050"/>
          <p14:tracePt t="14451" x="4102100" y="3695700"/>
          <p14:tracePt t="14564" x="4095750" y="3695700"/>
          <p14:tracePt t="15477" x="4095750" y="3702050"/>
          <p14:tracePt t="15491" x="4102100" y="3708400"/>
          <p14:tracePt t="15500" x="4114800" y="3714750"/>
          <p14:tracePt t="15514" x="4127500" y="3727450"/>
          <p14:tracePt t="15530" x="4159250" y="3746500"/>
          <p14:tracePt t="15547" x="4184650" y="3771900"/>
          <p14:tracePt t="15563" x="4241800" y="3803650"/>
          <p14:tracePt t="15580" x="4343400" y="3848100"/>
          <p14:tracePt t="15597" x="4413250" y="3867150"/>
          <p14:tracePt t="15613" x="4572000" y="3917950"/>
          <p14:tracePt t="15630" x="4660900" y="3924300"/>
          <p14:tracePt t="15647" x="4978400" y="3949700"/>
          <p14:tracePt t="15663" x="5092700" y="3949700"/>
          <p14:tracePt t="15680" x="5219700" y="3943350"/>
          <p14:tracePt t="15696" x="5499100" y="3911600"/>
          <p14:tracePt t="15713" x="5753100" y="3867150"/>
          <p14:tracePt t="15730" x="5880100" y="3854450"/>
          <p14:tracePt t="15746" x="6127750" y="3822700"/>
          <p14:tracePt t="15763" x="6229350" y="3803650"/>
          <p14:tracePt t="15781" x="6483350" y="3784600"/>
          <p14:tracePt t="15796" x="6610350" y="3752850"/>
          <p14:tracePt t="15813" x="6737350" y="3740150"/>
          <p14:tracePt t="15830" x="6978650" y="3695700"/>
          <p14:tracePt t="15846" x="7112000" y="3663950"/>
          <p14:tracePt t="15862" x="7359650" y="3587750"/>
          <p14:tracePt t="15879" x="7543800" y="3498850"/>
          <p14:tracePt t="15895" x="7626350" y="3454400"/>
          <p14:tracePt t="15912" x="7740650" y="3371850"/>
          <p14:tracePt t="15929" x="7829550" y="3314700"/>
          <p14:tracePt t="15945" x="7874000" y="3302000"/>
          <p14:tracePt t="15962" x="7924800" y="3276600"/>
          <p14:tracePt t="15979" x="7943850" y="3263900"/>
          <p14:tracePt t="15995" x="7950200" y="3263900"/>
          <p14:tracePt t="16067" x="7950200" y="3257550"/>
          <p14:tracePt t="16095" x="7943850" y="3263900"/>
          <p14:tracePt t="16116" x="7931150" y="3270250"/>
          <p14:tracePt t="16123" x="7912100" y="3282950"/>
          <p14:tracePt t="16137" x="7880350" y="3308350"/>
          <p14:tracePt t="16148" x="7835900" y="3333750"/>
          <p14:tracePt t="16161" x="7778750" y="3365500"/>
          <p14:tracePt t="16178" x="7708900" y="3403600"/>
          <p14:tracePt t="16195" x="7454900" y="3505200"/>
          <p14:tracePt t="16211" x="7219950" y="3575050"/>
          <p14:tracePt t="16228" x="6934200" y="3657600"/>
          <p14:tracePt t="16244" x="5949950" y="3835400"/>
          <p14:tracePt t="16261" x="5626100" y="3886200"/>
          <p14:tracePt t="16278" x="5099050" y="3975100"/>
          <p14:tracePt t="16294" x="4699000" y="4057650"/>
          <p14:tracePt t="16311" x="4552950" y="4076700"/>
          <p14:tracePt t="16328" x="4292600" y="4108450"/>
          <p14:tracePt t="16344" x="4089400" y="4108450"/>
          <p14:tracePt t="16361" x="3994150" y="4089400"/>
          <p14:tracePt t="16377" x="3867150" y="4057650"/>
          <p14:tracePt t="16394" x="3752850" y="4013200"/>
          <p14:tracePt t="16410" x="3708400" y="3987800"/>
          <p14:tracePt t="16427" x="3644900" y="3937000"/>
          <p14:tracePt t="16444" x="3587750" y="3886200"/>
          <p14:tracePt t="16461" x="3556000" y="3873500"/>
          <p14:tracePt t="16477" x="3517900" y="3829050"/>
          <p14:tracePt t="16493" x="3473450" y="3790950"/>
          <p14:tracePt t="16511" x="3448050" y="3752850"/>
          <p14:tracePt t="16527" x="3429000" y="3727450"/>
          <p14:tracePt t="16543" x="3409950" y="3708400"/>
          <p14:tracePt t="16560" x="3365500" y="3657600"/>
          <p14:tracePt t="16578" x="3346450" y="3651250"/>
          <p14:tracePt t="16594" x="3340100" y="3638550"/>
          <p14:tracePt t="16609" x="3333750" y="3632200"/>
          <p14:tracePt t="16626" x="3327400" y="3632200"/>
          <p14:tracePt t="16643" x="3314700" y="3632200"/>
          <p14:tracePt t="16676" x="3308350" y="3632200"/>
          <p14:tracePt t="16693" x="3308350" y="3625850"/>
          <p14:tracePt t="17937" x="3308350" y="3638550"/>
          <p14:tracePt t="17944" x="3308350" y="3644900"/>
          <p14:tracePt t="17958" x="3308350" y="3670300"/>
          <p14:tracePt t="17972" x="3314700" y="3689350"/>
          <p14:tracePt t="17988" x="3321050" y="3740150"/>
          <p14:tracePt t="18005" x="3321050" y="3765550"/>
          <p14:tracePt t="18022" x="3327400" y="3841750"/>
          <p14:tracePt t="18039" x="3327400" y="3930650"/>
          <p14:tracePt t="18055" x="3327400" y="3981450"/>
          <p14:tracePt t="18072" x="3327400" y="4089400"/>
          <p14:tracePt t="18089" x="3327400" y="4178300"/>
          <p14:tracePt t="18105" x="3327400" y="4203700"/>
          <p14:tracePt t="18121" x="3333750" y="4267200"/>
          <p14:tracePt t="18138" x="3340100" y="4305300"/>
          <p14:tracePt t="18155" x="3340100" y="4318000"/>
          <p14:tracePt t="18172" x="3346450" y="4330700"/>
          <p14:tracePt t="18188" x="3346450" y="4337050"/>
          <p14:tracePt t="18204" x="3346450" y="4349750"/>
          <p14:tracePt t="18221" x="3346450" y="4356100"/>
          <p14:tracePt t="18237" x="3346450" y="4362450"/>
          <p14:tracePt t="18255" x="3352800" y="4400550"/>
          <p14:tracePt t="18271" x="3365500" y="4438650"/>
          <p14:tracePt t="18289" x="3365500" y="4508500"/>
          <p14:tracePt t="18304" x="3371850" y="4546600"/>
          <p14:tracePt t="18320" x="3371850" y="4635500"/>
          <p14:tracePt t="18338" x="3365500" y="4730750"/>
          <p14:tracePt t="18355" x="3365500" y="4768850"/>
          <p14:tracePt t="18370" x="3365500" y="4870450"/>
          <p14:tracePt t="18388" x="3365500" y="4978400"/>
          <p14:tracePt t="18404" x="3359150" y="5041900"/>
          <p14:tracePt t="18420" x="3346450" y="5156200"/>
          <p14:tracePt t="18437" x="3340100" y="5251450"/>
          <p14:tracePt t="18453" x="3340100" y="5283200"/>
          <p14:tracePt t="18472" x="3340100" y="5346700"/>
          <p14:tracePt t="18487" x="3346450" y="5403850"/>
          <p14:tracePt t="18503" x="3346450" y="5416550"/>
          <p14:tracePt t="18520" x="3352800" y="5429250"/>
          <p14:tracePt t="18536" x="3352800" y="5441950"/>
          <p14:tracePt t="18553" x="3352800" y="5454650"/>
          <p14:tracePt t="18586" x="3371850" y="5454650"/>
          <p14:tracePt t="18603" x="3397250" y="5435600"/>
          <p14:tracePt t="18947" x="3384550" y="5454650"/>
          <p14:tracePt t="18961" x="3365500" y="5486400"/>
          <p14:tracePt t="18969" x="3340100" y="5518150"/>
          <p14:tracePt t="18982" x="3314700" y="5537200"/>
          <p14:tracePt t="18989" x="3289300" y="5575300"/>
          <p14:tracePt t="19001" x="3276600" y="5607050"/>
          <p14:tracePt t="19018" x="3238500" y="5645150"/>
          <p14:tracePt t="19035" x="3225800" y="5670550"/>
          <p14:tracePt t="19051" x="3219450" y="5689600"/>
          <p14:tracePt t="19068" x="3187700" y="5740400"/>
          <p14:tracePt t="19084" x="3181350" y="5753100"/>
          <p14:tracePt t="19102" x="3155950" y="5784850"/>
          <p14:tracePt t="19118" x="3143250" y="5803900"/>
          <p14:tracePt t="19134" x="3124200" y="5842000"/>
          <p14:tracePt t="19151" x="3105150" y="5873750"/>
          <p14:tracePt t="19167" x="3086100" y="5886450"/>
          <p14:tracePt t="19184" x="3073400" y="5905500"/>
          <p14:tracePt t="19201" x="3073400" y="5924550"/>
          <p14:tracePt t="19218" x="3067050" y="5930900"/>
          <p14:tracePt t="19234" x="3054350" y="5943600"/>
          <p14:tracePt t="19251" x="3048000" y="5949950"/>
          <p14:tracePt t="19284" x="3041650" y="5956300"/>
          <p14:tracePt t="19312" x="3041650" y="5962650"/>
          <p14:tracePt t="19382" x="3041650" y="5969000"/>
          <p14:tracePt t="19481" x="3048000" y="5969000"/>
          <p14:tracePt t="19488" x="3060700" y="5969000"/>
          <p14:tracePt t="19503" x="3067050" y="5969000"/>
          <p14:tracePt t="19517" x="3073400" y="5969000"/>
          <p14:tracePt t="19533" x="3079750" y="5969000"/>
          <p14:tracePt t="19549" x="3092450" y="5969000"/>
          <p14:tracePt t="19566" x="3130550" y="5969000"/>
          <p14:tracePt t="19583" x="3213100" y="5969000"/>
          <p14:tracePt t="19599" x="3263900" y="5969000"/>
          <p14:tracePt t="19616" x="3403600" y="5969000"/>
          <p14:tracePt t="19633" x="3581400" y="5969000"/>
          <p14:tracePt t="19650" x="3797300" y="5969000"/>
          <p14:tracePt t="19666" x="3911600" y="5969000"/>
          <p14:tracePt t="19683" x="4006850" y="5969000"/>
          <p14:tracePt t="19700" x="4267200" y="5988050"/>
          <p14:tracePt t="19715" x="4318000" y="5994400"/>
          <p14:tracePt t="19733" x="4375150" y="6007100"/>
          <p14:tracePt t="19749" x="4438650" y="6007100"/>
          <p14:tracePt t="19765" x="4476750" y="6019800"/>
          <p14:tracePt t="19782" x="4483100" y="6019800"/>
          <p14:tracePt t="19799" x="4489450" y="6019800"/>
          <p14:tracePt t="19815" x="4502150" y="6026150"/>
          <p14:tracePt t="19909" x="4495800" y="6026150"/>
          <p14:tracePt t="19923" x="4489450" y="6026150"/>
          <p14:tracePt t="19930" x="4483100" y="6026150"/>
          <p14:tracePt t="19944" x="4483100" y="6032500"/>
          <p14:tracePt t="19951" x="4470400" y="6038850"/>
          <p14:tracePt t="19967" x="4451350" y="6038850"/>
          <p14:tracePt t="19981" x="4368800" y="6051550"/>
          <p14:tracePt t="19998" x="4286250" y="6064250"/>
          <p14:tracePt t="20015" x="4121150" y="6083300"/>
          <p14:tracePt t="20031" x="4019550" y="6083300"/>
          <p14:tracePt t="20048" x="3790950" y="6089650"/>
          <p14:tracePt t="20065" x="3562350" y="6102350"/>
          <p14:tracePt t="20081" x="3460750" y="6102350"/>
          <p14:tracePt t="20098" x="3308350" y="6102350"/>
          <p14:tracePt t="20115" x="3175000" y="6089650"/>
          <p14:tracePt t="20131" x="3124200" y="6089650"/>
          <p14:tracePt t="20148" x="3054350" y="6083300"/>
          <p14:tracePt t="20164" x="3003550" y="6076950"/>
          <p14:tracePt t="20181" x="2984500" y="6076950"/>
          <p14:tracePt t="20198" x="2971800" y="6076950"/>
          <p14:tracePt t="20214" x="2952750" y="6076950"/>
          <p14:tracePt t="20234" x="2946400" y="6076950"/>
          <p14:tracePt t="20248" x="2940050" y="6076950"/>
          <p14:tracePt t="20295" x="2933700" y="6076950"/>
          <p14:tracePt t="20373" x="2946400" y="6076950"/>
          <p14:tracePt t="20387" x="2959100" y="6076950"/>
          <p14:tracePt t="20394" x="2971800" y="6076950"/>
          <p14:tracePt t="20401" x="2990850" y="6076950"/>
          <p14:tracePt t="20416" x="3041650" y="6076950"/>
          <p14:tracePt t="20430" x="3092450" y="6076950"/>
          <p14:tracePt t="20447" x="3244850" y="6064250"/>
          <p14:tracePt t="20464" x="3460750" y="6064250"/>
          <p14:tracePt t="20480" x="3562350" y="6051550"/>
          <p14:tracePt t="20496" x="3778250" y="6051550"/>
          <p14:tracePt t="20515" x="3956050" y="6057900"/>
          <p14:tracePt t="20530" x="4019550" y="6057900"/>
          <p14:tracePt t="20547" x="4121150" y="6057900"/>
          <p14:tracePt t="20563" x="4171950" y="6064250"/>
          <p14:tracePt t="20579" x="4184650" y="6064250"/>
          <p14:tracePt t="20596" x="4191000" y="6064250"/>
          <p14:tracePt t="20613" x="4197350" y="6064250"/>
          <p14:tracePt t="20667" x="4197350" y="6070600"/>
          <p14:tracePt t="20681" x="4191000" y="6070600"/>
          <p14:tracePt t="20697" x="4178300" y="6070600"/>
          <p14:tracePt t="20702" x="4171950" y="6070600"/>
          <p14:tracePt t="20717" x="4152900" y="6076950"/>
          <p14:tracePt t="20729" x="4146550" y="6076950"/>
          <p14:tracePt t="20746" x="4076700" y="6083300"/>
          <p14:tracePt t="20762" x="4038600" y="6083300"/>
          <p14:tracePt t="20779" x="3892550" y="6083300"/>
          <p14:tracePt t="20795" x="3727450" y="6070600"/>
          <p14:tracePt t="20812" x="3638550" y="6070600"/>
          <p14:tracePt t="20829" x="3486150" y="6051550"/>
          <p14:tracePt t="20845" x="3340100" y="6032500"/>
          <p14:tracePt t="20863" x="3276600" y="6026150"/>
          <p14:tracePt t="20879" x="3181350" y="6007100"/>
          <p14:tracePt t="20895" x="3130550" y="6007100"/>
          <p14:tracePt t="20912" x="3117850" y="6007100"/>
          <p14:tracePt t="20929" x="3105150" y="6007100"/>
          <p14:tracePt t="20961" x="3098800" y="6007100"/>
          <p14:tracePt t="21089" x="3105150" y="6007100"/>
          <p14:tracePt t="21096" x="3117850" y="6007100"/>
          <p14:tracePt t="21103" x="3124200" y="6007100"/>
          <p14:tracePt t="21118" x="3143250" y="6007100"/>
          <p14:tracePt t="21127" x="3181350" y="6007100"/>
          <p14:tracePt t="21144" x="3232150" y="6007100"/>
          <p14:tracePt t="21161" x="3397250" y="6007100"/>
          <p14:tracePt t="21177" x="3613150" y="6007100"/>
          <p14:tracePt t="21195" x="3860800" y="6007100"/>
          <p14:tracePt t="21210" x="3975100" y="6007100"/>
          <p14:tracePt t="21227" x="4076700" y="6007100"/>
          <p14:tracePt t="21244" x="4273550" y="5994400"/>
          <p14:tracePt t="21260" x="4311650" y="5988050"/>
          <p14:tracePt t="21277" x="4324350" y="5988050"/>
          <p14:tracePt t="21294" x="4343400" y="5988050"/>
          <p14:tracePt t="21335" x="4337050" y="5988050"/>
          <p14:tracePt t="21349" x="4330700" y="5994400"/>
          <p14:tracePt t="21359" x="4311650" y="5994400"/>
          <p14:tracePt t="21377" x="4241800" y="6007100"/>
          <p14:tracePt t="21393" x="4191000" y="6007100"/>
          <p14:tracePt t="21409" x="4025900" y="6019800"/>
          <p14:tracePt t="21427" x="3797300" y="6019800"/>
          <p14:tracePt t="21443" x="3683000" y="6013450"/>
          <p14:tracePt t="21460" x="3467100" y="6013450"/>
          <p14:tracePt t="21476" x="3276600" y="6007100"/>
          <p14:tracePt t="21493" x="3187700" y="6007100"/>
          <p14:tracePt t="21509" x="3124200" y="5994400"/>
          <p14:tracePt t="21526" x="2952750" y="5994400"/>
          <p14:tracePt t="21542" x="2914650" y="5994400"/>
          <p14:tracePt t="21560" x="2857500" y="5988050"/>
          <p14:tracePt t="21576" x="2844800" y="5988050"/>
          <p14:tracePt t="21592" x="2819400" y="5988050"/>
          <p14:tracePt t="21609" x="2806700" y="5988050"/>
          <p14:tracePt t="21642" x="2800350" y="5988050"/>
          <p14:tracePt t="21659" x="2794000" y="5994400"/>
          <p14:tracePt t="21675" x="2794000" y="6000750"/>
          <p14:tracePt t="21692" x="2787650" y="6000750"/>
          <p14:tracePt t="21725" x="2781300" y="6007100"/>
          <p14:tracePt t="21799" x="2774950" y="6007100"/>
          <p14:tracePt t="22176" x="2762250" y="6019800"/>
          <p14:tracePt t="22191" x="2743200" y="6045200"/>
          <p14:tracePt t="22197" x="2717800" y="6057900"/>
          <p14:tracePt t="22211" x="2705100" y="6070600"/>
          <p14:tracePt t="22224" x="2679700" y="6089650"/>
          <p14:tracePt t="22240" x="2641600" y="6108700"/>
          <p14:tracePt t="22257" x="2628900" y="6121400"/>
          <p14:tracePt t="22273" x="2609850" y="6127750"/>
          <p14:tracePt t="22290" x="2584450" y="6134100"/>
          <p14:tracePt t="22324" x="2565400" y="6134100"/>
          <p14:tracePt t="22340" x="2546350" y="6134100"/>
          <p14:tracePt t="22356" x="2540000" y="6134100"/>
          <p14:tracePt t="22374" x="2527300" y="6127750"/>
          <p14:tracePt t="22389" x="2508250" y="6121400"/>
          <p14:tracePt t="22406" x="2495550" y="6115050"/>
          <p14:tracePt t="22423" x="2476500" y="6108700"/>
          <p14:tracePt t="22439" x="2463800" y="6108700"/>
          <p14:tracePt t="22456" x="2451100" y="6102350"/>
          <p14:tracePt t="22473" x="2438400" y="6102350"/>
          <p14:tracePt t="22489" x="2432050" y="6102350"/>
          <p14:tracePt t="22506" x="2419350" y="6096000"/>
          <p14:tracePt t="22523" x="2413000" y="6096000"/>
          <p14:tracePt t="22753" x="2419350" y="6096000"/>
          <p14:tracePt t="22760" x="2425700" y="6102350"/>
          <p14:tracePt t="22775" x="2438400" y="6108700"/>
          <p14:tracePt t="22788" x="2444750" y="6108700"/>
          <p14:tracePt t="22805" x="2476500" y="6127750"/>
          <p14:tracePt t="22822" x="2495550" y="6140450"/>
          <p14:tracePt t="22838" x="2584450" y="6184900"/>
          <p14:tracePt t="22854" x="2730500" y="6235700"/>
          <p14:tracePt t="22872" x="2914650" y="6305550"/>
          <p14:tracePt t="22888" x="3016250" y="6337300"/>
          <p14:tracePt t="22904" x="3251200" y="6400800"/>
          <p14:tracePt t="22922" x="3524250" y="6470650"/>
          <p14:tracePt t="22938" x="3670300" y="6489700"/>
          <p14:tracePt t="22954" x="3943350" y="6521450"/>
          <p14:tracePt t="22971" x="4178300" y="6521450"/>
          <p14:tracePt t="22987" x="4305300" y="6534150"/>
          <p14:tracePt t="23004" x="4406900" y="6534150"/>
          <p14:tracePt t="23021" x="4584700" y="6527800"/>
          <p14:tracePt t="23037" x="4730750" y="6521450"/>
          <p14:tracePt t="23055" x="4794250" y="6521450"/>
          <p14:tracePt t="23071" x="4895850" y="6508750"/>
          <p14:tracePt t="23088" x="5003800" y="6496050"/>
          <p14:tracePt t="23105" x="5137150" y="6464300"/>
          <p14:tracePt t="23121" x="5207000" y="6445250"/>
          <p14:tracePt t="23139" x="5340350" y="6419850"/>
          <p14:tracePt t="23154" x="5441950" y="6400800"/>
          <p14:tracePt t="23171" x="5486400" y="6375400"/>
          <p14:tracePt t="23188" x="5549900" y="6350000"/>
          <p14:tracePt t="23204" x="5594350" y="6318250"/>
          <p14:tracePt t="23221" x="5607050" y="6305550"/>
          <p14:tracePt t="23238" x="5619750" y="6292850"/>
          <p14:tracePt t="23254" x="5626100" y="6286500"/>
          <p14:tracePt t="23273" x="5626100" y="6280150"/>
          <p14:tracePt t="23288" x="5626100" y="6273800"/>
          <p14:tracePt t="23304" x="5632450" y="6267450"/>
          <p14:tracePt t="23323" x="5632450" y="6261100"/>
          <p14:tracePt t="23337" x="5638800" y="6261100"/>
          <p14:tracePt t="23354" x="5645150" y="6248400"/>
          <p14:tracePt t="23371" x="5657850" y="6229350"/>
          <p14:tracePt t="23386" x="5664200" y="6216650"/>
          <p14:tracePt t="23402" x="5670550" y="6203950"/>
          <p14:tracePt t="23421" x="5689600" y="6191250"/>
          <p14:tracePt t="23437" x="5695950" y="6178550"/>
          <p14:tracePt t="23453" x="5695950" y="6172200"/>
          <p14:tracePt t="23485" x="5702300" y="6172200"/>
          <p14:tracePt t="23603" x="5695950" y="6172200"/>
          <p14:tracePt t="23617" x="5683250" y="6178550"/>
          <p14:tracePt t="23624" x="5676900" y="6184900"/>
          <p14:tracePt t="23638" x="5657850" y="6191250"/>
          <p14:tracePt t="23652" x="5588000" y="6216650"/>
          <p14:tracePt t="23669" x="5518150" y="6248400"/>
          <p14:tracePt t="23687" x="5429250" y="6267450"/>
          <p14:tracePt t="23702" x="5207000" y="6337300"/>
          <p14:tracePt t="23718" x="4953000" y="6400800"/>
          <p14:tracePt t="23735" x="4800600" y="6438900"/>
          <p14:tracePt t="23751" x="4483100" y="6496050"/>
          <p14:tracePt t="23768" x="4197350" y="6527800"/>
          <p14:tracePt t="23785" x="3943350" y="6527800"/>
          <p14:tracePt t="23801" x="3841750" y="6527800"/>
          <p14:tracePt t="23818" x="3625850" y="6483350"/>
          <p14:tracePt t="23834" x="3416300" y="6432550"/>
          <p14:tracePt t="23851" x="3314700" y="6413500"/>
          <p14:tracePt t="23868" x="3130550" y="6350000"/>
          <p14:tracePt t="23885" x="2959100" y="6299200"/>
          <p14:tracePt t="23901" x="2876550" y="6273800"/>
          <p14:tracePt t="23918" x="2755900" y="6223000"/>
          <p14:tracePt t="23934" x="2692400" y="6184900"/>
          <p14:tracePt t="23951" x="2647950" y="6159500"/>
          <p14:tracePt t="23968" x="2603500" y="6134100"/>
          <p14:tracePt t="23985" x="2590800" y="6127750"/>
          <p14:tracePt t="24001" x="2565400" y="6115050"/>
          <p14:tracePt t="24017" x="2546350" y="6115050"/>
          <p14:tracePt t="24034" x="2533650" y="6115050"/>
          <p14:tracePt t="24067" x="2527300" y="6115050"/>
          <p14:tracePt t="24084" x="2520950" y="6108700"/>
          <p14:tracePt t="24108" x="2514600" y="6108700"/>
          <p14:tracePt t="24117" x="2501900" y="6102350"/>
          <p14:tracePt t="24134" x="2495550" y="6089650"/>
          <p14:tracePt t="24150" x="2482850" y="6070600"/>
          <p14:tracePt t="26142" x="2470150" y="6070600"/>
          <p14:tracePt t="26156" x="2457450" y="6070600"/>
          <p14:tracePt t="26163" x="2438400" y="6070600"/>
          <p14:tracePt t="26177" x="2419350" y="6064250"/>
          <p14:tracePt t="26193" x="2368550" y="6051550"/>
          <p14:tracePt t="26210" x="2336800" y="6051550"/>
          <p14:tracePt t="26227" x="2279650" y="6045200"/>
          <p14:tracePt t="26243" x="2241550" y="6038850"/>
          <p14:tracePt t="26260" x="2216150" y="6038850"/>
          <p14:tracePt t="26263" x="2190750" y="6038850"/>
          <p14:tracePt t="26276" x="2171700" y="6038850"/>
          <p14:tracePt t="26293" x="2139950" y="6038850"/>
          <p14:tracePt t="26310" x="2070100" y="6038850"/>
          <p14:tracePt t="26326" x="2051050" y="6038850"/>
          <p14:tracePt t="26343" x="2032000" y="6038850"/>
          <p14:tracePt t="26359" x="2012950" y="6038850"/>
          <p14:tracePt t="26376" x="2000250" y="6038850"/>
          <p14:tracePt t="26437" x="1993900" y="6045200"/>
          <p14:tracePt t="26514" x="1987550" y="6045200"/>
          <p14:tracePt t="26542" x="1981200" y="6051550"/>
          <p14:tracePt t="26563" x="1968500" y="6057900"/>
          <p14:tracePt t="26584" x="1962150" y="6057900"/>
          <p14:tracePt t="26590" x="1955800" y="6057900"/>
          <p14:tracePt t="26612" x="1949450" y="6057900"/>
          <p14:tracePt t="26627" x="1949450" y="6064250"/>
          <p14:tracePt t="26633" x="1943100" y="6064250"/>
          <p14:tracePt t="26647" x="1936750" y="6070600"/>
          <p14:tracePt t="26659" x="1930400" y="6070600"/>
          <p14:tracePt t="26675" x="1911350" y="6083300"/>
          <p14:tracePt t="26691" x="1898650" y="6089650"/>
          <p14:tracePt t="26708" x="1885950" y="6096000"/>
          <p14:tracePt t="26725" x="1866900" y="6102350"/>
          <p14:tracePt t="26742" x="1860550" y="6108700"/>
          <p14:tracePt t="26760" x="1847850" y="6115050"/>
          <p14:tracePt t="26775" x="1841500" y="6121400"/>
          <p14:tracePt t="26802" x="1835150" y="6121400"/>
          <p14:tracePt t="26865" x="1835150" y="6127750"/>
          <p14:tracePt t="26963" x="1835150" y="6134100"/>
          <p14:tracePt t="27124" x="1841500" y="6134100"/>
          <p14:tracePt t="27139" x="1847850" y="6134100"/>
          <p14:tracePt t="27146" x="1854200" y="6134100"/>
          <p14:tracePt t="27156" x="1860550" y="6134100"/>
          <p14:tracePt t="27174" x="1866900" y="6134100"/>
          <p14:tracePt t="27190" x="1879600" y="6134100"/>
          <p14:tracePt t="27207" x="1892300" y="6134100"/>
          <p14:tracePt t="27223" x="1949450" y="6140450"/>
          <p14:tracePt t="27239" x="1974850" y="6140450"/>
          <p14:tracePt t="27256" x="2012950" y="6140450"/>
          <p14:tracePt t="27273" x="2101850" y="6140450"/>
          <p14:tracePt t="27290" x="2235200" y="6140450"/>
          <p14:tracePt t="27308" x="2387600" y="6140450"/>
          <p14:tracePt t="27322" x="2463800" y="6140450"/>
          <p14:tracePt t="27339" x="2590800" y="6146800"/>
          <p14:tracePt t="27356" x="2692400" y="6146800"/>
          <p14:tracePt t="27372" x="2724150" y="6146800"/>
          <p14:tracePt t="27389" x="2781300" y="6146800"/>
          <p14:tracePt t="27406" x="2794000" y="6146800"/>
          <p14:tracePt t="27422" x="2800350" y="6146800"/>
          <p14:tracePt t="28972" x="2819400" y="6146800"/>
          <p14:tracePt t="28978" x="2863850" y="6127750"/>
          <p14:tracePt t="28993" x="2908300" y="6115050"/>
          <p14:tracePt t="29002" x="2952750" y="6083300"/>
          <p14:tracePt t="29016" x="3016250" y="6057900"/>
          <p14:tracePt t="29035" x="3168650" y="5969000"/>
          <p14:tracePt t="29050" x="3371850" y="5848350"/>
          <p14:tracePt t="29066" x="3460750" y="5797550"/>
          <p14:tracePt t="29084" x="3676650" y="5670550"/>
          <p14:tracePt t="29100" x="3759200" y="5619750"/>
          <p14:tracePt t="29116" x="3924300" y="5524500"/>
          <p14:tracePt t="29134" x="4038600" y="5448300"/>
          <p14:tracePt t="29149" x="4070350" y="5416550"/>
          <p14:tracePt t="29166" x="4121150" y="5359400"/>
          <p14:tracePt t="29183" x="4146550" y="5327650"/>
          <p14:tracePt t="29199" x="4152900" y="5314950"/>
          <p14:tracePt t="29217" x="4165600" y="5308600"/>
          <p14:tracePt t="29233" x="4165600" y="5302250"/>
          <p14:tracePt t="29266" x="4171950" y="5302250"/>
          <p14:tracePt t="29283" x="4171950" y="5308600"/>
          <p14:tracePt t="29302" x="4171950" y="5295900"/>
          <p14:tracePt t="29323" x="4165600" y="5289550"/>
          <p14:tracePt t="29332" x="4159250" y="5289550"/>
          <p14:tracePt t="29810" x="4146550" y="5289550"/>
          <p14:tracePt t="29824" x="4102100" y="5295900"/>
          <p14:tracePt t="29834" x="4070350" y="5321300"/>
          <p14:tracePt t="29848" x="4032250" y="5327650"/>
          <p14:tracePt t="29864" x="3975100" y="5346700"/>
          <p14:tracePt t="29881" x="3860800" y="5397500"/>
          <p14:tracePt t="29897" x="3740150" y="5441950"/>
          <p14:tracePt t="29914" x="3670300" y="5473700"/>
          <p14:tracePt t="29931" x="3524250" y="5518150"/>
          <p14:tracePt t="29947" x="3365500" y="5581650"/>
          <p14:tracePt t="29964" x="3219450" y="5638800"/>
          <p14:tracePt t="29979" x="3162300" y="5670550"/>
          <p14:tracePt t="29997" x="3073400" y="5708650"/>
          <p14:tracePt t="30014" x="3028950" y="5740400"/>
          <p14:tracePt t="30030" x="3016250" y="5753100"/>
          <p14:tracePt t="30047" x="3003550" y="5765800"/>
          <p14:tracePt t="30063" x="3003550" y="5778500"/>
          <p14:tracePt t="30096" x="2997200" y="5778500"/>
          <p14:tracePt t="30113" x="2997200" y="5784850"/>
          <p14:tracePt t="30175" x="2997200" y="5797550"/>
          <p14:tracePt t="30197" x="2997200" y="5803900"/>
          <p14:tracePt t="30203" x="2997200" y="5810250"/>
          <p14:tracePt t="30217" x="2997200" y="5816600"/>
          <p14:tracePt t="30229" x="2997200" y="5822950"/>
          <p14:tracePt t="30246" x="3003550" y="5829300"/>
          <p14:tracePt t="30263" x="3009900" y="5835650"/>
          <p14:tracePt t="30280" x="3016250" y="5848350"/>
          <p14:tracePt t="30297" x="3022600" y="5854700"/>
          <p14:tracePt t="30312" x="3028950" y="5861050"/>
          <p14:tracePt t="30329" x="3035300" y="5861050"/>
          <p14:tracePt t="30345" x="3060700" y="5873750"/>
          <p14:tracePt t="30363" x="3086100" y="5880100"/>
          <p14:tracePt t="30379" x="3187700" y="5905500"/>
          <p14:tracePt t="30396" x="3384550" y="5949950"/>
          <p14:tracePt t="30412" x="3511550" y="5962650"/>
          <p14:tracePt t="30429" x="3854450" y="5981700"/>
          <p14:tracePt t="30445" x="4095750" y="6000750"/>
          <p14:tracePt t="30462" x="4514850" y="6000750"/>
          <p14:tracePt t="30478" x="4883150" y="5994400"/>
          <p14:tracePt t="30495" x="5022850" y="5981700"/>
          <p14:tracePt t="30512" x="5245100" y="5937250"/>
          <p14:tracePt t="30528" x="5359400" y="5924550"/>
          <p14:tracePt t="30545" x="5403850" y="5911850"/>
          <p14:tracePt t="30562" x="5429250" y="5905500"/>
          <p14:tracePt t="30578" x="5441950" y="5905500"/>
          <p14:tracePt t="30639" x="5435600" y="5905500"/>
          <p14:tracePt t="30646" x="5422900" y="5905500"/>
          <p14:tracePt t="30660" x="5410200" y="5905500"/>
          <p14:tracePt t="30667" x="5372100" y="5905500"/>
          <p14:tracePt t="30678" x="5327650" y="5918200"/>
          <p14:tracePt t="30696" x="5187950" y="5918200"/>
          <p14:tracePt t="30711" x="5086350" y="5918200"/>
          <p14:tracePt t="30727" x="4972050" y="5911850"/>
          <p14:tracePt t="30744" x="4552950" y="5880100"/>
          <p14:tracePt t="30761" x="4406900" y="5854700"/>
          <p14:tracePt t="30777" x="4279900" y="5848350"/>
          <p14:tracePt t="30795" x="4025900" y="5835650"/>
          <p14:tracePt t="30811" x="3848100" y="5842000"/>
          <p14:tracePt t="30827" x="3765550" y="5848350"/>
          <p14:tracePt t="30843" x="3663950" y="5861050"/>
          <p14:tracePt t="30860" x="3613150" y="5867400"/>
          <p14:tracePt t="30878" x="3594100" y="5873750"/>
          <p14:tracePt t="30894" x="3587750" y="5873750"/>
          <p14:tracePt t="30910" x="3581400" y="588010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__le__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'__ne__',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order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y=</a:t>
            </a:r>
            <a:r>
              <a:rPr lang="fr-FR" sz="2200" spc="-9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1,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3)</a:t>
            </a:r>
            <a:endParaRPr lang="fr-FR" sz="2200" spc="-1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&lt;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50" spc="-17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150" spc="-17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9375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__le__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'__ne__',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order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y=</a:t>
            </a:r>
            <a:r>
              <a:rPr lang="fr-FR" sz="2200" spc="-9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1,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3)</a:t>
            </a:r>
            <a:endParaRPr lang="fr-FR" sz="2200" spc="-1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&lt;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50" spc="-17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150" spc="-17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  <a:p>
            <a:pPr>
              <a:lnSpc>
                <a:spcPct val="95000"/>
              </a:lnSpc>
            </a:pPr>
            <a:r>
              <a:rPr lang="en-US" sz="2150" spc="-17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File "&lt;</a:t>
            </a:r>
            <a:r>
              <a:rPr lang="en-US" sz="2150" spc="-17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stdin</a:t>
            </a:r>
            <a:r>
              <a:rPr lang="en-US" sz="2150" spc="-17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&gt;", line 1, in &lt;module&gt;</a:t>
            </a:r>
          </a:p>
        </p:txBody>
      </p:sp>
    </p:spTree>
    <p:extLst>
      <p:ext uri="{BB962C8B-B14F-4D97-AF65-F5344CB8AC3E}">
        <p14:creationId xmlns:p14="http://schemas.microsoft.com/office/powerpoint/2010/main" val="44121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__le__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'__ne__',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y=</a:t>
            </a:r>
            <a:r>
              <a:rPr lang="fr-FR" sz="2200" spc="-9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1,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3)</a:t>
            </a:r>
            <a:endParaRPr lang="fr-FR" sz="2200" spc="-1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&lt;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2000"/>
              </a:lnSpc>
            </a:pPr>
            <a:r>
              <a:rPr lang="en-US" sz="2150" spc="-17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150" spc="-17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  <a:p>
            <a:pPr>
              <a:lnSpc>
                <a:spcPct val="95000"/>
              </a:lnSpc>
            </a:pPr>
            <a:r>
              <a:rPr lang="en-US" sz="2150" spc="-17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File "&lt;</a:t>
            </a:r>
            <a:r>
              <a:rPr lang="en-US" sz="2150" spc="-17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stdin</a:t>
            </a:r>
            <a:r>
              <a:rPr lang="en-US" sz="2150" spc="-17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&gt;", line 1, in &lt;module&gt;</a:t>
            </a:r>
          </a:p>
          <a:p>
            <a:pPr>
              <a:lnSpc>
                <a:spcPct val="95000"/>
              </a:lnSpc>
            </a:pPr>
            <a:r>
              <a:rPr lang="en-US" sz="2150" spc="-1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TypeErro</a:t>
            </a:r>
            <a:r>
              <a:rPr lang="en-US" sz="2150" spc="-3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</a:t>
            </a:r>
            <a:r>
              <a:rPr lang="en-US" sz="215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  <a:r>
              <a:rPr lang="en-US" sz="140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  <a:r>
              <a:rPr lang="en-US" sz="215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&lt;'</a:t>
            </a:r>
            <a:r>
              <a:rPr lang="en-US" sz="140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not</a:t>
            </a:r>
            <a:r>
              <a:rPr lang="en-US" sz="14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supp</a:t>
            </a:r>
            <a:r>
              <a:rPr lang="en-US" sz="215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</a:t>
            </a:r>
            <a:r>
              <a:rPr lang="en-US" sz="215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rted</a:t>
            </a:r>
            <a:r>
              <a:rPr lang="en-US" sz="14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between</a:t>
            </a:r>
            <a:r>
              <a:rPr lang="en-US" sz="14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</a:t>
            </a:r>
            <a:r>
              <a:rPr lang="en-US" sz="2150" spc="-15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nst</a:t>
            </a:r>
            <a:r>
              <a:rPr lang="en-US" sz="215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ances</a:t>
            </a:r>
            <a:r>
              <a:rPr lang="en-US" sz="14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</a:t>
            </a:r>
            <a:r>
              <a:rPr lang="en-US" sz="215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</a:t>
            </a:r>
            <a:r>
              <a:rPr lang="en-US" sz="12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  <a:r>
              <a:rPr lang="en-US" sz="2150" spc="-3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</a:t>
            </a:r>
            <a:r>
              <a:rPr lang="en-US" sz="2150" spc="-2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est</a:t>
            </a:r>
            <a:r>
              <a:rPr lang="en-US" sz="2150" spc="-35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</a:t>
            </a:r>
            <a:r>
              <a:rPr lang="en-US" sz="2150" spc="-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</a:t>
            </a:r>
            <a:r>
              <a:rPr lang="en-US" sz="2150" spc="-2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as</a:t>
            </a:r>
            <a:r>
              <a:rPr lang="en-US" sz="2150" spc="-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150" spc="-3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  <a:r>
              <a:rPr lang="en-US" sz="215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15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an</a:t>
            </a:r>
            <a:r>
              <a:rPr lang="en-US" sz="2150" spc="-3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</a:t>
            </a:r>
            <a:r>
              <a:rPr lang="en-US" sz="1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150" spc="-3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  <a:r>
              <a:rPr lang="en-US" sz="2150" spc="-3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</a:t>
            </a:r>
            <a:r>
              <a:rPr lang="en-US" sz="2150" spc="-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est</a:t>
            </a:r>
            <a:r>
              <a:rPr lang="en-US" sz="2150" spc="-35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</a:t>
            </a:r>
            <a:r>
              <a:rPr lang="en-US" sz="2150" spc="-4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</a:t>
            </a:r>
            <a:r>
              <a:rPr lang="en-US" sz="2150" spc="-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as</a:t>
            </a:r>
            <a:r>
              <a:rPr lang="en-US" sz="2150" spc="-5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150" spc="-3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14" name="Audio 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2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98"/>
    </mc:Choice>
    <mc:Fallback xmlns="">
      <p:transition spd="slow" advTm="438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64" x="2527300" y="5842000"/>
          <p14:tracePt t="598" x="2819400" y="5981700"/>
          <p14:tracePt t="631" x="3155950" y="6076950"/>
          <p14:tracePt t="650" x="3257550" y="6108700"/>
          <p14:tracePt t="682" x="3600450" y="6184900"/>
          <p14:tracePt t="714" x="3670300" y="6197600"/>
          <p14:tracePt t="747" x="3676650" y="6197600"/>
          <p14:tracePt t="780" x="3568700" y="6184900"/>
          <p14:tracePt t="814" x="3359150" y="6146800"/>
          <p14:tracePt t="847" x="3086100" y="6096000"/>
          <p14:tracePt t="880" x="2806700" y="6026150"/>
          <p14:tracePt t="913" x="2762250" y="6019800"/>
          <p14:tracePt t="980" x="2832100" y="6026150"/>
          <p14:tracePt t="1013" x="3149600" y="6045200"/>
          <p14:tracePt t="1046" x="3511550" y="6076950"/>
          <p14:tracePt t="1079" x="3778250" y="6127750"/>
          <p14:tracePt t="1112" x="3860800" y="6140450"/>
          <p14:tracePt t="1146" x="3816350" y="6134100"/>
          <p14:tracePt t="1165" x="3695700" y="6108700"/>
          <p14:tracePt t="1196" x="3429000" y="6076950"/>
          <p14:tracePt t="1229" x="3016250" y="6026150"/>
          <p14:tracePt t="1262" x="2882900" y="6007100"/>
          <p14:tracePt t="1295" x="2825750" y="6000750"/>
          <p14:tracePt t="1348" x="2933700" y="6026150"/>
          <p14:tracePt t="1380" x="3213100" y="6115050"/>
          <p14:tracePt t="1412" x="3797300" y="6280150"/>
          <p14:tracePt t="1448" x="4171950" y="6381750"/>
          <p14:tracePt t="1480" x="4292600" y="6413500"/>
          <p14:tracePt t="1528" x="4235450" y="6413500"/>
          <p14:tracePt t="1564" x="4032250" y="6343650"/>
          <p14:tracePt t="1596" x="3587750" y="6197600"/>
          <p14:tracePt t="1628" x="3327400" y="6115050"/>
          <p14:tracePt t="1664" x="3270250" y="6102350"/>
          <p14:tracePt t="1712" x="3384550" y="6146800"/>
          <p14:tracePt t="1729" x="3435350" y="6165850"/>
          <p14:tracePt t="1764" x="3867150" y="6292850"/>
          <p14:tracePt t="1795" x="4254500" y="6419850"/>
          <p14:tracePt t="1827" x="4533900" y="6502400"/>
          <p14:tracePt t="1863" x="4667250" y="6515100"/>
          <p14:tracePt t="1895" x="4679950" y="6489700"/>
          <p14:tracePt t="1926" x="4667250" y="6451600"/>
          <p14:tracePt t="1948" x="4667250" y="6445250"/>
          <p14:tracePt t="2624" x="4667250" y="6318250"/>
          <p14:tracePt t="2658" x="4673600" y="6242050"/>
          <p14:tracePt t="2690" x="4667250" y="6089650"/>
          <p14:tracePt t="2724" x="4622800" y="5981700"/>
          <p14:tracePt t="2758" x="4521200" y="5778500"/>
          <p14:tracePt t="2790" x="4425950" y="5594350"/>
          <p14:tracePt t="2812" x="4318000" y="5353050"/>
          <p14:tracePt t="2828" x="4267200" y="5270500"/>
          <p14:tracePt t="2858" x="4133850" y="5029200"/>
          <p14:tracePt t="2890" x="4064000" y="4851400"/>
          <p14:tracePt t="2923" x="4019550" y="4699000"/>
          <p14:tracePt t="2956" x="3962400" y="4495800"/>
          <p14:tracePt t="2989" x="3930650" y="4324350"/>
          <p14:tracePt t="3023" x="3905250" y="4070350"/>
          <p14:tracePt t="3041" x="3905250" y="4019550"/>
          <p14:tracePt t="3072" x="3905250" y="3892550"/>
          <p14:tracePt t="3105" x="3924300" y="3797300"/>
          <p14:tracePt t="3139" x="3937000" y="3714750"/>
          <p14:tracePt t="3172" x="3943350" y="3689350"/>
          <p14:tracePt t="3206" x="3949700" y="3670300"/>
          <p14:tracePt t="3224" x="3949700" y="3657600"/>
          <p14:tracePt t="3255" x="3949700" y="3644900"/>
          <p14:tracePt t="3321" x="3949700" y="3638550"/>
          <p14:tracePt t="3670" x="3949700" y="3644900"/>
          <p14:tracePt t="3704" x="3962400" y="3657600"/>
          <p14:tracePt t="3737" x="3975100" y="3670300"/>
          <p14:tracePt t="3772" x="4013200" y="3721100"/>
          <p14:tracePt t="3803" x="4089400" y="3803650"/>
          <p14:tracePt t="3836" x="4216400" y="3898900"/>
          <p14:tracePt t="3870" x="4457700" y="4019550"/>
          <p14:tracePt t="3903" x="4673600" y="4108450"/>
          <p14:tracePt t="3936" x="4991100" y="4216400"/>
          <p14:tracePt t="3969" x="5181600" y="4248150"/>
          <p14:tracePt t="4002" x="5575300" y="4273550"/>
          <p14:tracePt t="4036" x="5880100" y="4273550"/>
          <p14:tracePt t="4069" x="6305550" y="4203700"/>
          <p14:tracePt t="4102" x="6718300" y="4083050"/>
          <p14:tracePt t="4135" x="7023100" y="3943350"/>
          <p14:tracePt t="4169" x="7258050" y="3759200"/>
          <p14:tracePt t="4202" x="7340600" y="3638550"/>
          <p14:tracePt t="4235" x="7372350" y="3536950"/>
          <p14:tracePt t="4268" x="7404100" y="3435350"/>
          <p14:tracePt t="4301" x="7423150" y="3403600"/>
          <p14:tracePt t="4335" x="7429500" y="3397250"/>
          <p14:tracePt t="4401" x="7435850" y="3390900"/>
          <p14:tracePt t="4600" x="7435850" y="3397250"/>
          <p14:tracePt t="4683" x="7435850" y="3403600"/>
          <p14:tracePt t="4717" x="7429500" y="3416300"/>
          <p14:tracePt t="4753" x="7404100" y="3460750"/>
          <p14:tracePt t="4785" x="7334250" y="3530600"/>
          <p14:tracePt t="4817" x="7181850" y="3651250"/>
          <p14:tracePt t="4852" x="6775450" y="3803650"/>
          <p14:tracePt t="4885" x="6362700" y="3848100"/>
          <p14:tracePt t="4916" x="5981700" y="3848100"/>
          <p14:tracePt t="4952" x="5575300" y="3803650"/>
          <p14:tracePt t="4970" x="5473700" y="3803650"/>
          <p14:tracePt t="5002" x="5099050" y="3771900"/>
          <p14:tracePt t="5035" x="4857750" y="3746500"/>
          <p14:tracePt t="5067" x="4610100" y="3714750"/>
          <p14:tracePt t="5099" x="4406900" y="3644900"/>
          <p14:tracePt t="5132" x="4254500" y="3575050"/>
          <p14:tracePt t="5168" x="4203700" y="3536950"/>
          <p14:tracePt t="5200" x="4159250" y="3505200"/>
          <p14:tracePt t="5232" x="4140200" y="3486150"/>
          <p14:tracePt t="5253" x="4114800" y="3473450"/>
          <p14:tracePt t="5283" x="4089400" y="3460750"/>
          <p14:tracePt t="5315" x="4076700" y="3454400"/>
          <p14:tracePt t="5467" x="4076700" y="3467100"/>
          <p14:tracePt t="5499" x="4076700" y="3486150"/>
          <p14:tracePt t="5531" x="4102100" y="3524250"/>
          <p14:tracePt t="5552" x="4191000" y="3625850"/>
          <p14:tracePt t="5585" x="4368800" y="3803650"/>
          <p14:tracePt t="5616" x="4654550" y="4013200"/>
          <p14:tracePt t="5663" x="5302250" y="4368800"/>
          <p14:tracePt t="5686" x="5619750" y="4464050"/>
          <p14:tracePt t="5715" x="6184900" y="4489450"/>
          <p14:tracePt t="5763" x="7302500" y="4241800"/>
          <p14:tracePt t="5785" x="7575550" y="4140200"/>
          <p14:tracePt t="5815" x="7753350" y="4044950"/>
          <p14:tracePt t="5846" x="7962900" y="3898900"/>
          <p14:tracePt t="5880" x="8039100" y="3771900"/>
          <p14:tracePt t="5901" x="8058150" y="3733800"/>
          <p14:tracePt t="5934" x="8077200" y="3708400"/>
          <p14:tracePt t="5979" x="8096250" y="3683000"/>
          <p14:tracePt t="6000" x="8096250" y="3676650"/>
          <p14:tracePt t="6031" x="8102600" y="3676650"/>
          <p14:tracePt t="6062" x="8102600" y="3670300"/>
          <p14:tracePt t="6178" x="8115300" y="3670300"/>
          <p14:tracePt t="6262" x="8121650" y="3663950"/>
          <p14:tracePt t="6328" x="8128000" y="3663950"/>
          <p14:tracePt t="6411" x="8134350" y="3663950"/>
          <p14:tracePt t="6494" x="8140700" y="3657600"/>
          <p14:tracePt t="6544" x="8140700" y="3651250"/>
          <p14:tracePt t="6627" x="8134350" y="3651250"/>
          <p14:tracePt t="6710" x="8128000" y="3651250"/>
          <p14:tracePt t="6743" x="8121650" y="3651250"/>
          <p14:tracePt t="6776" x="8108950" y="3657600"/>
          <p14:tracePt t="6795" x="8096250" y="3670300"/>
          <p14:tracePt t="6843" x="8045450" y="3695700"/>
          <p14:tracePt t="6876" x="7766050" y="3822700"/>
          <p14:tracePt t="6909" x="7232650" y="4000500"/>
          <p14:tracePt t="6943" x="6477000" y="4229100"/>
          <p14:tracePt t="6975" x="5518150" y="4419600"/>
          <p14:tracePt t="7009" x="5022850" y="4464050"/>
          <p14:tracePt t="7027" x="4768850" y="4464050"/>
          <p14:tracePt t="7059" x="4413250" y="4451350"/>
          <p14:tracePt t="7092" x="4102100" y="4451350"/>
          <p14:tracePt t="7125" x="3765550" y="4432300"/>
          <p14:tracePt t="7159" x="3683000" y="4419600"/>
          <p14:tracePt t="7973" x="3625850" y="4495800"/>
          <p14:tracePt t="8005" x="3486150" y="4622800"/>
          <p14:tracePt t="8039" x="3111500" y="4933950"/>
          <p14:tracePt t="8072" x="2787650" y="5175250"/>
          <p14:tracePt t="8105" x="2432050" y="5422900"/>
          <p14:tracePt t="8124" x="2362200" y="5486400"/>
          <p14:tracePt t="8171" x="2070100" y="5715000"/>
          <p14:tracePt t="8207" x="1981200" y="5778500"/>
          <p14:tracePt t="8241" x="1949450" y="5791200"/>
          <p14:tracePt t="8273" x="1943100" y="5797550"/>
          <p14:tracePt t="8537" x="2139950" y="5753100"/>
          <p14:tracePt t="8573" x="3200400" y="5378450"/>
          <p14:tracePt t="8605" x="4076700" y="5054600"/>
          <p14:tracePt t="8636" x="4591050" y="4794250"/>
          <p14:tracePt t="8673" x="4895850" y="4578350"/>
          <p14:tracePt t="8705" x="5029200" y="4432300"/>
          <p14:tracePt t="8736" x="5149850" y="4292600"/>
          <p14:tracePt t="8757" x="5213350" y="4210050"/>
          <p14:tracePt t="8791" x="5238750" y="4171950"/>
          <p14:tracePt t="8809" x="5245100" y="4159250"/>
          <p14:tracePt t="8886" x="5251450" y="4159250"/>
          <p14:tracePt t="8922" x="5353050" y="4114800"/>
          <p14:tracePt t="8954" x="5448300" y="4089400"/>
          <p14:tracePt t="8973" x="5613400" y="4044950"/>
          <p14:tracePt t="9007" x="5715000" y="4013200"/>
          <p14:tracePt t="9037" x="5746750" y="4000500"/>
          <p14:tracePt t="9102" x="5727700" y="3994150"/>
          <p14:tracePt t="9123" x="5607050" y="3994150"/>
          <p14:tracePt t="9139" x="5543550" y="4006850"/>
          <p14:tracePt t="9185" x="5289550" y="4013200"/>
          <p14:tracePt t="9206" x="5276850" y="4019550"/>
          <p14:tracePt t="9268" x="5359400" y="4019550"/>
          <p14:tracePt t="9301" x="5486400" y="4019550"/>
          <p14:tracePt t="9321" x="5568950" y="4019550"/>
          <p14:tracePt t="9367" x="5594350" y="4019550"/>
          <p14:tracePt t="9401" x="5568950" y="4019550"/>
          <p14:tracePt t="9422" x="5492750" y="4038600"/>
          <p14:tracePt t="9452" x="5346700" y="4083050"/>
          <p14:tracePt t="9484" x="5270500" y="4102100"/>
          <p14:tracePt t="9533" x="5327650" y="4102100"/>
          <p14:tracePt t="9567" x="5441950" y="4102100"/>
          <p14:tracePt t="9600" x="5537200" y="4083050"/>
          <p14:tracePt t="9650" x="5549900" y="4083050"/>
          <p14:tracePt t="9683" x="5530850" y="4083050"/>
          <p14:tracePt t="9716" x="5467350" y="4095750"/>
          <p14:tracePt t="9749" x="5410200" y="4108450"/>
          <p14:tracePt t="9783" x="5403850" y="4108450"/>
          <p14:tracePt t="9801" x="5429250" y="4108450"/>
          <p14:tracePt t="9819" x="5467350" y="4102100"/>
          <p14:tracePt t="9851" x="5575300" y="4089400"/>
          <p14:tracePt t="9882" x="5676900" y="4076700"/>
          <p14:tracePt t="9915" x="5689600" y="4070350"/>
          <p14:tracePt t="9949" x="5664200" y="4070350"/>
          <p14:tracePt t="9982" x="5594350" y="4095750"/>
          <p14:tracePt t="10015" x="5499100" y="4127500"/>
          <p14:tracePt t="10048" x="5473700" y="4140200"/>
          <p14:tracePt t="10081" x="5467350" y="4140200"/>
          <p14:tracePt t="10530" x="4895850" y="4381500"/>
          <p14:tracePt t="10563" x="4178300" y="4648200"/>
          <p14:tracePt t="10596" x="3111500" y="4972050"/>
          <p14:tracePt t="10630" x="2463800" y="5143500"/>
          <p14:tracePt t="10665" x="1962150" y="5365750"/>
          <p14:tracePt t="10696" x="1689100" y="5543550"/>
          <p14:tracePt t="10729" x="1549400" y="5638800"/>
          <p14:tracePt t="10763" x="1466850" y="5734050"/>
          <p14:tracePt t="10796" x="1441450" y="5759450"/>
          <p14:tracePt t="10815" x="1422400" y="5778500"/>
          <p14:tracePt t="10847" x="1409700" y="5797550"/>
          <p14:tracePt t="10882" x="1409700" y="5803900"/>
          <p14:tracePt t="10914" x="1403350" y="5803900"/>
          <p14:tracePt t="11012" x="1409700" y="5803900"/>
          <p14:tracePt t="11045" x="1416050" y="5797550"/>
          <p14:tracePt t="11095" x="1422400" y="5797550"/>
          <p14:tracePt t="11128" x="1428750" y="5784850"/>
          <p14:tracePt t="11363" x="1390650" y="5791200"/>
          <p14:tracePt t="11397" x="1339850" y="5810250"/>
          <p14:tracePt t="11427" x="1333500" y="5816600"/>
          <p14:tracePt t="11463" x="1327150" y="5816600"/>
          <p14:tracePt t="11495" x="1339850" y="5816600"/>
          <p14:tracePt t="11527" x="1397000" y="5816600"/>
          <p14:tracePt t="11545" x="1422400" y="5816600"/>
          <p14:tracePt t="11579" x="1479550" y="5816600"/>
          <p14:tracePt t="11626" x="1485900" y="5816600"/>
          <p14:tracePt t="11679" x="1460500" y="5829300"/>
          <p14:tracePt t="11711" x="1428750" y="5842000"/>
          <p14:tracePt t="11742" x="1390650" y="5861050"/>
          <p14:tracePt t="11779" x="1377950" y="5867400"/>
          <p14:tracePt t="11811" x="1371600" y="5867400"/>
          <p14:tracePt t="11892" x="1377950" y="5873750"/>
          <p14:tracePt t="11925" x="1390650" y="5873750"/>
          <p14:tracePt t="11947" x="1403350" y="5873750"/>
          <p14:tracePt t="11980" x="1454150" y="5880100"/>
          <p14:tracePt t="12010" x="1498600" y="5880100"/>
          <p14:tracePt t="12041" x="1670050" y="5924550"/>
          <p14:tracePt t="12091" x="2082800" y="6013450"/>
          <p14:tracePt t="12127" x="2381250" y="6083300"/>
          <p14:tracePt t="12160" x="2736850" y="6165850"/>
          <p14:tracePt t="12208" x="3060700" y="6261100"/>
          <p14:tracePt t="12244" x="3270250" y="6311900"/>
          <p14:tracePt t="12279" x="3600450" y="6419850"/>
          <p14:tracePt t="12312" x="3860800" y="6502400"/>
          <p14:tracePt t="12342" x="4013200" y="6527800"/>
          <p14:tracePt t="12373" x="4057650" y="6527800"/>
          <p14:tracePt t="12823" x="4057650" y="6521450"/>
          <p14:tracePt t="12905" x="4057650" y="6515100"/>
          <p14:tracePt t="12955" x="4057650" y="6508750"/>
          <p14:tracePt t="13486" x="4057650" y="6267450"/>
          <p14:tracePt t="13520" x="4089400" y="5772150"/>
          <p14:tracePt t="13538" x="4089400" y="5619750"/>
          <p14:tracePt t="13570" x="3981450" y="4718050"/>
          <p14:tracePt t="13603" x="3917950" y="4318000"/>
          <p14:tracePt t="13636" x="3873500" y="3860800"/>
          <p14:tracePt t="13669" x="3873500" y="3695700"/>
          <p14:tracePt t="13703" x="3892550" y="3581400"/>
          <p14:tracePt t="13721" x="3898900" y="3562350"/>
          <p14:tracePt t="13752" x="3898900" y="3549650"/>
          <p14:tracePt t="14068" x="3898900" y="3556000"/>
          <p14:tracePt t="14117" x="3898900" y="3587750"/>
          <p14:tracePt t="14151" x="3917950" y="3644900"/>
          <p14:tracePt t="14184" x="4038600" y="3778250"/>
          <p14:tracePt t="14217" x="4495800" y="4006850"/>
          <p14:tracePt t="14250" x="5073650" y="4127500"/>
          <p14:tracePt t="14284" x="5556250" y="4140200"/>
          <p14:tracePt t="14317" x="5981700" y="4051300"/>
          <p14:tracePt t="14336" x="6108700" y="3994150"/>
          <p14:tracePt t="14366" x="6197600" y="3943350"/>
          <p14:tracePt t="14400" x="6254750" y="3911600"/>
          <p14:tracePt t="14466" x="6261100" y="3911600"/>
          <p14:tracePt t="15032" x="6381750" y="3886200"/>
          <p14:tracePt t="15052" x="6604000" y="3848100"/>
          <p14:tracePt t="15082" x="7175500" y="3714750"/>
          <p14:tracePt t="15114" x="7632700" y="3505200"/>
          <p14:tracePt t="15148" x="7931150" y="3282950"/>
          <p14:tracePt t="15184" x="7981950" y="3219450"/>
          <p14:tracePt t="15216" x="7994650" y="3206750"/>
          <p14:tracePt t="15313" x="7962900" y="3225800"/>
          <p14:tracePt t="15333" x="7874000" y="3276600"/>
          <p14:tracePt t="15352" x="7702550" y="3359150"/>
          <p14:tracePt t="15385" x="6978650" y="3676650"/>
          <p14:tracePt t="15401" x="6769100" y="3746500"/>
          <p14:tracePt t="15432" x="6102350" y="3975100"/>
          <p14:tracePt t="15480" x="5359400" y="4203700"/>
          <p14:tracePt t="15516" x="5187950" y="4254500"/>
          <p14:tracePt t="15548" x="5054600" y="4286250"/>
          <p14:tracePt t="15568" x="5016500" y="4311650"/>
          <p14:tracePt t="15584" x="5003800" y="4324350"/>
          <p14:tracePt t="15614" x="4959350" y="4413250"/>
          <p14:tracePt t="15647" x="4978400" y="4622800"/>
          <p14:tracePt t="15695" x="5264150" y="5207000"/>
          <p14:tracePt t="15732" x="5670550" y="5918200"/>
          <p14:tracePt t="15779" x="5956300" y="6426200"/>
          <p14:tracePt t="15800" x="5994400" y="6527800"/>
          <p14:tracePt t="15830" x="6026150" y="6604000"/>
          <p14:tracePt t="15863" x="6045200" y="6667500"/>
          <p14:tracePt t="15895" x="6051550" y="6686550"/>
          <p14:tracePt t="16210" x="6045200" y="6673850"/>
          <p14:tracePt t="16232" x="6038850" y="6673850"/>
          <p14:tracePt t="16293" x="6032500" y="6667500"/>
          <p14:tracePt t="16326" x="6026150" y="6661150"/>
          <p14:tracePt t="16346" x="6026150" y="6654800"/>
          <p14:tracePt t="16443" x="6019800" y="6648450"/>
          <p14:tracePt t="18503" x="5988050" y="6623050"/>
          <p14:tracePt t="18537" x="5956300" y="6591300"/>
          <p14:tracePt t="18569" x="5924550" y="6553200"/>
          <p14:tracePt t="18603" x="5899150" y="6515100"/>
          <p14:tracePt t="18636" x="5867400" y="6451600"/>
          <p14:tracePt t="18672" x="5791200" y="6356350"/>
          <p14:tracePt t="18704" x="5746750" y="6292850"/>
          <p14:tracePt t="18736" x="5734050" y="6261100"/>
          <p14:tracePt t="18770" x="5727700" y="6254750"/>
          <p14:tracePt t="19486" x="5467350" y="6203950"/>
          <p14:tracePt t="19518" x="5219700" y="6153150"/>
          <p14:tracePt t="19549" x="4749800" y="6089650"/>
          <p14:tracePt t="19571" x="4546600" y="6057900"/>
          <p14:tracePt t="19604" x="4324350" y="6026150"/>
          <p14:tracePt t="19637" x="4197350" y="6000750"/>
          <p14:tracePt t="19682" x="4102100" y="5969000"/>
          <p14:tracePt t="19704" x="4057650" y="5943600"/>
          <p14:tracePt t="19734" x="3975100" y="5899150"/>
          <p14:tracePt t="19765" x="3765550" y="5791200"/>
          <p14:tracePt t="19783" x="3683000" y="5759450"/>
          <p14:tracePt t="19803" x="3536950" y="5727700"/>
          <p14:tracePt t="19833" x="3314700" y="5638800"/>
          <p14:tracePt t="19881" x="3079750" y="5530850"/>
          <p14:tracePt t="19901" x="3022600" y="5518150"/>
          <p14:tracePt t="19936" x="2851150" y="5473700"/>
          <p14:tracePt t="19981" x="2540000" y="5416550"/>
          <p14:tracePt t="20002" x="2451100" y="5397500"/>
          <p14:tracePt t="20036" x="2260600" y="5359400"/>
          <p14:tracePt t="20066" x="2070100" y="5340350"/>
          <p14:tracePt t="20097" x="1905000" y="5334000"/>
          <p14:tracePt t="20119" x="1847850" y="5302250"/>
          <p14:tracePt t="20152" x="1746250" y="5264150"/>
          <p14:tracePt t="20182" x="1676400" y="5232400"/>
          <p14:tracePt t="20214" x="1663700" y="5219700"/>
          <p14:tracePt t="20629" x="1530350" y="5187950"/>
          <p14:tracePt t="20662" x="1339850" y="5162550"/>
          <p14:tracePt t="20680" x="1301750" y="5156200"/>
          <p14:tracePt t="20712" x="1181100" y="5137150"/>
          <p14:tracePt t="20745" x="1117600" y="5118100"/>
          <p14:tracePt t="20778" x="1098550" y="5111750"/>
          <p14:tracePt t="20811" x="1085850" y="5111750"/>
          <p14:tracePt t="20878" x="1079500" y="5111750"/>
          <p14:tracePt t="20961" x="1098550" y="5111750"/>
          <p14:tracePt t="20994" x="1130300" y="5111750"/>
          <p14:tracePt t="21027" x="1174750" y="5111750"/>
          <p14:tracePt t="21061" x="1212850" y="5118100"/>
          <p14:tracePt t="21110" x="1200150" y="5124450"/>
          <p14:tracePt t="21144" x="1111250" y="5143500"/>
          <p14:tracePt t="21177" x="1003300" y="5162550"/>
          <p14:tracePt t="21210" x="914400" y="5175250"/>
          <p14:tracePt t="21243" x="895350" y="5175250"/>
          <p14:tracePt t="21276" x="889000" y="5181600"/>
          <p14:tracePt t="21326" x="933450" y="5181600"/>
          <p14:tracePt t="21360" x="1022350" y="5175250"/>
          <p14:tracePt t="21393" x="1136650" y="5175250"/>
          <p14:tracePt t="21412" x="1143000" y="5175250"/>
          <p14:tracePt t="21442" x="1149350" y="5175250"/>
          <p14:tracePt t="21476" x="1130300" y="5175250"/>
          <p14:tracePt t="21509" x="1047750" y="5175250"/>
          <p14:tracePt t="21542" x="958850" y="5187950"/>
          <p14:tracePt t="21575" x="876300" y="5200650"/>
          <p14:tracePt t="21609" x="863600" y="5200650"/>
          <p14:tracePt t="21659" x="882650" y="5207000"/>
          <p14:tracePt t="21692" x="933450" y="5207000"/>
          <p14:tracePt t="21725" x="1073150" y="5200650"/>
          <p14:tracePt t="21758" x="1123950" y="5194300"/>
          <p14:tracePt t="21792" x="1136650" y="5194300"/>
          <p14:tracePt t="21825" x="1104900" y="5181600"/>
          <p14:tracePt t="21858" x="990600" y="5181600"/>
          <p14:tracePt t="21892" x="889000" y="5187950"/>
          <p14:tracePt t="21911" x="831850" y="5194300"/>
          <p14:tracePt t="21943" x="806450" y="5200650"/>
          <p14:tracePt t="21977" x="812800" y="5200650"/>
          <p14:tracePt t="22009" x="882650" y="5194300"/>
          <p14:tracePt t="22041" x="1041400" y="5168900"/>
          <p14:tracePt t="22077" x="1206500" y="5143500"/>
          <p14:tracePt t="22109" x="1238250" y="5143500"/>
          <p14:tracePt t="22157" x="1206500" y="5143500"/>
          <p14:tracePt t="22193" x="1079500" y="5162550"/>
          <p14:tracePt t="22225" x="984250" y="5181600"/>
          <p14:tracePt t="22257" x="850900" y="5187950"/>
          <p14:tracePt t="22293" x="831850" y="5194300"/>
          <p14:tracePt t="22392" x="869950" y="5194300"/>
          <p14:tracePt t="22411" x="895350" y="5200650"/>
          <p14:tracePt t="22441" x="920750" y="5207000"/>
          <p14:tracePt t="24034" x="869950" y="5226050"/>
          <p14:tracePt t="24066" x="819150" y="5257800"/>
          <p14:tracePt t="24100" x="793750" y="5264150"/>
          <p14:tracePt t="24133" x="787400" y="5270500"/>
          <p14:tracePt t="24449" x="787400" y="5257800"/>
          <p14:tracePt t="24482" x="787400" y="5251450"/>
          <p14:tracePt t="24515" x="781050" y="5238750"/>
          <p14:tracePt t="24565" x="768350" y="5238750"/>
          <p14:tracePt t="24598" x="762000" y="5232400"/>
          <p14:tracePt t="24631" x="749300" y="5207000"/>
          <p14:tracePt t="24664" x="723900" y="5181600"/>
          <p14:tracePt t="24698" x="679450" y="5111750"/>
          <p14:tracePt t="24731" x="666750" y="5080000"/>
          <p14:tracePt t="24764" x="654050" y="5060950"/>
          <p14:tracePt t="24847" x="647700" y="5060950"/>
          <p14:tracePt t="24963" x="641350" y="5067300"/>
          <p14:tracePt t="25013" x="641350" y="5080000"/>
          <p14:tracePt t="25046" x="641350" y="5092700"/>
          <p14:tracePt t="25096" x="641350" y="5111750"/>
          <p14:tracePt t="25130" x="641350" y="5143500"/>
          <p14:tracePt t="25163" x="654050" y="5194300"/>
          <p14:tracePt t="25199" x="660400" y="5213350"/>
          <p14:tracePt t="25231" x="666750" y="5238750"/>
          <p14:tracePt t="25299" x="673100" y="5245100"/>
          <p14:tracePt t="25331" x="679450" y="5257800"/>
          <p14:tracePt t="25412" x="685800" y="5264150"/>
          <p14:tracePt t="25445" x="704850" y="5264150"/>
          <p14:tracePt t="25464" x="711200" y="5264150"/>
          <p14:tracePt t="25498" x="723900" y="5257800"/>
          <p14:tracePt t="25530" x="736600" y="5251450"/>
          <p14:tracePt t="25562" x="774700" y="5232400"/>
          <p14:tracePt t="25583" x="800100" y="5219700"/>
          <p14:tracePt t="25613" x="819150" y="5213350"/>
          <p14:tracePt t="25645" x="831850" y="5207000"/>
          <p14:tracePt t="25694" x="844550" y="5200650"/>
          <p14:tracePt t="25810" x="850900" y="5200650"/>
          <p14:tracePt t="26641" x="914400" y="5168900"/>
          <p14:tracePt t="26663" x="946150" y="5149850"/>
          <p14:tracePt t="26707" x="1022350" y="5111750"/>
          <p14:tracePt t="26741" x="1085850" y="5080000"/>
          <p14:tracePt t="26774" x="1193800" y="5003800"/>
          <p14:tracePt t="26807" x="1282700" y="4889500"/>
          <p14:tracePt t="26840" x="1352550" y="4711700"/>
          <p14:tracePt t="26873" x="1441450" y="4432300"/>
          <p14:tracePt t="26907" x="1504950" y="4279900"/>
          <p14:tracePt t="26925" x="1530350" y="4191000"/>
          <p14:tracePt t="26957" x="1549400" y="4070350"/>
          <p14:tracePt t="26975" x="1555750" y="3987800"/>
          <p14:tracePt t="26993" x="1555750" y="3911600"/>
          <p14:tracePt t="27024" x="1555750" y="3860800"/>
          <p14:tracePt t="27056" x="1555750" y="3765550"/>
          <p14:tracePt t="27090" x="1555750" y="3695700"/>
          <p14:tracePt t="27123" x="1555750" y="3625850"/>
          <p14:tracePt t="27156" x="1549400" y="3498850"/>
          <p14:tracePt t="27189" x="1549400" y="3333750"/>
          <p14:tracePt t="27222" x="1581150" y="3035300"/>
          <p14:tracePt t="27255" x="1631950" y="2679700"/>
          <p14:tracePt t="27289" x="1676400" y="2247900"/>
          <p14:tracePt t="27324" x="1682750" y="2038350"/>
          <p14:tracePt t="27355" x="1676400" y="1968500"/>
          <p14:tracePt t="27388" x="1657350" y="1962150"/>
          <p14:tracePt t="27422" x="1670050" y="1987550"/>
          <p14:tracePt t="27903" x="1708150" y="1733550"/>
          <p14:tracePt t="27937" x="1758950" y="1333500"/>
          <p14:tracePt t="27970" x="1790700" y="876300"/>
          <p14:tracePt t="27990" x="1790700" y="749300"/>
          <p14:tracePt t="28021" x="1784350" y="698500"/>
          <p14:tracePt t="28452" x="1765300" y="869950"/>
          <p14:tracePt t="28488" x="1644650" y="1530350"/>
          <p14:tracePt t="28503" x="1593850" y="1809750"/>
          <p14:tracePt t="28535" x="1416050" y="2597150"/>
          <p14:tracePt t="28568" x="1206500" y="3441700"/>
          <p14:tracePt t="28604" x="1104900" y="3848100"/>
          <p14:tracePt t="28636" x="1035050" y="4133850"/>
          <p14:tracePt t="28667" x="996950" y="4356100"/>
          <p14:tracePt t="28704" x="952500" y="4584700"/>
          <p14:tracePt t="28736" x="939800" y="4660900"/>
          <p14:tracePt t="28767" x="933450" y="4711700"/>
          <p14:tracePt t="28788" x="933450" y="4762500"/>
          <p14:tracePt t="28819" x="971550" y="4864100"/>
          <p14:tracePt t="28851" x="990600" y="4895850"/>
          <p14:tracePt t="28900" x="1016000" y="4959350"/>
          <p14:tracePt t="28919" x="1022350" y="4972050"/>
          <p14:tracePt t="29035" x="1022350" y="4978400"/>
          <p14:tracePt t="29299" x="1022350" y="4984750"/>
          <p14:tracePt t="29320" x="1022350" y="4997450"/>
          <p14:tracePt t="29368" x="1016000" y="5010150"/>
          <p14:tracePt t="29415" x="1016000" y="5016500"/>
          <p14:tracePt t="29437" x="1016000" y="5029200"/>
          <p14:tracePt t="30112" x="1066800" y="5029200"/>
          <p14:tracePt t="30146" x="1231900" y="4978400"/>
          <p14:tracePt t="30179" x="1289050" y="4953000"/>
          <p14:tracePt t="30212" x="1308100" y="4946650"/>
          <p14:tracePt t="30295" x="1276350" y="4965700"/>
          <p14:tracePt t="30329" x="1212850" y="5003800"/>
          <p14:tracePt t="30362" x="1035050" y="5092700"/>
          <p14:tracePt t="30395" x="958850" y="5130800"/>
          <p14:tracePt t="30428" x="850900" y="5200650"/>
          <p14:tracePt t="30462" x="831850" y="5219700"/>
          <p14:tracePt t="30495" x="825500" y="5219700"/>
          <p14:tracePt t="30529" x="819150" y="5219700"/>
          <p14:tracePt t="31359" x="863600" y="5200650"/>
          <p14:tracePt t="31392" x="901700" y="5181600"/>
          <p14:tracePt t="31425" x="920750" y="5168900"/>
          <p14:tracePt t="31458" x="1035050" y="5035550"/>
          <p14:tracePt t="31492" x="1282700" y="4648200"/>
          <p14:tracePt t="31525" x="1619250" y="4000500"/>
          <p14:tracePt t="31561" x="1981200" y="3060700"/>
          <p14:tracePt t="31594" x="2089150" y="2387600"/>
          <p14:tracePt t="31626" x="2139950" y="1803400"/>
          <p14:tracePt t="31657" x="2139950" y="1587500"/>
          <p14:tracePt t="31693" x="2114550" y="1301750"/>
          <p14:tracePt t="31725" x="2108200" y="1212850"/>
          <p14:tracePt t="31757" x="2095500" y="1155700"/>
          <p14:tracePt t="31793" x="2095500" y="1130300"/>
          <p14:tracePt t="31839" x="2095500" y="1123950"/>
          <p14:tracePt t="31972" x="2127250" y="1225550"/>
          <p14:tracePt t="31994" x="2171700" y="1352550"/>
          <p14:tracePt t="32024" x="2336800" y="1593850"/>
          <p14:tracePt t="32056" x="2540000" y="1803400"/>
          <p14:tracePt t="32092" x="2800350" y="1917700"/>
          <p14:tracePt t="32124" x="2952750" y="1917700"/>
          <p14:tracePt t="32156" x="3048000" y="1905000"/>
          <p14:tracePt t="32177" x="3073400" y="1905000"/>
          <p14:tracePt t="32488" x="3048000" y="1924050"/>
          <p14:tracePt t="32509" x="2940050" y="1981200"/>
          <p14:tracePt t="32527" x="2882900" y="2038350"/>
          <p14:tracePt t="32556" x="2590800" y="2266950"/>
          <p14:tracePt t="32604" x="1892300" y="3041650"/>
          <p14:tracePt t="32626" x="1612900" y="3435350"/>
          <p14:tracePt t="32659" x="1257300" y="4000500"/>
          <p14:tracePt t="32689" x="1028700" y="4419600"/>
          <p14:tracePt t="32720" x="876300" y="4756150"/>
          <p14:tracePt t="32742" x="844550" y="4851400"/>
          <p14:tracePt t="32775" x="800100" y="4984750"/>
          <p14:tracePt t="32819" x="730250" y="5238750"/>
          <p14:tracePt t="32841" x="692150" y="5314950"/>
          <p14:tracePt t="32874" x="641350" y="5410200"/>
          <p14:tracePt t="32904" x="615950" y="5441950"/>
          <p14:tracePt t="32936" x="615950" y="5448300"/>
          <p14:tracePt t="32958" x="615950" y="5454650"/>
          <p14:tracePt t="33135" x="635000" y="5448300"/>
          <p14:tracePt t="33169" x="679450" y="5422900"/>
          <p14:tracePt t="33202" x="717550" y="5410200"/>
          <p14:tracePt t="33235" x="774700" y="5384800"/>
          <p14:tracePt t="33268" x="800100" y="5372100"/>
          <p14:tracePt t="33301" x="812800" y="5365750"/>
          <p14:tracePt t="33401" x="819150" y="5353050"/>
          <p14:tracePt t="33667" x="825500" y="5353050"/>
          <p14:tracePt t="33700" x="850900" y="5353050"/>
          <p14:tracePt t="33733" x="882650" y="5353050"/>
          <p14:tracePt t="33766" x="920750" y="5346700"/>
          <p14:tracePt t="33800" x="958850" y="5346700"/>
          <p14:tracePt t="33833" x="977900" y="5346700"/>
          <p14:tracePt t="33866" x="990600" y="5346700"/>
          <p14:tracePt t="33899" x="996950" y="5346700"/>
          <p14:tracePt t="33932" x="1003300" y="5346700"/>
          <p14:tracePt t="33966" x="1016000" y="5346700"/>
          <p14:tracePt t="34000" x="1035050" y="5340350"/>
          <p14:tracePt t="34032" x="1117600" y="5340350"/>
          <p14:tracePt t="34051" x="1143000" y="5334000"/>
          <p14:tracePt t="34082" x="1231900" y="5327650"/>
          <p14:tracePt t="34115" x="1257300" y="5327650"/>
          <p14:tracePt t="34149" x="1263650" y="5321300"/>
          <p14:tracePt t="34181" x="1270000" y="5321300"/>
          <p14:tracePt t="34265" x="1250950" y="5314950"/>
          <p14:tracePt t="34298" x="1219200" y="5314950"/>
          <p14:tracePt t="34331" x="1162050" y="5302250"/>
          <p14:tracePt t="34364" x="1073150" y="5283200"/>
          <p14:tracePt t="34398" x="1028700" y="5276850"/>
          <p14:tracePt t="34431" x="1016000" y="5270500"/>
          <p14:tracePt t="34464" x="1009650" y="5270500"/>
          <p14:tracePt t="35615" x="965200" y="5264150"/>
          <p14:tracePt t="35645" x="933450" y="5251450"/>
          <p14:tracePt t="35678" x="882650" y="5238750"/>
          <p14:tracePt t="35713" x="863600" y="5232400"/>
          <p14:tracePt t="35809" x="914400" y="5232400"/>
          <p14:tracePt t="35844" x="1016000" y="5219700"/>
          <p14:tracePt t="35876" x="1282700" y="5219700"/>
          <p14:tracePt t="35909" x="1454150" y="5219700"/>
          <p14:tracePt t="35931" x="1485900" y="5219700"/>
          <p14:tracePt t="35963" x="1498600" y="5219700"/>
          <p14:tracePt t="36025" x="1454150" y="5219700"/>
          <p14:tracePt t="36046" x="1397000" y="5219700"/>
          <p14:tracePt t="36077" x="1193800" y="5219700"/>
          <p14:tracePt t="36093" x="1123950" y="5226050"/>
          <p14:tracePt t="36113" x="1047750" y="5226050"/>
          <p14:tracePt t="36147" x="996950" y="5226050"/>
          <p14:tracePt t="36177" x="990600" y="5226050"/>
          <p14:tracePt t="36258" x="1009650" y="5226050"/>
          <p14:tracePt t="36276" x="1041400" y="5226050"/>
          <p14:tracePt t="36324" x="1155700" y="5226050"/>
          <p14:tracePt t="36346" x="1181100" y="5219700"/>
          <p14:tracePt t="36378" x="1187450" y="5219700"/>
          <p14:tracePt t="36424" x="1162050" y="5219700"/>
          <p14:tracePt t="36445" x="1130300" y="5219700"/>
          <p14:tracePt t="36479" x="1035050" y="5226050"/>
          <p14:tracePt t="36524" x="920750" y="5226050"/>
          <p14:tracePt t="36557" x="863600" y="5226050"/>
          <p14:tracePt t="36578" x="838200" y="5226050"/>
          <p14:tracePt t="36707" x="863600" y="5226050"/>
          <p14:tracePt t="36740" x="952500" y="5232400"/>
          <p14:tracePt t="36773" x="1028700" y="5232400"/>
          <p14:tracePt t="36806" x="1054100" y="5232400"/>
          <p14:tracePt t="36873" x="996950" y="5232400"/>
          <p14:tracePt t="36906" x="908050" y="5238750"/>
          <p14:tracePt t="36939" x="831850" y="5238750"/>
          <p14:tracePt t="36972" x="800100" y="5238750"/>
          <p14:tracePt t="37039" x="812800" y="5251450"/>
          <p14:tracePt t="37057" x="831850" y="5251450"/>
          <p14:tracePt t="37089" x="946150" y="5270500"/>
          <p14:tracePt t="37121" x="1022350" y="5270500"/>
          <p14:tracePt t="37155" x="1117600" y="5283200"/>
          <p14:tracePt t="37188" x="1136650" y="5289550"/>
          <p14:tracePt t="37238" x="1117600" y="5295900"/>
          <p14:tracePt t="38949" x="1327150" y="5321300"/>
          <p14:tracePt t="38982" x="1606550" y="5346700"/>
          <p14:tracePt t="39018" x="2012950" y="5372100"/>
          <p14:tracePt t="39050" x="2241550" y="5372100"/>
          <p14:tracePt t="39082" x="2324100" y="5365750"/>
          <p14:tracePt t="39118" x="2336800" y="5365750"/>
          <p14:tracePt t="39218" x="2336800" y="5353050"/>
          <p14:tracePt t="39250" x="2343150" y="5346700"/>
          <p14:tracePt t="39281" x="2355850" y="5346700"/>
          <p14:tracePt t="40111" x="2152650" y="5327650"/>
          <p14:tracePt t="40144" x="1955800" y="5295900"/>
          <p14:tracePt t="40178" x="1606550" y="5289550"/>
          <p14:tracePt t="40196" x="1530350" y="5289550"/>
          <p14:tracePt t="40227" x="1270000" y="5270500"/>
          <p14:tracePt t="40261" x="1200150" y="5283200"/>
          <p14:tracePt t="40282" x="1130300" y="5283200"/>
          <p14:tracePt t="40312" x="1079500" y="5283200"/>
          <p14:tracePt t="40343" x="1054100" y="5283200"/>
          <p14:tracePt t="40377" x="1041400" y="528320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911352"/>
            <a:ext cx="9372600" cy="5946648"/>
          </a:xfrm>
        </p:spPr>
        <p:txBody>
          <a:bodyPr/>
          <a:lstStyle/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spc="-50" dirty="0">
                <a:solidFill>
                  <a:srgbClr val="FF0000"/>
                </a:solidFill>
              </a:rPr>
              <a:t>By default, the order </a:t>
            </a:r>
            <a:r>
              <a:rPr lang="en-US" altLang="en-US" sz="3200" spc="-50" dirty="0" err="1">
                <a:solidFill>
                  <a:srgbClr val="FF0000"/>
                </a:solidFill>
              </a:rPr>
              <a:t>dataclass</a:t>
            </a:r>
            <a:r>
              <a:rPr lang="en-US" altLang="en-US" sz="3200" spc="-50" dirty="0">
                <a:solidFill>
                  <a:srgbClr val="FF0000"/>
                </a:solidFill>
              </a:rPr>
              <a:t> parameter is false.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FF0000"/>
                </a:solidFill>
              </a:rPr>
              <a:t>So __</a:t>
            </a:r>
            <a:r>
              <a:rPr lang="en-US" altLang="en-US" sz="2800" dirty="0" err="1">
                <a:solidFill>
                  <a:srgbClr val="FF0000"/>
                </a:solidFill>
              </a:rPr>
              <a:t>lt</a:t>
            </a:r>
            <a:r>
              <a:rPr lang="en-US" altLang="en-US" sz="2800" dirty="0">
                <a:solidFill>
                  <a:srgbClr val="FF0000"/>
                </a:solidFill>
              </a:rPr>
              <a:t>__(), __le__(), __</a:t>
            </a:r>
            <a:r>
              <a:rPr lang="en-US" altLang="en-US" sz="2800" dirty="0" err="1">
                <a:solidFill>
                  <a:srgbClr val="FF0000"/>
                </a:solidFill>
              </a:rPr>
              <a:t>gt</a:t>
            </a:r>
            <a:r>
              <a:rPr lang="en-US" altLang="en-US" sz="2800" dirty="0">
                <a:solidFill>
                  <a:srgbClr val="FF0000"/>
                </a:solidFill>
              </a:rPr>
              <a:t>__(), and __</a:t>
            </a:r>
            <a:r>
              <a:rPr lang="en-US" altLang="en-US" sz="2800" dirty="0" err="1">
                <a:solidFill>
                  <a:srgbClr val="FF0000"/>
                </a:solidFill>
              </a:rPr>
              <a:t>ge</a:t>
            </a:r>
            <a:r>
              <a:rPr lang="en-US" altLang="en-US" sz="2800" dirty="0">
                <a:solidFill>
                  <a:srgbClr val="FF0000"/>
                </a:solidFill>
              </a:rPr>
              <a:t>__() are inherited from object (which return an error message).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spc="-30" dirty="0">
                <a:solidFill>
                  <a:srgbClr val="FF0000"/>
                </a:solidFill>
              </a:rPr>
              <a:t>If </a:t>
            </a:r>
            <a:r>
              <a:rPr lang="en-US" altLang="en-US" sz="3200" spc="-50" dirty="0">
                <a:solidFill>
                  <a:srgbClr val="FF0000"/>
                </a:solidFill>
              </a:rPr>
              <a:t>yo</a:t>
            </a:r>
            <a:r>
              <a:rPr lang="en-US" altLang="en-US" sz="3200" spc="-30" dirty="0">
                <a:solidFill>
                  <a:srgbClr val="FF0000"/>
                </a:solidFill>
              </a:rPr>
              <a:t>u set order to tr</a:t>
            </a:r>
            <a:r>
              <a:rPr lang="en-US" altLang="en-US" sz="3200" spc="-50" dirty="0">
                <a:solidFill>
                  <a:srgbClr val="FF0000"/>
                </a:solidFill>
              </a:rPr>
              <a:t>u</a:t>
            </a:r>
            <a:r>
              <a:rPr lang="en-US" altLang="en-US" sz="3200" spc="-250" dirty="0">
                <a:solidFill>
                  <a:srgbClr val="FF0000"/>
                </a:solidFill>
              </a:rPr>
              <a:t>e</a:t>
            </a:r>
            <a:r>
              <a:rPr lang="en-US" altLang="en-US" sz="3200" spc="-30" dirty="0">
                <a:solidFill>
                  <a:srgbClr val="FF0000"/>
                </a:solidFill>
              </a:rPr>
              <a:t>,</a:t>
            </a:r>
            <a:r>
              <a:rPr lang="en-US" altLang="en-US" sz="2800" spc="-30" dirty="0">
                <a:solidFill>
                  <a:srgbClr val="FF0000"/>
                </a:solidFill>
              </a:rPr>
              <a:t> </a:t>
            </a:r>
            <a:r>
              <a:rPr lang="en-US" altLang="en-US" sz="3200" spc="-30" dirty="0">
                <a:solidFill>
                  <a:srgbClr val="FF0000"/>
                </a:solidFill>
              </a:rPr>
              <a:t>t</a:t>
            </a:r>
            <a:r>
              <a:rPr lang="en-US" altLang="en-US" sz="3200" spc="-70" dirty="0">
                <a:solidFill>
                  <a:srgbClr val="FF0000"/>
                </a:solidFill>
              </a:rPr>
              <a:t>h</a:t>
            </a:r>
            <a:r>
              <a:rPr lang="en-US" altLang="en-US" sz="3200" spc="-50" dirty="0">
                <a:solidFill>
                  <a:srgbClr val="FF0000"/>
                </a:solidFill>
              </a:rPr>
              <a:t>e</a:t>
            </a:r>
            <a:r>
              <a:rPr lang="en-US" altLang="en-US" sz="3200" spc="-30" dirty="0">
                <a:solidFill>
                  <a:srgbClr val="FF0000"/>
                </a:solidFill>
              </a:rPr>
              <a:t>n</a:t>
            </a:r>
            <a:r>
              <a:rPr lang="en-US" altLang="en-US" sz="2800" spc="-30" dirty="0">
                <a:solidFill>
                  <a:srgbClr val="FF0000"/>
                </a:solidFill>
              </a:rPr>
              <a:t> </a:t>
            </a:r>
            <a:r>
              <a:rPr lang="en-US" altLang="en-US" sz="3200" spc="-30" dirty="0">
                <a:solidFill>
                  <a:srgbClr val="FF0000"/>
                </a:solidFill>
              </a:rPr>
              <a:t>i</a:t>
            </a:r>
            <a:r>
              <a:rPr lang="en-US" altLang="en-US" sz="3200" spc="-50" dirty="0">
                <a:solidFill>
                  <a:srgbClr val="FF0000"/>
                </a:solidFill>
              </a:rPr>
              <a:t>n</a:t>
            </a:r>
            <a:r>
              <a:rPr lang="en-US" altLang="en-US" sz="3200" spc="-30" dirty="0">
                <a:solidFill>
                  <a:srgbClr val="FF0000"/>
                </a:solidFill>
              </a:rPr>
              <a:t>sta</a:t>
            </a:r>
            <a:r>
              <a:rPr lang="en-US" altLang="en-US" sz="3200" spc="-60" dirty="0">
                <a:solidFill>
                  <a:srgbClr val="FF0000"/>
                </a:solidFill>
              </a:rPr>
              <a:t>n</a:t>
            </a:r>
            <a:r>
              <a:rPr lang="en-US" altLang="en-US" sz="3200" spc="-30" dirty="0">
                <a:solidFill>
                  <a:srgbClr val="FF0000"/>
                </a:solidFill>
              </a:rPr>
              <a:t>ces</a:t>
            </a:r>
            <a:r>
              <a:rPr lang="en-US" altLang="en-US" sz="2800" spc="-30" dirty="0">
                <a:solidFill>
                  <a:srgbClr val="FF0000"/>
                </a:solidFill>
              </a:rPr>
              <a:t> </a:t>
            </a:r>
            <a:r>
              <a:rPr lang="en-US" altLang="en-US" sz="3200" spc="-30" dirty="0">
                <a:solidFill>
                  <a:srgbClr val="FF0000"/>
                </a:solidFill>
              </a:rPr>
              <a:t>c</a:t>
            </a:r>
            <a:r>
              <a:rPr lang="en-US" altLang="en-US" sz="3200" spc="-50" dirty="0">
                <a:solidFill>
                  <a:srgbClr val="FF0000"/>
                </a:solidFill>
              </a:rPr>
              <a:t>omp</a:t>
            </a:r>
            <a:r>
              <a:rPr lang="en-US" altLang="en-US" sz="3200" spc="-30" dirty="0">
                <a:solidFill>
                  <a:srgbClr val="FF0000"/>
                </a:solidFill>
              </a:rPr>
              <a:t>are</a:t>
            </a:r>
            <a:r>
              <a:rPr lang="en-US" altLang="en-US" sz="2800" spc="-30" dirty="0">
                <a:solidFill>
                  <a:srgbClr val="FF0000"/>
                </a:solidFill>
              </a:rPr>
              <a:t> </a:t>
            </a:r>
            <a:r>
              <a:rPr lang="en-US" altLang="en-US" sz="3200" spc="-30" dirty="0">
                <a:solidFill>
                  <a:srgbClr val="FF0000"/>
                </a:solidFill>
              </a:rPr>
              <a:t>as tuples of the auto-generated instance attributes.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FF0000"/>
                </a:solidFill>
              </a:rPr>
              <a:t>Only instances of identical type can be compared.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FF0000"/>
                </a:solidFill>
              </a:rPr>
              <a:t>If order is true and </a:t>
            </a:r>
            <a:r>
              <a:rPr lang="en-US" altLang="en-US" sz="2800" dirty="0" err="1">
                <a:solidFill>
                  <a:srgbClr val="FF0000"/>
                </a:solidFill>
              </a:rPr>
              <a:t>eq</a:t>
            </a:r>
            <a:r>
              <a:rPr lang="en-US" altLang="en-US" sz="2800" dirty="0">
                <a:solidFill>
                  <a:srgbClr val="FF0000"/>
                </a:solidFill>
              </a:rPr>
              <a:t> is false, a </a:t>
            </a:r>
            <a:r>
              <a:rPr lang="en-US" altLang="en-US" sz="2800" dirty="0" err="1">
                <a:solidFill>
                  <a:srgbClr val="FF0000"/>
                </a:solidFill>
              </a:rPr>
              <a:t>ValueError</a:t>
            </a:r>
            <a:r>
              <a:rPr lang="en-US" altLang="en-US" sz="2800" dirty="0">
                <a:solidFill>
                  <a:srgbClr val="FF0000"/>
                </a:solidFill>
              </a:rPr>
              <a:t> is raised.</a:t>
            </a:r>
          </a:p>
          <a:p>
            <a:pPr marL="400050" lvl="1" indent="0">
              <a:spcBef>
                <a:spcPts val="600"/>
              </a:spcBef>
              <a:buNone/>
            </a:pPr>
            <a:endParaRPr lang="en-US" altLang="en-US" sz="1200" dirty="0">
              <a:solidFill>
                <a:srgbClr val="FF0000"/>
              </a:solidFill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s-E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@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order</a:t>
            </a:r>
            <a:r>
              <a:rPr lang="es-ES" alt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s-E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s-ES" alt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Triplet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: a:...; b:...; c:...</a:t>
            </a: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None/>
            </a:pPr>
            <a:endParaRPr lang="es-ES" altLang="en-US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Triplet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1,5,9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Triplet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1,5,8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s-ES" alt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\</a:t>
            </a: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Triplet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2,0,0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s-ES" altLang="en-US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 x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&gt;=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 x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endParaRPr lang="es-E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None/>
            </a:pP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s-E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s-E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lvl="1" indent="-57150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-228600" y="4338320"/>
            <a:ext cx="1676400" cy="236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00050" lvl="1" indent="0">
              <a:lnSpc>
                <a:spcPct val="85000"/>
              </a:lnSpc>
              <a:spcBef>
                <a:spcPts val="600"/>
              </a:spcBef>
              <a:buFontTx/>
              <a:buNone/>
            </a:pPr>
            <a:endParaRPr lang="en-US" altLang="en-US" kern="0" dirty="0">
              <a:solidFill>
                <a:srgbClr val="FF0000"/>
              </a:solidFill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s-ES" alt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s-ES" alt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s-ES" alt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s-ES" alt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s-ES" alt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s-ES" alt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s-ES" alt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s-ES" alt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s-ES" altLang="en-US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s-ES" alt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s-ES" altLang="en-US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-57150"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16" name="Audio 1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980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641"/>
    </mc:Choice>
    <mc:Fallback xmlns="">
      <p:transition spd="slow" advTm="2406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63" x="3168650" y="990600"/>
          <p14:tracePt t="470" x="3060700" y="946150"/>
          <p14:tracePt t="486" x="2946400" y="914400"/>
          <p14:tracePt t="500" x="2711450" y="831850"/>
          <p14:tracePt t="516" x="2565400" y="806450"/>
          <p14:tracePt t="533" x="2311400" y="762000"/>
          <p14:tracePt t="550" x="2222500" y="755650"/>
          <p14:tracePt t="567" x="2051050" y="723900"/>
          <p14:tracePt t="583" x="1924050" y="717550"/>
          <p14:tracePt t="599" x="1847850" y="717550"/>
          <p14:tracePt t="617" x="1708150" y="717550"/>
          <p14:tracePt t="633" x="1600200" y="742950"/>
          <p14:tracePt t="649" x="1568450" y="755650"/>
          <p14:tracePt t="667" x="1524000" y="768350"/>
          <p14:tracePt t="683" x="1511300" y="768350"/>
          <p14:tracePt t="792" x="1511300" y="774700"/>
          <p14:tracePt t="821" x="1517650" y="781050"/>
          <p14:tracePt t="835" x="1524000" y="787400"/>
          <p14:tracePt t="841" x="1536700" y="793750"/>
          <p14:tracePt t="851" x="1555750" y="800100"/>
          <p14:tracePt t="865" x="1574800" y="806450"/>
          <p14:tracePt t="882" x="1600200" y="812800"/>
          <p14:tracePt t="899" x="1638300" y="831850"/>
          <p14:tracePt t="915" x="1695450" y="838200"/>
          <p14:tracePt t="933" x="1778000" y="850900"/>
          <p14:tracePt t="948" x="1835150" y="863600"/>
          <p14:tracePt t="965" x="1898650" y="863600"/>
          <p14:tracePt t="982" x="1968500" y="869950"/>
          <p14:tracePt t="998" x="1987550" y="869950"/>
          <p14:tracePt t="1015" x="2032000" y="869950"/>
          <p14:tracePt t="1031" x="2051050" y="869950"/>
          <p14:tracePt t="1048" x="2063750" y="869950"/>
          <p14:tracePt t="1065" x="2082800" y="869950"/>
          <p14:tracePt t="1081" x="2101850" y="869950"/>
          <p14:tracePt t="1098" x="2108200" y="869950"/>
          <p14:tracePt t="1115" x="2114550" y="869950"/>
          <p14:tracePt t="1165" x="2120900" y="869950"/>
          <p14:tracePt t="1269" x="2127250" y="869950"/>
          <p14:tracePt t="1826" x="2171700" y="869950"/>
          <p14:tracePt t="1834" x="2216150" y="889000"/>
          <p14:tracePt t="1845" x="2292350" y="920750"/>
          <p14:tracePt t="1862" x="2451100" y="965200"/>
          <p14:tracePt t="1878" x="2533650" y="996950"/>
          <p14:tracePt t="1895" x="2609850" y="1016000"/>
          <p14:tracePt t="1912" x="2851150" y="1098550"/>
          <p14:tracePt t="1928" x="2927350" y="1130300"/>
          <p14:tracePt t="1946" x="3098800" y="1168400"/>
          <p14:tracePt t="1962" x="3181350" y="1187450"/>
          <p14:tracePt t="1978" x="3321050" y="1206500"/>
          <p14:tracePt t="1995" x="3403600" y="1206500"/>
          <p14:tracePt t="2011" x="3441700" y="1206500"/>
          <p14:tracePt t="2028" x="3479800" y="1206500"/>
          <p14:tracePt t="2045" x="3511550" y="1206500"/>
          <p14:tracePt t="2061" x="3536950" y="1206500"/>
          <p14:tracePt t="2078" x="3562350" y="1200150"/>
          <p14:tracePt t="2094" x="3600450" y="1193800"/>
          <p14:tracePt t="2111" x="3638550" y="1187450"/>
          <p14:tracePt t="2128" x="3714750" y="1162050"/>
          <p14:tracePt t="2144" x="3816350" y="1149350"/>
          <p14:tracePt t="2161" x="3860800" y="1143000"/>
          <p14:tracePt t="2178" x="4000500" y="1111250"/>
          <p14:tracePt t="2194" x="4184650" y="1085850"/>
          <p14:tracePt t="2212" x="4286250" y="1060450"/>
          <p14:tracePt t="2228" x="4495800" y="1022350"/>
          <p14:tracePt t="2244" x="4610100" y="1009650"/>
          <p14:tracePt t="2262" x="4889500" y="971550"/>
          <p14:tracePt t="2277" x="4991100" y="958850"/>
          <p14:tracePt t="2294" x="5086350" y="952500"/>
          <p14:tracePt t="2311" x="5251450" y="952500"/>
          <p14:tracePt t="2327" x="5327650" y="939800"/>
          <p14:tracePt t="2344" x="5429250" y="933450"/>
          <p14:tracePt t="2360" x="5695950" y="933450"/>
          <p14:tracePt t="2377" x="5784850" y="933450"/>
          <p14:tracePt t="2394" x="5949950" y="933450"/>
          <p14:tracePt t="2411" x="6096000" y="920750"/>
          <p14:tracePt t="2427" x="6172200" y="927100"/>
          <p14:tracePt t="2444" x="6292850" y="939800"/>
          <p14:tracePt t="2460" x="6419850" y="952500"/>
          <p14:tracePt t="2477" x="6483350" y="958850"/>
          <p14:tracePt t="2493" x="6610350" y="977900"/>
          <p14:tracePt t="2510" x="6635750" y="977900"/>
          <p14:tracePt t="2526" x="6667500" y="977900"/>
          <p14:tracePt t="2543" x="6724650" y="977900"/>
          <p14:tracePt t="2560" x="6788150" y="977900"/>
          <p14:tracePt t="2577" x="6807200" y="984250"/>
          <p14:tracePt t="2593" x="6851650" y="984250"/>
          <p14:tracePt t="2610" x="6877050" y="984250"/>
          <p14:tracePt t="2626" x="6883400" y="984250"/>
          <p14:tracePt t="2675" x="6883400" y="977900"/>
          <p14:tracePt t="2724" x="6883400" y="971550"/>
          <p14:tracePt t="2746" x="6883400" y="977900"/>
          <p14:tracePt t="2753" x="6883400" y="990600"/>
          <p14:tracePt t="2767" x="6883400" y="996950"/>
          <p14:tracePt t="2775" x="6896100" y="1009650"/>
          <p14:tracePt t="3666" x="6813550" y="1009650"/>
          <p14:tracePt t="3681" x="6686550" y="1041400"/>
          <p14:tracePt t="3687" x="6508750" y="1060450"/>
          <p14:tracePt t="3695" x="6286500" y="1092200"/>
          <p14:tracePt t="3709" x="6013450" y="1117600"/>
          <p14:tracePt t="3723" x="5721350" y="1149350"/>
          <p14:tracePt t="3738" x="4978400" y="1219200"/>
          <p14:tracePt t="3755" x="4565650" y="1238250"/>
          <p14:tracePt t="3772" x="3803650" y="1289050"/>
          <p14:tracePt t="3789" x="3060700" y="1339850"/>
          <p14:tracePt t="3805" x="2736850" y="1384300"/>
          <p14:tracePt t="3822" x="2190750" y="1479550"/>
          <p14:tracePt t="3838" x="1835150" y="1606550"/>
          <p14:tracePt t="3856" x="1625600" y="1701800"/>
          <p14:tracePt t="3871" x="1555750" y="1752600"/>
          <p14:tracePt t="3888" x="1473200" y="1790700"/>
          <p14:tracePt t="3905" x="1295400" y="1885950"/>
          <p14:tracePt t="3921" x="1238250" y="1917700"/>
          <p14:tracePt t="3938" x="1193800" y="1943100"/>
          <p14:tracePt t="3955" x="1130300" y="1981200"/>
          <p14:tracePt t="3971" x="1085850" y="1993900"/>
          <p14:tracePt t="3989" x="1073150" y="2000250"/>
          <p14:tracePt t="4004" x="1047750" y="2012950"/>
          <p14:tracePt t="4021" x="1028700" y="2012950"/>
          <p14:tracePt t="4038" x="1022350" y="2012950"/>
          <p14:tracePt t="4883" x="1041400" y="2000250"/>
          <p14:tracePt t="4890" x="1047750" y="1974850"/>
          <p14:tracePt t="4901" x="1060450" y="1962150"/>
          <p14:tracePt t="4919" x="1073150" y="1930400"/>
          <p14:tracePt t="4935" x="1079500" y="1917700"/>
          <p14:tracePt t="4951" x="1079500" y="1905000"/>
          <p14:tracePt t="4968" x="1092200" y="1885950"/>
          <p14:tracePt t="4984" x="1092200" y="1879600"/>
          <p14:tracePt t="5017" x="1092200" y="1873250"/>
          <p14:tracePt t="5034" x="1092200" y="1860550"/>
          <p14:tracePt t="5052" x="1092200" y="1854200"/>
          <p14:tracePt t="5067" x="1098550" y="1847850"/>
          <p14:tracePt t="5084" x="1098550" y="1841500"/>
          <p14:tracePt t="5101" x="1104900" y="1828800"/>
          <p14:tracePt t="5117" x="1111250" y="1822450"/>
          <p14:tracePt t="5134" x="1117600" y="1803400"/>
          <p14:tracePt t="5151" x="1123950" y="1790700"/>
          <p14:tracePt t="5167" x="1130300" y="1784350"/>
          <p14:tracePt t="5184" x="1149350" y="1765300"/>
          <p14:tracePt t="5200" x="1168400" y="1746250"/>
          <p14:tracePt t="5217" x="1174750" y="1739900"/>
          <p14:tracePt t="5234" x="1206500" y="1720850"/>
          <p14:tracePt t="5250" x="1263650" y="1689100"/>
          <p14:tracePt t="5266" x="1289050" y="1676400"/>
          <p14:tracePt t="5283" x="1352550" y="1651000"/>
          <p14:tracePt t="5300" x="1384300" y="1644650"/>
          <p14:tracePt t="5304" x="1422400" y="1638300"/>
          <p14:tracePt t="5316" x="1466850" y="1631950"/>
          <p14:tracePt t="5333" x="1530350" y="1600200"/>
          <p14:tracePt t="5350" x="1562100" y="1581150"/>
          <p14:tracePt t="5367" x="1644650" y="1536700"/>
          <p14:tracePt t="5383" x="1720850" y="1504950"/>
          <p14:tracePt t="5400" x="1765300" y="1485900"/>
          <p14:tracePt t="5418" x="1803400" y="1473200"/>
          <p14:tracePt t="5433" x="1822450" y="1466850"/>
          <p14:tracePt t="5450" x="1828800" y="1466850"/>
          <p14:tracePt t="5466" x="1835150" y="1466850"/>
          <p14:tracePt t="5725" x="1847850" y="1466850"/>
          <p14:tracePt t="5733" x="1866900" y="1466850"/>
          <p14:tracePt t="5739" x="1885950" y="1466850"/>
          <p14:tracePt t="5753" x="1924050" y="1466850"/>
          <p14:tracePt t="5765" x="1987550" y="1466850"/>
          <p14:tracePt t="5782" x="2159000" y="1473200"/>
          <p14:tracePt t="5798" x="2273300" y="1479550"/>
          <p14:tracePt t="5802" x="2393950" y="1479550"/>
          <p14:tracePt t="5816" x="2533650" y="1479550"/>
          <p14:tracePt t="5831" x="2800350" y="1479550"/>
          <p14:tracePt t="5848" x="2914650" y="1479550"/>
          <p14:tracePt t="5865" x="3117850" y="1479550"/>
          <p14:tracePt t="5881" x="3232150" y="1479550"/>
          <p14:tracePt t="5898" x="3270250" y="1479550"/>
          <p14:tracePt t="5915" x="3308350" y="1479550"/>
          <p14:tracePt t="5931" x="3314700" y="1479550"/>
          <p14:tracePt t="5948" x="3321050" y="1479550"/>
          <p14:tracePt t="5985" x="3327400" y="1479550"/>
          <p14:tracePt t="6083" x="3333750" y="1479550"/>
          <p14:tracePt t="6089" x="3340100" y="1479550"/>
          <p14:tracePt t="6104" x="3346450" y="1485900"/>
          <p14:tracePt t="6113" x="3352800" y="1485900"/>
          <p14:tracePt t="6131" x="3359150" y="1485900"/>
          <p14:tracePt t="6147" x="3397250" y="1498600"/>
          <p14:tracePt t="6164" x="3460750" y="1498600"/>
          <p14:tracePt t="6181" x="3517900" y="1504950"/>
          <p14:tracePt t="6197" x="3581400" y="1517650"/>
          <p14:tracePt t="6214" x="3721100" y="1536700"/>
          <p14:tracePt t="6231" x="3879850" y="1543050"/>
          <p14:tracePt t="6247" x="3930650" y="1555750"/>
          <p14:tracePt t="6264" x="4032250" y="1555750"/>
          <p14:tracePt t="6280" x="4083050" y="1555750"/>
          <p14:tracePt t="6297" x="4102100" y="1555750"/>
          <p14:tracePt t="6300" x="4114800" y="1555750"/>
          <p14:tracePt t="6314" x="4121150" y="1555750"/>
          <p14:tracePt t="6330" x="4127500" y="1555750"/>
          <p14:tracePt t="6385" x="4127500" y="1562100"/>
          <p14:tracePt t="6391" x="4127500" y="1568450"/>
          <p14:tracePt t="6406" x="4133850" y="1568450"/>
          <p14:tracePt t="6817" x="4203700" y="1568450"/>
          <p14:tracePt t="6823" x="4292600" y="1581150"/>
          <p14:tracePt t="6838" x="4381500" y="1581150"/>
          <p14:tracePt t="6848" x="4457700" y="1593850"/>
          <p14:tracePt t="6861" x="4533900" y="1593850"/>
          <p14:tracePt t="6878" x="4660900" y="1593850"/>
          <p14:tracePt t="6895" x="4819650" y="1574800"/>
          <p14:tracePt t="6911" x="4876800" y="1555750"/>
          <p14:tracePt t="6928" x="4946650" y="1536700"/>
          <p14:tracePt t="6944" x="5016500" y="1511300"/>
          <p14:tracePt t="6961" x="5041900" y="1511300"/>
          <p14:tracePt t="6978" x="5080000" y="1492250"/>
          <p14:tracePt t="6994" x="5105400" y="1479550"/>
          <p14:tracePt t="7011" x="5118100" y="1473200"/>
          <p14:tracePt t="7028" x="5149850" y="1466850"/>
          <p14:tracePt t="7044" x="5175250" y="1466850"/>
          <p14:tracePt t="7061" x="5207000" y="1466850"/>
          <p14:tracePt t="7077" x="5264150" y="1466850"/>
          <p14:tracePt t="7094" x="5283200" y="1466850"/>
          <p14:tracePt t="7111" x="5340350" y="1466850"/>
          <p14:tracePt t="7127" x="5397500" y="1466850"/>
          <p14:tracePt t="7144" x="5429250" y="1466850"/>
          <p14:tracePt t="7160" x="5505450" y="1466850"/>
          <p14:tracePt t="7177" x="5581650" y="1466850"/>
          <p14:tracePt t="7193" x="5632450" y="1466850"/>
          <p14:tracePt t="7210" x="5740400" y="1466850"/>
          <p14:tracePt t="7226" x="5854700" y="1466850"/>
          <p14:tracePt t="7244" x="5962650" y="1460500"/>
          <p14:tracePt t="7260" x="6013450" y="1460500"/>
          <p14:tracePt t="7277" x="6051550" y="1460500"/>
          <p14:tracePt t="7294" x="6134100" y="1447800"/>
          <p14:tracePt t="7310" x="6172200" y="1447800"/>
          <p14:tracePt t="7327" x="6254750" y="1441450"/>
          <p14:tracePt t="7343" x="6311900" y="1441450"/>
          <p14:tracePt t="7360" x="6369050" y="1447800"/>
          <p14:tracePt t="7376" x="6407150" y="1447800"/>
          <p14:tracePt t="7393" x="6477000" y="1454150"/>
          <p14:tracePt t="7409" x="6553200" y="1454150"/>
          <p14:tracePt t="7428" x="6635750" y="1454150"/>
          <p14:tracePt t="7443" x="6686550" y="1454150"/>
          <p14:tracePt t="7459" x="6788150" y="1466850"/>
          <p14:tracePt t="7476" x="6883400" y="1473200"/>
          <p14:tracePt t="7493" x="6921500" y="1473200"/>
          <p14:tracePt t="7509" x="6978650" y="1479550"/>
          <p14:tracePt t="7526" x="7035800" y="1485900"/>
          <p14:tracePt t="7542" x="7067550" y="1485900"/>
          <p14:tracePt t="7559" x="7092950" y="1485900"/>
          <p14:tracePt t="7575" x="7188200" y="1485900"/>
          <p14:tracePt t="7592" x="7226300" y="1498600"/>
          <p14:tracePt t="7609" x="7296150" y="1504950"/>
          <p14:tracePt t="7625" x="7366000" y="1511300"/>
          <p14:tracePt t="7642" x="7404100" y="1511300"/>
          <p14:tracePt t="7659" x="7486650" y="1530350"/>
          <p14:tracePt t="7675" x="7543800" y="1536700"/>
          <p14:tracePt t="7692" x="7651750" y="1555750"/>
          <p14:tracePt t="7708" x="7766050" y="1574800"/>
          <p14:tracePt t="7725" x="7842250" y="1574800"/>
          <p14:tracePt t="7743" x="7962900" y="1581150"/>
          <p14:tracePt t="7758" x="8045450" y="1600200"/>
          <p14:tracePt t="7775" x="8083550" y="1600200"/>
          <p14:tracePt t="7792" x="8134350" y="1606550"/>
          <p14:tracePt t="7808" x="8172450" y="1606550"/>
          <p14:tracePt t="7825" x="8178800" y="1606550"/>
          <p14:tracePt t="7841" x="8197850" y="1612900"/>
          <p14:tracePt t="7858" x="8210550" y="1612900"/>
          <p14:tracePt t="7874" x="8216900" y="1612900"/>
          <p14:tracePt t="7911" x="8216900" y="1606550"/>
          <p14:tracePt t="8038" x="8223250" y="1606550"/>
          <p14:tracePt t="8157" x="8223250" y="1600200"/>
          <p14:tracePt t="8269" x="8223250" y="1606550"/>
          <p14:tracePt t="8276" x="8229600" y="1612900"/>
          <p14:tracePt t="8290" x="8229600" y="1619250"/>
          <p14:tracePt t="10405" x="8172450" y="1606550"/>
          <p14:tracePt t="10412" x="8083550" y="1562100"/>
          <p14:tracePt t="10419" x="7962900" y="1524000"/>
          <p14:tracePt t="10436" x="7816850" y="1473200"/>
          <p14:tracePt t="10450" x="7626350" y="1409700"/>
          <p14:tracePt t="10466" x="7175500" y="1250950"/>
          <p14:tracePt t="10483" x="6705600" y="1098550"/>
          <p14:tracePt t="10499" x="6464300" y="1009650"/>
          <p14:tracePt t="10515" x="6032500" y="838200"/>
          <p14:tracePt t="10532" x="5727700" y="768350"/>
          <p14:tracePt t="10549" x="5613400" y="755650"/>
          <p14:tracePt t="10565" x="5441950" y="723900"/>
          <p14:tracePt t="10582" x="5353050" y="730250"/>
          <p14:tracePt t="10599" x="5327650" y="736600"/>
          <p14:tracePt t="10616" x="5302250" y="736600"/>
          <p14:tracePt t="10632" x="5295900" y="736600"/>
          <p14:tracePt t="10672" x="5289550" y="742950"/>
          <p14:tracePt t="10721" x="5289550" y="749300"/>
          <p14:tracePt t="10812" x="5295900" y="749300"/>
          <p14:tracePt t="10826" x="5302250" y="749300"/>
          <p14:tracePt t="10834" x="5314950" y="755650"/>
          <p14:tracePt t="10847" x="5334000" y="755650"/>
          <p14:tracePt t="10864" x="5384800" y="781050"/>
          <p14:tracePt t="10881" x="5441950" y="800100"/>
          <p14:tracePt t="10898" x="5600700" y="825500"/>
          <p14:tracePt t="10914" x="5791200" y="876300"/>
          <p14:tracePt t="10932" x="5994400" y="889000"/>
          <p14:tracePt t="10947" x="6096000" y="901700"/>
          <p14:tracePt t="10964" x="6184900" y="901700"/>
          <p14:tracePt t="10981" x="6394450" y="895350"/>
          <p14:tracePt t="10997" x="6445250" y="895350"/>
          <p14:tracePt t="11014" x="6489700" y="889000"/>
          <p14:tracePt t="11030" x="6546850" y="882650"/>
          <p14:tracePt t="11047" x="6572250" y="876300"/>
          <p14:tracePt t="11064" x="6584950" y="869950"/>
          <p14:tracePt t="11080" x="6604000" y="857250"/>
          <p14:tracePt t="11096" x="6616700" y="857250"/>
          <p14:tracePt t="11114" x="6642100" y="844550"/>
          <p14:tracePt t="11130" x="6673850" y="838200"/>
          <p14:tracePt t="11147" x="6692900" y="838200"/>
          <p14:tracePt t="11163" x="6775450" y="825500"/>
          <p14:tracePt t="11180" x="6800850" y="812800"/>
          <p14:tracePt t="11197" x="6883400" y="800100"/>
          <p14:tracePt t="11213" x="6946900" y="781050"/>
          <p14:tracePt t="11230" x="6985000" y="774700"/>
          <p14:tracePt t="11248" x="7048500" y="755650"/>
          <p14:tracePt t="11263" x="7080250" y="736600"/>
          <p14:tracePt t="11279" x="7092950" y="730250"/>
          <p14:tracePt t="11297" x="7105650" y="730250"/>
          <p14:tracePt t="11345" x="7092950" y="730250"/>
          <p14:tracePt t="11352" x="7080250" y="736600"/>
          <p14:tracePt t="11367" x="7061200" y="742950"/>
          <p14:tracePt t="11380" x="7029450" y="755650"/>
          <p14:tracePt t="11395" x="6940550" y="800100"/>
          <p14:tracePt t="11412" x="6877050" y="831850"/>
          <p14:tracePt t="11430" x="6724650" y="895350"/>
          <p14:tracePt t="11446" x="6527800" y="990600"/>
          <p14:tracePt t="11463" x="6419850" y="1035050"/>
          <p14:tracePt t="11479" x="6210300" y="1104900"/>
          <p14:tracePt t="11495" x="6026150" y="1187450"/>
          <p14:tracePt t="11512" x="5937250" y="1219200"/>
          <p14:tracePt t="11529" x="5746750" y="1301750"/>
          <p14:tracePt t="11545" x="5575300" y="1365250"/>
          <p14:tracePt t="11562" x="5378450" y="1428750"/>
          <p14:tracePt t="11578" x="5302250" y="1447800"/>
          <p14:tracePt t="11595" x="5207000" y="1498600"/>
          <p14:tracePt t="11612" x="4978400" y="1631950"/>
          <p14:tracePt t="11629" x="4908550" y="1670050"/>
          <p14:tracePt t="11645" x="4838700" y="1727200"/>
          <p14:tracePt t="11662" x="4730750" y="1835150"/>
          <p14:tracePt t="11678" x="4660900" y="1949450"/>
          <p14:tracePt t="11694" x="4648200" y="1993900"/>
          <p14:tracePt t="11711" x="4635500" y="2057400"/>
          <p14:tracePt t="11728" x="4635500" y="2070100"/>
          <p14:tracePt t="11745" x="4641850" y="2082800"/>
          <p14:tracePt t="11761" x="4654550" y="2082800"/>
          <p14:tracePt t="11778" x="4743450" y="2082800"/>
          <p14:tracePt t="11794" x="4921250" y="2057400"/>
          <p14:tracePt t="11811" x="5035550" y="2038350"/>
          <p14:tracePt t="11828" x="5308600" y="2006600"/>
          <p14:tracePt t="11844" x="5657850" y="1943100"/>
          <p14:tracePt t="11861" x="5822950" y="1917700"/>
          <p14:tracePt t="11879" x="6146800" y="1860550"/>
          <p14:tracePt t="11894" x="6273800" y="1841500"/>
          <p14:tracePt t="11898" x="6394450" y="1816100"/>
          <p14:tracePt t="11910" x="6496050" y="1809750"/>
          <p14:tracePt t="11928" x="6642100" y="1758950"/>
          <p14:tracePt t="11944" x="6705600" y="1739900"/>
          <p14:tracePt t="11960" x="6819900" y="1682750"/>
          <p14:tracePt t="11977" x="6934200" y="1625600"/>
          <p14:tracePt t="11994" x="6978650" y="1606550"/>
          <p14:tracePt t="12010" x="7054850" y="1555750"/>
          <p14:tracePt t="12027" x="7118350" y="1524000"/>
          <p14:tracePt t="12043" x="7131050" y="1511300"/>
          <p14:tracePt t="12061" x="7150100" y="1511300"/>
          <p14:tracePt t="12077" x="7150100" y="1504950"/>
          <p14:tracePt t="12194" x="7143750" y="1504950"/>
          <p14:tracePt t="12208" x="7137400" y="1511300"/>
          <p14:tracePt t="12215" x="7131050" y="1517650"/>
          <p14:tracePt t="12229" x="7118350" y="1524000"/>
          <p14:tracePt t="12243" x="7092950" y="1549400"/>
          <p14:tracePt t="12259" x="7073900" y="1562100"/>
          <p14:tracePt t="12276" x="7048500" y="1568450"/>
          <p14:tracePt t="12293" x="6997700" y="1600200"/>
          <p14:tracePt t="12309" x="6902450" y="1638300"/>
          <p14:tracePt t="12327" x="6845300" y="1657350"/>
          <p14:tracePt t="12343" x="6661150" y="1714500"/>
          <p14:tracePt t="12359" x="6419850" y="1771650"/>
          <p14:tracePt t="12376" x="6153150" y="1790700"/>
          <p14:tracePt t="12392" x="6013450" y="1790700"/>
          <p14:tracePt t="12409" x="5702300" y="1790700"/>
          <p14:tracePt t="12426" x="5372100" y="1771650"/>
          <p14:tracePt t="12442" x="5245100" y="1771650"/>
          <p14:tracePt t="12459" x="5067300" y="1752600"/>
          <p14:tracePt t="12475" x="4940300" y="1746250"/>
          <p14:tracePt t="12492" x="4902200" y="1746250"/>
          <p14:tracePt t="12509" x="4870450" y="1733550"/>
          <p14:tracePt t="12525" x="4813300" y="1720850"/>
          <p14:tracePt t="12542" x="4800600" y="1720850"/>
          <p14:tracePt t="12559" x="4787900" y="1720850"/>
          <p14:tracePt t="12575" x="4775200" y="1720850"/>
          <p14:tracePt t="12592" x="4756150" y="1720850"/>
          <p14:tracePt t="12608" x="4743450" y="1720850"/>
          <p14:tracePt t="12625" x="4737100" y="1727200"/>
          <p14:tracePt t="12641" x="4711700" y="1727200"/>
          <p14:tracePt t="12658" x="4686300" y="1733550"/>
          <p14:tracePt t="12675" x="4667250" y="1733550"/>
          <p14:tracePt t="12692" x="4622800" y="1733550"/>
          <p14:tracePt t="12708" x="4572000" y="1733550"/>
          <p14:tracePt t="12725" x="4533900" y="1739900"/>
          <p14:tracePt t="12741" x="4476750" y="1752600"/>
          <p14:tracePt t="12757" x="4394200" y="1765300"/>
          <p14:tracePt t="12774" x="4356100" y="1771650"/>
          <p14:tracePt t="12791" x="4235450" y="1790700"/>
          <p14:tracePt t="12807" x="4102100" y="1828800"/>
          <p14:tracePt t="12824" x="4025900" y="1841500"/>
          <p14:tracePt t="12841" x="3854450" y="1873250"/>
          <p14:tracePt t="12857" x="3740150" y="1892300"/>
          <p14:tracePt t="12875" x="3429000" y="1943100"/>
          <p14:tracePt t="12890" x="3314700" y="1962150"/>
          <p14:tracePt t="12907" x="3213100" y="1987550"/>
          <p14:tracePt t="12911" x="3092450" y="2019300"/>
          <p14:tracePt t="12924" x="2965450" y="2038350"/>
          <p14:tracePt t="12940" x="2736850" y="2076450"/>
          <p14:tracePt t="12957" x="2622550" y="2089150"/>
          <p14:tracePt t="12974" x="2438400" y="2120900"/>
          <p14:tracePt t="12990" x="2286000" y="2139950"/>
          <p14:tracePt t="13008" x="2152650" y="2165350"/>
          <p14:tracePt t="13023" x="2114550" y="2178050"/>
          <p14:tracePt t="13040" x="2076450" y="2178050"/>
          <p14:tracePt t="13057" x="2063750" y="2178050"/>
          <p14:tracePt t="13073" x="2051050" y="2178050"/>
          <p14:tracePt t="13090" x="2032000" y="2165350"/>
          <p14:tracePt t="13107" x="2012950" y="2159000"/>
          <p14:tracePt t="13123" x="2012950" y="2152650"/>
          <p14:tracePt t="13140" x="2006600" y="2152650"/>
          <p14:tracePt t="13156" x="1981200" y="2120900"/>
          <p14:tracePt t="13173" x="1974850" y="2114550"/>
          <p14:tracePt t="13190" x="1955800" y="2089150"/>
          <p14:tracePt t="13206" x="1943100" y="2076450"/>
          <p14:tracePt t="13223" x="1905000" y="2038350"/>
          <p14:tracePt t="13240" x="1879600" y="2019300"/>
          <p14:tracePt t="13256" x="1866900" y="2006600"/>
          <p14:tracePt t="13273" x="1841500" y="1987550"/>
          <p14:tracePt t="13289" x="1822450" y="1981200"/>
          <p14:tracePt t="13306" x="1816100" y="1974850"/>
          <p14:tracePt t="13351" x="1816100" y="1968500"/>
          <p14:tracePt t="13359" x="1822450" y="1968500"/>
          <p14:tracePt t="13373" x="1835150" y="1962150"/>
          <p14:tracePt t="13389" x="1898650" y="1955800"/>
          <p14:tracePt t="13405" x="1962150" y="1955800"/>
          <p14:tracePt t="13409" x="2025650" y="1955800"/>
          <p14:tracePt t="13424" x="2114550" y="1955800"/>
          <p14:tracePt t="13438" x="2292350" y="1968500"/>
          <p14:tracePt t="13455" x="2381250" y="1968500"/>
          <p14:tracePt t="13472" x="2514600" y="1987550"/>
          <p14:tracePt t="13488" x="2565400" y="2006600"/>
          <p14:tracePt t="13506" x="2667000" y="2019300"/>
          <p14:tracePt t="13521" x="2692400" y="2019300"/>
          <p14:tracePt t="13538" x="2692400" y="2025650"/>
          <p14:tracePt t="13555" x="2705100" y="2025650"/>
          <p14:tracePt t="13571" x="2711450" y="2025650"/>
          <p14:tracePt t="13640" x="2705100" y="2025650"/>
          <p14:tracePt t="13646" x="2698750" y="2025650"/>
          <p14:tracePt t="13682" x="2692400" y="2025650"/>
          <p14:tracePt t="13689" x="2686050" y="2025650"/>
          <p14:tracePt t="13702" x="2673350" y="2025650"/>
          <p14:tracePt t="13709" x="2667000" y="2025650"/>
          <p14:tracePt t="13721" x="2647950" y="2025650"/>
          <p14:tracePt t="13738" x="2609850" y="2019300"/>
          <p14:tracePt t="13754" x="2571750" y="2019300"/>
          <p14:tracePt t="13771" x="2533650" y="2019300"/>
          <p14:tracePt t="13788" x="2374900" y="2019300"/>
          <p14:tracePt t="13804" x="2311400" y="2019300"/>
          <p14:tracePt t="13821" x="2273300" y="2019300"/>
          <p14:tracePt t="13837" x="2190750" y="2032000"/>
          <p14:tracePt t="13854" x="2133600" y="2038350"/>
          <p14:tracePt t="13871" x="2101850" y="2038350"/>
          <p14:tracePt t="13887" x="2089150" y="2038350"/>
          <p14:tracePt t="13904" x="2070100" y="2038350"/>
          <p14:tracePt t="13920" x="2057400" y="2032000"/>
          <p14:tracePt t="13937" x="2063750" y="2032000"/>
          <p14:tracePt t="13953" x="2082800" y="2025650"/>
          <p14:tracePt t="14193" x="2165350" y="2025650"/>
          <p14:tracePt t="14199" x="2292350" y="2032000"/>
          <p14:tracePt t="14214" x="2451100" y="2038350"/>
          <p14:tracePt t="14222" x="2616200" y="2051050"/>
          <p14:tracePt t="14236" x="2806700" y="2076450"/>
          <p14:tracePt t="14253" x="3251200" y="2133600"/>
          <p14:tracePt t="14270" x="3803650" y="2165350"/>
          <p14:tracePt t="14286" x="4152900" y="2197100"/>
          <p14:tracePt t="14302" x="4514850" y="2197100"/>
          <p14:tracePt t="14319" x="5861050" y="2184400"/>
          <p14:tracePt t="14335" x="6324600" y="2165350"/>
          <p14:tracePt t="14352" x="6845300" y="2146300"/>
          <p14:tracePt t="14369" x="8032750" y="2044700"/>
          <p14:tracePt t="14385" x="8280400" y="2000250"/>
          <p14:tracePt t="14402" x="8470900" y="1987550"/>
          <p14:tracePt t="14418" x="8667750" y="1955800"/>
          <p14:tracePt t="14435" x="8705850" y="1943100"/>
          <p14:tracePt t="14453" x="8724900" y="1936750"/>
          <p14:tracePt t="14642" x="8718550" y="1936750"/>
          <p14:tracePt t="14677" x="8712200" y="1936750"/>
          <p14:tracePt t="14683" x="8699500" y="1936750"/>
          <p14:tracePt t="14698" x="8686800" y="1936750"/>
          <p14:tracePt t="14705" x="8648700" y="1936750"/>
          <p14:tracePt t="14718" x="8610600" y="1936750"/>
          <p14:tracePt t="14734" x="8458200" y="1936750"/>
          <p14:tracePt t="14751" x="8337550" y="1962150"/>
          <p14:tracePt t="14768" x="8039100" y="1981200"/>
          <p14:tracePt t="14784" x="7493000" y="1993900"/>
          <p14:tracePt t="14800" x="7124700" y="2012950"/>
          <p14:tracePt t="14817" x="6267450" y="2032000"/>
          <p14:tracePt t="14834" x="5257800" y="2070100"/>
          <p14:tracePt t="14851" x="4794250" y="2070100"/>
          <p14:tracePt t="14867" x="3930650" y="2120900"/>
          <p14:tracePt t="14884" x="3302000" y="2139950"/>
          <p14:tracePt t="14901" x="2952750" y="2152650"/>
          <p14:tracePt t="14917" x="2819400" y="2152650"/>
          <p14:tracePt t="14921" x="2705100" y="2152650"/>
          <p14:tracePt t="14934" x="2628900" y="2152650"/>
          <p14:tracePt t="14950" x="2533650" y="2139950"/>
          <p14:tracePt t="14967" x="2508250" y="2133600"/>
          <p14:tracePt t="14983" x="2489200" y="2127250"/>
          <p14:tracePt t="15000" x="2451100" y="2114550"/>
          <p14:tracePt t="15016" x="2438400" y="2108200"/>
          <p14:tracePt t="15034" x="2406650" y="2095500"/>
          <p14:tracePt t="15049" x="2330450" y="2089150"/>
          <p14:tracePt t="15066" x="2235200" y="2063750"/>
          <p14:tracePt t="15083" x="2190750" y="2063750"/>
          <p14:tracePt t="15100" x="2095500" y="2044700"/>
          <p14:tracePt t="15116" x="2025650" y="2032000"/>
          <p14:tracePt t="15133" x="1955800" y="2025650"/>
          <p14:tracePt t="15149" x="1917700" y="2025650"/>
          <p14:tracePt t="15166" x="1860550" y="2025650"/>
          <p14:tracePt t="15183" x="1822450" y="2019300"/>
          <p14:tracePt t="15200" x="1803400" y="2019300"/>
          <p14:tracePt t="15216" x="1790700" y="2019300"/>
          <p14:tracePt t="15502" x="1727200" y="2025650"/>
          <p14:tracePt t="15509" x="1631950" y="2057400"/>
          <p14:tracePt t="15523" x="1530350" y="2089150"/>
          <p14:tracePt t="15532" x="1447800" y="2127250"/>
          <p14:tracePt t="15548" x="1377950" y="2171700"/>
          <p14:tracePt t="15565" x="1276350" y="2241550"/>
          <p14:tracePt t="15581" x="1219200" y="2292350"/>
          <p14:tracePt t="15598" x="1162050" y="2349500"/>
          <p14:tracePt t="15615" x="1104900" y="2419350"/>
          <p14:tracePt t="15631" x="1079500" y="2438400"/>
          <p14:tracePt t="15648" x="1028700" y="2476500"/>
          <p14:tracePt t="15664" x="990600" y="2514600"/>
          <p14:tracePt t="15681" x="971550" y="2520950"/>
          <p14:tracePt t="15699" x="933450" y="2540000"/>
          <p14:tracePt t="15714" x="914400" y="2552700"/>
          <p14:tracePt t="15748" x="908050" y="2552700"/>
          <p14:tracePt t="15775" x="901700" y="2552700"/>
          <p14:tracePt t="15853" x="908050" y="2552700"/>
          <p14:tracePt t="15874" x="908050" y="2546350"/>
          <p14:tracePt t="15882" x="914400" y="2546350"/>
          <p14:tracePt t="15895" x="920750" y="2546350"/>
          <p14:tracePt t="15902" x="927100" y="2546350"/>
          <p14:tracePt t="15917" x="939800" y="2540000"/>
          <p14:tracePt t="15930" x="952500" y="2533650"/>
          <p14:tracePt t="15947" x="1003300" y="2508250"/>
          <p14:tracePt t="15963" x="1047750" y="2501900"/>
          <p14:tracePt t="15980" x="1130300" y="2463800"/>
          <p14:tracePt t="15996" x="1238250" y="2432050"/>
          <p14:tracePt t="16013" x="1295400" y="2419350"/>
          <p14:tracePt t="16029" x="1384300" y="2413000"/>
          <p14:tracePt t="16046" x="1454150" y="2406650"/>
          <p14:tracePt t="16063" x="1517650" y="2393950"/>
          <p14:tracePt t="16079" x="1543050" y="2393950"/>
          <p14:tracePt t="16096" x="1593850" y="2393950"/>
          <p14:tracePt t="16113" x="1631950" y="2393950"/>
          <p14:tracePt t="16129" x="1657350" y="2393950"/>
          <p14:tracePt t="16146" x="1676400" y="2400300"/>
          <p14:tracePt t="16163" x="1739900" y="2406650"/>
          <p14:tracePt t="16179" x="1765300" y="2406650"/>
          <p14:tracePt t="16196" x="1809750" y="2413000"/>
          <p14:tracePt t="16212" x="1828800" y="2419350"/>
          <p14:tracePt t="16229" x="1866900" y="2425700"/>
          <p14:tracePt t="16246" x="1892300" y="2432050"/>
          <p14:tracePt t="16262" x="1905000" y="2438400"/>
          <p14:tracePt t="16279" x="1924050" y="2438400"/>
          <p14:tracePt t="16295" x="1943100" y="2444750"/>
          <p14:tracePt t="16312" x="1962150" y="2444750"/>
          <p14:tracePt t="16329" x="1981200" y="2451100"/>
          <p14:tracePt t="16345" x="2019300" y="2457450"/>
          <p14:tracePt t="16362" x="2044700" y="2457450"/>
          <p14:tracePt t="16379" x="2108200" y="2463800"/>
          <p14:tracePt t="16395" x="2165350" y="2476500"/>
          <p14:tracePt t="16412" x="2203450" y="2476500"/>
          <p14:tracePt t="16428" x="2254250" y="2476500"/>
          <p14:tracePt t="16445" x="2298700" y="2470150"/>
          <p14:tracePt t="16462" x="2305050" y="2470150"/>
          <p14:tracePt t="16478" x="2343150" y="2463800"/>
          <p14:tracePt t="16495" x="2349500" y="2463800"/>
          <p14:tracePt t="16511" x="2362200" y="2457450"/>
          <p14:tracePt t="16527" x="2374900" y="2457450"/>
          <p14:tracePt t="16545" x="2374900" y="2451100"/>
          <p14:tracePt t="16561" x="2381250" y="2451100"/>
          <p14:tracePt t="16578" x="2387600" y="2451100"/>
          <p14:tracePt t="16617" x="2387600" y="2444750"/>
          <p14:tracePt t="16646" x="2393950" y="2444750"/>
          <p14:tracePt t="16695" x="2400300" y="2444750"/>
          <p14:tracePt t="16716" x="2406650" y="2438400"/>
          <p14:tracePt t="16723" x="2419350" y="2438400"/>
          <p14:tracePt t="16737" x="2432050" y="2438400"/>
          <p14:tracePt t="16746" x="2444750" y="2432050"/>
          <p14:tracePt t="16760" x="2470150" y="2432050"/>
          <p14:tracePt t="16777" x="2514600" y="2425700"/>
          <p14:tracePt t="16794" x="2654300" y="2419350"/>
          <p14:tracePt t="16810" x="2711450" y="2406650"/>
          <p14:tracePt t="16827" x="2774950" y="2400300"/>
          <p14:tracePt t="16843" x="2800350" y="2400300"/>
          <p14:tracePt t="16860" x="2838450" y="2393950"/>
          <p14:tracePt t="16877" x="2857500" y="2387600"/>
          <p14:tracePt t="16893" x="2863850" y="2387600"/>
          <p14:tracePt t="16910" x="2870200" y="2387600"/>
          <p14:tracePt t="17060" x="2876550" y="2387600"/>
          <p14:tracePt t="17095" x="2882900" y="2387600"/>
          <p14:tracePt t="17130" x="2889250" y="2387600"/>
          <p14:tracePt t="17137" x="2895600" y="2393950"/>
          <p14:tracePt t="17145" x="2908300" y="2393950"/>
          <p14:tracePt t="17159" x="2921000" y="2400300"/>
          <p14:tracePt t="17176" x="2940050" y="2406650"/>
          <p14:tracePt t="17193" x="3009900" y="2432050"/>
          <p14:tracePt t="17209" x="3067050" y="2451100"/>
          <p14:tracePt t="17226" x="3187700" y="2489200"/>
          <p14:tracePt t="17242" x="3308350" y="2508250"/>
          <p14:tracePt t="17258" x="3422650" y="2514600"/>
          <p14:tracePt t="17275" x="3467100" y="2514600"/>
          <p14:tracePt t="17292" x="3543300" y="2514600"/>
          <p14:tracePt t="17308" x="3594100" y="2489200"/>
          <p14:tracePt t="17327" x="3651250" y="2438400"/>
          <p14:tracePt t="17341" x="3663950" y="2413000"/>
          <p14:tracePt t="17358" x="3689350" y="2355850"/>
          <p14:tracePt t="17376" x="3689350" y="2305050"/>
          <p14:tracePt t="17391" x="3689350" y="2286000"/>
          <p14:tracePt t="17408" x="3670300" y="2266950"/>
          <p14:tracePt t="17424" x="3594100" y="2235200"/>
          <p14:tracePt t="17441" x="3479800" y="2228850"/>
          <p14:tracePt t="17445" x="3397250" y="2228850"/>
          <p14:tracePt t="17462" x="3333750" y="2228850"/>
          <p14:tracePt t="17475" x="3257550" y="2241550"/>
          <p14:tracePt t="17491" x="3130550" y="2298700"/>
          <p14:tracePt t="17508" x="3048000" y="2381250"/>
          <p14:tracePt t="17524" x="3022600" y="2438400"/>
          <p14:tracePt t="17541" x="3003550" y="2546350"/>
          <p14:tracePt t="17558" x="3003550" y="2597150"/>
          <p14:tracePt t="17574" x="3035300" y="2717800"/>
          <p14:tracePt t="17591" x="3060700" y="2762250"/>
          <p14:tracePt t="17608" x="3117850" y="2819400"/>
          <p14:tracePt t="17624" x="3194050" y="2851150"/>
          <p14:tracePt t="17641" x="3238500" y="2863850"/>
          <p14:tracePt t="17658" x="3321050" y="2876550"/>
          <p14:tracePt t="17674" x="3371850" y="2876550"/>
          <p14:tracePt t="17692" x="3460750" y="2838450"/>
          <p14:tracePt t="17707" x="3505200" y="2813050"/>
          <p14:tracePt t="17724" x="3587750" y="2711450"/>
          <p14:tracePt t="17741" x="3644900" y="2597150"/>
          <p14:tracePt t="17758" x="3651250" y="2520950"/>
          <p14:tracePt t="17774" x="3651250" y="2406650"/>
          <p14:tracePt t="17790" x="3606800" y="2292350"/>
          <p14:tracePt t="17807" x="3568700" y="2247900"/>
          <p14:tracePt t="17824" x="3429000" y="2190750"/>
          <p14:tracePt t="17840" x="3270250" y="2139950"/>
          <p14:tracePt t="17857" x="3181350" y="2127250"/>
          <p14:tracePt t="17873" x="3067050" y="2127250"/>
          <p14:tracePt t="17890" x="3009900" y="2133600"/>
          <p14:tracePt t="17907" x="2997200" y="2139950"/>
          <p14:tracePt t="17923" x="2990850" y="2165350"/>
          <p14:tracePt t="17940" x="2990850" y="2197100"/>
          <p14:tracePt t="17957" x="3003550" y="2241550"/>
          <p14:tracePt t="17973" x="3022600" y="2273300"/>
          <p14:tracePt t="17990" x="3067050" y="2324100"/>
          <p14:tracePt t="18007" x="3149600" y="2400300"/>
          <p14:tracePt t="18023" x="3194050" y="2432050"/>
          <p14:tracePt t="18039" x="3263900" y="2463800"/>
          <p14:tracePt t="18057" x="3492500" y="2565400"/>
          <p14:tracePt t="18073" x="3568700" y="2584450"/>
          <p14:tracePt t="18089" x="3644900" y="2603500"/>
          <p14:tracePt t="18106" x="3752850" y="2603500"/>
          <p14:tracePt t="18122" x="3829050" y="2559050"/>
          <p14:tracePt t="18140" x="3860800" y="2482850"/>
          <p14:tracePt t="18156" x="3860800" y="2419350"/>
          <p14:tracePt t="18172" x="3810000" y="2286000"/>
          <p14:tracePt t="18189" x="3702050" y="2133600"/>
          <p14:tracePt t="18206" x="3625850" y="2057400"/>
          <p14:tracePt t="18222" x="3467100" y="1981200"/>
          <p14:tracePt t="18239" x="3282950" y="1930400"/>
          <p14:tracePt t="18255" x="3219450" y="1930400"/>
          <p14:tracePt t="18272" x="3086100" y="1930400"/>
          <p14:tracePt t="18289" x="2990850" y="1968500"/>
          <p14:tracePt t="18306" x="2959100" y="1987550"/>
          <p14:tracePt t="18323" x="2921000" y="2025650"/>
          <p14:tracePt t="18338" x="2901950" y="2070100"/>
          <p14:tracePt t="18355" x="2895600" y="2082800"/>
          <p14:tracePt t="18372" x="2895600" y="2108200"/>
          <p14:tracePt t="18388" x="2895600" y="2127250"/>
          <p14:tracePt t="18405" x="2901950" y="2159000"/>
          <p14:tracePt t="18422" x="2921000" y="2197100"/>
          <p14:tracePt t="18438" x="2946400" y="2216150"/>
          <p14:tracePt t="18455" x="3035300" y="2279650"/>
          <p14:tracePt t="18471" x="3149600" y="2336800"/>
          <p14:tracePt t="18488" x="3200400" y="2343150"/>
          <p14:tracePt t="18506" x="3333750" y="2362200"/>
          <p14:tracePt t="18521" x="3448050" y="2349500"/>
          <p14:tracePt t="18538" x="3486150" y="2324100"/>
          <p14:tracePt t="18554" x="3511550" y="2286000"/>
          <p14:tracePt t="18571" x="3536950" y="2222500"/>
          <p14:tracePt t="18588" x="3536950" y="2203450"/>
          <p14:tracePt t="18604" x="3549650" y="2171700"/>
          <p14:tracePt t="19074" x="3568700" y="2146300"/>
          <p14:tracePt t="19080" x="3594100" y="2114550"/>
          <p14:tracePt t="19094" x="3613150" y="2070100"/>
          <p14:tracePt t="19103" x="3625850" y="2038350"/>
          <p14:tracePt t="19119" x="3644900" y="2006600"/>
          <p14:tracePt t="19136" x="3651250" y="1981200"/>
          <p14:tracePt t="19152" x="3651250" y="1974850"/>
          <p14:tracePt t="19169" x="3638550" y="1968500"/>
          <p14:tracePt t="19186" x="3587750" y="1962150"/>
          <p14:tracePt t="19202" x="3511550" y="1962150"/>
          <p14:tracePt t="19219" x="3467100" y="1981200"/>
          <p14:tracePt t="19236" x="3371850" y="2006600"/>
          <p14:tracePt t="19252" x="3289300" y="2038350"/>
          <p14:tracePt t="19269" x="3251200" y="2063750"/>
          <p14:tracePt t="19285" x="3206750" y="2101850"/>
          <p14:tracePt t="19302" x="3187700" y="2120900"/>
          <p14:tracePt t="19319" x="3155950" y="2184400"/>
          <p14:tracePt t="19335" x="3155950" y="2209800"/>
          <p14:tracePt t="19351" x="3155950" y="2228850"/>
          <p14:tracePt t="19368" x="3175000" y="2286000"/>
          <p14:tracePt t="19385" x="3213100" y="2330450"/>
          <p14:tracePt t="19401" x="3232150" y="2343150"/>
          <p14:tracePt t="19418" x="3282950" y="2381250"/>
          <p14:tracePt t="19434" x="3371850" y="2419350"/>
          <p14:tracePt t="19452" x="3479800" y="2432050"/>
          <p14:tracePt t="19468" x="3556000" y="2432050"/>
          <p14:tracePt t="19484" x="3606800" y="2432050"/>
          <p14:tracePt t="19488" x="3676650" y="2425700"/>
          <p14:tracePt t="19501" x="3740150" y="2393950"/>
          <p14:tracePt t="19518" x="3841750" y="2336800"/>
          <p14:tracePt t="19534" x="3867150" y="2305050"/>
          <p14:tracePt t="19551" x="3892550" y="2254250"/>
          <p14:tracePt t="19567" x="3886200" y="2203450"/>
          <p14:tracePt t="19585" x="3867150" y="2184400"/>
          <p14:tracePt t="19601" x="3778250" y="2108200"/>
          <p14:tracePt t="19617" x="3721100" y="2082800"/>
          <p14:tracePt t="19634" x="3657600" y="2063750"/>
          <p14:tracePt t="19650" x="3511550" y="2012950"/>
          <p14:tracePt t="19667" x="3346450" y="2012950"/>
          <p14:tracePt t="19684" x="3200400" y="2025650"/>
          <p14:tracePt t="19700" x="3143250" y="2044700"/>
          <p14:tracePt t="19717" x="3054350" y="2101850"/>
          <p14:tracePt t="19733" x="3009900" y="2146300"/>
          <p14:tracePt t="19750" x="2997200" y="2159000"/>
          <p14:tracePt t="19767" x="2984500" y="2197100"/>
          <p14:tracePt t="19783" x="2984500" y="2216150"/>
          <p14:tracePt t="19800" x="2984500" y="2254250"/>
          <p14:tracePt t="19817" x="3003550" y="2305050"/>
          <p14:tracePt t="19833" x="3041650" y="2349500"/>
          <p14:tracePt t="19850" x="3060700" y="2374900"/>
          <p14:tracePt t="19867" x="3124200" y="2406650"/>
          <p14:tracePt t="19883" x="3213100" y="2432050"/>
          <p14:tracePt t="19900" x="3251200" y="2438400"/>
          <p14:tracePt t="19917" x="3352800" y="2438400"/>
          <p14:tracePt t="19933" x="3397250" y="2438400"/>
          <p14:tracePt t="19950" x="3517900" y="2400300"/>
          <p14:tracePt t="19966" x="3549650" y="2374900"/>
          <p14:tracePt t="19983" x="3606800" y="2317750"/>
          <p14:tracePt t="19986" x="3619500" y="2298700"/>
          <p14:tracePt t="20002" x="3619500" y="2273300"/>
          <p14:tracePt t="20016" x="3619500" y="2228850"/>
          <p14:tracePt t="20032" x="3613150" y="2197100"/>
          <p14:tracePt t="20049" x="3575050" y="2152650"/>
          <p14:tracePt t="20066" x="3543300" y="2120900"/>
          <p14:tracePt t="20083" x="3511550" y="2095500"/>
          <p14:tracePt t="20099" x="3429000" y="2070100"/>
          <p14:tracePt t="20115" x="3352800" y="2051050"/>
          <p14:tracePt t="20133" x="3289300" y="2057400"/>
          <p14:tracePt t="20149" x="3257550" y="2070100"/>
          <p14:tracePt t="20165" x="3194050" y="2101850"/>
          <p14:tracePt t="20182" x="3155950" y="2133600"/>
          <p14:tracePt t="20199" x="3136900" y="2146300"/>
          <p14:tracePt t="20215" x="3124200" y="2184400"/>
          <p14:tracePt t="20232" x="3124200" y="2228850"/>
          <p14:tracePt t="20248" x="3143250" y="2247900"/>
          <p14:tracePt t="20266" x="3168650" y="2273300"/>
          <p14:tracePt t="20282" x="3187700" y="2286000"/>
          <p14:tracePt t="22799" x="3206750" y="2286000"/>
          <p14:tracePt t="22806" x="3238500" y="2286000"/>
          <p14:tracePt t="22813" x="3270250" y="2279650"/>
          <p14:tracePt t="22827" x="3302000" y="2260600"/>
          <p14:tracePt t="22840" x="3327400" y="2254250"/>
          <p14:tracePt t="22856" x="3371850" y="2235200"/>
          <p14:tracePt t="22872" x="3384550" y="2222500"/>
          <p14:tracePt t="22890" x="3397250" y="2216150"/>
          <p14:tracePt t="22906" x="3403600" y="2209800"/>
          <p14:tracePt t="23538" x="3473450" y="2209800"/>
          <p14:tracePt t="23544" x="3524250" y="2222500"/>
          <p14:tracePt t="23558" x="3594100" y="2235200"/>
          <p14:tracePt t="23570" x="3670300" y="2254250"/>
          <p14:tracePt t="23587" x="3905250" y="2317750"/>
          <p14:tracePt t="23603" x="4051300" y="2349500"/>
          <p14:tracePt t="23620" x="4311650" y="2432050"/>
          <p14:tracePt t="23637" x="4572000" y="2495550"/>
          <p14:tracePt t="23653" x="4718050" y="2527300"/>
          <p14:tracePt t="23671" x="5022850" y="2578100"/>
          <p14:tracePt t="23687" x="5276850" y="2597150"/>
          <p14:tracePt t="23703" x="5365750" y="2603500"/>
          <p14:tracePt t="23720" x="5568950" y="2590800"/>
          <p14:tracePt t="23736" x="5645150" y="2571750"/>
          <p14:tracePt t="23753" x="5810250" y="2520950"/>
          <p14:tracePt t="23770" x="5943600" y="2476500"/>
          <p14:tracePt t="23786" x="6007100" y="2457450"/>
          <p14:tracePt t="23803" x="6134100" y="2406650"/>
          <p14:tracePt t="23819" x="6286500" y="2381250"/>
          <p14:tracePt t="23836" x="6369050" y="2368550"/>
          <p14:tracePt t="23853" x="6457950" y="2374900"/>
          <p14:tracePt t="23869" x="6750050" y="2381250"/>
          <p14:tracePt t="23886" x="6826250" y="2393950"/>
          <p14:tracePt t="23902" x="6978650" y="2393950"/>
          <p14:tracePt t="23918" x="7099300" y="2400300"/>
          <p14:tracePt t="23936" x="7150100" y="2400300"/>
          <p14:tracePt t="23952" x="7239000" y="2400300"/>
          <p14:tracePt t="23969" x="7321550" y="2400300"/>
          <p14:tracePt t="23986" x="7378700" y="2400300"/>
          <p14:tracePt t="24002" x="7397750" y="2393950"/>
          <p14:tracePt t="24018" x="7423150" y="2393950"/>
          <p14:tracePt t="24036" x="7461250" y="2387600"/>
          <p14:tracePt t="24052" x="7467600" y="2387600"/>
          <p14:tracePt t="24078" x="7473950" y="2387600"/>
          <p14:tracePt t="24141" x="7480300" y="2387600"/>
          <p14:tracePt t="24239" x="7480300" y="2381250"/>
          <p14:tracePt t="24288" x="7486650" y="2381250"/>
          <p14:tracePt t="24351" x="7493000" y="2374900"/>
          <p14:tracePt t="24407" x="7499350" y="2374900"/>
          <p14:tracePt t="24512" x="7499350" y="2368550"/>
          <p14:tracePt t="24590" x="7499350" y="2362200"/>
          <p14:tracePt t="24638" x="7499350" y="2355850"/>
          <p14:tracePt t="24849" x="7448550" y="2362200"/>
          <p14:tracePt t="24863" x="7334250" y="2368550"/>
          <p14:tracePt t="24870" x="7207250" y="2381250"/>
          <p14:tracePt t="24886" x="7023100" y="2406650"/>
          <p14:tracePt t="24899" x="6438900" y="2451100"/>
          <p14:tracePt t="24916" x="6096000" y="2463800"/>
          <p14:tracePt t="24932" x="5734050" y="2482850"/>
          <p14:tracePt t="24948" x="4584700" y="2533650"/>
          <p14:tracePt t="24965" x="4260850" y="2565400"/>
          <p14:tracePt t="24984" x="3619500" y="2628900"/>
          <p14:tracePt t="24999" x="3378200" y="2660650"/>
          <p14:tracePt t="25015" x="2940050" y="2698750"/>
          <p14:tracePt t="25032" x="2578100" y="2749550"/>
          <p14:tracePt t="25048" x="2406650" y="2774950"/>
          <p14:tracePt t="25052" x="2247900" y="2774950"/>
          <p14:tracePt t="25065" x="2120900" y="2794000"/>
          <p14:tracePt t="25082" x="1841500" y="2819400"/>
          <p14:tracePt t="25098" x="1727200" y="2825750"/>
          <p14:tracePt t="25116" x="1524000" y="2857500"/>
          <p14:tracePt t="25131" x="1403350" y="2889250"/>
          <p14:tracePt t="25148" x="1371600" y="2908300"/>
          <p14:tracePt t="25165" x="1346200" y="2908300"/>
          <p14:tracePt t="25181" x="1339850" y="2908300"/>
          <p14:tracePt t="25221" x="1339850" y="2901950"/>
          <p14:tracePt t="25231" x="1339850" y="2895600"/>
          <p14:tracePt t="25247" x="1346200" y="2889250"/>
          <p14:tracePt t="25264" x="1352550" y="2889250"/>
          <p14:tracePt t="25281" x="1384300" y="2870200"/>
          <p14:tracePt t="25854" x="1390650" y="2857500"/>
          <p14:tracePt t="25860" x="1397000" y="2844800"/>
          <p14:tracePt t="25875" x="1403350" y="2832100"/>
          <p14:tracePt t="25882" x="1416050" y="2806700"/>
          <p14:tracePt t="25898" x="1422400" y="2787650"/>
          <p14:tracePt t="25912" x="1447800" y="2755900"/>
          <p14:tracePt t="25929" x="1473200" y="2730500"/>
          <p14:tracePt t="25946" x="1498600" y="2686050"/>
          <p14:tracePt t="25962" x="1524000" y="2654300"/>
          <p14:tracePt t="25979" x="1581150" y="2590800"/>
          <p14:tracePt t="25995" x="1638300" y="2514600"/>
          <p14:tracePt t="26012" x="1657350" y="2476500"/>
          <p14:tracePt t="26029" x="1708150" y="2413000"/>
          <p14:tracePt t="26045" x="1771650" y="2343150"/>
          <p14:tracePt t="26062" x="1797050" y="2298700"/>
          <p14:tracePt t="26079" x="1873250" y="2228850"/>
          <p14:tracePt t="26095" x="1924050" y="2171700"/>
          <p14:tracePt t="26098" x="1949450" y="2127250"/>
          <p14:tracePt t="26128" x="2012950" y="2057400"/>
          <p14:tracePt t="26145" x="2019300" y="2051050"/>
          <p14:tracePt t="26162" x="2025650" y="2044700"/>
          <p14:tracePt t="26178" x="2032000" y="2038350"/>
          <p14:tracePt t="26213" x="2025650" y="2038350"/>
          <p14:tracePt t="26247" x="2019300" y="2038350"/>
          <p14:tracePt t="26289" x="2012950" y="2038350"/>
          <p14:tracePt t="26296" x="2006600" y="2038350"/>
          <p14:tracePt t="26324" x="2000250" y="2038350"/>
          <p14:tracePt t="26338" x="1993900" y="2038350"/>
          <p14:tracePt t="26347" x="1981200" y="2044700"/>
          <p14:tracePt t="26361" x="1962150" y="2044700"/>
          <p14:tracePt t="26377" x="1892300" y="2044700"/>
          <p14:tracePt t="26394" x="1790700" y="2044700"/>
          <p14:tracePt t="26410" x="1708150" y="2025650"/>
          <p14:tracePt t="26427" x="1555750" y="1993900"/>
          <p14:tracePt t="26444" x="1397000" y="1955800"/>
          <p14:tracePt t="26460" x="1339850" y="1924050"/>
          <p14:tracePt t="26478" x="1244600" y="1898650"/>
          <p14:tracePt t="26493" x="1200150" y="1885950"/>
          <p14:tracePt t="26510" x="1187450" y="1879600"/>
          <p14:tracePt t="26527" x="1181100" y="1879600"/>
          <p14:tracePt t="26578" x="1181100" y="1873250"/>
          <p14:tracePt t="26598" x="1187450" y="1866900"/>
          <p14:tracePt t="26604" x="1200150" y="1866900"/>
          <p14:tracePt t="26613" x="1219200" y="1866900"/>
          <p14:tracePt t="26627" x="1257300" y="1860550"/>
          <p14:tracePt t="26643" x="1314450" y="1854200"/>
          <p14:tracePt t="26660" x="1485900" y="1809750"/>
          <p14:tracePt t="26676" x="1714500" y="1758950"/>
          <p14:tracePt t="26693" x="1841500" y="1727200"/>
          <p14:tracePt t="26710" x="2063750" y="1676400"/>
          <p14:tracePt t="26726" x="2222500" y="1631950"/>
          <p14:tracePt t="26743" x="2260600" y="1625600"/>
          <p14:tracePt t="26759" x="2324100" y="1612900"/>
          <p14:tracePt t="26776" x="2343150" y="1606550"/>
          <p14:tracePt t="26793" x="2349500" y="1600200"/>
          <p14:tracePt t="26809" x="2355850" y="1600200"/>
          <p14:tracePt t="26826" x="2362200" y="1606550"/>
          <p14:tracePt t="26843" x="2368550" y="1606550"/>
          <p14:tracePt t="26859" x="2374900" y="1606550"/>
          <p14:tracePt t="26875" x="2387600" y="1606550"/>
          <p14:tracePt t="26893" x="2476500" y="1593850"/>
          <p14:tracePt t="26909" x="2546350" y="1587500"/>
          <p14:tracePt t="26925" x="2609850" y="1568450"/>
          <p14:tracePt t="26942" x="2819400" y="1536700"/>
          <p14:tracePt t="26958" x="3111500" y="1479550"/>
          <p14:tracePt t="26976" x="3289300" y="1441450"/>
          <p14:tracePt t="26991" x="3676650" y="1333500"/>
          <p14:tracePt t="27008" x="4108450" y="1162050"/>
          <p14:tracePt t="27025" x="4495800" y="977900"/>
          <p14:tracePt t="27042" x="4679950" y="869950"/>
          <p14:tracePt t="27058" x="4914900" y="736600"/>
          <p14:tracePt t="27075" x="5054600" y="641350"/>
          <p14:tracePt t="27091" x="5099050" y="615950"/>
          <p14:tracePt t="27108" x="5130800" y="596900"/>
          <p14:tracePt t="27159" x="5137150" y="590550"/>
          <p14:tracePt t="27194" x="5137150" y="584200"/>
          <p14:tracePt t="27285" x="5130800" y="584200"/>
          <p14:tracePt t="27307" x="5130800" y="590550"/>
          <p14:tracePt t="27313" x="5130800" y="603250"/>
          <p14:tracePt t="27327" x="5124450" y="615950"/>
          <p14:tracePt t="27341" x="5124450" y="641350"/>
          <p14:tracePt t="27626" x="5226050" y="628650"/>
          <p14:tracePt t="27641" x="5365750" y="615950"/>
          <p14:tracePt t="27647" x="5524500" y="596900"/>
          <p14:tracePt t="27656" x="5715000" y="584200"/>
          <p14:tracePt t="27673" x="5899150" y="584200"/>
          <p14:tracePt t="27689" x="6292850" y="565150"/>
          <p14:tracePt t="27706" x="6432550" y="565150"/>
          <p14:tracePt t="27723" x="6711950" y="558800"/>
          <p14:tracePt t="27739" x="6953250" y="558800"/>
          <p14:tracePt t="27756" x="7042150" y="571500"/>
          <p14:tracePt t="27773" x="7194550" y="584200"/>
          <p14:tracePt t="27789" x="7327900" y="609600"/>
          <p14:tracePt t="27806" x="7378700" y="609600"/>
          <p14:tracePt t="27822" x="7442200" y="609600"/>
          <p14:tracePt t="27838" x="7454900" y="609600"/>
          <p14:tracePt t="27856" x="7461250" y="609600"/>
          <p14:tracePt t="27928" x="7461250" y="615950"/>
          <p14:tracePt t="27949" x="7448550" y="615950"/>
          <p14:tracePt t="27963" x="7429500" y="622300"/>
          <p14:tracePt t="27970" x="7397750" y="622300"/>
          <p14:tracePt t="27977" x="7340600" y="622300"/>
          <p14:tracePt t="27992" x="7239000" y="622300"/>
          <p14:tracePt t="28005" x="6972300" y="622300"/>
          <p14:tracePt t="28021" x="6781800" y="635000"/>
          <p14:tracePt t="28038" x="6515100" y="647700"/>
          <p14:tracePt t="28055" x="5899150" y="730250"/>
          <p14:tracePt t="28072" x="5219700" y="844550"/>
          <p14:tracePt t="28089" x="4584700" y="977900"/>
          <p14:tracePt t="28104" x="4375150" y="1047750"/>
          <p14:tracePt t="28122" x="3975100" y="1181100"/>
          <p14:tracePt t="28138" x="3676650" y="1263650"/>
          <p14:tracePt t="28154" x="3581400" y="1295400"/>
          <p14:tracePt t="28171" x="3397250" y="1346200"/>
          <p14:tracePt t="28188" x="3194050" y="1377950"/>
          <p14:tracePt t="28204" x="3105150" y="1390650"/>
          <p14:tracePt t="28222" x="2901950" y="1422400"/>
          <p14:tracePt t="28238" x="2717800" y="1441450"/>
          <p14:tracePt t="28255" x="2654300" y="1441450"/>
          <p14:tracePt t="28271" x="2552700" y="1441450"/>
          <p14:tracePt t="28288" x="2482850" y="1441450"/>
          <p14:tracePt t="28304" x="2463800" y="1441450"/>
          <p14:tracePt t="28321" x="2438400" y="1441450"/>
          <p14:tracePt t="28337" x="2419350" y="1441450"/>
          <p14:tracePt t="28354" x="2413000" y="1441450"/>
          <p14:tracePt t="28370" x="2374900" y="1447800"/>
          <p14:tracePt t="28387" x="2362200" y="1447800"/>
          <p14:tracePt t="28404" x="2343150" y="1447800"/>
          <p14:tracePt t="28420" x="2336800" y="1441450"/>
          <p14:tracePt t="28455" x="2343150" y="1416050"/>
          <p14:tracePt t="28470" x="2362200" y="1397000"/>
          <p14:tracePt t="28487" x="2393950" y="1377950"/>
          <p14:tracePt t="28812" x="2393950" y="1397000"/>
          <p14:tracePt t="28820" x="2387600" y="1416050"/>
          <p14:tracePt t="28833" x="2374900" y="1447800"/>
          <p14:tracePt t="28840" x="2349500" y="1479550"/>
          <p14:tracePt t="28852" x="2317750" y="1536700"/>
          <p14:tracePt t="28869" x="2247900" y="1638300"/>
          <p14:tracePt t="28885" x="2197100" y="1708150"/>
          <p14:tracePt t="28903" x="2063750" y="1847850"/>
          <p14:tracePt t="28918" x="1898650" y="1993900"/>
          <p14:tracePt t="28935" x="1803400" y="2057400"/>
          <p14:tracePt t="28952" x="1638300" y="2159000"/>
          <p14:tracePt t="28968" x="1568450" y="2203450"/>
          <p14:tracePt t="28985" x="1517650" y="2241550"/>
          <p14:tracePt t="29001" x="1485900" y="2254250"/>
          <p14:tracePt t="29100" x="1485900" y="2247900"/>
          <p14:tracePt t="29127" x="1485900" y="2241550"/>
          <p14:tracePt t="29142" x="1498600" y="2228850"/>
          <p14:tracePt t="29149" x="1517650" y="2228850"/>
          <p14:tracePt t="29155" x="1543050" y="2222500"/>
          <p14:tracePt t="29171" x="1568450" y="2222500"/>
          <p14:tracePt t="30222" x="1543050" y="2260600"/>
          <p14:tracePt t="30229" x="1504950" y="2330450"/>
          <p14:tracePt t="30243" x="1441450" y="2387600"/>
          <p14:tracePt t="30250" x="1390650" y="2457450"/>
          <p14:tracePt t="30267" x="1346200" y="2527300"/>
          <p14:tracePt t="30280" x="1295400" y="2597150"/>
          <p14:tracePt t="30297" x="1212850" y="2724150"/>
          <p14:tracePt t="30314" x="1143000" y="2813050"/>
          <p14:tracePt t="30330" x="1117600" y="2851150"/>
          <p14:tracePt t="30347" x="1066800" y="2914650"/>
          <p14:tracePt t="30363" x="1022350" y="2971800"/>
          <p14:tracePt t="30380" x="996950" y="3003550"/>
          <p14:tracePt t="30397" x="965200" y="3048000"/>
          <p14:tracePt t="30413" x="946150" y="3067050"/>
          <p14:tracePt t="30430" x="939800" y="3079750"/>
          <p14:tracePt t="30482" x="933450" y="3079750"/>
          <p14:tracePt t="30567" x="939800" y="3079750"/>
          <p14:tracePt t="30573" x="946150" y="3079750"/>
          <p14:tracePt t="30582" x="952500" y="3073400"/>
          <p14:tracePt t="30596" x="965200" y="3067050"/>
          <p14:tracePt t="30613" x="977900" y="3054350"/>
          <p14:tracePt t="30629" x="1022350" y="3022600"/>
          <p14:tracePt t="30646" x="1085850" y="2984500"/>
          <p14:tracePt t="30662" x="1111250" y="2971800"/>
          <p14:tracePt t="30679" x="1200150" y="2914650"/>
          <p14:tracePt t="30696" x="1289050" y="2889250"/>
          <p14:tracePt t="30712" x="1339850" y="2870200"/>
          <p14:tracePt t="30729" x="1460500" y="2851150"/>
          <p14:tracePt t="30745" x="1568450" y="2844800"/>
          <p14:tracePt t="30763" x="1657350" y="2844800"/>
          <p14:tracePt t="30779" x="1708150" y="2844800"/>
          <p14:tracePt t="30795" x="1778000" y="2851150"/>
          <p14:tracePt t="30812" x="1822450" y="2863850"/>
          <p14:tracePt t="30828" x="1835150" y="2863850"/>
          <p14:tracePt t="30845" x="1847850" y="2863850"/>
          <p14:tracePt t="30862" x="1866900" y="2870200"/>
          <p14:tracePt t="30878" x="1866900" y="2876550"/>
          <p14:tracePt t="30945" x="1873250" y="2876550"/>
          <p14:tracePt t="31002" x="1879600" y="2876550"/>
          <p14:tracePt t="31023" x="1885950" y="2876550"/>
          <p14:tracePt t="31044" x="1898650" y="2876550"/>
          <p14:tracePt t="31058" x="1905000" y="2876550"/>
          <p14:tracePt t="31064" x="1924050" y="2876550"/>
          <p14:tracePt t="31081" x="1949450" y="2876550"/>
          <p14:tracePt t="31094" x="2044700" y="2895600"/>
          <p14:tracePt t="31111" x="2120900" y="2914650"/>
          <p14:tracePt t="31128" x="2311400" y="2946400"/>
          <p14:tracePt t="31144" x="2533650" y="2978150"/>
          <p14:tracePt t="31161" x="2635250" y="2997200"/>
          <p14:tracePt t="31178" x="2787650" y="3016250"/>
          <p14:tracePt t="31194" x="2844800" y="3028950"/>
          <p14:tracePt t="31212" x="2927350" y="3041650"/>
          <p14:tracePt t="31227" x="2959100" y="3041650"/>
          <p14:tracePt t="31244" x="2965450" y="3041650"/>
          <p14:tracePt t="31261" x="2978150" y="3048000"/>
          <p14:tracePt t="31394" x="2984500" y="3048000"/>
          <p14:tracePt t="31408" x="2990850" y="3048000"/>
          <p14:tracePt t="31415" x="2997200" y="3041650"/>
          <p14:tracePt t="31426" x="3016250" y="3041650"/>
          <p14:tracePt t="31444" x="3048000" y="3041650"/>
          <p14:tracePt t="31460" x="3086100" y="3041650"/>
          <p14:tracePt t="31477" x="3136900" y="3035300"/>
          <p14:tracePt t="31493" x="3321050" y="3022600"/>
          <p14:tracePt t="31510" x="3397250" y="3016250"/>
          <p14:tracePt t="31526" x="3454400" y="3009900"/>
          <p14:tracePt t="31542" x="3568700" y="2990850"/>
          <p14:tracePt t="31559" x="3651250" y="2978150"/>
          <p14:tracePt t="31577" x="3721100" y="2971800"/>
          <p14:tracePt t="31593" x="3759200" y="2971800"/>
          <p14:tracePt t="31609" x="3816350" y="2965450"/>
          <p14:tracePt t="31626" x="3867150" y="2959100"/>
          <p14:tracePt t="31643" x="3886200" y="2952750"/>
          <p14:tracePt t="31659" x="3924300" y="2940050"/>
          <p14:tracePt t="31676" x="3956050" y="2933700"/>
          <p14:tracePt t="31692" x="3968750" y="2927350"/>
          <p14:tracePt t="31709" x="3981450" y="2921000"/>
          <p14:tracePt t="31726" x="3987800" y="2921000"/>
          <p14:tracePt t="32507" x="4032250" y="2882900"/>
          <p14:tracePt t="32515" x="4114800" y="2800350"/>
          <p14:tracePt t="32529" x="4197350" y="2724150"/>
          <p14:tracePt t="32539" x="4279900" y="2641600"/>
          <p14:tracePt t="32556" x="4432300" y="2425700"/>
          <p14:tracePt t="32572" x="4527550" y="2292350"/>
          <p14:tracePt t="32589" x="4648200" y="2063750"/>
          <p14:tracePt t="32606" x="4800600" y="1873250"/>
          <p14:tracePt t="32622" x="4845050" y="1803400"/>
          <p14:tracePt t="32639" x="4908550" y="1739900"/>
          <p14:tracePt t="32642" x="4959350" y="1670050"/>
          <p14:tracePt t="32656" x="5060950" y="1562100"/>
          <p14:tracePt t="32672" x="5099050" y="1543050"/>
          <p14:tracePt t="32690" x="5168900" y="1460500"/>
          <p14:tracePt t="32705" x="5181600" y="1428750"/>
          <p14:tracePt t="32722" x="5219700" y="1384300"/>
          <p14:tracePt t="32739" x="5238750" y="1339850"/>
          <p14:tracePt t="32755" x="5257800" y="1320800"/>
          <p14:tracePt t="32772" x="5276850" y="1276350"/>
          <p14:tracePt t="32789" x="5283200" y="1263650"/>
          <p14:tracePt t="32805" x="5283200" y="1250950"/>
          <p14:tracePt t="32822" x="5283200" y="1244600"/>
          <p14:tracePt t="32838" x="5283200" y="1238250"/>
          <p14:tracePt t="32855" x="5276850" y="1231900"/>
          <p14:tracePt t="32872" x="5238750" y="1219200"/>
          <p14:tracePt t="32888" x="5168900" y="1168400"/>
          <p14:tracePt t="32905" x="5111750" y="1143000"/>
          <p14:tracePt t="32922" x="4972050" y="1073150"/>
          <p14:tracePt t="32938" x="4762500" y="965200"/>
          <p14:tracePt t="32954" x="4641850" y="927100"/>
          <p14:tracePt t="32971" x="4406900" y="838200"/>
          <p14:tracePt t="32988" x="4260850" y="793750"/>
          <p14:tracePt t="33005" x="4013200" y="742950"/>
          <p14:tracePt t="33021" x="3803650" y="742950"/>
          <p14:tracePt t="33038" x="3727450" y="742950"/>
          <p14:tracePt t="33055" x="3568700" y="755650"/>
          <p14:tracePt t="33071" x="3448050" y="800100"/>
          <p14:tracePt t="33088" x="3378200" y="831850"/>
          <p14:tracePt t="33104" x="3276600" y="882650"/>
          <p14:tracePt t="33121" x="3213100" y="927100"/>
          <p14:tracePt t="33137" x="3181350" y="952500"/>
          <p14:tracePt t="33141" x="3149600" y="958850"/>
          <p14:tracePt t="33154" x="3130550" y="971550"/>
          <p14:tracePt t="33170" x="3086100" y="1003300"/>
          <p14:tracePt t="33188" x="3035300" y="1028700"/>
          <p14:tracePt t="33203" x="3016250" y="1041400"/>
          <p14:tracePt t="33220" x="2965450" y="1066800"/>
          <p14:tracePt t="33237" x="2914650" y="1085850"/>
          <p14:tracePt t="33253" x="2889250" y="1092200"/>
          <p14:tracePt t="33270" x="2870200" y="1098550"/>
          <p14:tracePt t="33287" x="2819400" y="1104900"/>
          <p14:tracePt t="33303" x="2813050" y="1104900"/>
          <p14:tracePt t="33320" x="2806700" y="1104900"/>
          <p14:tracePt t="33337" x="2800350" y="1104900"/>
          <p14:tracePt t="33370" x="2800350" y="1085850"/>
          <p14:tracePt t="33386" x="2806700" y="1066800"/>
          <p14:tracePt t="33403" x="2813050" y="1022350"/>
          <p14:tracePt t="33420" x="2813050" y="958850"/>
          <p14:tracePt t="33436" x="2813050" y="908050"/>
          <p14:tracePt t="33453" x="2813050" y="844550"/>
          <p14:tracePt t="33469" x="2800350" y="736600"/>
          <p14:tracePt t="33486" x="2794000" y="679450"/>
          <p14:tracePt t="33503" x="2794000" y="654050"/>
          <p14:tracePt t="33519" x="2787650" y="622300"/>
          <p14:tracePt t="33536" x="2787650" y="609600"/>
          <p14:tracePt t="33553" x="2787650" y="603250"/>
          <p14:tracePt t="33569" x="2787650" y="596900"/>
          <p14:tracePt t="33589" x="2800350" y="596900"/>
          <p14:tracePt t="33602" x="2813050" y="590550"/>
          <p14:tracePt t="33619" x="2832100" y="590550"/>
          <p14:tracePt t="33635" x="2914650" y="584200"/>
          <p14:tracePt t="33652" x="3003550" y="584200"/>
          <p14:tracePt t="33669" x="3124200" y="584200"/>
          <p14:tracePt t="33686" x="3289300" y="596900"/>
          <p14:tracePt t="33701" x="3733800" y="615950"/>
          <p14:tracePt t="33718" x="3994150" y="615950"/>
          <p14:tracePt t="33736" x="4502150" y="622300"/>
          <p14:tracePt t="33752" x="4743450" y="603250"/>
          <p14:tracePt t="33768" x="5080000" y="558800"/>
          <p14:tracePt t="33785" x="5276850" y="508000"/>
          <p14:tracePt t="33801" x="5359400" y="488950"/>
          <p14:tracePt t="33819" x="5441950" y="450850"/>
          <p14:tracePt t="33835" x="5480050" y="431800"/>
          <p14:tracePt t="33851" x="5492750" y="419100"/>
          <p14:tracePt t="33884" x="5499100" y="419100"/>
          <p14:tracePt t="33919" x="5499100" y="425450"/>
          <p14:tracePt t="33932" x="5492750" y="425450"/>
          <p14:tracePt t="33939" x="5480050" y="431800"/>
          <p14:tracePt t="33954" x="5461000" y="438150"/>
          <p14:tracePt t="33968" x="5435600" y="457200"/>
          <p14:tracePt t="33984" x="5397500" y="469900"/>
          <p14:tracePt t="34001" x="5340350" y="495300"/>
          <p14:tracePt t="34017" x="5181600" y="558800"/>
          <p14:tracePt t="34034" x="4959350" y="628650"/>
          <p14:tracePt t="34051" x="4762500" y="673100"/>
          <p14:tracePt t="34067" x="4711700" y="679450"/>
          <p14:tracePt t="34084" x="4648200" y="692150"/>
          <p14:tracePt t="34101" x="4635500" y="698500"/>
          <p14:tracePt t="34143" x="4660900" y="698500"/>
          <p14:tracePt t="34151" x="4686300" y="698500"/>
          <p14:tracePt t="34167" x="4743450" y="711200"/>
          <p14:tracePt t="34183" x="4826000" y="717550"/>
          <p14:tracePt t="34200" x="5264150" y="762000"/>
          <p14:tracePt t="34217" x="5486400" y="806450"/>
          <p14:tracePt t="34234" x="6064250" y="901700"/>
          <p14:tracePt t="34250" x="6356350" y="927100"/>
          <p14:tracePt t="34267" x="6927850" y="1009650"/>
          <p14:tracePt t="34283" x="7404100" y="1022350"/>
          <p14:tracePt t="34299" x="7607300" y="1022350"/>
          <p14:tracePt t="34317" x="7766050" y="1022350"/>
          <p14:tracePt t="34333" x="8013700" y="977900"/>
          <p14:tracePt t="34350" x="8102600" y="933450"/>
          <p14:tracePt t="34367" x="8242300" y="844550"/>
          <p14:tracePt t="34383" x="8286750" y="806450"/>
          <p14:tracePt t="34400" x="8312150" y="774700"/>
          <p14:tracePt t="34417" x="8331200" y="749300"/>
          <p14:tracePt t="34433" x="8337550" y="742950"/>
          <p14:tracePt t="34449" x="8337550" y="736600"/>
          <p14:tracePt t="34641" x="8331200" y="736600"/>
          <p14:tracePt t="34704" x="8324850" y="736600"/>
          <p14:tracePt t="34718" x="8318500" y="736600"/>
          <p14:tracePt t="34733" x="8312150" y="736600"/>
          <p14:tracePt t="34738" x="8299450" y="736600"/>
          <p14:tracePt t="34753" x="8293100" y="736600"/>
          <p14:tracePt t="34774" x="8286750" y="742950"/>
          <p14:tracePt t="34816" x="8274050" y="742950"/>
          <p14:tracePt t="34844" x="8267700" y="749300"/>
          <p14:tracePt t="34858" x="8255000" y="749300"/>
          <p14:tracePt t="34867" x="8242300" y="755650"/>
          <p14:tracePt t="34881" x="8210550" y="768350"/>
          <p14:tracePt t="34898" x="8115300" y="825500"/>
          <p14:tracePt t="34914" x="7924800" y="939800"/>
          <p14:tracePt t="34931" x="7797800" y="1028700"/>
          <p14:tracePt t="34948" x="7448550" y="1295400"/>
          <p14:tracePt t="34964" x="7010400" y="1689100"/>
          <p14:tracePt t="34981" x="6762750" y="1936750"/>
          <p14:tracePt t="34998" x="6273800" y="2457450"/>
          <p14:tracePt t="35014" x="5822950" y="2997200"/>
          <p14:tracePt t="35030" x="5632450" y="3232150"/>
          <p14:tracePt t="35048" x="5321300" y="3613150"/>
          <p14:tracePt t="35064" x="5175250" y="3797300"/>
          <p14:tracePt t="35081" x="5137150" y="3854450"/>
          <p14:tracePt t="35097" x="5099050" y="3905250"/>
          <p14:tracePt t="35114" x="5086350" y="3917950"/>
          <p14:tracePt t="35130" x="5080000" y="3924300"/>
          <p14:tracePt t="35147" x="5067300" y="3924300"/>
          <p14:tracePt t="35164" x="5060950" y="3917950"/>
          <p14:tracePt t="35181" x="4978400" y="3860800"/>
          <p14:tracePt t="35197" x="4921250" y="3835400"/>
          <p14:tracePt t="35214" x="4864100" y="3797300"/>
          <p14:tracePt t="35230" x="4635500" y="3689350"/>
          <p14:tracePt t="35247" x="4578350" y="3651250"/>
          <p14:tracePt t="35263" x="4521200" y="3613150"/>
          <p14:tracePt t="35280" x="4413250" y="3524250"/>
          <p14:tracePt t="35297" x="4337050" y="3467100"/>
          <p14:tracePt t="35314" x="4305300" y="3448050"/>
          <p14:tracePt t="35330" x="4235450" y="3397250"/>
          <p14:tracePt t="35346" x="4191000" y="3340100"/>
          <p14:tracePt t="35363" x="4152900" y="3308350"/>
          <p14:tracePt t="35379" x="4146550" y="3295650"/>
          <p14:tracePt t="35397" x="4133850" y="3270250"/>
          <p14:tracePt t="35413" x="4127500" y="3257550"/>
          <p14:tracePt t="35430" x="4127500" y="3251200"/>
          <p14:tracePt t="35446" x="4127500" y="3244850"/>
          <p14:tracePt t="35462" x="4133850" y="3225800"/>
          <p14:tracePt t="35479" x="4140200" y="3206750"/>
          <p14:tracePt t="35497" x="4165600" y="3181350"/>
          <p14:tracePt t="35512" x="4184650" y="3155950"/>
          <p14:tracePt t="35529" x="4222750" y="3111500"/>
          <p14:tracePt t="35546" x="4292600" y="3060700"/>
          <p14:tracePt t="35562" x="4337050" y="3035300"/>
          <p14:tracePt t="35579" x="4406900" y="2959100"/>
          <p14:tracePt t="35595" x="4483100" y="2863850"/>
          <p14:tracePt t="35612" x="4514850" y="2819400"/>
          <p14:tracePt t="35629" x="4565650" y="2762250"/>
          <p14:tracePt t="35645" x="4584700" y="2730500"/>
          <p14:tracePt t="35662" x="4591050" y="2717800"/>
          <p14:tracePt t="35679" x="4597400" y="2711450"/>
          <p14:tracePt t="35695" x="4597400" y="2705100"/>
          <p14:tracePt t="35784" x="4603750" y="2705100"/>
          <p14:tracePt t="35826" x="4610100" y="2705100"/>
          <p14:tracePt t="35869" x="4610100" y="2711450"/>
          <p14:tracePt t="35875" x="4616450" y="2711450"/>
          <p14:tracePt t="35882" x="4622800" y="2711450"/>
          <p14:tracePt t="35898" x="4629150" y="2711450"/>
          <p14:tracePt t="35911" x="4635500" y="2717800"/>
          <p14:tracePt t="35928" x="4654550" y="2717800"/>
          <p14:tracePt t="35945" x="4692650" y="2724150"/>
          <p14:tracePt t="35961" x="4724400" y="2730500"/>
          <p14:tracePt t="35977" x="4826000" y="2749550"/>
          <p14:tracePt t="35994" x="4959350" y="2774950"/>
          <p14:tracePt t="36011" x="5022850" y="2774950"/>
          <p14:tracePt t="36027" x="5168900" y="2794000"/>
          <p14:tracePt t="36044" x="5314950" y="2825750"/>
          <p14:tracePt t="36061" x="5378450" y="2832100"/>
          <p14:tracePt t="36077" x="5435600" y="2851150"/>
          <p14:tracePt t="36094" x="5562600" y="2882900"/>
          <p14:tracePt t="36110" x="5588000" y="2895600"/>
          <p14:tracePt t="36127" x="5607050" y="2901950"/>
          <p14:tracePt t="36143" x="5626100" y="2901950"/>
          <p14:tracePt t="36160" x="5645150" y="2908300"/>
          <p14:tracePt t="36177" x="5657850" y="2921000"/>
          <p14:tracePt t="36193" x="5676900" y="2933700"/>
          <p14:tracePt t="36210" x="5715000" y="2965450"/>
          <p14:tracePt t="36227" x="5746750" y="2990850"/>
          <p14:tracePt t="36704" x="5753100" y="2990850"/>
          <p14:tracePt t="36824" x="5740400" y="2990850"/>
          <p14:tracePt t="36838" x="5715000" y="2978150"/>
          <p14:tracePt t="36844" x="5695950" y="2978150"/>
          <p14:tracePt t="36861" x="5664200" y="2965450"/>
          <p14:tracePt t="36874" x="5626100" y="2959100"/>
          <p14:tracePt t="36891" x="5524500" y="2914650"/>
          <p14:tracePt t="36908" x="5441950" y="2889250"/>
          <p14:tracePt t="36924" x="5397500" y="2876550"/>
          <p14:tracePt t="36941" x="5359400" y="2863850"/>
          <p14:tracePt t="36958" x="5340350" y="2863850"/>
          <p14:tracePt t="36974" x="5340350" y="2857500"/>
          <p14:tracePt t="36991" x="5334000" y="2857500"/>
          <p14:tracePt t="37055" x="5340350" y="2857500"/>
          <p14:tracePt t="37069" x="5346700" y="2857500"/>
          <p14:tracePt t="37077" x="5359400" y="2857500"/>
          <p14:tracePt t="37093" x="5378450" y="2857500"/>
          <p14:tracePt t="37107" x="5397500" y="2857500"/>
          <p14:tracePt t="37123" x="5467350" y="2857500"/>
          <p14:tracePt t="37140" x="5594350" y="2870200"/>
          <p14:tracePt t="37157" x="5670550" y="2870200"/>
          <p14:tracePt t="37174" x="5861050" y="2882900"/>
          <p14:tracePt t="37190" x="6051550" y="2882900"/>
          <p14:tracePt t="37206" x="6165850" y="2889250"/>
          <p14:tracePt t="37223" x="6343650" y="2889250"/>
          <p14:tracePt t="37240" x="6508750" y="2901950"/>
          <p14:tracePt t="37257" x="6578600" y="2895600"/>
          <p14:tracePt t="37273" x="6705600" y="2889250"/>
          <p14:tracePt t="37289" x="6762750" y="2889250"/>
          <p14:tracePt t="37307" x="6775450" y="2889250"/>
          <p14:tracePt t="37322" x="6788150" y="2889250"/>
          <p14:tracePt t="37392" x="6788150" y="2882900"/>
          <p14:tracePt t="37700" x="6794500" y="2882900"/>
          <p14:tracePt t="37707" x="6800850" y="2882900"/>
          <p14:tracePt t="37724" x="6819900" y="2876550"/>
          <p14:tracePt t="37738" x="6851650" y="2870200"/>
          <p14:tracePt t="37755" x="6953250" y="2851150"/>
          <p14:tracePt t="37771" x="7112000" y="2832100"/>
          <p14:tracePt t="37788" x="7213600" y="2813050"/>
          <p14:tracePt t="37805" x="7391400" y="2800350"/>
          <p14:tracePt t="37821" x="7550150" y="2781300"/>
          <p14:tracePt t="37838" x="7613650" y="2774950"/>
          <p14:tracePt t="37855" x="7683500" y="2762250"/>
          <p14:tracePt t="37871" x="7721600" y="2755900"/>
          <p14:tracePt t="37888" x="7734300" y="2755900"/>
          <p14:tracePt t="37904" x="7753350" y="2755900"/>
          <p14:tracePt t="37921" x="7766050" y="2755900"/>
          <p14:tracePt t="37967" x="7772400" y="2755900"/>
          <p14:tracePt t="38009" x="7778750" y="2755900"/>
          <p14:tracePt t="38149" x="7785100" y="2755900"/>
          <p14:tracePt t="38178" x="7797800" y="2755900"/>
          <p14:tracePt t="38184" x="7804150" y="2755900"/>
          <p14:tracePt t="38191" x="7816850" y="2755900"/>
          <p14:tracePt t="38207" x="7835900" y="2762250"/>
          <p14:tracePt t="38219" x="7899400" y="2762250"/>
          <p14:tracePt t="38236" x="7956550" y="2774950"/>
          <p14:tracePt t="38253" x="8070850" y="2774950"/>
          <p14:tracePt t="38269" x="8210550" y="2774950"/>
          <p14:tracePt t="38286" x="8286750" y="2774950"/>
          <p14:tracePt t="38304" x="8401050" y="2774950"/>
          <p14:tracePt t="38320" x="8489950" y="2762250"/>
          <p14:tracePt t="38335" x="8528050" y="2762250"/>
          <p14:tracePt t="38353" x="8566150" y="2755900"/>
          <p14:tracePt t="38369" x="8578850" y="2755900"/>
          <p14:tracePt t="38386" x="8591550" y="2755900"/>
          <p14:tracePt t="38403" x="8597900" y="2755900"/>
          <p14:tracePt t="38444" x="8591550" y="2755900"/>
          <p14:tracePt t="38451" x="8578850" y="2755900"/>
          <p14:tracePt t="38458" x="8559800" y="2762250"/>
          <p14:tracePt t="38472" x="8528050" y="2768600"/>
          <p14:tracePt t="38488" x="8464550" y="2781300"/>
          <p14:tracePt t="38502" x="8362950" y="2787650"/>
          <p14:tracePt t="38519" x="8013700" y="2800350"/>
          <p14:tracePt t="38536" x="7359650" y="2813050"/>
          <p14:tracePt t="38552" x="6559550" y="2813050"/>
          <p14:tracePt t="38568" x="6096000" y="2813050"/>
          <p14:tracePt t="38585" x="5207000" y="2851150"/>
          <p14:tracePt t="38602" x="4368800" y="2901950"/>
          <p14:tracePt t="38619" x="3714750" y="2933700"/>
          <p14:tracePt t="38635" x="3479800" y="2933700"/>
          <p14:tracePt t="38651" x="3314700" y="2946400"/>
          <p14:tracePt t="38668" x="2952750" y="3009900"/>
          <p14:tracePt t="38685" x="2876550" y="3022600"/>
          <p14:tracePt t="38702" x="2806700" y="3022600"/>
          <p14:tracePt t="38705" x="2743200" y="3028950"/>
          <p14:tracePt t="38718" x="2692400" y="3028950"/>
          <p14:tracePt t="38735" x="2571750" y="3048000"/>
          <p14:tracePt t="38752" x="2520950" y="3060700"/>
          <p14:tracePt t="38768" x="2425700" y="3073400"/>
          <p14:tracePt t="38784" x="2317750" y="3086100"/>
          <p14:tracePt t="38802" x="2203450" y="3098800"/>
          <p14:tracePt t="38818" x="2133600" y="3117850"/>
          <p14:tracePt t="38835" x="2019300" y="3117850"/>
          <p14:tracePt t="38851" x="1879600" y="3130550"/>
          <p14:tracePt t="38867" x="1778000" y="3130550"/>
          <p14:tracePt t="38884" x="1606550" y="3143250"/>
          <p14:tracePt t="38901" x="1454150" y="3143250"/>
          <p14:tracePt t="38917" x="1403350" y="3136900"/>
          <p14:tracePt t="38935" x="1308100" y="3130550"/>
          <p14:tracePt t="38950" x="1250950" y="3124200"/>
          <p14:tracePt t="38967" x="1231900" y="3117850"/>
          <p14:tracePt t="38984" x="1200150" y="3105150"/>
          <p14:tracePt t="39000" x="1187450" y="3105150"/>
          <p14:tracePt t="39018" x="1168400" y="3105150"/>
          <p14:tracePt t="39034" x="1149350" y="3098800"/>
          <p14:tracePt t="39050" x="1143000" y="3098800"/>
          <p14:tracePt t="39202" x="1149350" y="3098800"/>
          <p14:tracePt t="39223" x="1155700" y="3098800"/>
          <p14:tracePt t="39229" x="1162050" y="3098800"/>
          <p14:tracePt t="39244" x="1174750" y="3098800"/>
          <p14:tracePt t="39253" x="1174750" y="3092450"/>
          <p14:tracePt t="39267" x="1193800" y="3092450"/>
          <p14:tracePt t="39282" x="1206500" y="3092450"/>
          <p14:tracePt t="39300" x="1263650" y="3092450"/>
          <p14:tracePt t="39316" x="1365250" y="3092450"/>
          <p14:tracePt t="39333" x="1435100" y="3092450"/>
          <p14:tracePt t="39349" x="1587500" y="3105150"/>
          <p14:tracePt t="39366" x="1752600" y="3111500"/>
          <p14:tracePt t="39382" x="1816100" y="3111500"/>
          <p14:tracePt t="39399" x="1955800" y="3111500"/>
          <p14:tracePt t="39416" x="2076450" y="3111500"/>
          <p14:tracePt t="39433" x="2190750" y="3124200"/>
          <p14:tracePt t="39449" x="2254250" y="3124200"/>
          <p14:tracePt t="39465" x="2387600" y="3143250"/>
          <p14:tracePt t="39482" x="2495550" y="3162300"/>
          <p14:tracePt t="39498" x="2533650" y="3168650"/>
          <p14:tracePt t="39515" x="2603500" y="3168650"/>
          <p14:tracePt t="39532" x="2635250" y="3168650"/>
          <p14:tracePt t="39548" x="2647950" y="3168650"/>
          <p14:tracePt t="39567" x="2660650" y="3175000"/>
          <p14:tracePt t="39602" x="2667000" y="3175000"/>
          <p14:tracePt t="39623" x="2673350" y="3175000"/>
          <p14:tracePt t="39651" x="2679700" y="3175000"/>
          <p14:tracePt t="39666" x="2686050" y="3175000"/>
          <p14:tracePt t="39672" x="2705100" y="3175000"/>
          <p14:tracePt t="39686" x="2730500" y="3175000"/>
          <p14:tracePt t="39697" x="2768600" y="3175000"/>
          <p14:tracePt t="39715" x="2901950" y="3175000"/>
          <p14:tracePt t="39731" x="2978150" y="3187700"/>
          <p14:tracePt t="39748" x="3181350" y="3206750"/>
          <p14:tracePt t="39764" x="3397250" y="3219450"/>
          <p14:tracePt t="39781" x="3486150" y="3219450"/>
          <p14:tracePt t="39798" x="3676650" y="3219450"/>
          <p14:tracePt t="39814" x="3803650" y="3219450"/>
          <p14:tracePt t="39831" x="3854450" y="3219450"/>
          <p14:tracePt t="39848" x="3924300" y="3206750"/>
          <p14:tracePt t="39864" x="3975100" y="3200400"/>
          <p14:tracePt t="39880" x="3987800" y="3200400"/>
          <p14:tracePt t="39897" x="4013200" y="3194050"/>
          <p14:tracePt t="39914" x="4025900" y="3194050"/>
          <p14:tracePt t="39931" x="4070350" y="3187700"/>
          <p14:tracePt t="39947" x="4083050" y="3187700"/>
          <p14:tracePt t="39964" x="4114800" y="3187700"/>
          <p14:tracePt t="39980" x="4159250" y="3187700"/>
          <p14:tracePt t="39997" x="4229100" y="3187700"/>
          <p14:tracePt t="40013" x="4254500" y="3194050"/>
          <p14:tracePt t="40030" x="4318000" y="3194050"/>
          <p14:tracePt t="40047" x="4381500" y="3194050"/>
          <p14:tracePt t="40064" x="4432300" y="3194050"/>
          <p14:tracePt t="40080" x="4527550" y="3194050"/>
          <p14:tracePt t="40097" x="4629150" y="3213100"/>
          <p14:tracePt t="40114" x="4737100" y="3225800"/>
          <p14:tracePt t="40130" x="4813300" y="3225800"/>
          <p14:tracePt t="40146" x="4953000" y="3225800"/>
          <p14:tracePt t="40163" x="5105400" y="3219450"/>
          <p14:tracePt t="40179" x="5168900" y="3219450"/>
          <p14:tracePt t="40196" x="5226050" y="3219450"/>
          <p14:tracePt t="40213" x="5334000" y="3213100"/>
          <p14:tracePt t="40229" x="5353050" y="3213100"/>
          <p14:tracePt t="40246" x="5372100" y="3213100"/>
          <p14:tracePt t="40263" x="5397500" y="3213100"/>
          <p14:tracePt t="40279" x="5416550" y="3206750"/>
          <p14:tracePt t="40296" x="5441950" y="3206750"/>
          <p14:tracePt t="40312" x="5454650" y="3206750"/>
          <p14:tracePt t="40329" x="5467350" y="3206750"/>
          <p14:tracePt t="40346" x="5499100" y="3206750"/>
          <p14:tracePt t="40365" x="5524500" y="3200400"/>
          <p14:tracePt t="40380" x="5537200" y="3200400"/>
          <p14:tracePt t="40396" x="5575300" y="3194050"/>
          <p14:tracePt t="40412" x="5594350" y="3194050"/>
          <p14:tracePt t="40429" x="5645150" y="3194050"/>
          <p14:tracePt t="40445" x="5702300" y="3194050"/>
          <p14:tracePt t="40462" x="5734050" y="3194050"/>
          <p14:tracePt t="40479" x="5778500" y="3200400"/>
          <p14:tracePt t="40495" x="5829300" y="3200400"/>
          <p14:tracePt t="40512" x="5854700" y="3200400"/>
          <p14:tracePt t="40528" x="5905500" y="3200400"/>
          <p14:tracePt t="40545" x="5924550" y="3200400"/>
          <p14:tracePt t="40562" x="6019800" y="3206750"/>
          <p14:tracePt t="40578" x="6064250" y="3206750"/>
          <p14:tracePt t="40595" x="6102350" y="3213100"/>
          <p14:tracePt t="40612" x="6191250" y="3213100"/>
          <p14:tracePt t="40628" x="6273800" y="3225800"/>
          <p14:tracePt t="40645" x="6324600" y="3225800"/>
          <p14:tracePt t="40661" x="6419850" y="3225800"/>
          <p14:tracePt t="40678" x="6508750" y="3225800"/>
          <p14:tracePt t="40694" x="6546850" y="3225800"/>
          <p14:tracePt t="40711" x="6597650" y="3225800"/>
          <p14:tracePt t="40728" x="6616700" y="3225800"/>
          <p14:tracePt t="40745" x="6629400" y="3225800"/>
          <p14:tracePt t="40761" x="6642100" y="3225800"/>
          <p14:tracePt t="40777" x="6661150" y="3225800"/>
          <p14:tracePt t="40794" x="6667500" y="3225800"/>
          <p14:tracePt t="40810" x="6673850" y="3225800"/>
          <p14:tracePt t="40827" x="6686550" y="3225800"/>
          <p14:tracePt t="40844" x="6705600" y="3238500"/>
          <p14:tracePt t="40860" x="6718300" y="3238500"/>
          <p14:tracePt t="40878" x="6737350" y="3257550"/>
          <p14:tracePt t="40893" x="6743700" y="3270250"/>
          <p14:tracePt t="41307" x="6851650" y="3270250"/>
          <p14:tracePt t="41321" x="6953250" y="3270250"/>
          <p14:tracePt t="41329" x="7067550" y="3270250"/>
          <p14:tracePt t="41342" x="7143750" y="3270250"/>
          <p14:tracePt t="41359" x="7258050" y="3270250"/>
          <p14:tracePt t="41377" x="7327900" y="3276600"/>
          <p14:tracePt t="41392" x="7359650" y="3289300"/>
          <p14:tracePt t="41409" x="7385050" y="3295650"/>
          <p14:tracePt t="41426" x="7397750" y="3295650"/>
          <p14:tracePt t="41441" x="7404100" y="3295650"/>
          <p14:tracePt t="41458" x="7416800" y="3295650"/>
          <p14:tracePt t="41475" x="7454900" y="3295650"/>
          <p14:tracePt t="41492" x="7486650" y="3295650"/>
          <p14:tracePt t="41508" x="7512050" y="3295650"/>
          <p14:tracePt t="41525" x="7569200" y="3308350"/>
          <p14:tracePt t="41541" x="7626350" y="3314700"/>
          <p14:tracePt t="41559" x="7689850" y="3333750"/>
          <p14:tracePt t="41575" x="7708900" y="3333750"/>
          <p14:tracePt t="41592" x="7747000" y="3340100"/>
          <p14:tracePt t="41608" x="7791450" y="3340100"/>
          <p14:tracePt t="41625" x="7816850" y="3340100"/>
          <p14:tracePt t="41641" x="7861300" y="3340100"/>
          <p14:tracePt t="41658" x="7899400" y="3321050"/>
          <p14:tracePt t="41674" x="7912100" y="3314700"/>
          <p14:tracePt t="41692" x="7937500" y="3302000"/>
          <p14:tracePt t="41708" x="7956550" y="3302000"/>
          <p14:tracePt t="41724" x="7962900" y="3295650"/>
          <p14:tracePt t="41748" x="7969250" y="3295650"/>
          <p14:tracePt t="41839" x="7969250" y="3302000"/>
          <p14:tracePt t="41847" x="7969250" y="3308350"/>
          <p14:tracePt t="41857" x="7969250" y="3314700"/>
          <p14:tracePt t="42337" x="7912100" y="3302000"/>
          <p14:tracePt t="42351" x="7810500" y="3276600"/>
          <p14:tracePt t="42358" x="7696200" y="3263900"/>
          <p14:tracePt t="42374" x="7569200" y="3232150"/>
          <p14:tracePt t="42388" x="7442200" y="3213100"/>
          <p14:tracePt t="42405" x="7131050" y="3175000"/>
          <p14:tracePt t="42422" x="6724650" y="3136900"/>
          <p14:tracePt t="42438" x="6483350" y="3124200"/>
          <p14:tracePt t="42456" x="5892800" y="3060700"/>
          <p14:tracePt t="42472" x="5276850" y="2997200"/>
          <p14:tracePt t="42488" x="4933950" y="2965450"/>
          <p14:tracePt t="42505" x="4438650" y="2908300"/>
          <p14:tracePt t="42521" x="4070350" y="2914650"/>
          <p14:tracePt t="42538" x="3860800" y="2914650"/>
          <p14:tracePt t="42555" x="3606800" y="2921000"/>
          <p14:tracePt t="42571" x="3441700" y="2946400"/>
          <p14:tracePt t="42589" x="3359150" y="2952750"/>
          <p14:tracePt t="42604" x="3289300" y="2959100"/>
          <p14:tracePt t="42621" x="3257550" y="2978150"/>
          <p14:tracePt t="43132" x="3200400" y="2984500"/>
          <p14:tracePt t="43146" x="3149600" y="2984500"/>
          <p14:tracePt t="43155" x="3117850" y="2990850"/>
          <p14:tracePt t="43169" x="3105150" y="2997200"/>
          <p14:tracePt t="43186" x="3092450" y="3003550"/>
          <p14:tracePt t="43202" x="3086100" y="3009900"/>
          <p14:tracePt t="43322" x="3086100" y="3016250"/>
          <p14:tracePt t="43337" x="3092450" y="3016250"/>
          <p14:tracePt t="43342" x="3105150" y="3016250"/>
          <p14:tracePt t="43357" x="3124200" y="3016250"/>
          <p14:tracePt t="43368" x="3155950" y="3022600"/>
          <p14:tracePt t="43385" x="3282950" y="3028950"/>
          <p14:tracePt t="43401" x="3384550" y="3041650"/>
          <p14:tracePt t="43419" x="3651250" y="3060700"/>
          <p14:tracePt t="43435" x="4038600" y="3086100"/>
          <p14:tracePt t="43451" x="4248150" y="3086100"/>
          <p14:tracePt t="43469" x="4597400" y="3067050"/>
          <p14:tracePt t="43485" x="4838700" y="3028950"/>
          <p14:tracePt t="43501" x="4933950" y="3016250"/>
          <p14:tracePt t="43518" x="5022850" y="2997200"/>
          <p14:tracePt t="43535" x="5048250" y="2990850"/>
          <p14:tracePt t="43602" x="5048250" y="2997200"/>
          <p14:tracePt t="43672" x="5041900" y="3003550"/>
          <p14:tracePt t="43686" x="5041900" y="3009900"/>
          <p14:tracePt t="43699" x="5048250" y="3016250"/>
          <p14:tracePt t="44098" x="4997450" y="3016250"/>
          <p14:tracePt t="44105" x="4921250" y="3022600"/>
          <p14:tracePt t="44119" x="4838700" y="3041650"/>
          <p14:tracePt t="44133" x="4724400" y="3086100"/>
          <p14:tracePt t="44149" x="4489450" y="3155950"/>
          <p14:tracePt t="44166" x="4375150" y="3200400"/>
          <p14:tracePt t="44182" x="4140200" y="3295650"/>
          <p14:tracePt t="44199" x="3917950" y="3403600"/>
          <p14:tracePt t="44216" x="3822700" y="3454400"/>
          <p14:tracePt t="44232" x="3632200" y="3568700"/>
          <p14:tracePt t="44249" x="3479800" y="3663950"/>
          <p14:tracePt t="44266" x="3390900" y="3733800"/>
          <p14:tracePt t="44282" x="3359150" y="3752850"/>
          <p14:tracePt t="44298" x="3340100" y="3759200"/>
          <p14:tracePt t="44315" x="3333750" y="3765550"/>
          <p14:tracePt t="44807" x="3340100" y="3765550"/>
          <p14:tracePt t="44856" x="3346450" y="3765550"/>
          <p14:tracePt t="45870" x="3308350" y="3765550"/>
          <p14:tracePt t="45884" x="3232150" y="3778250"/>
          <p14:tracePt t="45893" x="3175000" y="3784600"/>
          <p14:tracePt t="45910" x="3098800" y="3797300"/>
          <p14:tracePt t="45927" x="2933700" y="3816350"/>
          <p14:tracePt t="45943" x="2762250" y="3848100"/>
          <p14:tracePt t="45960" x="2660650" y="3867150"/>
          <p14:tracePt t="45977" x="2476500" y="3898900"/>
          <p14:tracePt t="45993" x="2298700" y="3937000"/>
          <p14:tracePt t="46011" x="2165350" y="3975100"/>
          <p14:tracePt t="46026" x="2108200" y="3994150"/>
          <p14:tracePt t="46042" x="2025650" y="4006850"/>
          <p14:tracePt t="46060" x="1968500" y="4013200"/>
          <p14:tracePt t="46076" x="1930400" y="4013200"/>
          <p14:tracePt t="46092" x="1885950" y="4019550"/>
          <p14:tracePt t="46109" x="1739900" y="4025900"/>
          <p14:tracePt t="46126" x="1689100" y="4025900"/>
          <p14:tracePt t="46142" x="1651000" y="4025900"/>
          <p14:tracePt t="46159" x="1555750" y="4006850"/>
          <p14:tracePt t="46175" x="1447800" y="3987800"/>
          <p14:tracePt t="46193" x="1352550" y="3962400"/>
          <p14:tracePt t="46209" x="1295400" y="3943350"/>
          <p14:tracePt t="46225" x="1174750" y="3924300"/>
          <p14:tracePt t="46242" x="1104900" y="3898900"/>
          <p14:tracePt t="46259" x="1073150" y="3892550"/>
          <p14:tracePt t="46275" x="1047750" y="3879850"/>
          <p14:tracePt t="46292" x="1041400" y="3879850"/>
          <p14:tracePt t="46319" x="1041400" y="3873500"/>
          <p14:tracePt t="46382" x="1054100" y="3867150"/>
          <p14:tracePt t="46389" x="1085850" y="3867150"/>
          <p14:tracePt t="46403" x="1111250" y="3867150"/>
          <p14:tracePt t="46411" x="1162050" y="3867150"/>
          <p14:tracePt t="46427" x="1225550" y="3867150"/>
          <p14:tracePt t="46441" x="1301750" y="3867150"/>
          <p14:tracePt t="46458" x="1492250" y="3873500"/>
          <p14:tracePt t="46475" x="1720850" y="3886200"/>
          <p14:tracePt t="46491" x="1835150" y="3892550"/>
          <p14:tracePt t="46508" x="2051050" y="3892550"/>
          <p14:tracePt t="46524" x="2228850" y="3892550"/>
          <p14:tracePt t="46541" x="2292350" y="3892550"/>
          <p14:tracePt t="46558" x="2406650" y="3879850"/>
          <p14:tracePt t="46574" x="2501900" y="3873500"/>
          <p14:tracePt t="46591" x="2546350" y="3854450"/>
          <p14:tracePt t="46607" x="2603500" y="3848100"/>
          <p14:tracePt t="46624" x="2647950" y="3841750"/>
          <p14:tracePt t="46641" x="2660650" y="3835400"/>
          <p14:tracePt t="46657" x="2698750" y="3835400"/>
          <p14:tracePt t="46674" x="2730500" y="3835400"/>
          <p14:tracePt t="46691" x="2774950" y="3835400"/>
          <p14:tracePt t="46707" x="2794000" y="3841750"/>
          <p14:tracePt t="46723" x="2819400" y="3854450"/>
          <p14:tracePt t="46740" x="2914650" y="3854450"/>
          <p14:tracePt t="46757" x="2959100" y="3860800"/>
          <p14:tracePt t="46773" x="2997200" y="3867150"/>
          <p14:tracePt t="46790" x="3086100" y="3867150"/>
          <p14:tracePt t="46807" x="3181350" y="3873500"/>
          <p14:tracePt t="46824" x="3276600" y="3886200"/>
          <p14:tracePt t="46839" x="3302000" y="3886200"/>
          <p14:tracePt t="46856" x="3390900" y="3892550"/>
          <p14:tracePt t="46874" x="3498850" y="3892550"/>
          <p14:tracePt t="46889" x="3562350" y="3892550"/>
          <p14:tracePt t="46906" x="3663950" y="3905250"/>
          <p14:tracePt t="46923" x="3746500" y="3911600"/>
          <p14:tracePt t="46939" x="3771900" y="3917950"/>
          <p14:tracePt t="46957" x="3816350" y="3917950"/>
          <p14:tracePt t="46972" x="3841750" y="3917950"/>
          <p14:tracePt t="46989" x="3854450" y="3917950"/>
          <p14:tracePt t="47006" x="3867150" y="3917950"/>
          <p14:tracePt t="47022" x="3886200" y="3917950"/>
          <p14:tracePt t="47039" x="3898900" y="3917950"/>
          <p14:tracePt t="47056" x="3905250" y="3917950"/>
          <p14:tracePt t="47072" x="3911600" y="3917950"/>
          <p14:tracePt t="47089" x="3917950" y="3917950"/>
          <p14:tracePt t="47122" x="3924300" y="3924300"/>
          <p14:tracePt t="47140" x="3937000" y="3937000"/>
          <p14:tracePt t="47155" x="3943350" y="3937000"/>
          <p14:tracePt t="47572" x="3968750" y="3937000"/>
          <p14:tracePt t="47586" x="3994150" y="3937000"/>
          <p14:tracePt t="47593" x="4013200" y="3937000"/>
          <p14:tracePt t="47608" x="4038600" y="3937000"/>
          <p14:tracePt t="47622" x="4076700" y="3949700"/>
          <p14:tracePt t="47637" x="4108450" y="3956050"/>
          <p14:tracePt t="47654" x="4133850" y="3956050"/>
          <p14:tracePt t="47678" x="4235450" y="3968750"/>
          <p14:tracePt t="47688" x="4273550" y="3975100"/>
          <p14:tracePt t="47703" x="4311650" y="3975100"/>
          <p14:tracePt t="47720" x="4381500" y="3994150"/>
          <p14:tracePt t="47737" x="4438650" y="4000500"/>
          <p14:tracePt t="47754" x="4483100" y="4000500"/>
          <p14:tracePt t="47770" x="4502150" y="4000500"/>
          <p14:tracePt t="47787" x="4533900" y="4000500"/>
          <p14:tracePt t="47804" x="4559300" y="4000500"/>
          <p14:tracePt t="47820" x="4578350" y="3994150"/>
          <p14:tracePt t="47837" x="4591050" y="3994150"/>
          <p14:tracePt t="47854" x="4673600" y="3987800"/>
          <p14:tracePt t="47870" x="4718050" y="3987800"/>
          <p14:tracePt t="47886" x="4756150" y="3987800"/>
          <p14:tracePt t="47904" x="4876800" y="3987800"/>
          <p14:tracePt t="47919" x="5003800" y="3975100"/>
          <p14:tracePt t="47937" x="5162550" y="3956050"/>
          <p14:tracePt t="47953" x="5226050" y="3949700"/>
          <p14:tracePt t="47969" x="5378450" y="3937000"/>
          <p14:tracePt t="47986" x="5524500" y="3911600"/>
          <p14:tracePt t="48003" x="5588000" y="3898900"/>
          <p14:tracePt t="48019" x="5683250" y="3892550"/>
          <p14:tracePt t="48036" x="5734050" y="3886200"/>
          <p14:tracePt t="48052" x="5759450" y="3886200"/>
          <p14:tracePt t="48070" x="5803900" y="3879850"/>
          <p14:tracePt t="48085" x="5842000" y="3879850"/>
          <p14:tracePt t="48102" x="5861050" y="3867150"/>
          <p14:tracePt t="48119" x="5905500" y="3873500"/>
          <p14:tracePt t="48135" x="5956300" y="3873500"/>
          <p14:tracePt t="48152" x="5981700" y="3879850"/>
          <p14:tracePt t="48169" x="6032500" y="3879850"/>
          <p14:tracePt t="48185" x="6051550" y="3879850"/>
          <p14:tracePt t="48202" x="6115050" y="3879850"/>
          <p14:tracePt t="48219" x="6184900" y="3879850"/>
          <p14:tracePt t="48235" x="6223000" y="3879850"/>
          <p14:tracePt t="48252" x="6311900" y="3879850"/>
          <p14:tracePt t="48268" x="6407150" y="3873500"/>
          <p14:tracePt t="48285" x="6445250" y="3873500"/>
          <p14:tracePt t="48302" x="6559550" y="3873500"/>
          <p14:tracePt t="48318" x="6680200" y="3867150"/>
          <p14:tracePt t="48335" x="6737350" y="3848100"/>
          <p14:tracePt t="48351" x="6838950" y="3841750"/>
          <p14:tracePt t="48368" x="6921500" y="3822700"/>
          <p14:tracePt t="48385" x="6940550" y="3822700"/>
          <p14:tracePt t="48401" x="6997700" y="3822700"/>
          <p14:tracePt t="48418" x="7042150" y="3822700"/>
          <p14:tracePt t="48436" x="7067550" y="3829050"/>
          <p14:tracePt t="48451" x="7086600" y="3835400"/>
          <p14:tracePt t="48470" x="7131050" y="3841750"/>
          <p14:tracePt t="48484" x="7175500" y="3848100"/>
          <p14:tracePt t="48500" x="7219950" y="3860800"/>
          <p14:tracePt t="48518" x="7239000" y="3860800"/>
          <p14:tracePt t="48534" x="7296150" y="3867150"/>
          <p14:tracePt t="48551" x="7346950" y="3867150"/>
          <p14:tracePt t="48568" x="7378700" y="3873500"/>
          <p14:tracePt t="48583" x="7391400" y="3873500"/>
          <p14:tracePt t="48600" x="7416800" y="3879850"/>
          <p14:tracePt t="48618" x="7429500" y="3879850"/>
          <p14:tracePt t="48634" x="7435850" y="3886200"/>
          <p14:tracePt t="48651" x="7448550" y="3886200"/>
          <p14:tracePt t="48667" x="7473950" y="3892550"/>
          <p14:tracePt t="48684" x="7480300" y="3892550"/>
          <p14:tracePt t="48700" x="7499350" y="3892550"/>
          <p14:tracePt t="48733" x="7512050" y="3892550"/>
          <p14:tracePt t="48750" x="7518400" y="3892550"/>
          <p14:tracePt t="48767" x="7531100" y="3898900"/>
          <p14:tracePt t="48783" x="7556500" y="3905250"/>
          <p14:tracePt t="48800" x="7569200" y="3905250"/>
          <p14:tracePt t="48816" x="7613650" y="3905250"/>
          <p14:tracePt t="48833" x="7645400" y="3905250"/>
          <p14:tracePt t="48850" x="7683500" y="3905250"/>
          <p14:tracePt t="48867" x="7753350" y="3911600"/>
          <p14:tracePt t="48883" x="7791450" y="3911600"/>
          <p14:tracePt t="48899" x="7829550" y="3917950"/>
          <p14:tracePt t="48916" x="7880350" y="3917950"/>
          <p14:tracePt t="48933" x="7893050" y="3917950"/>
          <p14:tracePt t="48949" x="7912100" y="3917950"/>
          <p14:tracePt t="48966" x="7918450" y="3917950"/>
          <p14:tracePt t="49025" x="7918450" y="3911600"/>
          <p14:tracePt t="49031" x="7924800" y="3911600"/>
          <p14:tracePt t="49046" x="7937500" y="3911600"/>
          <p14:tracePt t="49060" x="7950200" y="3911600"/>
          <p14:tracePt t="50096" x="7854950" y="3911600"/>
          <p14:tracePt t="50114" x="7721600" y="3911600"/>
          <p14:tracePt t="50129" x="7181850" y="3898900"/>
          <p14:tracePt t="50146" x="6972300" y="3898900"/>
          <p14:tracePt t="50164" x="6540500" y="3937000"/>
          <p14:tracePt t="50179" x="6330950" y="3937000"/>
          <p14:tracePt t="50196" x="5848350" y="3981450"/>
          <p14:tracePt t="50214" x="5441950" y="4006850"/>
          <p14:tracePt t="50228" x="5226050" y="4019550"/>
          <p14:tracePt t="50245" x="4806950" y="4089400"/>
          <p14:tracePt t="50262" x="4419600" y="4127500"/>
          <p14:tracePt t="50278" x="4216400" y="4184650"/>
          <p14:tracePt t="50295" x="3975100" y="4203700"/>
          <p14:tracePt t="50311" x="3784600" y="4222750"/>
          <p14:tracePt t="50327" x="3702050" y="4235450"/>
          <p14:tracePt t="50345" x="3575050" y="4241800"/>
          <p14:tracePt t="50360" x="3505200" y="4241800"/>
          <p14:tracePt t="50378" x="3479800" y="4241800"/>
          <p14:tracePt t="50395" x="3422650" y="4241800"/>
          <p14:tracePt t="50411" x="3346450" y="4216400"/>
          <p14:tracePt t="50427" x="3308350" y="4210050"/>
          <p14:tracePt t="50444" x="3232150" y="4184650"/>
          <p14:tracePt t="50461" x="3181350" y="4165600"/>
          <p14:tracePt t="50478" x="3060700" y="4159250"/>
          <p14:tracePt t="50495" x="2946400" y="4140200"/>
          <p14:tracePt t="50510" x="2889250" y="4133850"/>
          <p14:tracePt t="50528" x="2755900" y="4114800"/>
          <p14:tracePt t="50544" x="2603500" y="4076700"/>
          <p14:tracePt t="50560" x="2508250" y="4051300"/>
          <p14:tracePt t="50577" x="2292350" y="4032250"/>
          <p14:tracePt t="50593" x="2101850" y="4013200"/>
          <p14:tracePt t="50610" x="2025650" y="4013200"/>
          <p14:tracePt t="50627" x="1885950" y="4013200"/>
          <p14:tracePt t="50643" x="1778000" y="4013200"/>
          <p14:tracePt t="50661" x="1714500" y="4000500"/>
          <p14:tracePt t="50676" x="1600200" y="4000500"/>
          <p14:tracePt t="50693" x="1524000" y="4000500"/>
          <p14:tracePt t="50710" x="1473200" y="3994150"/>
          <p14:tracePt t="50726" x="1447800" y="3994150"/>
          <p14:tracePt t="50743" x="1422400" y="3994150"/>
          <p14:tracePt t="50760" x="1403350" y="4000500"/>
          <p14:tracePt t="50776" x="1397000" y="4000500"/>
          <p14:tracePt t="50793" x="1384300" y="4006850"/>
          <p14:tracePt t="50810" x="1384300" y="4013200"/>
          <p14:tracePt t="51041" x="1397000" y="4013200"/>
          <p14:tracePt t="51054" x="1428750" y="4019550"/>
          <p14:tracePt t="51062" x="1466850" y="4025900"/>
          <p14:tracePt t="51078" x="1504950" y="4025900"/>
          <p14:tracePt t="51092" x="1549400" y="4032250"/>
          <p14:tracePt t="51109" x="1651000" y="4044950"/>
          <p14:tracePt t="51125" x="1746250" y="4051300"/>
          <p14:tracePt t="51142" x="1784350" y="4057650"/>
          <p14:tracePt t="51158" x="1854200" y="4057650"/>
          <p14:tracePt t="51174" x="1898650" y="4070350"/>
          <p14:tracePt t="51192" x="1911350" y="4076700"/>
          <p14:tracePt t="51210" x="1917700" y="4076700"/>
          <p14:tracePt t="51227" x="1924050" y="4076700"/>
          <p14:tracePt t="51272" x="1924050" y="4083050"/>
          <p14:tracePt t="51314" x="1930400" y="4083050"/>
          <p14:tracePt t="51342" x="1936750" y="4089400"/>
          <p14:tracePt t="51356" x="1943100" y="4089400"/>
          <p14:tracePt t="51363" x="1949450" y="4089400"/>
          <p14:tracePt t="51378" x="1955800" y="4089400"/>
          <p14:tracePt t="51393" x="1962150" y="4095750"/>
          <p14:tracePt t="51407" x="1974850" y="4095750"/>
          <p14:tracePt t="51424" x="1987550" y="4102100"/>
          <p14:tracePt t="51441" x="2038350" y="4114800"/>
          <p14:tracePt t="51457" x="2108200" y="4140200"/>
          <p14:tracePt t="51474" x="2139950" y="4146550"/>
          <p14:tracePt t="51490" x="2228850" y="4184650"/>
          <p14:tracePt t="51507" x="2311400" y="4197350"/>
          <p14:tracePt t="51524" x="2336800" y="4203700"/>
          <p14:tracePt t="51540" x="2387600" y="4222750"/>
          <p14:tracePt t="51557" x="2413000" y="4229100"/>
          <p14:tracePt t="51574" x="2425700" y="4235450"/>
          <p14:tracePt t="51590" x="2425700" y="4241800"/>
          <p14:tracePt t="51607" x="2432050" y="4241800"/>
          <p14:tracePt t="51805" x="2482850" y="4241800"/>
          <p14:tracePt t="51812" x="2559050" y="4248150"/>
          <p14:tracePt t="51826" x="2660650" y="4248150"/>
          <p14:tracePt t="51840" x="2774950" y="4260850"/>
          <p14:tracePt t="51856" x="3028950" y="4267200"/>
          <p14:tracePt t="51872" x="3143250" y="4267200"/>
          <p14:tracePt t="51889" x="3359150" y="4267200"/>
          <p14:tracePt t="51906" x="3498850" y="4267200"/>
          <p14:tracePt t="51922" x="3562350" y="4254500"/>
          <p14:tracePt t="51939" x="3632200" y="4248150"/>
          <p14:tracePt t="51956" x="3663950" y="4248150"/>
          <p14:tracePt t="51974" x="3676650" y="4241800"/>
          <p14:tracePt t="51989" x="3683000" y="4241800"/>
          <p14:tracePt t="52268" x="3721100" y="4241800"/>
          <p14:tracePt t="52275" x="3790950" y="4248150"/>
          <p14:tracePt t="52290" x="3879850" y="4248150"/>
          <p14:tracePt t="52304" x="4044950" y="4267200"/>
          <p14:tracePt t="52321" x="4133850" y="4279900"/>
          <p14:tracePt t="52338" x="4279900" y="4286250"/>
          <p14:tracePt t="52354" x="4343400" y="4292600"/>
          <p14:tracePt t="52371" x="4425950" y="4305300"/>
          <p14:tracePt t="52388" x="4483100" y="4305300"/>
          <p14:tracePt t="52404" x="4502150" y="4305300"/>
          <p14:tracePt t="52421" x="4552950" y="4311650"/>
          <p14:tracePt t="52437" x="4603750" y="4318000"/>
          <p14:tracePt t="52454" x="4641850" y="4318000"/>
          <p14:tracePt t="52471" x="4699000" y="4318000"/>
          <p14:tracePt t="52487" x="4768850" y="4324350"/>
          <p14:tracePt t="52504" x="4794250" y="4330700"/>
          <p14:tracePt t="52521" x="4851400" y="4337050"/>
          <p14:tracePt t="52537" x="4895850" y="4349750"/>
          <p14:tracePt t="52553" x="4908550" y="4349750"/>
          <p14:tracePt t="52570" x="4933950" y="4349750"/>
          <p14:tracePt t="52587" x="4940300" y="4349750"/>
          <p14:tracePt t="52603" x="4946650" y="4349750"/>
          <p14:tracePt t="52636" x="4953000" y="4349750"/>
          <p14:tracePt t="52675" x="4959350" y="4349750"/>
          <p14:tracePt t="52724" x="4965700" y="4349750"/>
          <p14:tracePt t="52795" x="4978400" y="4349750"/>
          <p14:tracePt t="52816" x="4991100" y="4349750"/>
          <p14:tracePt t="52829" x="5003800" y="4343400"/>
          <p14:tracePt t="52839" x="5029200" y="4337050"/>
          <p14:tracePt t="52852" x="5054600" y="4337050"/>
          <p14:tracePt t="52869" x="5111750" y="4311650"/>
          <p14:tracePt t="52886" x="5187950" y="4286250"/>
          <p14:tracePt t="52902" x="5213350" y="4286250"/>
          <p14:tracePt t="52919" x="5245100" y="4279900"/>
          <p14:tracePt t="52936" x="5302250" y="4267200"/>
          <p14:tracePt t="52952" x="5308600" y="4267200"/>
          <p14:tracePt t="52969" x="5321300" y="4267200"/>
          <p14:tracePt t="53005" x="5321300" y="4260850"/>
          <p14:tracePt t="53032" x="5321300" y="4254500"/>
          <p14:tracePt t="53357" x="5410200" y="4254500"/>
          <p14:tracePt t="53371" x="5524500" y="4254500"/>
          <p14:tracePt t="53378" x="5638800" y="4254500"/>
          <p14:tracePt t="53392" x="5765800" y="4267200"/>
          <p14:tracePt t="53400" x="5880100" y="4267200"/>
          <p14:tracePt t="53417" x="5981700" y="4267200"/>
          <p14:tracePt t="53434" x="6159500" y="4254500"/>
          <p14:tracePt t="53450" x="6254750" y="4235450"/>
          <p14:tracePt t="53467" x="6292850" y="4229100"/>
          <p14:tracePt t="53484" x="6350000" y="4216400"/>
          <p14:tracePt t="53500" x="6413500" y="4203700"/>
          <p14:tracePt t="53517" x="6457950" y="4210050"/>
          <p14:tracePt t="53533" x="6489700" y="4216400"/>
          <p14:tracePt t="53550" x="6559550" y="4222750"/>
          <p14:tracePt t="53567" x="6629400" y="4235450"/>
          <p14:tracePt t="53583" x="6648450" y="4248150"/>
          <p14:tracePt t="53600" x="6699250" y="4248150"/>
          <p14:tracePt t="53617" x="6794500" y="4254500"/>
          <p14:tracePt t="53633" x="6826250" y="4260850"/>
          <p14:tracePt t="53650" x="6851650" y="4267200"/>
          <p14:tracePt t="53666" x="6908800" y="4267200"/>
          <p14:tracePt t="53683" x="6965950" y="4273550"/>
          <p14:tracePt t="53700" x="7023100" y="4279900"/>
          <p14:tracePt t="53716" x="7067550" y="4279900"/>
          <p14:tracePt t="53733" x="7124700" y="4279900"/>
          <p14:tracePt t="53750" x="7169150" y="4273550"/>
          <p14:tracePt t="53766" x="7194550" y="4273550"/>
          <p14:tracePt t="53783" x="7213600" y="4267200"/>
          <p14:tracePt t="53799" x="7270750" y="4267200"/>
          <p14:tracePt t="53816" x="7296150" y="4267200"/>
          <p14:tracePt t="53820" x="7315200" y="4267200"/>
          <p14:tracePt t="53833" x="7346950" y="4273550"/>
          <p14:tracePt t="53848" x="7391400" y="4279900"/>
          <p14:tracePt t="53866" x="7435850" y="4298950"/>
          <p14:tracePt t="53883" x="7518400" y="4311650"/>
          <p14:tracePt t="53899" x="7626350" y="4330700"/>
          <p14:tracePt t="53915" x="7677150" y="4343400"/>
          <p14:tracePt t="53933" x="7797800" y="4349750"/>
          <p14:tracePt t="53949" x="7848600" y="4349750"/>
          <p14:tracePt t="53965" x="7924800" y="4356100"/>
          <p14:tracePt t="53982" x="7956550" y="4356100"/>
          <p14:tracePt t="53998" x="7962900" y="4356100"/>
          <p14:tracePt t="54016" x="7975600" y="4356100"/>
          <p14:tracePt t="54049" x="7981950" y="4356100"/>
          <p14:tracePt t="54071" x="7988300" y="4356100"/>
          <p14:tracePt t="54121" x="7994650" y="4356100"/>
          <p14:tracePt t="54178" x="8007350" y="4356100"/>
          <p14:tracePt t="54192" x="8013700" y="4356100"/>
          <p14:tracePt t="54201" x="8026400" y="4356100"/>
          <p14:tracePt t="54215" x="8039100" y="4356100"/>
          <p14:tracePt t="54231" x="8058150" y="4356100"/>
          <p14:tracePt t="54248" x="8147050" y="4356100"/>
          <p14:tracePt t="54264" x="8185150" y="4356100"/>
          <p14:tracePt t="54281" x="8235950" y="4356100"/>
          <p14:tracePt t="54298" x="8305800" y="4356100"/>
          <p14:tracePt t="54315" x="8350250" y="4356100"/>
          <p14:tracePt t="54318" x="8375650" y="4349750"/>
          <p14:tracePt t="54334" x="8388350" y="4349750"/>
          <p14:tracePt t="54353" x="8401050" y="4349750"/>
          <p14:tracePt t="54382" x="8407400" y="4349750"/>
          <p14:tracePt t="54423" x="8407400" y="4343400"/>
          <p14:tracePt t="54507" x="8413750" y="4343400"/>
          <p14:tracePt t="54528" x="8426450" y="4343400"/>
          <p14:tracePt t="54542" x="8432800" y="4343400"/>
          <p14:tracePt t="54964" x="8356600" y="4318000"/>
          <p14:tracePt t="54972" x="8242300" y="4273550"/>
          <p14:tracePt t="54986" x="8108950" y="4241800"/>
          <p14:tracePt t="54995" x="7962900" y="4197350"/>
          <p14:tracePt t="55012" x="7785100" y="4159250"/>
          <p14:tracePt t="55028" x="7340600" y="4089400"/>
          <p14:tracePt t="55045" x="6832600" y="4064000"/>
          <p14:tracePt t="55062" x="6521450" y="4064000"/>
          <p14:tracePt t="55079" x="5924550" y="4044950"/>
          <p14:tracePt t="55095" x="5346700" y="4057650"/>
          <p14:tracePt t="55113" x="4749800" y="4070350"/>
          <p14:tracePt t="55128" x="4457700" y="4083050"/>
          <p14:tracePt t="55144" x="3956050" y="4102100"/>
          <p14:tracePt t="55163" x="3708400" y="4102100"/>
          <p14:tracePt t="55178" x="3619500" y="4102100"/>
          <p14:tracePt t="55194" x="3511550" y="4108450"/>
          <p14:tracePt t="55211" x="3454400" y="4114800"/>
          <p14:tracePt t="55228" x="3441700" y="4121150"/>
          <p14:tracePt t="55244" x="3429000" y="4121150"/>
          <p14:tracePt t="55261" x="3403600" y="4127500"/>
          <p14:tracePt t="55295" x="3378200" y="4140200"/>
          <p14:tracePt t="55311" x="3371850" y="4146550"/>
          <p14:tracePt t="55327" x="3352800" y="4152900"/>
          <p14:tracePt t="55331" x="3346450" y="4152900"/>
          <p14:tracePt t="55347" x="3340100" y="4159250"/>
          <p14:tracePt t="55360" x="3333750" y="4159250"/>
          <p14:tracePt t="55377" x="3314700" y="4165600"/>
          <p14:tracePt t="55394" x="3270250" y="4165600"/>
          <p14:tracePt t="55410" x="3251200" y="4165600"/>
          <p14:tracePt t="55428" x="3206750" y="4165600"/>
          <p14:tracePt t="55443" x="3130550" y="4178300"/>
          <p14:tracePt t="55460" x="3079750" y="4178300"/>
          <p14:tracePt t="55477" x="2940050" y="4197350"/>
          <p14:tracePt t="55493" x="2762250" y="4210050"/>
          <p14:tracePt t="55510" x="2654300" y="4216400"/>
          <p14:tracePt t="55527" x="2451100" y="4229100"/>
          <p14:tracePt t="55542" x="2260600" y="4248150"/>
          <p14:tracePt t="55560" x="2159000" y="4248150"/>
          <p14:tracePt t="55576" x="2019300" y="4260850"/>
          <p14:tracePt t="55593" x="1943100" y="4267200"/>
          <p14:tracePt t="55610" x="1784350" y="4273550"/>
          <p14:tracePt t="55626" x="1739900" y="4286250"/>
          <p14:tracePt t="55643" x="1701800" y="4292600"/>
          <p14:tracePt t="55660" x="1625600" y="4298950"/>
          <p14:tracePt t="55676" x="1612900" y="4305300"/>
          <p14:tracePt t="55693" x="1600200" y="4305300"/>
          <p14:tracePt t="55709" x="1587500" y="4311650"/>
          <p14:tracePt t="55726" x="1574800" y="4311650"/>
          <p14:tracePt t="55742" x="1568450" y="4311650"/>
          <p14:tracePt t="55905" x="1568450" y="4318000"/>
          <p14:tracePt t="55912" x="1574800" y="4318000"/>
          <p14:tracePt t="55928" x="1587500" y="4318000"/>
          <p14:tracePt t="55941" x="1600200" y="4318000"/>
          <p14:tracePt t="55958" x="1657350" y="4311650"/>
          <p14:tracePt t="55976" x="1778000" y="4279900"/>
          <p14:tracePt t="55991" x="1866900" y="4273550"/>
          <p14:tracePt t="56008" x="2089150" y="4254500"/>
          <p14:tracePt t="56025" x="2336800" y="4229100"/>
          <p14:tracePt t="56041" x="2476500" y="4216400"/>
          <p14:tracePt t="56058" x="2755900" y="4216400"/>
          <p14:tracePt t="56075" x="3022600" y="4235450"/>
          <p14:tracePt t="56091" x="3136900" y="4241800"/>
          <p14:tracePt t="56108" x="3327400" y="4254500"/>
          <p14:tracePt t="56124" x="3467100" y="4267200"/>
          <p14:tracePt t="56141" x="3524250" y="4267200"/>
          <p14:tracePt t="56158" x="3613150" y="4267200"/>
          <p14:tracePt t="56174" x="3689350" y="4267200"/>
          <p14:tracePt t="56191" x="3708400" y="4267200"/>
          <p14:tracePt t="56207" x="3746500" y="4267200"/>
          <p14:tracePt t="56224" x="3752850" y="4267200"/>
          <p14:tracePt t="56241" x="3765550" y="4267200"/>
          <p14:tracePt t="56257" x="3771900" y="4267200"/>
          <p14:tracePt t="56298" x="3778250" y="4267200"/>
          <p14:tracePt t="56305" x="3784600" y="4267200"/>
          <p14:tracePt t="56397" x="3790950" y="4267200"/>
          <p14:tracePt t="56663" x="3784600" y="4267200"/>
          <p14:tracePt t="56698" x="3778250" y="4267200"/>
          <p14:tracePt t="56726" x="3771900" y="4267200"/>
          <p14:tracePt t="56755" x="3765550" y="4267200"/>
          <p14:tracePt t="56768" x="3759200" y="4267200"/>
          <p14:tracePt t="56797" x="3746500" y="4267200"/>
          <p14:tracePt t="56803" x="3740150" y="4267200"/>
          <p14:tracePt t="56817" x="3727450" y="4267200"/>
          <p14:tracePt t="56826" x="3714750" y="4267200"/>
          <p14:tracePt t="56842" x="3702050" y="4267200"/>
          <p14:tracePt t="56855" x="3689350" y="4267200"/>
          <p14:tracePt t="56872" x="3670300" y="4267200"/>
          <p14:tracePt t="56888" x="3644900" y="4267200"/>
          <p14:tracePt t="56905" x="3625850" y="4267200"/>
          <p14:tracePt t="56922" x="3619500" y="4267200"/>
          <p14:tracePt t="56938" x="3619500" y="4260850"/>
          <p14:tracePt t="58318" x="3613150" y="4260850"/>
          <p14:tracePt t="58332" x="3606800" y="4260850"/>
          <p14:tracePt t="58339" x="3600450" y="4260850"/>
          <p14:tracePt t="58353" x="3581400" y="4254500"/>
          <p14:tracePt t="58368" x="3530600" y="4229100"/>
          <p14:tracePt t="58383" x="3492500" y="4216400"/>
          <p14:tracePt t="58402" x="3340100" y="4165600"/>
          <p14:tracePt t="58417" x="3251200" y="4121150"/>
          <p14:tracePt t="58433" x="3054350" y="4064000"/>
          <p14:tracePt t="58450" x="2952750" y="4032250"/>
          <p14:tracePt t="58467" x="2743200" y="3981450"/>
          <p14:tracePt t="58483" x="2559050" y="3949700"/>
          <p14:tracePt t="58501" x="2393950" y="3937000"/>
          <p14:tracePt t="58516" x="2305050" y="3943350"/>
          <p14:tracePt t="58533" x="2152650" y="3949700"/>
          <p14:tracePt t="58550" x="2006600" y="3968750"/>
          <p14:tracePt t="58566" x="1955800" y="3981450"/>
          <p14:tracePt t="58583" x="1866900" y="4013200"/>
          <p14:tracePt t="58599" x="1803400" y="4038600"/>
          <p14:tracePt t="58616" x="1784350" y="4051300"/>
          <p14:tracePt t="58633" x="1771650" y="4057650"/>
          <p14:tracePt t="58648" x="1733550" y="4095750"/>
          <p14:tracePt t="58665" x="1714500" y="4121150"/>
          <p14:tracePt t="58683" x="1676400" y="4178300"/>
          <p14:tracePt t="58699" x="1651000" y="4216400"/>
          <p14:tracePt t="58715" x="1606550" y="4337050"/>
          <p14:tracePt t="58732" x="1568450" y="4483100"/>
          <p14:tracePt t="58749" x="1555750" y="4546600"/>
          <p14:tracePt t="58765" x="1549400" y="4654550"/>
          <p14:tracePt t="58782" x="1587500" y="4743450"/>
          <p14:tracePt t="58799" x="1606550" y="4762500"/>
          <p14:tracePt t="58815" x="1682750" y="4806950"/>
          <p14:tracePt t="58832" x="1803400" y="4845050"/>
          <p14:tracePt t="58848" x="1873250" y="4864100"/>
          <p14:tracePt t="58865" x="2051050" y="4889500"/>
          <p14:tracePt t="58881" x="2317750" y="4889500"/>
          <p14:tracePt t="58898" x="2457450" y="4876800"/>
          <p14:tracePt t="58915" x="2838450" y="4838700"/>
          <p14:tracePt t="58931" x="3028950" y="4813300"/>
          <p14:tracePt t="58949" x="3403600" y="4749800"/>
          <p14:tracePt t="58964" x="3606800" y="4692650"/>
          <p14:tracePt t="58981" x="3917950" y="4552950"/>
          <p14:tracePt t="58998" x="4127500" y="4425950"/>
          <p14:tracePt t="59014" x="4292600" y="4292600"/>
          <p14:tracePt t="59031" x="4337050" y="4241800"/>
          <p14:tracePt t="59048" x="4387850" y="4191000"/>
          <p14:tracePt t="59064" x="4406900" y="4171950"/>
          <p14:tracePt t="59081" x="4406900" y="4165600"/>
          <p14:tracePt t="59098" x="4406900" y="4159250"/>
          <p14:tracePt t="59114" x="4400550" y="4152900"/>
          <p14:tracePt t="59131" x="4375150" y="4121150"/>
          <p14:tracePt t="59147" x="4330700" y="4102100"/>
          <p14:tracePt t="59164" x="4178300" y="4019550"/>
          <p14:tracePt t="59181" x="3968750" y="3937000"/>
          <p14:tracePt t="59197" x="3841750" y="3892550"/>
          <p14:tracePt t="59214" x="3498850" y="3841750"/>
          <p14:tracePt t="59231" x="3168650" y="3822700"/>
          <p14:tracePt t="59247" x="3028950" y="3822700"/>
          <p14:tracePt t="59264" x="2889250" y="3822700"/>
          <p14:tracePt t="59280" x="2590800" y="3898900"/>
          <p14:tracePt t="59297" x="2527300" y="3924300"/>
          <p14:tracePt t="59314" x="2425700" y="3968750"/>
          <p14:tracePt t="59330" x="2393950" y="3987800"/>
          <p14:tracePt t="59347" x="2330450" y="4038600"/>
          <p14:tracePt t="59364" x="2266950" y="4102100"/>
          <p14:tracePt t="59380" x="2254250" y="4133850"/>
          <p14:tracePt t="59383" x="2235200" y="4165600"/>
          <p14:tracePt t="59396" x="2222500" y="4197350"/>
          <p14:tracePt t="59413" x="2197100" y="4260850"/>
          <p14:tracePt t="59429" x="2190750" y="4298950"/>
          <p14:tracePt t="59447" x="2190750" y="4368800"/>
          <p14:tracePt t="59462" x="2190750" y="4438650"/>
          <p14:tracePt t="59479" x="2197100" y="4457700"/>
          <p14:tracePt t="59497" x="2209800" y="4489450"/>
          <p14:tracePt t="59513" x="2228850" y="4502150"/>
          <p14:tracePt t="59529" x="2228850" y="4508500"/>
          <p14:tracePt t="59546" x="2254250" y="4514850"/>
          <p14:tracePt t="59563" x="2374900" y="4533900"/>
          <p14:tracePt t="59579" x="2463800" y="4540250"/>
          <p14:tracePt t="59596" x="2717800" y="4565650"/>
          <p14:tracePt t="59612" x="2870200" y="4565650"/>
          <p14:tracePt t="59630" x="3289300" y="4565650"/>
          <p14:tracePt t="59645" x="3390900" y="4559300"/>
          <p14:tracePt t="59662" x="3486150" y="4552950"/>
          <p14:tracePt t="59679" x="3575050" y="4540250"/>
          <p14:tracePt t="59695" x="3606800" y="4527550"/>
          <p14:tracePt t="59712" x="3632200" y="4514850"/>
          <p14:tracePt t="59729" x="3657600" y="4470400"/>
          <p14:tracePt t="59745" x="3670300" y="4445000"/>
          <p14:tracePt t="59762" x="3676650" y="4432300"/>
          <p14:tracePt t="59778" x="3683000" y="4400550"/>
          <p14:tracePt t="59795" x="3683000" y="4362450"/>
          <p14:tracePt t="59813" x="3663950" y="4311650"/>
          <p14:tracePt t="59828" x="3657600" y="4292600"/>
          <p14:tracePt t="59845" x="3619500" y="4241800"/>
          <p14:tracePt t="59862" x="3549650" y="4178300"/>
          <p14:tracePt t="59878" x="3505200" y="4140200"/>
          <p14:tracePt t="59895" x="3448050" y="4102100"/>
          <p14:tracePt t="59899" x="3378200" y="4064000"/>
          <p14:tracePt t="59912" x="3194050" y="4006850"/>
          <p14:tracePt t="59928" x="3098800" y="3975100"/>
          <p14:tracePt t="59946" x="2895600" y="3943350"/>
          <p14:tracePt t="59961" x="2806700" y="3924300"/>
          <p14:tracePt t="59978" x="2628900" y="3911600"/>
          <p14:tracePt t="59995" x="2451100" y="3911600"/>
          <p14:tracePt t="60011" x="2355850" y="3917950"/>
          <p14:tracePt t="60028" x="2190750" y="3956050"/>
          <p14:tracePt t="60044" x="2051050" y="4013200"/>
          <p14:tracePt t="60061" x="1987550" y="4044950"/>
          <p14:tracePt t="60077" x="1873250" y="4095750"/>
          <p14:tracePt t="60094" x="1803400" y="4171950"/>
          <p14:tracePt t="60110" x="1778000" y="4203700"/>
          <p14:tracePt t="60128" x="1746250" y="4267200"/>
          <p14:tracePt t="60144" x="1727200" y="4318000"/>
          <p14:tracePt t="60160" x="1733550" y="4356100"/>
          <p14:tracePt t="60178" x="1771650" y="4419600"/>
          <p14:tracePt t="60194" x="1866900" y="4527550"/>
          <p14:tracePt t="60210" x="1936750" y="4578350"/>
          <p14:tracePt t="60227" x="2114550" y="4692650"/>
          <p14:tracePt t="60243" x="2209800" y="4743450"/>
          <p14:tracePt t="60261" x="2482850" y="4857750"/>
          <p14:tracePt t="60277" x="2590800" y="4876800"/>
          <p14:tracePt t="60293" x="2692400" y="4895850"/>
          <p14:tracePt t="60311" x="2870200" y="4908550"/>
          <p14:tracePt t="60327" x="3060700" y="4902200"/>
          <p14:tracePt t="60343" x="3143250" y="4883150"/>
          <p14:tracePt t="60360" x="3302000" y="4832350"/>
          <p14:tracePt t="60376" x="3435350" y="4775200"/>
          <p14:tracePt t="60393" x="3492500" y="4749800"/>
          <p14:tracePt t="60397" x="3562350" y="4705350"/>
          <p14:tracePt t="60410" x="3619500" y="4667250"/>
          <p14:tracePt t="60427" x="3663950" y="4641850"/>
          <p14:tracePt t="60444" x="3829050" y="4502150"/>
          <p14:tracePt t="60459" x="3873500" y="4438650"/>
          <p14:tracePt t="60476" x="3937000" y="4362450"/>
          <p14:tracePt t="60493" x="3975100" y="4298950"/>
          <p14:tracePt t="60509" x="3981450" y="4273550"/>
          <p14:tracePt t="60526" x="4000500" y="4248150"/>
          <p14:tracePt t="60542" x="4000500" y="4216400"/>
          <p14:tracePt t="60559" x="4000500" y="4210050"/>
          <p14:tracePt t="60576" x="3994150" y="4203700"/>
          <p14:tracePt t="60592" x="3924300" y="4165600"/>
          <p14:tracePt t="60609" x="3784600" y="4095750"/>
          <p14:tracePt t="60627" x="3587750" y="4019550"/>
          <p14:tracePt t="60642" x="3441700" y="3975100"/>
          <p14:tracePt t="60659" x="3124200" y="3892550"/>
          <p14:tracePt t="60676" x="2813050" y="3848100"/>
          <p14:tracePt t="60692" x="2667000" y="3822700"/>
          <p14:tracePt t="60709" x="2451100" y="3822700"/>
          <p14:tracePt t="60726" x="2286000" y="3822700"/>
          <p14:tracePt t="60742" x="2209800" y="3829050"/>
          <p14:tracePt t="60759" x="2095500" y="3873500"/>
          <p14:tracePt t="60775" x="1981200" y="3930650"/>
          <p14:tracePt t="60792" x="1949450" y="3962400"/>
          <p14:tracePt t="60809" x="1860550" y="4038600"/>
          <p14:tracePt t="60825" x="1778000" y="4121150"/>
          <p14:tracePt t="60842" x="1739900" y="4178300"/>
          <p14:tracePt t="60858" x="1701800" y="4273550"/>
          <p14:tracePt t="60875" x="1695450" y="4318000"/>
          <p14:tracePt t="60891" x="1701800" y="4368800"/>
          <p14:tracePt t="60908" x="1758950" y="4413250"/>
          <p14:tracePt t="60925" x="1822450" y="4445000"/>
          <p14:tracePt t="60942" x="2019300" y="4514850"/>
          <p14:tracePt t="60958" x="2501900" y="4610100"/>
          <p14:tracePt t="60974" x="2774950" y="4660900"/>
          <p14:tracePt t="60991" x="3371850" y="4737100"/>
          <p14:tracePt t="61008" x="3790950" y="4737100"/>
          <p14:tracePt t="61024" x="3937000" y="4718050"/>
          <p14:tracePt t="61041" x="4178300" y="4667250"/>
          <p14:tracePt t="61058" x="4273550" y="4616450"/>
          <p14:tracePt t="61074" x="4406900" y="4533900"/>
          <p14:tracePt t="61090" x="4464050" y="4476750"/>
          <p14:tracePt t="61107" x="4483100" y="4457700"/>
          <p14:tracePt t="61125" x="4483100" y="4451350"/>
          <p14:tracePt t="61216" x="4483100" y="4445000"/>
          <p14:tracePt t="61222" x="4483100" y="4438650"/>
          <p14:tracePt t="61229" x="4483100" y="4425950"/>
          <p14:tracePt t="61244" x="4489450" y="4419600"/>
          <p14:tracePt t="61765" x="4489450" y="4406900"/>
          <p14:tracePt t="61779" x="4489450" y="4400550"/>
          <p14:tracePt t="61786" x="4489450" y="4394200"/>
          <p14:tracePt t="61800" x="4483100" y="4394200"/>
          <p14:tracePt t="61808" x="4483100" y="4387850"/>
          <p14:tracePt t="61828" x="4476750" y="4387850"/>
          <p14:tracePt t="61838" x="4476750" y="4381500"/>
          <p14:tracePt t="61870" x="4476750" y="4375150"/>
          <p14:tracePt t="62151" x="4470400" y="4375150"/>
          <p14:tracePt t="62158" x="4464050" y="4375150"/>
          <p14:tracePt t="62173" x="4451350" y="4375150"/>
          <p14:tracePt t="62187" x="4425950" y="4375150"/>
          <p14:tracePt t="62203" x="4419600" y="4375150"/>
          <p14:tracePt t="62221" x="4381500" y="4368800"/>
          <p14:tracePt t="62236" x="4362450" y="4368800"/>
          <p14:tracePt t="62253" x="4311650" y="4362450"/>
          <p14:tracePt t="62271" x="4254500" y="4349750"/>
          <p14:tracePt t="62286" x="4235450" y="4349750"/>
          <p14:tracePt t="62303" x="4191000" y="4330700"/>
          <p14:tracePt t="62320" x="4159250" y="4330700"/>
          <p14:tracePt t="62336" x="4152900" y="4330700"/>
          <p14:tracePt t="62354" x="4146550" y="4324350"/>
          <p14:tracePt t="62386" x="4140200" y="4324350"/>
          <p14:tracePt t="62417" x="4133850" y="4324350"/>
          <p14:tracePt t="62962" x="4114800" y="4324350"/>
          <p14:tracePt t="62969" x="4083050" y="4324350"/>
          <p14:tracePt t="62983" x="4064000" y="4324350"/>
          <p14:tracePt t="62990" x="4025900" y="4324350"/>
          <p14:tracePt t="63004" x="3987800" y="4324350"/>
          <p14:tracePt t="63017" x="3905250" y="4311650"/>
          <p14:tracePt t="63033" x="3867150" y="4305300"/>
          <p14:tracePt t="63050" x="3829050" y="4305300"/>
          <p14:tracePt t="63067" x="3771900" y="4305300"/>
          <p14:tracePt t="63084" x="3721100" y="4292600"/>
          <p14:tracePt t="63100" x="3702050" y="4292600"/>
          <p14:tracePt t="63117" x="3670300" y="4292600"/>
          <p14:tracePt t="63133" x="3657600" y="4292600"/>
          <p14:tracePt t="63151" x="3651250" y="4292600"/>
          <p14:tracePt t="63166" x="3644900" y="4292600"/>
          <p14:tracePt t="63203" x="3638550" y="4292600"/>
          <p14:tracePt t="63530" x="3651250" y="4292600"/>
          <p14:tracePt t="63544" x="3651250" y="4286250"/>
          <p14:tracePt t="63552" x="3657600" y="4286250"/>
          <p14:tracePt t="63568" x="3670300" y="4286250"/>
          <p14:tracePt t="63582" x="3689350" y="4279900"/>
          <p14:tracePt t="63598" x="3714750" y="4279900"/>
          <p14:tracePt t="63615" x="3759200" y="4279900"/>
          <p14:tracePt t="63632" x="3797300" y="4273550"/>
          <p14:tracePt t="63649" x="3860800" y="4267200"/>
          <p14:tracePt t="63665" x="3905250" y="4254500"/>
          <p14:tracePt t="63682" x="3930650" y="4254500"/>
          <p14:tracePt t="63699" x="3949700" y="4254500"/>
          <p14:tracePt t="63715" x="3962400" y="4254500"/>
          <p14:tracePt t="63732" x="3968750" y="4254500"/>
          <p14:tracePt t="63825" x="3975100" y="4248150"/>
          <p14:tracePt t="63882" x="3981450" y="4248150"/>
          <p14:tracePt t="63924" x="3987800" y="4248150"/>
          <p14:tracePt t="64001" x="4000500" y="4248150"/>
          <p14:tracePt t="64022" x="4013200" y="4248150"/>
          <p14:tracePt t="64036" x="4025900" y="4248150"/>
          <p14:tracePt t="64043" x="4038600" y="4248150"/>
          <p14:tracePt t="64057" x="4057650" y="4248150"/>
          <p14:tracePt t="64066" x="4070350" y="4248150"/>
          <p14:tracePt t="64080" x="4102100" y="4248150"/>
          <p14:tracePt t="64097" x="4146550" y="4248150"/>
          <p14:tracePt t="64113" x="4191000" y="4248150"/>
          <p14:tracePt t="64131" x="4210050" y="4248150"/>
          <p14:tracePt t="64148" x="4229100" y="4248150"/>
          <p14:tracePt t="64163" x="4235450" y="4248150"/>
          <p14:tracePt t="64180" x="4241800" y="4248150"/>
          <p14:tracePt t="64225" x="4248150" y="4248150"/>
          <p14:tracePt t="64324" x="4254500" y="4248150"/>
          <p14:tracePt t="64352" x="4260850" y="4248150"/>
          <p14:tracePt t="64393" x="4267200" y="4248150"/>
          <p14:tracePt t="64414" x="4273550" y="4248150"/>
          <p14:tracePt t="64422" x="4273550" y="4241800"/>
          <p14:tracePt t="64436" x="4279900" y="4241800"/>
          <p14:tracePt t="64446" x="4292600" y="4241800"/>
          <p14:tracePt t="64464" x="4318000" y="4241800"/>
          <p14:tracePt t="64479" x="4330700" y="4235450"/>
          <p14:tracePt t="64495" x="4387850" y="4229100"/>
          <p14:tracePt t="64513" x="4425950" y="4222750"/>
          <p14:tracePt t="64529" x="4451350" y="4222750"/>
          <p14:tracePt t="64546" x="4470400" y="4210050"/>
          <p14:tracePt t="64562" x="4502150" y="4210050"/>
          <p14:tracePt t="64595" x="4508500" y="4210050"/>
          <p14:tracePt t="64612" x="4514850" y="4210050"/>
          <p14:tracePt t="64632" x="4521200" y="4203700"/>
          <p14:tracePt t="64815" x="4514850" y="4203700"/>
          <p14:tracePt t="65090" x="4445000" y="4184650"/>
          <p14:tracePt t="65096" x="4330700" y="4127500"/>
          <p14:tracePt t="65110" x="4197350" y="4095750"/>
          <p14:tracePt t="65127" x="3892550" y="4013200"/>
          <p14:tracePt t="65143" x="3714750" y="3981450"/>
          <p14:tracePt t="65160" x="3365500" y="3917950"/>
          <p14:tracePt t="65177" x="3092450" y="3892550"/>
          <p14:tracePt t="65194" x="2952750" y="3886200"/>
          <p14:tracePt t="65210" x="2673350" y="3886200"/>
          <p14:tracePt t="65226" x="2559050" y="3886200"/>
          <p14:tracePt t="65244" x="2228850" y="3943350"/>
          <p14:tracePt t="65259" x="2120900" y="3981450"/>
          <p14:tracePt t="65276" x="2032000" y="4013200"/>
          <p14:tracePt t="65293" x="1879600" y="4095750"/>
          <p14:tracePt t="65309" x="1765300" y="4159250"/>
          <p14:tracePt t="65326" x="1720850" y="4184650"/>
          <p14:tracePt t="65343" x="1638300" y="4254500"/>
          <p14:tracePt t="65359" x="1606550" y="4298950"/>
          <p14:tracePt t="65376" x="1581150" y="4311650"/>
          <p14:tracePt t="65392" x="1555750" y="4343400"/>
          <p14:tracePt t="65409" x="1549400" y="4349750"/>
          <p14:tracePt t="65426" x="1543050" y="4349750"/>
          <p14:tracePt t="65458" x="1536700" y="4349750"/>
          <p14:tracePt t="65539" x="1530350" y="4349750"/>
          <p14:tracePt t="65546" x="1517650" y="4356100"/>
          <p14:tracePt t="65561" x="1504950" y="4375150"/>
          <p14:tracePt t="65575" x="1492250" y="4387850"/>
          <p14:tracePt t="65592" x="1460500" y="4413250"/>
          <p14:tracePt t="65609" x="1454150" y="4425950"/>
          <p14:tracePt t="65625" x="1447800" y="4425950"/>
          <p14:tracePt t="65658" x="1454150" y="4432300"/>
          <p14:tracePt t="65675" x="1485900" y="4432300"/>
          <p14:tracePt t="65692" x="1562100" y="4425950"/>
          <p14:tracePt t="65708" x="1695450" y="4406900"/>
          <p14:tracePt t="65725" x="1771650" y="4394200"/>
          <p14:tracePt t="65742" x="1917700" y="4368800"/>
          <p14:tracePt t="65758" x="2012950" y="4349750"/>
          <p14:tracePt t="65774" x="2038350" y="4343400"/>
          <p14:tracePt t="65791" x="2070100" y="4337050"/>
          <p14:tracePt t="65808" x="2076450" y="4330700"/>
          <p14:tracePt t="65824" x="2082800" y="4330700"/>
          <p14:tracePt t="66065" x="2082800" y="4324350"/>
          <p14:tracePt t="66105" x="2082800" y="4330700"/>
          <p14:tracePt t="66507" x="2114550" y="4330700"/>
          <p14:tracePt t="66522" x="2178050" y="4330700"/>
          <p14:tracePt t="66528" x="2254250" y="4337050"/>
          <p14:tracePt t="66542" x="2355850" y="4343400"/>
          <p14:tracePt t="66554" x="2482850" y="4356100"/>
          <p14:tracePt t="66571" x="2736850" y="4375150"/>
          <p14:tracePt t="66588" x="2851150" y="4387850"/>
          <p14:tracePt t="66606" x="3067050" y="4387850"/>
          <p14:tracePt t="66621" x="3244850" y="4375150"/>
          <p14:tracePt t="66638" x="3327400" y="4356100"/>
          <p14:tracePt t="66655" x="3429000" y="4337050"/>
          <p14:tracePt t="66671" x="3505200" y="4318000"/>
          <p14:tracePt t="66688" x="3524250" y="4318000"/>
          <p14:tracePt t="66705" x="3575050" y="4305300"/>
          <p14:tracePt t="66721" x="3606800" y="4305300"/>
          <p14:tracePt t="66739" x="3619500" y="4298950"/>
          <p14:tracePt t="66851" x="3619500" y="4292600"/>
          <p14:tracePt t="66921" x="3613150" y="4292600"/>
          <p14:tracePt t="66949" x="3606800" y="4292600"/>
          <p14:tracePt t="66984" x="3600450" y="4292600"/>
          <p14:tracePt t="67034" x="3594100" y="4292600"/>
          <p14:tracePt t="67111" x="3587750" y="4292600"/>
          <p14:tracePt t="67244" x="3581400" y="4292600"/>
          <p14:tracePt t="67343" x="3575050" y="4292600"/>
          <p14:tracePt t="67420" x="3575050" y="4298950"/>
          <p14:tracePt t="67483" x="3568700" y="4305300"/>
          <p14:tracePt t="67581" x="3562350" y="4305300"/>
          <p14:tracePt t="70712" x="3568700" y="4305300"/>
          <p14:tracePt t="70718" x="3587750" y="4298950"/>
          <p14:tracePt t="70732" x="3625850" y="4292600"/>
          <p14:tracePt t="70740" x="3657600" y="4286250"/>
          <p14:tracePt t="70757" x="3689350" y="4286250"/>
          <p14:tracePt t="70774" x="3746500" y="4267200"/>
          <p14:tracePt t="70790" x="3784600" y="4267200"/>
          <p14:tracePt t="70807" x="3803650" y="4260850"/>
          <p14:tracePt t="70824" x="3829050" y="4260850"/>
          <p14:tracePt t="70840" x="3841750" y="4260850"/>
          <p14:tracePt t="70873" x="3848100" y="4260850"/>
          <p14:tracePt t="70894" x="3854450" y="4260850"/>
          <p14:tracePt t="70907" x="3860800" y="4267200"/>
          <p14:tracePt t="70923" x="3867150" y="4267200"/>
          <p14:tracePt t="70940" x="3873500" y="4273550"/>
          <p14:tracePt t="70957" x="3898900" y="4279900"/>
          <p14:tracePt t="70973" x="3924300" y="4286250"/>
          <p14:tracePt t="70990" x="3937000" y="4286250"/>
          <p14:tracePt t="70993" x="3956050" y="4292600"/>
          <p14:tracePt t="71007" x="3975100" y="4292600"/>
          <p14:tracePt t="71023" x="4025900" y="4298950"/>
          <p14:tracePt t="71039" x="4064000" y="4298950"/>
          <p14:tracePt t="71056" x="4146550" y="4318000"/>
          <p14:tracePt t="71073" x="4279900" y="4324350"/>
          <p14:tracePt t="71090" x="4445000" y="4337050"/>
          <p14:tracePt t="71105" x="4521200" y="4330700"/>
          <p14:tracePt t="71123" x="4667250" y="4311650"/>
          <p14:tracePt t="71140" x="4756150" y="4292600"/>
          <p14:tracePt t="71156" x="4781550" y="4292600"/>
          <p14:tracePt t="71173" x="4787900" y="4286250"/>
          <p14:tracePt t="71210" x="4781550" y="4286250"/>
          <p14:tracePt t="71225" x="4768850" y="4286250"/>
          <p14:tracePt t="71239" x="4737100" y="4286250"/>
          <p14:tracePt t="71255" x="4667250" y="4286250"/>
          <p14:tracePt t="71273" x="4540250" y="4292600"/>
          <p14:tracePt t="71289" x="4464050" y="4305300"/>
          <p14:tracePt t="71305" x="4305300" y="4330700"/>
          <p14:tracePt t="71322" x="4171950" y="4362450"/>
          <p14:tracePt t="71338" x="4108450" y="4368800"/>
          <p14:tracePt t="71355" x="4025900" y="4387850"/>
          <p14:tracePt t="71372" x="3975100" y="4400550"/>
          <p14:tracePt t="71389" x="3962400" y="4406900"/>
          <p14:tracePt t="71406" x="3949700" y="4413250"/>
          <p14:tracePt t="71421" x="3937000" y="4413250"/>
          <p14:tracePt t="71554" x="3943350" y="4413250"/>
          <p14:tracePt t="71561" x="3949700" y="4413250"/>
          <p14:tracePt t="71575" x="3962400" y="4406900"/>
          <p14:tracePt t="71588" x="3975100" y="4400550"/>
          <p14:tracePt t="71604" x="4025900" y="4381500"/>
          <p14:tracePt t="71621" x="4083050" y="4362450"/>
          <p14:tracePt t="71638" x="4216400" y="4311650"/>
          <p14:tracePt t="71654" x="4362450" y="4267200"/>
          <p14:tracePt t="71671" x="4419600" y="4235450"/>
          <p14:tracePt t="71687" x="4495800" y="4203700"/>
          <p14:tracePt t="71704" x="4527550" y="4191000"/>
          <p14:tracePt t="71722" x="4527550" y="4184650"/>
          <p14:tracePt t="71754" x="4483100" y="4184650"/>
          <p14:tracePt t="71771" x="4445000" y="4184650"/>
          <p14:tracePt t="71787" x="4298950" y="4203700"/>
          <p14:tracePt t="71804" x="4222750" y="4203700"/>
          <p14:tracePt t="71821" x="3956050" y="4222750"/>
          <p14:tracePt t="71837" x="3867150" y="4222750"/>
          <p14:tracePt t="71853" x="3784600" y="4235450"/>
          <p14:tracePt t="71870" x="3644900" y="4254500"/>
          <p14:tracePt t="71887" x="3549650" y="4273550"/>
          <p14:tracePt t="71904" x="3517900" y="4279900"/>
          <p14:tracePt t="71920" x="3498850" y="4286250"/>
          <p14:tracePt t="72003" x="3511550" y="4286250"/>
          <p14:tracePt t="72017" x="3517900" y="4286250"/>
          <p14:tracePt t="72024" x="3530600" y="4286250"/>
          <p14:tracePt t="72036" x="3556000" y="4286250"/>
          <p14:tracePt t="72052" x="3651250" y="4273550"/>
          <p14:tracePt t="72069" x="3727450" y="4273550"/>
          <p14:tracePt t="72087" x="3905250" y="4254500"/>
          <p14:tracePt t="72102" x="4070350" y="4254500"/>
          <p14:tracePt t="72119" x="4146550" y="4248150"/>
          <p14:tracePt t="72136" x="4241800" y="4235450"/>
          <p14:tracePt t="72152" x="4273550" y="4235450"/>
          <p14:tracePt t="72169" x="4286250" y="4235450"/>
          <p14:tracePt t="72186" x="4292600" y="4235450"/>
          <p14:tracePt t="72228" x="4286250" y="4235450"/>
          <p14:tracePt t="72240" x="4273550" y="4235450"/>
          <p14:tracePt t="72255" x="4248150" y="4241800"/>
          <p14:tracePt t="72269" x="4229100" y="4241800"/>
          <p14:tracePt t="72285" x="4159250" y="4267200"/>
          <p14:tracePt t="72302" x="4102100" y="4286250"/>
          <p14:tracePt t="72318" x="3987800" y="4305300"/>
          <p14:tracePt t="72335" x="3854450" y="4330700"/>
          <p14:tracePt t="72352" x="3797300" y="4343400"/>
          <p14:tracePt t="72368" x="3733800" y="4368800"/>
          <p14:tracePt t="72385" x="3708400" y="4368800"/>
          <p14:tracePt t="72402" x="3702050" y="4368800"/>
          <p14:tracePt t="72445" x="3708400" y="4375150"/>
          <p14:tracePt t="72454" x="3714750" y="4375150"/>
          <p14:tracePt t="72468" x="3727450" y="4375150"/>
          <p14:tracePt t="72484" x="3746500" y="4368800"/>
          <p14:tracePt t="72501" x="3835400" y="4368800"/>
          <p14:tracePt t="72517" x="4006850" y="4343400"/>
          <p14:tracePt t="72534" x="4095750" y="4343400"/>
          <p14:tracePt t="72551" x="4273550" y="4324350"/>
          <p14:tracePt t="72568" x="4381500" y="4305300"/>
          <p14:tracePt t="72585" x="4425950" y="4298950"/>
          <p14:tracePt t="72601" x="4438650" y="4298950"/>
          <p14:tracePt t="72662" x="4425950" y="4298950"/>
          <p14:tracePt t="72676" x="4406900" y="4298950"/>
          <p14:tracePt t="72683" x="4375150" y="4298950"/>
          <p14:tracePt t="72698" x="4349750" y="4298950"/>
          <p14:tracePt t="72704" x="4286250" y="4298950"/>
          <p14:tracePt t="72720" x="4222750" y="4298950"/>
          <p14:tracePt t="72734" x="4057650" y="4311650"/>
          <p14:tracePt t="72750" x="3981450" y="4318000"/>
          <p14:tracePt t="72768" x="3848100" y="4330700"/>
          <p14:tracePt t="72783" x="3822700" y="4330700"/>
          <p14:tracePt t="72800" x="3778250" y="4337050"/>
          <p14:tracePt t="72817" x="3759200" y="4337050"/>
          <p14:tracePt t="72866" x="3765550" y="4337050"/>
          <p14:tracePt t="72873" x="3771900" y="4337050"/>
          <p14:tracePt t="72887" x="3784600" y="4337050"/>
          <p14:tracePt t="72900" x="3803650" y="4337050"/>
          <p14:tracePt t="72916" x="3879850" y="4324350"/>
          <p14:tracePt t="72933" x="3962400" y="4318000"/>
          <p14:tracePt t="72950" x="4127500" y="4298950"/>
          <p14:tracePt t="72966" x="4305300" y="4286250"/>
          <p14:tracePt t="72983" x="4381500" y="4279900"/>
          <p14:tracePt t="73000" x="4476750" y="4260850"/>
          <p14:tracePt t="73016" x="4514850" y="4248150"/>
          <p14:tracePt t="73033" x="4521200" y="4248150"/>
          <p14:tracePt t="73049" x="4527550" y="4241800"/>
          <p14:tracePt t="73069" x="4521200" y="4241800"/>
          <p14:tracePt t="73083" x="4502150" y="4241800"/>
          <p14:tracePt t="73098" x="4476750" y="4241800"/>
          <p14:tracePt t="73116" x="4445000" y="4241800"/>
          <p14:tracePt t="73132" x="4330700" y="4254500"/>
          <p14:tracePt t="73149" x="4159250" y="4260850"/>
          <p14:tracePt t="73166" x="4070350" y="4260850"/>
          <p14:tracePt t="73182" x="3879850" y="4279900"/>
          <p14:tracePt t="73198" x="3727450" y="4305300"/>
          <p14:tracePt t="73216" x="3670300" y="4305300"/>
          <p14:tracePt t="73232" x="3613150" y="4318000"/>
          <p14:tracePt t="73248" x="3600450" y="4318000"/>
          <p14:tracePt t="73266" x="3594100" y="4318000"/>
          <p14:tracePt t="73385" x="3606800" y="4311650"/>
          <p14:tracePt t="73392" x="3613150" y="4311650"/>
          <p14:tracePt t="73406" x="3619500" y="4311650"/>
          <p14:tracePt t="73971" x="3568700" y="4286250"/>
          <p14:tracePt t="73985" x="3486150" y="4254500"/>
          <p14:tracePt t="73991" x="3397250" y="4235450"/>
          <p14:tracePt t="74006" x="3289300" y="4197350"/>
          <p14:tracePt t="74020" x="3175000" y="4165600"/>
          <p14:tracePt t="74034" x="3048000" y="4140200"/>
          <p14:tracePt t="74046" x="2921000" y="4121150"/>
          <p14:tracePt t="74063" x="2762250" y="4108450"/>
          <p14:tracePt t="74079" x="2533650" y="4095750"/>
          <p14:tracePt t="74096" x="2330450" y="4121150"/>
          <p14:tracePt t="74112" x="2254250" y="4133850"/>
          <p14:tracePt t="74129" x="2184400" y="4152900"/>
          <p14:tracePt t="74147" x="2044700" y="4197350"/>
          <p14:tracePt t="74162" x="2025650" y="4210050"/>
          <p14:tracePt t="74179" x="2000250" y="4216400"/>
          <p14:tracePt t="74196" x="1962150" y="4229100"/>
          <p14:tracePt t="74212" x="1911350" y="4241800"/>
          <p14:tracePt t="74228" x="1879600" y="4241800"/>
          <p14:tracePt t="74245" x="1803400" y="4260850"/>
          <p14:tracePt t="74262" x="1720850" y="4267200"/>
          <p14:tracePt t="74279" x="1638300" y="4279900"/>
          <p14:tracePt t="74295" x="1612900" y="4286250"/>
          <p14:tracePt t="74312" x="1562100" y="4286250"/>
          <p14:tracePt t="74329" x="1543050" y="4292600"/>
          <p14:tracePt t="74345" x="1536700" y="4292600"/>
          <p14:tracePt t="74361" x="1530350" y="4292600"/>
          <p14:tracePt t="74490" x="1536700" y="4292600"/>
          <p14:tracePt t="74496" x="1543050" y="4292600"/>
          <p14:tracePt t="74513" x="1555750" y="4292600"/>
          <p14:tracePt t="74528" x="1574800" y="4286250"/>
          <p14:tracePt t="74544" x="1606550" y="4273550"/>
          <p14:tracePt t="74561" x="1701800" y="4229100"/>
          <p14:tracePt t="74577" x="1841500" y="4159250"/>
          <p14:tracePt t="74595" x="1911350" y="4133850"/>
          <p14:tracePt t="74611" x="2032000" y="4064000"/>
          <p14:tracePt t="74627" x="2051050" y="4051300"/>
          <p14:tracePt t="74644" x="2070100" y="4038600"/>
          <p14:tracePt t="74660" x="2076450" y="4032250"/>
          <p14:tracePt t="74694" x="2057400" y="4032250"/>
          <p14:tracePt t="74710" x="2038350" y="4032250"/>
          <p14:tracePt t="74728" x="2019300" y="4038600"/>
          <p14:tracePt t="74744" x="1879600" y="4076700"/>
          <p14:tracePt t="74760" x="1822450" y="4095750"/>
          <p14:tracePt t="74777" x="1644650" y="4165600"/>
          <p14:tracePt t="74793" x="1612900" y="4184650"/>
          <p14:tracePt t="74810" x="1593850" y="4197350"/>
          <p14:tracePt t="74827" x="1574800" y="4210050"/>
          <p14:tracePt t="74843" x="1568450" y="4222750"/>
          <p14:tracePt t="74911" x="1574800" y="4222750"/>
          <p14:tracePt t="74918" x="1581150" y="4222750"/>
          <p14:tracePt t="74932" x="1587500" y="4222750"/>
          <p14:tracePt t="74943" x="1619250" y="4222750"/>
          <p14:tracePt t="74960" x="1689100" y="4203700"/>
          <p14:tracePt t="74976" x="1746250" y="4197350"/>
          <p14:tracePt t="74992" x="1797050" y="4178300"/>
          <p14:tracePt t="75010" x="1885950" y="4146550"/>
          <p14:tracePt t="75026" x="1924050" y="4133850"/>
          <p14:tracePt t="75043" x="1955800" y="4127500"/>
          <p14:tracePt t="75046" x="1968500" y="4121150"/>
          <p14:tracePt t="75060" x="1981200" y="4114800"/>
          <p14:tracePt t="75075" x="1987550" y="4108450"/>
          <p14:tracePt t="75108" x="1993900" y="4102100"/>
          <p14:tracePt t="75199" x="1987550" y="4102100"/>
          <p14:tracePt t="75205" x="1981200" y="4102100"/>
          <p14:tracePt t="75213" x="1974850" y="4108450"/>
          <p14:tracePt t="75229" x="1962150" y="4114800"/>
          <p14:tracePt t="75241" x="1936750" y="4127500"/>
          <p14:tracePt t="75258" x="1911350" y="4133850"/>
          <p14:tracePt t="75276" x="1860550" y="4165600"/>
          <p14:tracePt t="75291" x="1797050" y="4197350"/>
          <p14:tracePt t="75308" x="1771650" y="4203700"/>
          <p14:tracePt t="75325" x="1733550" y="4216400"/>
          <p14:tracePt t="75341" x="1714500" y="4229100"/>
          <p14:tracePt t="75358" x="1708150" y="4235450"/>
          <p14:tracePt t="75403" x="1720850" y="4229100"/>
          <p14:tracePt t="75411" x="1746250" y="4222750"/>
          <p14:tracePt t="75425" x="1784350" y="4197350"/>
          <p14:tracePt t="75441" x="1835150" y="4178300"/>
          <p14:tracePt t="75458" x="1962150" y="4121150"/>
          <p14:tracePt t="75474" x="2025650" y="4102100"/>
          <p14:tracePt t="75491" x="2127250" y="4044950"/>
          <p14:tracePt t="75508" x="2178050" y="4032250"/>
          <p14:tracePt t="75524" x="2197100" y="4025900"/>
          <p14:tracePt t="75557" x="2203450" y="4019550"/>
          <p14:tracePt t="75599" x="2190750" y="4019550"/>
          <p14:tracePt t="75606" x="2178050" y="4025900"/>
          <p14:tracePt t="75613" x="2159000" y="4038600"/>
          <p14:tracePt t="75627" x="2133600" y="4057650"/>
          <p14:tracePt t="75641" x="2063750" y="4102100"/>
          <p14:tracePt t="75657" x="2006600" y="4133850"/>
          <p14:tracePt t="75673" x="1962150" y="4159250"/>
          <p14:tracePt t="75691" x="1822450" y="4248150"/>
          <p14:tracePt t="75707" x="1803400" y="4273550"/>
          <p14:tracePt t="75723" x="1790700" y="4279900"/>
          <p14:tracePt t="75740" x="1771650" y="4292600"/>
          <p14:tracePt t="75757" x="1765300" y="4298950"/>
          <p14:tracePt t="75823" x="1765300" y="4305300"/>
          <p14:tracePt t="75830" x="1771650" y="4305300"/>
          <p14:tracePt t="75844" x="1778000" y="4305300"/>
          <p14:tracePt t="75856" x="1790700" y="4298950"/>
          <p14:tracePt t="75873" x="1822450" y="4286250"/>
          <p14:tracePt t="75889" x="1854200" y="4267200"/>
          <p14:tracePt t="75907" x="1885950" y="4241800"/>
          <p14:tracePt t="75923" x="1987550" y="4178300"/>
          <p14:tracePt t="75939" x="2089150" y="4095750"/>
          <p14:tracePt t="75956" x="2197100" y="4000500"/>
          <p14:tracePt t="75972" x="2254250" y="3943350"/>
          <p14:tracePt t="75989" x="2266950" y="3930650"/>
          <p14:tracePt t="76006" x="2286000" y="3898900"/>
          <p14:tracePt t="76022" x="2292350" y="3898900"/>
          <p14:tracePt t="76039" x="2298700" y="3892550"/>
          <p14:tracePt t="76083" x="2305050" y="3886200"/>
          <p14:tracePt t="76490" x="2292350" y="3892550"/>
          <p14:tracePt t="76497" x="2266950" y="3911600"/>
          <p14:tracePt t="76507" x="2235200" y="3937000"/>
          <p14:tracePt t="76520" x="2203450" y="3962400"/>
          <p14:tracePt t="76537" x="2146300" y="4013200"/>
          <p14:tracePt t="76554" x="2101850" y="4044950"/>
          <p14:tracePt t="76570" x="2089150" y="4057650"/>
          <p14:tracePt t="76589" x="2070100" y="4076700"/>
          <p14:tracePt t="76603" x="2063750" y="4089400"/>
          <p14:tracePt t="76638" x="2063750" y="4095750"/>
          <p14:tracePt t="76653" x="2070100" y="4095750"/>
          <p14:tracePt t="76670" x="2108200" y="4102100"/>
          <p14:tracePt t="76687" x="2197100" y="4102100"/>
          <p14:tracePt t="76703" x="2266950" y="4114800"/>
          <p14:tracePt t="76720" x="2393950" y="4121150"/>
          <p14:tracePt t="76736" x="2501900" y="4127500"/>
          <p14:tracePt t="76753" x="2527300" y="4127500"/>
          <p14:tracePt t="76770" x="2559050" y="4127500"/>
          <p14:tracePt t="76787" x="2571750" y="4133850"/>
          <p14:tracePt t="76869" x="2565400" y="4133850"/>
          <p14:tracePt t="76876" x="2552700" y="4133850"/>
          <p14:tracePt t="76885" x="2540000" y="4133850"/>
          <p14:tracePt t="76903" x="2520950" y="4133850"/>
          <p14:tracePt t="76919" x="2451100" y="4133850"/>
          <p14:tracePt t="76936" x="2400300" y="4133850"/>
          <p14:tracePt t="76953" x="2203450" y="4095750"/>
          <p14:tracePt t="76969" x="2127250" y="4076700"/>
          <p14:tracePt t="76986" x="2044700" y="4057650"/>
          <p14:tracePt t="77002" x="1936750" y="4019550"/>
          <p14:tracePt t="77019" x="1873250" y="4006850"/>
          <p14:tracePt t="77035" x="1860550" y="4000500"/>
          <p14:tracePt t="77052" x="1847850" y="4000500"/>
          <p14:tracePt t="77086" x="1847850" y="3994150"/>
          <p14:tracePt t="77122" x="1866900" y="3987800"/>
          <p14:tracePt t="77129" x="1885950" y="3981450"/>
          <p14:tracePt t="77143" x="1917700" y="3962400"/>
          <p14:tracePt t="77151" x="1962150" y="3949700"/>
          <p14:tracePt t="77169" x="2019300" y="3917950"/>
          <p14:tracePt t="77185" x="2197100" y="3835400"/>
          <p14:tracePt t="77202" x="2247900" y="3797300"/>
          <p14:tracePt t="77218" x="2292350" y="3771900"/>
          <p14:tracePt t="77235" x="2355850" y="3727450"/>
          <p14:tracePt t="77251" x="2362200" y="3714750"/>
          <p14:tracePt t="77269" x="2368550" y="3708400"/>
          <p14:tracePt t="77389" x="2362200" y="3708400"/>
          <p14:tracePt t="77395" x="2355850" y="3714750"/>
          <p14:tracePt t="77410" x="2349500" y="3714750"/>
          <p14:tracePt t="77418" x="2343150" y="3727450"/>
          <p14:tracePt t="77434" x="2317750" y="3733800"/>
          <p14:tracePt t="77451" x="2266950" y="3771900"/>
          <p14:tracePt t="77467" x="2235200" y="3797300"/>
          <p14:tracePt t="77484" x="2146300" y="3860800"/>
          <p14:tracePt t="77501" x="2063750" y="3924300"/>
          <p14:tracePt t="77517" x="2019300" y="3968750"/>
          <p14:tracePt t="77534" x="2006600" y="3981450"/>
          <p14:tracePt t="77550" x="1987550" y="4000500"/>
          <p14:tracePt t="77567" x="1981200" y="4006850"/>
          <p14:tracePt t="77584" x="1974850" y="4013200"/>
          <p14:tracePt t="77587" x="1974850" y="4019550"/>
          <p14:tracePt t="77620" x="1981200" y="4019550"/>
          <p14:tracePt t="77627" x="1987550" y="4019550"/>
          <p14:tracePt t="77641" x="2000250" y="4019550"/>
          <p14:tracePt t="77650" x="2019300" y="4032250"/>
          <p14:tracePt t="77667" x="2051050" y="4038600"/>
          <p14:tracePt t="77683" x="2146300" y="4064000"/>
          <p14:tracePt t="77700" x="2254250" y="4083050"/>
          <p14:tracePt t="77717" x="2305050" y="4102100"/>
          <p14:tracePt t="77733" x="2374900" y="4108450"/>
          <p14:tracePt t="77750" x="2406650" y="4121150"/>
          <p14:tracePt t="77768" x="2425700" y="4121150"/>
          <p14:tracePt t="78602" x="2470150" y="4121150"/>
          <p14:tracePt t="78608" x="2533650" y="4114800"/>
          <p14:tracePt t="78623" x="2603500" y="4108450"/>
          <p14:tracePt t="78630" x="2679700" y="4108450"/>
          <p14:tracePt t="78646" x="2768600" y="4108450"/>
          <p14:tracePt t="78663" x="2946400" y="4108450"/>
          <p14:tracePt t="78680" x="3117850" y="4108450"/>
          <p14:tracePt t="78696" x="3200400" y="4108450"/>
          <p14:tracePt t="78714" x="3340100" y="4127500"/>
          <p14:tracePt t="78730" x="3448050" y="4146550"/>
          <p14:tracePt t="78746" x="3492500" y="4159250"/>
          <p14:tracePt t="78763" x="3536950" y="4159250"/>
          <p14:tracePt t="78779" x="3549650" y="4159250"/>
          <p14:tracePt t="78796" x="3562350" y="4159250"/>
          <p14:tracePt t="78829" x="3568700" y="4159250"/>
          <p14:tracePt t="78868" x="3575050" y="4159250"/>
          <p14:tracePt t="78924" x="3581400" y="4159250"/>
          <p14:tracePt t="78931" x="3594100" y="4159250"/>
          <p14:tracePt t="78945" x="3613150" y="4165600"/>
          <p14:tracePt t="78962" x="3683000" y="4171950"/>
          <p14:tracePt t="78979" x="3733800" y="4171950"/>
          <p14:tracePt t="78995" x="3841750" y="4171950"/>
          <p14:tracePt t="79012" x="3968750" y="4191000"/>
          <p14:tracePt t="79030" x="4102100" y="4216400"/>
          <p14:tracePt t="79045" x="4146550" y="4229100"/>
          <p14:tracePt t="79062" x="4184650" y="4235450"/>
          <p14:tracePt t="79079" x="4241800" y="4260850"/>
          <p14:tracePt t="79095" x="4248150" y="4267200"/>
          <p14:tracePt t="79135" x="4248150" y="4273550"/>
          <p14:tracePt t="79191" x="4248150" y="4279900"/>
          <p14:tracePt t="79205" x="4235450" y="4286250"/>
          <p14:tracePt t="79214" x="4222750" y="4292600"/>
          <p14:tracePt t="79228" x="4197350" y="4305300"/>
          <p14:tracePt t="79244" x="4146550" y="4330700"/>
          <p14:tracePt t="79261" x="4064000" y="4356100"/>
          <p14:tracePt t="79278" x="4013200" y="4356100"/>
          <p14:tracePt t="79294" x="3943350" y="4375150"/>
          <p14:tracePt t="79311" x="3898900" y="4387850"/>
          <p14:tracePt t="79327" x="3886200" y="4387850"/>
          <p14:tracePt t="79346" x="3873500" y="4387850"/>
          <p14:tracePt t="79381" x="3886200" y="4387850"/>
          <p14:tracePt t="79397" x="3898900" y="4387850"/>
          <p14:tracePt t="79411" x="3917950" y="4381500"/>
          <p14:tracePt t="79427" x="3987800" y="4368800"/>
          <p14:tracePt t="79444" x="4121150" y="4349750"/>
          <p14:tracePt t="79460" x="4210050" y="4337050"/>
          <p14:tracePt t="79478" x="4311650" y="4330700"/>
          <p14:tracePt t="79494" x="4533900" y="4286250"/>
          <p14:tracePt t="79510" x="4737100" y="4248150"/>
          <p14:tracePt t="79527" x="4857750" y="4216400"/>
          <p14:tracePt t="79543" x="4902200" y="4210050"/>
          <p14:tracePt t="79560" x="4908550" y="4203700"/>
          <p14:tracePt t="79593" x="4895850" y="4203700"/>
          <p14:tracePt t="79610" x="4845050" y="4203700"/>
          <p14:tracePt t="79627" x="4711700" y="4203700"/>
          <p14:tracePt t="79643" x="4546600" y="4216400"/>
          <p14:tracePt t="79660" x="4362450" y="4235450"/>
          <p14:tracePt t="79676" x="4273550" y="4248150"/>
          <p14:tracePt t="79693" x="4210050" y="4260850"/>
          <p14:tracePt t="79710" x="4070350" y="4273550"/>
          <p14:tracePt t="79726" x="4051300" y="4279900"/>
          <p14:tracePt t="79743" x="4044950" y="4286250"/>
          <p14:tracePt t="79759" x="4044950" y="4292600"/>
          <p14:tracePt t="79793" x="4044950" y="4298950"/>
          <p14:tracePt t="79815" x="4051300" y="4298950"/>
          <p14:tracePt t="79825" x="4064000" y="4298950"/>
          <p14:tracePt t="79843" x="4121150" y="4298950"/>
          <p14:tracePt t="79859" x="4165600" y="4298950"/>
          <p14:tracePt t="79876" x="4318000" y="4298950"/>
          <p14:tracePt t="79892" x="4394200" y="4286250"/>
          <p14:tracePt t="79909" x="4521200" y="4286250"/>
          <p14:tracePt t="79926" x="4552950" y="4279900"/>
          <p14:tracePt t="79942" x="4584700" y="4279900"/>
          <p14:tracePt t="79959" x="4597400" y="4279900"/>
          <p14:tracePt t="79992" x="4597400" y="4273550"/>
          <p14:tracePt t="80027" x="4591050" y="4279900"/>
          <p14:tracePt t="80033" x="4584700" y="4286250"/>
          <p14:tracePt t="80047" x="4572000" y="4298950"/>
          <p14:tracePt t="80058" x="4572000" y="4305300"/>
          <p14:tracePt t="80075" x="4559300" y="4318000"/>
          <p14:tracePt t="80091" x="4559300" y="4324350"/>
          <p14:tracePt t="80108" x="4559300" y="4330700"/>
          <p14:tracePt t="80125" x="4559300" y="4337050"/>
          <p14:tracePt t="80141" x="4559300" y="4343400"/>
          <p14:tracePt t="80159" x="4559300" y="4349750"/>
          <p14:tracePt t="80209" x="4565650" y="4349750"/>
          <p14:tracePt t="80222" x="4572000" y="4349750"/>
          <p14:tracePt t="80230" x="4584700" y="4356100"/>
          <p14:tracePt t="80241" x="4603750" y="4356100"/>
          <p14:tracePt t="80258" x="4635500" y="4356100"/>
          <p14:tracePt t="80275" x="4648200" y="4356100"/>
          <p14:tracePt t="80292" x="4673600" y="4356100"/>
          <p14:tracePt t="80308" x="4686300" y="4349750"/>
          <p14:tracePt t="80341" x="4667250" y="4343400"/>
          <p14:tracePt t="80357" x="4610100" y="4343400"/>
          <p14:tracePt t="80374" x="4559300" y="4343400"/>
          <p14:tracePt t="80391" x="4438650" y="4362450"/>
          <p14:tracePt t="80407" x="4375150" y="4381500"/>
          <p14:tracePt t="80424" x="4330700" y="4400550"/>
          <p14:tracePt t="80440" x="4254500" y="4445000"/>
          <p14:tracePt t="80457" x="4235450" y="4483100"/>
          <p14:tracePt t="80474" x="4235450" y="4514850"/>
          <p14:tracePt t="80491" x="4248150" y="4546600"/>
          <p14:tracePt t="80507" x="4273550" y="4565650"/>
          <p14:tracePt t="80524" x="4311650" y="4572000"/>
          <p14:tracePt t="80539" x="4337050" y="4572000"/>
          <p14:tracePt t="80557" x="4368800" y="4572000"/>
          <p14:tracePt t="80573" x="4419600" y="4552950"/>
          <p14:tracePt t="80590" x="4438650" y="4533900"/>
          <p14:tracePt t="80607" x="4464050" y="4521200"/>
          <p14:tracePt t="80623" x="4489450" y="4489450"/>
          <p14:tracePt t="80640" x="4502150" y="4476750"/>
          <p14:tracePt t="80657" x="4502150" y="4464050"/>
          <p14:tracePt t="80673" x="4502150" y="4445000"/>
          <p14:tracePt t="80690" x="4502150" y="4438650"/>
          <p14:tracePt t="80728" x="4495800" y="4438650"/>
          <p14:tracePt t="80743" x="4495800" y="4445000"/>
          <p14:tracePt t="80756" x="4489450" y="4451350"/>
          <p14:tracePt t="80833" x="4495800" y="4457700"/>
          <p14:tracePt t="80854" x="4502150" y="4464050"/>
          <p14:tracePt t="80861" x="4508500" y="4464050"/>
          <p14:tracePt t="80876" x="4521200" y="4464050"/>
          <p14:tracePt t="80892" x="4533900" y="4464050"/>
          <p14:tracePt t="80905" x="4546600" y="4457700"/>
          <p14:tracePt t="80922" x="4552950" y="4457700"/>
          <p14:tracePt t="80939" x="4578350" y="4445000"/>
          <p14:tracePt t="80955" x="4584700" y="4445000"/>
          <p14:tracePt t="80972" x="4584700" y="4438650"/>
          <p14:tracePt t="80988" x="4591050" y="4438650"/>
          <p14:tracePt t="81058" x="4597400" y="4438650"/>
          <p14:tracePt t="81079" x="4603750" y="4438650"/>
          <p14:tracePt t="81107" x="4610100" y="4438650"/>
          <p14:tracePt t="81121" x="4616450" y="4438650"/>
          <p14:tracePt t="81142" x="4622800" y="4438650"/>
          <p14:tracePt t="81163" x="4629150" y="4438650"/>
          <p14:tracePt t="81177" x="4641850" y="4438650"/>
          <p14:tracePt t="81191" x="4648200" y="4438650"/>
          <p14:tracePt t="81206" x="4660900" y="4438650"/>
          <p14:tracePt t="81212" x="4673600" y="4432300"/>
          <p14:tracePt t="81226" x="4679950" y="4425950"/>
          <p14:tracePt t="81241" x="4692650" y="4425950"/>
          <p14:tracePt t="81275" x="4699000" y="4419600"/>
          <p14:tracePt t="81310" x="4705350" y="4419600"/>
          <p14:tracePt t="81451" x="4699000" y="4419600"/>
          <p14:tracePt t="81465" x="4692650" y="4419600"/>
          <p14:tracePt t="81478" x="4679950" y="4419600"/>
          <p14:tracePt t="81487" x="4648200" y="4419600"/>
          <p14:tracePt t="81503" x="4597400" y="4419600"/>
          <p14:tracePt t="81520" x="4533900" y="4425950"/>
          <p14:tracePt t="81537" x="4356100" y="4438650"/>
          <p14:tracePt t="81553" x="4241800" y="4438650"/>
          <p14:tracePt t="81570" x="3975100" y="4457700"/>
          <p14:tracePt t="81586" x="3835400" y="4457700"/>
          <p14:tracePt t="81603" x="3695700" y="4470400"/>
          <p14:tracePt t="81619" x="3435350" y="4483100"/>
          <p14:tracePt t="81636" x="3308350" y="4483100"/>
          <p14:tracePt t="81653" x="3206750" y="4483100"/>
          <p14:tracePt t="81657" x="3117850" y="4489450"/>
          <p14:tracePt t="81670" x="3054350" y="4489450"/>
          <p14:tracePt t="81685" x="2990850" y="4489450"/>
          <p14:tracePt t="81704" x="2908300" y="4489450"/>
          <p14:tracePt t="81719" x="2889250" y="4489450"/>
          <p14:tracePt t="81736" x="2863850" y="4489450"/>
          <p14:tracePt t="81753" x="2844800" y="4489450"/>
          <p14:tracePt t="81769" x="2838450" y="4489450"/>
          <p14:tracePt t="81802" x="2832100" y="4489450"/>
          <p14:tracePt t="82658" x="2825750" y="4489450"/>
          <p14:tracePt t="82714" x="2813050" y="4489450"/>
          <p14:tracePt t="82735" x="2800350" y="4489450"/>
          <p14:tracePt t="82741" x="2774950" y="4476750"/>
          <p14:tracePt t="82752" x="2749550" y="4470400"/>
          <p14:tracePt t="82765" x="2705100" y="4464050"/>
          <p14:tracePt t="82782" x="2667000" y="4457700"/>
          <p14:tracePt t="82799" x="2514600" y="4432300"/>
          <p14:tracePt t="82815" x="2476500" y="4432300"/>
          <p14:tracePt t="82833" x="2406650" y="4413250"/>
          <p14:tracePt t="82849" x="2374900" y="4406900"/>
          <p14:tracePt t="82865" x="2311400" y="4406900"/>
          <p14:tracePt t="82883" x="2254250" y="4400550"/>
          <p14:tracePt t="82899" x="2235200" y="4400550"/>
          <p14:tracePt t="82915" x="2184400" y="4394200"/>
          <p14:tracePt t="82932" x="2146300" y="4394200"/>
          <p14:tracePt t="82948" x="2120900" y="4394200"/>
          <p14:tracePt t="82965" x="2082800" y="4387850"/>
          <p14:tracePt t="82982" x="2051050" y="4381500"/>
          <p14:tracePt t="82998" x="2025650" y="4362450"/>
          <p14:tracePt t="83015" x="2000250" y="4356100"/>
          <p14:tracePt t="83032" x="1981200" y="4349750"/>
          <p14:tracePt t="83048" x="1974850" y="4349750"/>
          <p14:tracePt t="83065" x="1974850" y="4343400"/>
          <p14:tracePt t="83114" x="1968500" y="4343400"/>
          <p14:tracePt t="83212" x="1962150" y="4343400"/>
          <p14:tracePt t="83311" x="1968500" y="4343400"/>
          <p14:tracePt t="83324" x="1974850" y="4343400"/>
          <p14:tracePt t="83333" x="1993900" y="4337050"/>
          <p14:tracePt t="83347" x="2012950" y="4337050"/>
          <p14:tracePt t="83364" x="2076450" y="4330700"/>
          <p14:tracePt t="83381" x="2247900" y="4324350"/>
          <p14:tracePt t="83397" x="2336800" y="4311650"/>
          <p14:tracePt t="83414" x="2463800" y="4298950"/>
          <p14:tracePt t="83430" x="2863850" y="4229100"/>
          <p14:tracePt t="83447" x="3028950" y="4191000"/>
          <p14:tracePt t="83463" x="3155950" y="4159250"/>
          <p14:tracePt t="83480" x="3403600" y="4070350"/>
          <p14:tracePt t="83497" x="3600450" y="4013200"/>
          <p14:tracePt t="83514" x="3708400" y="3956050"/>
          <p14:tracePt t="83529" x="3752850" y="3937000"/>
          <p14:tracePt t="83546" x="3778250" y="3917950"/>
          <p14:tracePt t="83563" x="3790950" y="3892550"/>
          <p14:tracePt t="83580" x="3797300" y="3879850"/>
          <p14:tracePt t="83597" x="3810000" y="3848100"/>
          <p14:tracePt t="83613" x="3810000" y="3790950"/>
          <p14:tracePt t="83629" x="3810000" y="3759200"/>
          <p14:tracePt t="83646" x="3822700" y="3670300"/>
          <p14:tracePt t="83663" x="3822700" y="3556000"/>
          <p14:tracePt t="83679" x="3816350" y="3492500"/>
          <p14:tracePt t="83696" x="3784600" y="3321050"/>
          <p14:tracePt t="83712" x="3721100" y="3079750"/>
          <p14:tracePt t="83729" x="3676650" y="2927350"/>
          <p14:tracePt t="83746" x="3549650" y="2508250"/>
          <p14:tracePt t="83762" x="3460750" y="2273300"/>
          <p14:tracePt t="83779" x="3365500" y="1955800"/>
          <p14:tracePt t="83796" x="3124200" y="1276350"/>
          <p14:tracePt t="83812" x="2863850" y="704850"/>
          <p14:tracePt t="83830" x="2692400" y="342900"/>
          <p14:tracePt t="83846" x="2584450" y="177800"/>
          <p14:tracePt t="83862" x="2552700" y="133350"/>
          <p14:tracePt t="83879" x="2514600" y="82550"/>
          <p14:tracePt t="83895" x="2501900" y="76200"/>
          <p14:tracePt t="83912" x="2495550" y="76200"/>
          <p14:tracePt t="83945" x="2489200" y="76200"/>
          <p14:tracePt t="83965" x="2489200" y="82550"/>
          <p14:tracePt t="83991" x="2489200" y="88900"/>
          <p14:tracePt t="84013" x="2489200" y="95250"/>
          <p14:tracePt t="84033" x="2489200" y="101600"/>
          <p14:tracePt t="84125" x="2489200" y="107950"/>
          <p14:tracePt t="84131" x="2489200" y="114300"/>
          <p14:tracePt t="84148" x="2489200" y="120650"/>
          <p14:tracePt t="84160" x="2489200" y="133350"/>
          <p14:tracePt t="84177" x="2501900" y="165100"/>
          <p14:tracePt t="84195" x="2520950" y="215900"/>
          <p14:tracePt t="84211" x="2540000" y="247650"/>
          <p14:tracePt t="84228" x="2590800" y="317500"/>
          <p14:tracePt t="84245" x="2635250" y="368300"/>
          <p14:tracePt t="84260" x="2654300" y="387350"/>
          <p14:tracePt t="84278" x="2679700" y="406400"/>
          <p14:tracePt t="84294" x="2686050" y="406400"/>
          <p14:tracePt t="84335" x="2692400" y="406400"/>
          <p14:tracePt t="84427" x="2698750" y="412750"/>
          <p14:tracePt t="84433" x="2698750" y="419100"/>
          <p14:tracePt t="84448" x="2698750" y="425450"/>
          <p14:tracePt t="84463" x="2698750" y="438150"/>
          <p14:tracePt t="84477" x="2698750" y="457200"/>
          <p14:tracePt t="84493" x="2705100" y="565150"/>
          <p14:tracePt t="84511" x="2692400" y="787400"/>
          <p14:tracePt t="84526" x="2692400" y="946150"/>
          <p14:tracePt t="84543" x="2654300" y="1377950"/>
          <p14:tracePt t="84560" x="2622550" y="1962150"/>
          <p14:tracePt t="84576" x="2559050" y="2597150"/>
          <p14:tracePt t="84593" x="2527300" y="2921000"/>
          <p14:tracePt t="84609" x="2444750" y="3517900"/>
          <p14:tracePt t="84626" x="2374900" y="3962400"/>
          <p14:tracePt t="84643" x="2355850" y="4108450"/>
          <p14:tracePt t="84646" x="2336800" y="4197350"/>
          <p14:tracePt t="84659" x="2311400" y="4279900"/>
          <p14:tracePt t="84676" x="2305050" y="4330700"/>
          <p14:tracePt t="84693" x="2292350" y="4387850"/>
          <p14:tracePt t="84709" x="2292350" y="4394200"/>
          <p14:tracePt t="84725" x="2292350" y="4400550"/>
          <p14:tracePt t="85099" x="2286000" y="4400550"/>
          <p14:tracePt t="85106" x="2279650" y="4400550"/>
          <p14:tracePt t="85128" x="2273300" y="4400550"/>
          <p14:tracePt t="85135" x="2266950" y="4400550"/>
          <p14:tracePt t="85156" x="2260600" y="4400550"/>
          <p14:tracePt t="85170" x="2254250" y="4400550"/>
          <p14:tracePt t="85184" x="2247900" y="4400550"/>
          <p14:tracePt t="85198" x="2241550" y="4406900"/>
          <p14:tracePt t="85219" x="2235200" y="4406900"/>
          <p14:tracePt t="85227" x="2228850" y="4406900"/>
          <p14:tracePt t="85247" x="2222500" y="4413250"/>
          <p14:tracePt t="85257" x="2216150" y="4413250"/>
          <p14:tracePt t="85277" x="2209800" y="4413250"/>
          <p14:tracePt t="85290" x="2203450" y="4419600"/>
          <p14:tracePt t="85318" x="2197100" y="4419600"/>
          <p14:tracePt t="85327" x="2190750" y="4419600"/>
          <p14:tracePt t="85381" x="2184400" y="4419600"/>
          <p14:tracePt t="85430" x="2190750" y="4419600"/>
          <p14:tracePt t="85444" x="2190750" y="4425950"/>
          <p14:tracePt t="85450" x="2203450" y="4425950"/>
          <p14:tracePt t="85465" x="2222500" y="4425950"/>
          <p14:tracePt t="85479" x="2254250" y="4432300"/>
          <p14:tracePt t="85489" x="2330450" y="4445000"/>
          <p14:tracePt t="85507" x="2419350" y="4445000"/>
          <p14:tracePt t="85523" x="2533650" y="4464050"/>
          <p14:tracePt t="85539" x="2851150" y="4489450"/>
          <p14:tracePt t="85556" x="3041650" y="4502150"/>
          <p14:tracePt t="85573" x="3390900" y="4514850"/>
          <p14:tracePt t="85589" x="3530600" y="4521200"/>
          <p14:tracePt t="85606" x="3638550" y="4521200"/>
          <p14:tracePt t="85622" x="3803650" y="4521200"/>
          <p14:tracePt t="85639" x="3860800" y="4521200"/>
          <p14:tracePt t="85656" x="3898900" y="4521200"/>
          <p14:tracePt t="85672" x="3930650" y="4521200"/>
          <p14:tracePt t="85689" x="3949700" y="4521200"/>
          <p14:tracePt t="85706" x="3962400" y="4521200"/>
          <p14:tracePt t="85745" x="3968750" y="4521200"/>
          <p14:tracePt t="85788" x="3975100" y="4521200"/>
          <p14:tracePt t="85879" x="3975100" y="4514850"/>
          <p14:tracePt t="85921" x="3975100" y="4508500"/>
          <p14:tracePt t="85956" x="3975100" y="4502150"/>
          <p14:tracePt t="86089" x="3968750" y="4502150"/>
          <p14:tracePt t="86116" x="3962400" y="4502150"/>
          <p14:tracePt t="86131" x="3956050" y="4502150"/>
          <p14:tracePt t="86140" x="3949700" y="4502150"/>
          <p14:tracePt t="86154" x="3937000" y="4502150"/>
          <p14:tracePt t="86170" x="3917950" y="4502150"/>
          <p14:tracePt t="86188" x="3867150" y="4502150"/>
          <p14:tracePt t="86203" x="3829050" y="4502150"/>
          <p14:tracePt t="86220" x="3790950" y="4502150"/>
          <p14:tracePt t="86237" x="3702050" y="4502150"/>
          <p14:tracePt t="86254" x="3676650" y="4502150"/>
          <p14:tracePt t="86270" x="3657600" y="4502150"/>
          <p14:tracePt t="86287" x="3625850" y="4502150"/>
          <p14:tracePt t="86303" x="3613150" y="4502150"/>
          <p14:tracePt t="86321" x="3606800" y="4502150"/>
          <p14:tracePt t="86433" x="3613150" y="4502150"/>
          <p14:tracePt t="86461" x="3619500" y="4502150"/>
          <p14:tracePt t="86468" x="3619500" y="4495800"/>
          <p14:tracePt t="86489" x="3625850" y="4495800"/>
          <p14:tracePt t="86517" x="3632200" y="4489450"/>
          <p14:tracePt t="86531" x="3638550" y="4489450"/>
          <p14:tracePt t="86554" x="3644900" y="4489450"/>
          <p14:tracePt t="86560" x="3651250" y="4483100"/>
          <p14:tracePt t="86574" x="3657600" y="4483100"/>
          <p14:tracePt t="86586" x="3663950" y="4483100"/>
          <p14:tracePt t="86602" x="3683000" y="4470400"/>
          <p14:tracePt t="86619" x="3695700" y="4457700"/>
          <p14:tracePt t="86636" x="3733800" y="4445000"/>
          <p14:tracePt t="86652" x="3759200" y="4425950"/>
          <p14:tracePt t="86669" x="3771900" y="4419600"/>
          <p14:tracePt t="86686" x="3784600" y="4419600"/>
          <p14:tracePt t="86702" x="3790950" y="4413250"/>
          <p14:tracePt t="86735" x="3803650" y="4406900"/>
          <p14:tracePt t="86854" x="3810000" y="4406900"/>
          <p14:tracePt t="86889" x="3816350" y="4406900"/>
          <p14:tracePt t="86932" x="3822700" y="4406900"/>
          <p14:tracePt t="86959" x="3829050" y="4406900"/>
          <p14:tracePt t="86974" x="3835400" y="4413250"/>
          <p14:tracePt t="86980" x="3848100" y="4413250"/>
          <p14:tracePt t="86995" x="3860800" y="4413250"/>
          <p14:tracePt t="87004" x="3892550" y="4419600"/>
          <p14:tracePt t="87017" x="3911600" y="4419600"/>
          <p14:tracePt t="87034" x="3987800" y="4432300"/>
          <p14:tracePt t="87051" x="4044950" y="4445000"/>
          <p14:tracePt t="87067" x="4140200" y="4457700"/>
          <p14:tracePt t="87084" x="4178300" y="4457700"/>
          <p14:tracePt t="87101" x="4273550" y="4476750"/>
          <p14:tracePt t="87117" x="4349750" y="4476750"/>
          <p14:tracePt t="87135" x="4432300" y="4476750"/>
          <p14:tracePt t="87151" x="4476750" y="4476750"/>
          <p14:tracePt t="87168" x="4489450" y="4476750"/>
          <p14:tracePt t="87184" x="4514850" y="4476750"/>
          <p14:tracePt t="87201" x="4521200" y="4470400"/>
          <p14:tracePt t="87217" x="4527550" y="4470400"/>
          <p14:tracePt t="87261" x="4533900" y="4470400"/>
          <p14:tracePt t="87514" x="4533900" y="4464050"/>
          <p14:tracePt t="87542" x="4527550" y="4464050"/>
          <p14:tracePt t="87584" x="4521200" y="4464050"/>
          <p14:tracePt t="87598" x="4508500" y="4464050"/>
          <p14:tracePt t="87612" x="4508500" y="4470400"/>
          <p14:tracePt t="87619" x="4489450" y="4470400"/>
          <p14:tracePt t="87635" x="4445000" y="4476750"/>
          <p14:tracePt t="87649" x="4381500" y="4489450"/>
          <p14:tracePt t="87665" x="4292600" y="4495800"/>
          <p14:tracePt t="87682" x="4000500" y="4540250"/>
          <p14:tracePt t="87699" x="3790950" y="4552950"/>
          <p14:tracePt t="87702" x="3549650" y="4572000"/>
          <p14:tracePt t="87715" x="3308350" y="4584700"/>
          <p14:tracePt t="87732" x="2946400" y="4584700"/>
          <p14:tracePt t="87749" x="2705100" y="4578350"/>
          <p14:tracePt t="87766" x="2533650" y="4559300"/>
          <p14:tracePt t="87781" x="2482850" y="4552950"/>
          <p14:tracePt t="87798" x="2387600" y="4533900"/>
          <p14:tracePt t="87816" x="2330450" y="4527550"/>
          <p14:tracePt t="87831" x="2298700" y="4508500"/>
          <p14:tracePt t="87848" x="2241550" y="4495800"/>
          <p14:tracePt t="87865" x="2190750" y="4483100"/>
          <p14:tracePt t="87881" x="2159000" y="4483100"/>
          <p14:tracePt t="87898" x="2108200" y="4470400"/>
          <p14:tracePt t="87915" x="2044700" y="4445000"/>
          <p14:tracePt t="87931" x="2000250" y="4425950"/>
          <p14:tracePt t="87948" x="1898650" y="4394200"/>
          <p14:tracePt t="87965" x="1803400" y="4368800"/>
          <p14:tracePt t="87981" x="1765300" y="4356100"/>
          <p14:tracePt t="87998" x="1682750" y="4343400"/>
          <p14:tracePt t="88014" x="1619250" y="4337050"/>
          <p14:tracePt t="88031" x="1593850" y="4337050"/>
          <p14:tracePt t="88047" x="1555750" y="4337050"/>
          <p14:tracePt t="88064" x="1524000" y="4337050"/>
          <p14:tracePt t="88081" x="1504950" y="4337050"/>
          <p14:tracePt t="88097" x="1479550" y="4337050"/>
          <p14:tracePt t="88131" x="1454150" y="4337050"/>
          <p14:tracePt t="88147" x="1441450" y="4337050"/>
          <p14:tracePt t="88164" x="1428750" y="4343400"/>
          <p14:tracePt t="88180" x="1409700" y="4349750"/>
          <p14:tracePt t="88197" x="1384300" y="4356100"/>
          <p14:tracePt t="88200" x="1365250" y="4356100"/>
          <p14:tracePt t="88230" x="1339850" y="4362450"/>
          <p14:tracePt t="88247" x="1327150" y="4362450"/>
          <p14:tracePt t="88265" x="1320800" y="4362450"/>
          <p14:tracePt t="88280" x="1314450" y="4362450"/>
          <p14:tracePt t="88297" x="1308100" y="4368800"/>
          <p14:tracePt t="88342" x="1314450" y="4368800"/>
          <p14:tracePt t="88355" x="1327150" y="4368800"/>
          <p14:tracePt t="88365" x="1346200" y="4368800"/>
          <p14:tracePt t="88379" x="1365250" y="4368800"/>
          <p14:tracePt t="88396" x="1403350" y="4368800"/>
          <p14:tracePt t="88413" x="1619250" y="4368800"/>
          <p14:tracePt t="88429" x="1701800" y="4356100"/>
          <p14:tracePt t="88447" x="1866900" y="4349750"/>
          <p14:tracePt t="88463" x="1917700" y="4349750"/>
          <p14:tracePt t="88479" x="2006600" y="4349750"/>
          <p14:tracePt t="88496" x="2057400" y="4337050"/>
          <p14:tracePt t="88512" x="2070100" y="4337050"/>
          <p14:tracePt t="88530" x="2089150" y="4337050"/>
          <p14:tracePt t="88572" x="2089150" y="4330700"/>
          <p14:tracePt t="88761" x="2082800" y="4324350"/>
          <p14:tracePt t="88769" x="2076450" y="4324350"/>
          <p14:tracePt t="89102" x="2114550" y="4324350"/>
          <p14:tracePt t="89109" x="2190750" y="4343400"/>
          <p14:tracePt t="89123" x="2273300" y="4356100"/>
          <p14:tracePt t="89130" x="2400300" y="4375150"/>
          <p14:tracePt t="89147" x="2540000" y="4394200"/>
          <p14:tracePt t="89160" x="2762250" y="4425950"/>
          <p14:tracePt t="89177" x="3200400" y="4476750"/>
          <p14:tracePt t="89194" x="3581400" y="4508500"/>
          <p14:tracePt t="89210" x="3733800" y="4508500"/>
          <p14:tracePt t="89227" x="3987800" y="4483100"/>
          <p14:tracePt t="89244" x="4133850" y="4445000"/>
          <p14:tracePt t="89260" x="4191000" y="4425950"/>
          <p14:tracePt t="89277" x="4260850" y="4419600"/>
          <p14:tracePt t="89292" x="4311650" y="4400550"/>
          <p14:tracePt t="89310" x="4337050" y="4394200"/>
          <p14:tracePt t="89327" x="4381500" y="4375150"/>
          <p14:tracePt t="89343" x="4406900" y="4368800"/>
          <p14:tracePt t="89359" x="4419600" y="4362450"/>
          <p14:tracePt t="89376" x="4432300" y="4356100"/>
          <p14:tracePt t="89393" x="4438650" y="4349750"/>
          <p14:tracePt t="89426" x="4438650" y="4343400"/>
          <p14:tracePt t="89443" x="4438650" y="4337050"/>
          <p14:tracePt t="89462" x="4438650" y="4330700"/>
          <p14:tracePt t="89502" x="4425950" y="4337050"/>
          <p14:tracePt t="89516" x="4419600" y="4337050"/>
          <p14:tracePt t="89530" x="4406900" y="4337050"/>
          <p14:tracePt t="89544" x="4387850" y="4343400"/>
          <p14:tracePt t="89551" x="4349750" y="4343400"/>
          <p14:tracePt t="89565" x="4298950" y="4356100"/>
          <p14:tracePt t="89575" x="4210050" y="4362450"/>
          <p14:tracePt t="89593" x="4108450" y="4375150"/>
          <p14:tracePt t="89610" x="3790950" y="4394200"/>
          <p14:tracePt t="89626" x="3327400" y="4438650"/>
          <p14:tracePt t="89643" x="2851150" y="4464050"/>
          <p14:tracePt t="89659" x="2609850" y="4483100"/>
          <p14:tracePt t="89675" x="2260600" y="4495800"/>
          <p14:tracePt t="89692" x="2070100" y="4495800"/>
          <p14:tracePt t="89708" x="2000250" y="4489450"/>
          <p14:tracePt t="89725" x="1962150" y="4489450"/>
          <p14:tracePt t="89742" x="1911350" y="4483100"/>
          <p14:tracePt t="89775" x="1911350" y="4476750"/>
          <p14:tracePt t="89804" x="1911350" y="4470400"/>
          <p14:tracePt t="89811" x="1905000" y="4470400"/>
          <p14:tracePt t="89902" x="1905000" y="4464050"/>
          <p14:tracePt t="89923" x="1911350" y="4464050"/>
          <p14:tracePt t="89930" x="1917700" y="4464050"/>
          <p14:tracePt t="89944" x="1930400" y="4464050"/>
          <p14:tracePt t="89958" x="1955800" y="4457700"/>
          <p14:tracePt t="89974" x="2044700" y="4445000"/>
          <p14:tracePt t="89991" x="2120900" y="4445000"/>
          <p14:tracePt t="90008" x="2336800" y="4445000"/>
          <p14:tracePt t="90024" x="2597150" y="4445000"/>
          <p14:tracePt t="90041" x="2755900" y="4451350"/>
          <p14:tracePt t="90057" x="3060700" y="4489450"/>
          <p14:tracePt t="90074" x="3194050" y="4489450"/>
          <p14:tracePt t="90092" x="3562350" y="4483100"/>
          <p14:tracePt t="90107" x="3651250" y="4470400"/>
          <p14:tracePt t="90123" x="3746500" y="4451350"/>
          <p14:tracePt t="90141" x="3886200" y="4432300"/>
          <p14:tracePt t="90157" x="3987800" y="4387850"/>
          <p14:tracePt t="90173" x="4013200" y="4381500"/>
          <p14:tracePt t="90190" x="4051300" y="4362450"/>
          <p14:tracePt t="90207" x="4057650" y="4362450"/>
          <p14:tracePt t="90246" x="4064000" y="4356100"/>
          <p14:tracePt t="90288" x="4064000" y="4349750"/>
          <p14:tracePt t="90358" x="4057650" y="4349750"/>
          <p14:tracePt t="90456" x="4051300" y="4349750"/>
          <p14:tracePt t="90499" x="4044950" y="4349750"/>
          <p14:tracePt t="90541" x="4038600" y="4356100"/>
          <p14:tracePt t="91017" x="4006850" y="4305300"/>
          <p14:tracePt t="91024" x="3949700" y="4222750"/>
          <p14:tracePt t="91040" x="3886200" y="4114800"/>
          <p14:tracePt t="91054" x="3816350" y="3994150"/>
          <p14:tracePt t="91070" x="3765550" y="3879850"/>
          <p14:tracePt t="91087" x="3536950" y="3505200"/>
          <p14:tracePt t="91103" x="3473450" y="3409950"/>
          <p14:tracePt t="91120" x="3352800" y="3244850"/>
          <p14:tracePt t="91137" x="3244850" y="3117850"/>
          <p14:tracePt t="91153" x="3181350" y="3060700"/>
          <p14:tracePt t="91171" x="3105150" y="2978150"/>
          <p14:tracePt t="91187" x="3035300" y="2908300"/>
          <p14:tracePt t="91203" x="2997200" y="2882900"/>
          <p14:tracePt t="91221" x="2965450" y="2844800"/>
          <p14:tracePt t="91236" x="2933700" y="2819400"/>
          <p14:tracePt t="91253" x="2927350" y="2806700"/>
          <p14:tracePt t="91256" x="2914650" y="2800350"/>
          <p14:tracePt t="91272" x="2908300" y="2787650"/>
          <p14:tracePt t="91286" x="2895600" y="2774950"/>
          <p14:tracePt t="91303" x="2870200" y="2749550"/>
          <p14:tracePt t="91320" x="2832100" y="2711450"/>
          <p14:tracePt t="91336" x="2819400" y="2698750"/>
          <p14:tracePt t="91353" x="2794000" y="2679700"/>
          <p14:tracePt t="91369" x="2755900" y="2641600"/>
          <p14:tracePt t="91386" x="2736850" y="2628900"/>
          <p14:tracePt t="91403" x="2686050" y="2590800"/>
          <p14:tracePt t="91419" x="2616200" y="2533650"/>
          <p14:tracePt t="91436" x="2597150" y="2508250"/>
          <p14:tracePt t="91452" x="2540000" y="2451100"/>
          <p14:tracePt t="91469" x="2476500" y="2381250"/>
          <p14:tracePt t="91486" x="2451100" y="2349500"/>
          <p14:tracePt t="91502" x="2406650" y="2286000"/>
          <p14:tracePt t="91519" x="2343150" y="2228850"/>
          <p14:tracePt t="91536" x="2298700" y="2184400"/>
          <p14:tracePt t="91552" x="2266950" y="2146300"/>
          <p14:tracePt t="91568" x="2222500" y="2120900"/>
          <p14:tracePt t="91586" x="2133600" y="2057400"/>
          <p14:tracePt t="91602" x="2101850" y="2044700"/>
          <p14:tracePt t="91618" x="2082800" y="2025650"/>
          <p14:tracePt t="91635" x="2038350" y="2006600"/>
          <p14:tracePt t="91652" x="2012950" y="1987550"/>
          <p14:tracePt t="91669" x="2000250" y="1981200"/>
          <p14:tracePt t="91684" x="1981200" y="1974850"/>
          <p14:tracePt t="91701" x="1955800" y="1962150"/>
          <p14:tracePt t="91719" x="1930400" y="1955800"/>
          <p14:tracePt t="91735" x="1917700" y="1949450"/>
          <p14:tracePt t="91751" x="1911350" y="1943100"/>
          <p14:tracePt t="91768" x="1898650" y="1943100"/>
          <p14:tracePt t="91784" x="1892300" y="1943100"/>
          <p14:tracePt t="91801" x="1879600" y="1936750"/>
          <p14:tracePt t="91818" x="1873250" y="1930400"/>
          <p14:tracePt t="91834" x="1866900" y="1930400"/>
          <p14:tracePt t="91852" x="1854200" y="1924050"/>
          <p14:tracePt t="91867" x="1828800" y="1917700"/>
          <p14:tracePt t="91884" x="1816100" y="1917700"/>
          <p14:tracePt t="91901" x="1784350" y="1905000"/>
          <p14:tracePt t="91917" x="1771650" y="1905000"/>
          <p14:tracePt t="91934" x="1752600" y="1892300"/>
          <p14:tracePt t="91950" x="1727200" y="1885950"/>
          <p14:tracePt t="91983" x="1727200" y="1879600"/>
          <p14:tracePt t="92408" x="1720850" y="1879600"/>
          <p14:tracePt t="92422" x="1708150" y="1873250"/>
          <p14:tracePt t="92429" x="1689100" y="1866900"/>
          <p14:tracePt t="92444" x="1676400" y="1860550"/>
          <p14:tracePt t="92452" x="1657350" y="1847850"/>
          <p14:tracePt t="92465" x="1644650" y="1841500"/>
          <p14:tracePt t="92482" x="1606550" y="1828800"/>
          <p14:tracePt t="92499" x="1587500" y="1822450"/>
          <p14:tracePt t="92515" x="1581150" y="1816100"/>
          <p14:tracePt t="92532" x="1574800" y="1816100"/>
          <p14:tracePt t="92549" x="1562100" y="1816100"/>
          <p14:tracePt t="92668" x="1555750" y="1816100"/>
          <p14:tracePt t="92781" x="1549400" y="1816100"/>
          <p14:tracePt t="93860" x="1555750" y="1816100"/>
          <p14:tracePt t="93882" x="1562100" y="1816100"/>
          <p14:tracePt t="93896" x="1568450" y="1816100"/>
          <p14:tracePt t="93903" x="1574800" y="1816100"/>
          <p14:tracePt t="93917" x="1581150" y="1816100"/>
          <p14:tracePt t="93927" x="1593850" y="1816100"/>
          <p14:tracePt t="93945" x="1676400" y="1828800"/>
          <p14:tracePt t="93960" x="1739900" y="1835150"/>
          <p14:tracePt t="93977" x="1917700" y="1854200"/>
          <p14:tracePt t="93994" x="2165350" y="1885950"/>
          <p14:tracePt t="94010" x="2292350" y="1898650"/>
          <p14:tracePt t="94027" x="2533650" y="1917700"/>
          <p14:tracePt t="94045" x="2736850" y="1943100"/>
          <p14:tracePt t="94061" x="2813050" y="1943100"/>
          <p14:tracePt t="94077" x="2927350" y="1949450"/>
          <p14:tracePt t="94093" x="2978150" y="1949450"/>
          <p14:tracePt t="94110" x="2997200" y="1949450"/>
          <p14:tracePt t="94128" x="3016250" y="1949450"/>
          <p14:tracePt t="94143" x="3028950" y="1949450"/>
          <p14:tracePt t="94212" x="3035300" y="1949450"/>
          <p14:tracePt t="94275" x="3035300" y="1943100"/>
          <p14:tracePt t="94324" x="3041650" y="1936750"/>
          <p14:tracePt t="95720" x="3035300" y="1943100"/>
          <p14:tracePt t="95748" x="3028950" y="1943100"/>
          <p14:tracePt t="95756" x="3022600" y="1949450"/>
          <p14:tracePt t="95769" x="3022600" y="1955800"/>
          <p14:tracePt t="95776" x="3016250" y="1962150"/>
          <p14:tracePt t="95791" x="3009900" y="1968500"/>
          <p14:tracePt t="95804" x="2997200" y="1968500"/>
          <p14:tracePt t="95821" x="2965450" y="1993900"/>
          <p14:tracePt t="95837" x="2946400" y="2012950"/>
          <p14:tracePt t="95854" x="2876550" y="2057400"/>
          <p14:tracePt t="95870" x="2813050" y="2082800"/>
          <p14:tracePt t="95887" x="2787650" y="2101850"/>
          <p14:tracePt t="95904" x="2730500" y="2133600"/>
          <p14:tracePt t="95920" x="2698750" y="2146300"/>
          <p14:tracePt t="95938" x="2679700" y="2159000"/>
          <p14:tracePt t="95953" x="2673350" y="2159000"/>
          <p14:tracePt t="95970" x="2667000" y="2159000"/>
          <p14:tracePt t="96808" x="2667000" y="2152650"/>
          <p14:tracePt t="97411" x="2673350" y="2152650"/>
          <p14:tracePt t="97475" x="2679700" y="2152650"/>
          <p14:tracePt t="97502" x="2679700" y="2146300"/>
          <p14:tracePt t="97531" x="2686050" y="2139950"/>
          <p14:tracePt t="97552" x="2692400" y="2133600"/>
          <p14:tracePt t="97594" x="2698750" y="2133600"/>
          <p14:tracePt t="97643" x="2698750" y="2127250"/>
          <p14:tracePt t="97734" x="2705100" y="2127250"/>
          <p14:tracePt t="97762" x="2705100" y="2120900"/>
          <p14:tracePt t="97790" x="2711450" y="2114550"/>
          <p14:tracePt t="97811" x="2717800" y="2108200"/>
          <p14:tracePt t="97832" x="2724150" y="2101850"/>
          <p14:tracePt t="97854" x="2724150" y="2089150"/>
          <p14:tracePt t="97860" x="2730500" y="2089150"/>
          <p14:tracePt t="97882" x="2736850" y="2089150"/>
          <p14:tracePt t="97895" x="2736850" y="2082800"/>
          <p14:tracePt t="97902" x="2736850" y="2076450"/>
          <p14:tracePt t="97931" x="2736850" y="2070100"/>
          <p14:tracePt t="97966" x="2736850" y="2063750"/>
          <p14:tracePt t="97994" x="2736850" y="2057400"/>
          <p14:tracePt t="98022" x="2730500" y="2057400"/>
          <p14:tracePt t="98036" x="2730500" y="2051050"/>
          <p14:tracePt t="98043" x="2724150" y="2051050"/>
          <p14:tracePt t="98057" x="2717800" y="2051050"/>
          <p14:tracePt t="98065" x="2711450" y="2051050"/>
          <p14:tracePt t="98079" x="2698750" y="2044700"/>
          <p14:tracePt t="98096" x="2660650" y="2038350"/>
          <p14:tracePt t="98113" x="2590800" y="2019300"/>
          <p14:tracePt t="98129" x="2520950" y="2000250"/>
          <p14:tracePt t="98146" x="2387600" y="1974850"/>
          <p14:tracePt t="98163" x="2247900" y="1955800"/>
          <p14:tracePt t="98179" x="2184400" y="1955800"/>
          <p14:tracePt t="98196" x="2101850" y="1930400"/>
          <p14:tracePt t="98212" x="1930400" y="1905000"/>
          <p14:tracePt t="98229" x="1892300" y="1898650"/>
          <p14:tracePt t="98246" x="1797050" y="1892300"/>
          <p14:tracePt t="98262" x="1765300" y="1892300"/>
          <p14:tracePt t="98279" x="1689100" y="1892300"/>
          <p14:tracePt t="98296" x="1638300" y="1879600"/>
          <p14:tracePt t="98312" x="1619250" y="1873250"/>
          <p14:tracePt t="98329" x="1581150" y="1873250"/>
          <p14:tracePt t="98345" x="1555750" y="1873250"/>
          <p14:tracePt t="98362" x="1549400" y="1873250"/>
          <p14:tracePt t="98365" x="1536700" y="1873250"/>
          <p14:tracePt t="98378" x="1530350" y="1873250"/>
          <p14:tracePt t="98395" x="1524000" y="1873250"/>
          <p14:tracePt t="98411" x="1517650" y="1879600"/>
          <p14:tracePt t="98429" x="1504950" y="1885950"/>
          <p14:tracePt t="98445" x="1492250" y="1892300"/>
          <p14:tracePt t="98485" x="1485900" y="1898650"/>
          <p14:tracePt t="98534" x="1479550" y="1898650"/>
          <p14:tracePt t="98632" x="1473200" y="1898650"/>
          <p14:tracePt t="98948" x="1479550" y="1898650"/>
          <p14:tracePt t="99039" x="1485900" y="1898650"/>
          <p14:tracePt t="99404" x="1485900" y="1892300"/>
          <p14:tracePt t="99508" x="1485900" y="1885950"/>
          <p14:tracePt t="99544" x="1485900" y="1879600"/>
          <p14:tracePt t="99565" x="1485900" y="1873250"/>
          <p14:tracePt t="99586" x="1485900" y="1866900"/>
          <p14:tracePt t="99678" x="1492250" y="1860550"/>
          <p14:tracePt t="99727" x="1492250" y="1854200"/>
          <p14:tracePt t="99769" x="1492250" y="1847850"/>
          <p14:tracePt t="99818" x="1492250" y="1841500"/>
          <p14:tracePt t="99867" x="1492250" y="1835150"/>
          <p14:tracePt t="99937" x="1492250" y="1828800"/>
          <p14:tracePt t="100057" x="1498600" y="1828800"/>
          <p14:tracePt t="100120" x="1504950" y="1828800"/>
          <p14:tracePt t="100218" x="1511300" y="1835150"/>
          <p14:tracePt t="100288" x="1517650" y="1835150"/>
          <p14:tracePt t="100337" x="1524000" y="1835150"/>
          <p14:tracePt t="100386" x="1530350" y="1835150"/>
          <p14:tracePt t="100443" x="1536700" y="1841500"/>
          <p14:tracePt t="101412" x="1543050" y="1841500"/>
          <p14:tracePt t="101461" x="1549400" y="1847850"/>
          <p14:tracePt t="101523" x="1555750" y="1847850"/>
          <p14:tracePt t="101566" x="1555750" y="1854200"/>
          <p14:tracePt t="101573" x="1562100" y="1854200"/>
          <p14:tracePt t="101594" x="1562100" y="1860550"/>
          <p14:tracePt t="101622" x="1568450" y="1860550"/>
          <p14:tracePt t="101636" x="1581150" y="1860550"/>
          <p14:tracePt t="101642" x="1581150" y="1866900"/>
          <p14:tracePt t="101651" x="1587500" y="1866900"/>
          <p14:tracePt t="101667" x="1600200" y="1866900"/>
          <p14:tracePt t="101684" x="1606550" y="1866900"/>
          <p14:tracePt t="101700" x="1625600" y="1873250"/>
          <p14:tracePt t="101717" x="1651000" y="1879600"/>
          <p14:tracePt t="101734" x="1689100" y="1885950"/>
          <p14:tracePt t="101750" x="1695450" y="1885950"/>
          <p14:tracePt t="101767" x="1727200" y="1892300"/>
          <p14:tracePt t="101784" x="1746250" y="1892300"/>
          <p14:tracePt t="101800" x="1752600" y="1898650"/>
          <p14:tracePt t="101817" x="1771650" y="1905000"/>
          <p14:tracePt t="101833" x="1784350" y="1905000"/>
          <p14:tracePt t="101850" x="1797050" y="1905000"/>
          <p14:tracePt t="101867" x="1816100" y="1905000"/>
          <p14:tracePt t="101883" x="1828800" y="1905000"/>
          <p14:tracePt t="101900" x="1847850" y="1905000"/>
          <p14:tracePt t="101917" x="1885950" y="1911350"/>
          <p14:tracePt t="101933" x="1936750" y="1911350"/>
          <p14:tracePt t="101949" x="1974850" y="1911350"/>
          <p14:tracePt t="101966" x="2063750" y="1911350"/>
          <p14:tracePt t="101983" x="2101850" y="1911350"/>
          <p14:tracePt t="101999" x="2203450" y="1911350"/>
          <p14:tracePt t="102016" x="2298700" y="1917700"/>
          <p14:tracePt t="102032" x="2349500" y="1917700"/>
          <p14:tracePt t="102049" x="2444750" y="1917700"/>
          <p14:tracePt t="102065" x="2501900" y="1917700"/>
          <p14:tracePt t="102082" x="2520950" y="1911350"/>
          <p14:tracePt t="102099" x="2559050" y="1911350"/>
          <p14:tracePt t="102115" x="2571750" y="1898650"/>
          <p14:tracePt t="102132" x="2578100" y="1898650"/>
          <p14:tracePt t="102149" x="2578100" y="1892300"/>
          <p14:tracePt t="102165" x="2571750" y="1892300"/>
          <p14:tracePt t="102182" x="2565400" y="1892300"/>
          <p14:tracePt t="102198" x="2559050" y="1892300"/>
          <p14:tracePt t="102215" x="2540000" y="1892300"/>
          <p14:tracePt t="102233" x="2514600" y="1892300"/>
          <p14:tracePt t="102248" x="2495550" y="1892300"/>
          <p14:tracePt t="102265" x="2482850" y="1898650"/>
          <p14:tracePt t="102282" x="2387600" y="1905000"/>
          <p14:tracePt t="102298" x="2343150" y="1905000"/>
          <p14:tracePt t="102315" x="2305050" y="1905000"/>
          <p14:tracePt t="102331" x="2216150" y="1911350"/>
          <p14:tracePt t="102348" x="2133600" y="1911350"/>
          <p14:tracePt t="102365" x="2095500" y="1911350"/>
          <p14:tracePt t="102381" x="2044700" y="1911350"/>
          <p14:tracePt t="102398" x="2012950" y="1917700"/>
          <p14:tracePt t="102415" x="1987550" y="1924050"/>
          <p14:tracePt t="102431" x="1981200" y="1924050"/>
          <p14:tracePt t="102448" x="1962150" y="1924050"/>
          <p14:tracePt t="102465" x="1943100" y="1930400"/>
          <p14:tracePt t="102481" x="1936750" y="1930400"/>
          <p14:tracePt t="102497" x="1924050" y="1930400"/>
          <p14:tracePt t="102514" x="1917700" y="1930400"/>
          <p14:tracePt t="102531" x="1911350" y="1930400"/>
          <p14:tracePt t="102548" x="1905000" y="1930400"/>
          <p14:tracePt t="102580" x="1898650" y="1930400"/>
          <p14:tracePt t="102598" x="1892300" y="1930400"/>
          <p14:tracePt t="102647" x="1885950" y="1930400"/>
          <p14:tracePt t="102675" x="1879600" y="1930400"/>
          <p14:tracePt t="102696" x="1873250" y="1930400"/>
          <p14:tracePt t="102725" x="1860550" y="1930400"/>
          <p14:tracePt t="102746" x="1854200" y="1930400"/>
          <p14:tracePt t="102767" x="1847850" y="1930400"/>
          <p14:tracePt t="102795" x="1841500" y="1930400"/>
          <p14:tracePt t="102865" x="1854200" y="1930400"/>
          <p14:tracePt t="102880" x="1866900" y="1930400"/>
          <p14:tracePt t="102886" x="1892300" y="1930400"/>
          <p14:tracePt t="102900" x="1924050" y="1943100"/>
          <p14:tracePt t="102914" x="2038350" y="1943100"/>
          <p14:tracePt t="102930" x="2127250" y="1943100"/>
          <p14:tracePt t="102946" x="2216150" y="1943100"/>
          <p14:tracePt t="102963" x="2406650" y="1936750"/>
          <p14:tracePt t="102979" x="2616200" y="1917700"/>
          <p14:tracePt t="102996" x="2692400" y="1905000"/>
          <p14:tracePt t="103012" x="2844800" y="1898650"/>
          <p14:tracePt t="103029" x="2952750" y="1879600"/>
          <p14:tracePt t="103046" x="2978150" y="1879600"/>
          <p14:tracePt t="103062" x="3022600" y="1866900"/>
          <p14:tracePt t="103079" x="3041650" y="1866900"/>
          <p14:tracePt t="103096" x="3048000" y="1866900"/>
          <p14:tracePt t="103841" x="3041650" y="1866900"/>
          <p14:tracePt t="103869" x="3035300" y="1866900"/>
          <p14:tracePt t="103897" x="3028950" y="1866900"/>
          <p14:tracePt t="103932" x="3022600" y="1866900"/>
          <p14:tracePt t="103954" x="3016250" y="1873250"/>
          <p14:tracePt t="103961" x="3009900" y="1873250"/>
          <p14:tracePt t="103967" x="3003550" y="1873250"/>
          <p14:tracePt t="103982" x="2990850" y="1873250"/>
          <p14:tracePt t="103992" x="2978150" y="1879600"/>
          <p14:tracePt t="104009" x="2914650" y="1879600"/>
          <p14:tracePt t="104025" x="2844800" y="1879600"/>
          <p14:tracePt t="104042" x="2705100" y="1879600"/>
          <p14:tracePt t="104059" x="2540000" y="1879600"/>
          <p14:tracePt t="104075" x="2463800" y="1879600"/>
          <p14:tracePt t="104092" x="2374900" y="1879600"/>
          <p14:tracePt t="104109" x="2171700" y="1879600"/>
          <p14:tracePt t="104125" x="2108200" y="1879600"/>
          <p14:tracePt t="104142" x="2057400" y="1873250"/>
          <p14:tracePt t="104158" x="1981200" y="1860550"/>
          <p14:tracePt t="104175" x="1924050" y="1860550"/>
          <p14:tracePt t="104193" x="1879600" y="1854200"/>
          <p14:tracePt t="104208" x="1854200" y="1854200"/>
          <p14:tracePt t="104225" x="1809750" y="1854200"/>
          <p14:tracePt t="104242" x="1765300" y="1854200"/>
          <p14:tracePt t="104258" x="1746250" y="1854200"/>
          <p14:tracePt t="104275" x="1720850" y="1847850"/>
          <p14:tracePt t="104291" x="1689100" y="1835150"/>
          <p14:tracePt t="104308" x="1676400" y="1835150"/>
          <p14:tracePt t="104325" x="1644650" y="1828800"/>
          <p14:tracePt t="104341" x="1619250" y="1828800"/>
          <p14:tracePt t="104358" x="1600200" y="1828800"/>
          <p14:tracePt t="104375" x="1562100" y="1822450"/>
          <p14:tracePt t="104391" x="1536700" y="1822450"/>
          <p14:tracePt t="104407" x="1530350" y="1822450"/>
          <p14:tracePt t="104411" x="1517650" y="1822450"/>
          <p14:tracePt t="104431" x="1511300" y="1822450"/>
          <p14:tracePt t="104452" x="1498600" y="1822450"/>
          <p14:tracePt t="105397" x="1511300" y="1828800"/>
          <p14:tracePt t="105405" x="1524000" y="1841500"/>
          <p14:tracePt t="105419" x="1549400" y="1841500"/>
          <p14:tracePt t="105426" x="1581150" y="1866900"/>
          <p14:tracePt t="105441" x="1625600" y="1885950"/>
          <p14:tracePt t="105454" x="1739900" y="1930400"/>
          <p14:tracePt t="105470" x="1790700" y="1949450"/>
          <p14:tracePt t="105487" x="1873250" y="1981200"/>
          <p14:tracePt t="105504" x="2032000" y="2038350"/>
          <p14:tracePt t="105520" x="2228850" y="2101850"/>
          <p14:tracePt t="105537" x="2330450" y="2133600"/>
          <p14:tracePt t="105553" x="2533650" y="2139950"/>
          <p14:tracePt t="105570" x="2711450" y="2139950"/>
          <p14:tracePt t="105587" x="2844800" y="2127250"/>
          <p14:tracePt t="105603" x="2895600" y="2120900"/>
          <p14:tracePt t="105620" x="2997200" y="2076450"/>
          <p14:tracePt t="105637" x="3067050" y="2025650"/>
          <p14:tracePt t="105653" x="3086100" y="2012950"/>
          <p14:tracePt t="105670" x="3111500" y="1974850"/>
          <p14:tracePt t="105687" x="3124200" y="1949450"/>
          <p14:tracePt t="105703" x="3130550" y="1936750"/>
          <p14:tracePt t="105721" x="3136900" y="1924050"/>
          <p14:tracePt t="105736" x="3143250" y="1911350"/>
          <p14:tracePt t="105753" x="3143250" y="1905000"/>
          <p14:tracePt t="105770" x="3143250" y="1898650"/>
          <p14:tracePt t="105797" x="3143250" y="1892300"/>
          <p14:tracePt t="105917" x="3136900" y="1892300"/>
          <p14:tracePt t="105931" x="3130550" y="1898650"/>
          <p14:tracePt t="105959" x="3124200" y="1905000"/>
          <p14:tracePt t="105966" x="3117850" y="1911350"/>
          <p14:tracePt t="105980" x="3111500" y="1911350"/>
          <p14:tracePt t="105989" x="3098800" y="1911350"/>
          <p14:tracePt t="106002" x="3086100" y="1924050"/>
          <p14:tracePt t="106019" x="3016250" y="1949450"/>
          <p14:tracePt t="106036" x="2901950" y="1981200"/>
          <p14:tracePt t="106051" x="2813050" y="2012950"/>
          <p14:tracePt t="106068" x="2711450" y="2032000"/>
          <p14:tracePt t="106086" x="2362200" y="2089150"/>
          <p14:tracePt t="106102" x="2235200" y="2089150"/>
          <p14:tracePt t="106118" x="2114550" y="2089150"/>
          <p14:tracePt t="106135" x="1866900" y="2063750"/>
          <p14:tracePt t="106151" x="1676400" y="2019300"/>
          <p14:tracePt t="106168" x="1600200" y="2012950"/>
          <p14:tracePt t="106185" x="1498600" y="1974850"/>
          <p14:tracePt t="106201" x="1447800" y="1962150"/>
          <p14:tracePt t="106220" x="1422400" y="1949450"/>
          <p14:tracePt t="106234" x="1416050" y="1949450"/>
          <p14:tracePt t="106251" x="1409700" y="1949450"/>
          <p14:tracePt t="106353" x="1409700" y="1943100"/>
          <p14:tracePt t="106359" x="1416050" y="1943100"/>
          <p14:tracePt t="106367" x="1428750" y="1943100"/>
          <p14:tracePt t="106384" x="1447800" y="1943100"/>
          <p14:tracePt t="106402" x="1536700" y="1936750"/>
          <p14:tracePt t="106417" x="1625600" y="1936750"/>
          <p14:tracePt t="106434" x="1841500" y="1936750"/>
          <p14:tracePt t="106451" x="2108200" y="1936750"/>
          <p14:tracePt t="106467" x="2235200" y="1936750"/>
          <p14:tracePt t="106483" x="2463800" y="1911350"/>
          <p14:tracePt t="106500" x="2654300" y="1892300"/>
          <p14:tracePt t="106517" x="2717800" y="1885950"/>
          <p14:tracePt t="106533" x="2819400" y="1860550"/>
          <p14:tracePt t="106550" x="2876550" y="1835150"/>
          <p14:tracePt t="106567" x="2895600" y="1828800"/>
          <p14:tracePt t="106584" x="2933700" y="1822450"/>
          <p14:tracePt t="106600" x="2959100" y="1822450"/>
          <p14:tracePt t="106617" x="2959100" y="1816100"/>
          <p14:tracePt t="106650" x="2965450" y="1816100"/>
          <p14:tracePt t="107260" x="2959100" y="1828800"/>
          <p14:tracePt t="107274" x="2952750" y="1841500"/>
          <p14:tracePt t="107284" x="2940050" y="1847850"/>
          <p14:tracePt t="107297" x="2921000" y="1854200"/>
          <p14:tracePt t="107314" x="2901950" y="1860550"/>
          <p14:tracePt t="107331" x="2768600" y="1866900"/>
          <p14:tracePt t="107348" x="2679700" y="1866900"/>
          <p14:tracePt t="107365" x="2476500" y="1854200"/>
          <p14:tracePt t="107381" x="2355850" y="1835150"/>
          <p14:tracePt t="107397" x="2114550" y="1790700"/>
          <p14:tracePt t="107415" x="1949450" y="1771650"/>
          <p14:tracePt t="107430" x="1866900" y="1758950"/>
          <p14:tracePt t="107448" x="1797050" y="1752600"/>
          <p14:tracePt t="107464" x="1765300" y="1752600"/>
          <p14:tracePt t="107497" x="1752600" y="1752600"/>
          <p14:tracePt t="107514" x="1733550" y="1752600"/>
          <p14:tracePt t="107530" x="1727200" y="1752600"/>
          <p14:tracePt t="107547" x="1720850" y="1752600"/>
          <p14:tracePt t="107564" x="1708150" y="1752600"/>
          <p14:tracePt t="107580" x="1701800" y="1752600"/>
          <p14:tracePt t="107597" x="1689100" y="1752600"/>
          <p14:tracePt t="107613" x="1682750" y="1752600"/>
          <p14:tracePt t="107630" x="1682750" y="1746250"/>
          <p14:tracePt t="107647" x="1670050" y="1746250"/>
          <p14:tracePt t="107680" x="1663700" y="1746250"/>
          <p14:tracePt t="107737" x="1670050" y="1746250"/>
          <p14:tracePt t="107744" x="1682750" y="1746250"/>
          <p14:tracePt t="107751" x="1708150" y="1746250"/>
          <p14:tracePt t="107766" x="1746250" y="1746250"/>
          <p14:tracePt t="107780" x="1797050" y="1746250"/>
          <p14:tracePt t="107796" x="2000250" y="1746250"/>
          <p14:tracePt t="107812" x="2139950" y="1752600"/>
          <p14:tracePt t="107829" x="2419350" y="1752600"/>
          <p14:tracePt t="107846" x="2679700" y="1746250"/>
          <p14:tracePt t="107863" x="2882900" y="1739900"/>
          <p14:tracePt t="107879" x="2940050" y="1727200"/>
          <p14:tracePt t="107896" x="3016250" y="1727200"/>
          <p14:tracePt t="107913" x="3041650" y="1720850"/>
          <p14:tracePt t="107929" x="3054350" y="1720850"/>
          <p14:tracePt t="107946" x="3060700" y="1720850"/>
          <p14:tracePt t="108046" x="3060700" y="1714500"/>
          <p14:tracePt t="108620" x="3060700" y="1758950"/>
          <p14:tracePt t="108628" x="3060700" y="1822450"/>
          <p14:tracePt t="108634" x="3073400" y="1911350"/>
          <p14:tracePt t="108648" x="3079750" y="2000250"/>
          <p14:tracePt t="108659" x="3092450" y="2101850"/>
          <p14:tracePt t="108676" x="3098800" y="2286000"/>
          <p14:tracePt t="108693" x="3098800" y="2362200"/>
          <p14:tracePt t="108709" x="3098800" y="2501900"/>
          <p14:tracePt t="108726" x="3098800" y="2641600"/>
          <p14:tracePt t="108742" x="3098800" y="2717800"/>
          <p14:tracePt t="108760" x="3086100" y="2794000"/>
          <p14:tracePt t="108776" x="3073400" y="2990850"/>
          <p14:tracePt t="108792" x="3060700" y="3048000"/>
          <p14:tracePt t="108810" x="3060700" y="3111500"/>
          <p14:tracePt t="108826" x="3060700" y="3130550"/>
          <p14:tracePt t="108842" x="3054350" y="3181350"/>
          <p14:tracePt t="108859" x="3054350" y="3232150"/>
          <p14:tracePt t="108875" x="3054350" y="3251200"/>
          <p14:tracePt t="108892" x="3054350" y="3295650"/>
          <p14:tracePt t="108908" x="3060700" y="3327400"/>
          <p14:tracePt t="108925" x="3060700" y="3346450"/>
          <p14:tracePt t="108942" x="3079750" y="3378200"/>
          <p14:tracePt t="108958" x="3111500" y="3409950"/>
          <p14:tracePt t="108975" x="3130550" y="3422650"/>
          <p14:tracePt t="108992" x="3168650" y="3422650"/>
          <p14:tracePt t="109337" x="3219450" y="3460750"/>
          <p14:tracePt t="109352" x="3276600" y="3530600"/>
          <p14:tracePt t="109360" x="3340100" y="3600450"/>
          <p14:tracePt t="109374" x="3397250" y="3683000"/>
          <p14:tracePt t="109390" x="3517900" y="3816350"/>
          <p14:tracePt t="109407" x="3581400" y="3873500"/>
          <p14:tracePt t="109423" x="3663950" y="3956050"/>
          <p14:tracePt t="109440" x="3683000" y="3981450"/>
          <p14:tracePt t="109457" x="3746500" y="4051300"/>
          <p14:tracePt t="109473" x="3765550" y="4064000"/>
          <p14:tracePt t="109490" x="3778250" y="4076700"/>
          <p14:tracePt t="109494" x="3784600" y="4089400"/>
          <p14:tracePt t="109507" x="3797300" y="4095750"/>
          <p14:tracePt t="109523" x="3810000" y="4121150"/>
          <p14:tracePt t="109540" x="3816350" y="4133850"/>
          <p14:tracePt t="109556" x="3822700" y="4140200"/>
          <p14:tracePt t="109573" x="3829050" y="4146550"/>
          <p14:tracePt t="109611" x="3829050" y="4152900"/>
          <p14:tracePt t="109737" x="3822700" y="4159250"/>
          <p14:tracePt t="109752" x="3816350" y="4159250"/>
          <p14:tracePt t="109774" x="3810000" y="4165600"/>
          <p14:tracePt t="109779" x="3797300" y="4165600"/>
          <p14:tracePt t="109794" x="3790950" y="4178300"/>
          <p14:tracePt t="109805" x="3771900" y="4178300"/>
          <p14:tracePt t="109823" x="3708400" y="4203700"/>
          <p14:tracePt t="109838" x="3663950" y="4222750"/>
          <p14:tracePt t="109855" x="3562350" y="4229100"/>
          <p14:tracePt t="109872" x="3454400" y="4248150"/>
          <p14:tracePt t="109888" x="3429000" y="4248150"/>
          <p14:tracePt t="109906" x="3365500" y="4254500"/>
          <p14:tracePt t="109922" x="3333750" y="4260850"/>
          <p14:tracePt t="109939" x="3327400" y="4260850"/>
          <p14:tracePt t="109955" x="3314700" y="4260850"/>
          <p14:tracePt t="110012" x="3321050" y="4260850"/>
          <p14:tracePt t="110018" x="3327400" y="4260850"/>
          <p14:tracePt t="110033" x="3346450" y="4260850"/>
          <p14:tracePt t="110042" x="3365500" y="4260850"/>
          <p14:tracePt t="110055" x="3403600" y="4254500"/>
          <p14:tracePt t="110071" x="3454400" y="4254500"/>
          <p14:tracePt t="110088" x="3695700" y="4191000"/>
          <p14:tracePt t="110104" x="3797300" y="4165600"/>
          <p14:tracePt t="110121" x="3905250" y="4133850"/>
          <p14:tracePt t="110138" x="4089400" y="4057650"/>
          <p14:tracePt t="110154" x="4222750" y="3987800"/>
          <p14:tracePt t="110171" x="4267200" y="3956050"/>
          <p14:tracePt t="110188" x="4349750" y="3905250"/>
          <p14:tracePt t="110204" x="4381500" y="3867150"/>
          <p14:tracePt t="110221" x="4387850" y="3854450"/>
          <p14:tracePt t="110238" x="4387850" y="3810000"/>
          <p14:tracePt t="110254" x="4356100" y="3740150"/>
          <p14:tracePt t="110272" x="4241800" y="3575050"/>
          <p14:tracePt t="110287" x="4159250" y="3448050"/>
          <p14:tracePt t="110304" x="3937000" y="3130550"/>
          <p14:tracePt t="110321" x="3651250" y="2692400"/>
          <p14:tracePt t="110337" x="3511550" y="2463800"/>
          <p14:tracePt t="110354" x="3365500" y="2190750"/>
          <p14:tracePt t="110370" x="3149600" y="1701800"/>
          <p14:tracePt t="110386" x="3067050" y="1485900"/>
          <p14:tracePt t="110404" x="2984500" y="1079500"/>
          <p14:tracePt t="110420" x="2952750" y="850900"/>
          <p14:tracePt t="110437" x="2946400" y="787400"/>
          <p14:tracePt t="110455" x="2946400" y="692150"/>
          <p14:tracePt t="110470" x="2946400" y="679450"/>
          <p14:tracePt t="110487" x="2946400" y="673100"/>
          <p14:tracePt t="110573" x="2952750" y="673100"/>
          <p14:tracePt t="110580" x="2959100" y="673100"/>
          <p14:tracePt t="110594" x="2965450" y="673100"/>
          <p14:tracePt t="110615" x="2971800" y="673100"/>
          <p14:tracePt t="110638" x="2971800" y="666750"/>
          <p14:tracePt t="110643" x="2984500" y="666750"/>
          <p14:tracePt t="110652" x="2997200" y="660400"/>
          <p14:tracePt t="110669" x="3009900" y="654050"/>
          <p14:tracePt t="110686" x="3048000" y="647700"/>
          <p14:tracePt t="110702" x="3073400" y="635000"/>
          <p14:tracePt t="110719" x="3124200" y="622300"/>
          <p14:tracePt t="110736" x="3232150" y="615950"/>
          <p14:tracePt t="110752" x="3295650" y="603250"/>
          <p14:tracePt t="110770" x="3460750" y="603250"/>
          <p14:tracePt t="110786" x="3676650" y="609600"/>
          <p14:tracePt t="110802" x="3790950" y="622300"/>
          <p14:tracePt t="110819" x="3994150" y="628650"/>
          <p14:tracePt t="110835" x="4171950" y="628650"/>
          <p14:tracePt t="110852" x="4235450" y="628650"/>
          <p14:tracePt t="110869" x="4292600" y="628650"/>
          <p14:tracePt t="110885" x="4305300" y="628650"/>
          <p14:tracePt t="110902" x="4305300" y="622300"/>
          <p14:tracePt t="110966" x="4298950" y="628650"/>
          <p14:tracePt t="110973" x="4286250" y="641350"/>
          <p14:tracePt t="110988" x="4267200" y="660400"/>
          <p14:tracePt t="111002" x="4241800" y="692150"/>
          <p14:tracePt t="111018" x="4216400" y="736600"/>
          <p14:tracePt t="111035" x="4114800" y="889000"/>
          <p14:tracePt t="111051" x="3981450" y="1143000"/>
          <p14:tracePt t="111068" x="3873500" y="1365250"/>
          <p14:tracePt t="111085" x="3683000" y="1822450"/>
          <p14:tracePt t="111101" x="3511550" y="2349500"/>
          <p14:tracePt t="111118" x="3371850" y="2889250"/>
          <p14:tracePt t="111135" x="3282950" y="3435350"/>
          <p14:tracePt t="111151" x="3251200" y="3657600"/>
          <p14:tracePt t="111167" x="3213100" y="4064000"/>
          <p14:tracePt t="111185" x="3194050" y="4318000"/>
          <p14:tracePt t="111201" x="3181350" y="4413250"/>
          <p14:tracePt t="111217" x="3175000" y="4552950"/>
          <p14:tracePt t="111234" x="3149600" y="4635500"/>
          <p14:tracePt t="111250" x="3149600" y="4654550"/>
          <p14:tracePt t="111268" x="3149600" y="4660900"/>
          <p14:tracePt t="111283" x="3143250" y="4673600"/>
          <p14:tracePt t="111339" x="3143250" y="4679950"/>
          <p14:tracePt t="111367" x="3149600" y="4679950"/>
          <p14:tracePt t="111374" x="3155950" y="4679950"/>
          <p14:tracePt t="111395" x="3162300" y="4679950"/>
          <p14:tracePt t="111409" x="3168650" y="4686300"/>
          <p14:tracePt t="111417" x="3187700" y="4686300"/>
          <p14:tracePt t="111433" x="3213100" y="4686300"/>
          <p14:tracePt t="111450" x="3340100" y="4686300"/>
          <p14:tracePt t="111466" x="3517900" y="4679950"/>
          <p14:tracePt t="111483" x="3606800" y="4667250"/>
          <p14:tracePt t="111500" x="3803650" y="4616450"/>
          <p14:tracePt t="111516" x="3962400" y="4559300"/>
          <p14:tracePt t="111533" x="4013200" y="4521200"/>
          <p14:tracePt t="111550" x="4089400" y="4476750"/>
          <p14:tracePt t="111566" x="4133850" y="4438650"/>
          <p14:tracePt t="111583" x="4146550" y="4432300"/>
          <p14:tracePt t="111599" x="4159250" y="4425950"/>
          <p14:tracePt t="111616" x="4159250" y="4419600"/>
          <p14:tracePt t="111725" x="4165600" y="4419600"/>
          <p14:tracePt t="111760" x="4171950" y="4419600"/>
          <p14:tracePt t="111774" x="4178300" y="4419600"/>
          <p14:tracePt t="111788" x="4191000" y="4419600"/>
          <p14:tracePt t="111795" x="4203700" y="4419600"/>
          <p14:tracePt t="111809" x="4222750" y="4413250"/>
          <p14:tracePt t="111823" x="4254500" y="4413250"/>
          <p14:tracePt t="111832" x="4292600" y="4406900"/>
          <p14:tracePt t="111848" x="4343400" y="4406900"/>
          <p14:tracePt t="111866" x="4451350" y="4387850"/>
          <p14:tracePt t="111882" x="4533900" y="4375150"/>
          <p14:tracePt t="111898" x="4552950" y="4375150"/>
          <p14:tracePt t="111915" x="4578350" y="4368800"/>
          <p14:tracePt t="111932" x="4584700" y="4362450"/>
          <p14:tracePt t="111948" x="4572000" y="4362450"/>
          <p14:tracePt t="111965" x="4457700" y="4356100"/>
          <p14:tracePt t="111981" x="4356100" y="4356100"/>
          <p14:tracePt t="111999" x="3816350" y="4305300"/>
          <p14:tracePt t="112014" x="3556000" y="4292600"/>
          <p14:tracePt t="112031" x="3003550" y="4273550"/>
          <p14:tracePt t="112048" x="2527300" y="4260850"/>
          <p14:tracePt t="112064" x="2368550" y="4267200"/>
          <p14:tracePt t="112081" x="2101850" y="4286250"/>
          <p14:tracePt t="112098" x="1968500" y="4305300"/>
          <p14:tracePt t="112114" x="1936750" y="4318000"/>
          <p14:tracePt t="112131" x="1905000" y="4324350"/>
          <p14:tracePt t="112148" x="1898650" y="4324350"/>
          <p14:tracePt t="112188" x="1892300" y="4330700"/>
          <p14:tracePt t="112252" x="1892300" y="4337050"/>
          <p14:tracePt t="112287" x="1898650" y="4337050"/>
          <p14:tracePt t="112301" x="1905000" y="4337050"/>
          <p14:tracePt t="112308" x="1917700" y="4337050"/>
          <p14:tracePt t="112322" x="1930400" y="4337050"/>
          <p14:tracePt t="112331" x="1949450" y="4337050"/>
          <p14:tracePt t="112347" x="2000250" y="4337050"/>
          <p14:tracePt t="112364" x="2165350" y="4330700"/>
          <p14:tracePt t="112380" x="2432050" y="4318000"/>
          <p14:tracePt t="112397" x="2609850" y="4292600"/>
          <p14:tracePt t="112413" x="2978150" y="4292600"/>
          <p14:tracePt t="112430" x="3365500" y="4292600"/>
          <p14:tracePt t="112446" x="3524250" y="4292600"/>
          <p14:tracePt t="112463" x="3816350" y="4292600"/>
          <p14:tracePt t="112480" x="3943350" y="4292600"/>
          <p14:tracePt t="112496" x="4044950" y="4292600"/>
          <p14:tracePt t="112512" x="4267200" y="4305300"/>
          <p14:tracePt t="112529" x="4305300" y="4318000"/>
          <p14:tracePt t="112547" x="4349750" y="4318000"/>
          <p14:tracePt t="112563" x="4362450" y="4318000"/>
          <p14:tracePt t="112722" x="4356100" y="4318000"/>
          <p14:tracePt t="112743" x="4349750" y="4311650"/>
          <p14:tracePt t="112757" x="4337050" y="4311650"/>
          <p14:tracePt t="112780" x="4324350" y="4311650"/>
          <p14:tracePt t="113240" x="4356100" y="4311650"/>
          <p14:tracePt t="113254" x="4413250" y="4311650"/>
          <p14:tracePt t="113263" x="4451350" y="4298950"/>
          <p14:tracePt t="113277" x="4514850" y="4298950"/>
          <p14:tracePt t="113294" x="4597400" y="4292600"/>
          <p14:tracePt t="113311" x="4635500" y="4292600"/>
          <p14:tracePt t="113327" x="4654550" y="4286250"/>
          <p14:tracePt t="113380" x="4641850" y="4286250"/>
          <p14:tracePt t="113395" x="4622800" y="4286250"/>
          <p14:tracePt t="113401" x="4591050" y="4286250"/>
          <p14:tracePt t="113415" x="4540250" y="4273550"/>
          <p14:tracePt t="113426" x="4445000" y="4267200"/>
          <p14:tracePt t="113444" x="4216400" y="4254500"/>
          <p14:tracePt t="113461" x="4083050" y="4241800"/>
          <p14:tracePt t="113476" x="3740150" y="4229100"/>
          <p14:tracePt t="113493" x="3416300" y="4210050"/>
          <p14:tracePt t="113509" x="3276600" y="4210050"/>
          <p14:tracePt t="113526" x="3060700" y="4197350"/>
          <p14:tracePt t="113543" x="2933700" y="4197350"/>
          <p14:tracePt t="113559" x="2882900" y="4197350"/>
          <p14:tracePt t="113577" x="2762250" y="4197350"/>
          <p14:tracePt t="113593" x="2635250" y="4203700"/>
          <p14:tracePt t="113609" x="2559050" y="4203700"/>
          <p14:tracePt t="113626" x="2438400" y="4210050"/>
          <p14:tracePt t="113642" x="2324100" y="4210050"/>
          <p14:tracePt t="113659" x="2273300" y="4210050"/>
          <p14:tracePt t="113675" x="2178050" y="4210050"/>
          <p14:tracePt t="113692" x="2127250" y="4210050"/>
          <p14:tracePt t="113709" x="2063750" y="4210050"/>
          <p14:tracePt t="113725" x="2000250" y="4210050"/>
          <p14:tracePt t="113742" x="1981200" y="4210050"/>
          <p14:tracePt t="113759" x="1974850" y="4210050"/>
          <p14:tracePt t="113775" x="1968500" y="4210050"/>
          <p14:tracePt t="114054" x="1974850" y="4210050"/>
          <p14:tracePt t="114060" x="1987550" y="4210050"/>
          <p14:tracePt t="114077" x="2006600" y="4216400"/>
          <p14:tracePt t="114091" x="2038350" y="4216400"/>
          <p14:tracePt t="114107" x="2139950" y="4222750"/>
          <p14:tracePt t="114125" x="2305050" y="4229100"/>
          <p14:tracePt t="114141" x="2419350" y="4229100"/>
          <p14:tracePt t="114157" x="2673350" y="4229100"/>
          <p14:tracePt t="114174" x="2946400" y="4229100"/>
          <p14:tracePt t="114191" x="3124200" y="4229100"/>
          <p14:tracePt t="114207" x="3492500" y="4229100"/>
          <p14:tracePt t="114224" x="3860800" y="4229100"/>
          <p14:tracePt t="114240" x="4025900" y="4216400"/>
          <p14:tracePt t="114258" x="4311650" y="4203700"/>
          <p14:tracePt t="114273" x="4495800" y="4191000"/>
          <p14:tracePt t="114290" x="4546600" y="4191000"/>
          <p14:tracePt t="114307" x="4610100" y="4191000"/>
          <p14:tracePt t="114323" x="4635500" y="4191000"/>
          <p14:tracePt t="114340" x="4667250" y="4191000"/>
          <p14:tracePt t="114356" x="4692650" y="4191000"/>
          <p14:tracePt t="114373" x="4699000" y="4191000"/>
          <p14:tracePt t="114407" x="4705350" y="4191000"/>
          <p14:tracePt t="114423" x="4711700" y="4191000"/>
          <p14:tracePt t="114504" x="4705350" y="4191000"/>
          <p14:tracePt t="114546" x="4699000" y="4191000"/>
          <p14:tracePt t="114553" x="4692650" y="4191000"/>
          <p14:tracePt t="114574" x="4679950" y="4191000"/>
          <p14:tracePt t="114588" x="4667250" y="4191000"/>
          <p14:tracePt t="114595" x="4648200" y="4191000"/>
          <p14:tracePt t="114609" x="4610100" y="4191000"/>
          <p14:tracePt t="114623" x="4457700" y="4191000"/>
          <p14:tracePt t="114639" x="4343400" y="4191000"/>
          <p14:tracePt t="114655" x="4191000" y="4191000"/>
          <p14:tracePt t="114672" x="3797300" y="4191000"/>
          <p14:tracePt t="114689" x="3352800" y="4191000"/>
          <p14:tracePt t="114705" x="3117850" y="4191000"/>
          <p14:tracePt t="114722" x="2730500" y="4191000"/>
          <p14:tracePt t="114738" x="2463800" y="4197350"/>
          <p14:tracePt t="114756" x="2349500" y="4197350"/>
          <p14:tracePt t="114772" x="2171700" y="4210050"/>
          <p14:tracePt t="114788" x="2044700" y="4216400"/>
          <p14:tracePt t="114806" x="1936750" y="4216400"/>
          <p14:tracePt t="114821" x="1898650" y="4216400"/>
          <p14:tracePt t="114838" x="1841500" y="4216400"/>
          <p14:tracePt t="114855" x="1809750" y="4216400"/>
          <p14:tracePt t="114871" x="1803400" y="4216400"/>
          <p14:tracePt t="114888" x="1790700" y="4216400"/>
          <p14:tracePt t="114905" x="1784350" y="4216400"/>
          <p14:tracePt t="114988" x="1784350" y="4210050"/>
          <p14:tracePt t="115037" x="1790700" y="4210050"/>
          <p14:tracePt t="115044" x="1797050" y="4210050"/>
          <p14:tracePt t="115058" x="1816100" y="4210050"/>
          <p14:tracePt t="115070" x="1828800" y="4203700"/>
          <p14:tracePt t="115087" x="1917700" y="4191000"/>
          <p14:tracePt t="115104" x="2000250" y="4184650"/>
          <p14:tracePt t="115121" x="2216150" y="4171950"/>
          <p14:tracePt t="115137" x="2527300" y="4171950"/>
          <p14:tracePt t="115154" x="2717800" y="4178300"/>
          <p14:tracePt t="115171" x="3086100" y="4191000"/>
          <p14:tracePt t="115187" x="3441700" y="4216400"/>
          <p14:tracePt t="115203" x="3568700" y="4216400"/>
          <p14:tracePt t="115220" x="3771900" y="4229100"/>
          <p14:tracePt t="115237" x="3848100" y="4229100"/>
          <p14:tracePt t="115253" x="3937000" y="4235450"/>
          <p14:tracePt t="115270" x="3981450" y="4241800"/>
          <p14:tracePt t="115286" x="3994150" y="4241800"/>
          <p14:tracePt t="115304" x="4019550" y="4248150"/>
          <p14:tracePt t="115320" x="4038600" y="4254500"/>
          <p14:tracePt t="115336" x="4044950" y="4260850"/>
          <p14:tracePt t="115353" x="4057650" y="4273550"/>
          <p14:tracePt t="115370" x="4076700" y="4273550"/>
          <p14:tracePt t="115386" x="4083050" y="4273550"/>
          <p14:tracePt t="115403" x="4083050" y="4279900"/>
          <p14:tracePt t="115599" x="4076700" y="4279900"/>
          <p14:tracePt t="115606" x="4070350" y="4279900"/>
          <p14:tracePt t="115622" x="4064000" y="4279900"/>
          <p14:tracePt t="115635" x="4057650" y="4279900"/>
          <p14:tracePt t="115651" x="4032250" y="4267200"/>
          <p14:tracePt t="115669" x="3943350" y="4248150"/>
          <p14:tracePt t="115685" x="3860800" y="4229100"/>
          <p14:tracePt t="115702" x="3632200" y="4184650"/>
          <p14:tracePt t="115719" x="3327400" y="4152900"/>
          <p14:tracePt t="115735" x="3155950" y="4127500"/>
          <p14:tracePt t="115752" x="2825750" y="4114800"/>
          <p14:tracePt t="115768" x="2559050" y="4121150"/>
          <p14:tracePt t="115785" x="2457450" y="4140200"/>
          <p14:tracePt t="115802" x="2355850" y="4152900"/>
          <p14:tracePt t="115818" x="2146300" y="4197350"/>
          <p14:tracePt t="115835" x="2089150" y="4216400"/>
          <p14:tracePt t="115852" x="2006600" y="4254500"/>
          <p14:tracePt t="115868" x="1981200" y="4267200"/>
          <p14:tracePt t="115885" x="1943100" y="4279900"/>
          <p14:tracePt t="115902" x="1924050" y="4279900"/>
          <p14:tracePt t="115918" x="1924050" y="4286250"/>
          <p14:tracePt t="115934" x="1917700" y="4286250"/>
          <p14:tracePt t="115979" x="1911350" y="4286250"/>
          <p14:tracePt t="116161" x="1917700" y="4286250"/>
          <p14:tracePt t="116168" x="1924050" y="4286250"/>
          <p14:tracePt t="116182" x="1936750" y="4286250"/>
          <p14:tracePt t="116203" x="1955800" y="4286250"/>
          <p14:tracePt t="116210" x="1993900" y="4286250"/>
          <p14:tracePt t="116224" x="2057400" y="4286250"/>
          <p14:tracePt t="116233" x="2146300" y="4286250"/>
          <p14:tracePt t="116250" x="2260600" y="4286250"/>
          <p14:tracePt t="116267" x="2609850" y="4305300"/>
          <p14:tracePt t="116283" x="3124200" y="4362450"/>
          <p14:tracePt t="116300" x="3397250" y="4394200"/>
          <p14:tracePt t="116316" x="3911600" y="4470400"/>
          <p14:tracePt t="116333" x="4324350" y="4508500"/>
          <p14:tracePt t="116351" x="4641850" y="4527550"/>
          <p14:tracePt t="116366" x="4743450" y="4540250"/>
          <p14:tracePt t="116383" x="4870450" y="4540250"/>
          <p14:tracePt t="116400" x="4921250" y="4521200"/>
          <p14:tracePt t="116416" x="4933950" y="4514850"/>
          <p14:tracePt t="116433" x="4940300" y="4514850"/>
          <p14:tracePt t="116450" x="4946650" y="4514850"/>
          <p14:tracePt t="116491" x="4946650" y="4508500"/>
          <p14:tracePt t="116513" x="4946650" y="4502150"/>
          <p14:tracePt t="116519" x="4946650" y="4495800"/>
          <p14:tracePt t="116561" x="4940300" y="4489450"/>
          <p14:tracePt t="116584" x="4933950" y="4483100"/>
          <p14:tracePt t="116589" x="4933950" y="4476750"/>
          <p14:tracePt t="116603" x="4927600" y="4476750"/>
          <p14:tracePt t="116615" x="4921250" y="4476750"/>
          <p14:tracePt t="116634" x="4908550" y="4470400"/>
          <p14:tracePt t="116648" x="4895850" y="4464050"/>
          <p14:tracePt t="116665" x="4851400" y="4451350"/>
          <p14:tracePt t="116682" x="4743450" y="4419600"/>
          <p14:tracePt t="116699" x="4654550" y="4406900"/>
          <p14:tracePt t="116715" x="4540250" y="4387850"/>
          <p14:tracePt t="116732" x="4076700" y="4330700"/>
          <p14:tracePt t="116748" x="3867150" y="4330700"/>
          <p14:tracePt t="116765" x="3543300" y="4318000"/>
          <p14:tracePt t="116782" x="3409950" y="4318000"/>
          <p14:tracePt t="116799" x="3194050" y="4324350"/>
          <p14:tracePt t="116814" x="3067050" y="4324350"/>
          <p14:tracePt t="116831" x="3022600" y="4324350"/>
          <p14:tracePt t="116848" x="2984500" y="4324350"/>
          <p14:tracePt t="116864" x="2965450" y="4324350"/>
          <p14:tracePt t="116881" x="2952750" y="4324350"/>
          <p14:tracePt t="116934" x="2959100" y="4324350"/>
          <p14:tracePt t="116940" x="2984500" y="4324350"/>
          <p14:tracePt t="117553" x="3073400" y="4324350"/>
          <p14:tracePt t="117568" x="3187700" y="4330700"/>
          <p14:tracePt t="117575" x="3346450" y="4356100"/>
          <p14:tracePt t="117589" x="3568700" y="4381500"/>
          <p14:tracePt t="117598" x="3784600" y="4394200"/>
          <p14:tracePt t="117612" x="4051300" y="4425950"/>
          <p14:tracePt t="117629" x="4603750" y="4438650"/>
          <p14:tracePt t="117645" x="5022850" y="4438650"/>
          <p14:tracePt t="117662" x="5187950" y="4432300"/>
          <p14:tracePt t="117678" x="5441950" y="4413250"/>
          <p14:tracePt t="117695" x="5607050" y="4394200"/>
          <p14:tracePt t="117711" x="5676900" y="4375150"/>
          <p14:tracePt t="117729" x="5734050" y="4362450"/>
          <p14:tracePt t="117745" x="5753100" y="4362450"/>
          <p14:tracePt t="117856" x="5753100" y="4356100"/>
          <p14:tracePt t="117905" x="5759450" y="4356100"/>
          <p14:tracePt t="117940" x="5765800" y="4356100"/>
          <p14:tracePt t="117975" x="5772150" y="4356100"/>
          <p14:tracePt t="117996" x="5778500" y="4356100"/>
          <p14:tracePt t="118017" x="5784850" y="4356100"/>
          <p14:tracePt t="118024" x="5816600" y="4356100"/>
          <p14:tracePt t="118038" x="5854700" y="4356100"/>
          <p14:tracePt t="118047" x="5918200" y="4356100"/>
          <p14:tracePt t="118060" x="6019800" y="4356100"/>
          <p14:tracePt t="118077" x="6146800" y="4356100"/>
          <p14:tracePt t="118094" x="6508750" y="4356100"/>
          <p14:tracePt t="118110" x="7004050" y="4356100"/>
          <p14:tracePt t="118127" x="7264400" y="4349750"/>
          <p14:tracePt t="118143" x="7804150" y="4305300"/>
          <p14:tracePt t="118160" x="8210550" y="4267200"/>
          <p14:tracePt t="118177" x="8350250" y="4254500"/>
          <p14:tracePt t="118193" x="8540750" y="4235450"/>
          <p14:tracePt t="118210" x="8648700" y="4216400"/>
          <p14:tracePt t="118226" x="8680450" y="4210050"/>
          <p14:tracePt t="118243" x="8731250" y="4203700"/>
          <p14:tracePt t="118260" x="8763000" y="4203700"/>
          <p14:tracePt t="118277" x="8775700" y="4197350"/>
          <p14:tracePt t="118293" x="8801100" y="4197350"/>
          <p14:tracePt t="118309" x="8813800" y="4197350"/>
          <p14:tracePt t="118326" x="8820150" y="4197350"/>
          <p14:tracePt t="118359" x="8826500" y="4197350"/>
          <p14:tracePt t="118720" x="8826500" y="4191000"/>
          <p14:tracePt t="118811" x="8820150" y="4191000"/>
          <p14:tracePt t="119112" x="8813800" y="4191000"/>
          <p14:tracePt t="119119" x="8807450" y="4191000"/>
          <p14:tracePt t="119133" x="8794750" y="4191000"/>
          <p14:tracePt t="119142" x="8782050" y="4191000"/>
          <p14:tracePt t="119157" x="8769350" y="4197350"/>
          <p14:tracePt t="119174" x="8693150" y="4197350"/>
          <p14:tracePt t="119191" x="8502650" y="4210050"/>
          <p14:tracePt t="119207" x="8362950" y="4210050"/>
          <p14:tracePt t="119224" x="7905750" y="4203700"/>
          <p14:tracePt t="119241" x="7283450" y="4184650"/>
          <p14:tracePt t="119257" x="6940550" y="4171950"/>
          <p14:tracePt t="119273" x="6604000" y="4171950"/>
          <p14:tracePt t="119290" x="5619750" y="4171950"/>
          <p14:tracePt t="119307" x="5384800" y="4171950"/>
          <p14:tracePt t="119324" x="5022850" y="4171950"/>
          <p14:tracePt t="119340" x="4883150" y="4171950"/>
          <p14:tracePt t="119356" x="4679950" y="4184650"/>
          <p14:tracePt t="119373" x="4546600" y="4191000"/>
          <p14:tracePt t="119390" x="4508500" y="4191000"/>
          <p14:tracePt t="119407" x="4451350" y="4197350"/>
          <p14:tracePt t="119423" x="4394200" y="4197350"/>
          <p14:tracePt t="119439" x="4362450" y="4197350"/>
          <p14:tracePt t="119456" x="4324350" y="4184650"/>
          <p14:tracePt t="119472" x="4298950" y="4178300"/>
          <p14:tracePt t="119489" x="4292600" y="4178300"/>
          <p14:tracePt t="119506" x="4286250" y="4178300"/>
          <p14:tracePt t="121758" x="4273550" y="4178300"/>
          <p14:tracePt t="121766" x="4254500" y="4178300"/>
          <p14:tracePt t="121780" x="4241800" y="4178300"/>
          <p14:tracePt t="121787" x="4222750" y="4178300"/>
          <p14:tracePt t="121801" x="4203700" y="4178300"/>
          <p14:tracePt t="121814" x="4171950" y="4178300"/>
          <p14:tracePt t="121831" x="4102100" y="4184650"/>
          <p14:tracePt t="121847" x="4064000" y="4184650"/>
          <p14:tracePt t="121864" x="4006850" y="4203700"/>
          <p14:tracePt t="121880" x="3943350" y="4222750"/>
          <p14:tracePt t="121897" x="3905250" y="4235450"/>
          <p14:tracePt t="121914" x="3848100" y="4260850"/>
          <p14:tracePt t="121930" x="3810000" y="4286250"/>
          <p14:tracePt t="121948" x="3797300" y="4292600"/>
          <p14:tracePt t="121963" x="3784600" y="4298950"/>
          <p14:tracePt t="121980" x="3784600" y="4305300"/>
          <p14:tracePt t="122089" x="3778250" y="4305300"/>
          <p14:tracePt t="122159" x="3784600" y="4305300"/>
          <p14:tracePt t="122166" x="3790950" y="4305300"/>
          <p14:tracePt t="122784" x="3765550" y="4292600"/>
          <p14:tracePt t="122791" x="3733800" y="4260850"/>
          <p14:tracePt t="122805" x="3689350" y="4222750"/>
          <p14:tracePt t="122814" x="3638550" y="4171950"/>
          <p14:tracePt t="122827" x="3581400" y="4114800"/>
          <p14:tracePt t="122844" x="3467100" y="4025900"/>
          <p14:tracePt t="122861" x="3314700" y="3937000"/>
          <p14:tracePt t="122877" x="3232150" y="3898900"/>
          <p14:tracePt t="122894" x="3060700" y="3835400"/>
          <p14:tracePt t="122911" x="2857500" y="3797300"/>
          <p14:tracePt t="122927" x="2762250" y="3778250"/>
          <p14:tracePt t="122944" x="2660650" y="3765550"/>
          <p14:tracePt t="122960" x="2381250" y="3771900"/>
          <p14:tracePt t="122977" x="2305050" y="3778250"/>
          <p14:tracePt t="122994" x="2228850" y="3790950"/>
          <p14:tracePt t="123009" x="2114550" y="3822700"/>
          <p14:tracePt t="123027" x="2000250" y="3892550"/>
          <p14:tracePt t="123045" x="1911350" y="3943350"/>
          <p14:tracePt t="123060" x="1866900" y="3981450"/>
          <p14:tracePt t="123076" x="1790700" y="4032250"/>
          <p14:tracePt t="123093" x="1720850" y="4102100"/>
          <p14:tracePt t="123109" x="1682750" y="4133850"/>
          <p14:tracePt t="123113" x="1663700" y="4171950"/>
          <p14:tracePt t="123126" x="1638300" y="4203700"/>
          <p14:tracePt t="123143" x="1593850" y="4254500"/>
          <p14:tracePt t="123160" x="1581150" y="4273550"/>
          <p14:tracePt t="123176" x="1568450" y="4298950"/>
          <p14:tracePt t="123193" x="1562100" y="4311650"/>
          <p14:tracePt t="123226" x="1562100" y="4318000"/>
          <p14:tracePt t="123261" x="1562100" y="4324350"/>
          <p14:tracePt t="123353" x="1568450" y="4324350"/>
          <p14:tracePt t="123367" x="1581150" y="4324350"/>
          <p14:tracePt t="123373" x="1587500" y="4324350"/>
          <p14:tracePt t="123380" x="1600200" y="4330700"/>
          <p14:tracePt t="123395" x="1619250" y="4337050"/>
          <p14:tracePt t="123410" x="1651000" y="4343400"/>
          <p14:tracePt t="123425" x="1701800" y="4362450"/>
          <p14:tracePt t="123442" x="1873250" y="4400550"/>
          <p14:tracePt t="123459" x="2152650" y="4483100"/>
          <p14:tracePt t="123475" x="2584450" y="4578350"/>
          <p14:tracePt t="123492" x="2806700" y="4622800"/>
          <p14:tracePt t="123508" x="3251200" y="4679950"/>
          <p14:tracePt t="123525" x="3708400" y="4699000"/>
          <p14:tracePt t="123542" x="3898900" y="4686300"/>
          <p14:tracePt t="123558" x="4076700" y="4648200"/>
          <p14:tracePt t="123575" x="4324350" y="4559300"/>
          <p14:tracePt t="123592" x="4502150" y="4425950"/>
          <p14:tracePt t="123608" x="4610100" y="4305300"/>
          <p14:tracePt t="123612" x="4641850" y="4260850"/>
          <p14:tracePt t="123628" x="4660900" y="4229100"/>
          <p14:tracePt t="123641" x="4679950" y="4197350"/>
          <p14:tracePt t="123658" x="4686300" y="4127500"/>
          <p14:tracePt t="123675" x="4686300" y="4102100"/>
          <p14:tracePt t="123691" x="4679950" y="4057650"/>
          <p14:tracePt t="123708" x="4629150" y="3994150"/>
          <p14:tracePt t="123725" x="4489450" y="3905250"/>
          <p14:tracePt t="123740" x="4413250" y="3854450"/>
          <p14:tracePt t="123757" x="4159250" y="3752850"/>
          <p14:tracePt t="123774" x="3835400" y="3695700"/>
          <p14:tracePt t="123791" x="3670300" y="3683000"/>
          <p14:tracePt t="123808" x="3371850" y="3670300"/>
          <p14:tracePt t="123824" x="3124200" y="3708400"/>
          <p14:tracePt t="123840" x="3009900" y="3752850"/>
          <p14:tracePt t="123858" x="2889250" y="3790950"/>
          <p14:tracePt t="123873" x="2597150" y="3930650"/>
          <p14:tracePt t="123891" x="2520950" y="3981450"/>
          <p14:tracePt t="123908" x="2349500" y="4114800"/>
          <p14:tracePt t="123924" x="2279650" y="4197350"/>
          <p14:tracePt t="123940" x="2133600" y="4349750"/>
          <p14:tracePt t="123957" x="2032000" y="4489450"/>
          <p14:tracePt t="123973" x="1993900" y="4552950"/>
          <p14:tracePt t="123990" x="1955800" y="4622800"/>
          <p14:tracePt t="124007" x="1949450" y="4660900"/>
          <p14:tracePt t="124023" x="1949450" y="4667250"/>
          <p14:tracePt t="124040" x="1949450" y="4673600"/>
          <p14:tracePt t="124056" x="1962150" y="4679950"/>
          <p14:tracePt t="124073" x="1981200" y="4686300"/>
          <p14:tracePt t="124090" x="2108200" y="4718050"/>
          <p14:tracePt t="124106" x="2317750" y="4743450"/>
          <p14:tracePt t="124123" x="2444750" y="4756150"/>
          <p14:tracePt t="124127" x="2597150" y="4756150"/>
          <p14:tracePt t="124142" x="2806700" y="4756150"/>
          <p14:tracePt t="124156" x="3213100" y="4724400"/>
          <p14:tracePt t="124172" x="3384550" y="4699000"/>
          <p14:tracePt t="124189" x="3727450" y="4597400"/>
          <p14:tracePt t="124206" x="3829050" y="4559300"/>
          <p14:tracePt t="124223" x="3994150" y="4464050"/>
          <p14:tracePt t="124239" x="4083050" y="4413250"/>
          <p14:tracePt t="124256" x="4108450" y="4394200"/>
          <p14:tracePt t="124273" x="4133850" y="4356100"/>
          <p14:tracePt t="124289" x="4146550" y="4311650"/>
          <p14:tracePt t="124306" x="4152900" y="4305300"/>
          <p14:tracePt t="124322" x="4152900" y="4292600"/>
          <p14:tracePt t="124358" x="4146550" y="4292600"/>
          <p14:tracePt t="124371" x="4146550" y="4286250"/>
          <p14:tracePt t="124406" x="4140200" y="4286250"/>
          <p14:tracePt t="124434" x="4133850" y="4286250"/>
          <p14:tracePt t="124876" x="4133850" y="4292600"/>
          <p14:tracePt t="126634" x="4121150" y="4286250"/>
          <p14:tracePt t="126641" x="4076700" y="4254500"/>
          <p14:tracePt t="126655" x="4019550" y="4216400"/>
          <p14:tracePt t="126669" x="3975100" y="4178300"/>
          <p14:tracePt t="126680" x="3905250" y="4140200"/>
          <p14:tracePt t="126697" x="3740150" y="4057650"/>
          <p14:tracePt t="126714" x="3625850" y="4019550"/>
          <p14:tracePt t="126730" x="3403600" y="3930650"/>
          <p14:tracePt t="126747" x="3187700" y="3879850"/>
          <p14:tracePt t="126764" x="3092450" y="3860800"/>
          <p14:tracePt t="126781" x="2844800" y="3822700"/>
          <p14:tracePt t="126797" x="2755900" y="3822700"/>
          <p14:tracePt t="126813" x="2679700" y="3822700"/>
          <p14:tracePt t="126830" x="2546350" y="3841750"/>
          <p14:tracePt t="126847" x="2432050" y="3867150"/>
          <p14:tracePt t="126864" x="2387600" y="3886200"/>
          <p14:tracePt t="126880" x="2292350" y="3911600"/>
          <p14:tracePt t="126896" x="2178050" y="3949700"/>
          <p14:tracePt t="126914" x="2120900" y="3975100"/>
          <p14:tracePt t="126930" x="1993900" y="4057650"/>
          <p14:tracePt t="126946" x="1892300" y="4152900"/>
          <p14:tracePt t="126964" x="1835150" y="4273550"/>
          <p14:tracePt t="126980" x="1816100" y="4330700"/>
          <p14:tracePt t="126996" x="1809750" y="4413250"/>
          <p14:tracePt t="127013" x="1809750" y="4489450"/>
          <p14:tracePt t="127029" x="1816100" y="4521200"/>
          <p14:tracePt t="127046" x="1828800" y="4540250"/>
          <p14:tracePt t="127063" x="1943100" y="4616450"/>
          <p14:tracePt t="127079" x="2012950" y="4654550"/>
          <p14:tracePt t="127096" x="2197100" y="4718050"/>
          <p14:tracePt t="127112" x="2311400" y="4749800"/>
          <p14:tracePt t="127129" x="2578100" y="4794250"/>
          <p14:tracePt t="127147" x="2851150" y="4787900"/>
          <p14:tracePt t="127162" x="2997200" y="4762500"/>
          <p14:tracePt t="127179" x="3238500" y="4692650"/>
          <p14:tracePt t="127196" x="3479800" y="4584700"/>
          <p14:tracePt t="127212" x="3594100" y="4527550"/>
          <p14:tracePt t="127229" x="3765550" y="4381500"/>
          <p14:tracePt t="127245" x="3905250" y="4260850"/>
          <p14:tracePt t="127262" x="3956050" y="4203700"/>
          <p14:tracePt t="127279" x="3987800" y="4159250"/>
          <p14:tracePt t="127295" x="4076700" y="4057650"/>
          <p14:tracePt t="127312" x="4089400" y="4032250"/>
          <p14:tracePt t="127329" x="4102100" y="4006850"/>
          <p14:tracePt t="127345" x="4108450" y="4006850"/>
          <p14:tracePt t="127362" x="4108450" y="4000500"/>
          <p14:tracePt t="127378" x="4108450" y="3994150"/>
          <p14:tracePt t="127395" x="4108450" y="3987800"/>
          <p14:tracePt t="127412" x="4102100" y="3981450"/>
          <p14:tracePt t="127428" x="4019550" y="3949700"/>
          <p14:tracePt t="127445" x="3924300" y="3892550"/>
          <p14:tracePt t="127462" x="3714750" y="3822700"/>
          <p14:tracePt t="127478" x="3454400" y="3746500"/>
          <p14:tracePt t="127495" x="3295650" y="3695700"/>
          <p14:tracePt t="127513" x="2990850" y="3676650"/>
          <p14:tracePt t="127528" x="2692400" y="3689350"/>
          <p14:tracePt t="127544" x="2565400" y="3714750"/>
          <p14:tracePt t="127561" x="2381250" y="3771900"/>
          <p14:tracePt t="127577" x="2305050" y="3816350"/>
          <p14:tracePt t="127594" x="2159000" y="3924300"/>
          <p14:tracePt t="127611" x="2051050" y="4051300"/>
          <p14:tracePt t="127627" x="1974850" y="4178300"/>
          <p14:tracePt t="127645" x="1949450" y="4273550"/>
          <p14:tracePt t="127660" x="1949450" y="4318000"/>
          <p14:tracePt t="127677" x="1949450" y="4356100"/>
          <p14:tracePt t="127694" x="1981200" y="4425950"/>
          <p14:tracePt t="127710" x="2000250" y="4451350"/>
          <p14:tracePt t="127714" x="2032000" y="4476750"/>
          <p14:tracePt t="127743" x="2159000" y="4521200"/>
          <p14:tracePt t="127760" x="2349500" y="4559300"/>
          <p14:tracePt t="127777" x="2514600" y="4597400"/>
          <p14:tracePt t="127793" x="2952750" y="4635500"/>
          <p14:tracePt t="127810" x="3429000" y="4667250"/>
          <p14:tracePt t="127828" x="3810000" y="4648200"/>
          <p14:tracePt t="127843" x="3962400" y="4616450"/>
          <p14:tracePt t="127860" x="4076700" y="4572000"/>
          <p14:tracePt t="127877" x="4273550" y="4457700"/>
          <p14:tracePt t="127893" x="4298950" y="4419600"/>
          <p14:tracePt t="127910" x="4324350" y="4362450"/>
          <p14:tracePt t="127926" x="4324350" y="4311650"/>
          <p14:tracePt t="127943" x="4324350" y="4292600"/>
          <p14:tracePt t="127960" x="4324350" y="4241800"/>
          <p14:tracePt t="127976" x="4324350" y="4229100"/>
          <p14:tracePt t="128361" x="4286250" y="4159250"/>
          <p14:tracePt t="128368" x="4235450" y="4051300"/>
          <p14:tracePt t="128383" x="4178300" y="3917950"/>
          <p14:tracePt t="128391" x="4076700" y="3721100"/>
          <p14:tracePt t="128408" x="3943350" y="3422650"/>
          <p14:tracePt t="128424" x="3657600" y="2781300"/>
          <p14:tracePt t="128441" x="3536950" y="2438400"/>
          <p14:tracePt t="128458" x="3314700" y="1733550"/>
          <p14:tracePt t="128474" x="3168650" y="1098550"/>
          <p14:tracePt t="128491" x="3028950" y="673100"/>
          <p14:tracePt t="128508" x="2933700" y="400050"/>
          <p14:tracePt t="128524" x="2908300" y="298450"/>
          <p14:tracePt t="128541" x="2838450" y="171450"/>
          <p14:tracePt t="128558" x="2813050" y="146050"/>
          <p14:tracePt t="128574" x="2806700" y="139700"/>
          <p14:tracePt t="128591" x="2806700" y="133350"/>
          <p14:tracePt t="128642" x="2806700" y="127000"/>
          <p14:tracePt t="128712" x="2800350" y="127000"/>
          <p14:tracePt t="128761" x="2794000" y="127000"/>
          <p14:tracePt t="128789" x="2794000" y="133350"/>
          <p14:tracePt t="128804" x="2787650" y="139700"/>
          <p14:tracePt t="128810" x="2781300" y="139700"/>
          <p14:tracePt t="128823" x="2774950" y="152400"/>
          <p14:tracePt t="128839" x="2749550" y="190500"/>
          <p14:tracePt t="128856" x="2736850" y="209550"/>
          <p14:tracePt t="128874" x="2724150" y="254000"/>
          <p14:tracePt t="128890" x="2717800" y="292100"/>
          <p14:tracePt t="128906" x="2717800" y="311150"/>
          <p14:tracePt t="128923" x="2717800" y="330200"/>
          <p14:tracePt t="128939" x="2717800" y="336550"/>
          <p14:tracePt t="128956" x="2743200" y="349250"/>
          <p14:tracePt t="128973" x="2825750" y="368300"/>
          <p14:tracePt t="128989" x="2889250" y="387350"/>
          <p14:tracePt t="129006" x="3073400" y="393700"/>
          <p14:tracePt t="129022" x="3276600" y="406400"/>
          <p14:tracePt t="129039" x="3378200" y="406400"/>
          <p14:tracePt t="129056" x="3568700" y="393700"/>
          <p14:tracePt t="129072" x="3657600" y="374650"/>
          <p14:tracePt t="129089" x="3727450" y="342900"/>
          <p14:tracePt t="129106" x="3822700" y="304800"/>
          <p14:tracePt t="129122" x="3860800" y="292100"/>
          <p14:tracePt t="129190" x="3848100" y="292100"/>
          <p14:tracePt t="129197" x="3822700" y="304800"/>
          <p14:tracePt t="129205" x="3765550" y="317500"/>
          <p14:tracePt t="129221" x="3689350" y="330200"/>
          <p14:tracePt t="129239" x="3479800" y="368300"/>
          <p14:tracePt t="129255" x="3219450" y="438150"/>
          <p14:tracePt t="129272" x="3067050" y="469900"/>
          <p14:tracePt t="129288" x="2806700" y="527050"/>
          <p14:tracePt t="129305" x="2603500" y="565150"/>
          <p14:tracePt t="129321" x="2540000" y="577850"/>
          <p14:tracePt t="129338" x="2463800" y="590550"/>
          <p14:tracePt t="129355" x="2451100" y="596900"/>
          <p14:tracePt t="129372" x="2451100" y="603250"/>
          <p14:tracePt t="129405" x="2457450" y="603250"/>
          <p14:tracePt t="129424" x="2476500" y="603250"/>
          <p14:tracePt t="129437" x="2495550" y="603250"/>
          <p14:tracePt t="129457" x="2622550" y="603250"/>
          <p14:tracePt t="129472" x="2838450" y="603250"/>
          <p14:tracePt t="129489" x="2959100" y="603250"/>
          <p14:tracePt t="129505" x="3086100" y="603250"/>
          <p14:tracePt t="129521" x="3340100" y="603250"/>
          <p14:tracePt t="129539" x="3454400" y="603250"/>
          <p14:tracePt t="129554" x="3594100" y="603250"/>
          <p14:tracePt t="129570" x="3625850" y="603250"/>
          <p14:tracePt t="129588" x="3657600" y="596900"/>
          <p14:tracePt t="129639" x="3651250" y="596900"/>
          <p14:tracePt t="129654" x="3638550" y="603250"/>
          <p14:tracePt t="129660" x="3606800" y="609600"/>
          <p14:tracePt t="129670" x="3562350" y="622300"/>
          <p14:tracePt t="129690" x="3441700" y="654050"/>
          <p14:tracePt t="129704" x="3365500" y="673100"/>
          <p14:tracePt t="129720" x="3187700" y="692150"/>
          <p14:tracePt t="129737" x="2990850" y="723900"/>
          <p14:tracePt t="129753" x="2863850" y="730250"/>
          <p14:tracePt t="129770" x="2819400" y="742950"/>
          <p14:tracePt t="129787" x="2781300" y="749300"/>
          <p14:tracePt t="129803" x="2768600" y="749300"/>
          <p14:tracePt t="129857" x="2781300" y="749300"/>
          <p14:tracePt t="129864" x="2794000" y="749300"/>
          <p14:tracePt t="129873" x="2825750" y="749300"/>
          <p14:tracePt t="129887" x="2876550" y="736600"/>
          <p14:tracePt t="129903" x="2933700" y="730250"/>
          <p14:tracePt t="129920" x="3086100" y="698500"/>
          <p14:tracePt t="129936" x="3270250" y="666750"/>
          <p14:tracePt t="129953" x="3359150" y="647700"/>
          <p14:tracePt t="129970" x="3467100" y="628650"/>
          <p14:tracePt t="129986" x="3511550" y="622300"/>
          <p14:tracePt t="130002" x="3524250" y="615950"/>
          <p14:tracePt t="130075" x="3524250" y="609600"/>
          <p14:tracePt t="130095" x="3511550" y="609600"/>
          <p14:tracePt t="130103" x="3498850" y="609600"/>
          <p14:tracePt t="130116" x="3467100" y="615950"/>
          <p14:tracePt t="130123" x="3429000" y="615950"/>
          <p14:tracePt t="130138" x="3352800" y="628650"/>
          <p14:tracePt t="130152" x="3187700" y="647700"/>
          <p14:tracePt t="130169" x="3086100" y="647700"/>
          <p14:tracePt t="130185" x="2990850" y="666750"/>
          <p14:tracePt t="130202" x="2825750" y="679450"/>
          <p14:tracePt t="130218" x="2730500" y="692150"/>
          <p14:tracePt t="130236" x="2692400" y="704850"/>
          <p14:tracePt t="130253" x="2673350" y="711200"/>
          <p14:tracePt t="130269" x="2673350" y="717550"/>
          <p14:tracePt t="130328" x="2679700" y="717550"/>
          <p14:tracePt t="130335" x="2686050" y="717550"/>
          <p14:tracePt t="130348" x="2698750" y="711200"/>
          <p14:tracePt t="130355" x="2717800" y="704850"/>
          <p14:tracePt t="130368" x="2743200" y="698500"/>
          <p14:tracePt t="130385" x="2800350" y="673100"/>
          <p14:tracePt t="130401" x="2832100" y="666750"/>
          <p14:tracePt t="130419" x="2889250" y="641350"/>
          <p14:tracePt t="130434" x="2933700" y="628650"/>
          <p14:tracePt t="130452" x="2965450" y="622300"/>
          <p14:tracePt t="130468" x="2984500" y="622300"/>
          <p14:tracePt t="131195" x="2971800" y="622300"/>
          <p14:tracePt t="131209" x="2959100" y="622300"/>
          <p14:tracePt t="131217" x="2940050" y="628650"/>
          <p14:tracePt t="131232" x="2921000" y="635000"/>
          <p14:tracePt t="131248" x="2908300" y="647700"/>
          <p14:tracePt t="131265" x="2838450" y="673100"/>
          <p14:tracePt t="131281" x="2806700" y="679450"/>
          <p14:tracePt t="131298" x="2781300" y="685800"/>
          <p14:tracePt t="131315" x="2755900" y="692150"/>
          <p14:tracePt t="131331" x="2736850" y="692150"/>
          <p14:tracePt t="131350" x="2724150" y="692150"/>
          <p14:tracePt t="131392" x="2717800" y="698500"/>
          <p14:tracePt t="131469" x="2724150" y="698500"/>
          <p14:tracePt t="131476" x="2730500" y="698500"/>
          <p14:tracePt t="131490" x="2736850" y="698500"/>
          <p14:tracePt t="131500" x="2749550" y="692150"/>
          <p14:tracePt t="131513" x="2755900" y="692150"/>
          <p14:tracePt t="131530" x="2781300" y="685800"/>
          <p14:tracePt t="131549" x="2889250" y="660400"/>
          <p14:tracePt t="131563" x="2959100" y="654050"/>
          <p14:tracePt t="131581" x="3073400" y="635000"/>
          <p14:tracePt t="131597" x="3155950" y="622300"/>
          <p14:tracePt t="131614" x="3308350" y="622300"/>
          <p14:tracePt t="131631" x="3473450" y="622300"/>
          <p14:tracePt t="131647" x="3549650" y="635000"/>
          <p14:tracePt t="131664" x="3695700" y="666750"/>
          <p14:tracePt t="131680" x="3816350" y="685800"/>
          <p14:tracePt t="131696" x="3841750" y="692150"/>
          <p14:tracePt t="131713" x="3879850" y="698500"/>
          <p14:tracePt t="131799" x="3873500" y="698500"/>
          <p14:tracePt t="131814" x="3860800" y="704850"/>
          <p14:tracePt t="131820" x="3841750" y="711200"/>
          <p14:tracePt t="131830" x="3816350" y="717550"/>
          <p14:tracePt t="131846" x="3778250" y="736600"/>
          <p14:tracePt t="131863" x="3632200" y="762000"/>
          <p14:tracePt t="131879" x="3556000" y="781050"/>
          <p14:tracePt t="131896" x="3359150" y="812800"/>
          <p14:tracePt t="131913" x="3181350" y="831850"/>
          <p14:tracePt t="131929" x="3105150" y="844550"/>
          <p14:tracePt t="131946" x="2997200" y="863600"/>
          <p14:tracePt t="131962" x="2921000" y="863600"/>
          <p14:tracePt t="131979" x="2895600" y="863600"/>
          <p14:tracePt t="131996" x="2876550" y="863600"/>
          <p14:tracePt t="132012" x="2870200" y="863600"/>
          <p14:tracePt t="132059" x="2870200" y="869950"/>
          <p14:tracePt t="132101" x="2876550" y="869950"/>
          <p14:tracePt t="132108" x="2882900" y="869950"/>
          <p14:tracePt t="132122" x="2895600" y="869950"/>
          <p14:tracePt t="132131" x="2914650" y="857250"/>
          <p14:tracePt t="132144" x="2959100" y="850900"/>
          <p14:tracePt t="132161" x="3009900" y="844550"/>
          <p14:tracePt t="132179" x="3295650" y="800100"/>
          <p14:tracePt t="132195" x="3422650" y="793750"/>
          <p14:tracePt t="132211" x="3549650" y="768350"/>
          <p14:tracePt t="132215" x="3663950" y="762000"/>
          <p14:tracePt t="132227" x="3765550" y="749300"/>
          <p14:tracePt t="132245" x="3892550" y="730250"/>
          <p14:tracePt t="132262" x="3937000" y="730250"/>
          <p14:tracePt t="132278" x="3949700" y="730250"/>
          <p14:tracePt t="132294" x="3956050" y="723900"/>
          <p14:tracePt t="132340" x="3949700" y="723900"/>
          <p14:tracePt t="132354" x="3943350" y="723900"/>
          <p14:tracePt t="132364" x="3924300" y="723900"/>
          <p14:tracePt t="132377" x="3905250" y="723900"/>
          <p14:tracePt t="132394" x="3848100" y="730250"/>
          <p14:tracePt t="132411" x="3714750" y="749300"/>
          <p14:tracePt t="132427" x="3638550" y="762000"/>
          <p14:tracePt t="132447" x="3448050" y="774700"/>
          <p14:tracePt t="132461" x="3257550" y="781050"/>
          <p14:tracePt t="132477" x="3175000" y="793750"/>
          <p14:tracePt t="132494" x="3086100" y="793750"/>
          <p14:tracePt t="132510" x="3048000" y="800100"/>
          <p14:tracePt t="132527" x="3009900" y="806450"/>
          <p14:tracePt t="132544" x="2997200" y="806450"/>
          <p14:tracePt t="132572" x="2990850" y="806450"/>
          <p14:tracePt t="132621" x="2990850" y="812800"/>
          <p14:tracePt t="132656" x="2990850" y="819150"/>
          <p14:tracePt t="132670" x="2990850" y="825500"/>
          <p14:tracePt t="134207" x="3003550" y="889000"/>
          <p14:tracePt t="134222" x="3035300" y="990600"/>
          <p14:tracePt t="134228" x="3041650" y="1092200"/>
          <p14:tracePt t="134238" x="3054350" y="1206500"/>
          <p14:tracePt t="134255" x="3060700" y="1320800"/>
          <p14:tracePt t="134271" x="3060700" y="1606550"/>
          <p14:tracePt t="134288" x="3048000" y="1771650"/>
          <p14:tracePt t="134305" x="2990850" y="2165350"/>
          <p14:tracePt t="134321" x="2971800" y="2292350"/>
          <p14:tracePt t="134338" x="2952750" y="2438400"/>
          <p14:tracePt t="134354" x="2908300" y="2667000"/>
          <p14:tracePt t="134371" x="2863850" y="2921000"/>
          <p14:tracePt t="134387" x="2844800" y="3028950"/>
          <p14:tracePt t="134404" x="2825750" y="3194050"/>
          <p14:tracePt t="134421" x="2806700" y="3327400"/>
          <p14:tracePt t="134439" x="2781300" y="3422650"/>
          <p14:tracePt t="134455" x="2774950" y="3448050"/>
          <p14:tracePt t="134471" x="2755900" y="3492500"/>
          <p14:tracePt t="134487" x="2736850" y="3536950"/>
          <p14:tracePt t="134504" x="2730500" y="3556000"/>
          <p14:tracePt t="134520" x="2692400" y="3600450"/>
          <p14:tracePt t="134537" x="2660650" y="3644900"/>
          <p14:tracePt t="134553" x="2622550" y="3676650"/>
          <p14:tracePt t="134570" x="2603500" y="3702050"/>
          <p14:tracePt t="134587" x="2527300" y="3759200"/>
          <p14:tracePt t="134603" x="2495550" y="3784600"/>
          <p14:tracePt t="134621" x="2451100" y="3822700"/>
          <p14:tracePt t="134636" x="2419350" y="3841750"/>
          <p14:tracePt t="134653" x="2381250" y="3879850"/>
          <p14:tracePt t="134670" x="2362200" y="3924300"/>
          <p14:tracePt t="134686" x="2336800" y="3943350"/>
          <p14:tracePt t="134703" x="2317750" y="3968750"/>
          <p14:tracePt t="134720" x="2292350" y="4006850"/>
          <p14:tracePt t="134736" x="2279650" y="4025900"/>
          <p14:tracePt t="134740" x="2260600" y="4051300"/>
          <p14:tracePt t="134753" x="2235200" y="4089400"/>
          <p14:tracePt t="134770" x="2184400" y="4178300"/>
          <p14:tracePt t="134786" x="2146300" y="4235450"/>
          <p14:tracePt t="134803" x="2044700" y="4362450"/>
          <p14:tracePt t="134819" x="1949450" y="4483100"/>
          <p14:tracePt t="134836" x="1905000" y="4540250"/>
          <p14:tracePt t="134853" x="1854200" y="4597400"/>
          <p14:tracePt t="134869" x="1841500" y="4610100"/>
          <p14:tracePt t="134902" x="1841500" y="4616450"/>
          <p14:tracePt t="134930" x="1847850" y="4616450"/>
          <p14:tracePt t="134938" x="1847850" y="4610100"/>
          <p14:tracePt t="134952" x="1866900" y="4603750"/>
          <p14:tracePt t="134968" x="1898650" y="4591050"/>
          <p14:tracePt t="134986" x="2006600" y="4552950"/>
          <p14:tracePt t="135002" x="2209800" y="4514850"/>
          <p14:tracePt t="135018" x="2330450" y="4502150"/>
          <p14:tracePt t="135035" x="2603500" y="4489450"/>
          <p14:tracePt t="135052" x="2901950" y="4495800"/>
          <p14:tracePt t="135068" x="3067050" y="4508500"/>
          <p14:tracePt t="135085" x="3397250" y="4546600"/>
          <p14:tracePt t="135101" x="3771900" y="4610100"/>
          <p14:tracePt t="135119" x="3943350" y="4629150"/>
          <p14:tracePt t="135134" x="4241800" y="4667250"/>
          <p14:tracePt t="135151" x="4445000" y="4667250"/>
          <p14:tracePt t="135169" x="4572000" y="4641850"/>
          <p14:tracePt t="135184" x="4616450" y="4629150"/>
          <p14:tracePt t="135201" x="4641850" y="4616450"/>
          <p14:tracePt t="135218" x="4660900" y="4597400"/>
          <p14:tracePt t="135234" x="4660900" y="4591050"/>
          <p14:tracePt t="135400" x="4654550" y="4591050"/>
          <p14:tracePt t="135414" x="4648200" y="4591050"/>
          <p14:tracePt t="135442" x="4648200" y="4584700"/>
          <p14:tracePt t="135449" x="4654550" y="4578350"/>
          <p14:tracePt t="135457" x="4667250" y="4572000"/>
          <p14:tracePt t="135471" x="4686300" y="4565650"/>
          <p14:tracePt t="135487" x="4711700" y="4559300"/>
          <p14:tracePt t="135500" x="4749800" y="4540250"/>
          <p14:tracePt t="135517" x="4762500" y="4527550"/>
          <p14:tracePt t="135534" x="4781550" y="4521200"/>
          <p14:tracePt t="135550" x="4781550" y="4514850"/>
          <p14:tracePt t="135567" x="4775200" y="4502150"/>
          <p14:tracePt t="135583" x="4737100" y="4476750"/>
          <p14:tracePt t="135600" x="4699000" y="4457700"/>
          <p14:tracePt t="135616" x="4572000" y="4394200"/>
          <p14:tracePt t="135633" x="4375150" y="4298950"/>
          <p14:tracePt t="135649" x="4254500" y="4235450"/>
          <p14:tracePt t="135667" x="3975100" y="4127500"/>
          <p14:tracePt t="135683" x="3740150" y="4032250"/>
          <p14:tracePt t="135699" x="3625850" y="3987800"/>
          <p14:tracePt t="135716" x="3454400" y="3930650"/>
          <p14:tracePt t="135732" x="3352800" y="3886200"/>
          <p14:tracePt t="135749" x="3333750" y="3879850"/>
          <p14:tracePt t="135753" x="3321050" y="3873500"/>
          <p14:tracePt t="135769" x="3314700" y="3873500"/>
          <p14:tracePt t="135782" x="3308350" y="3867150"/>
          <p14:tracePt t="135800" x="3295650" y="3867150"/>
          <p14:tracePt t="135913" x="3295650" y="3879850"/>
          <p14:tracePt t="135934" x="3302000" y="3892550"/>
          <p14:tracePt t="135941" x="3308350" y="3917950"/>
          <p14:tracePt t="135955" x="3321050" y="3943350"/>
          <p14:tracePt t="135965" x="3333750" y="3975100"/>
          <p14:tracePt t="135982" x="3333750" y="4013200"/>
          <p14:tracePt t="135999" x="3371850" y="4102100"/>
          <p14:tracePt t="136015" x="3390900" y="4152900"/>
          <p14:tracePt t="136032" x="3403600" y="4184650"/>
          <p14:tracePt t="136048" x="3403600" y="4197350"/>
          <p14:tracePt t="136065" x="3409950" y="4203700"/>
          <p14:tracePt t="136103" x="3409950" y="4210050"/>
          <p14:tracePt t="136124" x="3403600" y="4210050"/>
          <p14:tracePt t="136132" x="3397250" y="4203700"/>
          <p14:tracePt t="136148" x="3384550" y="4197350"/>
          <p14:tracePt t="136164" x="3365500" y="4191000"/>
          <p14:tracePt t="136181" x="3314700" y="4152900"/>
          <p14:tracePt t="136198" x="3206750" y="4070350"/>
          <p14:tracePt t="136215" x="3086100" y="3949700"/>
          <p14:tracePt t="136231" x="3016250" y="3886200"/>
          <p14:tracePt t="136247" x="2908300" y="3771900"/>
          <p14:tracePt t="136264" x="2863850" y="3714750"/>
          <p14:tracePt t="136281" x="2844800" y="3695700"/>
          <p14:tracePt t="136298" x="2838450" y="3683000"/>
          <p14:tracePt t="136314" x="2832100" y="3683000"/>
          <p14:tracePt t="136346" x="2832100" y="3689350"/>
          <p14:tracePt t="136363" x="2844800" y="3708400"/>
          <p14:tracePt t="136380" x="2857500" y="3733800"/>
          <p14:tracePt t="136398" x="2876550" y="3765550"/>
          <p14:tracePt t="136414" x="3016250" y="3937000"/>
          <p14:tracePt t="136430" x="3067050" y="4006850"/>
          <p14:tracePt t="136447" x="3136900" y="4108450"/>
          <p14:tracePt t="136463" x="3168650" y="4152900"/>
          <p14:tracePt t="136480" x="3187700" y="4191000"/>
          <p14:tracePt t="136497" x="3200400" y="4197350"/>
          <p14:tracePt t="136643" x="3194050" y="4197350"/>
          <p14:tracePt t="136664" x="3187700" y="4184650"/>
          <p14:tracePt t="136678" x="3181350" y="4178300"/>
          <p14:tracePt t="136685" x="3175000" y="4165600"/>
          <p14:tracePt t="136696" x="3155950" y="4152900"/>
          <p14:tracePt t="136713" x="3130550" y="4121150"/>
          <p14:tracePt t="136729" x="3028950" y="4025900"/>
          <p14:tracePt t="136746" x="2965450" y="3956050"/>
          <p14:tracePt t="136750" x="2882900" y="3860800"/>
          <p14:tracePt t="136763" x="2711450" y="3676650"/>
          <p14:tracePt t="136779" x="2635250" y="3581400"/>
          <p14:tracePt t="136796" x="2565400" y="3498850"/>
          <p14:tracePt t="136812" x="2432050" y="3346450"/>
          <p14:tracePt t="136829" x="2343150" y="3244850"/>
          <p14:tracePt t="136848" x="2311400" y="3200400"/>
          <p14:tracePt t="136862" x="2305050" y="3187700"/>
          <p14:tracePt t="136879" x="2292350" y="3175000"/>
          <p14:tracePt t="137205" x="2286000" y="3175000"/>
          <p14:tracePt t="137226" x="2279650" y="3168650"/>
          <p14:tracePt t="137247" x="2266950" y="3162300"/>
          <p14:tracePt t="137254" x="2260600" y="3162300"/>
          <p14:tracePt t="137268" x="2247900" y="3155950"/>
          <p14:tracePt t="137277" x="2235200" y="3149600"/>
          <p14:tracePt t="137293" x="2216150" y="3143250"/>
          <p14:tracePt t="137311" x="2165350" y="3111500"/>
          <p14:tracePt t="137327" x="2076450" y="3079750"/>
          <p14:tracePt t="137344" x="2038350" y="3073400"/>
          <p14:tracePt t="137360" x="1974850" y="3041650"/>
          <p14:tracePt t="137377" x="1943100" y="3028950"/>
          <p14:tracePt t="137394" x="1905000" y="3016250"/>
          <p14:tracePt t="137410" x="1892300" y="3016250"/>
          <p14:tracePt t="137479" x="1898650" y="3016250"/>
          <p14:tracePt t="137485" x="1905000" y="3016250"/>
          <p14:tracePt t="137500" x="1917700" y="3016250"/>
          <p14:tracePt t="137510" x="1936750" y="3016250"/>
          <p14:tracePt t="137526" x="1974850" y="3022600"/>
          <p14:tracePt t="137543" x="2076450" y="3022600"/>
          <p14:tracePt t="137560" x="2209800" y="3022600"/>
          <p14:tracePt t="137577" x="2298700" y="3016250"/>
          <p14:tracePt t="137593" x="2330450" y="3016250"/>
          <p14:tracePt t="137609" x="2362200" y="3016250"/>
          <p14:tracePt t="137627" x="2374900" y="3009900"/>
          <p14:tracePt t="137659" x="2362200" y="3009900"/>
          <p14:tracePt t="137676" x="2190750" y="2997200"/>
          <p14:tracePt t="137692" x="2101850" y="2997200"/>
          <p14:tracePt t="137710" x="1987550" y="2997200"/>
          <p14:tracePt t="137725" x="1784350" y="2997200"/>
          <p14:tracePt t="137742" x="1581150" y="3009900"/>
          <p14:tracePt t="137760" x="1435100" y="3022600"/>
          <p14:tracePt t="137775" x="1403350" y="3035300"/>
          <p14:tracePt t="137792" x="1365250" y="3041650"/>
          <p14:tracePt t="137808" x="1358900" y="3041650"/>
          <p14:tracePt t="138019" x="1403350" y="3041650"/>
          <p14:tracePt t="138026" x="1492250" y="3028950"/>
          <p14:tracePt t="138040" x="1600200" y="3009900"/>
          <p14:tracePt t="138047" x="1714500" y="2997200"/>
          <p14:tracePt t="138061" x="1803400" y="2978150"/>
          <p14:tracePt t="138075" x="1879600" y="2971800"/>
          <p14:tracePt t="138091" x="1987550" y="2952750"/>
          <p14:tracePt t="138108" x="2019300" y="2946400"/>
          <p14:tracePt t="138125" x="2032000" y="2940050"/>
          <p14:tracePt t="138141" x="2032000" y="2933700"/>
          <p14:tracePt t="138157" x="2025650" y="2933700"/>
          <p14:tracePt t="138174" x="1936750" y="2933700"/>
          <p14:tracePt t="138191" x="1790700" y="2940050"/>
          <p14:tracePt t="138209" x="1638300" y="2978150"/>
          <p14:tracePt t="138224" x="1555750" y="3016250"/>
          <p14:tracePt t="138240" x="1466850" y="3060700"/>
          <p14:tracePt t="138258" x="1428750" y="3092450"/>
          <p14:tracePt t="138274" x="1422400" y="3092450"/>
          <p14:tracePt t="138290" x="1422400" y="3098800"/>
          <p14:tracePt t="138307" x="1473200" y="3117850"/>
          <p14:tracePt t="138324" x="1536700" y="3130550"/>
          <p14:tracePt t="138340" x="1619250" y="3136900"/>
          <p14:tracePt t="138357" x="2057400" y="3130550"/>
          <p14:tracePt t="138373" x="2216150" y="3130550"/>
          <p14:tracePt t="138391" x="2495550" y="3111500"/>
          <p14:tracePt t="138407" x="2597150" y="3098800"/>
          <p14:tracePt t="138423" x="2679700" y="3086100"/>
          <p14:tracePt t="138440" x="2692400" y="3086100"/>
          <p14:tracePt t="138473" x="2667000" y="3079750"/>
          <p14:tracePt t="138490" x="2571750" y="3079750"/>
          <p14:tracePt t="138506" x="2482850" y="3067050"/>
          <p14:tracePt t="138523" x="2228850" y="3073400"/>
          <p14:tracePt t="138540" x="1917700" y="3130550"/>
          <p14:tracePt t="138556" x="1765300" y="3168650"/>
          <p14:tracePt t="138574" x="1555750" y="3225800"/>
          <p14:tracePt t="138589" x="1454150" y="3270250"/>
          <p14:tracePt t="138606" x="1435100" y="3276600"/>
          <p14:tracePt t="138624" x="1422400" y="3282950"/>
          <p14:tracePt t="138639" x="1428750" y="3282950"/>
          <p14:tracePt t="138656" x="1568450" y="3282950"/>
          <p14:tracePt t="138673" x="1841500" y="3276600"/>
          <p14:tracePt t="138689" x="2057400" y="3251200"/>
          <p14:tracePt t="138705" x="2476500" y="3200400"/>
          <p14:tracePt t="138722" x="2813050" y="3149600"/>
          <p14:tracePt t="138739" x="2946400" y="3130550"/>
          <p14:tracePt t="138756" x="3092450" y="3092450"/>
          <p14:tracePt t="138772" x="3143250" y="3067050"/>
          <p14:tracePt t="138789" x="3155950" y="3060700"/>
          <p14:tracePt t="138820" x="3149600" y="3060700"/>
          <p14:tracePt t="138834" x="3136900" y="3060700"/>
          <p14:tracePt t="138842" x="3098800" y="3060700"/>
          <p14:tracePt t="138856" x="3022600" y="3060700"/>
          <p14:tracePt t="138872" x="2800350" y="3086100"/>
          <p14:tracePt t="138888" x="2686050" y="3105150"/>
          <p14:tracePt t="138905" x="2381250" y="3200400"/>
          <p14:tracePt t="138922" x="2260600" y="3232150"/>
          <p14:tracePt t="138939" x="2082800" y="3295650"/>
          <p14:tracePt t="138955" x="2070100" y="3302000"/>
          <p14:tracePt t="138995" x="2076450" y="3302000"/>
          <p14:tracePt t="139005" x="2139950" y="3302000"/>
          <p14:tracePt t="139021" x="2241550" y="3282950"/>
          <p14:tracePt t="139038" x="2578100" y="3181350"/>
          <p14:tracePt t="139054" x="3073400" y="3028950"/>
          <p14:tracePt t="139072" x="3302000" y="2971800"/>
          <p14:tracePt t="139088" x="3721100" y="2851150"/>
          <p14:tracePt t="139105" x="3962400" y="2762250"/>
          <p14:tracePt t="139122" x="4083050" y="2717800"/>
          <p14:tracePt t="139138" x="4108450" y="2705100"/>
          <p14:tracePt t="139154" x="4114800" y="2698750"/>
          <p14:tracePt t="139187" x="4108450" y="2698750"/>
          <p14:tracePt t="139204" x="4064000" y="2705100"/>
          <p14:tracePt t="139221" x="3784600" y="2717800"/>
          <p14:tracePt t="139237" x="3651250" y="2724150"/>
          <p14:tracePt t="139255" x="3219450" y="2806700"/>
          <p14:tracePt t="139270" x="3022600" y="2844800"/>
          <p14:tracePt t="139287" x="2705100" y="2940050"/>
          <p14:tracePt t="139305" x="2501900" y="3016250"/>
          <p14:tracePt t="139320" x="2457450" y="3035300"/>
          <p14:tracePt t="139337" x="2438400" y="3041650"/>
          <p14:tracePt t="139353" x="2432050" y="3048000"/>
          <p14:tracePt t="139387" x="2463800" y="3048000"/>
          <p14:tracePt t="139403" x="2622550" y="3041650"/>
          <p14:tracePt t="139420" x="2749550" y="3022600"/>
          <p14:tracePt t="139437" x="3130550" y="2984500"/>
          <p14:tracePt t="139454" x="3562350" y="2940050"/>
          <p14:tracePt t="139471" x="3759200" y="2914650"/>
          <p14:tracePt t="139487" x="3987800" y="2908300"/>
          <p14:tracePt t="139503" x="4108450" y="2895600"/>
          <p14:tracePt t="139519" x="4127500" y="2889250"/>
          <p14:tracePt t="139536" x="4140200" y="2889250"/>
          <p14:tracePt t="139569" x="4133850" y="2889250"/>
          <p14:tracePt t="139586" x="4121150" y="2889250"/>
          <p14:tracePt t="139602" x="4108450" y="2889250"/>
          <p14:tracePt t="139620" x="4038600" y="2895600"/>
          <p14:tracePt t="139636" x="3848100" y="2927350"/>
          <p14:tracePt t="139653" x="3721100" y="2959100"/>
          <p14:tracePt t="139669" x="3333750" y="3035300"/>
          <p14:tracePt t="139686" x="2908300" y="3117850"/>
          <p14:tracePt t="139702" x="2711450" y="3143250"/>
          <p14:tracePt t="139719" x="2438400" y="3181350"/>
          <p14:tracePt t="139735" x="2311400" y="3200400"/>
          <p14:tracePt t="139753" x="2279650" y="3200400"/>
          <p14:tracePt t="139769" x="2273300" y="3200400"/>
          <p14:tracePt t="139845" x="2273300" y="3206750"/>
          <p14:tracePt t="139873" x="2298700" y="3200400"/>
          <p14:tracePt t="139886" x="2381250" y="3181350"/>
          <p14:tracePt t="139894" x="2482850" y="3155950"/>
          <p14:tracePt t="139908" x="2609850" y="3124200"/>
          <p14:tracePt t="139918" x="2774950" y="3092450"/>
          <p14:tracePt t="139936" x="3155950" y="3009900"/>
          <p14:tracePt t="139952" x="3295650" y="3003550"/>
          <p14:tracePt t="139968" x="3498850" y="2971800"/>
          <p14:tracePt t="139985" x="3575050" y="2952750"/>
          <p14:tracePt t="140001" x="3587750" y="2946400"/>
          <p14:tracePt t="140037" x="3581400" y="2946400"/>
          <p14:tracePt t="140051" x="3575050" y="2946400"/>
          <p14:tracePt t="140068" x="3524250" y="2959100"/>
          <p14:tracePt t="140085" x="3352800" y="2984500"/>
          <p14:tracePt t="140101" x="3263900" y="3016250"/>
          <p14:tracePt t="140117" x="3143250" y="3048000"/>
          <p14:tracePt t="140134" x="2819400" y="3143250"/>
          <p14:tracePt t="140151" x="2755900" y="3175000"/>
          <p14:tracePt t="140168" x="2679700" y="3194050"/>
          <p14:tracePt t="140184" x="2673350" y="3200400"/>
          <p14:tracePt t="140201" x="2667000" y="3200400"/>
          <p14:tracePt t="140218" x="2730500" y="3200400"/>
          <p14:tracePt t="140234" x="2819400" y="3200400"/>
          <p14:tracePt t="140250" x="3079750" y="3181350"/>
          <p14:tracePt t="140267" x="3479800" y="3162300"/>
          <p14:tracePt t="140283" x="3689350" y="3149600"/>
          <p14:tracePt t="140288" x="3854450" y="3143250"/>
          <p14:tracePt t="140300" x="3994150" y="3143250"/>
          <p14:tracePt t="140316" x="4197350" y="3117850"/>
          <p14:tracePt t="140333" x="4267200" y="3111500"/>
          <p14:tracePt t="140350" x="4337050" y="3092450"/>
          <p14:tracePt t="140367" x="4375150" y="3086100"/>
          <p14:tracePt t="140383" x="4387850" y="3079750"/>
          <p14:tracePt t="140400" x="4425950" y="3073400"/>
          <p14:tracePt t="140416" x="4457700" y="3054350"/>
          <p14:tracePt t="140433" x="4470400" y="3054350"/>
          <p14:tracePt t="140450" x="4502150" y="3041650"/>
          <p14:tracePt t="140466" x="4514850" y="3035300"/>
          <p14:tracePt t="140484" x="4552950" y="3035300"/>
          <p14:tracePt t="140499" x="4565650" y="3028950"/>
          <p14:tracePt t="140516" x="4584700" y="3028950"/>
          <p14:tracePt t="140533" x="4635500" y="3022600"/>
          <p14:tracePt t="140549" x="4692650" y="3009900"/>
          <p14:tracePt t="140566" x="4724400" y="3009900"/>
          <p14:tracePt t="140582" x="4800600" y="3003550"/>
          <p14:tracePt t="140599" x="4870450" y="2997200"/>
          <p14:tracePt t="140616" x="4895850" y="2990850"/>
          <p14:tracePt t="140632" x="4972050" y="2971800"/>
          <p14:tracePt t="140649" x="5029200" y="2965450"/>
          <p14:tracePt t="140667" x="5086350" y="2952750"/>
          <p14:tracePt t="140682" x="5105400" y="2952750"/>
          <p14:tracePt t="140699" x="5149850" y="2946400"/>
          <p14:tracePt t="140716" x="5181600" y="2940050"/>
          <p14:tracePt t="140733" x="5194300" y="2940050"/>
          <p14:tracePt t="140749" x="5194300" y="2933700"/>
          <p14:tracePt t="140765" x="5207000" y="2933700"/>
          <p14:tracePt t="140821" x="5200650" y="2933700"/>
          <p14:tracePt t="140828" x="5194300" y="2933700"/>
          <p14:tracePt t="140835" x="5187950" y="2933700"/>
          <p14:tracePt t="140851" x="5175250" y="2933700"/>
          <p14:tracePt t="140865" x="5156200" y="2933700"/>
          <p14:tracePt t="140881" x="5067300" y="2933700"/>
          <p14:tracePt t="140898" x="4838700" y="2927350"/>
          <p14:tracePt t="140915" x="4667250" y="2927350"/>
          <p14:tracePt t="140931" x="4241800" y="2901950"/>
          <p14:tracePt t="140948" x="3740150" y="2889250"/>
          <p14:tracePt t="140964" x="3524250" y="2876550"/>
          <p14:tracePt t="140982" x="3282950" y="2863850"/>
          <p14:tracePt t="140998" x="3155950" y="2863850"/>
          <p14:tracePt t="141014" x="3130550" y="2863850"/>
          <p14:tracePt t="141032" x="3105150" y="2863850"/>
          <p14:tracePt t="141047" x="3098800" y="2863850"/>
          <p14:tracePt t="141088" x="3105150" y="2870200"/>
          <p14:tracePt t="141102" x="3111500" y="2870200"/>
          <p14:tracePt t="141114" x="3117850" y="2870200"/>
          <p14:tracePt t="141131" x="3181350" y="2876550"/>
          <p14:tracePt t="141147" x="3232150" y="2876550"/>
          <p14:tracePt t="141164" x="3422650" y="2895600"/>
          <p14:tracePt t="141180" x="3689350" y="2908300"/>
          <p14:tracePt t="141197" x="3829050" y="2927350"/>
          <p14:tracePt t="141214" x="4140200" y="2965450"/>
          <p14:tracePt t="141230" x="4330700" y="2971800"/>
          <p14:tracePt t="141247" x="4387850" y="2971800"/>
          <p14:tracePt t="141263" x="4445000" y="2971800"/>
          <p14:tracePt t="141280" x="4470400" y="2971800"/>
          <p14:tracePt t="141300" x="4476750" y="2971800"/>
          <p14:tracePt t="141313" x="4483100" y="2971800"/>
          <p14:tracePt t="141348" x="4489450" y="2965450"/>
          <p14:tracePt t="141361" x="4495800" y="2959100"/>
          <p14:tracePt t="141390" x="4502150" y="2952750"/>
          <p14:tracePt t="141398" x="4508500" y="2952750"/>
          <p14:tracePt t="141417" x="4514850" y="2946400"/>
          <p14:tracePt t="141439" x="4514850" y="2940050"/>
          <p14:tracePt t="141467" x="4508500" y="2940050"/>
          <p14:tracePt t="141481" x="4502150" y="2940050"/>
          <p14:tracePt t="141502" x="4489450" y="2940050"/>
          <p14:tracePt t="141509" x="4476750" y="2940050"/>
          <p14:tracePt t="141523" x="4464050" y="2940050"/>
          <p14:tracePt t="141532" x="4425950" y="2940050"/>
          <p14:tracePt t="141546" x="4375150" y="2940050"/>
          <p14:tracePt t="141562" x="4171950" y="2940050"/>
          <p14:tracePt t="141579" x="3873500" y="2940050"/>
          <p14:tracePt t="141596" x="3689350" y="2940050"/>
          <p14:tracePt t="141613" x="3276600" y="2940050"/>
          <p14:tracePt t="141629" x="2978150" y="2940050"/>
          <p14:tracePt t="141645" x="2863850" y="2940050"/>
          <p14:tracePt t="141662" x="2774950" y="2952750"/>
          <p14:tracePt t="141679" x="2660650" y="2959100"/>
          <p14:tracePt t="141695" x="2647950" y="2959100"/>
          <p14:tracePt t="141713" x="2641600" y="2959100"/>
          <p14:tracePt t="141729" x="2635250" y="2959100"/>
          <p14:tracePt t="141769" x="2635250" y="2965450"/>
          <p14:tracePt t="141783" x="2641600" y="2965450"/>
          <p14:tracePt t="141790" x="2647950" y="2965450"/>
          <p14:tracePt t="141804" x="2660650" y="2965450"/>
          <p14:tracePt t="141812" x="2673350" y="2965450"/>
          <p14:tracePt t="141828" x="2692400" y="2965450"/>
          <p14:tracePt t="141845" x="2762250" y="2971800"/>
          <p14:tracePt t="141861" x="2901950" y="2971800"/>
          <p14:tracePt t="141878" x="3003550" y="2984500"/>
          <p14:tracePt t="141895" x="3219450" y="2990850"/>
          <p14:tracePt t="141912" x="3435350" y="2990850"/>
          <p14:tracePt t="141928" x="3524250" y="2990850"/>
          <p14:tracePt t="141945" x="3651250" y="2978150"/>
          <p14:tracePt t="141961" x="3733800" y="2965450"/>
          <p14:tracePt t="141978" x="3765550" y="2959100"/>
          <p14:tracePt t="141994" x="3803650" y="2940050"/>
          <p14:tracePt t="142011" x="3810000" y="2940050"/>
          <p14:tracePt t="142029" x="3829050" y="2933700"/>
          <p14:tracePt t="142061" x="3835400" y="2933700"/>
          <p14:tracePt t="142085" x="3841750" y="2933700"/>
          <p14:tracePt t="142141" x="3848100" y="2933700"/>
          <p14:tracePt t="142184" x="3860800" y="2933700"/>
          <p14:tracePt t="142190" x="3867150" y="2933700"/>
          <p14:tracePt t="142205" x="3879850" y="2933700"/>
          <p14:tracePt t="142213" x="3905250" y="2933700"/>
          <p14:tracePt t="142227" x="3937000" y="2927350"/>
          <p14:tracePt t="142244" x="4044950" y="2914650"/>
          <p14:tracePt t="142261" x="4171950" y="2908300"/>
          <p14:tracePt t="142277" x="4235450" y="2895600"/>
          <p14:tracePt t="142293" x="4305300" y="2889250"/>
          <p14:tracePt t="142310" x="4476750" y="2857500"/>
          <p14:tracePt t="142327" x="4514850" y="2851150"/>
          <p14:tracePt t="142330" x="4559300" y="2844800"/>
          <p14:tracePt t="142360" x="4635500" y="2832100"/>
          <p14:tracePt t="142376" x="4667250" y="2825750"/>
          <p14:tracePt t="142393" x="4775200" y="2813050"/>
          <p14:tracePt t="142409" x="4832350" y="2813050"/>
          <p14:tracePt t="142426" x="4921250" y="2813050"/>
          <p14:tracePt t="142444" x="5022850" y="2813050"/>
          <p14:tracePt t="142460" x="5099050" y="2813050"/>
          <p14:tracePt t="142476" x="5232400" y="2794000"/>
          <p14:tracePt t="142493" x="5340350" y="2774950"/>
          <p14:tracePt t="142509" x="5391150" y="2768600"/>
          <p14:tracePt t="142526" x="5461000" y="2755900"/>
          <p14:tracePt t="142543" x="5492750" y="2755900"/>
          <p14:tracePt t="142560" x="5499100" y="2755900"/>
          <p14:tracePt t="142605" x="5499100" y="2749550"/>
          <p14:tracePt t="142612" x="5492750" y="2749550"/>
          <p14:tracePt t="142640" x="5486400" y="2755900"/>
          <p14:tracePt t="143005" x="5543550" y="2755900"/>
          <p14:tracePt t="143019" x="5632450" y="2755900"/>
          <p14:tracePt t="143033" x="5746750" y="2749550"/>
          <p14:tracePt t="143043" x="5861050" y="2736850"/>
          <p14:tracePt t="143057" x="5988050" y="2736850"/>
          <p14:tracePt t="143076" x="6324600" y="2736850"/>
          <p14:tracePt t="143091" x="6457950" y="2736850"/>
          <p14:tracePt t="143107" x="6604000" y="2755900"/>
          <p14:tracePt t="143124" x="6832600" y="2762250"/>
          <p14:tracePt t="143140" x="6972300" y="2774950"/>
          <p14:tracePt t="143157" x="7004050" y="2781300"/>
          <p14:tracePt t="143174" x="7054850" y="2781300"/>
          <p14:tracePt t="143190" x="7073900" y="2781300"/>
          <p14:tracePt t="143207" x="7092950" y="2781300"/>
          <p14:tracePt t="143223" x="7143750" y="2781300"/>
          <p14:tracePt t="143240" x="7181850" y="2774950"/>
          <p14:tracePt t="143257" x="7219950" y="2774950"/>
          <p14:tracePt t="143273" x="7289800" y="2774950"/>
          <p14:tracePt t="143290" x="7346950" y="2774950"/>
          <p14:tracePt t="143307" x="7404100" y="2787650"/>
          <p14:tracePt t="143323" x="7448550" y="2806700"/>
          <p14:tracePt t="143340" x="7505700" y="2819400"/>
          <p14:tracePt t="143357" x="7575550" y="2838450"/>
          <p14:tracePt t="143373" x="7607300" y="2838450"/>
          <p14:tracePt t="143389" x="7651750" y="2851150"/>
          <p14:tracePt t="143406" x="7689850" y="2863850"/>
          <p14:tracePt t="143423" x="7708900" y="2863850"/>
          <p14:tracePt t="143440" x="7759700" y="2863850"/>
          <p14:tracePt t="143456" x="7810500" y="2863850"/>
          <p14:tracePt t="143472" x="7835900" y="2863850"/>
          <p14:tracePt t="143490" x="7893050" y="2863850"/>
          <p14:tracePt t="143506" x="7943850" y="2870200"/>
          <p14:tracePt t="143522" x="7975600" y="2876550"/>
          <p14:tracePt t="143539" x="8020050" y="2889250"/>
          <p14:tracePt t="143556" x="8045450" y="2901950"/>
          <p14:tracePt t="143572" x="8077200" y="2901950"/>
          <p14:tracePt t="143589" x="8096250" y="2901950"/>
          <p14:tracePt t="143605" x="8102600" y="2901950"/>
          <p14:tracePt t="143622" x="8115300" y="2901950"/>
          <p14:tracePt t="143638" x="8121650" y="2901950"/>
          <p14:tracePt t="144060" x="8058150" y="2889250"/>
          <p14:tracePt t="144075" x="7931150" y="2857500"/>
          <p14:tracePt t="144081" x="7727950" y="2819400"/>
          <p14:tracePt t="144090" x="7454900" y="2774950"/>
          <p14:tracePt t="144104" x="7175500" y="2730500"/>
          <p14:tracePt t="144120" x="6883400" y="2698750"/>
          <p14:tracePt t="144138" x="5962650" y="2647950"/>
          <p14:tracePt t="144153" x="5543550" y="2635250"/>
          <p14:tracePt t="144170" x="4838700" y="2641600"/>
          <p14:tracePt t="144187" x="4279900" y="2686050"/>
          <p14:tracePt t="144203" x="4083050" y="2711450"/>
          <p14:tracePt t="144220" x="3930650" y="2749550"/>
          <p14:tracePt t="144237" x="3657600" y="2819400"/>
          <p14:tracePt t="144253" x="3600450" y="2851150"/>
          <p14:tracePt t="144270" x="3549650" y="2857500"/>
          <p14:tracePt t="144286" x="3448050" y="2895600"/>
          <p14:tracePt t="144303" x="3352800" y="2946400"/>
          <p14:tracePt t="144320" x="3276600" y="2978150"/>
          <p14:tracePt t="144336" x="3232150" y="2997200"/>
          <p14:tracePt t="144353" x="3175000" y="3009900"/>
          <p14:tracePt t="144370" x="3092450" y="3009900"/>
          <p14:tracePt t="144386" x="3028950" y="3009900"/>
          <p14:tracePt t="144403" x="2914650" y="3028950"/>
          <p14:tracePt t="144419" x="2781300" y="3048000"/>
          <p14:tracePt t="144436" x="2705100" y="3060700"/>
          <p14:tracePt t="144453" x="2571750" y="3079750"/>
          <p14:tracePt t="144469" x="2438400" y="3105150"/>
          <p14:tracePt t="144486" x="2393950" y="3124200"/>
          <p14:tracePt t="144503" x="2330450" y="3124200"/>
          <p14:tracePt t="144519" x="2279650" y="3136900"/>
          <p14:tracePt t="144535" x="2247900" y="3143250"/>
          <p14:tracePt t="144553" x="2184400" y="3155950"/>
          <p14:tracePt t="144569" x="2152650" y="3162300"/>
          <p14:tracePt t="144585" x="2108200" y="3162300"/>
          <p14:tracePt t="144602" x="2063750" y="3168650"/>
          <p14:tracePt t="144618" x="2051050" y="3175000"/>
          <p14:tracePt t="144636" x="2032000" y="3181350"/>
          <p14:tracePt t="144651" x="2025650" y="3187700"/>
          <p14:tracePt t="144685" x="2019300" y="3194050"/>
          <p14:tracePt t="144721" x="2019300" y="3200400"/>
          <p14:tracePt t="144798" x="2038350" y="3200400"/>
          <p14:tracePt t="144812" x="2070100" y="3200400"/>
          <p14:tracePt t="144821" x="2108200" y="3206750"/>
          <p14:tracePt t="144834" x="2171700" y="3206750"/>
          <p14:tracePt t="144851" x="2260600" y="3206750"/>
          <p14:tracePt t="144868" x="2578100" y="3206750"/>
          <p14:tracePt t="144884" x="2679700" y="3206750"/>
          <p14:tracePt t="144901" x="2781300" y="3206750"/>
          <p14:tracePt t="144918" x="2959100" y="3206750"/>
          <p14:tracePt t="144934" x="3136900" y="3206750"/>
          <p14:tracePt t="144951" x="3213100" y="3206750"/>
          <p14:tracePt t="144967" x="3378200" y="3206750"/>
          <p14:tracePt t="144984" x="3517900" y="3219450"/>
          <p14:tracePt t="145001" x="3600450" y="3219450"/>
          <p14:tracePt t="145017" x="3632200" y="3225800"/>
          <p14:tracePt t="145034" x="3657600" y="3232150"/>
          <p14:tracePt t="145051" x="3663950" y="3232150"/>
          <p14:tracePt t="145083" x="3676650" y="3232150"/>
          <p14:tracePt t="145117" x="3683000" y="3232150"/>
          <p14:tracePt t="145141" x="3695700" y="3232150"/>
          <p14:tracePt t="145150" x="3714750" y="3232150"/>
          <p14:tracePt t="145167" x="3746500" y="3238500"/>
          <p14:tracePt t="145184" x="3784600" y="3238500"/>
          <p14:tracePt t="145200" x="3937000" y="3257550"/>
          <p14:tracePt t="145217" x="4140200" y="3276600"/>
          <p14:tracePt t="145234" x="4337050" y="3308350"/>
          <p14:tracePt t="145250" x="4413250" y="3321050"/>
          <p14:tracePt t="145266" x="4521200" y="3340100"/>
          <p14:tracePt t="145283" x="4578350" y="3346450"/>
          <p14:tracePt t="145300" x="4610100" y="3346450"/>
          <p14:tracePt t="145317" x="4673600" y="3346450"/>
          <p14:tracePt t="145332" x="4768850" y="3340100"/>
          <p14:tracePt t="145349" x="4832350" y="3333750"/>
          <p14:tracePt t="145366" x="4959350" y="3327400"/>
          <p14:tracePt t="145382" x="5105400" y="3327400"/>
          <p14:tracePt t="145399" x="5156200" y="3327400"/>
          <p14:tracePt t="145417" x="5257800" y="3327400"/>
          <p14:tracePt t="145432" x="5353050" y="3327400"/>
          <p14:tracePt t="145449" x="5391150" y="3327400"/>
          <p14:tracePt t="145465" x="5454650" y="3327400"/>
          <p14:tracePt t="145482" x="5486400" y="3327400"/>
          <p14:tracePt t="145499" x="5537200" y="3327400"/>
          <p14:tracePt t="145516" x="5575300" y="3327400"/>
          <p14:tracePt t="145532" x="5594350" y="3327400"/>
          <p14:tracePt t="145549" x="5638800" y="3327400"/>
          <p14:tracePt t="145565" x="5683250" y="3333750"/>
          <p14:tracePt t="145582" x="5715000" y="3333750"/>
          <p14:tracePt t="145598" x="5772150" y="3333750"/>
          <p14:tracePt t="145615" x="5829300" y="3333750"/>
          <p14:tracePt t="145632" x="5867400" y="3333750"/>
          <p14:tracePt t="145648" x="5937250" y="3340100"/>
          <p14:tracePt t="145665" x="6000750" y="3340100"/>
          <p14:tracePt t="145683" x="6070600" y="3340100"/>
          <p14:tracePt t="145698" x="6108700" y="3340100"/>
          <p14:tracePt t="145715" x="6184900" y="3340100"/>
          <p14:tracePt t="145732" x="6280150" y="3333750"/>
          <p14:tracePt t="145748" x="6318250" y="3333750"/>
          <p14:tracePt t="145764" x="6381750" y="3333750"/>
          <p14:tracePt t="145781" x="6553200" y="3346450"/>
          <p14:tracePt t="145798" x="6616700" y="3352800"/>
          <p14:tracePt t="145815" x="6686550" y="3365500"/>
          <p14:tracePt t="145818" x="6750050" y="3371850"/>
          <p14:tracePt t="145831" x="6800850" y="3378200"/>
          <p14:tracePt t="145848" x="6883400" y="3397250"/>
          <p14:tracePt t="145865" x="6934200" y="3403600"/>
          <p14:tracePt t="145881" x="6972300" y="3416300"/>
          <p14:tracePt t="145897" x="7023100" y="3409950"/>
          <p14:tracePt t="145915" x="7092950" y="3403600"/>
          <p14:tracePt t="145931" x="7143750" y="3403600"/>
          <p14:tracePt t="145948" x="7213600" y="3403600"/>
          <p14:tracePt t="145964" x="7296150" y="3403600"/>
          <p14:tracePt t="145981" x="7340600" y="3403600"/>
          <p14:tracePt t="145998" x="7404100" y="3403600"/>
          <p14:tracePt t="146014" x="7467600" y="3390900"/>
          <p14:tracePt t="146030" x="7493000" y="3384550"/>
          <p14:tracePt t="146047" x="7524750" y="3384550"/>
          <p14:tracePt t="146064" x="7581900" y="3365500"/>
          <p14:tracePt t="146080" x="7639050" y="3352800"/>
          <p14:tracePt t="146097" x="7683500" y="3340100"/>
          <p14:tracePt t="146113" x="7702550" y="3333750"/>
          <p14:tracePt t="146130" x="7734300" y="3327400"/>
          <p14:tracePt t="146147" x="7759700" y="3321050"/>
          <p14:tracePt t="146164" x="7772400" y="3321050"/>
          <p14:tracePt t="146180" x="7804150" y="3321050"/>
          <p14:tracePt t="146196" x="7829550" y="3321050"/>
          <p14:tracePt t="146213" x="7842250" y="3321050"/>
          <p14:tracePt t="146230" x="7867650" y="3327400"/>
          <p14:tracePt t="146246" x="7886700" y="3327400"/>
          <p14:tracePt t="146263" x="7899400" y="3333750"/>
          <p14:tracePt t="146280" x="7924800" y="3333750"/>
          <p14:tracePt t="146296" x="7937500" y="3340100"/>
          <p14:tracePt t="146313" x="7943850" y="3340100"/>
          <p14:tracePt t="146329" x="7969250" y="3340100"/>
          <p14:tracePt t="146346" x="7988300" y="3340100"/>
          <p14:tracePt t="146379" x="8007350" y="3340100"/>
          <p14:tracePt t="146396" x="8039100" y="3359150"/>
          <p14:tracePt t="146413" x="8058150" y="3378200"/>
          <p14:tracePt t="147452" x="7931150" y="3378200"/>
          <p14:tracePt t="147466" x="7727950" y="3378200"/>
          <p14:tracePt t="147481" x="7366000" y="3378200"/>
          <p14:tracePt t="147494" x="6940550" y="3409950"/>
          <p14:tracePt t="147501" x="6489700" y="3467100"/>
          <p14:tracePt t="147516" x="5886450" y="3562350"/>
          <p14:tracePt t="147525" x="5276850" y="3683000"/>
          <p14:tracePt t="147542" x="4813300" y="3790950"/>
          <p14:tracePt t="147558" x="3670300" y="4178300"/>
          <p14:tracePt t="147575" x="3327400" y="4298950"/>
          <p14:tracePt t="147593" x="2819400" y="4483100"/>
          <p14:tracePt t="147608" x="2324100" y="4648200"/>
          <p14:tracePt t="147625" x="2133600" y="4718050"/>
          <p14:tracePt t="147642" x="1828800" y="4838700"/>
          <p14:tracePt t="147658" x="1663700" y="4946650"/>
          <p14:tracePt t="147675" x="1619250" y="4997450"/>
          <p14:tracePt t="147691" x="1568450" y="5041900"/>
          <p14:tracePt t="147708" x="1555750" y="5054600"/>
          <p14:tracePt t="147725" x="1549400" y="5054600"/>
          <p14:tracePt t="147741" x="1549400" y="5060950"/>
          <p14:tracePt t="147775" x="1530350" y="5073650"/>
          <p14:tracePt t="147791" x="1504950" y="5086350"/>
          <p14:tracePt t="147808" x="1492250" y="5092700"/>
          <p14:tracePt t="147824" x="1454150" y="5111750"/>
          <p14:tracePt t="147841" x="1435100" y="5124450"/>
          <p14:tracePt t="147857" x="1428750" y="5130800"/>
          <p14:tracePt t="147875" x="1428750" y="5137150"/>
          <p14:tracePt t="148091" x="1428750" y="5130800"/>
          <p14:tracePt t="148119" x="1435100" y="5130800"/>
          <p14:tracePt t="148162" x="1435100" y="5124450"/>
          <p14:tracePt t="148224" x="1435100" y="5118100"/>
          <p14:tracePt t="148274" x="1435100" y="5111750"/>
          <p14:tracePt t="148323" x="1435100" y="5105400"/>
          <p14:tracePt t="148379" x="1435100" y="5099050"/>
          <p14:tracePt t="148555" x="1435100" y="5092700"/>
          <p14:tracePt t="148843" x="1441450" y="5086350"/>
          <p14:tracePt t="148857" x="1447800" y="5080000"/>
          <p14:tracePt t="148863" x="1447800" y="5067300"/>
          <p14:tracePt t="148873" x="1460500" y="5054600"/>
          <p14:tracePt t="148887" x="1466850" y="5022850"/>
          <p14:tracePt t="148904" x="1498600" y="4965700"/>
          <p14:tracePt t="148921" x="1568450" y="4781550"/>
          <p14:tracePt t="148937" x="1682750" y="4438650"/>
          <p14:tracePt t="148953" x="1739900" y="4235450"/>
          <p14:tracePt t="148970" x="1866900" y="3790950"/>
          <p14:tracePt t="148987" x="1949450" y="3479800"/>
          <p14:tracePt t="149005" x="2000250" y="3270250"/>
          <p14:tracePt t="149020" x="2032000" y="3213100"/>
          <p14:tracePt t="149037" x="2044700" y="3155950"/>
          <p14:tracePt t="149054" x="2051050" y="3130550"/>
          <p14:tracePt t="149069" x="2051050" y="3117850"/>
          <p14:tracePt t="149137" x="2051050" y="3111500"/>
          <p14:tracePt t="149166" x="2057400" y="3111500"/>
          <p14:tracePt t="149172" x="2063750" y="3105150"/>
          <p14:tracePt t="149189" x="2070100" y="3105150"/>
          <p14:tracePt t="149208" x="2076450" y="3105150"/>
          <p14:tracePt t="149219" x="2101850" y="3098800"/>
          <p14:tracePt t="149236" x="2159000" y="3092450"/>
          <p14:tracePt t="149253" x="2209800" y="3079750"/>
          <p14:tracePt t="149270" x="2406650" y="3060700"/>
          <p14:tracePt t="149286" x="2717800" y="3041650"/>
          <p14:tracePt t="149302" x="2959100" y="3022600"/>
          <p14:tracePt t="149319" x="3543300" y="2997200"/>
          <p14:tracePt t="149335" x="4222750" y="2959100"/>
          <p14:tracePt t="149353" x="4540250" y="2946400"/>
          <p14:tracePt t="149356" x="4851400" y="2933700"/>
          <p14:tracePt t="149372" x="5168900" y="2914650"/>
          <p14:tracePt t="149385" x="5702300" y="2870200"/>
          <p14:tracePt t="149401" x="5899150" y="2844800"/>
          <p14:tracePt t="149419" x="6184900" y="2813050"/>
          <p14:tracePt t="149435" x="6400800" y="2800350"/>
          <p14:tracePt t="149454" x="6553200" y="2794000"/>
          <p14:tracePt t="149469" x="6616700" y="2794000"/>
          <p14:tracePt t="149485" x="6680200" y="2794000"/>
          <p14:tracePt t="149502" x="6769100" y="2794000"/>
          <p14:tracePt t="149518" x="6775450" y="2794000"/>
          <p14:tracePt t="149552" x="6775450" y="2800350"/>
          <p14:tracePt t="149568" x="6762750" y="2800350"/>
          <p14:tracePt t="149585" x="6743700" y="2813050"/>
          <p14:tracePt t="149602" x="6648450" y="2838450"/>
          <p14:tracePt t="149618" x="6477000" y="2889250"/>
          <p14:tracePt t="149635" x="6311900" y="2921000"/>
          <p14:tracePt t="149651" x="5880100" y="3022600"/>
          <p14:tracePt t="149668" x="5334000" y="3175000"/>
          <p14:tracePt t="149685" x="4743450" y="3352800"/>
          <p14:tracePt t="149701" x="4527550" y="3422650"/>
          <p14:tracePt t="149718" x="4165600" y="3581400"/>
          <p14:tracePt t="149734" x="4051300" y="3638550"/>
          <p14:tracePt t="149751" x="3886200" y="3740150"/>
          <p14:tracePt t="149768" x="3841750" y="3771900"/>
          <p14:tracePt t="149784" x="3790950" y="3829050"/>
          <p14:tracePt t="149801" x="3784600" y="3879850"/>
          <p14:tracePt t="149818" x="3784600" y="3892550"/>
          <p14:tracePt t="149834" x="3835400" y="3943350"/>
          <p14:tracePt t="149850" x="3854450" y="3949700"/>
          <p14:tracePt t="150465" x="3810000" y="3968750"/>
          <p14:tracePt t="150482" x="3676650" y="4044950"/>
          <p14:tracePt t="150498" x="3511550" y="4146550"/>
          <p14:tracePt t="150515" x="3416300" y="4210050"/>
          <p14:tracePt t="150531" x="3225800" y="4356100"/>
          <p14:tracePt t="150548" x="3143250" y="4419600"/>
          <p14:tracePt t="150565" x="3048000" y="4495800"/>
          <p14:tracePt t="150581" x="2749550" y="4718050"/>
          <p14:tracePt t="150598" x="2641600" y="4794250"/>
          <p14:tracePt t="150615" x="2463800" y="4914900"/>
          <p14:tracePt t="150631" x="2349500" y="5016500"/>
          <p14:tracePt t="150648" x="2305050" y="5054600"/>
          <p14:tracePt t="150664" x="2235200" y="5111750"/>
          <p14:tracePt t="150681" x="2209800" y="5143500"/>
          <p14:tracePt t="150698" x="2197100" y="5162550"/>
          <p14:tracePt t="150714" x="2190750" y="5162550"/>
          <p14:tracePt t="150762" x="2184400" y="5168900"/>
          <p14:tracePt t="150833" x="2178050" y="5168900"/>
          <p14:tracePt t="150840" x="2165350" y="5168900"/>
          <p14:tracePt t="150848" x="2152650" y="5168900"/>
          <p14:tracePt t="150863" x="2127250" y="5168900"/>
          <p14:tracePt t="150880" x="2076450" y="5168900"/>
          <p14:tracePt t="150897" x="1885950" y="5162550"/>
          <p14:tracePt t="150913" x="1816100" y="5149850"/>
          <p14:tracePt t="150931" x="1701800" y="5124450"/>
          <p14:tracePt t="150947" x="1670050" y="5118100"/>
          <p14:tracePt t="150963" x="1638300" y="5105400"/>
          <p14:tracePt t="150980" x="1625600" y="5105400"/>
          <p14:tracePt t="151071" x="1631950" y="5105400"/>
          <p14:tracePt t="151078" x="1638300" y="5105400"/>
          <p14:tracePt t="151093" x="1663700" y="5105400"/>
          <p14:tracePt t="151099" x="1701800" y="5105400"/>
          <p14:tracePt t="151116" x="1778000" y="5105400"/>
          <p14:tracePt t="151129" x="2012950" y="5099050"/>
          <p14:tracePt t="151146" x="2209800" y="5099050"/>
          <p14:tracePt t="151163" x="2781300" y="5080000"/>
          <p14:tracePt t="151179" x="3124200" y="5067300"/>
          <p14:tracePt t="151196" x="3803650" y="5035550"/>
          <p14:tracePt t="151212" x="4337050" y="5003800"/>
          <p14:tracePt t="151229" x="4476750" y="4991100"/>
          <p14:tracePt t="151246" x="4629150" y="4984750"/>
          <p14:tracePt t="151262" x="4679950" y="4978400"/>
          <p14:tracePt t="151279" x="4686300" y="4978400"/>
          <p14:tracePt t="151296" x="4692650" y="4978400"/>
          <p14:tracePt t="151394" x="4686300" y="4978400"/>
          <p14:tracePt t="151401" x="4679950" y="4978400"/>
          <p14:tracePt t="151422" x="4673600" y="4978400"/>
          <p14:tracePt t="151431" x="4667250" y="4978400"/>
          <p14:tracePt t="151445" x="4660900" y="4978400"/>
          <p14:tracePt t="151471" x="4660900" y="4972050"/>
          <p14:tracePt t="151941" x="4635500" y="4972050"/>
          <p14:tracePt t="151955" x="4610100" y="4972050"/>
          <p14:tracePt t="151963" x="4591050" y="4978400"/>
          <p14:tracePt t="151979" x="4552950" y="4984750"/>
          <p14:tracePt t="151993" x="4508500" y="4991100"/>
          <p14:tracePt t="152010" x="4476750" y="5010150"/>
          <p14:tracePt t="152027" x="4413250" y="5041900"/>
          <p14:tracePt t="152043" x="4394200" y="5048250"/>
          <p14:tracePt t="152060" x="4362450" y="5060950"/>
          <p14:tracePt t="152076" x="4356100" y="5060950"/>
          <p14:tracePt t="152092" x="4349750" y="5067300"/>
          <p14:tracePt t="152131" x="4356100" y="5067300"/>
          <p14:tracePt t="152146" x="4362450" y="5067300"/>
          <p14:tracePt t="152160" x="4387850" y="5060950"/>
          <p14:tracePt t="152175" x="4413250" y="5054600"/>
          <p14:tracePt t="152192" x="4533900" y="5035550"/>
          <p14:tracePt t="152209" x="4711700" y="5003800"/>
          <p14:tracePt t="152226" x="4857750" y="4984750"/>
          <p14:tracePt t="152243" x="4965700" y="4978400"/>
          <p14:tracePt t="152259" x="4991100" y="4965700"/>
          <p14:tracePt t="152275" x="5035550" y="4965700"/>
          <p14:tracePt t="152292" x="5041900" y="4965700"/>
          <p14:tracePt t="153107" x="4997450" y="4965700"/>
          <p14:tracePt t="153114" x="4921250" y="4972050"/>
          <p14:tracePt t="153128" x="4845050" y="4984750"/>
          <p14:tracePt t="153139" x="4756150" y="4991100"/>
          <p14:tracePt t="153157" x="4572000" y="5041900"/>
          <p14:tracePt t="153173" x="4476750" y="5060950"/>
          <p14:tracePt t="153189" x="4311650" y="5105400"/>
          <p14:tracePt t="153206" x="4152900" y="5143500"/>
          <p14:tracePt t="153222" x="4070350" y="5162550"/>
          <p14:tracePt t="153239" x="3924300" y="5200650"/>
          <p14:tracePt t="153256" x="3822700" y="5219700"/>
          <p14:tracePt t="153272" x="3778250" y="5226050"/>
          <p14:tracePt t="153291" x="3708400" y="5232400"/>
          <p14:tracePt t="153305" x="3632200" y="5245100"/>
          <p14:tracePt t="153322" x="3587750" y="5251450"/>
          <p14:tracePt t="153339" x="3479800" y="5257800"/>
          <p14:tracePt t="153355" x="3429000" y="5270500"/>
          <p14:tracePt t="153372" x="3346450" y="5264150"/>
          <p14:tracePt t="153389" x="3263900" y="5251450"/>
          <p14:tracePt t="153407" x="3238500" y="5245100"/>
          <p14:tracePt t="153422" x="3194050" y="5245100"/>
          <p14:tracePt t="153439" x="3162300" y="5232400"/>
          <p14:tracePt t="153455" x="3149600" y="5226050"/>
          <p14:tracePt t="153473" x="3124200" y="5219700"/>
          <p14:tracePt t="153489" x="3111500" y="5219700"/>
          <p14:tracePt t="153506" x="3098800" y="5219700"/>
          <p14:tracePt t="153523" x="3092450" y="5219700"/>
          <p14:tracePt t="153539" x="3079750" y="5219700"/>
          <p14:tracePt t="153573" x="3073400" y="5213350"/>
          <p14:tracePt t="153589" x="3067050" y="5207000"/>
          <p14:tracePt t="153938" x="3016250" y="5207000"/>
          <p14:tracePt t="153952" x="2952750" y="5207000"/>
          <p14:tracePt t="153959" x="2876550" y="5207000"/>
          <p14:tracePt t="153969" x="2800350" y="5207000"/>
          <p14:tracePt t="153987" x="2686050" y="5207000"/>
          <p14:tracePt t="154003" x="2616200" y="5219700"/>
          <p14:tracePt t="154019" x="2565400" y="5226050"/>
          <p14:tracePt t="154037" x="2393950" y="5264150"/>
          <p14:tracePt t="154053" x="2324100" y="5276850"/>
          <p14:tracePt t="154069" x="2286000" y="5276850"/>
          <p14:tracePt t="154086" x="2216150" y="5283200"/>
          <p14:tracePt t="154102" x="2165350" y="5289550"/>
          <p14:tracePt t="154120" x="2152650" y="5289550"/>
          <p14:tracePt t="154135" x="2146300" y="5289550"/>
          <p14:tracePt t="154152" x="2139950" y="5289550"/>
          <p14:tracePt t="154317" x="2133600" y="5289550"/>
          <p14:tracePt t="154338" x="2120900" y="5295900"/>
          <p14:tracePt t="154353" x="2114550" y="5295900"/>
          <p14:tracePt t="154359" x="2108200" y="5295900"/>
          <p14:tracePt t="154380" x="2095500" y="5295900"/>
          <p14:tracePt t="154388" x="2089150" y="5295900"/>
          <p14:tracePt t="154404" x="2076450" y="5295900"/>
          <p14:tracePt t="154418" x="2057400" y="5295900"/>
          <p14:tracePt t="154435" x="2025650" y="5295900"/>
          <p14:tracePt t="154451" x="2000250" y="5295900"/>
          <p14:tracePt t="154468" x="1987550" y="5295900"/>
          <p14:tracePt t="154485" x="1974850" y="5295900"/>
          <p14:tracePt t="154501" x="1968500" y="5295900"/>
          <p14:tracePt t="154549" x="1974850" y="5295900"/>
          <p14:tracePt t="154563" x="1987550" y="5295900"/>
          <p14:tracePt t="154571" x="2000250" y="5295900"/>
          <p14:tracePt t="154586" x="2025650" y="5302250"/>
          <p14:tracePt t="154601" x="2120900" y="5321300"/>
          <p14:tracePt t="154618" x="2190750" y="5340350"/>
          <p14:tracePt t="154634" x="2355850" y="5359400"/>
          <p14:tracePt t="154650" x="2444750" y="5365750"/>
          <p14:tracePt t="154668" x="2679700" y="5378450"/>
          <p14:tracePt t="154684" x="2730500" y="5384800"/>
          <p14:tracePt t="154700" x="2800350" y="5384800"/>
          <p14:tracePt t="154717" x="2838450" y="5384800"/>
          <p14:tracePt t="154734" x="2844800" y="5391150"/>
          <p14:tracePt t="154750" x="2857500" y="5391150"/>
          <p14:tracePt t="154977" x="2863850" y="5391150"/>
          <p14:tracePt t="154998" x="2870200" y="5391150"/>
          <p14:tracePt t="155019" x="2876550" y="5391150"/>
          <p14:tracePt t="155026" x="2889250" y="5391150"/>
          <p14:tracePt t="155040" x="2901950" y="5391150"/>
          <p14:tracePt t="155049" x="2927350" y="5391150"/>
          <p14:tracePt t="155065" x="2971800" y="5384800"/>
          <p14:tracePt t="155082" x="3060700" y="5384800"/>
          <p14:tracePt t="155099" x="3162300" y="5384800"/>
          <p14:tracePt t="155116" x="3213100" y="5384800"/>
          <p14:tracePt t="155132" x="3295650" y="5378450"/>
          <p14:tracePt t="155149" x="3346450" y="5378450"/>
          <p14:tracePt t="155166" x="3378200" y="5378450"/>
          <p14:tracePt t="155182" x="3384550" y="5372100"/>
          <p14:tracePt t="155198" x="3390900" y="5372100"/>
          <p14:tracePt t="155216" x="3397250" y="5365750"/>
          <p14:tracePt t="155272" x="3397250" y="5359400"/>
          <p14:tracePt t="155661" x="3473450" y="5359400"/>
          <p14:tracePt t="155668" x="3600450" y="5359400"/>
          <p14:tracePt t="155683" x="3752850" y="5359400"/>
          <p14:tracePt t="155697" x="3911600" y="5359400"/>
          <p14:tracePt t="155714" x="4273550" y="5359400"/>
          <p14:tracePt t="155733" x="4540250" y="5346700"/>
          <p14:tracePt t="155747" x="4654550" y="5327650"/>
          <p14:tracePt t="155763" x="4768850" y="5295900"/>
          <p14:tracePt t="155780" x="4940300" y="5245100"/>
          <p14:tracePt t="155797" x="5010150" y="5226050"/>
          <p14:tracePt t="155813" x="5054600" y="5213350"/>
          <p14:tracePt t="155830" x="5067300" y="5200650"/>
          <p14:tracePt t="155948" x="5067300" y="5207000"/>
          <p14:tracePt t="156047" x="5073650" y="5207000"/>
          <p14:tracePt t="156061" x="5092700" y="5213350"/>
          <p14:tracePt t="156068" x="5137150" y="5232400"/>
          <p14:tracePt t="156083" x="5200650" y="5251450"/>
          <p14:tracePt t="156096" x="5283200" y="5270500"/>
          <p14:tracePt t="156112" x="5486400" y="5334000"/>
          <p14:tracePt t="156129" x="5619750" y="5365750"/>
          <p14:tracePt t="156146" x="5880100" y="5429250"/>
          <p14:tracePt t="156162" x="6089650" y="5480050"/>
          <p14:tracePt t="156180" x="6242050" y="5511800"/>
          <p14:tracePt t="156195" x="6299200" y="5511800"/>
          <p14:tracePt t="156212" x="6324600" y="5518150"/>
          <p14:tracePt t="156229" x="6369050" y="5518150"/>
          <p14:tracePt t="156245" x="6375400" y="5518150"/>
          <p14:tracePt t="156300" x="6381750" y="5511800"/>
          <p14:tracePt t="156328" x="6388100" y="5505450"/>
          <p14:tracePt t="156362" x="6394450" y="5499100"/>
          <p14:tracePt t="156369" x="6400800" y="5499100"/>
          <p14:tracePt t="156383" x="6413500" y="5492750"/>
          <p14:tracePt t="156395" x="6438900" y="5492750"/>
          <p14:tracePt t="156413" x="6521450" y="5480050"/>
          <p14:tracePt t="156428" x="6584950" y="5467350"/>
          <p14:tracePt t="156444" x="6661150" y="5461000"/>
          <p14:tracePt t="156462" x="6858000" y="5410200"/>
          <p14:tracePt t="156478" x="6972300" y="5384800"/>
          <p14:tracePt t="156495" x="7080250" y="5365750"/>
          <p14:tracePt t="156511" x="7239000" y="5314950"/>
          <p14:tracePt t="156527" x="7277100" y="5302250"/>
          <p14:tracePt t="156544" x="7308850" y="5295900"/>
          <p14:tracePt t="156560" x="7327900" y="5283200"/>
          <p14:tracePt t="156608" x="7321550" y="5283200"/>
          <p14:tracePt t="156615" x="7321550" y="5276850"/>
          <p14:tracePt t="156631" x="7321550" y="5270500"/>
          <p14:tracePt t="157508" x="7137400" y="5270500"/>
          <p14:tracePt t="157524" x="6997700" y="5270500"/>
          <p14:tracePt t="157543" x="6705600" y="5270500"/>
          <p14:tracePt t="157559" x="6324600" y="5302250"/>
          <p14:tracePt t="157575" x="6057900" y="5314950"/>
          <p14:tracePt t="157591" x="5594350" y="5359400"/>
          <p14:tracePt t="157608" x="5099050" y="5448300"/>
          <p14:tracePt t="157624" x="4876800" y="5473700"/>
          <p14:tracePt t="157641" x="4400550" y="5562600"/>
          <p14:tracePt t="157658" x="4203700" y="5588000"/>
          <p14:tracePt t="157674" x="3771900" y="5626100"/>
          <p14:tracePt t="157689" x="3581400" y="5638800"/>
          <p14:tracePt t="157707" x="3416300" y="5651500"/>
          <p14:tracePt t="157724" x="3048000" y="5626100"/>
          <p14:tracePt t="157740" x="2984500" y="5607050"/>
          <p14:tracePt t="157757" x="2914650" y="5600700"/>
          <p14:tracePt t="157774" x="2762250" y="5543550"/>
          <p14:tracePt t="157790" x="2724150" y="5537200"/>
          <p14:tracePt t="157806" x="2692400" y="5530850"/>
          <p14:tracePt t="157823" x="2635250" y="5524500"/>
          <p14:tracePt t="157839" x="2597150" y="5524500"/>
          <p14:tracePt t="157857" x="2559050" y="5524500"/>
          <p14:tracePt t="157873" x="2552700" y="5524500"/>
          <p14:tracePt t="157889" x="2533650" y="5524500"/>
          <p14:tracePt t="157906" x="2514600" y="5524500"/>
          <p14:tracePt t="157922" x="2508250" y="5524500"/>
          <p14:tracePt t="157939" x="2482850" y="5518150"/>
          <p14:tracePt t="157956" x="2463800" y="5518150"/>
          <p14:tracePt t="157972" x="2451100" y="5511800"/>
          <p14:tracePt t="157976" x="2413000" y="5511800"/>
          <p14:tracePt t="157989" x="2381250" y="5511800"/>
          <p14:tracePt t="158006" x="2305050" y="5499100"/>
          <p14:tracePt t="158022" x="2260600" y="5492750"/>
          <p14:tracePt t="158039" x="2133600" y="5473700"/>
          <p14:tracePt t="158055" x="2000250" y="5448300"/>
          <p14:tracePt t="158072" x="1943100" y="5429250"/>
          <p14:tracePt t="158089" x="1847850" y="5410200"/>
          <p14:tracePt t="158105" x="1809750" y="5403850"/>
          <p14:tracePt t="158122" x="1758950" y="5384800"/>
          <p14:tracePt t="158139" x="1714500" y="5372100"/>
          <p14:tracePt t="158155" x="1695450" y="5372100"/>
          <p14:tracePt t="158172" x="1676400" y="5359400"/>
          <p14:tracePt t="158188" x="1657350" y="5359400"/>
          <p14:tracePt t="158206" x="1657350" y="5346700"/>
          <p14:tracePt t="158704" x="1644650" y="5359400"/>
          <p14:tracePt t="158720" x="1612900" y="5403850"/>
          <p14:tracePt t="158737" x="1549400" y="5461000"/>
          <p14:tracePt t="158753" x="1517650" y="5499100"/>
          <p14:tracePt t="158770" x="1473200" y="5543550"/>
          <p14:tracePt t="158786" x="1447800" y="5556250"/>
          <p14:tracePt t="158803" x="1416050" y="5588000"/>
          <p14:tracePt t="158820" x="1390650" y="5619750"/>
          <p14:tracePt t="158837" x="1390650" y="5626100"/>
          <p14:tracePt t="158853" x="1384300" y="5645150"/>
          <p14:tracePt t="158870" x="1377950" y="5645150"/>
          <p14:tracePt t="160416" x="1377950" y="5657850"/>
          <p14:tracePt t="160429" x="1377950" y="5689600"/>
          <p14:tracePt t="160437" x="1377950" y="5708650"/>
          <p14:tracePt t="160447" x="1377950" y="5740400"/>
          <p14:tracePt t="160465" x="1377950" y="5772150"/>
          <p14:tracePt t="160480" x="1377950" y="5791200"/>
          <p14:tracePt t="160497" x="1377950" y="5810250"/>
          <p14:tracePt t="160514" x="1377950" y="5822950"/>
          <p14:tracePt t="160530" x="1377950" y="5829300"/>
          <p14:tracePt t="160547" x="1377950" y="5842000"/>
          <p14:tracePt t="160563" x="1377950" y="5854700"/>
          <p14:tracePt t="160597" x="1377950" y="5873750"/>
          <p14:tracePt t="160613" x="1377950" y="5886450"/>
          <p14:tracePt t="160630" x="1377950" y="5899150"/>
          <p14:tracePt t="160647" x="1371600" y="5905500"/>
          <p14:tracePt t="160663" x="1371600" y="5918200"/>
          <p14:tracePt t="160680" x="1371600" y="5930900"/>
          <p14:tracePt t="160697" x="1371600" y="5937250"/>
          <p14:tracePt t="160713" x="1371600" y="5943600"/>
          <p14:tracePt t="160795" x="1371600" y="5949950"/>
          <p14:tracePt t="160801" x="1371600" y="5956300"/>
          <p14:tracePt t="161104" x="1377950" y="5956300"/>
          <p14:tracePt t="161139" x="1384300" y="5956300"/>
          <p14:tracePt t="161146" x="1390650" y="5956300"/>
          <p14:tracePt t="161152" x="1397000" y="5956300"/>
          <p14:tracePt t="161167" x="1409700" y="5949950"/>
          <p14:tracePt t="161177" x="1428750" y="5949950"/>
          <p14:tracePt t="161195" x="1454150" y="5943600"/>
          <p14:tracePt t="161211" x="1473200" y="5943600"/>
          <p14:tracePt t="161228" x="1498600" y="5937250"/>
          <p14:tracePt t="161244" x="1530350" y="5937250"/>
          <p14:tracePt t="161261" x="1536700" y="5930900"/>
          <p14:tracePt t="161278" x="1549400" y="5930900"/>
          <p14:tracePt t="161294" x="1562100" y="5930900"/>
          <p14:tracePt t="161311" x="1568450" y="5930900"/>
          <p14:tracePt t="161328" x="1574800" y="5930900"/>
          <p14:tracePt t="161343" x="1581150" y="5930900"/>
          <p14:tracePt t="161361" x="1600200" y="5924550"/>
          <p14:tracePt t="161378" x="1638300" y="5924550"/>
          <p14:tracePt t="161394" x="1663700" y="5924550"/>
          <p14:tracePt t="161411" x="1695450" y="5924550"/>
          <p14:tracePt t="161428" x="1727200" y="5924550"/>
          <p14:tracePt t="161443" x="1739900" y="5924550"/>
          <p14:tracePt t="161461" x="1746250" y="5924550"/>
          <p14:tracePt t="161477" x="1752600" y="5918200"/>
          <p14:tracePt t="161511" x="1758950" y="5918200"/>
          <p14:tracePt t="161567" x="1765300" y="5918200"/>
          <p14:tracePt t="161770" x="1771650" y="5918200"/>
          <p14:tracePt t="161777" x="1778000" y="5918200"/>
          <p14:tracePt t="161784" x="1790700" y="5918200"/>
          <p14:tracePt t="161806" x="1803400" y="5911850"/>
          <p14:tracePt t="161820" x="1828800" y="5911850"/>
          <p14:tracePt t="161829" x="1854200" y="5911850"/>
          <p14:tracePt t="161843" x="1892300" y="5911850"/>
          <p14:tracePt t="161859" x="1949450" y="5911850"/>
          <p14:tracePt t="161876" x="2006600" y="5905500"/>
          <p14:tracePt t="161892" x="2025650" y="5905500"/>
          <p14:tracePt t="161909" x="2051050" y="5899150"/>
          <p14:tracePt t="161926" x="2076450" y="5899150"/>
          <p14:tracePt t="161942" x="2082800" y="5899150"/>
          <p14:tracePt t="161981" x="2089150" y="5899150"/>
          <p14:tracePt t="162051" x="2089150" y="5892800"/>
          <p14:tracePt t="162086" x="2082800" y="5892800"/>
          <p14:tracePt t="162108" x="2076450" y="5892800"/>
          <p14:tracePt t="162121" x="2070100" y="5892800"/>
          <p14:tracePt t="162143" x="2051050" y="5892800"/>
          <p14:tracePt t="162150" x="2025650" y="5886450"/>
          <p14:tracePt t="162164" x="1987550" y="5873750"/>
          <p14:tracePt t="162178" x="1949450" y="5867400"/>
          <p14:tracePt t="162191" x="1879600" y="5861050"/>
          <p14:tracePt t="162208" x="1803400" y="5848350"/>
          <p14:tracePt t="162224" x="1644650" y="5822950"/>
          <p14:tracePt t="162242" x="1581150" y="5803900"/>
          <p14:tracePt t="162257" x="1524000" y="5791200"/>
          <p14:tracePt t="162274" x="1435100" y="5772150"/>
          <p14:tracePt t="162291" x="1403350" y="5772150"/>
          <p14:tracePt t="162307" x="1384300" y="5765800"/>
          <p14:tracePt t="162325" x="1352550" y="5765800"/>
          <p14:tracePt t="162341" x="1346200" y="5765800"/>
          <p14:tracePt t="162357" x="1339850" y="5765800"/>
          <p14:tracePt t="162395" x="1339850" y="5759450"/>
          <p14:tracePt t="162407" x="1346200" y="5759450"/>
          <p14:tracePt t="162424" x="1384300" y="5759450"/>
          <p14:tracePt t="162441" x="1435100" y="5772150"/>
          <p14:tracePt t="162457" x="1574800" y="5797550"/>
          <p14:tracePt t="162474" x="1784350" y="5842000"/>
          <p14:tracePt t="162490" x="1987550" y="5861050"/>
          <p14:tracePt t="162508" x="2133600" y="5880100"/>
          <p14:tracePt t="162524" x="2171700" y="5880100"/>
          <p14:tracePt t="162540" x="2197100" y="5880100"/>
          <p14:tracePt t="162557" x="2222500" y="5880100"/>
          <p14:tracePt t="162648" x="2222500" y="5886450"/>
          <p14:tracePt t="162852" x="2216150" y="5880100"/>
          <p14:tracePt t="162936" x="2209800" y="5873750"/>
          <p14:tracePt t="163259" x="2222500" y="5822950"/>
          <p14:tracePt t="163274" x="2273300" y="5740400"/>
          <p14:tracePt t="163288" x="2317750" y="5657850"/>
          <p14:tracePt t="163301" x="2355850" y="5575300"/>
          <p14:tracePt t="163308" x="2374900" y="5499100"/>
          <p14:tracePt t="163324" x="2387600" y="5435600"/>
          <p14:tracePt t="163337" x="2393950" y="5384800"/>
          <p14:tracePt t="163354" x="2387600" y="5372100"/>
          <p14:tracePt t="163371" x="2374900" y="5365750"/>
          <p14:tracePt t="163387" x="2368550" y="5365750"/>
          <p14:tracePt t="163404" x="2362200" y="5365750"/>
          <p14:tracePt t="163421" x="2349500" y="5365750"/>
          <p14:tracePt t="163437" x="2343150" y="5365750"/>
          <p14:tracePt t="163453" x="2317750" y="5365750"/>
          <p14:tracePt t="163470" x="2247900" y="5353050"/>
          <p14:tracePt t="163487" x="2222500" y="5353050"/>
          <p14:tracePt t="163503" x="2203450" y="5353050"/>
          <p14:tracePt t="163520" x="2152650" y="5340350"/>
          <p14:tracePt t="163536" x="2120900" y="5340350"/>
          <p14:tracePt t="163540" x="2108200" y="5334000"/>
          <p14:tracePt t="163556" x="2095500" y="5334000"/>
          <p14:tracePt t="163570" x="2089150" y="5334000"/>
          <p14:tracePt t="163586" x="2082800" y="5334000"/>
          <p14:tracePt t="163606" x="2076450" y="5334000"/>
          <p14:tracePt t="163645" x="2070100" y="5334000"/>
          <p14:tracePt t="163856" x="2082800" y="5334000"/>
          <p14:tracePt t="163863" x="2089150" y="5334000"/>
          <p14:tracePt t="163877" x="2108200" y="5334000"/>
          <p14:tracePt t="163885" x="2133600" y="5334000"/>
          <p14:tracePt t="163902" x="2184400" y="5346700"/>
          <p14:tracePt t="163922" x="2247900" y="5346700"/>
          <p14:tracePt t="163935" x="2324100" y="5353050"/>
          <p14:tracePt t="163952" x="2438400" y="5365750"/>
          <p14:tracePt t="163969" x="2679700" y="5384800"/>
          <p14:tracePt t="163985" x="2781300" y="5397500"/>
          <p14:tracePt t="164002" x="2870200" y="5397500"/>
          <p14:tracePt t="164018" x="2978150" y="5397500"/>
          <p14:tracePt t="164035" x="3016250" y="5397500"/>
          <p14:tracePt t="164052" x="3048000" y="5397500"/>
          <p14:tracePt t="164068" x="3054350" y="5397500"/>
          <p14:tracePt t="164084" x="3067050" y="5397500"/>
          <p14:tracePt t="164158" x="3073400" y="5397500"/>
          <p14:tracePt t="164306" x="3073400" y="5391150"/>
          <p14:tracePt t="164312" x="3067050" y="5391150"/>
          <p14:tracePt t="164341" x="3067050" y="5384800"/>
          <p14:tracePt t="164820" x="3079750" y="5384800"/>
          <p14:tracePt t="164827" x="3117850" y="5384800"/>
          <p14:tracePt t="164835" x="3155950" y="5384800"/>
          <p14:tracePt t="164849" x="3219450" y="5384800"/>
          <p14:tracePt t="164865" x="3295650" y="5384800"/>
          <p14:tracePt t="164882" x="3460750" y="5384800"/>
          <p14:tracePt t="164898" x="3625850" y="5365750"/>
          <p14:tracePt t="164915" x="3721100" y="5353050"/>
          <p14:tracePt t="164932" x="3848100" y="5334000"/>
          <p14:tracePt t="164948" x="3943350" y="5321300"/>
          <p14:tracePt t="164965" x="4000500" y="5308600"/>
          <p14:tracePt t="164982" x="4089400" y="5295900"/>
          <p14:tracePt t="164998" x="4152900" y="5276850"/>
          <p14:tracePt t="165015" x="4171950" y="5276850"/>
          <p14:tracePt t="165031" x="4197350" y="5270500"/>
          <p14:tracePt t="165048" x="4210050" y="5270500"/>
          <p14:tracePt t="165068" x="4216400" y="5270500"/>
          <p14:tracePt t="165136" x="4210050" y="5270500"/>
          <p14:tracePt t="165157" x="4203700" y="5270500"/>
          <p14:tracePt t="165178" x="4197350" y="5270500"/>
          <p14:tracePt t="165185" x="4191000" y="5270500"/>
          <p14:tracePt t="165228" x="4184650" y="5270500"/>
          <p14:tracePt t="165249" x="4178300" y="5270500"/>
          <p14:tracePt t="165297" x="4171950" y="5270500"/>
          <p14:tracePt t="165382" x="4178300" y="5270500"/>
          <p14:tracePt t="165389" x="4184650" y="5264150"/>
          <p14:tracePt t="165397" x="4197350" y="5257800"/>
          <p14:tracePt t="165413" x="4210050" y="5251450"/>
          <p14:tracePt t="165431" x="4248150" y="5238750"/>
          <p14:tracePt t="165447" x="4305300" y="5219700"/>
          <p14:tracePt t="165464" x="4425950" y="5181600"/>
          <p14:tracePt t="165480" x="4597400" y="5156200"/>
          <p14:tracePt t="165497" x="4686300" y="5130800"/>
          <p14:tracePt t="165513" x="4870450" y="5105400"/>
          <p14:tracePt t="165529" x="5048250" y="5092700"/>
          <p14:tracePt t="165547" x="5124450" y="5092700"/>
          <p14:tracePt t="165550" x="5200650" y="5092700"/>
          <p14:tracePt t="165564" x="5264150" y="5092700"/>
          <p14:tracePt t="165579" x="5378450" y="5086350"/>
          <p14:tracePt t="165596" x="5435600" y="5086350"/>
          <p14:tracePt t="165613" x="5511800" y="5086350"/>
          <p14:tracePt t="165629" x="5575300" y="5073650"/>
          <p14:tracePt t="165647" x="5594350" y="5086350"/>
          <p14:tracePt t="165663" x="5626100" y="5092700"/>
          <p14:tracePt t="165679" x="5638800" y="5099050"/>
          <p14:tracePt t="165712" x="5645150" y="5099050"/>
          <p14:tracePt t="165740" x="5651500" y="5099050"/>
          <p14:tracePt t="165768" x="5657850" y="5099050"/>
          <p14:tracePt t="165789" x="5670550" y="5099050"/>
          <p14:tracePt t="165803" x="5683250" y="5099050"/>
          <p14:tracePt t="165809" x="5702300" y="5105400"/>
          <p14:tracePt t="165823" x="5734050" y="5118100"/>
          <p14:tracePt t="165832" x="5791200" y="5137150"/>
          <p14:tracePt t="165848" x="5854700" y="5156200"/>
          <p14:tracePt t="165862" x="5949950" y="5175250"/>
          <p14:tracePt t="165878" x="6178550" y="5207000"/>
          <p14:tracePt t="165895" x="6457950" y="5232400"/>
          <p14:tracePt t="165912" x="6584950" y="5238750"/>
          <p14:tracePt t="165929" x="6902450" y="5238750"/>
          <p14:tracePt t="165945" x="6965950" y="5238750"/>
          <p14:tracePt t="165961" x="7048500" y="5232400"/>
          <p14:tracePt t="165979" x="7086600" y="5226050"/>
          <p14:tracePt t="165995" x="7092950" y="5226050"/>
          <p14:tracePt t="166011" x="7099300" y="5226050"/>
          <p14:tracePt t="166028" x="7105650" y="5219700"/>
          <p14:tracePt t="166084" x="7105650" y="5213350"/>
          <p14:tracePt t="166091" x="7099300" y="5213350"/>
          <p14:tracePt t="166098" x="7092950" y="5213350"/>
          <p14:tracePt t="166114" x="7073900" y="5213350"/>
          <p14:tracePt t="166128" x="7048500" y="5213350"/>
          <p14:tracePt t="166144" x="6921500" y="5213350"/>
          <p14:tracePt t="166161" x="6807200" y="5213350"/>
          <p14:tracePt t="166177" x="6527800" y="5213350"/>
          <p14:tracePt t="166194" x="6337300" y="5219700"/>
          <p14:tracePt t="166210" x="5727700" y="5245100"/>
          <p14:tracePt t="166227" x="5588000" y="5251450"/>
          <p14:tracePt t="166244" x="5359400" y="5283200"/>
          <p14:tracePt t="166261" x="5213350" y="5302250"/>
          <p14:tracePt t="166277" x="5175250" y="5314950"/>
          <p14:tracePt t="166295" x="5118100" y="5321300"/>
          <p14:tracePt t="166310" x="5099050" y="5327650"/>
          <p14:tracePt t="166351" x="5092700" y="5327650"/>
          <p14:tracePt t="166462" x="5086350" y="5327650"/>
          <p14:tracePt t="166576" x="5080000" y="5327650"/>
          <p14:tracePt t="166582" x="5073650" y="5327650"/>
          <p14:tracePt t="166592" x="5067300" y="5327650"/>
          <p14:tracePt t="166609" x="5054600" y="5334000"/>
          <p14:tracePt t="166625" x="5022850" y="5340350"/>
          <p14:tracePt t="166642" x="4991100" y="5353050"/>
          <p14:tracePt t="166660" x="4781550" y="5403850"/>
          <p14:tracePt t="166676" x="4679950" y="5435600"/>
          <p14:tracePt t="166693" x="4559300" y="5467350"/>
          <p14:tracePt t="166709" x="4305300" y="5530850"/>
          <p14:tracePt t="166725" x="4140200" y="5575300"/>
          <p14:tracePt t="166742" x="3810000" y="5651500"/>
          <p14:tracePt t="166759" x="3530600" y="5708650"/>
          <p14:tracePt t="166775" x="3321050" y="5759450"/>
          <p14:tracePt t="166793" x="3149600" y="5791200"/>
          <p14:tracePt t="166809" x="3086100" y="5797550"/>
          <p14:tracePt t="166825" x="2933700" y="5797550"/>
          <p14:tracePt t="166842" x="2794000" y="5797550"/>
          <p14:tracePt t="166858" x="2730500" y="5797550"/>
          <p14:tracePt t="166875" x="2609850" y="5778500"/>
          <p14:tracePt t="166892" x="2514600" y="5772150"/>
          <p14:tracePt t="166908" x="2463800" y="5753100"/>
          <p14:tracePt t="166925" x="2343150" y="5734050"/>
          <p14:tracePt t="166941" x="2222500" y="5702300"/>
          <p14:tracePt t="166958" x="2146300" y="5695950"/>
          <p14:tracePt t="166976" x="2025650" y="5676900"/>
          <p14:tracePt t="166991" x="1987550" y="5676900"/>
          <p14:tracePt t="167008" x="1917700" y="5670550"/>
          <p14:tracePt t="167025" x="1866900" y="5670550"/>
          <p14:tracePt t="167041" x="1847850" y="5664200"/>
          <p14:tracePt t="167058" x="1816100" y="5664200"/>
          <p14:tracePt t="167074" x="1778000" y="5664200"/>
          <p14:tracePt t="167091" x="1758950" y="5664200"/>
          <p14:tracePt t="167108" x="1720850" y="5670550"/>
          <p14:tracePt t="167124" x="1670050" y="5676900"/>
          <p14:tracePt t="167141" x="1651000" y="5676900"/>
          <p14:tracePt t="167158" x="1619250" y="5683250"/>
          <p14:tracePt t="167174" x="1593850" y="5689600"/>
          <p14:tracePt t="167191" x="1581150" y="5695950"/>
          <p14:tracePt t="167207" x="1549400" y="5695950"/>
          <p14:tracePt t="167224" x="1536700" y="5702300"/>
          <p14:tracePt t="167240" x="1530350" y="5702300"/>
          <p14:tracePt t="167257" x="1530350" y="5708650"/>
          <p14:tracePt t="167274" x="1524000" y="5708650"/>
          <p14:tracePt t="167313" x="1517650" y="5708650"/>
          <p14:tracePt t="167432" x="1517650" y="5715000"/>
          <p14:tracePt t="167474" x="1524000" y="5715000"/>
          <p14:tracePt t="167494" x="1536700" y="5715000"/>
          <p14:tracePt t="167502" x="1549400" y="5715000"/>
          <p14:tracePt t="167516" x="1562100" y="5715000"/>
          <p14:tracePt t="167526" x="1581150" y="5727700"/>
          <p14:tracePt t="167539" x="1619250" y="5727700"/>
          <p14:tracePt t="167555" x="1657350" y="5734050"/>
          <p14:tracePt t="167572" x="1816100" y="5740400"/>
          <p14:tracePt t="167589" x="1873250" y="5753100"/>
          <p14:tracePt t="167606" x="1898650" y="5753100"/>
          <p14:tracePt t="167622" x="1955800" y="5759450"/>
          <p14:tracePt t="167639" x="1981200" y="5765800"/>
          <p14:tracePt t="167656" x="1993900" y="5765800"/>
          <p14:tracePt t="167672" x="2000250" y="5765800"/>
          <p14:tracePt t="167689" x="2006600" y="5765800"/>
          <p14:tracePt t="167923" x="2025650" y="5765800"/>
          <p14:tracePt t="167937" x="2044700" y="5765800"/>
          <p14:tracePt t="167944" x="2063750" y="5765800"/>
          <p14:tracePt t="167958" x="2095500" y="5765800"/>
          <p14:tracePt t="167972" x="2120900" y="5765800"/>
          <p14:tracePt t="167987" x="2159000" y="5765800"/>
          <p14:tracePt t="168004" x="2184400" y="5759450"/>
          <p14:tracePt t="168022" x="2209800" y="5759450"/>
          <p14:tracePt t="168038" x="2222500" y="5759450"/>
          <p14:tracePt t="168054" x="2228850" y="5753100"/>
          <p14:tracePt t="168058" x="2235200" y="5753100"/>
          <p14:tracePt t="168134" x="2241550" y="5753100"/>
          <p14:tracePt t="168204" x="2247900" y="5753100"/>
          <p14:tracePt t="168239" x="2254250" y="5753100"/>
          <p14:tracePt t="168246" x="2260600" y="5753100"/>
          <p14:tracePt t="168387" x="2266950" y="5753100"/>
          <p14:tracePt t="168449" x="2273300" y="5753100"/>
          <p14:tracePt t="168527" x="2279650" y="5746750"/>
          <p14:tracePt t="168576" x="2286000" y="5746750"/>
          <p14:tracePt t="168590" x="2298700" y="5746750"/>
          <p14:tracePt t="168597" x="2311400" y="5746750"/>
          <p14:tracePt t="168611" x="2317750" y="5746750"/>
          <p14:tracePt t="168619" x="2349500" y="5746750"/>
          <p14:tracePt t="168635" x="2368550" y="5746750"/>
          <p14:tracePt t="168653" x="2425700" y="5746750"/>
          <p14:tracePt t="168668" x="2508250" y="5746750"/>
          <p14:tracePt t="168685" x="2533650" y="5746750"/>
          <p14:tracePt t="168703" x="2590800" y="5753100"/>
          <p14:tracePt t="168718" x="2647950" y="5753100"/>
          <p14:tracePt t="168735" x="2679700" y="5759450"/>
          <p14:tracePt t="168752" x="2730500" y="5765800"/>
          <p14:tracePt t="168768" x="2768600" y="5778500"/>
          <p14:tracePt t="168785" x="2781300" y="5778500"/>
          <p14:tracePt t="168802" x="2800350" y="5784850"/>
          <p14:tracePt t="168829" x="2806700" y="5784850"/>
          <p14:tracePt t="168906" x="2813050" y="5784850"/>
          <p14:tracePt t="169061" x="2819400" y="5784850"/>
          <p14:tracePt t="169103" x="2825750" y="5784850"/>
          <p14:tracePt t="169110" x="2832100" y="5784850"/>
          <p14:tracePt t="169118" x="2838450" y="5784850"/>
          <p14:tracePt t="169133" x="2851150" y="5784850"/>
          <p14:tracePt t="169151" x="2870200" y="5784850"/>
          <p14:tracePt t="169167" x="2959100" y="5791200"/>
          <p14:tracePt t="169183" x="3143250" y="5810250"/>
          <p14:tracePt t="169201" x="3359150" y="5842000"/>
          <p14:tracePt t="169217" x="3473450" y="5848350"/>
          <p14:tracePt t="169234" x="3689350" y="5861050"/>
          <p14:tracePt t="169251" x="3867150" y="5873750"/>
          <p14:tracePt t="169267" x="3943350" y="5873750"/>
          <p14:tracePt t="169283" x="4083050" y="5873750"/>
          <p14:tracePt t="169300" x="4178300" y="5867400"/>
          <p14:tracePt t="169317" x="4216400" y="5861050"/>
          <p14:tracePt t="169334" x="4286250" y="5854700"/>
          <p14:tracePt t="169350" x="4349750" y="5835650"/>
          <p14:tracePt t="169367" x="4368800" y="5829300"/>
          <p14:tracePt t="169383" x="4387850" y="5822950"/>
          <p14:tracePt t="169399" x="4438650" y="5810250"/>
          <p14:tracePt t="169416" x="4457700" y="5797550"/>
          <p14:tracePt t="169433" x="4508500" y="5778500"/>
          <p14:tracePt t="169450" x="4533900" y="5772150"/>
          <p14:tracePt t="169466" x="4565650" y="5759450"/>
          <p14:tracePt t="169483" x="4584700" y="5753100"/>
          <p14:tracePt t="169499" x="4610100" y="5740400"/>
          <p14:tracePt t="169516" x="4622800" y="5727700"/>
          <p14:tracePt t="169532" x="4635500" y="5721350"/>
          <p14:tracePt t="169549" x="4635500" y="5715000"/>
          <p14:tracePt t="169587" x="4610100" y="5708650"/>
          <p14:tracePt t="169594" x="4584700" y="5708650"/>
          <p14:tracePt t="169609" x="4546600" y="5708650"/>
          <p14:tracePt t="169622" x="4483100" y="5708650"/>
          <p14:tracePt t="169637" x="4413250" y="5715000"/>
          <p14:tracePt t="169648" x="4337050" y="5734050"/>
          <p14:tracePt t="169666" x="4229100" y="5765800"/>
          <p14:tracePt t="169682" x="4171950" y="5791200"/>
          <p14:tracePt t="169700" x="4165600" y="5803900"/>
          <p14:tracePt t="169715" x="4165600" y="5810250"/>
          <p14:tracePt t="169749" x="4210050" y="5835650"/>
          <p14:tracePt t="169765" x="4267200" y="5854700"/>
          <p14:tracePt t="169782" x="4330700" y="5873750"/>
          <p14:tracePt t="169799" x="4514850" y="5930900"/>
          <p14:tracePt t="169815" x="4711700" y="5975350"/>
          <p14:tracePt t="169831" x="4794250" y="5994400"/>
          <p14:tracePt t="169848" x="4895850" y="5994400"/>
          <p14:tracePt t="169865" x="4940300" y="5994400"/>
          <p14:tracePt t="169882" x="4953000" y="5994400"/>
          <p14:tracePt t="169933" x="4953000" y="5988050"/>
          <p14:tracePt t="169952" x="4953000" y="5981700"/>
          <p14:tracePt t="169995" x="4953000" y="5975350"/>
          <p14:tracePt t="170072" x="4946650" y="5975350"/>
          <p14:tracePt t="170497" x="4997450" y="5962650"/>
          <p14:tracePt t="170513" x="5080000" y="5943600"/>
          <p14:tracePt t="170519" x="5168900" y="5911850"/>
          <p14:tracePt t="170529" x="5264150" y="5880100"/>
          <p14:tracePt t="170545" x="5353050" y="5848350"/>
          <p14:tracePt t="170562" x="5537200" y="5778500"/>
          <p14:tracePt t="170579" x="5645150" y="5734050"/>
          <p14:tracePt t="170583" x="5759450" y="5695950"/>
          <p14:tracePt t="170598" x="5880100" y="5664200"/>
          <p14:tracePt t="170612" x="6083300" y="5613400"/>
          <p14:tracePt t="170629" x="6159500" y="5600700"/>
          <p14:tracePt t="170645" x="6318250" y="5581650"/>
          <p14:tracePt t="170662" x="6432550" y="5581650"/>
          <p14:tracePt t="170678" x="6470650" y="5581650"/>
          <p14:tracePt t="170695" x="6521450" y="5581650"/>
          <p14:tracePt t="170712" x="6546850" y="5581650"/>
          <p14:tracePt t="170745" x="6553200" y="5581650"/>
          <p14:tracePt t="170780" x="6559550" y="5581650"/>
          <p14:tracePt t="170807" x="6565900" y="5588000"/>
          <p14:tracePt t="170842" x="6578600" y="5594350"/>
          <p14:tracePt t="170856" x="6610350" y="5600700"/>
          <p14:tracePt t="170864" x="6642100" y="5613400"/>
          <p14:tracePt t="170878" x="6673850" y="5626100"/>
          <p14:tracePt t="170894" x="6711950" y="5632450"/>
          <p14:tracePt t="170912" x="6769100" y="5638800"/>
          <p14:tracePt t="170927" x="6800850" y="5645150"/>
          <p14:tracePt t="170944" x="6813550" y="5651500"/>
          <p14:tracePt t="170962" x="6832600" y="5651500"/>
          <p14:tracePt t="170994" x="6838950" y="5651500"/>
          <p14:tracePt t="171011" x="6851650" y="5651500"/>
          <p14:tracePt t="171044" x="6858000" y="5657850"/>
          <p14:tracePt t="171061" x="6896100" y="5670550"/>
          <p14:tracePt t="171077" x="7010400" y="5715000"/>
          <p14:tracePt t="171095" x="7181850" y="5778500"/>
          <p14:tracePt t="171110" x="7283450" y="5810250"/>
          <p14:tracePt t="171127" x="7505700" y="5861050"/>
          <p14:tracePt t="171144" x="7708900" y="5892800"/>
          <p14:tracePt t="171160" x="7861300" y="5892800"/>
          <p14:tracePt t="171177" x="7918450" y="5892800"/>
          <p14:tracePt t="171194" x="7988300" y="5867400"/>
          <p14:tracePt t="171210" x="8001000" y="5861050"/>
          <p14:tracePt t="171227" x="8013700" y="5842000"/>
          <p14:tracePt t="171243" x="8013700" y="5829300"/>
          <p14:tracePt t="171259" x="8013700" y="5822950"/>
          <p14:tracePt t="171277" x="7994650" y="5816600"/>
          <p14:tracePt t="171293" x="7924800" y="5784850"/>
          <p14:tracePt t="171309" x="7854950" y="5765800"/>
          <p14:tracePt t="171327" x="7689850" y="5740400"/>
          <p14:tracePt t="171343" x="7588250" y="5740400"/>
          <p14:tracePt t="171359" x="7499350" y="5740400"/>
          <p14:tracePt t="171376" x="7340600" y="5759450"/>
          <p14:tracePt t="171393" x="7270750" y="5784850"/>
          <p14:tracePt t="171410" x="7258050" y="5791200"/>
          <p14:tracePt t="171426" x="7251700" y="5797550"/>
          <p14:tracePt t="171453" x="7251700" y="5803900"/>
          <p14:tracePt t="171480" x="7258050" y="5810250"/>
          <p14:tracePt t="171494" x="7277100" y="5816600"/>
          <p14:tracePt t="171501" x="7308850" y="5829300"/>
          <p14:tracePt t="171510" x="7366000" y="5848350"/>
          <p14:tracePt t="171526" x="7416800" y="5867400"/>
          <p14:tracePt t="171542" x="7486650" y="5886450"/>
          <p14:tracePt t="171559" x="7651750" y="5905500"/>
          <p14:tracePt t="171576" x="7772400" y="5892800"/>
          <p14:tracePt t="171593" x="7816850" y="5886450"/>
          <p14:tracePt t="171595" x="7835900" y="5861050"/>
          <p14:tracePt t="171609" x="7854950" y="5848350"/>
          <p14:tracePt t="171625" x="7861300" y="5835650"/>
          <p14:tracePt t="171642" x="7867650" y="5822950"/>
          <p14:tracePt t="171659" x="7867650" y="5816600"/>
          <p14:tracePt t="171692" x="7848600" y="5797550"/>
          <p14:tracePt t="171708" x="7835900" y="5791200"/>
          <p14:tracePt t="171725" x="7816850" y="5784850"/>
          <p14:tracePt t="171741" x="7785100" y="5772150"/>
          <p14:tracePt t="171758" x="7759700" y="5772150"/>
          <p14:tracePt t="171775" x="7753350" y="5772150"/>
          <p14:tracePt t="171791" x="7740650" y="5759450"/>
          <p14:tracePt t="171808" x="7734300" y="5759450"/>
          <p14:tracePt t="172690" x="7677150" y="5746750"/>
          <p14:tracePt t="172707" x="7448550" y="5715000"/>
          <p14:tracePt t="172723" x="7321550" y="5702300"/>
          <p14:tracePt t="172741" x="7023100" y="5683250"/>
          <p14:tracePt t="172755" x="6775450" y="5670550"/>
          <p14:tracePt t="172772" x="6648450" y="5670550"/>
          <p14:tracePt t="172790" x="6381750" y="5670550"/>
          <p14:tracePt t="172806" x="6153150" y="5676900"/>
          <p14:tracePt t="172823" x="6038850" y="5676900"/>
          <p14:tracePt t="172839" x="5784850" y="5695950"/>
          <p14:tracePt t="172855" x="5518150" y="5708650"/>
          <p14:tracePt t="172871" x="5391150" y="5715000"/>
          <p14:tracePt t="172888" x="5092700" y="5727700"/>
          <p14:tracePt t="172904" x="4933950" y="5740400"/>
          <p14:tracePt t="172920" x="4591050" y="5740400"/>
          <p14:tracePt t="172938" x="4292600" y="5753100"/>
          <p14:tracePt t="172954" x="4165600" y="5753100"/>
          <p14:tracePt t="172970" x="3962400" y="5765800"/>
          <p14:tracePt t="172988" x="3848100" y="5778500"/>
          <p14:tracePt t="173004" x="3822700" y="5797550"/>
          <p14:tracePt t="173021" x="3810000" y="5797550"/>
          <p14:tracePt t="173037" x="3803650" y="5797550"/>
          <p14:tracePt t="173121" x="3797300" y="5803900"/>
          <p14:tracePt t="173127" x="3790950" y="5810250"/>
          <p14:tracePt t="173136" x="3784600" y="5816600"/>
          <p14:tracePt t="173153" x="3771900" y="5822950"/>
          <p14:tracePt t="173170" x="3740150" y="5848350"/>
          <p14:tracePt t="173187" x="3721100" y="5861050"/>
          <p14:tracePt t="173204" x="3676650" y="5880100"/>
          <p14:tracePt t="173219" x="3644900" y="5892800"/>
          <p14:tracePt t="173236" x="3613150" y="5899150"/>
          <p14:tracePt t="173253" x="3568700" y="5918200"/>
          <p14:tracePt t="173269" x="3536950" y="5924550"/>
          <p14:tracePt t="173287" x="3479800" y="5930900"/>
          <p14:tracePt t="173303" x="3416300" y="5943600"/>
          <p14:tracePt t="173319" x="3359150" y="5949950"/>
          <p14:tracePt t="173336" x="3340100" y="5962650"/>
          <p14:tracePt t="173353" x="3295650" y="5962650"/>
          <p14:tracePt t="173369" x="3276600" y="5962650"/>
          <p14:tracePt t="173386" x="3263900" y="5962650"/>
          <p14:tracePt t="173402" x="3251200" y="5962650"/>
          <p14:tracePt t="173420" x="3257550" y="5949950"/>
          <p14:tracePt t="173818" x="3155950" y="5937250"/>
          <p14:tracePt t="173835" x="2997200" y="5937250"/>
          <p14:tracePt t="173852" x="2832100" y="5937250"/>
          <p14:tracePt t="173868" x="2755900" y="5943600"/>
          <p14:tracePt t="173886" x="2635250" y="5962650"/>
          <p14:tracePt t="173901" x="2527300" y="6019800"/>
          <p14:tracePt t="173918" x="2482850" y="6038850"/>
          <p14:tracePt t="173934" x="2425700" y="6076950"/>
          <p14:tracePt t="173951" x="2406650" y="6102350"/>
          <p14:tracePt t="173968" x="2406650" y="6115050"/>
          <p14:tracePt t="173984" x="2406650" y="6134100"/>
          <p14:tracePt t="174000" x="2432050" y="6159500"/>
          <p14:tracePt t="174017" x="2444750" y="6165850"/>
          <p14:tracePt t="174034" x="2482850" y="6178550"/>
          <p14:tracePt t="174050" x="2514600" y="6191250"/>
          <p14:tracePt t="174068" x="2546350" y="6197600"/>
          <p14:tracePt t="174084" x="2552700" y="6197600"/>
          <p14:tracePt t="174100" x="2565400" y="6203950"/>
          <p14:tracePt t="174117" x="2616200" y="6216650"/>
          <p14:tracePt t="174133" x="2641600" y="6229350"/>
          <p14:tracePt t="174150" x="2667000" y="6235700"/>
          <p14:tracePt t="174167" x="2755900" y="6261100"/>
          <p14:tracePt t="174183" x="2851150" y="6273800"/>
          <p14:tracePt t="174200" x="2889250" y="6273800"/>
          <p14:tracePt t="174216" x="2946400" y="6286500"/>
          <p14:tracePt t="174233" x="2990850" y="6286500"/>
          <p14:tracePt t="174250" x="3009900" y="6286500"/>
          <p14:tracePt t="174267" x="3016250" y="6286500"/>
          <p14:tracePt t="174302" x="3022600" y="6280150"/>
          <p14:tracePt t="174328" x="3028950" y="6273800"/>
          <p14:tracePt t="174342" x="3035300" y="6273800"/>
          <p14:tracePt t="174363" x="3048000" y="6267450"/>
          <p14:tracePt t="174369" x="3054350" y="6261100"/>
          <p14:tracePt t="174386" x="3067050" y="6254750"/>
          <p14:tracePt t="174400" x="3079750" y="6242050"/>
          <p14:tracePt t="174416" x="3092450" y="6235700"/>
          <p14:tracePt t="174433" x="3130550" y="6223000"/>
          <p14:tracePt t="174449" x="3149600" y="6216650"/>
          <p14:tracePt t="174465" x="3194050" y="6197600"/>
          <p14:tracePt t="174482" x="3263900" y="6178550"/>
          <p14:tracePt t="174499" x="3302000" y="6172200"/>
          <p14:tracePt t="174515" x="3409950" y="6153150"/>
          <p14:tracePt t="174532" x="3543300" y="6127750"/>
          <p14:tracePt t="174548" x="3619500" y="6115050"/>
          <p14:tracePt t="174566" x="3778250" y="6096000"/>
          <p14:tracePt t="174582" x="3930650" y="6064250"/>
          <p14:tracePt t="174598" x="4000500" y="6057900"/>
          <p14:tracePt t="174615" x="4114800" y="6038850"/>
          <p14:tracePt t="174631" x="4191000" y="6026150"/>
          <p14:tracePt t="174648" x="4210050" y="6026150"/>
          <p14:tracePt t="174665" x="4222750" y="6026150"/>
          <p14:tracePt t="174713" x="4216400" y="6026150"/>
          <p14:tracePt t="174721" x="4203700" y="6032500"/>
          <p14:tracePt t="174735" x="4184650" y="6038850"/>
          <p14:tracePt t="174748" x="4152900" y="6057900"/>
          <p14:tracePt t="174764" x="4051300" y="6096000"/>
          <p14:tracePt t="174781" x="3975100" y="6127750"/>
          <p14:tracePt t="174798" x="3803650" y="6165850"/>
          <p14:tracePt t="174814" x="3619500" y="6216650"/>
          <p14:tracePt t="174831" x="3543300" y="6229350"/>
          <p14:tracePt t="174848" x="3409950" y="6248400"/>
          <p14:tracePt t="174864" x="3352800" y="6254750"/>
          <p14:tracePt t="174881" x="3340100" y="6254750"/>
          <p14:tracePt t="174898" x="3333750" y="6254750"/>
          <p14:tracePt t="174932" x="3333750" y="6261100"/>
          <p14:tracePt t="174953" x="3340100" y="6261100"/>
          <p14:tracePt t="174959" x="3352800" y="6261100"/>
          <p14:tracePt t="174974" x="3371850" y="6261100"/>
          <p14:tracePt t="174984" x="3409950" y="6261100"/>
          <p14:tracePt t="174997" x="3473450" y="6261100"/>
          <p14:tracePt t="175014" x="3568700" y="6280150"/>
          <p14:tracePt t="175030" x="3924300" y="6324600"/>
          <p14:tracePt t="175047" x="4064000" y="6330950"/>
          <p14:tracePt t="175063" x="4191000" y="6356350"/>
          <p14:tracePt t="175080" x="4457700" y="6362700"/>
          <p14:tracePt t="175096" x="4572000" y="6362700"/>
          <p14:tracePt t="175115" x="4768850" y="6330950"/>
          <p14:tracePt t="175130" x="4787900" y="6324600"/>
          <p14:tracePt t="175147" x="4806950" y="6318250"/>
          <p14:tracePt t="175163" x="4813300" y="6318250"/>
          <p14:tracePt t="175205" x="4813300" y="6311900"/>
          <p14:tracePt t="175276" x="4806950" y="6311900"/>
          <p14:tracePt t="175282" x="4794250" y="6305550"/>
          <p14:tracePt t="175299" x="4762500" y="6286500"/>
          <p14:tracePt t="175312" x="4718050" y="6273800"/>
          <p14:tracePt t="175329" x="4521200" y="6197600"/>
          <p14:tracePt t="175346" x="4203700" y="6076950"/>
          <p14:tracePt t="175362" x="3987800" y="6007100"/>
          <p14:tracePt t="175379" x="3587750" y="5848350"/>
          <p14:tracePt t="175396" x="3200400" y="5759450"/>
          <p14:tracePt t="175412" x="3048000" y="5721350"/>
          <p14:tracePt t="175429" x="2819400" y="5670550"/>
          <p14:tracePt t="175445" x="2673350" y="5638800"/>
          <p14:tracePt t="175462" x="2635250" y="5632450"/>
          <p14:tracePt t="175479" x="2565400" y="5632450"/>
          <p14:tracePt t="175495" x="2514600" y="5626100"/>
          <p14:tracePt t="175512" x="2495550" y="5626100"/>
          <p14:tracePt t="175529" x="2463800" y="5626100"/>
          <p14:tracePt t="175545" x="2438400" y="5632450"/>
          <p14:tracePt t="175562" x="2425700" y="5632450"/>
          <p14:tracePt t="175578" x="2400300" y="5632450"/>
          <p14:tracePt t="175595" x="2368550" y="5638800"/>
          <p14:tracePt t="175612" x="2336800" y="5638800"/>
          <p14:tracePt t="175628" x="2324100" y="5638800"/>
          <p14:tracePt t="175645" x="2298700" y="5645150"/>
          <p14:tracePt t="175648" x="2286000" y="5645150"/>
          <p14:tracePt t="175664" x="2279650" y="5645150"/>
          <p14:tracePt t="175677" x="2273300" y="5645150"/>
          <p14:tracePt t="175732" x="2273300" y="5651500"/>
          <p14:tracePt t="175746" x="2286000" y="5651500"/>
          <p14:tracePt t="175753" x="2298700" y="5657850"/>
          <p14:tracePt t="175767" x="2324100" y="5664200"/>
          <p14:tracePt t="175777" x="2381250" y="5676900"/>
          <p14:tracePt t="175795" x="2571750" y="5727700"/>
          <p14:tracePt t="175810" x="2743200" y="5772150"/>
          <p14:tracePt t="175827" x="3257550" y="5911850"/>
          <p14:tracePt t="175844" x="3930650" y="6115050"/>
          <p14:tracePt t="175860" x="4260850" y="6197600"/>
          <p14:tracePt t="175877" x="4540250" y="6261100"/>
          <p14:tracePt t="175894" x="4991100" y="6330950"/>
          <p14:tracePt t="175910" x="5207000" y="6337300"/>
          <p14:tracePt t="175927" x="5270500" y="6337300"/>
          <p14:tracePt t="175943" x="5327650" y="6337300"/>
          <p14:tracePt t="175960" x="5340350" y="6337300"/>
          <p14:tracePt t="176055" x="5340350" y="6343650"/>
          <p14:tracePt t="176076" x="5340350" y="6350000"/>
          <p14:tracePt t="176083" x="5340350" y="6356350"/>
          <p14:tracePt t="176716" x="5340350" y="6350000"/>
          <p14:tracePt t="176731" x="5353050" y="6337300"/>
          <p14:tracePt t="176737" x="5372100" y="6311900"/>
          <p14:tracePt t="176745" x="5391150" y="6292850"/>
          <p14:tracePt t="176760" x="5410200" y="6261100"/>
          <p14:tracePt t="176774" x="5422900" y="6229350"/>
          <p14:tracePt t="176791" x="5448300" y="6178550"/>
          <p14:tracePt t="176808" x="5454650" y="6140450"/>
          <p14:tracePt t="176823" x="5461000" y="6115050"/>
          <p14:tracePt t="176841" x="5461000" y="6102350"/>
          <p14:tracePt t="176857" x="5461000" y="6089650"/>
          <p14:tracePt t="176890" x="5461000" y="6083300"/>
          <p14:tracePt t="176907" x="5448300" y="6076950"/>
          <p14:tracePt t="176924" x="5416550" y="6057900"/>
          <p14:tracePt t="176941" x="5391150" y="6045200"/>
          <p14:tracePt t="176956" x="5295900" y="5981700"/>
          <p14:tracePt t="176973" x="5213350" y="5937250"/>
          <p14:tracePt t="176990" x="4933950" y="5816600"/>
          <p14:tracePt t="177007" x="4851400" y="5772150"/>
          <p14:tracePt t="177023" x="4705350" y="5715000"/>
          <p14:tracePt t="177040" x="4616450" y="5670550"/>
          <p14:tracePt t="177057" x="4584700" y="5657850"/>
          <p14:tracePt t="177073" x="4552950" y="5645150"/>
          <p14:tracePt t="177090" x="4540250" y="5645150"/>
          <p14:tracePt t="177106" x="4533900" y="5645150"/>
          <p14:tracePt t="177123" x="4527550" y="5645150"/>
          <p14:tracePt t="177166" x="4521200" y="5645150"/>
          <p14:tracePt t="177207" x="4514850" y="5645150"/>
          <p14:tracePt t="177223" x="4508500" y="5645150"/>
          <p14:tracePt t="177229" x="4502150" y="5645150"/>
          <p14:tracePt t="177239" x="4495800" y="5645150"/>
          <p14:tracePt t="177257" x="4470400" y="5651500"/>
          <p14:tracePt t="177272" x="4451350" y="5651500"/>
          <p14:tracePt t="177289" x="4432300" y="5657850"/>
          <p14:tracePt t="177306" x="4343400" y="5676900"/>
          <p14:tracePt t="177322" x="4318000" y="5683250"/>
          <p14:tracePt t="177339" x="4286250" y="5683250"/>
          <p14:tracePt t="177356" x="4248150" y="5689600"/>
          <p14:tracePt t="177372" x="4222750" y="5695950"/>
          <p14:tracePt t="177388" x="4216400" y="5695950"/>
          <p14:tracePt t="177405" x="4203700" y="5695950"/>
          <p14:tracePt t="177622" x="4222750" y="5695950"/>
          <p14:tracePt t="177629" x="4260850" y="5695950"/>
          <p14:tracePt t="177643" x="4311650" y="5695950"/>
          <p14:tracePt t="177654" x="4362450" y="5695950"/>
          <p14:tracePt t="177672" x="4483100" y="5695950"/>
          <p14:tracePt t="177688" x="4533900" y="5695950"/>
          <p14:tracePt t="177704" x="4616450" y="5683250"/>
          <p14:tracePt t="177721" x="4673600" y="5676900"/>
          <p14:tracePt t="177737" x="4686300" y="5676900"/>
          <p14:tracePt t="177754" x="4711700" y="5676900"/>
          <p14:tracePt t="177771" x="4724400" y="5676900"/>
          <p14:tracePt t="178044" x="4743450" y="5683250"/>
          <p14:tracePt t="178057" x="4775200" y="5689600"/>
          <p14:tracePt t="178071" x="4826000" y="5702300"/>
          <p14:tracePt t="178079" x="4921250" y="5721350"/>
          <p14:tracePt t="178093" x="5035550" y="5740400"/>
          <p14:tracePt t="178107" x="5181600" y="5772150"/>
          <p14:tracePt t="178127" x="5359400" y="5810250"/>
          <p14:tracePt t="178136" x="5581650" y="5854700"/>
          <p14:tracePt t="178152" x="5829300" y="5886450"/>
          <p14:tracePt t="178170" x="6273800" y="5899150"/>
          <p14:tracePt t="178186" x="6413500" y="5899150"/>
          <p14:tracePt t="178202" x="6527800" y="5899150"/>
          <p14:tracePt t="178220" x="6680200" y="5892800"/>
          <p14:tracePt t="178236" x="6724650" y="5892800"/>
          <p14:tracePt t="178252" x="6743700" y="5892800"/>
          <p14:tracePt t="178269" x="6769100" y="5886450"/>
          <p14:tracePt t="178285" x="6775450" y="5880100"/>
          <p14:tracePt t="178303" x="6781800" y="5880100"/>
          <p14:tracePt t="178335" x="6788150" y="5880100"/>
          <p14:tracePt t="178352" x="6800850" y="5861050"/>
          <p14:tracePt t="178369" x="6813550" y="5848350"/>
          <p14:tracePt t="178385" x="6845300" y="5803900"/>
          <p14:tracePt t="178402" x="6877050" y="5759450"/>
          <p14:tracePt t="178418" x="6902450" y="5740400"/>
          <p14:tracePt t="178435" x="6940550" y="5683250"/>
          <p14:tracePt t="178452" x="6985000" y="5638800"/>
          <p14:tracePt t="178468" x="6997700" y="5626100"/>
          <p14:tracePt t="178486" x="7010400" y="5600700"/>
          <p14:tracePt t="178501" x="7023100" y="5594350"/>
          <p14:tracePt t="178556" x="7029450" y="5594350"/>
          <p14:tracePt t="178626" x="7035800" y="5594350"/>
          <p14:tracePt t="178865" x="7042150" y="5594350"/>
          <p14:tracePt t="178914" x="7048500" y="5594350"/>
          <p14:tracePt t="178942" x="7054850" y="5594350"/>
          <p14:tracePt t="178963" x="7061200" y="5594350"/>
          <p14:tracePt t="178977" x="7067550" y="5600700"/>
          <p14:tracePt t="178986" x="7073900" y="5600700"/>
          <p14:tracePt t="178999" x="7080250" y="5607050"/>
          <p14:tracePt t="179016" x="7099300" y="5613400"/>
          <p14:tracePt t="179033" x="7131050" y="5619750"/>
          <p14:tracePt t="179049" x="7150100" y="5626100"/>
          <p14:tracePt t="179066" x="7188200" y="5632450"/>
          <p14:tracePt t="179083" x="7219950" y="5645150"/>
          <p14:tracePt t="179099" x="7232650" y="5645150"/>
          <p14:tracePt t="179116" x="7245350" y="5645150"/>
          <p14:tracePt t="179133" x="7258050" y="5651500"/>
          <p14:tracePt t="179166" x="7264400" y="5651500"/>
          <p14:tracePt t="179216" x="7270750" y="5657850"/>
          <p14:tracePt t="179264" x="7277100" y="5657850"/>
          <p14:tracePt t="179314" x="7283450" y="5657850"/>
          <p14:tracePt t="179377" x="7289800" y="5657850"/>
          <p14:tracePt t="179399" x="7296150" y="5657850"/>
          <p14:tracePt t="179413" x="7296150" y="5664200"/>
          <p14:tracePt t="179426" x="7308850" y="5664200"/>
          <p14:tracePt t="179435" x="7315200" y="5664200"/>
          <p14:tracePt t="179449" x="7334250" y="5670550"/>
          <p14:tracePt t="179465" x="7353300" y="5676900"/>
          <p14:tracePt t="179483" x="7448550" y="5695950"/>
          <p14:tracePt t="179498" x="7473950" y="5715000"/>
          <p14:tracePt t="179515" x="7518400" y="5721350"/>
          <p14:tracePt t="179532" x="7575550" y="5721350"/>
          <p14:tracePt t="179548" x="7626350" y="5727700"/>
          <p14:tracePt t="179564" x="7645400" y="5727700"/>
          <p14:tracePt t="179581" x="7683500" y="5727700"/>
          <p14:tracePt t="179598" x="7708900" y="5727700"/>
          <p14:tracePt t="179614" x="7721600" y="5727700"/>
          <p14:tracePt t="179631" x="7740650" y="5721350"/>
          <p14:tracePt t="179647" x="7753350" y="5715000"/>
          <p14:tracePt t="179665" x="7759700" y="5715000"/>
          <p14:tracePt t="179686" x="7766050" y="5715000"/>
          <p14:tracePt t="179728" x="7772400" y="5715000"/>
          <p14:tracePt t="180030" x="7772400" y="5708650"/>
          <p14:tracePt t="180044" x="7766050" y="5708650"/>
          <p14:tracePt t="180058" x="7759700" y="5708650"/>
          <p14:tracePt t="180066" x="7747000" y="5708650"/>
          <p14:tracePt t="180082" x="7727950" y="5708650"/>
          <p14:tracePt t="180096" x="7696200" y="5708650"/>
          <p14:tracePt t="180113" x="7588250" y="5708650"/>
          <p14:tracePt t="180129" x="7359650" y="5708650"/>
          <p14:tracePt t="180146" x="7207250" y="5708650"/>
          <p14:tracePt t="180162" x="6788150" y="5708650"/>
          <p14:tracePt t="180178" x="6292850" y="5708650"/>
          <p14:tracePt t="180195" x="6032500" y="5721350"/>
          <p14:tracePt t="180213" x="5581650" y="5734050"/>
          <p14:tracePt t="180229" x="5257800" y="5740400"/>
          <p14:tracePt t="180245" x="5130800" y="5765800"/>
          <p14:tracePt t="180262" x="4953000" y="5791200"/>
          <p14:tracePt t="180278" x="4832350" y="5822950"/>
          <p14:tracePt t="180296" x="4775200" y="5842000"/>
          <p14:tracePt t="180312" x="4711700" y="5861050"/>
          <p14:tracePt t="180328" x="4660900" y="5886450"/>
          <p14:tracePt t="180346" x="4641850" y="5899150"/>
          <p14:tracePt t="180361" x="4616450" y="5911850"/>
          <p14:tracePt t="180379" x="4603750" y="5918200"/>
          <p14:tracePt t="180395" x="4591050" y="5924550"/>
          <p14:tracePt t="180411" x="4533900" y="5937250"/>
          <p14:tracePt t="180428" x="4502150" y="5956300"/>
          <p14:tracePt t="180444" x="4425950" y="5969000"/>
          <p14:tracePt t="180462" x="4337050" y="5988050"/>
          <p14:tracePt t="180479" x="4279900" y="6007100"/>
          <p14:tracePt t="180495" x="4197350" y="6026150"/>
          <p14:tracePt t="180511" x="4152900" y="6032500"/>
          <p14:tracePt t="180529" x="4127500" y="6038850"/>
          <p14:tracePt t="180544" x="4114800" y="6045200"/>
          <p14:tracePt t="180561" x="4108450" y="6045200"/>
          <p14:tracePt t="180739" x="4114800" y="6045200"/>
          <p14:tracePt t="180761" x="4127500" y="6045200"/>
          <p14:tracePt t="180767" x="4133850" y="6045200"/>
          <p14:tracePt t="180782" x="4152900" y="6045200"/>
          <p14:tracePt t="180794" x="4171950" y="6045200"/>
          <p14:tracePt t="180810" x="4248150" y="6057900"/>
          <p14:tracePt t="180826" x="4298950" y="6057900"/>
          <p14:tracePt t="180844" x="4432300" y="6076950"/>
          <p14:tracePt t="180860" x="4559300" y="6076950"/>
          <p14:tracePt t="180877" x="4616450" y="6083300"/>
          <p14:tracePt t="180894" x="4673600" y="6083300"/>
          <p14:tracePt t="180910" x="4718050" y="6083300"/>
          <p14:tracePt t="180926" x="4730750" y="6083300"/>
          <p14:tracePt t="180943" x="4749800" y="6083300"/>
          <p14:tracePt t="180959" x="4762500" y="6089650"/>
          <p14:tracePt t="180976" x="4768850" y="6089650"/>
          <p14:tracePt t="181020" x="4775200" y="6089650"/>
          <p14:tracePt t="181048" x="4781550" y="6089650"/>
          <p14:tracePt t="181069" x="4787900" y="6089650"/>
          <p14:tracePt t="181083" x="4800600" y="6089650"/>
          <p14:tracePt t="181090" x="4813300" y="6089650"/>
          <p14:tracePt t="181097" x="4832350" y="6083300"/>
          <p14:tracePt t="181113" x="4864100" y="6076950"/>
          <p14:tracePt t="181129" x="4902200" y="6070600"/>
          <p14:tracePt t="181142" x="4946650" y="6057900"/>
          <p14:tracePt t="181162" x="4984750" y="6038850"/>
          <p14:tracePt t="181176" x="5041900" y="6032500"/>
          <p14:tracePt t="181192" x="5099050" y="6007100"/>
          <p14:tracePt t="181210" x="5181600" y="5981700"/>
          <p14:tracePt t="181226" x="5200650" y="5975350"/>
          <p14:tracePt t="181243" x="5232400" y="5962650"/>
          <p14:tracePt t="181259" x="5276850" y="5943600"/>
          <p14:tracePt t="181275" x="5289550" y="5943600"/>
          <p14:tracePt t="186226" x="5245100" y="5937250"/>
          <p14:tracePt t="186233" x="5168900" y="5918200"/>
          <p14:tracePt t="186247" x="5092700" y="5899150"/>
          <p14:tracePt t="186258" x="4978400" y="5886450"/>
          <p14:tracePt t="186275" x="4845050" y="5867400"/>
          <p14:tracePt t="186291" x="4495800" y="5829300"/>
          <p14:tracePt t="186308" x="4165600" y="5803900"/>
          <p14:tracePt t="186325" x="3816350" y="5810250"/>
          <p14:tracePt t="186341" x="3632200" y="5822950"/>
          <p14:tracePt t="186358" x="3219450" y="5918200"/>
          <p14:tracePt t="186374" x="2914650" y="6000750"/>
          <p14:tracePt t="186391" x="2755900" y="6064250"/>
          <p14:tracePt t="186408" x="2495550" y="6178550"/>
          <p14:tracePt t="186424" x="2317750" y="6267450"/>
          <p14:tracePt t="186441" x="2254250" y="6286500"/>
          <p14:tracePt t="186458" x="2184400" y="6318250"/>
          <p14:tracePt t="186473" x="2063750" y="6356350"/>
          <p14:tracePt t="186490" x="1993900" y="6375400"/>
          <p14:tracePt t="186508" x="1866900" y="6419850"/>
          <p14:tracePt t="186524" x="1847850" y="6432550"/>
          <p14:tracePt t="186540" x="1809750" y="6438900"/>
          <p14:tracePt t="186557" x="1778000" y="6457950"/>
          <p14:tracePt t="186573" x="1765300" y="6464300"/>
          <p14:tracePt t="186590" x="1752600" y="6477000"/>
          <p14:tracePt t="186607" x="1733550" y="6489700"/>
          <p14:tracePt t="186623" x="1727200" y="6496050"/>
          <p14:tracePt t="186874" x="1714500" y="6483350"/>
          <p14:tracePt t="186879" x="1708150" y="6477000"/>
          <p14:tracePt t="186894" x="1708150" y="6470650"/>
          <p14:tracePt t="186905" x="1708150" y="6464300"/>
          <p14:tracePt t="186922" x="1701800" y="6445250"/>
          <p14:tracePt t="186939" x="1695450" y="6400800"/>
          <p14:tracePt t="186956" x="1689100" y="6381750"/>
          <p14:tracePt t="186972" x="1682750" y="6330950"/>
          <p14:tracePt t="186989" x="1676400" y="6286500"/>
          <p14:tracePt t="187007" x="1676400" y="6248400"/>
          <p14:tracePt t="187022" x="1676400" y="6242050"/>
          <p14:tracePt t="187038" x="1676400" y="6229350"/>
          <p14:tracePt t="187056" x="1676400" y="6216650"/>
          <p14:tracePt t="187088" x="1676400" y="6210300"/>
          <p14:tracePt t="187217" x="1676400" y="6203950"/>
          <p14:tracePt t="187258" x="1682750" y="6203950"/>
          <p14:tracePt t="187385" x="1682750" y="6210300"/>
          <p14:tracePt t="187406" x="1682750" y="6216650"/>
          <p14:tracePt t="187448" x="1682750" y="6223000"/>
          <p14:tracePt t="187476" x="1682750" y="6229350"/>
          <p14:tracePt t="187519" x="1689100" y="6235700"/>
          <p14:tracePt t="187568" x="1695450" y="6235700"/>
          <p14:tracePt t="187638" x="1701800" y="6235700"/>
          <p14:tracePt t="188129" x="1701800" y="6229350"/>
          <p14:tracePt t="188354" x="1708150" y="6229350"/>
          <p14:tracePt t="188389" x="1714500" y="6229350"/>
          <p14:tracePt t="188410" x="1720850" y="6229350"/>
          <p14:tracePt t="188459" x="1727200" y="6223000"/>
          <p14:tracePt t="188473" x="1733550" y="6216650"/>
          <p14:tracePt t="188480" x="1739900" y="6216650"/>
          <p14:tracePt t="188494" x="1746250" y="6210300"/>
          <p14:tracePt t="188503" x="1752600" y="6210300"/>
          <p14:tracePt t="188517" x="1758950" y="6203950"/>
          <p14:tracePt t="188552" x="1765300" y="6203950"/>
          <p14:tracePt t="188614" x="1771650" y="6203950"/>
          <p14:tracePt t="188621" x="1778000" y="6203950"/>
          <p14:tracePt t="188642" x="1784350" y="6197600"/>
          <p14:tracePt t="188670" x="1790700" y="6197600"/>
          <p14:tracePt t="188691" x="1797050" y="6197600"/>
          <p14:tracePt t="188824" x="1803400" y="6191250"/>
          <p14:tracePt t="189084" x="1835150" y="6191250"/>
          <p14:tracePt t="189090" x="1905000" y="6191250"/>
          <p14:tracePt t="189105" x="1968500" y="6191250"/>
          <p14:tracePt t="189114" x="2057400" y="6178550"/>
          <p14:tracePt t="189131" x="2146300" y="6172200"/>
          <p14:tracePt t="189148" x="2362200" y="6146800"/>
          <p14:tracePt t="189165" x="2584450" y="6108700"/>
          <p14:tracePt t="189182" x="2800350" y="6057900"/>
          <p14:tracePt t="189198" x="2889250" y="6032500"/>
          <p14:tracePt t="189214" x="3048000" y="5994400"/>
          <p14:tracePt t="189232" x="3181350" y="5956300"/>
          <p14:tracePt t="189248" x="3238500" y="5949950"/>
          <p14:tracePt t="189264" x="3276600" y="5943600"/>
          <p14:tracePt t="189268" x="3321050" y="5930900"/>
          <p14:tracePt t="189281" x="3403600" y="5918200"/>
          <p14:tracePt t="189298" x="3448050" y="5899150"/>
          <p14:tracePt t="189314" x="3486150" y="5892800"/>
          <p14:tracePt t="189331" x="3581400" y="5880100"/>
          <p14:tracePt t="189347" x="3670300" y="5873750"/>
          <p14:tracePt t="189365" x="3765550" y="5867400"/>
          <p14:tracePt t="189380" x="3816350" y="5867400"/>
          <p14:tracePt t="189397" x="3911600" y="5867400"/>
          <p14:tracePt t="189414" x="3937000" y="5867400"/>
          <p14:tracePt t="189430" x="4006850" y="5854700"/>
          <p14:tracePt t="189447" x="4032250" y="5854700"/>
          <p14:tracePt t="189465" x="4089400" y="5842000"/>
          <p14:tracePt t="189481" x="4121150" y="5835650"/>
          <p14:tracePt t="189499" x="4178300" y="5829300"/>
          <p14:tracePt t="189513" x="4222750" y="5816600"/>
          <p14:tracePt t="189531" x="4241800" y="5816600"/>
          <p14:tracePt t="189548" x="4273550" y="5803900"/>
          <p14:tracePt t="189563" x="4305300" y="5803900"/>
          <p14:tracePt t="189580" x="4318000" y="5797550"/>
          <p14:tracePt t="189597" x="4343400" y="5797550"/>
          <p14:tracePt t="189613" x="4356100" y="5791200"/>
          <p14:tracePt t="189630" x="4375150" y="5791200"/>
          <p14:tracePt t="189647" x="4387850" y="5778500"/>
          <p14:tracePt t="189772" x="4387850" y="5784850"/>
          <p14:tracePt t="190220" x="4400550" y="5784850"/>
          <p14:tracePt t="190226" x="4413250" y="5772150"/>
          <p14:tracePt t="190233" x="4432300" y="5746750"/>
          <p14:tracePt t="190248" x="4445000" y="5740400"/>
          <p14:tracePt t="190261" x="4470400" y="5721350"/>
          <p14:tracePt t="190277" x="4495800" y="5702300"/>
          <p14:tracePt t="190294" x="4508500" y="5689600"/>
          <p14:tracePt t="190311" x="4521200" y="5683250"/>
          <p14:tracePt t="190359" x="4527550" y="5676900"/>
          <p14:tracePt t="190443" x="4533900" y="5676900"/>
          <p14:tracePt t="190478" x="4540250" y="5676900"/>
          <p14:tracePt t="190486" x="4546600" y="5676900"/>
          <p14:tracePt t="190506" x="4559300" y="5676900"/>
          <p14:tracePt t="190528" x="4572000" y="5676900"/>
          <p14:tracePt t="190534" x="4584700" y="5670550"/>
          <p14:tracePt t="190549" x="4597400" y="5670550"/>
          <p14:tracePt t="190559" x="4616450" y="5670550"/>
          <p14:tracePt t="190576" x="4641850" y="5670550"/>
          <p14:tracePt t="190594" x="4679950" y="5670550"/>
          <p14:tracePt t="190611" x="4705350" y="5670550"/>
          <p14:tracePt t="190627" x="4724400" y="5670550"/>
          <p14:tracePt t="190643" x="4730750" y="5670550"/>
          <p14:tracePt t="190697" x="4737100" y="5670550"/>
          <p14:tracePt t="190788" x="4743450" y="5670550"/>
          <p14:tracePt t="190837" x="4749800" y="5670550"/>
          <p14:tracePt t="190858" x="4756150" y="5670550"/>
          <p14:tracePt t="190865" x="4762500" y="5670550"/>
          <p14:tracePt t="190879" x="4768850" y="5670550"/>
          <p14:tracePt t="190892" x="4781550" y="5670550"/>
          <p14:tracePt t="190908" x="4826000" y="5670550"/>
          <p14:tracePt t="190925" x="4857750" y="5676900"/>
          <p14:tracePt t="190942" x="4921250" y="5683250"/>
          <p14:tracePt t="190959" x="4978400" y="5689600"/>
          <p14:tracePt t="190975" x="5003800" y="5689600"/>
          <p14:tracePt t="190992" x="5041900" y="5702300"/>
          <p14:tracePt t="191008" x="5060950" y="5702300"/>
          <p14:tracePt t="191025" x="5067300" y="5702300"/>
          <p14:tracePt t="191090" x="5073650" y="5702300"/>
          <p14:tracePt t="191167" x="5080000" y="5702300"/>
          <p14:tracePt t="191203" x="5086350" y="5702300"/>
          <p14:tracePt t="191209" x="5092700" y="5702300"/>
          <p14:tracePt t="191223" x="5105400" y="5702300"/>
          <p14:tracePt t="191231" x="5118100" y="5702300"/>
          <p14:tracePt t="191240" x="5137150" y="5702300"/>
          <p14:tracePt t="191258" x="5175250" y="5702300"/>
          <p14:tracePt t="191274" x="5314950" y="5702300"/>
          <p14:tracePt t="191291" x="5543550" y="5702300"/>
          <p14:tracePt t="191308" x="5822950" y="5676900"/>
          <p14:tracePt t="191324" x="5962650" y="5670550"/>
          <p14:tracePt t="191340" x="6102350" y="5645150"/>
          <p14:tracePt t="191357" x="6438900" y="5607050"/>
          <p14:tracePt t="191374" x="6527800" y="5594350"/>
          <p14:tracePt t="191390" x="6584950" y="5588000"/>
          <p14:tracePt t="191407" x="6648450" y="5575300"/>
          <p14:tracePt t="191423" x="6673850" y="5575300"/>
          <p14:tracePt t="191441" x="6680200" y="5575300"/>
          <p14:tracePt t="191457" x="6686550" y="5575300"/>
          <p14:tracePt t="191473" x="6692900" y="5575300"/>
          <p14:tracePt t="191506" x="6699250" y="5575300"/>
          <p14:tracePt t="191523" x="6705600" y="5575300"/>
          <p14:tracePt t="191560" x="6711950" y="5575300"/>
          <p14:tracePt t="191610" x="6718300" y="5581650"/>
          <p14:tracePt t="191624" x="6731000" y="5581650"/>
          <p14:tracePt t="191631" x="6737350" y="5588000"/>
          <p14:tracePt t="191639" x="6756400" y="5594350"/>
          <p14:tracePt t="191656" x="6769100" y="5600700"/>
          <p14:tracePt t="191673" x="6813550" y="5613400"/>
          <p14:tracePt t="191690" x="6838950" y="5626100"/>
          <p14:tracePt t="191706" x="6889750" y="5645150"/>
          <p14:tracePt t="191722" x="6927850" y="5651500"/>
          <p14:tracePt t="191739" x="6940550" y="5657850"/>
          <p14:tracePt t="191756" x="6953250" y="5664200"/>
          <p14:tracePt t="191772" x="6959600" y="5664200"/>
          <p14:tracePt t="192219" x="6991350" y="5664200"/>
          <p14:tracePt t="192234" x="7029450" y="5657850"/>
          <p14:tracePt t="192240" x="7067550" y="5657850"/>
          <p14:tracePt t="192257" x="7099300" y="5651500"/>
          <p14:tracePt t="192270" x="7131050" y="5645150"/>
          <p14:tracePt t="192287" x="7169150" y="5645150"/>
          <p14:tracePt t="192290" x="7188200" y="5645150"/>
          <p14:tracePt t="192306" x="7200900" y="5645150"/>
          <p14:tracePt t="192320" x="7207250" y="5645150"/>
          <p14:tracePt t="192337" x="7232650" y="5645150"/>
          <p14:tracePt t="192354" x="7245350" y="5645150"/>
          <p14:tracePt t="192370" x="7258050" y="5645150"/>
          <p14:tracePt t="192387" x="7277100" y="5645150"/>
          <p14:tracePt t="192403" x="7296150" y="5645150"/>
          <p14:tracePt t="192420" x="7308850" y="5645150"/>
          <p14:tracePt t="192437" x="7315200" y="5651500"/>
          <p14:tracePt t="192453" x="7340600" y="5651500"/>
          <p14:tracePt t="192470" x="7353300" y="5657850"/>
          <p14:tracePt t="192487" x="7397750" y="5664200"/>
          <p14:tracePt t="192503" x="7435850" y="5664200"/>
          <p14:tracePt t="192520" x="7448550" y="5664200"/>
          <p14:tracePt t="192537" x="7473950" y="5664200"/>
          <p14:tracePt t="192553" x="7480300" y="5664200"/>
          <p14:tracePt t="192570" x="7493000" y="5670550"/>
          <p14:tracePt t="192774" x="7499350" y="5670550"/>
          <p14:tracePt t="192795" x="7512050" y="5670550"/>
          <p14:tracePt t="192803" x="7518400" y="5670550"/>
          <p14:tracePt t="192816" x="7531100" y="5670550"/>
          <p14:tracePt t="192823" x="7543800" y="5683250"/>
          <p14:tracePt t="192839" x="7562850" y="5683250"/>
          <p14:tracePt t="192852" x="7620000" y="5683250"/>
          <p14:tracePt t="192868" x="7651750" y="5689600"/>
          <p14:tracePt t="192886" x="7689850" y="5695950"/>
          <p14:tracePt t="192901" x="7740650" y="5702300"/>
          <p14:tracePt t="192918" x="7772400" y="5702300"/>
          <p14:tracePt t="192936" x="7791450" y="5702300"/>
          <p14:tracePt t="192951" x="7797800" y="5708650"/>
          <p14:tracePt t="192968" x="7804150" y="5708650"/>
          <p14:tracePt t="193013" x="7810500" y="5708650"/>
          <p14:tracePt t="193104" x="7804150" y="5708650"/>
          <p14:tracePt t="193146" x="7797800" y="5708650"/>
          <p14:tracePt t="193153" x="7791450" y="5708650"/>
          <p14:tracePt t="193170" x="7778750" y="5708650"/>
          <p14:tracePt t="193184" x="7766050" y="5708650"/>
          <p14:tracePt t="193202" x="7708900" y="5708650"/>
          <p14:tracePt t="193217" x="7556500" y="5702300"/>
          <p14:tracePt t="193234" x="7454900" y="5702300"/>
          <p14:tracePt t="193251" x="7175500" y="5676900"/>
          <p14:tracePt t="193267" x="6807200" y="5638800"/>
          <p14:tracePt t="193284" x="6642100" y="5632450"/>
          <p14:tracePt t="193301" x="6324600" y="5594350"/>
          <p14:tracePt t="193317" x="6108700" y="5575300"/>
          <p14:tracePt t="193334" x="6032500" y="5575300"/>
          <p14:tracePt t="193350" x="5924550" y="5556250"/>
          <p14:tracePt t="193367" x="5854700" y="5556250"/>
          <p14:tracePt t="193384" x="5835650" y="5556250"/>
          <p14:tracePt t="193400" x="5797550" y="5556250"/>
          <p14:tracePt t="193417" x="5746750" y="5556250"/>
          <p14:tracePt t="193434" x="5695950" y="5562600"/>
          <p14:tracePt t="193449" x="5670550" y="5562600"/>
          <p14:tracePt t="193466" x="5632450" y="5562600"/>
          <p14:tracePt t="193483" x="5511800" y="5575300"/>
          <p14:tracePt t="193499" x="5480050" y="5581650"/>
          <p14:tracePt t="193516" x="5441950" y="5581650"/>
          <p14:tracePt t="193533" x="5372100" y="5588000"/>
          <p14:tracePt t="193549" x="5283200" y="5594350"/>
          <p14:tracePt t="193567" x="5238750" y="5613400"/>
          <p14:tracePt t="193582" x="5143500" y="5626100"/>
          <p14:tracePt t="193599" x="5048250" y="5638800"/>
          <p14:tracePt t="193616" x="4997450" y="5651500"/>
          <p14:tracePt t="193632" x="4914900" y="5664200"/>
          <p14:tracePt t="193649" x="4857750" y="5683250"/>
          <p14:tracePt t="193666" x="4800600" y="5689600"/>
          <p14:tracePt t="193682" x="4775200" y="5695950"/>
          <p14:tracePt t="193699" x="4730750" y="5708650"/>
          <p14:tracePt t="193716" x="4673600" y="5734050"/>
          <p14:tracePt t="193732" x="4648200" y="5740400"/>
          <p14:tracePt t="193749" x="4622800" y="5746750"/>
          <p14:tracePt t="193765" x="4552950" y="5784850"/>
          <p14:tracePt t="193782" x="4533900" y="5791200"/>
          <p14:tracePt t="193799" x="4489450" y="5803900"/>
          <p14:tracePt t="193815" x="4470400" y="5816600"/>
          <p14:tracePt t="193819" x="4445000" y="5822950"/>
          <p14:tracePt t="193848" x="4406900" y="5842000"/>
          <p14:tracePt t="193865" x="4356100" y="5861050"/>
          <p14:tracePt t="193882" x="4324350" y="5861050"/>
          <p14:tracePt t="193898" x="4267200" y="5873750"/>
          <p14:tracePt t="193915" x="4229100" y="5886450"/>
          <p14:tracePt t="193932" x="4197350" y="5886450"/>
          <p14:tracePt t="193948" x="4178300" y="5886450"/>
          <p14:tracePt t="193965" x="4171950" y="5886450"/>
          <p14:tracePt t="193982" x="4165600" y="5886450"/>
          <p14:tracePt t="193998" x="4159250" y="5886450"/>
          <p14:tracePt t="194038" x="4152900" y="5886450"/>
          <p14:tracePt t="194058" x="4152900" y="5880100"/>
          <p14:tracePt t="194073" x="4152900" y="5873750"/>
          <p14:tracePt t="194079" x="4146550" y="5861050"/>
          <p14:tracePt t="194087" x="4146550" y="5842000"/>
          <p14:tracePt t="194101" x="4140200" y="5822950"/>
          <p14:tracePt t="194115" x="4140200" y="5695950"/>
          <p14:tracePt t="194131" x="4140200" y="5581650"/>
          <p14:tracePt t="194147" x="4140200" y="5454650"/>
          <p14:tracePt t="194164" x="4127500" y="5048250"/>
          <p14:tracePt t="194180" x="4114800" y="4495800"/>
          <p14:tracePt t="194197" x="4102100" y="4229100"/>
          <p14:tracePt t="194214" x="4089400" y="3810000"/>
          <p14:tracePt t="194230" x="4089400" y="3568700"/>
          <p14:tracePt t="194248" x="4089400" y="3492500"/>
          <p14:tracePt t="194263" x="4089400" y="3416300"/>
          <p14:tracePt t="194280" x="4095750" y="3390900"/>
          <p14:tracePt t="194297" x="4095750" y="3384550"/>
          <p14:tracePt t="194367" x="4102100" y="3390900"/>
          <p14:tracePt t="194396" x="4108450" y="3397250"/>
          <p14:tracePt t="194417" x="4108450" y="3403600"/>
          <p14:tracePt t="194438" x="4114800" y="3409950"/>
          <p14:tracePt t="194452" x="4121150" y="3416300"/>
          <p14:tracePt t="194458" x="4127500" y="3416300"/>
          <p14:tracePt t="194467" x="4133850" y="3422650"/>
          <p14:tracePt t="194483" x="4140200" y="3422650"/>
          <p14:tracePt t="194497" x="4152900" y="3429000"/>
          <p14:tracePt t="194513" x="4184650" y="3441700"/>
          <p14:tracePt t="194530" x="4254500" y="3467100"/>
          <p14:tracePt t="194546" x="4311650" y="3486150"/>
          <p14:tracePt t="194563" x="4508500" y="3517900"/>
          <p14:tracePt t="194579" x="4775200" y="3568700"/>
          <p14:tracePt t="194596" x="4978400" y="3613150"/>
          <p14:tracePt t="194613" x="5314950" y="3651250"/>
          <p14:tracePt t="194629" x="5581650" y="3670300"/>
          <p14:tracePt t="194646" x="5683250" y="3676650"/>
          <p14:tracePt t="194663" x="5810250" y="3676650"/>
          <p14:tracePt t="194679" x="5911850" y="3676650"/>
          <p14:tracePt t="194697" x="5969000" y="3676650"/>
          <p14:tracePt t="194712" x="6083300" y="3676650"/>
          <p14:tracePt t="194729" x="6146800" y="3670300"/>
          <p14:tracePt t="194746" x="6324600" y="3657600"/>
          <p14:tracePt t="194761" x="6502400" y="3657600"/>
          <p14:tracePt t="194779" x="6578600" y="3644900"/>
          <p14:tracePt t="194797" x="6724650" y="3638550"/>
          <p14:tracePt t="194812" x="6813550" y="3638550"/>
          <p14:tracePt t="194816" x="6845300" y="3638550"/>
          <p14:tracePt t="194845" x="6896100" y="3632200"/>
          <p14:tracePt t="194862" x="6934200" y="3619500"/>
          <p14:tracePt t="194878" x="6940550" y="3619500"/>
          <p14:tracePt t="194895" x="6985000" y="3625850"/>
          <p14:tracePt t="194911" x="7010400" y="3657600"/>
          <p14:tracePt t="194929" x="7042150" y="3683000"/>
          <p14:tracePt t="195349" x="6997700" y="3683000"/>
          <p14:tracePt t="195363" x="6921500" y="3695700"/>
          <p14:tracePt t="195370" x="6832600" y="3714750"/>
          <p14:tracePt t="195384" x="6731000" y="3727450"/>
          <p14:tracePt t="195393" x="6610350" y="3746500"/>
          <p14:tracePt t="195410" x="6477000" y="3759200"/>
          <p14:tracePt t="195427" x="6203950" y="3803650"/>
          <p14:tracePt t="195444" x="5937250" y="3822700"/>
          <p14:tracePt t="195459" x="5797550" y="3835400"/>
          <p14:tracePt t="195476" x="5543550" y="3867150"/>
          <p14:tracePt t="195493" x="5346700" y="3905250"/>
          <p14:tracePt t="195510" x="5270500" y="3917950"/>
          <p14:tracePt t="195526" x="5149850" y="3949700"/>
          <p14:tracePt t="195543" x="5067300" y="3968750"/>
          <p14:tracePt t="195560" x="5010150" y="3987800"/>
          <p14:tracePt t="195576" x="4984750" y="4000500"/>
          <p14:tracePt t="195592" x="4965700" y="4006850"/>
          <p14:tracePt t="195609" x="4908550" y="4025900"/>
          <p14:tracePt t="195626" x="4895850" y="4032250"/>
          <p14:tracePt t="195643" x="4889500" y="4038600"/>
          <p14:tracePt t="195659" x="4870450" y="4070350"/>
          <p14:tracePt t="195675" x="4870450" y="4083050"/>
          <p14:tracePt t="195692" x="4870450" y="4102100"/>
          <p14:tracePt t="195708" x="4940300" y="4152900"/>
          <p14:tracePt t="195725" x="4997450" y="4165600"/>
          <p14:tracePt t="196126" x="4991100" y="4114800"/>
          <p14:tracePt t="196133" x="4984750" y="4051300"/>
          <p14:tracePt t="196147" x="4965700" y="3981450"/>
          <p14:tracePt t="196157" x="4933950" y="3905250"/>
          <p14:tracePt t="196175" x="4864100" y="3708400"/>
          <p14:tracePt t="196190" x="4832350" y="3613150"/>
          <p14:tracePt t="196207" x="4762500" y="3454400"/>
          <p14:tracePt t="196224" x="4705350" y="3352800"/>
          <p14:tracePt t="196240" x="4679950" y="3308350"/>
          <p14:tracePt t="196257" x="4641850" y="3257550"/>
          <p14:tracePt t="196274" x="4616450" y="3219450"/>
          <p14:tracePt t="196290" x="4597400" y="3213100"/>
          <p14:tracePt t="196307" x="4565650" y="3175000"/>
          <p14:tracePt t="196323" x="4527550" y="3149600"/>
          <p14:tracePt t="196339" x="4514850" y="3136900"/>
          <p14:tracePt t="196357" x="4489450" y="3124200"/>
          <p14:tracePt t="196373" x="4470400" y="3111500"/>
          <p14:tracePt t="196407" x="4445000" y="3105150"/>
          <p14:tracePt t="196423" x="4432300" y="3105150"/>
          <p14:tracePt t="196439" x="4381500" y="3105150"/>
          <p14:tracePt t="196456" x="4292600" y="3105150"/>
          <p14:tracePt t="196473" x="4216400" y="3105150"/>
          <p14:tracePt t="196490" x="4025900" y="3111500"/>
          <p14:tracePt t="196506" x="3759200" y="3117850"/>
          <p14:tracePt t="196522" x="3587750" y="3117850"/>
          <p14:tracePt t="196539" x="3136900" y="3136900"/>
          <p14:tracePt t="196556" x="2724150" y="3136900"/>
          <p14:tracePt t="196572" x="2533650" y="3130550"/>
          <p14:tracePt t="196589" x="2184400" y="3117850"/>
          <p14:tracePt t="196606" x="1930400" y="3092450"/>
          <p14:tracePt t="196622" x="1816100" y="3092450"/>
          <p14:tracePt t="196639" x="1638300" y="3092450"/>
          <p14:tracePt t="196655" x="1498600" y="3105150"/>
          <p14:tracePt t="196673" x="1447800" y="3105150"/>
          <p14:tracePt t="196688" x="1352550" y="3105150"/>
          <p14:tracePt t="196705" x="1314450" y="3105150"/>
          <p14:tracePt t="196723" x="1193800" y="3105150"/>
          <p14:tracePt t="196738" x="1155700" y="3105150"/>
          <p14:tracePt t="196755" x="1117600" y="3105150"/>
          <p14:tracePt t="196772" x="1047750" y="3105150"/>
          <p14:tracePt t="196788" x="990600" y="3105150"/>
          <p14:tracePt t="196805" x="971550" y="3105150"/>
          <p14:tracePt t="196822" x="933450" y="3105150"/>
          <p14:tracePt t="196838" x="914400" y="3105150"/>
          <p14:tracePt t="196855" x="901700" y="3111500"/>
          <p14:tracePt t="196871" x="889000" y="3117850"/>
          <p14:tracePt t="196926" x="889000" y="3124200"/>
          <p14:tracePt t="196933" x="895350" y="3124200"/>
          <p14:tracePt t="196947" x="901700" y="3124200"/>
          <p14:tracePt t="196957" x="914400" y="3130550"/>
          <p14:tracePt t="196971" x="927100" y="3136900"/>
          <p14:tracePt t="196988" x="946150" y="3136900"/>
          <p14:tracePt t="197004" x="1016000" y="3143250"/>
          <p14:tracePt t="197021" x="1047750" y="3143250"/>
          <p14:tracePt t="197038" x="1092200" y="3149600"/>
          <p14:tracePt t="197054" x="1117600" y="3149600"/>
          <p14:tracePt t="197071" x="1155700" y="3155950"/>
          <p14:tracePt t="197088" x="1174750" y="3155950"/>
          <p14:tracePt t="197104" x="1193800" y="3162300"/>
          <p14:tracePt t="197120" x="1200150" y="3168650"/>
          <p14:tracePt t="197137" x="1206500" y="3168650"/>
          <p14:tracePt t="197228" x="1206500" y="3175000"/>
          <p14:tracePt t="198057" x="1212850" y="3181350"/>
          <p14:tracePt t="198078" x="1219200" y="3187700"/>
          <p14:tracePt t="198092" x="1231900" y="3187700"/>
          <p14:tracePt t="198098" x="1244600" y="3194050"/>
          <p14:tracePt t="198113" x="1270000" y="3213100"/>
          <p14:tracePt t="198120" x="1301750" y="3232150"/>
          <p14:tracePt t="198134" x="1358900" y="3270250"/>
          <p14:tracePt t="198150" x="1504950" y="3365500"/>
          <p14:tracePt t="198167" x="1600200" y="3416300"/>
          <p14:tracePt t="198184" x="1847850" y="3549650"/>
          <p14:tracePt t="198201" x="2146300" y="3727450"/>
          <p14:tracePt t="198217" x="2349500" y="3841750"/>
          <p14:tracePt t="198233" x="2787650" y="4108450"/>
          <p14:tracePt t="198250" x="3016250" y="4267200"/>
          <p14:tracePt t="198267" x="3784600" y="4724400"/>
          <p14:tracePt t="198283" x="4038600" y="4870450"/>
          <p14:tracePt t="198300" x="4267200" y="5010150"/>
          <p14:tracePt t="198317" x="4629150" y="5264150"/>
          <p14:tracePt t="198333" x="4787900" y="5365750"/>
          <p14:tracePt t="198336" x="4895850" y="5429250"/>
          <p14:tracePt t="198350" x="4991100" y="5505450"/>
          <p14:tracePt t="198367" x="5118100" y="5613400"/>
          <p14:tracePt t="198383" x="5168900" y="5657850"/>
          <p14:tracePt t="198399" x="5207000" y="5702300"/>
          <p14:tracePt t="198417" x="5226050" y="5721350"/>
          <p14:tracePt t="198433" x="5232400" y="5727700"/>
          <p14:tracePt t="198661" x="5226050" y="5727700"/>
          <p14:tracePt t="198675" x="5213350" y="5734050"/>
          <p14:tracePt t="198684" x="5200650" y="5740400"/>
          <p14:tracePt t="198698" x="5187950" y="5746750"/>
          <p14:tracePt t="198715" x="5124450" y="5772150"/>
          <p14:tracePt t="198732" x="5003800" y="5797550"/>
          <p14:tracePt t="198748" x="4940300" y="5810250"/>
          <p14:tracePt t="198765" x="4794250" y="5829300"/>
          <p14:tracePt t="198782" x="4667250" y="5835650"/>
          <p14:tracePt t="198798" x="4622800" y="5842000"/>
          <p14:tracePt t="198816" x="4559300" y="5842000"/>
          <p14:tracePt t="198831" x="4508500" y="5842000"/>
          <p14:tracePt t="198848" x="4489450" y="5842000"/>
          <p14:tracePt t="198852" x="4457700" y="5842000"/>
          <p14:tracePt t="198867" x="4445000" y="5835650"/>
          <p14:tracePt t="198881" x="4419600" y="5835650"/>
          <p14:tracePt t="198898" x="4375150" y="5835650"/>
          <p14:tracePt t="198915" x="4343400" y="5835650"/>
          <p14:tracePt t="198931" x="4330700" y="5835650"/>
          <p14:tracePt t="198947" x="4298950" y="5829300"/>
          <p14:tracePt t="198965" x="4279900" y="5829300"/>
          <p14:tracePt t="199026" x="4273550" y="5822950"/>
          <p14:tracePt t="199322" x="4279900" y="5822950"/>
          <p14:tracePt t="199356" x="4286250" y="5822950"/>
          <p14:tracePt t="199413" x="4292600" y="5822950"/>
          <p14:tracePt t="199462" x="4298950" y="5822950"/>
          <p14:tracePt t="199525" x="4305300" y="5816600"/>
          <p14:tracePt t="199588" x="4311650" y="5816600"/>
          <p14:tracePt t="199693" x="4311650" y="5810250"/>
          <p14:tracePt t="199743" x="4318000" y="5810250"/>
          <p14:tracePt t="199785" x="4324350" y="5810250"/>
          <p14:tracePt t="199827" x="4330700" y="5803900"/>
          <p14:tracePt t="199876" x="4337050" y="5803900"/>
          <p14:tracePt t="199925" x="4343400" y="5797550"/>
          <p14:tracePt t="200150" x="4343400" y="5791200"/>
          <p14:tracePt t="200157" x="4343400" y="5784850"/>
          <p14:tracePt t="200171" x="4343400" y="5778500"/>
          <p14:tracePt t="200180" x="4343400" y="5772150"/>
          <p14:tracePt t="200193" x="4343400" y="5746750"/>
          <p14:tracePt t="200210" x="4356100" y="5708650"/>
          <p14:tracePt t="200227" x="4368800" y="5638800"/>
          <p14:tracePt t="200243" x="4387850" y="5607050"/>
          <p14:tracePt t="200260" x="4400550" y="5537200"/>
          <p14:tracePt t="200277" x="4425950" y="5492750"/>
          <p14:tracePt t="200293" x="4432300" y="5473700"/>
          <p14:tracePt t="200309" x="4438650" y="5454650"/>
          <p14:tracePt t="200326" x="4445000" y="5441950"/>
          <p14:tracePt t="200360" x="4445000" y="5435600"/>
          <p14:tracePt t="200445" x="4445000" y="5441950"/>
          <p14:tracePt t="200466" x="4445000" y="5448300"/>
          <p14:tracePt t="200487" x="4438650" y="5448300"/>
          <p14:tracePt t="200508" x="4438650" y="5454650"/>
          <p14:tracePt t="200515" x="4432300" y="5461000"/>
          <p14:tracePt t="200536" x="4425950" y="5461000"/>
          <p14:tracePt t="200550" x="4419600" y="5461000"/>
          <p14:tracePt t="200558" x="4413250" y="5467350"/>
          <p14:tracePt t="200575" x="4413250" y="5473700"/>
          <p14:tracePt t="200592" x="4387850" y="5492750"/>
          <p14:tracePt t="200609" x="4349750" y="5518150"/>
          <p14:tracePt t="200625" x="4337050" y="5543550"/>
          <p14:tracePt t="200642" x="4298950" y="5568950"/>
          <p14:tracePt t="200658" x="4279900" y="5581650"/>
          <p14:tracePt t="200675" x="4267200" y="5594350"/>
          <p14:tracePt t="200691" x="4248150" y="5613400"/>
          <p14:tracePt t="200708" x="4241800" y="5619750"/>
          <p14:tracePt t="200725" x="4229100" y="5632450"/>
          <p14:tracePt t="200758" x="4222750" y="5638800"/>
          <p14:tracePt t="200782" x="4222750" y="5645150"/>
          <p14:tracePt t="200965" x="4229100" y="5645150"/>
          <p14:tracePt t="200971" x="4241800" y="5645150"/>
          <p14:tracePt t="200978" x="4254500" y="5638800"/>
          <p14:tracePt t="200993" x="4273550" y="5632450"/>
          <p14:tracePt t="201008" x="4368800" y="5613400"/>
          <p14:tracePt t="201024" x="4432300" y="5594350"/>
          <p14:tracePt t="201040" x="4540250" y="5588000"/>
          <p14:tracePt t="201057" x="4768850" y="5556250"/>
          <p14:tracePt t="201073" x="5086350" y="5530850"/>
          <p14:tracePt t="201091" x="5461000" y="5537200"/>
          <p14:tracePt t="201108" x="5651500" y="5549900"/>
          <p14:tracePt t="201123" x="5867400" y="5562600"/>
          <p14:tracePt t="201140" x="6229350" y="5613400"/>
          <p14:tracePt t="201156" x="6375400" y="5638800"/>
          <p14:tracePt t="201173" x="6515100" y="5645150"/>
          <p14:tracePt t="201190" x="6731000" y="5670550"/>
          <p14:tracePt t="201207" x="6800850" y="5676900"/>
          <p14:tracePt t="201223" x="6838950" y="5676900"/>
          <p14:tracePt t="201239" x="6877050" y="5676900"/>
          <p14:tracePt t="201256" x="6889750" y="5676900"/>
          <p14:tracePt t="201273" x="6896100" y="5676900"/>
          <p14:tracePt t="201310" x="6902450" y="5676900"/>
          <p14:tracePt t="201660" x="6896100" y="5676900"/>
          <p14:tracePt t="201667" x="6883400" y="5670550"/>
          <p14:tracePt t="201674" x="6870700" y="5670550"/>
          <p14:tracePt t="201690" x="6845300" y="5664200"/>
          <p14:tracePt t="201705" x="6762750" y="5651500"/>
          <p14:tracePt t="201721" x="6692900" y="5638800"/>
          <p14:tracePt t="201738" x="6515100" y="5600700"/>
          <p14:tracePt t="201754" x="6305550" y="5568950"/>
          <p14:tracePt t="201772" x="6102350" y="5530850"/>
          <p14:tracePt t="201787" x="6000750" y="5505450"/>
          <p14:tracePt t="201804" x="5829300" y="5486400"/>
          <p14:tracePt t="201821" x="5689600" y="5467350"/>
          <p14:tracePt t="201838" x="5619750" y="5467350"/>
          <p14:tracePt t="201855" x="5467350" y="5467350"/>
          <p14:tracePt t="201871" x="5302250" y="5473700"/>
          <p14:tracePt t="201887" x="5226050" y="5480050"/>
          <p14:tracePt t="201891" x="5137150" y="5492750"/>
          <p14:tracePt t="201907" x="5048250" y="5499100"/>
          <p14:tracePt t="201921" x="4876800" y="5543550"/>
          <p14:tracePt t="201937" x="4794250" y="5562600"/>
          <p14:tracePt t="201956" x="4660900" y="5600700"/>
          <p14:tracePt t="201970" x="4610100" y="5619750"/>
          <p14:tracePt t="201987" x="4533900" y="5638800"/>
          <p14:tracePt t="202004" x="4502150" y="5664200"/>
          <p14:tracePt t="202020" x="4495800" y="5670550"/>
          <p14:tracePt t="202037" x="4483100" y="5676900"/>
          <p14:tracePt t="202446" x="4495800" y="5676900"/>
          <p14:tracePt t="202453" x="4514850" y="5670550"/>
          <p14:tracePt t="202467" x="4552950" y="5657850"/>
          <p14:tracePt t="202474" x="4597400" y="5638800"/>
          <p14:tracePt t="202485" x="4667250" y="5619750"/>
          <p14:tracePt t="202502" x="4813300" y="5581650"/>
          <p14:tracePt t="202518" x="4902200" y="5562600"/>
          <p14:tracePt t="202535" x="4991100" y="5543550"/>
          <p14:tracePt t="202552" x="5302250" y="5511800"/>
          <p14:tracePt t="202568" x="5416550" y="5511800"/>
          <p14:tracePt t="202585" x="5524500" y="5511800"/>
          <p14:tracePt t="202601" x="5740400" y="5511800"/>
          <p14:tracePt t="202618" x="5975350" y="5543550"/>
          <p14:tracePt t="202635" x="6203950" y="5568950"/>
          <p14:tracePt t="202651" x="6318250" y="5575300"/>
          <p14:tracePt t="202668" x="6496050" y="5575300"/>
          <p14:tracePt t="202685" x="6686550" y="5594350"/>
          <p14:tracePt t="202701" x="6775450" y="5607050"/>
          <p14:tracePt t="202718" x="6851650" y="5613400"/>
          <p14:tracePt t="202734" x="6921500" y="5632450"/>
          <p14:tracePt t="202751" x="6997700" y="5645150"/>
          <p14:tracePt t="202767" x="7112000" y="5683250"/>
          <p14:tracePt t="202784" x="7137400" y="5695950"/>
          <p14:tracePt t="202801" x="7169150" y="5702300"/>
          <p14:tracePt t="202834" x="7175500" y="5702300"/>
          <p14:tracePt t="202850" x="7181850" y="5708650"/>
          <p14:tracePt t="202896" x="7188200" y="5708650"/>
          <p14:tracePt t="202945" x="7194550" y="5708650"/>
          <p14:tracePt t="202980" x="7200900" y="5708650"/>
          <p14:tracePt t="203078" x="7207250" y="5715000"/>
          <p14:tracePt t="203184" x="7200900" y="5715000"/>
          <p14:tracePt t="203205" x="7194550" y="5715000"/>
          <p14:tracePt t="203211" x="7181850" y="5715000"/>
          <p14:tracePt t="203226" x="7175500" y="5715000"/>
          <p14:tracePt t="203240" x="7169150" y="5715000"/>
          <p14:tracePt t="203254" x="7137400" y="5715000"/>
          <p14:tracePt t="203265" x="7099300" y="5715000"/>
          <p14:tracePt t="203282" x="7035800" y="5715000"/>
          <p14:tracePt t="203299" x="6934200" y="5727700"/>
          <p14:tracePt t="203316" x="6692900" y="5727700"/>
          <p14:tracePt t="203332" x="6540500" y="5727700"/>
          <p14:tracePt t="203348" x="6248400" y="5721350"/>
          <p14:tracePt t="203366" x="6096000" y="5721350"/>
          <p14:tracePt t="203382" x="5969000" y="5721350"/>
          <p14:tracePt t="203399" x="5740400" y="5727700"/>
          <p14:tracePt t="203416" x="5575300" y="5734050"/>
          <p14:tracePt t="203432" x="5416550" y="5753100"/>
          <p14:tracePt t="203449" x="5353050" y="5753100"/>
          <p14:tracePt t="203465" x="5270500" y="5772150"/>
          <p14:tracePt t="203482" x="5200650" y="5784850"/>
          <p14:tracePt t="203499" x="5156200" y="5810250"/>
          <p14:tracePt t="203516" x="5137150" y="5816600"/>
          <p14:tracePt t="203532" x="5111750" y="5829300"/>
          <p14:tracePt t="203549" x="5086350" y="5842000"/>
          <p14:tracePt t="203566" x="5080000" y="5848350"/>
          <p14:tracePt t="203583" x="5067300" y="5854700"/>
          <p14:tracePt t="203598" x="5060950" y="5861050"/>
          <p14:tracePt t="203614" x="5054600" y="5861050"/>
          <p14:tracePt t="203647" x="5041900" y="5867400"/>
          <p14:tracePt t="203664" x="5035550" y="5867400"/>
          <p14:tracePt t="203682" x="5022850" y="5873750"/>
          <p14:tracePt t="203698" x="5022850" y="5880100"/>
          <p14:tracePt t="203714" x="5016500" y="5880100"/>
          <p14:tracePt t="203731" x="5010150" y="5880100"/>
          <p14:tracePt t="203747" x="5003800" y="5880100"/>
          <p14:tracePt t="203782" x="4997450" y="5880100"/>
          <p14:tracePt t="203787" x="4991100" y="5880100"/>
          <p14:tracePt t="203808" x="4991100" y="5886450"/>
          <p14:tracePt t="203817" x="4984750" y="5886450"/>
          <p14:tracePt t="203879" x="4978400" y="5886450"/>
          <p14:tracePt t="203921" x="4978400" y="5880100"/>
          <p14:tracePt t="203928" x="4978400" y="5873750"/>
          <p14:tracePt t="203956" x="4978400" y="5867400"/>
          <p14:tracePt t="204040" x="4984750" y="5867400"/>
          <p14:tracePt t="204327" x="4991100" y="5861050"/>
          <p14:tracePt t="204362" x="4991100" y="5854700"/>
          <p14:tracePt t="204377" x="4997450" y="5854700"/>
          <p14:tracePt t="204391" x="5003800" y="5848350"/>
          <p14:tracePt t="204413" x="5016500" y="5835650"/>
          <p14:tracePt t="204427" x="5016500" y="5829300"/>
          <p14:tracePt t="204434" x="5022850" y="5822950"/>
          <p14:tracePt t="204445" x="5035550" y="5810250"/>
          <p14:tracePt t="204462" x="5054600" y="5791200"/>
          <p14:tracePt t="204478" x="5060950" y="5778500"/>
          <p14:tracePt t="204495" x="5080000" y="5759450"/>
          <p14:tracePt t="204512" x="5086350" y="5753100"/>
          <p14:tracePt t="204528" x="5086350" y="5746750"/>
          <p14:tracePt t="204545" x="5092700" y="5740400"/>
          <p14:tracePt t="204578" x="5092700" y="5734050"/>
          <p14:tracePt t="204658" x="5099050" y="5734050"/>
          <p14:tracePt t="204694" x="5099050" y="5727700"/>
          <p14:tracePt t="204700" x="5105400" y="5727700"/>
          <p14:tracePt t="204729" x="5111750" y="5721350"/>
          <p14:tracePt t="204742" x="5124450" y="5721350"/>
          <p14:tracePt t="204750" x="5137150" y="5715000"/>
          <p14:tracePt t="204764" x="5156200" y="5715000"/>
          <p14:tracePt t="204778" x="5181600" y="5708650"/>
          <p14:tracePt t="204794" x="5289550" y="5689600"/>
          <p14:tracePt t="204811" x="5365750" y="5689600"/>
          <p14:tracePt t="204828" x="5524500" y="5664200"/>
          <p14:tracePt t="204844" x="5695950" y="5632450"/>
          <p14:tracePt t="204861" x="5797550" y="5619750"/>
          <p14:tracePt t="204877" x="5988050" y="5581650"/>
          <p14:tracePt t="204894" x="6210300" y="5530850"/>
          <p14:tracePt t="204911" x="6413500" y="5486400"/>
          <p14:tracePt t="204927" x="6534150" y="5454650"/>
          <p14:tracePt t="204944" x="6750050" y="5403850"/>
          <p14:tracePt t="204961" x="6921500" y="5372100"/>
          <p14:tracePt t="204976" x="7010400" y="5365750"/>
          <p14:tracePt t="204993" x="7073900" y="5365750"/>
          <p14:tracePt t="205010" x="7308850" y="5353050"/>
          <p14:tracePt t="205026" x="7372350" y="5353050"/>
          <p14:tracePt t="205043" x="7435850" y="5365750"/>
          <p14:tracePt t="205060" x="7531100" y="5391150"/>
          <p14:tracePt t="205076" x="7620000" y="5416550"/>
          <p14:tracePt t="205094" x="7677150" y="5441950"/>
          <p14:tracePt t="205109" x="7702550" y="5454650"/>
          <p14:tracePt t="205126" x="7753350" y="5473700"/>
          <p14:tracePt t="205143" x="7778750" y="5480050"/>
          <p14:tracePt t="205160" x="7778750" y="5486400"/>
          <p14:tracePt t="205176" x="7797800" y="5492750"/>
          <p14:tracePt t="205192" x="7797800" y="5499100"/>
          <p14:tracePt t="205225" x="7797800" y="5505450"/>
          <p14:tracePt t="205243" x="7797800" y="5511800"/>
          <p14:tracePt t="205277" x="7797800" y="5518150"/>
          <p14:tracePt t="205347" x="7797800" y="5524500"/>
          <p14:tracePt t="205382" x="7797800" y="5530850"/>
          <p14:tracePt t="205396" x="7797800" y="5537200"/>
          <p14:tracePt t="205403" x="7797800" y="5549900"/>
          <p14:tracePt t="205417" x="7797800" y="5556250"/>
          <p14:tracePt t="205431" x="7804150" y="5556250"/>
          <p14:tracePt t="205441" x="7804150" y="5568950"/>
          <p14:tracePt t="205459" x="7810500" y="5575300"/>
          <p14:tracePt t="205476" x="7816850" y="5581650"/>
          <p14:tracePt t="205491" x="7816850" y="5607050"/>
          <p14:tracePt t="205525" x="7823200" y="5613400"/>
          <p14:tracePt t="205613" x="7823200" y="5619750"/>
          <p14:tracePt t="205656" x="7810500" y="5619750"/>
          <p14:tracePt t="205662" x="7804150" y="5619750"/>
          <p14:tracePt t="205678" x="7791450" y="5619750"/>
          <p14:tracePt t="205691" x="7778750" y="5607050"/>
          <p14:tracePt t="205707" x="7715250" y="5588000"/>
          <p14:tracePt t="205724" x="7664450" y="5556250"/>
          <p14:tracePt t="205740" x="7512050" y="5499100"/>
          <p14:tracePt t="205757" x="7327900" y="5416550"/>
          <p14:tracePt t="205775" x="7105650" y="5334000"/>
          <p14:tracePt t="205791" x="7004050" y="5302250"/>
          <p14:tracePt t="205807" x="6781800" y="5257800"/>
          <p14:tracePt t="205825" x="6591300" y="5226050"/>
          <p14:tracePt t="205840" x="6502400" y="5219700"/>
          <p14:tracePt t="205857" x="6330950" y="5207000"/>
          <p14:tracePt t="205874" x="6203950" y="5219700"/>
          <p14:tracePt t="205890" x="6146800" y="5232400"/>
          <p14:tracePt t="205907" x="6083300" y="5251450"/>
          <p14:tracePt t="205923" x="5880100" y="5327650"/>
          <p14:tracePt t="205940" x="5822950" y="5353050"/>
          <p14:tracePt t="205958" x="5708650" y="5410200"/>
          <p14:tracePt t="205973" x="5664200" y="5448300"/>
          <p14:tracePt t="205990" x="5562600" y="5511800"/>
          <p14:tracePt t="206007" x="5448300" y="5588000"/>
          <p14:tracePt t="206023" x="5378450" y="5626100"/>
          <p14:tracePt t="206040" x="5251450" y="5708650"/>
          <p14:tracePt t="206057" x="5149850" y="5759450"/>
          <p14:tracePt t="206073" x="5118100" y="5784850"/>
          <p14:tracePt t="206090" x="5073650" y="5829300"/>
          <p14:tracePt t="206107" x="5060950" y="5848350"/>
          <p14:tracePt t="206123" x="5054600" y="5854700"/>
          <p14:tracePt t="206140" x="5054600" y="5867400"/>
          <p14:tracePt t="207394" x="4984750" y="5842000"/>
          <p14:tracePt t="207400" x="4870450" y="5810250"/>
          <p14:tracePt t="207408" x="4718050" y="5765800"/>
          <p14:tracePt t="207423" x="4572000" y="5740400"/>
          <p14:tracePt t="207435" x="4400550" y="5702300"/>
          <p14:tracePt t="207451" x="4140200" y="5638800"/>
          <p14:tracePt t="207468" x="4025900" y="5626100"/>
          <p14:tracePt t="207485" x="3797300" y="5607050"/>
          <p14:tracePt t="207501" x="3581400" y="5588000"/>
          <p14:tracePt t="207518" x="3492500" y="5594350"/>
          <p14:tracePt t="207534" x="3314700" y="5594350"/>
          <p14:tracePt t="207551" x="3130550" y="5619750"/>
          <p14:tracePt t="207569" x="2927350" y="5651500"/>
          <p14:tracePt t="207584" x="2819400" y="5683250"/>
          <p14:tracePt t="207601" x="2730500" y="5702300"/>
          <p14:tracePt t="207618" x="2438400" y="5829300"/>
          <p14:tracePt t="207634" x="2362200" y="5861050"/>
          <p14:tracePt t="207651" x="2266950" y="5886450"/>
          <p14:tracePt t="207667" x="2146300" y="5943600"/>
          <p14:tracePt t="207684" x="2025650" y="6019800"/>
          <p14:tracePt t="207701" x="1993900" y="6057900"/>
          <p14:tracePt t="207718" x="1943100" y="6102350"/>
          <p14:tracePt t="207734" x="1905000" y="6140450"/>
          <p14:tracePt t="207751" x="1873250" y="6178550"/>
          <p14:tracePt t="207767" x="1860550" y="6197600"/>
          <p14:tracePt t="207784" x="1854200" y="6197600"/>
          <p14:tracePt t="207801" x="1841500" y="6197600"/>
          <p14:tracePt t="207833" x="1847850" y="6197600"/>
          <p14:tracePt t="208183" x="1835150" y="6197600"/>
          <p14:tracePt t="208189" x="1803400" y="6197600"/>
          <p14:tracePt t="208204" x="1778000" y="6197600"/>
          <p14:tracePt t="208215" x="1746250" y="6191250"/>
          <p14:tracePt t="208233" x="1695450" y="6191250"/>
          <p14:tracePt t="208249" x="1670050" y="6191250"/>
          <p14:tracePt t="208267" x="1625600" y="6191250"/>
          <p14:tracePt t="208282" x="1593850" y="6191250"/>
          <p14:tracePt t="208298" x="1574800" y="6191250"/>
          <p14:tracePt t="208317" x="1536700" y="6191250"/>
          <p14:tracePt t="208331" x="1511300" y="6197600"/>
          <p14:tracePt t="208348" x="1504950" y="6203950"/>
          <p14:tracePt t="208366" x="1485900" y="6203950"/>
          <p14:tracePt t="208382" x="1485900" y="6210300"/>
          <p14:tracePt t="208398" x="1479550" y="6210300"/>
          <p14:tracePt t="208431" x="1473200" y="6216650"/>
          <p14:tracePt t="208513" x="1473200" y="6223000"/>
          <p14:tracePt t="208815" x="1479550" y="6223000"/>
          <p14:tracePt t="208885" x="1485900" y="6223000"/>
          <p14:tracePt t="208892" x="1492250" y="6223000"/>
          <p14:tracePt t="208934" x="1498600" y="6223000"/>
          <p14:tracePt t="208955" x="1504950" y="6223000"/>
          <p14:tracePt t="209047" x="1511300" y="6223000"/>
          <p14:tracePt t="209067" x="1517650" y="6223000"/>
          <p14:tracePt t="209074" x="1524000" y="6223000"/>
          <p14:tracePt t="209097" x="1530350" y="6223000"/>
          <p14:tracePt t="209102" x="1536700" y="6223000"/>
          <p14:tracePt t="209124" x="1543050" y="6223000"/>
          <p14:tracePt t="209138" x="1549400" y="6223000"/>
          <p14:tracePt t="209159" x="1555750" y="6223000"/>
          <p14:tracePt t="209173" x="1562100" y="6223000"/>
          <p14:tracePt t="209194" x="1568450" y="6223000"/>
          <p14:tracePt t="209215" x="1574800" y="6223000"/>
          <p14:tracePt t="209236" x="1574800" y="6229350"/>
          <p14:tracePt t="209243" x="1581150" y="6229350"/>
          <p14:tracePt t="209285" x="1587500" y="6229350"/>
          <p14:tracePt t="209306" x="1593850" y="6229350"/>
          <p14:tracePt t="209335" x="1600200" y="6235700"/>
          <p14:tracePt t="209355" x="1606550" y="6235700"/>
          <p14:tracePt t="209376" x="1612900" y="6235700"/>
          <p14:tracePt t="209524" x="1619250" y="6235700"/>
          <p14:tracePt t="209959" x="1625600" y="6235700"/>
          <p14:tracePt t="210001" x="1631950" y="6242050"/>
          <p14:tracePt t="210008" x="1638300" y="6248400"/>
          <p14:tracePt t="210015" x="1644650" y="6248400"/>
          <p14:tracePt t="210029" x="1644650" y="6254750"/>
          <p14:tracePt t="210043" x="1651000" y="6261100"/>
          <p14:tracePt t="210059" x="1657350" y="6273800"/>
          <p14:tracePt t="210092" x="1663700" y="6280150"/>
          <p14:tracePt t="210109" x="1670050" y="6286500"/>
          <p14:tracePt t="210126" x="1676400" y="6292850"/>
          <p14:tracePt t="210142" x="1682750" y="6299200"/>
          <p14:tracePt t="210159" x="1689100" y="6299200"/>
          <p14:tracePt t="210192" x="1689100" y="6305550"/>
          <p14:tracePt t="210212" x="1689100" y="6311900"/>
          <p14:tracePt t="210226" x="1695450" y="6311900"/>
          <p14:tracePt t="210247" x="1701800" y="6311900"/>
          <p14:tracePt t="210268" x="1701800" y="6318250"/>
          <p14:tracePt t="210288" x="1708150" y="6324600"/>
          <p14:tracePt t="210296" x="1714500" y="6324600"/>
          <p14:tracePt t="210408" x="1714500" y="6330950"/>
          <p14:tracePt t="210451" x="1714500" y="6337300"/>
          <p14:tracePt t="210493" x="1714500" y="6343650"/>
          <p14:tracePt t="210500" x="1708150" y="6343650"/>
          <p14:tracePt t="210521" x="1708150" y="6356350"/>
          <p14:tracePt t="210535" x="1701800" y="6362700"/>
          <p14:tracePt t="210544" x="1695450" y="6369050"/>
          <p14:tracePt t="210557" x="1689100" y="6381750"/>
          <p14:tracePt t="210574" x="1676400" y="6407150"/>
          <p14:tracePt t="210591" x="1657350" y="6432550"/>
          <p14:tracePt t="210607" x="1651000" y="6451600"/>
          <p14:tracePt t="210624" x="1631950" y="6483350"/>
          <p14:tracePt t="210641" x="1612900" y="6502400"/>
          <p14:tracePt t="211132" x="1625600" y="6470650"/>
          <p14:tracePt t="211141" x="1638300" y="6457950"/>
          <p14:tracePt t="211155" x="1657350" y="6426200"/>
          <p14:tracePt t="211172" x="1676400" y="6407150"/>
          <p14:tracePt t="211188" x="1714500" y="6350000"/>
          <p14:tracePt t="211205" x="1758950" y="6305550"/>
          <p14:tracePt t="211223" x="1771650" y="6273800"/>
          <p14:tracePt t="211238" x="1784350" y="6261100"/>
          <p14:tracePt t="211255" x="1797050" y="6248400"/>
          <p14:tracePt t="211272" x="1803400" y="6242050"/>
          <p14:tracePt t="211342" x="1809750" y="6235700"/>
          <p14:tracePt t="211476" x="1816100" y="6235700"/>
          <p14:tracePt t="211525" x="1822450" y="6235700"/>
          <p14:tracePt t="211912" x="1816100" y="6235700"/>
          <p14:tracePt t="211947" x="1809750" y="6235700"/>
          <p14:tracePt t="212375" x="1816100" y="6235700"/>
          <p14:tracePt t="212389" x="1847850" y="6248400"/>
          <p14:tracePt t="212396" x="1873250" y="6254750"/>
          <p14:tracePt t="212404" x="1917700" y="6273800"/>
          <p14:tracePt t="212418" x="1974850" y="6286500"/>
          <p14:tracePt t="212434" x="2025650" y="6305550"/>
          <p14:tracePt t="212451" x="2120900" y="6330950"/>
          <p14:tracePt t="212467" x="2197100" y="6350000"/>
          <p14:tracePt t="212484" x="2216150" y="6356350"/>
          <p14:tracePt t="212488" x="2228850" y="6356350"/>
          <p14:tracePt t="212501" x="2241550" y="6362700"/>
          <p14:tracePt t="212517" x="2254250" y="6362700"/>
          <p14:tracePt t="212551" x="2260600" y="6362700"/>
          <p14:tracePt t="212599" x="2260600" y="6369050"/>
          <p14:tracePt t="212824" x="2260600" y="6362700"/>
          <p14:tracePt t="212929" x="2254250" y="6362700"/>
          <p14:tracePt t="213421" x="2260600" y="6362700"/>
          <p14:tracePt t="213491" x="2266950" y="6362700"/>
          <p14:tracePt t="213561" x="2273300" y="6369050"/>
          <p14:tracePt t="213568" x="2279650" y="6369050"/>
          <p14:tracePt t="213583" x="2286000" y="6369050"/>
          <p14:tracePt t="213597" x="2292350" y="6375400"/>
          <p14:tracePt t="213613" x="2298700" y="6375400"/>
          <p14:tracePt t="213633" x="2311400" y="6381750"/>
          <p14:tracePt t="213647" x="2336800" y="6388100"/>
          <p14:tracePt t="213663" x="2355850" y="6394450"/>
          <p14:tracePt t="213681" x="2393950" y="6400800"/>
          <p14:tracePt t="213696" x="2406650" y="6407150"/>
          <p14:tracePt t="213713" x="2432050" y="6413500"/>
          <p14:tracePt t="213730" x="2463800" y="6419850"/>
          <p14:tracePt t="213746" x="2470150" y="6419850"/>
          <p14:tracePt t="213763" x="2476500" y="6426200"/>
          <p14:tracePt t="213779" x="2489200" y="6426200"/>
          <p14:tracePt t="213812" x="2495550" y="6426200"/>
          <p14:tracePt t="213849" x="2501900" y="6432550"/>
          <p14:tracePt t="213892" x="2508250" y="6432550"/>
          <p14:tracePt t="214011" x="2514600" y="6432550"/>
          <p14:tracePt t="214018" x="2520950" y="6432550"/>
          <p14:tracePt t="214039" x="2527300" y="6432550"/>
          <p14:tracePt t="214053" x="2533650" y="6432550"/>
          <p14:tracePt t="214062" x="2546350" y="6432550"/>
          <p14:tracePt t="214078" x="2559050" y="6432550"/>
          <p14:tracePt t="214095" x="2609850" y="6426200"/>
          <p14:tracePt t="214112" x="2647950" y="6419850"/>
          <p14:tracePt t="214128" x="2679700" y="6419850"/>
          <p14:tracePt t="214145" x="2717800" y="6413500"/>
          <p14:tracePt t="214161" x="2743200" y="6407150"/>
          <p14:tracePt t="214179" x="2768600" y="6407150"/>
          <p14:tracePt t="214194" x="2774950" y="6407150"/>
          <p14:tracePt t="214211" x="2781300" y="6407150"/>
          <p14:tracePt t="214229" x="2787650" y="6407150"/>
          <p14:tracePt t="214706" x="2781300" y="6407150"/>
          <p14:tracePt t="214734" x="2774950" y="6407150"/>
          <p14:tracePt t="214762" x="2768600" y="6407150"/>
          <p14:tracePt t="214783" x="2762250" y="6407150"/>
          <p14:tracePt t="214811" x="2755900" y="6407150"/>
          <p14:tracePt t="214853" x="2749550" y="6407150"/>
          <p14:tracePt t="214874" x="2743200" y="6407150"/>
          <p14:tracePt t="214881" x="2736850" y="6407150"/>
          <p14:tracePt t="214896" x="2730500" y="6407150"/>
          <p14:tracePt t="214910" x="2724150" y="6407150"/>
          <p14:tracePt t="214926" x="2705100" y="6407150"/>
          <p14:tracePt t="214942" x="2679700" y="6407150"/>
          <p14:tracePt t="214959" x="2635250" y="6407150"/>
          <p14:tracePt t="214975" x="2578100" y="6400800"/>
          <p14:tracePt t="214992" x="2552700" y="6400800"/>
          <p14:tracePt t="215009" x="2514600" y="6394450"/>
          <p14:tracePt t="215026" x="2489200" y="6394450"/>
          <p14:tracePt t="215043" x="2470150" y="6394450"/>
          <p14:tracePt t="215058" x="2463800" y="6394450"/>
          <p14:tracePt t="215113" x="2457450" y="6394450"/>
          <p14:tracePt t="215225" x="2463800" y="6394450"/>
          <p14:tracePt t="215233" x="2470150" y="6394450"/>
          <p14:tracePt t="215247" x="2476500" y="6394450"/>
          <p14:tracePt t="215257" x="2489200" y="6394450"/>
          <p14:tracePt t="215275" x="2520950" y="6394450"/>
          <p14:tracePt t="215291" x="2546350" y="6394450"/>
          <p14:tracePt t="215308" x="2616200" y="6394450"/>
          <p14:tracePt t="215325" x="2692400" y="6388100"/>
          <p14:tracePt t="215341" x="2724150" y="6388100"/>
          <p14:tracePt t="215358" x="2762250" y="6388100"/>
          <p14:tracePt t="215374" x="2794000" y="6388100"/>
          <p14:tracePt t="215391" x="2800350" y="6388100"/>
          <p14:tracePt t="215408" x="2813050" y="6381750"/>
          <p14:tracePt t="215424" x="2819400" y="6381750"/>
          <p14:tracePt t="215934" x="2787650" y="6369050"/>
          <p14:tracePt t="215948" x="2743200" y="6362700"/>
          <p14:tracePt t="215958" x="2679700" y="6356350"/>
          <p14:tracePt t="215972" x="2622550" y="6343650"/>
          <p14:tracePt t="215989" x="2571750" y="6337300"/>
          <p14:tracePt t="216005" x="2387600" y="6330950"/>
          <p14:tracePt t="216022" x="2324100" y="6330950"/>
          <p14:tracePt t="216039" x="2222500" y="6330950"/>
          <p14:tracePt t="216055" x="2190750" y="6330950"/>
          <p14:tracePt t="216072" x="2146300" y="6330950"/>
          <p14:tracePt t="216089" x="2095500" y="6330950"/>
          <p14:tracePt t="216105" x="2082800" y="6330950"/>
          <p14:tracePt t="216121" x="2051050" y="6337300"/>
          <p14:tracePt t="216138" x="2012950" y="6337300"/>
          <p14:tracePt t="216155" x="2000250" y="6343650"/>
          <p14:tracePt t="216171" x="1987550" y="6343650"/>
          <p14:tracePt t="216188" x="1962150" y="6343650"/>
          <p14:tracePt t="216205" x="1949450" y="6350000"/>
          <p14:tracePt t="216222" x="1936750" y="6350000"/>
          <p14:tracePt t="216238" x="1930400" y="6350000"/>
          <p14:tracePt t="216274" x="1924050" y="6350000"/>
          <p14:tracePt t="216327" x="1917700" y="6350000"/>
          <p14:tracePt t="216369" x="1911350" y="6356350"/>
          <p14:tracePt t="216517" x="1905000" y="6356350"/>
          <p14:tracePt t="216587" x="1898650" y="6356350"/>
          <p14:tracePt t="217072" x="1892300" y="6356350"/>
          <p14:tracePt t="217198" x="1885950" y="6356350"/>
          <p14:tracePt t="217479" x="1879600" y="6356350"/>
          <p14:tracePt t="217521" x="1873250" y="6362700"/>
          <p14:tracePt t="217865" x="1873250" y="6369050"/>
          <p14:tracePt t="217893" x="1866900" y="6369050"/>
          <p14:tracePt t="217928" x="1866900" y="6375400"/>
          <p14:tracePt t="217964" x="1860550" y="6381750"/>
          <p14:tracePt t="217985" x="1854200" y="6388100"/>
          <p14:tracePt t="218013" x="1854200" y="6394450"/>
          <p14:tracePt t="218019" x="1854200" y="6400800"/>
          <p14:tracePt t="218041" x="1847850" y="6407150"/>
          <p14:tracePt t="218050" x="1847850" y="6413500"/>
          <p14:tracePt t="218065" x="1841500" y="6419850"/>
          <p14:tracePt t="218081" x="1828800" y="6438900"/>
          <p14:tracePt t="218098" x="1816100" y="6464300"/>
          <p14:tracePt t="218114" x="1803400" y="6477000"/>
          <p14:tracePt t="218132" x="1797050" y="6496050"/>
          <p14:tracePt t="218476" x="1790700" y="6483350"/>
          <p14:tracePt t="218504" x="1790700" y="6477000"/>
          <p14:tracePt t="218525" x="1797050" y="6470650"/>
          <p14:tracePt t="218531" x="1797050" y="6464300"/>
          <p14:tracePt t="218546" x="1803400" y="6457950"/>
          <p14:tracePt t="218564" x="1809750" y="6432550"/>
          <p14:tracePt t="218580" x="1822450" y="6407150"/>
          <p14:tracePt t="218596" x="1841500" y="6375400"/>
          <p14:tracePt t="218613" x="1841500" y="6362700"/>
          <p14:tracePt t="218631" x="1854200" y="6337300"/>
          <p14:tracePt t="218646" x="1860550" y="6330950"/>
          <p14:tracePt t="218663" x="1866900" y="6324600"/>
          <p14:tracePt t="218729" x="1873250" y="6318250"/>
          <p14:tracePt t="219024" x="1873250" y="6324600"/>
          <p14:tracePt t="219150" x="1879600" y="6324600"/>
          <p14:tracePt t="219164" x="1885950" y="6324600"/>
          <p14:tracePt t="219185" x="1892300" y="6324600"/>
          <p14:tracePt t="219207" x="1892300" y="6330950"/>
          <p14:tracePt t="219229" x="1898650" y="6330950"/>
          <p14:tracePt t="219234" x="1905000" y="6330950"/>
          <p14:tracePt t="219256" x="1911350" y="6330950"/>
          <p14:tracePt t="219270" x="1917700" y="6330950"/>
          <p14:tracePt t="219278" x="1924050" y="6330950"/>
          <p14:tracePt t="219294" x="1930400" y="6330950"/>
          <p14:tracePt t="219311" x="1962150" y="6330950"/>
          <p14:tracePt t="219327" x="2025650" y="6330950"/>
          <p14:tracePt t="219344" x="2070100" y="6337300"/>
          <p14:tracePt t="219361" x="2120900" y="6337300"/>
          <p14:tracePt t="219376" x="2222500" y="6350000"/>
          <p14:tracePt t="219393" x="2266950" y="6356350"/>
          <p14:tracePt t="219410" x="2324100" y="6362700"/>
          <p14:tracePt t="219427" x="2343150" y="6369050"/>
          <p14:tracePt t="219443" x="2362200" y="6375400"/>
          <p14:tracePt t="219460" x="2393950" y="6381750"/>
          <p14:tracePt t="219493" x="2400300" y="6388100"/>
          <p14:tracePt t="219510" x="2406650" y="6388100"/>
          <p14:tracePt t="219526" x="2406650" y="6394450"/>
          <p14:tracePt t="219571" x="2406650" y="6400800"/>
          <p14:tracePt t="219698" x="2406650" y="6407150"/>
          <p14:tracePt t="219705" x="2406650" y="6413500"/>
          <p14:tracePt t="219727" x="2413000" y="6419850"/>
          <p14:tracePt t="219733" x="2419350" y="6426200"/>
          <p14:tracePt t="219742" x="2419350" y="6432550"/>
          <p14:tracePt t="219759" x="2432050" y="6445250"/>
          <p14:tracePt t="219775" x="2444750" y="6477000"/>
          <p14:tracePt t="219792" x="2463800" y="6521450"/>
          <p14:tracePt t="219809" x="2470150" y="6534150"/>
          <p14:tracePt t="219825" x="2482850" y="6565900"/>
          <p14:tracePt t="219842" x="2495550" y="6591300"/>
          <p14:tracePt t="219859" x="2501900" y="6610350"/>
          <p14:tracePt t="219875" x="2501900" y="6616700"/>
          <p14:tracePt t="219892" x="2508250" y="6623050"/>
          <p14:tracePt t="219909" x="2508250" y="6629400"/>
          <p14:tracePt t="220050" x="2508250" y="6623050"/>
          <p14:tracePt t="220070" x="2508250" y="6616700"/>
          <p14:tracePt t="220077" x="2508250" y="6610350"/>
          <p14:tracePt t="220105" x="2508250" y="6604000"/>
          <p14:tracePt t="220126" x="2508250" y="6597650"/>
          <p14:tracePt t="220140" x="2508250" y="6591300"/>
          <p14:tracePt t="220154" x="2514600" y="6584950"/>
          <p14:tracePt t="220161" x="2514600" y="6572250"/>
          <p14:tracePt t="220177" x="2514600" y="6559550"/>
          <p14:tracePt t="220191" x="2520950" y="6546850"/>
          <p14:tracePt t="220207" x="2520950" y="6534150"/>
          <p14:tracePt t="220224" x="2520950" y="6515100"/>
          <p14:tracePt t="220241" x="2527300" y="6483350"/>
          <p14:tracePt t="220257" x="2527300" y="6470650"/>
          <p14:tracePt t="220274" x="2533650" y="6445250"/>
          <p14:tracePt t="220290" x="2540000" y="6438900"/>
          <p14:tracePt t="220307" x="2540000" y="6432550"/>
          <p14:tracePt t="220324" x="2540000" y="6426200"/>
          <p14:tracePt t="220406" x="2546350" y="6426200"/>
          <p14:tracePt t="220413" x="2546350" y="6432550"/>
          <p14:tracePt t="220427" x="2546350" y="6438900"/>
          <p14:tracePt t="220443" x="2546350" y="6445250"/>
          <p14:tracePt t="220458" x="2546350" y="6451600"/>
          <p14:tracePt t="220473" x="2546350" y="6457950"/>
          <p14:tracePt t="220490" x="2546350" y="6464300"/>
          <p14:tracePt t="220507" x="2546350" y="6483350"/>
          <p14:tracePt t="220523" x="2546350" y="6508750"/>
          <p14:tracePt t="220540" x="2546350" y="6515100"/>
          <p14:tracePt t="220556" x="2540000" y="6534150"/>
          <p14:tracePt t="220573" x="2533650" y="6553200"/>
          <p14:tracePt t="220590" x="2527300" y="6578600"/>
          <p14:tracePt t="220606" x="2527300" y="6584950"/>
          <p14:tracePt t="220623" x="2527300" y="6591300"/>
          <p14:tracePt t="220639" x="2527300" y="6604000"/>
          <p14:tracePt t="220672" x="2527300" y="6610350"/>
          <p14:tracePt t="220689" x="2520950" y="6616700"/>
          <p14:tracePt t="220781" x="2520950" y="6610350"/>
          <p14:tracePt t="220787" x="2527300" y="6610350"/>
          <p14:tracePt t="220802" x="2527300" y="6604000"/>
          <p14:tracePt t="220823" x="2533650" y="6604000"/>
          <p14:tracePt t="220844" x="2533650" y="6591300"/>
          <p14:tracePt t="220858" x="2540000" y="6591300"/>
          <p14:tracePt t="220873" x="2540000" y="6584950"/>
          <p14:tracePt t="220878" x="2540000" y="6572250"/>
          <p14:tracePt t="220893" x="2546350" y="6572250"/>
          <p14:tracePt t="220908" x="2552700" y="6559550"/>
          <p14:tracePt t="220922" x="2552700" y="6553200"/>
          <p14:tracePt t="220938" x="2552700" y="6540500"/>
          <p14:tracePt t="220955" x="2571750" y="6527800"/>
          <p14:tracePt t="220971" x="2584450" y="6515100"/>
          <p14:tracePt t="220988" x="2590800" y="6508750"/>
          <p14:tracePt t="221005" x="2603500" y="6496050"/>
          <p14:tracePt t="221021" x="2647950" y="6489700"/>
          <p14:tracePt t="221038" x="2736850" y="6470650"/>
          <p14:tracePt t="221055" x="2857500" y="6477000"/>
          <p14:tracePt t="221071" x="2984500" y="6483350"/>
          <p14:tracePt t="221088" x="3028950" y="6489700"/>
          <p14:tracePt t="221104" x="3067050" y="6496050"/>
          <p14:tracePt t="221121" x="3086100" y="6502400"/>
          <p14:tracePt t="221138" x="3092450" y="6502400"/>
          <p14:tracePt t="221209" x="3086100" y="6502400"/>
          <p14:tracePt t="221215" x="3079750" y="6502400"/>
          <p14:tracePt t="221223" x="3067050" y="6502400"/>
          <p14:tracePt t="221238" x="3060700" y="6502400"/>
          <p14:tracePt t="221254" x="3048000" y="6502400"/>
          <p14:tracePt t="221271" x="3035300" y="6502400"/>
          <p14:tracePt t="221288" x="3022600" y="6502400"/>
          <p14:tracePt t="221304" x="2990850" y="6515100"/>
          <p14:tracePt t="221322" x="2927350" y="6540500"/>
          <p14:tracePt t="221337" x="2882900" y="6559550"/>
          <p14:tracePt t="221353" x="2800350" y="6604000"/>
          <p14:tracePt t="221370" x="2686050" y="6661150"/>
          <p14:tracePt t="221387" x="2641600" y="6673850"/>
          <p14:tracePt t="221404" x="2590800" y="6699250"/>
          <p14:tracePt t="221420" x="2559050" y="6711950"/>
          <p14:tracePt t="221437" x="2546350" y="6711950"/>
          <p14:tracePt t="221454" x="2533650" y="6718300"/>
          <p14:tracePt t="221470" x="2527300" y="6718300"/>
          <p14:tracePt t="221503" x="2520950" y="6718300"/>
          <p14:tracePt t="221519" x="2514600" y="6711950"/>
          <p14:tracePt t="221539" x="2514600" y="6705600"/>
          <p14:tracePt t="221574" x="2514600" y="6699250"/>
          <p14:tracePt t="221581" x="2520950" y="6692900"/>
          <p14:tracePt t="221604" x="2520950" y="6686550"/>
          <p14:tracePt t="221609" x="2527300" y="6686550"/>
          <p14:tracePt t="221623" x="2533650" y="6680200"/>
          <p14:tracePt t="221636" x="2533650" y="6673850"/>
          <p14:tracePt t="221658" x="2540000" y="6667500"/>
          <p14:tracePt t="221669" x="2546350" y="6667500"/>
          <p14:tracePt t="221686" x="2552700" y="6654800"/>
          <p14:tracePt t="221702" x="2559050" y="6642100"/>
          <p14:tracePt t="221719" x="2584450" y="6604000"/>
          <p14:tracePt t="221736" x="2628900" y="6553200"/>
          <p14:tracePt t="221752" x="2654300" y="6527800"/>
          <p14:tracePt t="221769" x="2698750" y="6470650"/>
          <p14:tracePt t="221785" x="2743200" y="6438900"/>
          <p14:tracePt t="221802" x="2787650" y="6413500"/>
          <p14:tracePt t="221819" x="2800350" y="6400800"/>
          <p14:tracePt t="221835" x="2838450" y="6388100"/>
          <p14:tracePt t="221852" x="2851150" y="6381750"/>
          <p14:tracePt t="221870" x="2908300" y="6375400"/>
          <p14:tracePt t="221885" x="2921000" y="6369050"/>
          <p14:tracePt t="221901" x="2933700" y="6369050"/>
          <p14:tracePt t="221919" x="2952750" y="6362700"/>
          <p14:tracePt t="221935" x="2965450" y="6362700"/>
          <p14:tracePt t="221951" x="2965450" y="6356350"/>
          <p14:tracePt t="221968" x="2971800" y="6356350"/>
          <p14:tracePt t="222066" x="2971800" y="6350000"/>
          <p14:tracePt t="222122" x="2965450" y="6350000"/>
          <p14:tracePt t="222150" x="2959100" y="6350000"/>
          <p14:tracePt t="222738" x="2959100" y="6330950"/>
          <p14:tracePt t="222745" x="2952750" y="6305550"/>
          <p14:tracePt t="222752" x="2933700" y="6280150"/>
          <p14:tracePt t="222768" x="2927350" y="6254750"/>
          <p14:tracePt t="222782" x="2914650" y="6242050"/>
          <p14:tracePt t="222798" x="2889250" y="6203950"/>
          <p14:tracePt t="222815" x="2851150" y="6165850"/>
          <p14:tracePt t="222832" x="2832100" y="6153150"/>
          <p14:tracePt t="222848" x="2787650" y="6115050"/>
          <p14:tracePt t="222865" x="2724150" y="6089650"/>
          <p14:tracePt t="222881" x="2679700" y="6070600"/>
          <p14:tracePt t="222898" x="2597150" y="6032500"/>
          <p14:tracePt t="222914" x="2508250" y="6000750"/>
          <p14:tracePt t="222931" x="2476500" y="5981700"/>
          <p14:tracePt t="222948" x="2413000" y="5943600"/>
          <p14:tracePt t="222964" x="2349500" y="5911850"/>
          <p14:tracePt t="222981" x="2317750" y="5899150"/>
          <p14:tracePt t="222998" x="2266950" y="5861050"/>
          <p14:tracePt t="223014" x="2241550" y="5854700"/>
          <p14:tracePt t="223031" x="2203450" y="5829300"/>
          <p14:tracePt t="223047" x="2165350" y="5816600"/>
          <p14:tracePt t="223064" x="2152650" y="5810250"/>
          <p14:tracePt t="223081" x="2127250" y="5803900"/>
          <p14:tracePt t="223097" x="2108200" y="5803900"/>
          <p14:tracePt t="223114" x="2108200" y="5797550"/>
          <p14:tracePt t="223118" x="2101850" y="5797550"/>
          <p14:tracePt t="223131" x="2095500" y="5797550"/>
          <p14:tracePt t="223147" x="2089150" y="5797550"/>
          <p14:tracePt t="223173" x="2082800" y="5797550"/>
          <p14:tracePt t="223215" x="2076450" y="5797550"/>
          <p14:tracePt t="223236" x="2070100" y="5797550"/>
          <p14:tracePt t="223278" x="2063750" y="5797550"/>
          <p14:tracePt t="223285" x="2057400" y="5797550"/>
          <p14:tracePt t="223306" x="2051050" y="5797550"/>
          <p14:tracePt t="223316" x="2044700" y="5797550"/>
          <p14:tracePt t="223329" x="2038350" y="5797550"/>
          <p14:tracePt t="223356" x="2032000" y="5797550"/>
          <p14:tracePt t="223384" x="2025650" y="5797550"/>
          <p14:tracePt t="223398" x="2019300" y="5797550"/>
          <p14:tracePt t="223426" x="2012950" y="5797550"/>
          <p14:tracePt t="223447" x="2006600" y="5797550"/>
          <p14:tracePt t="223489" x="2000250" y="5797550"/>
          <p14:tracePt t="223497" x="1993900" y="5797550"/>
          <p14:tracePt t="223580" x="1987550" y="5791200"/>
          <p14:tracePt t="223594" x="1981200" y="5791200"/>
          <p14:tracePt t="223707" x="1987550" y="5791200"/>
          <p14:tracePt t="223798" x="1993900" y="5791200"/>
          <p14:tracePt t="223826" x="2000250" y="5791200"/>
          <p14:tracePt t="223840" x="2006600" y="5791200"/>
          <p14:tracePt t="223848" x="2012950" y="5791200"/>
          <p14:tracePt t="223868" x="2019300" y="5791200"/>
          <p14:tracePt t="223878" x="2025650" y="5797550"/>
          <p14:tracePt t="223910" x="2032000" y="5797550"/>
          <p14:tracePt t="223931" x="2038350" y="5797550"/>
          <p14:tracePt t="223946" x="2044700" y="5797550"/>
          <p14:tracePt t="223965" x="2051050" y="5797550"/>
          <p14:tracePt t="224008" x="2057400" y="5797550"/>
          <p14:tracePt t="224015" x="2063750" y="5797550"/>
          <p14:tracePt t="224079" x="2070100" y="5797550"/>
          <p14:tracePt t="224106" x="2076450" y="5797550"/>
          <p14:tracePt t="224472" x="2070100" y="5797550"/>
          <p14:tracePt t="224478" x="2051050" y="5797550"/>
          <p14:tracePt t="224495" x="2019300" y="5797550"/>
          <p14:tracePt t="224509" x="1943100" y="5791200"/>
          <p14:tracePt t="224526" x="1905000" y="5778500"/>
          <p14:tracePt t="224543" x="1835150" y="5778500"/>
          <p14:tracePt t="224559" x="1797050" y="5778500"/>
          <p14:tracePt t="224578" x="1701800" y="5778500"/>
          <p14:tracePt t="224592" x="1663700" y="5778500"/>
          <p14:tracePt t="224609" x="1631950" y="5784850"/>
          <p14:tracePt t="224626" x="1555750" y="5791200"/>
          <p14:tracePt t="224642" x="1492250" y="5803900"/>
          <p14:tracePt t="224659" x="1466850" y="5803900"/>
          <p14:tracePt t="224663" x="1447800" y="5803900"/>
          <p14:tracePt t="224675" x="1416050" y="5810250"/>
          <p14:tracePt t="224692" x="1377950" y="5810250"/>
          <p14:tracePt t="224708" x="1358900" y="5810250"/>
          <p14:tracePt t="224725" x="1333500" y="5810250"/>
          <p14:tracePt t="224741" x="1314450" y="5810250"/>
          <p14:tracePt t="224759" x="1308100" y="5810250"/>
          <p14:tracePt t="224792" x="1301750" y="5810250"/>
          <p14:tracePt t="224970" x="1308100" y="5810250"/>
          <p14:tracePt t="225012" x="1314450" y="5810250"/>
          <p14:tracePt t="225040" x="1320800" y="5810250"/>
          <p14:tracePt t="225060" x="1327150" y="5810250"/>
          <p14:tracePt t="225067" x="1339850" y="5810250"/>
          <p14:tracePt t="225082" x="1346200" y="5810250"/>
          <p14:tracePt t="225091" x="1365250" y="5816600"/>
          <p14:tracePt t="225107" x="1390650" y="5816600"/>
          <p14:tracePt t="225124" x="1473200" y="5829300"/>
          <p14:tracePt t="225140" x="1574800" y="5829300"/>
          <p14:tracePt t="225157" x="1625600" y="5829300"/>
          <p14:tracePt t="225161" x="1689100" y="5829300"/>
          <p14:tracePt t="225176" x="1739900" y="5829300"/>
          <p14:tracePt t="225190" x="1790700" y="5829300"/>
          <p14:tracePt t="225207" x="1898650" y="5822950"/>
          <p14:tracePt t="225224" x="1981200" y="5816600"/>
          <p14:tracePt t="225240" x="2006600" y="5816600"/>
          <p14:tracePt t="225257" x="2057400" y="5810250"/>
          <p14:tracePt t="225273" x="2082800" y="5810250"/>
          <p14:tracePt t="225290" x="2095500" y="5810250"/>
          <p14:tracePt t="225307" x="2108200" y="5810250"/>
          <p14:tracePt t="225349" x="2114550" y="5816600"/>
          <p14:tracePt t="226114" x="2120900" y="5816600"/>
          <p14:tracePt t="226122" x="2127250" y="5816600"/>
          <p14:tracePt t="226135" x="2139950" y="5822950"/>
          <p14:tracePt t="226143" x="2159000" y="5835650"/>
          <p14:tracePt t="226157" x="2190750" y="5842000"/>
          <p14:tracePt t="226170" x="2241550" y="5848350"/>
          <p14:tracePt t="226187" x="2413000" y="5911850"/>
          <p14:tracePt t="226203" x="2520950" y="5943600"/>
          <p14:tracePt t="226220" x="2774950" y="6007100"/>
          <p14:tracePt t="226236" x="3035300" y="6070600"/>
          <p14:tracePt t="226253" x="3149600" y="6089650"/>
          <p14:tracePt t="226270" x="3390900" y="6134100"/>
          <p14:tracePt t="226286" x="3492500" y="6140450"/>
          <p14:tracePt t="226304" x="3721100" y="6165850"/>
          <p14:tracePt t="226319" x="3835400" y="6172200"/>
          <p14:tracePt t="226336" x="3949700" y="6172200"/>
          <p14:tracePt t="226354" x="4152900" y="6172200"/>
          <p14:tracePt t="226369" x="4241800" y="6172200"/>
          <p14:tracePt t="226386" x="4330700" y="6172200"/>
          <p14:tracePt t="226403" x="4483100" y="6184900"/>
          <p14:tracePt t="226419" x="4540250" y="6184900"/>
          <p14:tracePt t="226436" x="4565650" y="6184900"/>
          <p14:tracePt t="226453" x="4597400" y="6184900"/>
          <p14:tracePt t="226469" x="4603750" y="6184900"/>
          <p14:tracePt t="226486" x="4610100" y="6184900"/>
          <p14:tracePt t="226669" x="4603750" y="6178550"/>
          <p14:tracePt t="226704" x="4597400" y="6172200"/>
          <p14:tracePt t="226725" x="4591050" y="6165850"/>
          <p14:tracePt t="226746" x="4584700" y="6159500"/>
          <p14:tracePt t="226753" x="4584700" y="6153150"/>
          <p14:tracePt t="226767" x="4578350" y="6153150"/>
          <p14:tracePt t="226774" x="4572000" y="6146800"/>
          <p14:tracePt t="226788" x="4572000" y="6140450"/>
          <p14:tracePt t="226801" x="4565650" y="6134100"/>
          <p14:tracePt t="226817" x="4546600" y="6102350"/>
          <p14:tracePt t="226834" x="4533900" y="6076950"/>
          <p14:tracePt t="226851" x="4508500" y="6026150"/>
          <p14:tracePt t="226868" x="4470400" y="5975350"/>
          <p14:tracePt t="226884" x="4457700" y="5943600"/>
          <p14:tracePt t="226901" x="4413250" y="5880100"/>
          <p14:tracePt t="226917" x="4387850" y="5829300"/>
          <p14:tracePt t="226934" x="4381500" y="5803900"/>
          <p14:tracePt t="226951" x="4356100" y="5772150"/>
          <p14:tracePt t="226967" x="4343400" y="5746750"/>
          <p14:tracePt t="226985" x="4337050" y="5734050"/>
          <p14:tracePt t="227017" x="4337050" y="5727700"/>
          <p14:tracePt t="227048" x="4337050" y="5721350"/>
          <p14:tracePt t="227090" x="4330700" y="5721350"/>
          <p14:tracePt t="227195" x="4324350" y="5721350"/>
          <p14:tracePt t="227231" x="4324350" y="5727700"/>
          <p14:tracePt t="227266" x="4324350" y="5734050"/>
          <p14:tracePt t="227287" x="4324350" y="5740400"/>
          <p14:tracePt t="227329" x="4324350" y="5746750"/>
          <p14:tracePt t="227385" x="4324350" y="5753100"/>
          <p14:tracePt t="227406" x="4324350" y="5759450"/>
          <p14:tracePt t="227420" x="4324350" y="5772150"/>
          <p14:tracePt t="227427" x="4324350" y="5778500"/>
          <p14:tracePt t="227441" x="4324350" y="5784850"/>
          <p14:tracePt t="227449" x="4324350" y="5797550"/>
          <p14:tracePt t="227466" x="4324350" y="5816600"/>
          <p14:tracePt t="227483" x="4324350" y="5854700"/>
          <p14:tracePt t="227498" x="4324350" y="5899150"/>
          <p14:tracePt t="227515" x="4330700" y="5911850"/>
          <p14:tracePt t="227533" x="4330700" y="5943600"/>
          <p14:tracePt t="227549" x="4330700" y="5969000"/>
          <p14:tracePt t="227565" x="4330700" y="5975350"/>
          <p14:tracePt t="227582" x="4330700" y="5981700"/>
          <p14:tracePt t="227598" x="4330700" y="5988050"/>
          <p14:tracePt t="227632" x="4330700" y="5994400"/>
          <p14:tracePt t="227701" x="4337050" y="5994400"/>
          <p14:tracePt t="227772" x="4343400" y="5994400"/>
          <p14:tracePt t="227778" x="4343400" y="5988050"/>
          <p14:tracePt t="227792" x="4349750" y="5988050"/>
          <p14:tracePt t="227800" x="4349750" y="5981700"/>
          <p14:tracePt t="227814" x="4356100" y="5981700"/>
          <p14:tracePt t="227831" x="4368800" y="5969000"/>
          <p14:tracePt t="227848" x="4381500" y="5949950"/>
          <p14:tracePt t="227864" x="4400550" y="5918200"/>
          <p14:tracePt t="227881" x="4432300" y="5861050"/>
          <p14:tracePt t="227898" x="4470400" y="5797550"/>
          <p14:tracePt t="227914" x="4483100" y="5765800"/>
          <p14:tracePt t="227931" x="4502150" y="5746750"/>
          <p14:tracePt t="227948" x="4540250" y="5683250"/>
          <p14:tracePt t="227964" x="4546600" y="5676900"/>
          <p14:tracePt t="227981" x="4552950" y="5664200"/>
          <p14:tracePt t="227997" x="4559300" y="5657850"/>
          <p14:tracePt t="228108" x="4552950" y="5664200"/>
          <p14:tracePt t="228122" x="4546600" y="5664200"/>
          <p14:tracePt t="228129" x="4546600" y="5670550"/>
          <p14:tracePt t="228144" x="4540250" y="5670550"/>
          <p14:tracePt t="228151" x="4533900" y="5670550"/>
          <p14:tracePt t="228163" x="4527550" y="5670550"/>
          <p14:tracePt t="228180" x="4502150" y="5683250"/>
          <p14:tracePt t="228197" x="4489450" y="5689600"/>
          <p14:tracePt t="228200" x="4457700" y="5708650"/>
          <p14:tracePt t="228216" x="4438650" y="5715000"/>
          <p14:tracePt t="228230" x="4375150" y="5753100"/>
          <p14:tracePt t="228246" x="4343400" y="5772150"/>
          <p14:tracePt t="228263" x="4298950" y="5791200"/>
          <p14:tracePt t="228280" x="4279900" y="5803900"/>
          <p14:tracePt t="228296" x="4254500" y="5816600"/>
          <p14:tracePt t="228313" x="4241800" y="5822950"/>
          <p14:tracePt t="228329" x="4235450" y="5829300"/>
          <p14:tracePt t="228403" x="4229100" y="5829300"/>
          <p14:tracePt t="228410" x="4222750" y="5829300"/>
          <p14:tracePt t="228862" x="4222750" y="5822950"/>
          <p14:tracePt t="228876" x="4222750" y="5803900"/>
          <p14:tracePt t="228883" x="4229100" y="5791200"/>
          <p14:tracePt t="228894" x="4235450" y="5784850"/>
          <p14:tracePt t="228911" x="4235450" y="5772150"/>
          <p14:tracePt t="228943" x="4235450" y="5765800"/>
          <p14:tracePt t="229297" x="4235450" y="5772150"/>
          <p14:tracePt t="229332" x="4235450" y="5778500"/>
          <p14:tracePt t="229368" x="4235450" y="5784850"/>
          <p14:tracePt t="229423" x="4235450" y="5797550"/>
          <p14:tracePt t="229444" x="4235450" y="5803900"/>
          <p14:tracePt t="229466" x="4235450" y="5810250"/>
          <p14:tracePt t="229487" x="4235450" y="5816600"/>
          <p14:tracePt t="229508" x="4235450" y="5822950"/>
          <p14:tracePt t="229515" x="4235450" y="5829300"/>
          <p14:tracePt t="229525" x="4235450" y="5835650"/>
          <p14:tracePt t="229541" x="4235450" y="5842000"/>
          <p14:tracePt t="229558" x="4235450" y="5861050"/>
          <p14:tracePt t="229575" x="4235450" y="5880100"/>
          <p14:tracePt t="229592" x="4235450" y="5937250"/>
          <p14:tracePt t="229608" x="4235450" y="5956300"/>
          <p14:tracePt t="229625" x="4235450" y="5969000"/>
          <p14:tracePt t="229641" x="4235450" y="5994400"/>
          <p14:tracePt t="229658" x="4235450" y="6013450"/>
          <p14:tracePt t="229691" x="4235450" y="6019800"/>
          <p14:tracePt t="229708" x="4235450" y="6026150"/>
          <p14:tracePt t="229733" x="4235450" y="6032500"/>
          <p14:tracePt t="229796" x="4235450" y="6038850"/>
          <p14:tracePt t="230470" x="4241800" y="6038850"/>
          <p14:tracePt t="230498" x="4248150" y="6038850"/>
          <p14:tracePt t="230540" x="4254500" y="6038850"/>
          <p14:tracePt t="230547" x="4267200" y="6038850"/>
          <p14:tracePt t="230561" x="4279900" y="6045200"/>
          <p14:tracePt t="230571" x="4292600" y="6045200"/>
          <p14:tracePt t="230589" x="4343400" y="6051550"/>
          <p14:tracePt t="230604" x="4362450" y="6057900"/>
          <p14:tracePt t="230621" x="4432300" y="6057900"/>
          <p14:tracePt t="230639" x="4489450" y="6057900"/>
          <p14:tracePt t="230654" x="4514850" y="6051550"/>
          <p14:tracePt t="230671" x="4559300" y="6038850"/>
          <p14:tracePt t="230688" x="4584700" y="6026150"/>
          <p14:tracePt t="230704" x="4597400" y="6019800"/>
          <p14:tracePt t="230721" x="4603750" y="6007100"/>
          <p14:tracePt t="230738" x="4610100" y="6007100"/>
          <p14:tracePt t="230758" x="4610100" y="6000750"/>
          <p14:tracePt t="230779" x="4610100" y="5994400"/>
          <p14:tracePt t="230807" x="4610100" y="5988050"/>
          <p14:tracePt t="230842" x="4610100" y="5981700"/>
          <p14:tracePt t="230877" x="4610100" y="5975350"/>
          <p14:tracePt t="230898" x="4610100" y="5969000"/>
          <p14:tracePt t="230926" x="4610100" y="5962650"/>
          <p14:tracePt t="230947" x="4610100" y="5956300"/>
          <p14:tracePt t="230968" x="4610100" y="5949950"/>
          <p14:tracePt t="230996" x="4610100" y="5943600"/>
          <p14:tracePt t="231039" x="4610100" y="5937250"/>
          <p14:tracePt t="231053" x="4610100" y="5930900"/>
          <p14:tracePt t="231060" x="4610100" y="5918200"/>
          <p14:tracePt t="231069" x="4610100" y="5911850"/>
          <p14:tracePt t="231087" x="4610100" y="5905500"/>
          <p14:tracePt t="231103" x="4610100" y="5886450"/>
          <p14:tracePt t="231119" x="4610100" y="5861050"/>
          <p14:tracePt t="231137" x="4610100" y="5816600"/>
          <p14:tracePt t="231153" x="4616450" y="5797550"/>
          <p14:tracePt t="231169" x="4616450" y="5784850"/>
          <p14:tracePt t="231186" x="4622800" y="5759450"/>
          <p14:tracePt t="231203" x="4629150" y="5746750"/>
          <p14:tracePt t="231236" x="4635500" y="5746750"/>
          <p14:tracePt t="231263" x="4635500" y="5740400"/>
          <p14:tracePt t="231333" x="4641850" y="5740400"/>
          <p14:tracePt t="231418" x="4641850" y="5746750"/>
          <p14:tracePt t="231438" x="4641850" y="5753100"/>
          <p14:tracePt t="231453" x="4641850" y="5759450"/>
          <p14:tracePt t="231474" x="4641850" y="5765800"/>
          <p14:tracePt t="231481" x="4641850" y="5772150"/>
          <p14:tracePt t="231523" x="4641850" y="5778500"/>
          <p14:tracePt t="231530" x="4641850" y="5784850"/>
          <p14:tracePt t="231544" x="4641850" y="5791200"/>
          <p14:tracePt t="231552" x="4641850" y="5803900"/>
          <p14:tracePt t="231568" x="4635500" y="5816600"/>
          <p14:tracePt t="231585" x="4635500" y="5848350"/>
          <p14:tracePt t="231602" x="4635500" y="5899150"/>
          <p14:tracePt t="231618" x="4635500" y="5924550"/>
          <p14:tracePt t="231635" x="4629150" y="5975350"/>
          <p14:tracePt t="231651" x="4629150" y="6013450"/>
          <p14:tracePt t="231668" x="4629150" y="6026150"/>
          <p14:tracePt t="231685" x="4622800" y="6045200"/>
          <p14:tracePt t="231701" x="4622800" y="6057900"/>
          <p14:tracePt t="231734" x="4622800" y="6064250"/>
          <p14:tracePt t="231755" x="4622800" y="6070600"/>
          <p14:tracePt t="232603" x="4629150" y="6064250"/>
          <p14:tracePt t="232618" x="4635500" y="6051550"/>
          <p14:tracePt t="232624" x="4635500" y="6045200"/>
          <p14:tracePt t="232639" x="4641850" y="6032500"/>
          <p14:tracePt t="232647" x="4648200" y="6026150"/>
          <p14:tracePt t="232664" x="4648200" y="6019800"/>
          <p14:tracePt t="232681" x="4654550" y="6013450"/>
          <p14:tracePt t="232718" x="4660900" y="6007100"/>
          <p14:tracePt t="232765" x="4667250" y="6007100"/>
          <p14:tracePt t="232814" x="4673600" y="6000750"/>
          <p14:tracePt t="232835" x="4679950" y="5994400"/>
          <p14:tracePt t="232885" x="4679950" y="5988050"/>
          <p14:tracePt t="232920" x="4686300" y="5981700"/>
          <p14:tracePt t="232926" x="4692650" y="5969000"/>
          <p14:tracePt t="232934" x="4705350" y="5962650"/>
          <p14:tracePt t="232950" x="4711700" y="5956300"/>
          <p14:tracePt t="232963" x="4724400" y="5949950"/>
          <p14:tracePt t="232980" x="4749800" y="5924550"/>
          <p14:tracePt t="232997" x="4787900" y="5899150"/>
          <p14:tracePt t="233013" x="4800600" y="5886450"/>
          <p14:tracePt t="233030" x="4826000" y="5873750"/>
          <p14:tracePt t="233047" x="4838700" y="5861050"/>
          <p14:tracePt t="233079" x="4845050" y="5854700"/>
          <p14:tracePt t="233097" x="4851400" y="5854700"/>
          <p14:tracePt t="233131" x="4857750" y="5854700"/>
          <p14:tracePt t="233187" x="4864100" y="5854700"/>
          <p14:tracePt t="233411" x="4864100" y="5867400"/>
          <p14:tracePt t="233425" x="4870450" y="5867400"/>
          <p14:tracePt t="233432" x="4870450" y="5880100"/>
          <p14:tracePt t="233448" x="4876800" y="5880100"/>
          <p14:tracePt t="233461" x="4876800" y="5892800"/>
          <p14:tracePt t="233478" x="4889500" y="5937250"/>
          <p14:tracePt t="233495" x="4908550" y="5994400"/>
          <p14:tracePt t="233511" x="4933950" y="6070600"/>
          <p14:tracePt t="233528" x="4940300" y="6096000"/>
          <p14:tracePt t="233545" x="4946650" y="6134100"/>
          <p14:tracePt t="233561" x="4959350" y="6159500"/>
          <p14:tracePt t="233578" x="4959350" y="6172200"/>
          <p14:tracePt t="233594" x="4965700" y="6178550"/>
          <p14:tracePt t="233611" x="4965700" y="6184900"/>
          <p14:tracePt t="233987" x="4965700" y="6178550"/>
          <p14:tracePt t="234029" x="4972050" y="6178550"/>
          <p14:tracePt t="234057" x="4972050" y="6172200"/>
          <p14:tracePt t="234099" x="4972050" y="6165850"/>
          <p14:tracePt t="234156" x="4965700" y="6159500"/>
          <p14:tracePt t="234191" x="4959350" y="6153150"/>
          <p14:tracePt t="234226" x="4959350" y="6146800"/>
          <p14:tracePt t="234254" x="4953000" y="6140450"/>
          <p14:tracePt t="234268" x="4946650" y="6140450"/>
          <p14:tracePt t="234282" x="4940300" y="6140450"/>
          <p14:tracePt t="234303" x="4933950" y="6134100"/>
          <p14:tracePt t="234311" x="4927600" y="6134100"/>
          <p14:tracePt t="234331" x="4921250" y="6134100"/>
          <p14:tracePt t="234360" x="4908550" y="6127750"/>
          <p14:tracePt t="234381" x="4902200" y="6121400"/>
          <p14:tracePt t="234402" x="4895850" y="6121400"/>
          <p14:tracePt t="234409" x="4883150" y="6121400"/>
          <p14:tracePt t="234423" x="4876800" y="6121400"/>
          <p14:tracePt t="234429" x="4857750" y="6115050"/>
          <p14:tracePt t="234445" x="4832350" y="6115050"/>
          <p14:tracePt t="234458" x="4800600" y="6108700"/>
          <p14:tracePt t="234475" x="4724400" y="6102350"/>
          <p14:tracePt t="234492" x="4679950" y="6102350"/>
          <p14:tracePt t="234507" x="4591050" y="6089650"/>
          <p14:tracePt t="234524" x="4521200" y="6083300"/>
          <p14:tracePt t="234542" x="4470400" y="6076950"/>
          <p14:tracePt t="234558" x="4451350" y="6070600"/>
          <p14:tracePt t="234574" x="4425950" y="6064250"/>
          <p14:tracePt t="234592" x="4400550" y="6057900"/>
          <p14:tracePt t="234608" x="4394200" y="6045200"/>
          <p14:tracePt t="234624" x="4368800" y="6032500"/>
          <p14:tracePt t="234641" x="4356100" y="6013450"/>
          <p14:tracePt t="234657" x="4343400" y="6007100"/>
          <p14:tracePt t="234674" x="4337050" y="6000750"/>
          <p14:tracePt t="234691" x="4318000" y="5988050"/>
          <p14:tracePt t="234708" x="4318000" y="5981700"/>
          <p14:tracePt t="234740" x="4318000" y="5975350"/>
          <p14:tracePt t="234760" x="4311650" y="5969000"/>
          <p14:tracePt t="234851" x="4311650" y="5962650"/>
          <p14:tracePt t="234886" x="4305300" y="5956300"/>
          <p14:tracePt t="234893" x="4298950" y="5956300"/>
          <p14:tracePt t="234907" x="4292600" y="5943600"/>
          <p14:tracePt t="234923" x="4279900" y="5937250"/>
          <p14:tracePt t="234940" x="4273550" y="5930900"/>
          <p14:tracePt t="234957" x="4248150" y="5899150"/>
          <p14:tracePt t="234973" x="4203700" y="5854700"/>
          <p14:tracePt t="234990" x="4191000" y="5829300"/>
          <p14:tracePt t="235007" x="4152900" y="5778500"/>
          <p14:tracePt t="235023" x="4140200" y="5765800"/>
          <p14:tracePt t="235040" x="4108450" y="5734050"/>
          <p14:tracePt t="235056" x="4108450" y="5721350"/>
          <p14:tracePt t="235073" x="4102100" y="5715000"/>
          <p14:tracePt t="235131" x="4095750" y="5708650"/>
          <p14:tracePt t="235237" x="4089400" y="5708650"/>
          <p14:tracePt t="235378" x="4095750" y="5715000"/>
          <p14:tracePt t="235385" x="4095750" y="5721350"/>
          <p14:tracePt t="235413" x="4102100" y="5721350"/>
          <p14:tracePt t="235455" x="4102100" y="5727700"/>
          <p14:tracePt t="235518" x="4108450" y="5727700"/>
          <p14:tracePt t="235603" x="4114800" y="5727700"/>
          <p14:tracePt t="235665" x="4114800" y="5734050"/>
          <p14:tracePt t="235708" x="4121150" y="5734050"/>
          <p14:tracePt t="235736" x="4127500" y="5740400"/>
          <p14:tracePt t="235806" x="4133850" y="5746750"/>
          <p14:tracePt t="235848" x="4140200" y="5753100"/>
          <p14:tracePt t="235855" x="4146550" y="5753100"/>
          <p14:tracePt t="235897" x="4146550" y="5759450"/>
          <p14:tracePt t="235947" x="4152900" y="5759450"/>
          <p14:tracePt t="235996" x="4159250" y="5759450"/>
          <p14:tracePt t="236024" x="4165600" y="5759450"/>
          <p14:tracePt t="236059" x="4171950" y="5759450"/>
          <p14:tracePt t="236129" x="4178300" y="5759450"/>
          <p14:tracePt t="236163" x="4184650" y="5753100"/>
          <p14:tracePt t="236199" x="4184650" y="5746750"/>
          <p14:tracePt t="236270" x="4184650" y="5740400"/>
          <p14:tracePt t="236298" x="4191000" y="5734050"/>
          <p14:tracePt t="236304" x="4197350" y="5734050"/>
          <p14:tracePt t="236325" x="4197350" y="5727700"/>
          <p14:tracePt t="236361" x="4203700" y="5727700"/>
          <p14:tracePt t="236409" x="4210050" y="5727700"/>
          <p14:tracePt t="236417" x="4216400" y="5721350"/>
          <p14:tracePt t="236459" x="4222750" y="5721350"/>
          <p14:tracePt t="236558" x="4222750" y="5727700"/>
          <p14:tracePt t="236585" x="4229100" y="5734050"/>
          <p14:tracePt t="236600" x="4229100" y="5740400"/>
          <p14:tracePt t="236621" x="4229100" y="5746750"/>
          <p14:tracePt t="236628" x="4229100" y="5753100"/>
          <p14:tracePt t="236642" x="4229100" y="5759450"/>
          <p14:tracePt t="236656" x="4229100" y="5772150"/>
          <p14:tracePt t="236670" x="4235450" y="5797550"/>
          <p14:tracePt t="236684" x="4241800" y="5816600"/>
          <p14:tracePt t="236700" x="4254500" y="5867400"/>
          <p14:tracePt t="236717" x="4254500" y="5886450"/>
          <p14:tracePt t="236734" x="4260850" y="5937250"/>
          <p14:tracePt t="236750" x="4260850" y="5975350"/>
          <p14:tracePt t="236768" x="4260850" y="6007100"/>
          <p14:tracePt t="236783" x="4260850" y="6019800"/>
          <p14:tracePt t="236800" x="4260850" y="6032500"/>
          <p14:tracePt t="236817" x="4260850" y="6045200"/>
          <p14:tracePt t="236868" x="4260850" y="6051550"/>
          <p14:tracePt t="236881" x="4260850" y="6057900"/>
          <p14:tracePt t="236887" x="4267200" y="6064250"/>
          <p14:tracePt t="236909" x="4267200" y="6070600"/>
          <p14:tracePt t="236923" x="4267200" y="6076950"/>
          <p14:tracePt t="236951" x="4267200" y="6083300"/>
          <p14:tracePt t="236958" x="4267200" y="6089650"/>
          <p14:tracePt t="236979" x="4267200" y="6096000"/>
          <p14:tracePt t="237001" x="4267200" y="6108700"/>
          <p14:tracePt t="237007" x="4273550" y="6108700"/>
          <p14:tracePt t="237049" x="4273550" y="6115050"/>
          <p14:tracePt t="237077" x="4273550" y="6121400"/>
          <p14:tracePt t="237098" x="4279900" y="6121400"/>
          <p14:tracePt t="237274" x="4279900" y="6115050"/>
          <p14:tracePt t="237309" x="4279900" y="6102350"/>
          <p14:tracePt t="237330" x="4279900" y="6096000"/>
          <p14:tracePt t="237344" x="4279900" y="6089650"/>
          <p14:tracePt t="237351" x="4279900" y="6083300"/>
          <p14:tracePt t="237365" x="4279900" y="6076950"/>
          <p14:tracePt t="237381" x="4279900" y="6051550"/>
          <p14:tracePt t="237398" x="4279900" y="6032500"/>
          <p14:tracePt t="237415" x="4279900" y="6000750"/>
          <p14:tracePt t="237431" x="4279900" y="5956300"/>
          <p14:tracePt t="237448" x="4279900" y="5937250"/>
          <p14:tracePt t="237466" x="4279900" y="5905500"/>
          <p14:tracePt t="237481" x="4279900" y="5899150"/>
          <p14:tracePt t="237498" x="4286250" y="5880100"/>
          <p14:tracePt t="237541" x="4286250" y="5873750"/>
          <p14:tracePt t="237562" x="4286250" y="5867400"/>
          <p14:tracePt t="237568" x="4286250" y="5861050"/>
          <p14:tracePt t="237702" x="4286250" y="5873750"/>
          <p14:tracePt t="237730" x="4286250" y="5886450"/>
          <p14:tracePt t="237751" x="4286250" y="5892800"/>
          <p14:tracePt t="237772" x="4279900" y="5899150"/>
          <p14:tracePt t="237779" x="4273550" y="5918200"/>
          <p14:tracePt t="237793" x="4260850" y="5930900"/>
          <p14:tracePt t="237800" x="4235450" y="5962650"/>
          <p14:tracePt t="237816" x="4210050" y="5994400"/>
          <p14:tracePt t="237830" x="4184650" y="6032500"/>
          <p14:tracePt t="237846" x="4114800" y="6121400"/>
          <p14:tracePt t="237864" x="4032250" y="6191250"/>
          <p14:tracePt t="237880" x="4000500" y="6229350"/>
          <p14:tracePt t="237896" x="3943350" y="6286500"/>
          <p14:tracePt t="237913" x="3917950" y="6305550"/>
          <p14:tracePt t="237929" x="3911600" y="6318250"/>
          <p14:tracePt t="237946" x="3892550" y="6324600"/>
          <p14:tracePt t="237963" x="3886200" y="6330950"/>
          <p14:tracePt t="237979" x="3879850" y="6330950"/>
          <p14:tracePt t="237996" x="3867150" y="6330950"/>
          <p14:tracePt t="238013" x="3848100" y="6330950"/>
          <p14:tracePt t="238029" x="3841750" y="6330950"/>
          <p14:tracePt t="238046" x="3816350" y="6324600"/>
          <p14:tracePt t="238062" x="3797300" y="6318250"/>
          <p14:tracePt t="238079" x="3797300" y="6311900"/>
          <p14:tracePt t="238096" x="3765550" y="6311900"/>
          <p14:tracePt t="238112" x="3752850" y="6305550"/>
          <p14:tracePt t="238129" x="3714750" y="6299200"/>
          <p14:tracePt t="238145" x="3683000" y="6299200"/>
          <p14:tracePt t="238162" x="3670300" y="6299200"/>
          <p14:tracePt t="238179" x="3638550" y="6292850"/>
          <p14:tracePt t="238195" x="3619500" y="6292850"/>
          <p14:tracePt t="238212" x="3606800" y="6292850"/>
          <p14:tracePt t="238229" x="3594100" y="6292850"/>
          <p14:tracePt t="238245" x="3568700" y="6292850"/>
          <p14:tracePt t="238262" x="3556000" y="6292850"/>
          <p14:tracePt t="238278" x="3530600" y="6292850"/>
          <p14:tracePt t="238295" x="3505200" y="6292850"/>
          <p14:tracePt t="238312" x="3498850" y="6292850"/>
          <p14:tracePt t="238315" x="3492500" y="6292850"/>
          <p14:tracePt t="238328" x="3479800" y="6292850"/>
          <p14:tracePt t="238345" x="3467100" y="6292850"/>
          <p14:tracePt t="238362" x="3448050" y="6299200"/>
          <p14:tracePt t="238378" x="3441700" y="6299200"/>
          <p14:tracePt t="238411" x="3422650" y="6299200"/>
          <p14:tracePt t="238428" x="3409950" y="6299200"/>
          <p14:tracePt t="238461" x="3397250" y="6299200"/>
          <p14:tracePt t="238615" x="3403600" y="6299200"/>
          <p14:tracePt t="238622" x="3409950" y="6299200"/>
          <p14:tracePt t="238636" x="3416300" y="6299200"/>
          <p14:tracePt t="238644" x="3422650" y="6299200"/>
          <p14:tracePt t="238660" x="3435350" y="6299200"/>
          <p14:tracePt t="238678" x="3448050" y="6299200"/>
          <p14:tracePt t="238693" x="3530600" y="6305550"/>
          <p14:tracePt t="238710" x="3581400" y="6305550"/>
          <p14:tracePt t="238728" x="3651250" y="6311900"/>
          <p14:tracePt t="238743" x="3689350" y="6311900"/>
          <p14:tracePt t="238760" x="3752850" y="6330950"/>
          <p14:tracePt t="238777" x="3803650" y="6330950"/>
          <p14:tracePt t="238793" x="3816350" y="6330950"/>
          <p14:tracePt t="238810" x="3829050" y="6330950"/>
          <p14:tracePt t="238827" x="3841750" y="6337300"/>
          <p14:tracePt t="238875" x="3848100" y="6337300"/>
          <p14:tracePt t="239149" x="3867150" y="6362700"/>
          <p14:tracePt t="239155" x="3886200" y="6394450"/>
          <p14:tracePt t="239169" x="3911600" y="6426200"/>
          <p14:tracePt t="239178" x="3924300" y="6445250"/>
          <p14:tracePt t="239192" x="3937000" y="6470650"/>
          <p14:tracePt t="239208" x="3956050" y="6496050"/>
          <p14:tracePt t="239226" x="3962400" y="6515100"/>
          <p14:tracePt t="239241" x="3968750" y="6521450"/>
          <p14:tracePt t="239258" x="3975100" y="652145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class Quality: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x:str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if 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=="good"):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=="poor"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=="great" and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!="great"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000" kern="0" spc="-4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350" dirty="0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350" dirty="0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350" dirty="0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smart</a:t>
            </a:r>
            <a:endParaRPr lang="en-US" altLang="en-US" sz="2400" kern="0" spc="-40" dirty="0">
              <a:solidFill>
                <a:srgbClr val="FF0000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-228600" y="2971800"/>
            <a:ext cx="1447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rgbClr val="FF0000"/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rgbClr val="FF0000"/>
                </a:solidFill>
              </a:rPr>
              <a:t>lt</a:t>
            </a:r>
            <a:r>
              <a:rPr lang="en-US" altLang="en-US" sz="2800" kern="0" dirty="0">
                <a:solidFill>
                  <a:srgbClr val="FF0000"/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rgbClr val="FF0000"/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24" name="Audio 2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057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572"/>
    </mc:Choice>
    <mc:Fallback xmlns="">
      <p:transition spd="slow" advTm="2015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51" x="2990850" y="1073150"/>
          <p14:tracePt t="965" x="3092450" y="1073150"/>
          <p14:tracePt t="972" x="3232150" y="1073150"/>
          <p14:tracePt t="984" x="3403600" y="1073150"/>
          <p14:tracePt t="1001" x="3886200" y="1098550"/>
          <p14:tracePt t="1035" x="4457700" y="1111250"/>
          <p14:tracePt t="1051" x="4851400" y="1143000"/>
          <p14:tracePt t="1067" x="5295900" y="1162050"/>
          <p14:tracePt t="1085" x="5956300" y="1212850"/>
          <p14:tracePt t="1100" x="6223000" y="1225550"/>
          <p14:tracePt t="1117" x="6540500" y="1276350"/>
          <p14:tracePt t="1133" x="6642100" y="1276350"/>
          <p14:tracePt t="1150" x="6705600" y="1276350"/>
          <p14:tracePt t="1154" x="6743700" y="1276350"/>
          <p14:tracePt t="1168" x="6775450" y="1276350"/>
          <p14:tracePt t="1183" x="6781800" y="1276350"/>
          <p14:tracePt t="1200" x="6813550" y="1270000"/>
          <p14:tracePt t="1233" x="6819900" y="1263650"/>
          <p14:tracePt t="1288" x="6819900" y="1257300"/>
          <p14:tracePt t="1323" x="6819900" y="1244600"/>
          <p14:tracePt t="1344" x="6819900" y="1238250"/>
          <p14:tracePt t="1358" x="6807200" y="1238250"/>
          <p14:tracePt t="1372" x="6788150" y="1231900"/>
          <p14:tracePt t="1379" x="6743700" y="1225550"/>
          <p14:tracePt t="1393" x="6680200" y="1219200"/>
          <p14:tracePt t="1403" x="6604000" y="1206500"/>
          <p14:tracePt t="1416" x="6502400" y="1200150"/>
          <p14:tracePt t="1432" x="6273800" y="1174750"/>
          <p14:tracePt t="1450" x="6019800" y="1168400"/>
          <p14:tracePt t="1466" x="5816600" y="1168400"/>
          <p14:tracePt t="1483" x="5740400" y="1168400"/>
          <p14:tracePt t="1499" x="5645150" y="1168400"/>
          <p14:tracePt t="1516" x="5613400" y="1168400"/>
          <p14:tracePt t="1555" x="5626100" y="1168400"/>
          <p14:tracePt t="1566" x="5645150" y="1162050"/>
          <p14:tracePt t="1582" x="5676900" y="1162050"/>
          <p14:tracePt t="1599" x="5778500" y="1149350"/>
          <p14:tracePt t="1616" x="5854700" y="1143000"/>
          <p14:tracePt t="1632" x="6115050" y="1098550"/>
          <p14:tracePt t="1649" x="6191250" y="1079500"/>
          <p14:tracePt t="1653" x="6273800" y="1060450"/>
          <p14:tracePt t="1668" x="6337300" y="1054100"/>
          <p14:tracePt t="1682" x="6432550" y="1035050"/>
          <p14:tracePt t="1698" x="6451600" y="1028700"/>
          <p14:tracePt t="1716" x="6483350" y="1028700"/>
          <p14:tracePt t="1748" x="6489700" y="1028700"/>
          <p14:tracePt t="1772" x="6489700" y="1022350"/>
          <p14:tracePt t="1814" x="6483350" y="1016000"/>
          <p14:tracePt t="1821" x="6477000" y="1009650"/>
          <p14:tracePt t="1831" x="6464300" y="1003300"/>
          <p14:tracePt t="2202" x="6426200" y="1003300"/>
          <p14:tracePt t="2216" x="6362700" y="1003300"/>
          <p14:tracePt t="2223" x="6305550" y="1009650"/>
          <p14:tracePt t="2237" x="6254750" y="1009650"/>
          <p14:tracePt t="2246" x="6191250" y="1009650"/>
          <p14:tracePt t="2263" x="6115050" y="1016000"/>
          <p14:tracePt t="2280" x="6000750" y="1016000"/>
          <p14:tracePt t="2296" x="5943600" y="1022350"/>
          <p14:tracePt t="2313" x="5924550" y="1022350"/>
          <p14:tracePt t="2330" x="5886450" y="1035050"/>
          <p14:tracePt t="2346" x="5867400" y="1041400"/>
          <p14:tracePt t="2384" x="5861050" y="1041400"/>
          <p14:tracePt t="2406" x="5861050" y="1047750"/>
          <p14:tracePt t="2469" x="5867400" y="1047750"/>
          <p14:tracePt t="2476" x="5873750" y="1047750"/>
          <p14:tracePt t="2483" x="5886450" y="1047750"/>
          <p14:tracePt t="2498" x="5899150" y="1047750"/>
          <p14:tracePt t="2512" x="5924550" y="1047750"/>
          <p14:tracePt t="2529" x="6032500" y="1035050"/>
          <p14:tracePt t="2546" x="6223000" y="1016000"/>
          <p14:tracePt t="2562" x="6337300" y="996950"/>
          <p14:tracePt t="2579" x="6604000" y="965200"/>
          <p14:tracePt t="2596" x="6845300" y="920750"/>
          <p14:tracePt t="2612" x="6940550" y="908050"/>
          <p14:tracePt t="2629" x="7067550" y="901700"/>
          <p14:tracePt t="2646" x="7118350" y="895350"/>
          <p14:tracePt t="2662" x="7124700" y="895350"/>
          <p14:tracePt t="2695" x="7118350" y="895350"/>
          <p14:tracePt t="2711" x="7112000" y="895350"/>
          <p14:tracePt t="2729" x="7086600" y="895350"/>
          <p14:tracePt t="2745" x="7067550" y="908050"/>
          <p14:tracePt t="2761" x="6985000" y="920750"/>
          <p14:tracePt t="2778" x="6826250" y="958850"/>
          <p14:tracePt t="2795" x="6737350" y="971550"/>
          <p14:tracePt t="2811" x="6578600" y="996950"/>
          <p14:tracePt t="2828" x="6419850" y="1047750"/>
          <p14:tracePt t="2844" x="6356350" y="1060450"/>
          <p14:tracePt t="2862" x="6273800" y="1085850"/>
          <p14:tracePt t="2878" x="6235700" y="1092200"/>
          <p14:tracePt t="2894" x="6223000" y="1092200"/>
          <p14:tracePt t="2927" x="6216650" y="1092200"/>
          <p14:tracePt t="2995" x="6223000" y="1092200"/>
          <p14:tracePt t="3016" x="6235700" y="1092200"/>
          <p14:tracePt t="3031" x="6248400" y="1092200"/>
          <p14:tracePt t="3037" x="6267450" y="1092200"/>
          <p14:tracePt t="3047" x="6292850" y="1092200"/>
          <p14:tracePt t="3060" x="6330950" y="1079500"/>
          <p14:tracePt t="3077" x="6381750" y="1073150"/>
          <p14:tracePt t="3094" x="6489700" y="1066800"/>
          <p14:tracePt t="3110" x="6597650" y="1047750"/>
          <p14:tracePt t="3127" x="6635750" y="1041400"/>
          <p14:tracePt t="3144" x="6680200" y="1035050"/>
          <p14:tracePt t="3160" x="6686550" y="1035050"/>
          <p14:tracePt t="3193" x="6667500" y="1035050"/>
          <p14:tracePt t="3210" x="6610350" y="1035050"/>
          <p14:tracePt t="3227" x="6489700" y="1047750"/>
          <p14:tracePt t="3243" x="6388100" y="1047750"/>
          <p14:tracePt t="3260" x="6146800" y="1060450"/>
          <p14:tracePt t="3277" x="5892800" y="1079500"/>
          <p14:tracePt t="3293" x="5778500" y="1098550"/>
          <p14:tracePt t="3309" x="5689600" y="1111250"/>
          <p14:tracePt t="3326" x="5454650" y="1143000"/>
          <p14:tracePt t="3343" x="5403850" y="1149350"/>
          <p14:tracePt t="3360" x="5365750" y="1149350"/>
          <p14:tracePt t="3376" x="5359400" y="1149350"/>
          <p14:tracePt t="3393" x="5353050" y="1149350"/>
          <p14:tracePt t="3425" x="5359400" y="1149350"/>
          <p14:tracePt t="3442" x="5372100" y="1149350"/>
          <p14:tracePt t="3459" x="5422900" y="1149350"/>
          <p14:tracePt t="3475" x="5461000" y="1143000"/>
          <p14:tracePt t="3492" x="5588000" y="1143000"/>
          <p14:tracePt t="3509" x="5765800" y="1130300"/>
          <p14:tracePt t="3525" x="5886450" y="1117600"/>
          <p14:tracePt t="3542" x="6121400" y="1111250"/>
          <p14:tracePt t="3559" x="6337300" y="1111250"/>
          <p14:tracePt t="3575" x="6426200" y="1098550"/>
          <p14:tracePt t="3592" x="6534150" y="1092200"/>
          <p14:tracePt t="3608" x="6591300" y="1092200"/>
          <p14:tracePt t="3625" x="6604000" y="1092200"/>
          <p14:tracePt t="3642" x="6610350" y="1092200"/>
          <p14:tracePt t="3697" x="6610350" y="1085850"/>
          <p14:tracePt t="3817" x="6616700" y="1085850"/>
          <p14:tracePt t="3838" x="6623050" y="1085850"/>
          <p14:tracePt t="3852" x="6629400" y="1085850"/>
          <p14:tracePt t="3860" x="6635750" y="1085850"/>
          <p14:tracePt t="3874" x="6648450" y="1079500"/>
          <p14:tracePt t="3891" x="6680200" y="1079500"/>
          <p14:tracePt t="3908" x="6724650" y="1079500"/>
          <p14:tracePt t="3924" x="6756400" y="1073150"/>
          <p14:tracePt t="3941" x="6794500" y="1073150"/>
          <p14:tracePt t="3957" x="6877050" y="1066800"/>
          <p14:tracePt t="3974" x="6889750" y="1060450"/>
          <p14:tracePt t="3991" x="6902450" y="1060450"/>
          <p14:tracePt t="4007" x="6915150" y="1054100"/>
          <p14:tracePt t="4024" x="6921500" y="1054100"/>
          <p14:tracePt t="4210" x="6915150" y="1054100"/>
          <p14:tracePt t="4582" x="6845300" y="1041400"/>
          <p14:tracePt t="4590" x="6737350" y="1009650"/>
          <p14:tracePt t="4603" x="6635750" y="977900"/>
          <p14:tracePt t="4611" x="6534150" y="971550"/>
          <p14:tracePt t="4626" x="6432550" y="958850"/>
          <p14:tracePt t="4639" x="6248400" y="939800"/>
          <p14:tracePt t="4655" x="6159500" y="939800"/>
          <p14:tracePt t="4672" x="6070600" y="939800"/>
          <p14:tracePt t="4676" x="5981700" y="933450"/>
          <p14:tracePt t="4688" x="5880100" y="933450"/>
          <p14:tracePt t="4705" x="5746750" y="952500"/>
          <p14:tracePt t="4721" x="5695950" y="958850"/>
          <p14:tracePt t="4738" x="5626100" y="977900"/>
          <p14:tracePt t="4755" x="5575300" y="996950"/>
          <p14:tracePt t="4772" x="5549900" y="1016000"/>
          <p14:tracePt t="4788" x="5537200" y="1022350"/>
          <p14:tracePt t="4805" x="5524500" y="1028700"/>
          <p14:tracePt t="4822" x="5505450" y="1054100"/>
          <p14:tracePt t="4837" x="5499100" y="1060450"/>
          <p14:tracePt t="4854" x="5499100" y="1073150"/>
          <p14:tracePt t="4887" x="5492750" y="1073150"/>
          <p14:tracePt t="5173" x="5499100" y="1066800"/>
          <p14:tracePt t="5188" x="5505450" y="1066800"/>
          <p14:tracePt t="5193" x="5511800" y="1060450"/>
          <p14:tracePt t="5203" x="5518150" y="1060450"/>
          <p14:tracePt t="5223" x="5524500" y="1054100"/>
          <p14:tracePt t="5237" x="5537200" y="1054100"/>
          <p14:tracePt t="5253" x="5556250" y="1041400"/>
          <p14:tracePt t="5270" x="5645150" y="1016000"/>
          <p14:tracePt t="5286" x="5784850" y="996950"/>
          <p14:tracePt t="5303" x="5880100" y="977900"/>
          <p14:tracePt t="5320" x="6096000" y="958850"/>
          <p14:tracePt t="5336" x="6324600" y="927100"/>
          <p14:tracePt t="5352" x="6438900" y="914400"/>
          <p14:tracePt t="5369" x="6642100" y="914400"/>
          <p14:tracePt t="5386" x="6794500" y="914400"/>
          <p14:tracePt t="5402" x="6845300" y="914400"/>
          <p14:tracePt t="5419" x="6908800" y="927100"/>
          <p14:tracePt t="5435" x="6934200" y="927100"/>
          <p14:tracePt t="5453" x="6940550" y="927100"/>
          <p14:tracePt t="5468" x="6940550" y="933450"/>
          <p14:tracePt t="5614" x="6934200" y="933450"/>
          <p14:tracePt t="5727" x="6927850" y="933450"/>
          <p14:tracePt t="6439" x="6921500" y="933450"/>
          <p14:tracePt t="6446" x="6915150" y="933450"/>
          <p14:tracePt t="6460" x="6908800" y="933450"/>
          <p14:tracePt t="6468" x="6902450" y="933450"/>
          <p14:tracePt t="6482" x="6877050" y="939800"/>
          <p14:tracePt t="6498" x="6845300" y="946150"/>
          <p14:tracePt t="6516" x="6794500" y="946150"/>
          <p14:tracePt t="6532" x="6769100" y="952500"/>
          <p14:tracePt t="6548" x="6711950" y="965200"/>
          <p14:tracePt t="6565" x="6616700" y="977900"/>
          <p14:tracePt t="6581" x="6565900" y="984250"/>
          <p14:tracePt t="6598" x="6483350" y="984250"/>
          <p14:tracePt t="6615" x="6172200" y="996950"/>
          <p14:tracePt t="6631" x="6045200" y="996950"/>
          <p14:tracePt t="6649" x="5778500" y="996950"/>
          <p14:tracePt t="6665" x="5638800" y="990600"/>
          <p14:tracePt t="6681" x="5346700" y="990600"/>
          <p14:tracePt t="6685" x="5207000" y="977900"/>
          <p14:tracePt t="6701" x="5080000" y="971550"/>
          <p14:tracePt t="6714" x="4940300" y="971550"/>
          <p14:tracePt t="6731" x="4667250" y="971550"/>
          <p14:tracePt t="6748" x="4413250" y="1003300"/>
          <p14:tracePt t="6764" x="4298950" y="1016000"/>
          <p14:tracePt t="6781" x="4089400" y="1060450"/>
          <p14:tracePt t="6797" x="3924300" y="1085850"/>
          <p14:tracePt t="6814" x="3854450" y="1098550"/>
          <p14:tracePt t="6831" x="3746500" y="1111250"/>
          <p14:tracePt t="6847" x="3727450" y="1111250"/>
          <p14:tracePt t="7207" x="3638550" y="1098550"/>
          <p14:tracePt t="7220" x="3498850" y="1085850"/>
          <p14:tracePt t="7226" x="3333750" y="1047750"/>
          <p14:tracePt t="7241" x="3168650" y="1035050"/>
          <p14:tracePt t="7249" x="3028950" y="1028700"/>
          <p14:tracePt t="7262" x="2889250" y="1028700"/>
          <p14:tracePt t="7279" x="2654300" y="1028700"/>
          <p14:tracePt t="7296" x="2540000" y="1028700"/>
          <p14:tracePt t="7313" x="2349500" y="1028700"/>
          <p14:tracePt t="7329" x="2228850" y="1028700"/>
          <p14:tracePt t="7347" x="2165350" y="1028700"/>
          <p14:tracePt t="7362" x="2133600" y="1028700"/>
          <p14:tracePt t="7378" x="2108200" y="1028700"/>
          <p14:tracePt t="7396" x="2070100" y="1028700"/>
          <p14:tracePt t="7412" x="2057400" y="1028700"/>
          <p14:tracePt t="7445" x="2044700" y="1028700"/>
          <p14:tracePt t="7462" x="2038350" y="1028700"/>
          <p14:tracePt t="7508" x="2032000" y="1028700"/>
          <p14:tracePt t="7530" x="2025650" y="1028700"/>
          <p14:tracePt t="7536" x="2019300" y="1028700"/>
          <p14:tracePt t="7550" x="2006600" y="1028700"/>
          <p14:tracePt t="7561" x="1987550" y="1028700"/>
          <p14:tracePt t="7578" x="1943100" y="1028700"/>
          <p14:tracePt t="7595" x="1917700" y="1028700"/>
          <p14:tracePt t="7611" x="1879600" y="1035050"/>
          <p14:tracePt t="7628" x="1835150" y="1035050"/>
          <p14:tracePt t="7645" x="1822450" y="1035050"/>
          <p14:tracePt t="7662" x="1803400" y="1035050"/>
          <p14:tracePt t="7678" x="1797050" y="1035050"/>
          <p14:tracePt t="7711" x="1790700" y="1041400"/>
          <p14:tracePt t="7746" x="1790700" y="1047750"/>
          <p14:tracePt t="7852" x="1790700" y="1054100"/>
          <p14:tracePt t="7936" x="1784350" y="1054100"/>
          <p14:tracePt t="7992" x="1784350" y="1047750"/>
          <p14:tracePt t="8027" x="1790700" y="1041400"/>
          <p14:tracePt t="8069" x="1797050" y="1041400"/>
          <p14:tracePt t="8160" x="1809750" y="1041400"/>
          <p14:tracePt t="8167" x="1822450" y="1041400"/>
          <p14:tracePt t="8180" x="1841500" y="1041400"/>
          <p14:tracePt t="8193" x="1873250" y="1041400"/>
          <p14:tracePt t="8209" x="2006600" y="1073150"/>
          <p14:tracePt t="8226" x="2133600" y="1085850"/>
          <p14:tracePt t="8243" x="2514600" y="1136650"/>
          <p14:tracePt t="8260" x="3136900" y="1212850"/>
          <p14:tracePt t="8276" x="3454400" y="1244600"/>
          <p14:tracePt t="8293" x="4032250" y="1276350"/>
          <p14:tracePt t="8309" x="4457700" y="1289050"/>
          <p14:tracePt t="8326" x="4597400" y="1289050"/>
          <p14:tracePt t="8343" x="4813300" y="1289050"/>
          <p14:tracePt t="8359" x="4889500" y="1289050"/>
          <p14:tracePt t="8375" x="4991100" y="1289050"/>
          <p14:tracePt t="8392" x="5048250" y="1289050"/>
          <p14:tracePt t="8409" x="5060950" y="1282700"/>
          <p14:tracePt t="8426" x="5080000" y="1276350"/>
          <p14:tracePt t="8442" x="5092700" y="1276350"/>
          <p14:tracePt t="8458" x="5092700" y="1270000"/>
          <p14:tracePt t="8475" x="5099050" y="1270000"/>
          <p14:tracePt t="8492" x="5111750" y="1263650"/>
          <p14:tracePt t="8525" x="5124450" y="1263650"/>
          <p14:tracePt t="8541" x="5130800" y="1263650"/>
          <p14:tracePt t="8575" x="5143500" y="1257300"/>
          <p14:tracePt t="8591" x="5156200" y="1257300"/>
          <p14:tracePt t="8610" x="5168900" y="1257300"/>
          <p14:tracePt t="8625" x="5175250" y="1257300"/>
          <p14:tracePt t="8641" x="5187950" y="1257300"/>
          <p14:tracePt t="8658" x="5251450" y="1244600"/>
          <p14:tracePt t="8674" x="5283200" y="1238250"/>
          <p14:tracePt t="8691" x="5308600" y="1231900"/>
          <p14:tracePt t="8708" x="5403850" y="1212850"/>
          <p14:tracePt t="8725" x="5511800" y="1206500"/>
          <p14:tracePt t="8728" x="5575300" y="1200150"/>
          <p14:tracePt t="8744" x="5626100" y="1187450"/>
          <p14:tracePt t="8758" x="5683250" y="1181100"/>
          <p14:tracePt t="8774" x="5772150" y="1168400"/>
          <p14:tracePt t="8792" x="5842000" y="1162050"/>
          <p14:tracePt t="8807" x="5873750" y="1162050"/>
          <p14:tracePt t="8824" x="5930900" y="1155700"/>
          <p14:tracePt t="8841" x="5969000" y="1155700"/>
          <p14:tracePt t="8857" x="5981700" y="1149350"/>
          <p14:tracePt t="8874" x="6000750" y="1143000"/>
          <p14:tracePt t="8890" x="6007100" y="1143000"/>
          <p14:tracePt t="8960" x="6007100" y="1149350"/>
          <p14:tracePt t="8975" x="6000750" y="1149350"/>
          <p14:tracePt t="9325" x="6076950" y="1149350"/>
          <p14:tracePt t="9332" x="6191250" y="1130300"/>
          <p14:tracePt t="9346" x="6305550" y="1130300"/>
          <p14:tracePt t="9355" x="6432550" y="1123950"/>
          <p14:tracePt t="9372" x="6572250" y="1098550"/>
          <p14:tracePt t="9389" x="6858000" y="1066800"/>
          <p14:tracePt t="9405" x="7086600" y="1066800"/>
          <p14:tracePt t="9422" x="7162800" y="1066800"/>
          <p14:tracePt t="9438" x="7258050" y="1041400"/>
          <p14:tracePt t="9455" x="7302500" y="1028700"/>
          <p14:tracePt t="9472" x="7308850" y="1028700"/>
          <p14:tracePt t="9505" x="7302500" y="1022350"/>
          <p14:tracePt t="9522" x="7289800" y="1022350"/>
          <p14:tracePt t="9538" x="7283450" y="1022350"/>
          <p14:tracePt t="9571" x="7251700" y="1028700"/>
          <p14:tracePt t="9588" x="7219950" y="1028700"/>
          <p14:tracePt t="9605" x="7162800" y="1016000"/>
          <p14:tracePt t="9621" x="7112000" y="996950"/>
          <p14:tracePt t="9638" x="6985000" y="952500"/>
          <p14:tracePt t="9655" x="6813550" y="889000"/>
          <p14:tracePt t="9671" x="6711950" y="863600"/>
          <p14:tracePt t="9687" x="6515100" y="831850"/>
          <p14:tracePt t="9704" x="6350000" y="812800"/>
          <p14:tracePt t="9721" x="6273800" y="812800"/>
          <p14:tracePt t="9738" x="6146800" y="812800"/>
          <p14:tracePt t="9754" x="6064250" y="800100"/>
          <p14:tracePt t="9771" x="6032500" y="800100"/>
          <p14:tracePt t="9775" x="6026150" y="800100"/>
          <p14:tracePt t="9788" x="6013450" y="800100"/>
          <p14:tracePt t="9837" x="6007100" y="800100"/>
          <p14:tracePt t="9844" x="6000750" y="800100"/>
          <p14:tracePt t="9865" x="5994400" y="806450"/>
          <p14:tracePt t="9873" x="5994400" y="812800"/>
          <p14:tracePt t="9887" x="5981700" y="819150"/>
          <p14:tracePt t="9904" x="5975350" y="825500"/>
          <p14:tracePt t="9920" x="5969000" y="831850"/>
          <p14:tracePt t="9937" x="5943600" y="844550"/>
          <p14:tracePt t="9953" x="5937250" y="857250"/>
          <p14:tracePt t="9970" x="5899150" y="882650"/>
          <p14:tracePt t="9986" x="5867400" y="914400"/>
          <p14:tracePt t="10003" x="5842000" y="939800"/>
          <p14:tracePt t="10020" x="5791200" y="984250"/>
          <p14:tracePt t="10036" x="5708650" y="1054100"/>
          <p14:tracePt t="10053" x="5676900" y="1079500"/>
          <p14:tracePt t="10069" x="5607050" y="1130300"/>
          <p14:tracePt t="10086" x="5581650" y="1174750"/>
          <p14:tracePt t="10104" x="5562600" y="1212850"/>
          <p14:tracePt t="10119" x="5562600" y="1225550"/>
          <p14:tracePt t="11227" x="5600700" y="1225550"/>
          <p14:tracePt t="11234" x="5638800" y="1225550"/>
          <p14:tracePt t="11248" x="5683250" y="1225550"/>
          <p14:tracePt t="11255" x="5727700" y="1219200"/>
          <p14:tracePt t="11269" x="5765800" y="1212850"/>
          <p14:tracePt t="11283" x="5810250" y="1200150"/>
          <p14:tracePt t="11299" x="5861050" y="1181100"/>
          <p14:tracePt t="11315" x="5880100" y="1174750"/>
          <p14:tracePt t="11332" x="5905500" y="1162050"/>
          <p14:tracePt t="11348" x="5924550" y="1149350"/>
          <p14:tracePt t="11365" x="5937250" y="1149350"/>
          <p14:tracePt t="11383" x="5943600" y="1143000"/>
          <p14:tracePt t="11627" x="5905500" y="1130300"/>
          <p14:tracePt t="11641" x="5848350" y="1111250"/>
          <p14:tracePt t="11650" x="5772150" y="1092200"/>
          <p14:tracePt t="11664" x="5651500" y="1060450"/>
          <p14:tracePt t="11681" x="5378450" y="977900"/>
          <p14:tracePt t="11697" x="4997450" y="882650"/>
          <p14:tracePt t="11714" x="4794250" y="831850"/>
          <p14:tracePt t="11730" x="4387850" y="749300"/>
          <p14:tracePt t="11748" x="3968750" y="679450"/>
          <p14:tracePt t="11763" x="3816350" y="647700"/>
          <p14:tracePt t="11781" x="3575050" y="603250"/>
          <p14:tracePt t="11797" x="3403600" y="584200"/>
          <p14:tracePt t="11816" x="3352800" y="577850"/>
          <p14:tracePt t="11831" x="3282950" y="577850"/>
          <p14:tracePt t="11847" x="3257550" y="571500"/>
          <p14:tracePt t="11864" x="3251200" y="571500"/>
          <p14:tracePt t="11880" x="3251200" y="565150"/>
          <p14:tracePt t="11900" x="3244850" y="558800"/>
          <p14:tracePt t="11936" x="3238500" y="558800"/>
          <p14:tracePt t="12005" x="3238500" y="565150"/>
          <p14:tracePt t="12027" x="3238500" y="571500"/>
          <p14:tracePt t="12181" x="3238500" y="577850"/>
          <p14:tracePt t="12251" x="3244850" y="577850"/>
          <p14:tracePt t="12356" x="3244850" y="584200"/>
          <p14:tracePt t="12398" x="3251200" y="584200"/>
          <p14:tracePt t="12427" x="3257550" y="584200"/>
          <p14:tracePt t="12447" x="3263900" y="584200"/>
          <p14:tracePt t="12463" x="3270250" y="584200"/>
          <p14:tracePt t="12476" x="3282950" y="584200"/>
          <p14:tracePt t="12497" x="3289300" y="590550"/>
          <p14:tracePt t="12511" x="3302000" y="590550"/>
          <p14:tracePt t="12518" x="3321050" y="596900"/>
          <p14:tracePt t="12531" x="3365500" y="603250"/>
          <p14:tracePt t="12546" x="3416300" y="622300"/>
          <p14:tracePt t="12561" x="3600450" y="685800"/>
          <p14:tracePt t="12577" x="3740150" y="742950"/>
          <p14:tracePt t="12595" x="4127500" y="850900"/>
          <p14:tracePt t="12611" x="4565650" y="977900"/>
          <p14:tracePt t="12627" x="4743450" y="1016000"/>
          <p14:tracePt t="12644" x="5035550" y="1073150"/>
          <p14:tracePt t="12661" x="5219700" y="1104900"/>
          <p14:tracePt t="12677" x="5270500" y="1104900"/>
          <p14:tracePt t="12694" x="5321300" y="1111250"/>
          <p14:tracePt t="12710" x="5340350" y="1111250"/>
          <p14:tracePt t="13128" x="5346700" y="1111250"/>
          <p14:tracePt t="13143" x="5353050" y="1111250"/>
          <p14:tracePt t="13149" x="5359400" y="1111250"/>
          <p14:tracePt t="13163" x="5365750" y="1104900"/>
          <p14:tracePt t="13175" x="5384800" y="1104900"/>
          <p14:tracePt t="13192" x="5429250" y="1098550"/>
          <p14:tracePt t="13208" x="5461000" y="1092200"/>
          <p14:tracePt t="13226" x="5543550" y="1066800"/>
          <p14:tracePt t="13242" x="5651500" y="1047750"/>
          <p14:tracePt t="13258" x="5708650" y="1041400"/>
          <p14:tracePt t="13275" x="5797550" y="1022350"/>
          <p14:tracePt t="13292" x="5873750" y="1003300"/>
          <p14:tracePt t="13308" x="5892800" y="1003300"/>
          <p14:tracePt t="13325" x="5918200" y="1003300"/>
          <p14:tracePt t="13341" x="5924550" y="1003300"/>
          <p14:tracePt t="13395" x="5918200" y="1003300"/>
          <p14:tracePt t="13401" x="5911850" y="1003300"/>
          <p14:tracePt t="13430" x="5905500" y="1003300"/>
          <p14:tracePt t="13451" x="5899150" y="1003300"/>
          <p14:tracePt t="15949" x="5880100" y="1003300"/>
          <p14:tracePt t="15956" x="5861050" y="1003300"/>
          <p14:tracePt t="15970" x="5842000" y="1003300"/>
          <p14:tracePt t="15982" x="5829300" y="1009650"/>
          <p14:tracePt t="16002" x="5816600" y="1009650"/>
          <p14:tracePt t="17664" x="5778500" y="1009650"/>
          <p14:tracePt t="17671" x="5715000" y="1009650"/>
          <p14:tracePt t="17684" x="5664200" y="1009650"/>
          <p14:tracePt t="17693" x="5594350" y="1016000"/>
          <p14:tracePt t="17709" x="5530850" y="1016000"/>
          <p14:tracePt t="17726" x="5365750" y="1016000"/>
          <p14:tracePt t="17743" x="5213350" y="1028700"/>
          <p14:tracePt t="17760" x="5143500" y="1035050"/>
          <p14:tracePt t="17776" x="5003800" y="1047750"/>
          <p14:tracePt t="17793" x="4883150" y="1066800"/>
          <p14:tracePt t="17811" x="4787900" y="1085850"/>
          <p14:tracePt t="17826" x="4749800" y="1092200"/>
          <p14:tracePt t="17843" x="4654550" y="1111250"/>
          <p14:tracePt t="17860" x="4559300" y="1123950"/>
          <p14:tracePt t="17876" x="4514850" y="1136650"/>
          <p14:tracePt t="17879" x="4476750" y="1149350"/>
          <p14:tracePt t="17893" x="4432300" y="1168400"/>
          <p14:tracePt t="17909" x="4356100" y="1200150"/>
          <p14:tracePt t="17926" x="4337050" y="1225550"/>
          <p14:tracePt t="18464" x="4305300" y="1225550"/>
          <p14:tracePt t="18471" x="4248150" y="1225550"/>
          <p14:tracePt t="18485" x="4197350" y="1231900"/>
          <p14:tracePt t="18494" x="4127500" y="1231900"/>
          <p14:tracePt t="18507" x="4076700" y="1238250"/>
          <p14:tracePt t="18524" x="4025900" y="1238250"/>
          <p14:tracePt t="18541" x="3867150" y="1270000"/>
          <p14:tracePt t="18557" x="3822700" y="1276350"/>
          <p14:tracePt t="18574" x="3771900" y="1282700"/>
          <p14:tracePt t="18591" x="3600450" y="1301750"/>
          <p14:tracePt t="18607" x="3543300" y="1314450"/>
          <p14:tracePt t="18623" x="3492500" y="1320800"/>
          <p14:tracePt t="18640" x="3422650" y="1339850"/>
          <p14:tracePt t="18656" x="3403600" y="1339850"/>
          <p14:tracePt t="18674" x="3365500" y="1346200"/>
          <p14:tracePt t="18690" x="3346450" y="1346200"/>
          <p14:tracePt t="18706" x="3308350" y="1352550"/>
          <p14:tracePt t="18724" x="3257550" y="1365250"/>
          <p14:tracePt t="18740" x="3225800" y="1371600"/>
          <p14:tracePt t="18756" x="3155950" y="1397000"/>
          <p14:tracePt t="18773" x="3086100" y="1409700"/>
          <p14:tracePt t="18790" x="3060700" y="1416050"/>
          <p14:tracePt t="18806" x="3028950" y="1447800"/>
          <p14:tracePt t="18823" x="3022600" y="1460500"/>
          <p14:tracePt t="19187" x="3009900" y="1466850"/>
          <p14:tracePt t="19192" x="2971800" y="1473200"/>
          <p14:tracePt t="19208" x="2946400" y="1485900"/>
          <p14:tracePt t="19222" x="2927350" y="1492250"/>
          <p14:tracePt t="19238" x="2895600" y="1504950"/>
          <p14:tracePt t="19255" x="2870200" y="1511300"/>
          <p14:tracePt t="19271" x="2851150" y="1517650"/>
          <p14:tracePt t="19288" x="2838450" y="1524000"/>
          <p14:tracePt t="19304" x="2832100" y="1524000"/>
          <p14:tracePt t="19321" x="2819400" y="1530350"/>
          <p14:tracePt t="19663" x="2825750" y="1530350"/>
          <p14:tracePt t="19677" x="2832100" y="1530350"/>
          <p14:tracePt t="19684" x="2838450" y="1530350"/>
          <p14:tracePt t="19706" x="2857500" y="1530350"/>
          <p14:tracePt t="19721" x="2882900" y="1524000"/>
          <p14:tracePt t="19727" x="2908300" y="1524000"/>
          <p14:tracePt t="19736" x="2946400" y="1517650"/>
          <p14:tracePt t="19753" x="2997200" y="1517650"/>
          <p14:tracePt t="19769" x="3105150" y="1517650"/>
          <p14:tracePt t="19786" x="3194050" y="1517650"/>
          <p14:tracePt t="19803" x="3346450" y="1530350"/>
          <p14:tracePt t="19819" x="3498850" y="1543050"/>
          <p14:tracePt t="19836" x="3556000" y="1549400"/>
          <p14:tracePt t="19853" x="3651250" y="1568450"/>
          <p14:tracePt t="19869" x="3702050" y="1574800"/>
          <p14:tracePt t="19873" x="3714750" y="1581150"/>
          <p14:tracePt t="19889" x="3721100" y="1581150"/>
          <p14:tracePt t="20477" x="3771900" y="1581150"/>
          <p14:tracePt t="20485" x="3867150" y="1600200"/>
          <p14:tracePt t="20498" x="3956050" y="1600200"/>
          <p14:tracePt t="20505" x="4070350" y="1612900"/>
          <p14:tracePt t="20520" x="4260850" y="1625600"/>
          <p14:tracePt t="20533" x="4483100" y="1651000"/>
          <p14:tracePt t="20550" x="4953000" y="1727200"/>
          <p14:tracePt t="20567" x="5219700" y="1739900"/>
          <p14:tracePt t="20584" x="5607050" y="1778000"/>
          <p14:tracePt t="20600" x="5911850" y="1778000"/>
          <p14:tracePt t="20617" x="6140450" y="1778000"/>
          <p14:tracePt t="20632" x="6229350" y="1765300"/>
          <p14:tracePt t="20650" x="6350000" y="1733550"/>
          <p14:tracePt t="20667" x="6407150" y="1727200"/>
          <p14:tracePt t="20683" x="6464300" y="1708150"/>
          <p14:tracePt t="20699" x="6483350" y="1701800"/>
          <p14:tracePt t="20716" x="6540500" y="1701800"/>
          <p14:tracePt t="20733" x="6553200" y="1701800"/>
          <p14:tracePt t="20749" x="6572250" y="1701800"/>
          <p14:tracePt t="20766" x="6591300" y="1701800"/>
          <p14:tracePt t="20782" x="6591300" y="1708150"/>
          <p14:tracePt t="20799" x="6597650" y="1708150"/>
          <p14:tracePt t="20891" x="6591300" y="1708150"/>
          <p14:tracePt t="20926" x="6584950" y="1708150"/>
          <p14:tracePt t="20933" x="6591300" y="1708150"/>
          <p14:tracePt t="21227" x="6553200" y="1689100"/>
          <p14:tracePt t="21241" x="6496050" y="1651000"/>
          <p14:tracePt t="21250" x="6426200" y="1625600"/>
          <p14:tracePt t="21264" x="6369050" y="1587500"/>
          <p14:tracePt t="21281" x="6305550" y="1555750"/>
          <p14:tracePt t="21297" x="6076950" y="1460500"/>
          <p14:tracePt t="21314" x="6019800" y="1441450"/>
          <p14:tracePt t="21331" x="5975350" y="1422400"/>
          <p14:tracePt t="21347" x="5899150" y="1377950"/>
          <p14:tracePt t="21364" x="5848350" y="1358900"/>
          <p14:tracePt t="21381" x="5816600" y="1346200"/>
          <p14:tracePt t="21397" x="5803900" y="1346200"/>
          <p14:tracePt t="21401" x="5791200" y="1339850"/>
          <p14:tracePt t="21414" x="5778500" y="1333500"/>
          <p14:tracePt t="21431" x="5734050" y="1327150"/>
          <p14:tracePt t="21447" x="5715000" y="1327150"/>
          <p14:tracePt t="21463" x="5683250" y="1320800"/>
          <p14:tracePt t="21480" x="5657850" y="1314450"/>
          <p14:tracePt t="21514" x="5651500" y="1314450"/>
          <p14:tracePt t="21542" x="5651500" y="1308100"/>
          <p14:tracePt t="21550" x="5657850" y="1308100"/>
          <p14:tracePt t="21566" x="5670550" y="1308100"/>
          <p14:tracePt t="21579" x="5721350" y="1289050"/>
          <p14:tracePt t="21596" x="5772150" y="1282700"/>
          <p14:tracePt t="21613" x="5956300" y="1244600"/>
          <p14:tracePt t="21630" x="6070600" y="1219200"/>
          <p14:tracePt t="21647" x="6369050" y="1200150"/>
          <p14:tracePt t="21663" x="6629400" y="1181100"/>
          <p14:tracePt t="21679" x="6750050" y="1168400"/>
          <p14:tracePt t="21696" x="6927850" y="1168400"/>
          <p14:tracePt t="21713" x="7042150" y="1168400"/>
          <p14:tracePt t="21729" x="7067550" y="1168400"/>
          <p14:tracePt t="21746" x="7092950" y="1162050"/>
          <p14:tracePt t="21762" x="7099300" y="1162050"/>
          <p14:tracePt t="21823" x="7099300" y="1155700"/>
          <p14:tracePt t="21851" x="7086600" y="1155700"/>
          <p14:tracePt t="21857" x="7080250" y="1155700"/>
          <p14:tracePt t="21872" x="7073900" y="1155700"/>
          <p14:tracePt t="21882" x="7061200" y="1155700"/>
          <p14:tracePt t="21895" x="7042150" y="1155700"/>
          <p14:tracePt t="21912" x="7010400" y="1155700"/>
          <p14:tracePt t="21929" x="6819900" y="1136650"/>
          <p14:tracePt t="21945" x="6718300" y="1123950"/>
          <p14:tracePt t="21962" x="6591300" y="1111250"/>
          <p14:tracePt t="21978" x="6324600" y="1092200"/>
          <p14:tracePt t="21995" x="6070600" y="1079500"/>
          <p14:tracePt t="22012" x="5848350" y="1079500"/>
          <p14:tracePt t="22028" x="5740400" y="1085850"/>
          <p14:tracePt t="22045" x="5600700" y="1104900"/>
          <p14:tracePt t="22062" x="5530850" y="1111250"/>
          <p14:tracePt t="22078" x="5511800" y="1111250"/>
          <p14:tracePt t="22096" x="5499100" y="1117600"/>
          <p14:tracePt t="22111" x="5492750" y="1117600"/>
          <p14:tracePt t="22523" x="5581650" y="1136650"/>
          <p14:tracePt t="22530" x="5695950" y="1181100"/>
          <p14:tracePt t="22546" x="5816600" y="1219200"/>
          <p14:tracePt t="22559" x="5930900" y="1250950"/>
          <p14:tracePt t="22576" x="6178550" y="1314450"/>
          <p14:tracePt t="22593" x="6432550" y="1358900"/>
          <p14:tracePt t="22610" x="6534150" y="1371600"/>
          <p14:tracePt t="22626" x="6724650" y="1377950"/>
          <p14:tracePt t="22643" x="6953250" y="1377950"/>
          <p14:tracePt t="22659" x="7080250" y="1377950"/>
          <p14:tracePt t="22676" x="7283450" y="1377950"/>
          <p14:tracePt t="22693" x="7435850" y="1377950"/>
          <p14:tracePt t="22709" x="7499350" y="1377950"/>
          <p14:tracePt t="22726" x="7645400" y="1365250"/>
          <p14:tracePt t="22743" x="7759700" y="1371600"/>
          <p14:tracePt t="22759" x="7791450" y="1371600"/>
          <p14:tracePt t="22776" x="7835900" y="1371600"/>
          <p14:tracePt t="22792" x="7861300" y="1365250"/>
          <p14:tracePt t="22809" x="7874000" y="1352550"/>
          <p14:tracePt t="22826" x="7899400" y="1352550"/>
          <p14:tracePt t="22842" x="7912100" y="1352550"/>
          <p14:tracePt t="22859" x="7943850" y="1352550"/>
          <p14:tracePt t="22875" x="7981950" y="1358900"/>
          <p14:tracePt t="22892" x="8001000" y="1365250"/>
          <p14:tracePt t="22909" x="8039100" y="1365250"/>
          <p14:tracePt t="22925" x="8077200" y="1377950"/>
          <p14:tracePt t="22929" x="8089900" y="1384300"/>
          <p14:tracePt t="22945" x="8108950" y="1390650"/>
          <p14:tracePt t="22958" x="8121650" y="1397000"/>
          <p14:tracePt t="22975" x="8147050" y="1409700"/>
          <p14:tracePt t="22992" x="8159750" y="1416050"/>
          <p14:tracePt t="23008" x="8172450" y="1428750"/>
          <p14:tracePt t="23025" x="8191500" y="1435100"/>
          <p14:tracePt t="23042" x="8197850" y="1447800"/>
          <p14:tracePt t="23058" x="8204200" y="1447800"/>
          <p14:tracePt t="23074" x="8216900" y="1454150"/>
          <p14:tracePt t="23091" x="8223250" y="1466850"/>
          <p14:tracePt t="23108" x="8229600" y="1473200"/>
          <p14:tracePt t="23141" x="8242300" y="1479550"/>
          <p14:tracePt t="23158" x="8242300" y="1485900"/>
          <p14:tracePt t="23176" x="8255000" y="1498600"/>
          <p14:tracePt t="23208" x="8261350" y="1504950"/>
          <p14:tracePt t="23232" x="8261350" y="1511300"/>
          <p14:tracePt t="24186" x="8242300" y="1530350"/>
          <p14:tracePt t="24193" x="8210550" y="1555750"/>
          <p14:tracePt t="24207" x="8159750" y="1593850"/>
          <p14:tracePt t="24221" x="8102600" y="1631950"/>
          <p14:tracePt t="24237" x="7950200" y="1733550"/>
          <p14:tracePt t="24254" x="7867650" y="1797050"/>
          <p14:tracePt t="24271" x="7708900" y="1911350"/>
          <p14:tracePt t="24287" x="7505700" y="2025650"/>
          <p14:tracePt t="24304" x="7366000" y="2095500"/>
          <p14:tracePt t="24320" x="7029450" y="2197100"/>
          <p14:tracePt t="24337" x="6635750" y="2247900"/>
          <p14:tracePt t="24354" x="6419850" y="2260600"/>
          <p14:tracePt t="24370" x="6007100" y="2260600"/>
          <p14:tracePt t="24387" x="5708650" y="2241550"/>
          <p14:tracePt t="24404" x="5518150" y="2222500"/>
          <p14:tracePt t="24420" x="5448300" y="2209800"/>
          <p14:tracePt t="24436" x="5365750" y="2203450"/>
          <p14:tracePt t="24453" x="5327650" y="2203450"/>
          <p14:tracePt t="25149" x="5251450" y="2203450"/>
          <p14:tracePt t="25156" x="5175250" y="2203450"/>
          <p14:tracePt t="25171" x="5060950" y="2190750"/>
          <p14:tracePt t="25184" x="4832350" y="2178050"/>
          <p14:tracePt t="25200" x="4705350" y="2171700"/>
          <p14:tracePt t="25217" x="4565650" y="2159000"/>
          <p14:tracePt t="25234" x="4222750" y="2146300"/>
          <p14:tracePt t="25250" x="3924300" y="2133600"/>
          <p14:tracePt t="25268" x="3581400" y="2120900"/>
          <p14:tracePt t="25284" x="3441700" y="2114550"/>
          <p14:tracePt t="25300" x="3225800" y="2101850"/>
          <p14:tracePt t="25318" x="3041650" y="2082800"/>
          <p14:tracePt t="25333" x="2978150" y="2070100"/>
          <p14:tracePt t="25350" x="2895600" y="2063750"/>
          <p14:tracePt t="25367" x="2851150" y="2057400"/>
          <p14:tracePt t="25383" x="2838450" y="2057400"/>
          <p14:tracePt t="25401" x="2806700" y="2057400"/>
          <p14:tracePt t="25416" x="2762250" y="2051050"/>
          <p14:tracePt t="25433" x="2724150" y="2051050"/>
          <p14:tracePt t="25450" x="2673350" y="2063750"/>
          <p14:tracePt t="25969" x="2635250" y="2063750"/>
          <p14:tracePt t="25975" x="2578100" y="2044700"/>
          <p14:tracePt t="25990" x="2527300" y="2025650"/>
          <p14:tracePt t="25998" x="2470150" y="2006600"/>
          <p14:tracePt t="26014" x="2413000" y="1993900"/>
          <p14:tracePt t="26032" x="2305050" y="1962150"/>
          <p14:tracePt t="26048" x="2235200" y="1949450"/>
          <p14:tracePt t="26065" x="2216150" y="1949450"/>
          <p14:tracePt t="26081" x="2171700" y="1949450"/>
          <p14:tracePt t="26097" x="2165350" y="1949450"/>
          <p14:tracePt t="26114" x="2146300" y="1949450"/>
          <p14:tracePt t="26131" x="2133600" y="1949450"/>
          <p14:tracePt t="26199" x="2133600" y="1943100"/>
          <p14:tracePt t="26270" x="2133600" y="1936750"/>
          <p14:tracePt t="26530" x="2127250" y="1936750"/>
          <p14:tracePt t="26537" x="2114550" y="1936750"/>
          <p14:tracePt t="26551" x="2101850" y="1936750"/>
          <p14:tracePt t="26562" x="2089150" y="1936750"/>
          <p14:tracePt t="26580" x="2051050" y="1949450"/>
          <p14:tracePt t="26596" x="2032000" y="1949450"/>
          <p14:tracePt t="26613" x="1987550" y="1968500"/>
          <p14:tracePt t="26629" x="1936750" y="1987550"/>
          <p14:tracePt t="26646" x="1917700" y="1993900"/>
          <p14:tracePt t="27409" x="1936750" y="1987550"/>
          <p14:tracePt t="27423" x="1968500" y="1968500"/>
          <p14:tracePt t="27430" x="2025650" y="1943100"/>
          <p14:tracePt t="27446" x="2095500" y="1911350"/>
          <p14:tracePt t="27459" x="2228850" y="1866900"/>
          <p14:tracePt t="27476" x="2324100" y="1835150"/>
          <p14:tracePt t="27480" x="2425700" y="1803400"/>
          <p14:tracePt t="27496" x="2540000" y="1784350"/>
          <p14:tracePt t="27509" x="2667000" y="1758950"/>
          <p14:tracePt t="27526" x="2990850" y="1701800"/>
          <p14:tracePt t="27543" x="3295650" y="1631950"/>
          <p14:tracePt t="27559" x="3441700" y="1606550"/>
          <p14:tracePt t="27576" x="3683000" y="1555750"/>
          <p14:tracePt t="27592" x="3911600" y="1524000"/>
          <p14:tracePt t="27609" x="4019550" y="1504950"/>
          <p14:tracePt t="27626" x="4171950" y="1473200"/>
          <p14:tracePt t="27642" x="4330700" y="1441450"/>
          <p14:tracePt t="27659" x="4387850" y="1428750"/>
          <p14:tracePt t="27676" x="4483100" y="1409700"/>
          <p14:tracePt t="27692" x="4521200" y="1397000"/>
          <p14:tracePt t="27709" x="4540250" y="1390650"/>
          <p14:tracePt t="27725" x="4584700" y="1371600"/>
          <p14:tracePt t="27742" x="4616450" y="1365250"/>
          <p14:tracePt t="27758" x="4641850" y="1352550"/>
          <p14:tracePt t="27775" x="4667250" y="1346200"/>
          <p14:tracePt t="27791" x="4686300" y="1339850"/>
          <p14:tracePt t="27809" x="4724400" y="1320800"/>
          <p14:tracePt t="27825" x="4743450" y="1314450"/>
          <p14:tracePt t="27841" x="4756150" y="1314450"/>
          <p14:tracePt t="27858" x="4794250" y="1295400"/>
          <p14:tracePt t="27875" x="4826000" y="1282700"/>
          <p14:tracePt t="27891" x="4845050" y="1276350"/>
          <p14:tracePt t="27907" x="4870450" y="1270000"/>
          <p14:tracePt t="27925" x="4914900" y="1263650"/>
          <p14:tracePt t="27942" x="4933950" y="1257300"/>
          <p14:tracePt t="27958" x="4965700" y="1257300"/>
          <p14:tracePt t="27974" x="5010150" y="1250950"/>
          <p14:tracePt t="27992" x="5041900" y="1244600"/>
          <p14:tracePt t="28007" x="5048250" y="1244600"/>
          <p14:tracePt t="28024" x="5060950" y="1244600"/>
          <p14:tracePt t="28057" x="5060950" y="1250950"/>
          <p14:tracePt t="28495" x="5010150" y="1244600"/>
          <p14:tracePt t="28502" x="4933950" y="1225550"/>
          <p14:tracePt t="28516" x="4838700" y="1206500"/>
          <p14:tracePt t="28525" x="4762500" y="1174750"/>
          <p14:tracePt t="28539" x="4673600" y="1174750"/>
          <p14:tracePt t="28555" x="4508500" y="1174750"/>
          <p14:tracePt t="28572" x="4349750" y="1155700"/>
          <p14:tracePt t="28589" x="4298950" y="1155700"/>
          <p14:tracePt t="28606" x="4241800" y="1143000"/>
          <p14:tracePt t="28622" x="4191000" y="1136650"/>
          <p14:tracePt t="28639" x="4171950" y="1136650"/>
          <p14:tracePt t="28656" x="4121150" y="1136650"/>
          <p14:tracePt t="28672" x="4038600" y="1136650"/>
          <p14:tracePt t="28688" x="4000500" y="1136650"/>
          <p14:tracePt t="28706" x="3949700" y="1136650"/>
          <p14:tracePt t="28722" x="3835400" y="1136650"/>
          <p14:tracePt t="28738" x="3727450" y="1117600"/>
          <p14:tracePt t="28755" x="3657600" y="1111250"/>
          <p14:tracePt t="28771" x="3638550" y="1111250"/>
          <p14:tracePt t="28788" x="3613150" y="1111250"/>
          <p14:tracePt t="28804" x="3594100" y="1111250"/>
          <p14:tracePt t="28821" x="3587750" y="1111250"/>
          <p14:tracePt t="28838" x="3575050" y="1104900"/>
          <p14:tracePt t="28902" x="3568700" y="1104900"/>
          <p14:tracePt t="28944" x="3562350" y="1104900"/>
          <p14:tracePt t="28951" x="3556000" y="1104900"/>
          <p14:tracePt t="28966" x="3549650" y="1104900"/>
          <p14:tracePt t="28974" x="3543300" y="1104900"/>
          <p14:tracePt t="28987" x="3536950" y="1104900"/>
          <p14:tracePt t="29008" x="3530600" y="1104900"/>
          <p14:tracePt t="29021" x="3517900" y="1111250"/>
          <p14:tracePt t="29037" x="3492500" y="1111250"/>
          <p14:tracePt t="29054" x="3473450" y="1117600"/>
          <p14:tracePt t="29071" x="3422650" y="1117600"/>
          <p14:tracePt t="29087" x="3359150" y="1117600"/>
          <p14:tracePt t="29104" x="3314700" y="1117600"/>
          <p14:tracePt t="29120" x="3213100" y="1117600"/>
          <p14:tracePt t="29137" x="3111500" y="1117600"/>
          <p14:tracePt t="29154" x="3003550" y="1117600"/>
          <p14:tracePt t="29170" x="2927350" y="1130300"/>
          <p14:tracePt t="29187" x="2768600" y="1149350"/>
          <p14:tracePt t="29204" x="2590800" y="1168400"/>
          <p14:tracePt t="29220" x="2514600" y="1181100"/>
          <p14:tracePt t="29237" x="2355850" y="1187450"/>
          <p14:tracePt t="29253" x="2241550" y="1200150"/>
          <p14:tracePt t="29270" x="2209800" y="1200150"/>
          <p14:tracePt t="29287" x="2178050" y="1200150"/>
          <p14:tracePt t="29303" x="2171700" y="1200150"/>
          <p14:tracePt t="29576" x="2171700" y="1206500"/>
          <p14:tracePt t="29674" x="2178050" y="1206500"/>
          <p14:tracePt t="29709" x="2184400" y="1206500"/>
          <p14:tracePt t="29744" x="2190750" y="1206500"/>
          <p14:tracePt t="29765" x="2203450" y="1206500"/>
          <p14:tracePt t="29786" x="2209800" y="1206500"/>
          <p14:tracePt t="29807" x="2228850" y="1212850"/>
          <p14:tracePt t="29814" x="2254250" y="1212850"/>
          <p14:tracePt t="29828" x="2292350" y="1219200"/>
          <p14:tracePt t="29838" x="2343150" y="1219200"/>
          <p14:tracePt t="29851" x="2419350" y="1225550"/>
          <p14:tracePt t="29868" x="2635250" y="1250950"/>
          <p14:tracePt t="29885" x="2921000" y="1270000"/>
          <p14:tracePt t="29901" x="3111500" y="1282700"/>
          <p14:tracePt t="29918" x="3505200" y="1282700"/>
          <p14:tracePt t="29935" x="3975100" y="1276350"/>
          <p14:tracePt t="29951" x="4191000" y="1263650"/>
          <p14:tracePt t="29969" x="4610100" y="1250950"/>
          <p14:tracePt t="29984" x="4749800" y="1238250"/>
          <p14:tracePt t="29988" x="4889500" y="1238250"/>
          <p14:tracePt t="30001" x="5003800" y="1225550"/>
          <p14:tracePt t="30018" x="5194300" y="1219200"/>
          <p14:tracePt t="30034" x="5257800" y="1219200"/>
          <p14:tracePt t="30051" x="5327650" y="1219200"/>
          <p14:tracePt t="30067" x="5359400" y="1219200"/>
          <p14:tracePt t="30084" x="5365750" y="1219200"/>
          <p14:tracePt t="30101" x="5372100" y="1219200"/>
          <p14:tracePt t="30179" x="5378450" y="1219200"/>
          <p14:tracePt t="30185" x="5384800" y="1219200"/>
          <p14:tracePt t="30207" x="5391150" y="1219200"/>
          <p14:tracePt t="30216" x="5397500" y="1219200"/>
          <p14:tracePt t="30233" x="5410200" y="1225550"/>
          <p14:tracePt t="30250" x="5429250" y="1225550"/>
          <p14:tracePt t="30266" x="5441950" y="1225550"/>
          <p14:tracePt t="30284" x="5461000" y="1225550"/>
          <p14:tracePt t="30299" x="5467350" y="1225550"/>
          <p14:tracePt t="30333" x="5473700" y="1225550"/>
          <p14:tracePt t="30417" x="5473700" y="1231900"/>
          <p14:tracePt t="30444" x="5473700" y="1238250"/>
          <p14:tracePt t="30467" x="5467350" y="1238250"/>
          <p14:tracePt t="30508" x="5461000" y="1238250"/>
          <p14:tracePt t="30621" x="5461000" y="1244600"/>
          <p14:tracePt t="30627" x="5467350" y="1244600"/>
          <p14:tracePt t="30635" x="5473700" y="1244600"/>
          <p14:tracePt t="30651" x="5480050" y="1250950"/>
          <p14:tracePt t="30665" x="5499100" y="1250950"/>
          <p14:tracePt t="30682" x="5556250" y="1250950"/>
          <p14:tracePt t="30698" x="5683250" y="1250950"/>
          <p14:tracePt t="30715" x="5759450" y="1250950"/>
          <p14:tracePt t="30731" x="6000750" y="1231900"/>
          <p14:tracePt t="30748" x="6254750" y="1212850"/>
          <p14:tracePt t="30765" x="6369050" y="1200150"/>
          <p14:tracePt t="30782" x="6597650" y="1181100"/>
          <p14:tracePt t="30798" x="6769100" y="1162050"/>
          <p14:tracePt t="30815" x="6832600" y="1155700"/>
          <p14:tracePt t="30832" x="6902450" y="1136650"/>
          <p14:tracePt t="30848" x="6934200" y="1130300"/>
          <p14:tracePt t="30864" x="6940550" y="1130300"/>
          <p14:tracePt t="30881" x="6946900" y="1123950"/>
          <p14:tracePt t="30986" x="6940550" y="1123950"/>
          <p14:tracePt t="31196" x="6934200" y="1123950"/>
          <p14:tracePt t="31210" x="6927850" y="1123950"/>
          <p14:tracePt t="31217" x="6896100" y="1123950"/>
          <p14:tracePt t="31233" x="6864350" y="1130300"/>
          <p14:tracePt t="31246" x="6800850" y="1143000"/>
          <p14:tracePt t="31263" x="6635750" y="1149350"/>
          <p14:tracePt t="31280" x="6407150" y="1168400"/>
          <p14:tracePt t="31296" x="6267450" y="1168400"/>
          <p14:tracePt t="31313" x="6000750" y="1193800"/>
          <p14:tracePt t="31329" x="5784850" y="1200150"/>
          <p14:tracePt t="31346" x="5695950" y="1200150"/>
          <p14:tracePt t="31363" x="5556250" y="1212850"/>
          <p14:tracePt t="31379" x="5461000" y="1219200"/>
          <p14:tracePt t="31395" x="5435600" y="1219200"/>
          <p14:tracePt t="31413" x="5403850" y="1219200"/>
          <p14:tracePt t="31429" x="5378450" y="1225550"/>
          <p14:tracePt t="31445" x="5365750" y="1225550"/>
          <p14:tracePt t="31463" x="5346700" y="1231900"/>
          <p14:tracePt t="31479" x="5334000" y="1238250"/>
          <p14:tracePt t="31513" x="5327650" y="1238250"/>
          <p14:tracePt t="31567" x="5321300" y="1244600"/>
          <p14:tracePt t="31589" x="5314950" y="1250950"/>
          <p14:tracePt t="31610" x="5314950" y="1257300"/>
          <p14:tracePt t="32098" x="5276850" y="1276350"/>
          <p14:tracePt t="32111" x="5232400" y="1314450"/>
          <p14:tracePt t="32119" x="5200650" y="1339850"/>
          <p14:tracePt t="32133" x="5156200" y="1365250"/>
          <p14:tracePt t="32143" x="5130800" y="1384300"/>
          <p14:tracePt t="32159" x="5099050" y="1403350"/>
          <p14:tracePt t="32176" x="5048250" y="1447800"/>
          <p14:tracePt t="32193" x="5010150" y="1492250"/>
          <p14:tracePt t="32210" x="4984750" y="1536700"/>
          <p14:tracePt t="32226" x="4959350" y="1555750"/>
          <p14:tracePt t="32243" x="4927600" y="1619250"/>
          <p14:tracePt t="32260" x="4895850" y="1676400"/>
          <p14:tracePt t="32276" x="4889500" y="1701800"/>
          <p14:tracePt t="35226" x="4832350" y="1733550"/>
          <p14:tracePt t="35240" x="4781550" y="1758950"/>
          <p14:tracePt t="35247" x="4711700" y="1790700"/>
          <p14:tracePt t="35254" x="4641850" y="1828800"/>
          <p14:tracePt t="35269" x="4559300" y="1860550"/>
          <p14:tracePt t="35282" x="4483100" y="1898650"/>
          <p14:tracePt t="35299" x="4330700" y="1981200"/>
          <p14:tracePt t="35315" x="4235450" y="2032000"/>
          <p14:tracePt t="35332" x="4025900" y="2127250"/>
          <p14:tracePt t="35349" x="3829050" y="2222500"/>
          <p14:tracePt t="35366" x="3663950" y="2324100"/>
          <p14:tracePt t="35382" x="3568700" y="2362200"/>
          <p14:tracePt t="35398" x="3352800" y="2413000"/>
          <p14:tracePt t="35416" x="3155950" y="2470150"/>
          <p14:tracePt t="35432" x="3092450" y="2476500"/>
          <p14:tracePt t="35448" x="3035300" y="2501900"/>
          <p14:tracePt t="35465" x="2952750" y="2527300"/>
          <p14:tracePt t="35482" x="2921000" y="2527300"/>
          <p14:tracePt t="35499" x="2908300" y="2533650"/>
          <p14:tracePt t="35515" x="2870200" y="2546350"/>
          <p14:tracePt t="35532" x="2819400" y="2571750"/>
          <p14:tracePt t="35549" x="2768600" y="2584450"/>
          <p14:tracePt t="35565" x="2736850" y="2597150"/>
          <p14:tracePt t="35581" x="2679700" y="2603500"/>
          <p14:tracePt t="35598" x="2622550" y="2616200"/>
          <p14:tracePt t="35615" x="2590800" y="2616200"/>
          <p14:tracePt t="35632" x="2514600" y="2616200"/>
          <p14:tracePt t="35648" x="2457450" y="2616200"/>
          <p14:tracePt t="35664" x="2432050" y="2616200"/>
          <p14:tracePt t="35682" x="2368550" y="2622550"/>
          <p14:tracePt t="35698" x="2355850" y="2628900"/>
          <p14:tracePt t="36801" x="2374900" y="2628900"/>
          <p14:tracePt t="36808" x="2413000" y="2628900"/>
          <p14:tracePt t="36822" x="2438400" y="2628900"/>
          <p14:tracePt t="36830" x="2476500" y="2628900"/>
          <p14:tracePt t="36846" x="2527300" y="2628900"/>
          <p14:tracePt t="36861" x="2654300" y="2628900"/>
          <p14:tracePt t="36878" x="2743200" y="2628900"/>
          <p14:tracePt t="36894" x="2933700" y="2628900"/>
          <p14:tracePt t="36910" x="3022600" y="2628900"/>
          <p14:tracePt t="36928" x="3302000" y="2622550"/>
          <p14:tracePt t="36944" x="3397250" y="2616200"/>
          <p14:tracePt t="36960" x="3486150" y="2603500"/>
          <p14:tracePt t="36977" x="3613150" y="2584450"/>
          <p14:tracePt t="36993" x="3721100" y="2578100"/>
          <p14:tracePt t="37010" x="3759200" y="2565400"/>
          <p14:tracePt t="37027" x="3803650" y="2559050"/>
          <p14:tracePt t="37043" x="3835400" y="2559050"/>
          <p14:tracePt t="37061" x="3854450" y="2559050"/>
          <p14:tracePt t="37076" x="3860800" y="2559050"/>
          <p14:tracePt t="37208" x="3860800" y="2565400"/>
          <p14:tracePt t="37250" x="3860800" y="2571750"/>
          <p14:tracePt t="37291" x="3867150" y="2571750"/>
          <p14:tracePt t="37299" x="3873500" y="2571750"/>
          <p14:tracePt t="37313" x="3886200" y="2571750"/>
          <p14:tracePt t="37325" x="3905250" y="2571750"/>
          <p14:tracePt t="37342" x="3981450" y="2571750"/>
          <p14:tracePt t="37359" x="4051300" y="2559050"/>
          <p14:tracePt t="37376" x="4260850" y="2559050"/>
          <p14:tracePt t="37391" x="4559300" y="2546350"/>
          <p14:tracePt t="37408" x="4737100" y="2540000"/>
          <p14:tracePt t="37425" x="5156200" y="2540000"/>
          <p14:tracePt t="37442" x="5594350" y="2540000"/>
          <p14:tracePt t="37458" x="5835650" y="2546350"/>
          <p14:tracePt t="37475" x="6235700" y="2559050"/>
          <p14:tracePt t="37491" x="6527800" y="2578100"/>
          <p14:tracePt t="37508" x="6654800" y="2578100"/>
          <p14:tracePt t="37525" x="6883400" y="2578100"/>
          <p14:tracePt t="37541" x="6985000" y="2578100"/>
          <p14:tracePt t="37558" x="7131050" y="2559050"/>
          <p14:tracePt t="37575" x="7143750" y="2559050"/>
          <p14:tracePt t="37591" x="7150100" y="2552700"/>
          <p14:tracePt t="37608" x="7156450" y="2552700"/>
          <p14:tracePt t="37624" x="7156450" y="2546350"/>
          <p14:tracePt t="37641" x="7150100" y="2546350"/>
          <p14:tracePt t="37664" x="7143750" y="2546350"/>
          <p14:tracePt t="37674" x="7131050" y="2546350"/>
          <p14:tracePt t="37692" x="7080250" y="2546350"/>
          <p14:tracePt t="37707" x="7029450" y="2546350"/>
          <p14:tracePt t="37724" x="6826250" y="2559050"/>
          <p14:tracePt t="37741" x="6508750" y="2584450"/>
          <p14:tracePt t="37757" x="6242050" y="2597150"/>
          <p14:tracePt t="37774" x="5632450" y="2660650"/>
          <p14:tracePt t="37791" x="4965700" y="2711450"/>
          <p14:tracePt t="37807" x="4654550" y="2724150"/>
          <p14:tracePt t="37824" x="4368800" y="2724150"/>
          <p14:tracePt t="37840" x="3600450" y="2768600"/>
          <p14:tracePt t="37857" x="3390900" y="2768600"/>
          <p14:tracePt t="37875" x="3136900" y="2768600"/>
          <p14:tracePt t="37890" x="3048000" y="2781300"/>
          <p14:tracePt t="37907" x="2927350" y="2806700"/>
          <p14:tracePt t="37924" x="2876550" y="2838450"/>
          <p14:tracePt t="37940" x="2863850" y="2844800"/>
          <p14:tracePt t="37956" x="2832100" y="2851150"/>
          <p14:tracePt t="37973" x="2800350" y="2870200"/>
          <p14:tracePt t="37990" x="2794000" y="2870200"/>
          <p14:tracePt t="38007" x="2794000" y="2882900"/>
          <p14:tracePt t="38113" x="2794000" y="2889250"/>
          <p14:tracePt t="38155" x="2800350" y="2889250"/>
          <p14:tracePt t="38176" x="2806700" y="2895600"/>
          <p14:tracePt t="38183" x="2813050" y="2895600"/>
          <p14:tracePt t="38192" x="2832100" y="2895600"/>
          <p14:tracePt t="38206" x="2857500" y="2901950"/>
          <p14:tracePt t="38222" x="2901950" y="2914650"/>
          <p14:tracePt t="38239" x="3028950" y="2921000"/>
          <p14:tracePt t="38255" x="3232150" y="2921000"/>
          <p14:tracePt t="38272" x="3359150" y="2914650"/>
          <p14:tracePt t="38289" x="3613150" y="2882900"/>
          <p14:tracePt t="38305" x="3810000" y="2863850"/>
          <p14:tracePt t="38323" x="3886200" y="2857500"/>
          <p14:tracePt t="38338" x="3968750" y="2844800"/>
          <p14:tracePt t="38355" x="4000500" y="2844800"/>
          <p14:tracePt t="38372" x="4006850" y="2844800"/>
          <p14:tracePt t="38463" x="4000500" y="2844800"/>
          <p14:tracePt t="38534" x="3994150" y="2851150"/>
          <p14:tracePt t="38625" x="3994150" y="2857500"/>
          <p14:tracePt t="38772" x="3987800" y="2851150"/>
          <p14:tracePt t="38800" x="3981450" y="2851150"/>
          <p14:tracePt t="40731" x="3956050" y="2863850"/>
          <p14:tracePt t="40748" x="3898900" y="2901950"/>
          <p14:tracePt t="40765" x="3771900" y="2978150"/>
          <p14:tracePt t="40782" x="3644900" y="3079750"/>
          <p14:tracePt t="40799" x="3505200" y="3149600"/>
          <p14:tracePt t="40815" x="3429000" y="3187700"/>
          <p14:tracePt t="40832" x="3232150" y="3263900"/>
          <p14:tracePt t="40849" x="3060700" y="3314700"/>
          <p14:tracePt t="40864" x="2965450" y="3321050"/>
          <p14:tracePt t="40882" x="2819400" y="3371850"/>
          <p14:tracePt t="40898" x="2698750" y="3416300"/>
          <p14:tracePt t="40914" x="2641600" y="3435350"/>
          <p14:tracePt t="40931" x="2584450" y="3454400"/>
          <p14:tracePt t="40948" x="2552700" y="3460750"/>
          <p14:tracePt t="40965" x="2540000" y="3460750"/>
          <p14:tracePt t="40982" x="2533650" y="3460750"/>
          <p14:tracePt t="41181" x="2527300" y="3460750"/>
          <p14:tracePt t="41196" x="2520950" y="3460750"/>
          <p14:tracePt t="41213" x="2514600" y="3460750"/>
          <p14:tracePt t="41229" x="2495550" y="3473450"/>
          <p14:tracePt t="41246" x="2489200" y="3473450"/>
          <p14:tracePt t="41262" x="2482850" y="3479800"/>
          <p14:tracePt t="41279" x="2470150" y="3479800"/>
          <p14:tracePt t="41297" x="2470150" y="3486150"/>
          <p14:tracePt t="41347" x="2463800" y="3486150"/>
          <p14:tracePt t="41363" x="2457450" y="3486150"/>
          <p14:tracePt t="41380" x="2451100" y="3486150"/>
          <p14:tracePt t="41412" x="2444750" y="3492500"/>
          <p14:tracePt t="41446" x="2438400" y="3492500"/>
          <p14:tracePt t="41480" x="2432050" y="3492500"/>
          <p14:tracePt t="41495" x="2425700" y="3492500"/>
          <p14:tracePt t="41512" x="2419350" y="3492500"/>
          <p14:tracePt t="41545" x="2406650" y="3492500"/>
          <p14:tracePt t="41562" x="2400300" y="3492500"/>
          <p14:tracePt t="41596" x="2393950" y="3492500"/>
          <p14:tracePt t="41612" x="2387600" y="3486150"/>
          <p14:tracePt t="41628" x="2381250" y="3486150"/>
          <p14:tracePt t="41646" x="2374900" y="3479800"/>
          <p14:tracePt t="41663" x="2362200" y="3479800"/>
          <p14:tracePt t="41678" x="2362200" y="3473450"/>
          <p14:tracePt t="41694" x="2349500" y="3473450"/>
          <p14:tracePt t="41712" x="2343150" y="3467100"/>
          <p14:tracePt t="41728" x="2336800" y="3467100"/>
          <p14:tracePt t="41746" x="2317750" y="3467100"/>
          <p14:tracePt t="41762" x="2298700" y="3454400"/>
          <p14:tracePt t="41778" x="2292350" y="3454400"/>
          <p14:tracePt t="41796" x="2260600" y="3435350"/>
          <p14:tracePt t="41813" x="2228850" y="3416300"/>
          <p14:tracePt t="41829" x="2216150" y="3397250"/>
          <p14:tracePt t="41845" x="2184400" y="3365500"/>
          <p14:tracePt t="41860" x="2146300" y="3327400"/>
          <p14:tracePt t="41878" x="2120900" y="3295650"/>
          <p14:tracePt t="41896" x="2114550" y="3282950"/>
          <p14:tracePt t="41911" x="2108200" y="3270250"/>
          <p14:tracePt t="41928" x="2095500" y="3257550"/>
          <p14:tracePt t="41960" x="2095500" y="3251200"/>
          <p14:tracePt t="41994" x="2095500" y="3244850"/>
          <p14:tracePt t="42093" x="2095500" y="3251200"/>
          <p14:tracePt t="42127" x="2095500" y="3257550"/>
          <p14:tracePt t="42226" x="2095500" y="3263900"/>
          <p14:tracePt t="42277" x="2101850" y="3263900"/>
          <p14:tracePt t="42310" x="2101850" y="3270250"/>
          <p14:tracePt t="42344" x="2108200" y="3282950"/>
          <p14:tracePt t="42359" x="2120900" y="3282950"/>
          <p14:tracePt t="42376" x="2133600" y="3302000"/>
          <p14:tracePt t="42393" x="2165350" y="3321050"/>
          <p14:tracePt t="42409" x="2190750" y="3333750"/>
          <p14:tracePt t="42427" x="2254250" y="3371850"/>
          <p14:tracePt t="42442" x="2305050" y="3409950"/>
          <p14:tracePt t="42459" x="2324100" y="3429000"/>
          <p14:tracePt t="42477" x="2381250" y="3448050"/>
          <p14:tracePt t="42492" x="2413000" y="3467100"/>
          <p14:tracePt t="42510" x="2425700" y="3467100"/>
          <p14:tracePt t="42526" x="2451100" y="3473450"/>
          <p14:tracePt t="42542" x="2470150" y="3473450"/>
          <p14:tracePt t="42559" x="2482850" y="3473450"/>
          <p14:tracePt t="42576" x="2495550" y="3473450"/>
          <p14:tracePt t="42592" x="2508250" y="3473450"/>
          <p14:tracePt t="42609" x="2552700" y="3473450"/>
          <p14:tracePt t="42624" x="2609850" y="3473450"/>
          <p14:tracePt t="42641" x="2635250" y="3473450"/>
          <p14:tracePt t="42659" x="2692400" y="3467100"/>
          <p14:tracePt t="42675" x="2749550" y="3467100"/>
          <p14:tracePt t="42691" x="2781300" y="3467100"/>
          <p14:tracePt t="42707" x="2838450" y="3467100"/>
          <p14:tracePt t="42725" x="2895600" y="3467100"/>
          <p14:tracePt t="42742" x="2940050" y="3467100"/>
          <p14:tracePt t="42758" x="2946400" y="3467100"/>
          <p14:tracePt t="42775" x="2978150" y="3460750"/>
          <p14:tracePt t="42792" x="2984500" y="3460750"/>
          <p14:tracePt t="42824" x="2990850" y="3460750"/>
          <p14:tracePt t="43172" x="2984500" y="3467100"/>
          <p14:tracePt t="43189" x="2984500" y="3473450"/>
          <p14:tracePt t="44257" x="2984500" y="3479800"/>
          <p14:tracePt t="44264" x="2978150" y="3486150"/>
          <p14:tracePt t="44278" x="2971800" y="3498850"/>
          <p14:tracePt t="44287" x="2959100" y="3524250"/>
          <p14:tracePt t="44301" x="2952750" y="3536950"/>
          <p14:tracePt t="44318" x="2933700" y="3562350"/>
          <p14:tracePt t="44335" x="2921000" y="3587750"/>
          <p14:tracePt t="44351" x="2914650" y="3600450"/>
          <p14:tracePt t="44369" x="2901950" y="3613150"/>
          <p14:tracePt t="44384" x="2901950" y="3619500"/>
          <p14:tracePt t="44421" x="2901950" y="3625850"/>
          <p14:tracePt t="44586" x="2908300" y="3625850"/>
          <p14:tracePt t="44593" x="2914650" y="3625850"/>
          <p14:tracePt t="44615" x="2927350" y="3625850"/>
          <p14:tracePt t="44629" x="2933700" y="3625850"/>
          <p14:tracePt t="44637" x="2940050" y="3625850"/>
          <p14:tracePt t="44650" x="2946400" y="3625850"/>
          <p14:tracePt t="44666" x="2990850" y="3619500"/>
          <p14:tracePt t="44684" x="3022600" y="3606800"/>
          <p14:tracePt t="44700" x="3117850" y="3581400"/>
          <p14:tracePt t="44717" x="3168650" y="3562350"/>
          <p14:tracePt t="44735" x="3308350" y="3517900"/>
          <p14:tracePt t="44750" x="3352800" y="3511550"/>
          <p14:tracePt t="44766" x="3371850" y="3505200"/>
          <p14:tracePt t="44783" x="3403600" y="3498850"/>
          <p14:tracePt t="44799" x="3416300" y="3486150"/>
          <p14:tracePt t="44846" x="3403600" y="3486150"/>
          <p14:tracePt t="44860" x="3384550" y="3486150"/>
          <p14:tracePt t="44869" x="3365500" y="3479800"/>
          <p14:tracePt t="44882" x="3333750" y="3479800"/>
          <p14:tracePt t="44899" x="3225800" y="3473450"/>
          <p14:tracePt t="44916" x="3054350" y="3460750"/>
          <p14:tracePt t="44933" x="2965450" y="3454400"/>
          <p14:tracePt t="44949" x="2787650" y="3454400"/>
          <p14:tracePt t="44965" x="2641600" y="3473450"/>
          <p14:tracePt t="44982" x="2578100" y="3473450"/>
          <p14:tracePt t="44999" x="2540000" y="3486150"/>
          <p14:tracePt t="45015" x="2476500" y="3486150"/>
          <p14:tracePt t="45032" x="2463800" y="3486150"/>
          <p14:tracePt t="45078" x="2463800" y="3492500"/>
          <p14:tracePt t="45085" x="2470150" y="3492500"/>
          <p14:tracePt t="45101" x="2476500" y="3492500"/>
          <p14:tracePt t="45115" x="2489200" y="3492500"/>
          <p14:tracePt t="45132" x="2520950" y="3498850"/>
          <p14:tracePt t="45149" x="2578100" y="3498850"/>
          <p14:tracePt t="45165" x="2609850" y="3498850"/>
          <p14:tracePt t="45182" x="2686050" y="3498850"/>
          <p14:tracePt t="45198" x="2743200" y="3498850"/>
          <p14:tracePt t="45215" x="2755900" y="3498850"/>
          <p14:tracePt t="45232" x="2768600" y="3492500"/>
          <p14:tracePt t="45260" x="2768600" y="3486150"/>
          <p14:tracePt t="45282" x="2762250" y="3486150"/>
          <p14:tracePt t="45288" x="2755900" y="3479800"/>
          <p14:tracePt t="45297" x="2736850" y="3473450"/>
          <p14:tracePt t="45314" x="2724150" y="3467100"/>
          <p14:tracePt t="45331" x="2686050" y="3454400"/>
          <p14:tracePt t="45347" x="2654300" y="3435350"/>
          <p14:tracePt t="45365" x="2565400" y="3390900"/>
          <p14:tracePt t="45381" x="2470150" y="3359150"/>
          <p14:tracePt t="45397" x="2425700" y="3327400"/>
          <p14:tracePt t="45414" x="2336800" y="3302000"/>
          <p14:tracePt t="45430" x="2286000" y="3282950"/>
          <p14:tracePt t="45447" x="2266950" y="3282950"/>
          <p14:tracePt t="45464" x="2247900" y="3270250"/>
          <p14:tracePt t="45481" x="2235200" y="3270250"/>
          <p14:tracePt t="45548" x="2241550" y="3270250"/>
          <p14:tracePt t="45561" x="2247900" y="3270250"/>
          <p14:tracePt t="45569" x="2254250" y="3270250"/>
          <p14:tracePt t="45580" x="2266950" y="3270250"/>
          <p14:tracePt t="45597" x="2292350" y="3270250"/>
          <p14:tracePt t="45613" x="2311400" y="3276600"/>
          <p14:tracePt t="45630" x="2336800" y="3276600"/>
          <p14:tracePt t="45647" x="2463800" y="3314700"/>
          <p14:tracePt t="45663" x="2514600" y="3333750"/>
          <p14:tracePt t="45681" x="2654300" y="3390900"/>
          <p14:tracePt t="45696" x="2717800" y="3409950"/>
          <p14:tracePt t="45713" x="2870200" y="3454400"/>
          <p14:tracePt t="45730" x="2978150" y="3486150"/>
          <p14:tracePt t="45746" x="3016250" y="3492500"/>
          <p14:tracePt t="45763" x="3086100" y="3498850"/>
          <p14:tracePt t="45780" x="3111500" y="3498850"/>
          <p14:tracePt t="45796" x="3117850" y="3498850"/>
          <p14:tracePt t="45813" x="3124200" y="3498850"/>
          <p14:tracePt t="45898" x="3117850" y="3505200"/>
          <p14:tracePt t="45926" x="3111500" y="3505200"/>
          <p14:tracePt t="45947" x="3105150" y="3511550"/>
          <p14:tracePt t="45961" x="3098800" y="3511550"/>
          <p14:tracePt t="46621" x="3111500" y="3517900"/>
          <p14:tracePt t="46628" x="3124200" y="3524250"/>
          <p14:tracePt t="46642" x="3130550" y="3530600"/>
          <p14:tracePt t="46649" x="3149600" y="3536950"/>
          <p14:tracePt t="46663" x="3162300" y="3543300"/>
          <p14:tracePt t="46677" x="3194050" y="3549650"/>
          <p14:tracePt t="46693" x="3244850" y="3562350"/>
          <p14:tracePt t="46709" x="3263900" y="3562350"/>
          <p14:tracePt t="46726" x="3321050" y="3568700"/>
          <p14:tracePt t="46743" x="3390900" y="3587750"/>
          <p14:tracePt t="46759" x="3422650" y="3587750"/>
          <p14:tracePt t="46776" x="3479800" y="3594100"/>
          <p14:tracePt t="46793" x="3517900" y="3600450"/>
          <p14:tracePt t="46810" x="3562350" y="3600450"/>
          <p14:tracePt t="46825" x="3575050" y="3600450"/>
          <p14:tracePt t="46842" x="3606800" y="3600450"/>
          <p14:tracePt t="46859" x="3632200" y="3594100"/>
          <p14:tracePt t="46875" x="3644900" y="3594100"/>
          <p14:tracePt t="46892" x="3651250" y="3587750"/>
          <p14:tracePt t="46910" x="3676650" y="3575050"/>
          <p14:tracePt t="46925" x="3695700" y="3568700"/>
          <p14:tracePt t="46943" x="3714750" y="3562350"/>
          <p14:tracePt t="46959" x="3778250" y="3543300"/>
          <p14:tracePt t="46975" x="3867150" y="3505200"/>
          <p14:tracePt t="46992" x="4025900" y="3435350"/>
          <p14:tracePt t="47009" x="4114800" y="3403600"/>
          <p14:tracePt t="47025" x="4292600" y="3302000"/>
          <p14:tracePt t="47042" x="4508500" y="3187700"/>
          <p14:tracePt t="47058" x="4597400" y="3136900"/>
          <p14:tracePt t="47075" x="4749800" y="3022600"/>
          <p14:tracePt t="47092" x="4845050" y="2940050"/>
          <p14:tracePt t="47108" x="4870450" y="2895600"/>
          <p14:tracePt t="47112" x="4895850" y="2863850"/>
          <p14:tracePt t="47125" x="4914900" y="2819400"/>
          <p14:tracePt t="47141" x="4927600" y="2762250"/>
          <p14:tracePt t="47158" x="4927600" y="2736850"/>
          <p14:tracePt t="47175" x="4927600" y="2692400"/>
          <p14:tracePt t="47191" x="4927600" y="2641600"/>
          <p14:tracePt t="47209" x="4933950" y="2590800"/>
          <p14:tracePt t="47225" x="4933950" y="2571750"/>
          <p14:tracePt t="47241" x="4933950" y="2559050"/>
          <p14:tracePt t="47258" x="4933950" y="2520950"/>
          <p14:tracePt t="47274" x="4927600" y="2495550"/>
          <p14:tracePt t="47291" x="4927600" y="2482850"/>
          <p14:tracePt t="47308" x="4927600" y="2470150"/>
          <p14:tracePt t="47324" x="4914900" y="2457450"/>
          <p14:tracePt t="47358" x="4883150" y="2457450"/>
          <p14:tracePt t="47374" x="4832350" y="2457450"/>
          <p14:tracePt t="47391" x="4794250" y="2457450"/>
          <p14:tracePt t="47408" x="4686300" y="2482850"/>
          <p14:tracePt t="47424" x="4540250" y="2533650"/>
          <p14:tracePt t="47442" x="4400550" y="2603500"/>
          <p14:tracePt t="47457" x="4330700" y="2641600"/>
          <p14:tracePt t="47474" x="4203700" y="2736850"/>
          <p14:tracePt t="47491" x="4083050" y="2844800"/>
          <p14:tracePt t="47507" x="4038600" y="2895600"/>
          <p14:tracePt t="47524" x="3975100" y="2965450"/>
          <p14:tracePt t="47540" x="3854450" y="3111500"/>
          <p14:tracePt t="47557" x="3841750" y="3143250"/>
          <p14:tracePt t="47574" x="3816350" y="3168650"/>
          <p14:tracePt t="47590" x="3790950" y="3213100"/>
          <p14:tracePt t="47607" x="3784600" y="3238500"/>
          <p14:tracePt t="47611" x="3778250" y="3244850"/>
          <p14:tracePt t="47626" x="3771900" y="3251200"/>
          <p14:tracePt t="47640" x="3771900" y="3257550"/>
          <p14:tracePt t="47656" x="3765550" y="3282950"/>
          <p14:tracePt t="47673" x="3759200" y="3308350"/>
          <p14:tracePt t="47689" x="3752850" y="3333750"/>
          <p14:tracePt t="47706" x="3746500" y="3359150"/>
          <p14:tracePt t="47723" x="3740150" y="3371850"/>
          <p14:tracePt t="47739" x="3733800" y="3378200"/>
          <p14:tracePt t="47757" x="3721100" y="3384550"/>
          <p14:tracePt t="47772" x="3708400" y="3384550"/>
          <p14:tracePt t="47806" x="3695700" y="3378200"/>
          <p14:tracePt t="47822" x="3670300" y="3352800"/>
          <p14:tracePt t="47839" x="3663950" y="3340100"/>
          <p14:tracePt t="47856" x="3632200" y="3302000"/>
          <p14:tracePt t="47872" x="3619500" y="3289300"/>
          <p14:tracePt t="47889" x="3600450" y="3251200"/>
          <p14:tracePt t="47905" x="3587750" y="3238500"/>
          <p14:tracePt t="47922" x="3581400" y="3232150"/>
          <p14:tracePt t="47939" x="3581400" y="3225800"/>
          <p14:tracePt t="48003" x="3587750" y="3225800"/>
          <p14:tracePt t="48017" x="3594100" y="3225800"/>
          <p14:tracePt t="48024" x="3600450" y="3225800"/>
          <p14:tracePt t="48039" x="3606800" y="3232150"/>
          <p14:tracePt t="48055" x="3619500" y="3238500"/>
          <p14:tracePt t="48071" x="3651250" y="3244850"/>
          <p14:tracePt t="48088" x="3746500" y="3257550"/>
          <p14:tracePt t="48105" x="3886200" y="3276600"/>
          <p14:tracePt t="48122" x="4070350" y="3308350"/>
          <p14:tracePt t="48138" x="4159250" y="3321050"/>
          <p14:tracePt t="48155" x="4248150" y="3327400"/>
          <p14:tracePt t="48171" x="4495800" y="3314700"/>
          <p14:tracePt t="48188" x="4572000" y="3295650"/>
          <p14:tracePt t="48205" x="4629150" y="3289300"/>
          <p14:tracePt t="48221" x="4711700" y="3244850"/>
          <p14:tracePt t="48238" x="4756150" y="3219450"/>
          <p14:tracePt t="48255" x="4787900" y="3206750"/>
          <p14:tracePt t="48270" x="4794250" y="3206750"/>
          <p14:tracePt t="48287" x="4813300" y="3200400"/>
          <p14:tracePt t="48305" x="4826000" y="3200400"/>
          <p14:tracePt t="48320" x="4832350" y="3200400"/>
          <p14:tracePt t="48337" x="4845050" y="3200400"/>
          <p14:tracePt t="48354" x="4864100" y="3194050"/>
          <p14:tracePt t="48370" x="4876800" y="3194050"/>
          <p14:tracePt t="48388" x="4902200" y="3187700"/>
          <p14:tracePt t="48404" x="4959350" y="3187700"/>
          <p14:tracePt t="48420" x="5003800" y="3175000"/>
          <p14:tracePt t="48438" x="5105400" y="3168650"/>
          <p14:tracePt t="48454" x="5213350" y="3162300"/>
          <p14:tracePt t="48470" x="5264150" y="3149600"/>
          <p14:tracePt t="48487" x="5346700" y="3124200"/>
          <p14:tracePt t="48503" x="5372100" y="3117850"/>
          <p14:tracePt t="48520" x="5397500" y="3117850"/>
          <p14:tracePt t="48537" x="5403850" y="3117850"/>
          <p14:tracePt t="48557" x="5397500" y="3117850"/>
          <p14:tracePt t="48570" x="5391150" y="3124200"/>
          <p14:tracePt t="48586" x="5359400" y="3124200"/>
          <p14:tracePt t="48603" x="5334000" y="3124200"/>
          <p14:tracePt t="48620" x="5207000" y="3124200"/>
          <p14:tracePt t="48636" x="5016500" y="3117850"/>
          <p14:tracePt t="48653" x="4889500" y="3117850"/>
          <p14:tracePt t="48670" x="4660900" y="3111500"/>
          <p14:tracePt t="48686" x="4451350" y="3111500"/>
          <p14:tracePt t="48703" x="4368800" y="3111500"/>
          <p14:tracePt t="48719" x="4267200" y="3111500"/>
          <p14:tracePt t="48736" x="4235450" y="3124200"/>
          <p14:tracePt t="48754" x="4222750" y="3124200"/>
          <p14:tracePt t="48769" x="4216400" y="3124200"/>
          <p14:tracePt t="48786" x="4216400" y="3130550"/>
          <p14:tracePt t="48803" x="4210050" y="3136900"/>
          <p14:tracePt t="48819" x="4216400" y="3136900"/>
          <p14:tracePt t="48836" x="4229100" y="3136900"/>
          <p14:tracePt t="48852" x="4286250" y="3143250"/>
          <p14:tracePt t="48869" x="4413250" y="3162300"/>
          <p14:tracePt t="48886" x="4508500" y="3175000"/>
          <p14:tracePt t="48902" x="4711700" y="3181350"/>
          <p14:tracePt t="48918" x="4902200" y="3181350"/>
          <p14:tracePt t="48936" x="5041900" y="3181350"/>
          <p14:tracePt t="48952" x="5080000" y="3181350"/>
          <p14:tracePt t="48968" x="5099050" y="3175000"/>
          <p14:tracePt t="49001" x="5086350" y="3175000"/>
          <p14:tracePt t="49018" x="5016500" y="3168650"/>
          <p14:tracePt t="49035" x="4895850" y="3162300"/>
          <p14:tracePt t="49051" x="4819650" y="3175000"/>
          <p14:tracePt t="49069" x="4616450" y="3194050"/>
          <p14:tracePt t="49085" x="4362450" y="3213100"/>
          <p14:tracePt t="49101" x="4260850" y="3213100"/>
          <p14:tracePt t="49118" x="4089400" y="3244850"/>
          <p14:tracePt t="49135" x="4025900" y="3251200"/>
          <p14:tracePt t="49151" x="3962400" y="3263900"/>
          <p14:tracePt t="49168" x="3937000" y="3270250"/>
          <p14:tracePt t="49209" x="3943350" y="3270250"/>
          <p14:tracePt t="49217" x="3949700" y="3270250"/>
          <p14:tracePt t="49234" x="3962400" y="3270250"/>
          <p14:tracePt t="49251" x="4006850" y="3263900"/>
          <p14:tracePt t="49267" x="4076700" y="3251200"/>
          <p14:tracePt t="49284" x="4152900" y="3244850"/>
          <p14:tracePt t="49301" x="4362450" y="3225800"/>
          <p14:tracePt t="49317" x="4591050" y="3194050"/>
          <p14:tracePt t="49334" x="4692650" y="3181350"/>
          <p14:tracePt t="49350" x="4806950" y="3175000"/>
          <p14:tracePt t="49367" x="4845050" y="3168650"/>
          <p14:tracePt t="49385" x="4851400" y="3168650"/>
          <p14:tracePt t="49427" x="4845050" y="3168650"/>
          <p14:tracePt t="49469" x="4838700" y="3168650"/>
          <p14:tracePt t="49476" x="4832350" y="3168650"/>
          <p14:tracePt t="49490" x="4826000" y="3168650"/>
          <p14:tracePt t="49500" x="4819650" y="3168650"/>
          <p14:tracePt t="49516" x="4813300" y="3175000"/>
          <p14:tracePt t="49533" x="4787900" y="3187700"/>
          <p14:tracePt t="49550" x="4775200" y="3187700"/>
          <p14:tracePt t="49887" x="4673600" y="3175000"/>
          <p14:tracePt t="49901" x="4559300" y="3143250"/>
          <p14:tracePt t="49908" x="4457700" y="3111500"/>
          <p14:tracePt t="49918" x="4324350" y="3092450"/>
          <p14:tracePt t="49931" x="4210050" y="3079750"/>
          <p14:tracePt t="49948" x="4089400" y="3079750"/>
          <p14:tracePt t="49965" x="3867150" y="3048000"/>
          <p14:tracePt t="49981" x="3727450" y="3028950"/>
          <p14:tracePt t="49999" x="3632200" y="3028950"/>
          <p14:tracePt t="50014" x="3594100" y="3035300"/>
          <p14:tracePt t="50031" x="3530600" y="3041650"/>
          <p14:tracePt t="50048" x="3498850" y="3048000"/>
          <p14:tracePt t="50065" x="3492500" y="3054350"/>
          <p14:tracePt t="50081" x="3486150" y="3054350"/>
          <p14:tracePt t="50118" x="3492500" y="3054350"/>
          <p14:tracePt t="50131" x="3498850" y="3048000"/>
          <p14:tracePt t="50148" x="3524250" y="3041650"/>
          <p14:tracePt t="50164" x="3530600" y="3041650"/>
          <p14:tracePt t="50182" x="3581400" y="3028950"/>
          <p14:tracePt t="50197" x="3676650" y="3009900"/>
          <p14:tracePt t="50215" x="3740150" y="3009900"/>
          <p14:tracePt t="50231" x="3937000" y="2978150"/>
          <p14:tracePt t="50247" x="4051300" y="2978150"/>
          <p14:tracePt t="50264" x="4254500" y="2952750"/>
          <p14:tracePt t="50280" x="4406900" y="2940050"/>
          <p14:tracePt t="50297" x="4451350" y="2921000"/>
          <p14:tracePt t="50315" x="4495800" y="2914650"/>
          <p14:tracePt t="50330" x="4495800" y="2908300"/>
          <p14:tracePt t="50364" x="4495800" y="2914650"/>
          <p14:tracePt t="50380" x="4495800" y="2921000"/>
          <p14:tracePt t="50406" x="4495800" y="2927350"/>
          <p14:tracePt t="50469" x="4489450" y="2933700"/>
          <p14:tracePt t="50511" x="4483100" y="2933700"/>
          <p14:tracePt t="50540" x="4476750" y="2940050"/>
          <p14:tracePt t="50567" x="4476750" y="2946400"/>
          <p14:tracePt t="51117" x="4470400" y="2952750"/>
          <p14:tracePt t="51131" x="4457700" y="2965450"/>
          <p14:tracePt t="51138" x="4445000" y="2978150"/>
          <p14:tracePt t="51152" x="4432300" y="2990850"/>
          <p14:tracePt t="51162" x="4406900" y="3003550"/>
          <p14:tracePt t="51177" x="4381500" y="3016250"/>
          <p14:tracePt t="51194" x="4305300" y="3060700"/>
          <p14:tracePt t="51210" x="4229100" y="3098800"/>
          <p14:tracePt t="51227" x="4203700" y="3117850"/>
          <p14:tracePt t="51244" x="4133850" y="3155950"/>
          <p14:tracePt t="51261" x="4089400" y="3175000"/>
          <p14:tracePt t="51277" x="4076700" y="3187700"/>
          <p14:tracePt t="51294" x="4057650" y="3194050"/>
          <p14:tracePt t="51310" x="4051300" y="3200400"/>
          <p14:tracePt t="51327" x="4044950" y="3206750"/>
          <p14:tracePt t="51363" x="4044950" y="3213100"/>
          <p14:tracePt t="51398" x="4038600" y="3219450"/>
          <p14:tracePt t="51483" x="4032250" y="3225800"/>
          <p14:tracePt t="51532" x="4032250" y="3232150"/>
          <p14:tracePt t="51538" x="4025900" y="3232150"/>
          <p14:tracePt t="51553" x="4025900" y="3238500"/>
          <p14:tracePt t="51562" x="4019550" y="3244850"/>
          <p14:tracePt t="51576" x="4013200" y="3251200"/>
          <p14:tracePt t="51593" x="4013200" y="3257550"/>
          <p14:tracePt t="51609" x="3981450" y="3289300"/>
          <p14:tracePt t="51626" x="3968750" y="3302000"/>
          <p14:tracePt t="51642" x="3956050" y="3327400"/>
          <p14:tracePt t="51659" x="3917950" y="3359150"/>
          <p14:tracePt t="51676" x="3854450" y="3409950"/>
          <p14:tracePt t="51680" x="3822700" y="3435350"/>
          <p14:tracePt t="51695" x="3790950" y="3460750"/>
          <p14:tracePt t="51709" x="3746500" y="3486150"/>
          <p14:tracePt t="51726" x="3657600" y="3536950"/>
          <p14:tracePt t="51743" x="3581400" y="3587750"/>
          <p14:tracePt t="51759" x="3517900" y="3619500"/>
          <p14:tracePt t="51775" x="3492500" y="3625850"/>
          <p14:tracePt t="52171" x="3454400" y="3644900"/>
          <p14:tracePt t="52185" x="3409950" y="3663950"/>
          <p14:tracePt t="52194" x="3378200" y="3689350"/>
          <p14:tracePt t="52207" x="3333750" y="3714750"/>
          <p14:tracePt t="52224" x="3244850" y="3765550"/>
          <p14:tracePt t="52240" x="3213100" y="3790950"/>
          <p14:tracePt t="52257" x="3175000" y="3829050"/>
          <p14:tracePt t="52274" x="3143250" y="3867150"/>
          <p14:tracePt t="52292" x="3111500" y="3898900"/>
          <p14:tracePt t="52306" x="3105150" y="3917950"/>
          <p14:tracePt t="52323" x="3092450" y="3930650"/>
          <p14:tracePt t="52341" x="3079750" y="3975100"/>
          <p14:tracePt t="52357" x="3073400" y="4000500"/>
          <p14:tracePt t="52373" x="3073400" y="4019550"/>
          <p14:tracePt t="52390" x="3067050" y="4044950"/>
          <p14:tracePt t="52406" x="3067050" y="4064000"/>
          <p14:tracePt t="52423" x="3067050" y="4070350"/>
          <p14:tracePt t="52620" x="3067050" y="4064000"/>
          <p14:tracePt t="52642" x="3067050" y="4057650"/>
          <p14:tracePt t="52657" x="3067050" y="4051300"/>
          <p14:tracePt t="52684" x="3060700" y="4044950"/>
          <p14:tracePt t="52691" x="3060700" y="4038600"/>
          <p14:tracePt t="52726" x="3054350" y="4032250"/>
          <p14:tracePt t="52734" x="3054350" y="4025900"/>
          <p14:tracePt t="52747" x="3048000" y="4019550"/>
          <p14:tracePt t="52756" x="3041650" y="4006850"/>
          <p14:tracePt t="52772" x="3035300" y="3994150"/>
          <p14:tracePt t="52789" x="3022600" y="3968750"/>
          <p14:tracePt t="52805" x="3003550" y="3943350"/>
          <p14:tracePt t="52822" x="2990850" y="3930650"/>
          <p14:tracePt t="52839" x="2978150" y="3911600"/>
          <p14:tracePt t="52855" x="2971800" y="3898900"/>
          <p14:tracePt t="52888" x="2965450" y="3892550"/>
          <p14:tracePt t="52904" x="2959100" y="3892550"/>
          <p14:tracePt t="52924" x="2959100" y="3886200"/>
          <p14:tracePt t="52965" x="2959100" y="3873500"/>
          <p14:tracePt t="52973" x="2952750" y="3867150"/>
          <p14:tracePt t="52986" x="2946400" y="3860800"/>
          <p14:tracePt t="52993" x="2940050" y="3848100"/>
          <p14:tracePt t="53008" x="2933700" y="3829050"/>
          <p14:tracePt t="53021" x="2927350" y="3810000"/>
          <p14:tracePt t="53038" x="2895600" y="3746500"/>
          <p14:tracePt t="53055" x="2876550" y="3702050"/>
          <p14:tracePt t="53071" x="2838450" y="3625850"/>
          <p14:tracePt t="53087" x="2819400" y="3568700"/>
          <p14:tracePt t="53106" x="2806700" y="3517900"/>
          <p14:tracePt t="53120" x="2800350" y="3498850"/>
          <p14:tracePt t="53137" x="2794000" y="3473450"/>
          <p14:tracePt t="53154" x="2794000" y="3460750"/>
          <p14:tracePt t="53187" x="2794000" y="3448050"/>
          <p14:tracePt t="53225" x="2794000" y="3441700"/>
          <p14:tracePt t="53344" x="2794000" y="3435350"/>
          <p14:tracePt t="53358" x="2794000" y="3429000"/>
          <p14:tracePt t="53379" x="2794000" y="3422650"/>
          <p14:tracePt t="53385" x="2794000" y="3416300"/>
          <p14:tracePt t="53393" x="2794000" y="3409950"/>
          <p14:tracePt t="53414" x="2794000" y="3403600"/>
          <p14:tracePt t="53434" x="2794000" y="3397250"/>
          <p14:tracePt t="53449" x="2794000" y="3390900"/>
          <p14:tracePt t="53463" x="2794000" y="3384550"/>
          <p14:tracePt t="53505" x="2794000" y="3378200"/>
          <p14:tracePt t="53533" x="2800350" y="3378200"/>
          <p14:tracePt t="53547" x="2800350" y="3384550"/>
          <p14:tracePt t="53556" x="2800350" y="3390900"/>
          <p14:tracePt t="53569" x="2806700" y="3409950"/>
          <p14:tracePt t="53586" x="2825750" y="3429000"/>
          <p14:tracePt t="53603" x="2889250" y="3594100"/>
          <p14:tracePt t="53620" x="2908300" y="3670300"/>
          <p14:tracePt t="53636" x="2927350" y="3765550"/>
          <p14:tracePt t="53653" x="2965450" y="3917950"/>
          <p14:tracePt t="53669" x="2997200" y="4051300"/>
          <p14:tracePt t="53686" x="3003550" y="4121150"/>
          <p14:tracePt t="53689" x="3003550" y="4159250"/>
          <p14:tracePt t="53702" x="3003550" y="4178300"/>
          <p14:tracePt t="53719" x="3003550" y="4216400"/>
          <p14:tracePt t="53736" x="3003550" y="4235450"/>
          <p14:tracePt t="53752" x="3003550" y="4241800"/>
          <p14:tracePt t="53768" x="3003550" y="4248150"/>
          <p14:tracePt t="53856" x="2997200" y="4248150"/>
          <p14:tracePt t="53870" x="2997200" y="4241800"/>
          <p14:tracePt t="53877" x="2990850" y="4241800"/>
          <p14:tracePt t="53885" x="2984500" y="4241800"/>
          <p14:tracePt t="53901" x="2978150" y="4241800"/>
          <p14:tracePt t="53919" x="2965450" y="4235450"/>
          <p14:tracePt t="53935" x="2952750" y="4235450"/>
          <p14:tracePt t="53951" x="2940050" y="4235450"/>
          <p14:tracePt t="53968" x="2914650" y="4235450"/>
          <p14:tracePt t="53985" x="2901950" y="4235450"/>
          <p14:tracePt t="54001" x="2870200" y="4235450"/>
          <p14:tracePt t="54018" x="2851150" y="4241800"/>
          <p14:tracePt t="54034" x="2838450" y="4248150"/>
          <p14:tracePt t="54051" x="2832100" y="4248150"/>
          <p14:tracePt t="54084" x="2832100" y="4254500"/>
          <p14:tracePt t="54101" x="2832100" y="4260850"/>
          <p14:tracePt t="54117" x="2844800" y="4267200"/>
          <p14:tracePt t="54134" x="2851150" y="4273550"/>
          <p14:tracePt t="54151" x="2882900" y="4292600"/>
          <p14:tracePt t="54167" x="2940050" y="4324350"/>
          <p14:tracePt t="54184" x="2984500" y="4343400"/>
          <p14:tracePt t="54187" x="3028950" y="4356100"/>
          <p14:tracePt t="54201" x="3073400" y="4375150"/>
          <p14:tracePt t="54217" x="3117850" y="4394200"/>
          <p14:tracePt t="54235" x="3194050" y="4413250"/>
          <p14:tracePt t="54250" x="3206750" y="4419600"/>
          <p14:tracePt t="54268" x="3219450" y="4419600"/>
          <p14:tracePt t="54284" x="3225800" y="4419600"/>
          <p14:tracePt t="54305" x="3213100" y="4419600"/>
          <p14:tracePt t="54320" x="3194050" y="4413250"/>
          <p14:tracePt t="54333" x="3175000" y="4400550"/>
          <p14:tracePt t="54350" x="3105150" y="4387850"/>
          <p14:tracePt t="54368" x="2984500" y="4368800"/>
          <p14:tracePt t="54384" x="2933700" y="4362450"/>
          <p14:tracePt t="54400" x="2813050" y="4349750"/>
          <p14:tracePt t="54417" x="2755900" y="4349750"/>
          <p14:tracePt t="54433" x="2736850" y="4349750"/>
          <p14:tracePt t="54450" x="2724150" y="4343400"/>
          <p14:tracePt t="54466" x="2717800" y="4343400"/>
          <p14:tracePt t="54503" x="2724150" y="4343400"/>
          <p14:tracePt t="54516" x="2749550" y="4343400"/>
          <p14:tracePt t="54532" x="2774950" y="4337050"/>
          <p14:tracePt t="54550" x="2863850" y="4337050"/>
          <p14:tracePt t="54566" x="2927350" y="4337050"/>
          <p14:tracePt t="54582" x="3092450" y="4330700"/>
          <p14:tracePt t="54600" x="3225800" y="4318000"/>
          <p14:tracePt t="54615" x="3263900" y="4318000"/>
          <p14:tracePt t="54632" x="3302000" y="4318000"/>
          <p14:tracePt t="54649" x="3308350" y="4318000"/>
          <p14:tracePt t="54691" x="3295650" y="4318000"/>
          <p14:tracePt t="54699" x="3276600" y="4318000"/>
          <p14:tracePt t="54715" x="3244850" y="4318000"/>
          <p14:tracePt t="54732" x="3181350" y="4318000"/>
          <p14:tracePt t="54748" x="3060700" y="4324350"/>
          <p14:tracePt t="54765" x="2997200" y="4330700"/>
          <p14:tracePt t="54782" x="2895600" y="4330700"/>
          <p14:tracePt t="54798" x="2832100" y="4330700"/>
          <p14:tracePt t="54815" x="2813050" y="4330700"/>
          <p14:tracePt t="54831" x="2800350" y="4330700"/>
          <p14:tracePt t="54848" x="2794000" y="4330700"/>
          <p14:tracePt t="54867" x="2806700" y="4330700"/>
          <p14:tracePt t="54882" x="2813050" y="4330700"/>
          <p14:tracePt t="54898" x="2825750" y="4324350"/>
          <p14:tracePt t="54915" x="2882900" y="4324350"/>
          <p14:tracePt t="54931" x="2984500" y="4305300"/>
          <p14:tracePt t="54948" x="3054350" y="4298950"/>
          <p14:tracePt t="54965" x="3155950" y="4286250"/>
          <p14:tracePt t="54981" x="3219450" y="4273550"/>
          <p14:tracePt t="54998" x="3225800" y="4273550"/>
          <p14:tracePt t="55014" x="3232150" y="4273550"/>
          <p14:tracePt t="55030" x="3225800" y="4273550"/>
          <p14:tracePt t="55047" x="3206750" y="4273550"/>
          <p14:tracePt t="55064" x="3143250" y="4273550"/>
          <p14:tracePt t="55081" x="3041650" y="4273550"/>
          <p14:tracePt t="55098" x="2889250" y="4273550"/>
          <p14:tracePt t="55114" x="2825750" y="4273550"/>
          <p14:tracePt t="55130" x="2724150" y="4273550"/>
          <p14:tracePt t="55147" x="2667000" y="4273550"/>
          <p14:tracePt t="55164" x="2654300" y="4273550"/>
          <p14:tracePt t="55181" x="2647950" y="4273550"/>
          <p14:tracePt t="55197" x="2641600" y="4273550"/>
          <p14:tracePt t="55238" x="2654300" y="4273550"/>
          <p14:tracePt t="55252" x="2667000" y="4273550"/>
          <p14:tracePt t="55259" x="2686050" y="4273550"/>
          <p14:tracePt t="55272" x="2711450" y="4273550"/>
          <p14:tracePt t="55282" x="2749550" y="4273550"/>
          <p14:tracePt t="55296" x="2806700" y="4273550"/>
          <p14:tracePt t="55313" x="2933700" y="4273550"/>
          <p14:tracePt t="55330" x="3035300" y="4273550"/>
          <p14:tracePt t="55346" x="3060700" y="4273550"/>
          <p14:tracePt t="55364" x="3092450" y="4273550"/>
          <p14:tracePt t="55420" x="3079750" y="4267200"/>
          <p14:tracePt t="55427" x="3048000" y="4267200"/>
          <p14:tracePt t="55441" x="3009900" y="4260850"/>
          <p14:tracePt t="55449" x="2959100" y="4260850"/>
          <p14:tracePt t="55465" x="2889250" y="4248150"/>
          <p14:tracePt t="55479" x="2762250" y="4241800"/>
          <p14:tracePt t="55496" x="2698750" y="4241800"/>
          <p14:tracePt t="55513" x="2597150" y="4241800"/>
          <p14:tracePt t="55529" x="2565400" y="4241800"/>
          <p14:tracePt t="55546" x="2533650" y="4241800"/>
          <p14:tracePt t="55562" x="2520950" y="4235450"/>
          <p14:tracePt t="55595" x="2527300" y="4229100"/>
          <p14:tracePt t="55612" x="2559050" y="4229100"/>
          <p14:tracePt t="55629" x="2590800" y="4229100"/>
          <p14:tracePt t="55645" x="2717800" y="4222750"/>
          <p14:tracePt t="55662" x="2921000" y="4222750"/>
          <p14:tracePt t="55680" x="3111500" y="4222750"/>
          <p14:tracePt t="55695" x="3162300" y="4222750"/>
          <p14:tracePt t="55712" x="3219450" y="4216400"/>
          <p14:tracePt t="55729" x="3238500" y="4216400"/>
          <p14:tracePt t="55762" x="3232150" y="4216400"/>
          <p14:tracePt t="55778" x="3175000" y="4222750"/>
          <p14:tracePt t="55795" x="3117850" y="4222750"/>
          <p14:tracePt t="55811" x="3041650" y="4222750"/>
          <p14:tracePt t="55827" x="2838450" y="4241800"/>
          <p14:tracePt t="55845" x="2667000" y="4260850"/>
          <p14:tracePt t="55862" x="2527300" y="4267200"/>
          <p14:tracePt t="55878" x="2470150" y="4279900"/>
          <p14:tracePt t="55894" x="2432050" y="4279900"/>
          <p14:tracePt t="55911" x="2419350" y="4286250"/>
          <p14:tracePt t="55953" x="2432050" y="4286250"/>
          <p14:tracePt t="55962" x="2444750" y="4286250"/>
          <p14:tracePt t="55977" x="2470150" y="4286250"/>
          <p14:tracePt t="55996" x="2565400" y="4279900"/>
          <p14:tracePt t="56010" x="2730500" y="4267200"/>
          <p14:tracePt t="56027" x="2832100" y="4254500"/>
          <p14:tracePt t="56045" x="3009900" y="4248150"/>
          <p14:tracePt t="56061" x="3105150" y="4248150"/>
          <p14:tracePt t="56077" x="3124200" y="4241800"/>
          <p14:tracePt t="56094" x="3136900" y="4241800"/>
          <p14:tracePt t="56143" x="3124200" y="4241800"/>
          <p14:tracePt t="56150" x="3105150" y="4248150"/>
          <p14:tracePt t="56164" x="3073400" y="4254500"/>
          <p14:tracePt t="56177" x="2946400" y="4279900"/>
          <p14:tracePt t="56193" x="2863850" y="4292600"/>
          <p14:tracePt t="56210" x="2787650" y="4311650"/>
          <p14:tracePt t="56214" x="2717800" y="4330700"/>
          <p14:tracePt t="56227" x="2654300" y="4343400"/>
          <p14:tracePt t="56243" x="2546350" y="4356100"/>
          <p14:tracePt t="56260" x="2520950" y="4368800"/>
          <p14:tracePt t="56276" x="2489200" y="4375150"/>
          <p14:tracePt t="56317" x="2495550" y="4375150"/>
          <p14:tracePt t="56332" x="2514600" y="4375150"/>
          <p14:tracePt t="56342" x="2540000" y="4375150"/>
          <p14:tracePt t="56361" x="2641600" y="4387850"/>
          <p14:tracePt t="56376" x="2730500" y="4387850"/>
          <p14:tracePt t="56393" x="2844800" y="4394200"/>
          <p14:tracePt t="56410" x="3136900" y="4381500"/>
          <p14:tracePt t="56425" x="3206750" y="4375150"/>
          <p14:tracePt t="56443" x="3244850" y="4362450"/>
          <p14:tracePt t="56459" x="3276600" y="4356100"/>
          <p14:tracePt t="56476" x="3276600" y="4349750"/>
          <p14:tracePt t="56509" x="3270250" y="4349750"/>
          <p14:tracePt t="56526" x="3232150" y="4324350"/>
          <p14:tracePt t="56543" x="3162300" y="4311650"/>
          <p14:tracePt t="56559" x="3136900" y="4311650"/>
          <p14:tracePt t="56955" x="3092450" y="4305300"/>
          <p14:tracePt t="56961" x="3054350" y="4292600"/>
          <p14:tracePt t="56977" x="3003550" y="4292600"/>
          <p14:tracePt t="56990" x="2921000" y="4305300"/>
          <p14:tracePt t="57007" x="2889250" y="4305300"/>
          <p14:tracePt t="57025" x="2851150" y="4318000"/>
          <p14:tracePt t="57041" x="2844800" y="4324350"/>
          <p14:tracePt t="57058" x="2832100" y="4330700"/>
          <p14:tracePt t="57074" x="2819400" y="4337050"/>
          <p14:tracePt t="57997" x="2794000" y="4298950"/>
          <p14:tracePt t="58005" x="2749550" y="4241800"/>
          <p14:tracePt t="58011" x="2698750" y="4171950"/>
          <p14:tracePt t="58026" x="2647950" y="4089400"/>
          <p14:tracePt t="58038" x="2603500" y="3994150"/>
          <p14:tracePt t="58055" x="2489200" y="3784600"/>
          <p14:tracePt t="58071" x="2444750" y="3702050"/>
          <p14:tracePt t="58088" x="2387600" y="3568700"/>
          <p14:tracePt t="58104" x="2355850" y="3479800"/>
          <p14:tracePt t="58120" x="2349500" y="3454400"/>
          <p14:tracePt t="58138" x="2324100" y="3390900"/>
          <p14:tracePt t="58154" x="2305050" y="3340100"/>
          <p14:tracePt t="58170" x="2305050" y="3321050"/>
          <p14:tracePt t="58189" x="2305050" y="3276600"/>
          <p14:tracePt t="58204" x="2305050" y="3263900"/>
          <p14:tracePt t="58221" x="2305050" y="3257550"/>
          <p14:tracePt t="58237" x="2305050" y="3244850"/>
          <p14:tracePt t="58254" x="2305050" y="3238500"/>
          <p14:tracePt t="58270" x="2305050" y="3232150"/>
          <p14:tracePt t="58319" x="2305050" y="3225800"/>
          <p14:tracePt t="58360" x="2305050" y="3232150"/>
          <p14:tracePt t="58389" x="2305050" y="3238500"/>
          <p14:tracePt t="58409" x="2305050" y="3244850"/>
          <p14:tracePt t="58423" x="2305050" y="3251200"/>
          <p14:tracePt t="58430" x="2305050" y="3257550"/>
          <p14:tracePt t="58453" x="2305050" y="3263900"/>
          <p14:tracePt t="58458" x="2305050" y="3270250"/>
          <p14:tracePt t="58473" x="2298700" y="3276600"/>
          <p14:tracePt t="58486" x="2298700" y="3282950"/>
          <p14:tracePt t="58503" x="2292350" y="3295650"/>
          <p14:tracePt t="58519" x="2286000" y="3302000"/>
          <p14:tracePt t="58536" x="2266950" y="3333750"/>
          <p14:tracePt t="58552" x="2216150" y="3371850"/>
          <p14:tracePt t="58569" x="2184400" y="3390900"/>
          <p14:tracePt t="58586" x="2095500" y="3429000"/>
          <p14:tracePt t="58602" x="1987550" y="3460750"/>
          <p14:tracePt t="58619" x="1943100" y="3473450"/>
          <p14:tracePt t="58635" x="1873250" y="3479800"/>
          <p14:tracePt t="58652" x="1828800" y="3479800"/>
          <p14:tracePt t="58670" x="1803400" y="3479800"/>
          <p14:tracePt t="58685" x="1797050" y="3479800"/>
          <p14:tracePt t="58702" x="1790700" y="3479800"/>
          <p14:tracePt t="58720" x="1765300" y="3479800"/>
          <p14:tracePt t="58739" x="1752600" y="3479800"/>
          <p14:tracePt t="58754" x="1746250" y="3479800"/>
          <p14:tracePt t="58768" x="1739900" y="3479800"/>
          <p14:tracePt t="58784" x="1727200" y="3479800"/>
          <p14:tracePt t="58818" x="1720850" y="3479800"/>
          <p14:tracePt t="58923" x="1727200" y="3479800"/>
          <p14:tracePt t="58929" x="1733550" y="3479800"/>
          <p14:tracePt t="58943" x="1746250" y="3479800"/>
          <p14:tracePt t="58953" x="1758950" y="3479800"/>
          <p14:tracePt t="58967" x="1778000" y="3479800"/>
          <p14:tracePt t="58984" x="1809750" y="3479800"/>
          <p14:tracePt t="59000" x="1911350" y="3486150"/>
          <p14:tracePt t="59017" x="2063750" y="3498850"/>
          <p14:tracePt t="59034" x="2254250" y="3505200"/>
          <p14:tracePt t="59050" x="2355850" y="3517900"/>
          <p14:tracePt t="59067" x="2540000" y="3524250"/>
          <p14:tracePt t="59084" x="2717800" y="3524250"/>
          <p14:tracePt t="59100" x="2794000" y="3524250"/>
          <p14:tracePt t="59117" x="2921000" y="3536950"/>
          <p14:tracePt t="59133" x="2971800" y="3543300"/>
          <p14:tracePt t="59150" x="2990850" y="3543300"/>
          <p14:tracePt t="59167" x="3003550" y="3543300"/>
          <p14:tracePt t="59183" x="3009900" y="3543300"/>
          <p14:tracePt t="59406" x="3003550" y="3543300"/>
          <p14:tracePt t="59547" x="2997200" y="3543300"/>
          <p14:tracePt t="59575" x="2990850" y="3549650"/>
          <p14:tracePt t="59589" x="2984500" y="3549650"/>
          <p14:tracePt t="59906" x="2959100" y="3568700"/>
          <p14:tracePt t="59913" x="2927350" y="3594100"/>
          <p14:tracePt t="59927" x="2882900" y="3619500"/>
          <p14:tracePt t="59934" x="2825750" y="3644900"/>
          <p14:tracePt t="59950" x="2781300" y="3676650"/>
          <p14:tracePt t="59964" x="2724150" y="3689350"/>
          <p14:tracePt t="59980" x="2603500" y="3740150"/>
          <p14:tracePt t="59997" x="2495550" y="3778250"/>
          <p14:tracePt t="60014" x="2451100" y="3790950"/>
          <p14:tracePt t="60031" x="2387600" y="3822700"/>
          <p14:tracePt t="60047" x="2343150" y="3848100"/>
          <p14:tracePt t="60063" x="2330450" y="3854450"/>
          <p14:tracePt t="60080" x="2305050" y="3860800"/>
          <p14:tracePt t="60096" x="2286000" y="3867150"/>
          <p14:tracePt t="60113" x="2273300" y="3873500"/>
          <p14:tracePt t="60130" x="2266950" y="3873500"/>
          <p14:tracePt t="60146" x="2254250" y="3873500"/>
          <p14:tracePt t="60163" x="2247900" y="3873500"/>
          <p14:tracePt t="60180" x="2235200" y="3867150"/>
          <p14:tracePt t="60196" x="2228850" y="3860800"/>
          <p14:tracePt t="60214" x="2222500" y="3860800"/>
          <p14:tracePt t="60229" x="2197100" y="3854450"/>
          <p14:tracePt t="60246" x="2171700" y="3848100"/>
          <p14:tracePt t="60264" x="2120900" y="3841750"/>
          <p14:tracePt t="60279" x="2101850" y="3841750"/>
          <p14:tracePt t="60296" x="2063750" y="3841750"/>
          <p14:tracePt t="60313" x="1974850" y="3841750"/>
          <p14:tracePt t="60330" x="1949450" y="3841750"/>
          <p14:tracePt t="60346" x="1917700" y="3848100"/>
          <p14:tracePt t="60362" x="1885950" y="3854450"/>
          <p14:tracePt t="60379" x="1854200" y="3854450"/>
          <p14:tracePt t="60396" x="1835150" y="3860800"/>
          <p14:tracePt t="60412" x="1828800" y="3860800"/>
          <p14:tracePt t="60430" x="1822450" y="3867150"/>
          <p14:tracePt t="60474" x="1816100" y="3867150"/>
          <p14:tracePt t="60677" x="1841500" y="3867150"/>
          <p14:tracePt t="60684" x="1892300" y="3867150"/>
          <p14:tracePt t="60698" x="1968500" y="3860800"/>
          <p14:tracePt t="60711" x="2044700" y="3860800"/>
          <p14:tracePt t="60728" x="2184400" y="3860800"/>
          <p14:tracePt t="60745" x="2254250" y="3854450"/>
          <p14:tracePt t="60748" x="2317750" y="3841750"/>
          <p14:tracePt t="60763" x="2355850" y="3841750"/>
          <p14:tracePt t="60778" x="2406650" y="3841750"/>
          <p14:tracePt t="60794" x="2425700" y="3835400"/>
          <p14:tracePt t="60811" x="2438400" y="3835400"/>
          <p14:tracePt t="60827" x="2444750" y="3835400"/>
          <p14:tracePt t="61386" x="2438400" y="3835400"/>
          <p14:tracePt t="61477" x="2432050" y="3841750"/>
          <p14:tracePt t="61497" x="2425700" y="3841750"/>
          <p14:tracePt t="61526" x="2425700" y="3848100"/>
          <p14:tracePt t="62364" x="2451100" y="3848100"/>
          <p14:tracePt t="62371" x="2476500" y="3848100"/>
          <p14:tracePt t="62378" x="2514600" y="3848100"/>
          <p14:tracePt t="62392" x="2546350" y="3848100"/>
          <p14:tracePt t="62406" x="2584450" y="3848100"/>
          <p14:tracePt t="62422" x="2686050" y="3848100"/>
          <p14:tracePt t="62438" x="2724150" y="3848100"/>
          <p14:tracePt t="62455" x="2781300" y="3841750"/>
          <p14:tracePt t="62472" x="2813050" y="3841750"/>
          <p14:tracePt t="62488" x="2825750" y="3841750"/>
          <p14:tracePt t="62505" x="2838450" y="3835400"/>
          <p14:tracePt t="62588" x="2832100" y="3835400"/>
          <p14:tracePt t="62624" x="2832100" y="3841750"/>
          <p14:tracePt t="63215" x="2819400" y="3841750"/>
          <p14:tracePt t="63221" x="2800350" y="3848100"/>
          <p14:tracePt t="63238" x="2774950" y="3848100"/>
          <p14:tracePt t="63252" x="2730500" y="3860800"/>
          <p14:tracePt t="63269" x="2711450" y="3860800"/>
          <p14:tracePt t="63286" x="2673350" y="3860800"/>
          <p14:tracePt t="63302" x="2622550" y="3854450"/>
          <p14:tracePt t="63319" x="2571750" y="3854450"/>
          <p14:tracePt t="63335" x="2559050" y="3854450"/>
          <p14:tracePt t="63352" x="2546350" y="3854450"/>
          <p14:tracePt t="63369" x="2527300" y="3854450"/>
          <p14:tracePt t="63425" x="2520950" y="3854450"/>
          <p14:tracePt t="63706" x="2520950" y="3848100"/>
          <p14:tracePt t="63713" x="2527300" y="3848100"/>
          <p14:tracePt t="63755" x="2533650" y="3848100"/>
          <p14:tracePt t="63783" x="2533650" y="3841750"/>
          <p14:tracePt t="63825" x="2540000" y="3841750"/>
          <p14:tracePt t="63831" x="2546350" y="3841750"/>
          <p14:tracePt t="63881" x="2552700" y="3835400"/>
          <p14:tracePt t="64007" x="2559050" y="3829050"/>
          <p14:tracePt t="64316" x="2565400" y="3829050"/>
          <p14:tracePt t="68106" x="2578100" y="3829050"/>
          <p14:tracePt t="68113" x="2590800" y="3822700"/>
          <p14:tracePt t="68122" x="2609850" y="3810000"/>
          <p14:tracePt t="68136" x="2628900" y="3797300"/>
          <p14:tracePt t="68152" x="2641600" y="3778250"/>
          <p14:tracePt t="68169" x="2686050" y="3746500"/>
          <p14:tracePt t="68185" x="2717800" y="3727450"/>
          <p14:tracePt t="68202" x="2743200" y="3708400"/>
          <p14:tracePt t="68219" x="2768600" y="3695700"/>
          <p14:tracePt t="68235" x="2794000" y="3683000"/>
          <p14:tracePt t="68252" x="2806700" y="3683000"/>
          <p14:tracePt t="68256" x="2813050" y="3676650"/>
          <p14:tracePt t="68269" x="2825750" y="3670300"/>
          <p14:tracePt t="68286" x="2857500" y="3670300"/>
          <p14:tracePt t="68302" x="2889250" y="3670300"/>
          <p14:tracePt t="68318" x="2908300" y="3670300"/>
          <p14:tracePt t="68335" x="2946400" y="3670300"/>
          <p14:tracePt t="68352" x="2990850" y="3670300"/>
          <p14:tracePt t="68368" x="3003550" y="3670300"/>
          <p14:tracePt t="68386" x="3016250" y="3670300"/>
          <p14:tracePt t="68464" x="3009900" y="3670300"/>
          <p14:tracePt t="68471" x="3003550" y="3670300"/>
          <p14:tracePt t="68488" x="2997200" y="3670300"/>
          <p14:tracePt t="68500" x="2990850" y="3670300"/>
          <p14:tracePt t="68517" x="2978150" y="3670300"/>
          <p14:tracePt t="68534" x="2959100" y="3670300"/>
          <p14:tracePt t="68551" x="2940050" y="3670300"/>
          <p14:tracePt t="68568" x="2889250" y="3670300"/>
          <p14:tracePt t="68585" x="2825750" y="3670300"/>
          <p14:tracePt t="68600" x="2787650" y="3670300"/>
          <p14:tracePt t="68618" x="2717800" y="3670300"/>
          <p14:tracePt t="68634" x="2660650" y="3676650"/>
          <p14:tracePt t="68650" x="2641600" y="3676650"/>
          <p14:tracePt t="68667" x="2597150" y="3683000"/>
          <p14:tracePt t="68684" x="2559050" y="3689350"/>
          <p14:tracePt t="68701" x="2546350" y="3695700"/>
          <p14:tracePt t="68717" x="2508250" y="3708400"/>
          <p14:tracePt t="68734" x="2489200" y="3721100"/>
          <p14:tracePt t="68750" x="2438400" y="3746500"/>
          <p14:tracePt t="68767" x="2419350" y="3759200"/>
          <p14:tracePt t="70606" x="2419350" y="3771900"/>
          <p14:tracePt t="70620" x="2432050" y="3771900"/>
          <p14:tracePt t="70630" x="2438400" y="3784600"/>
          <p14:tracePt t="70643" x="2451100" y="3790950"/>
          <p14:tracePt t="70660" x="2463800" y="3797300"/>
          <p14:tracePt t="70677" x="2482850" y="3803650"/>
          <p14:tracePt t="70693" x="2495550" y="3803650"/>
          <p14:tracePt t="70711" x="2501900" y="3810000"/>
          <p14:tracePt t="70726" x="2533650" y="3810000"/>
          <p14:tracePt t="70743" x="2552700" y="3803650"/>
          <p14:tracePt t="70760" x="2565400" y="3803650"/>
          <p14:tracePt t="70777" x="2578100" y="3797300"/>
          <p14:tracePt t="70793" x="2590800" y="3790950"/>
          <p14:tracePt t="70813" x="2597150" y="3784600"/>
          <p14:tracePt t="70838" x="2603500" y="3784600"/>
          <p14:tracePt t="70984" x="2597150" y="3790950"/>
          <p14:tracePt t="71020" x="2590800" y="3797300"/>
          <p14:tracePt t="71027" x="2584450" y="3797300"/>
          <p14:tracePt t="71048" x="2578100" y="3803650"/>
          <p14:tracePt t="71061" x="2571750" y="3803650"/>
          <p14:tracePt t="71069" x="2559050" y="3816350"/>
          <p14:tracePt t="71078" x="2546350" y="3822700"/>
          <p14:tracePt t="71091" x="2527300" y="3841750"/>
          <p14:tracePt t="71108" x="2508250" y="3848100"/>
          <p14:tracePt t="71125" x="2457450" y="3873500"/>
          <p14:tracePt t="71142" x="2400300" y="3905250"/>
          <p14:tracePt t="71158" x="2387600" y="3911600"/>
          <p14:tracePt t="71175" x="2355850" y="3930650"/>
          <p14:tracePt t="71192" x="2330450" y="3937000"/>
          <p14:tracePt t="71209" x="2305050" y="3937000"/>
          <p14:tracePt t="71225" x="2298700" y="3937000"/>
          <p14:tracePt t="71242" x="2286000" y="3930650"/>
          <p14:tracePt t="71259" x="2266950" y="3924300"/>
          <p14:tracePt t="71275" x="2254250" y="3917950"/>
          <p14:tracePt t="71291" x="2228850" y="3911600"/>
          <p14:tracePt t="71308" x="2203450" y="3898900"/>
          <p14:tracePt t="71325" x="2197100" y="3898900"/>
          <p14:tracePt t="71342" x="2178050" y="3892550"/>
          <p14:tracePt t="71358" x="2171700" y="3892550"/>
          <p14:tracePt t="71391" x="2165350" y="3892550"/>
          <p14:tracePt t="71413" x="2159000" y="3892550"/>
          <p14:tracePt t="71532" x="2165350" y="3892550"/>
          <p14:tracePt t="71538" x="2171700" y="3892550"/>
          <p14:tracePt t="71560" x="2178050" y="3892550"/>
          <p14:tracePt t="71567" x="2184400" y="3892550"/>
          <p14:tracePt t="71581" x="2190750" y="3892550"/>
          <p14:tracePt t="71590" x="2197100" y="3892550"/>
          <p14:tracePt t="71606" x="2209800" y="3892550"/>
          <p14:tracePt t="71623" x="2241550" y="3892550"/>
          <p14:tracePt t="71640" x="2292350" y="3886200"/>
          <p14:tracePt t="71657" x="2311400" y="3873500"/>
          <p14:tracePt t="71674" x="2362200" y="3873500"/>
          <p14:tracePt t="71690" x="2381250" y="3867150"/>
          <p14:tracePt t="71707" x="2400300" y="3867150"/>
          <p14:tracePt t="71723" x="2406650" y="3867150"/>
          <p14:tracePt t="71799" x="2400300" y="3867150"/>
          <p14:tracePt t="71812" x="2393950" y="3867150"/>
          <p14:tracePt t="71834" x="2387600" y="3867150"/>
          <p14:tracePt t="71841" x="2381250" y="3867150"/>
          <p14:tracePt t="71847" x="2374900" y="3867150"/>
          <p14:tracePt t="71861" x="2374900" y="3873500"/>
          <p14:tracePt t="71872" x="2368550" y="3873500"/>
          <p14:tracePt t="71890" x="2349500" y="3879850"/>
          <p14:tracePt t="71906" x="2336800" y="3879850"/>
          <p14:tracePt t="71922" x="2305050" y="3892550"/>
          <p14:tracePt t="71939" x="2273300" y="3898900"/>
          <p14:tracePt t="71956" x="2254250" y="3905250"/>
          <p14:tracePt t="71972" x="2235200" y="3905250"/>
          <p14:tracePt t="71990" x="2216150" y="3911600"/>
          <p14:tracePt t="72006" x="2209800" y="3917950"/>
          <p14:tracePt t="72114" x="2216150" y="3911600"/>
          <p14:tracePt t="72121" x="2222500" y="3911600"/>
          <p14:tracePt t="72128" x="2228850" y="3911600"/>
          <p14:tracePt t="72150" x="2235200" y="3911600"/>
          <p14:tracePt t="72157" x="2235200" y="3905250"/>
          <p14:tracePt t="72177" x="2241550" y="3905250"/>
          <p14:tracePt t="72199" x="2247900" y="3898900"/>
          <p14:tracePt t="72262" x="2254250" y="3892550"/>
          <p14:tracePt t="72297" x="2260600" y="3886200"/>
          <p14:tracePt t="72318" x="2266950" y="3879850"/>
          <p14:tracePt t="72346" x="2273300" y="3879850"/>
          <p14:tracePt t="72359" x="2273300" y="3873500"/>
          <p14:tracePt t="72367" x="2273300" y="3867150"/>
          <p14:tracePt t="72784" x="2279650" y="3867150"/>
          <p14:tracePt t="72791" x="2292350" y="3860800"/>
          <p14:tracePt t="72806" x="2305050" y="3854450"/>
          <p14:tracePt t="72819" x="2317750" y="3848100"/>
          <p14:tracePt t="72836" x="2324100" y="3841750"/>
          <p14:tracePt t="72853" x="2324100" y="3835400"/>
          <p14:tracePt t="72882" x="2317750" y="3835400"/>
          <p14:tracePt t="72896" x="2305050" y="3835400"/>
          <p14:tracePt t="72906" x="2286000" y="3835400"/>
          <p14:tracePt t="72919" x="2266950" y="3829050"/>
          <p14:tracePt t="72935" x="2203450" y="3822700"/>
          <p14:tracePt t="72953" x="2127250" y="3822700"/>
          <p14:tracePt t="72969" x="2095500" y="3810000"/>
          <p14:tracePt t="72986" x="2051050" y="3810000"/>
          <p14:tracePt t="73002" x="2019300" y="3803650"/>
          <p14:tracePt t="73019" x="2012950" y="3803650"/>
          <p14:tracePt t="73036" x="2006600" y="3803650"/>
          <p14:tracePt t="73052" x="2000250" y="3803650"/>
          <p14:tracePt t="73114" x="1993900" y="3810000"/>
          <p14:tracePt t="73120" x="1987550" y="3816350"/>
          <p14:tracePt t="73142" x="1981200" y="3822700"/>
          <p14:tracePt t="73163" x="1981200" y="3829050"/>
          <p14:tracePt t="73171" x="1974850" y="3829050"/>
          <p14:tracePt t="73226" x="1968500" y="3835400"/>
          <p14:tracePt t="73254" x="1962150" y="3841750"/>
          <p14:tracePt t="73282" x="1955800" y="3848100"/>
          <p14:tracePt t="73303" x="1949450" y="3854450"/>
          <p14:tracePt t="73352" x="1949450" y="3860800"/>
          <p14:tracePt t="73373" x="1955800" y="3860800"/>
          <p14:tracePt t="73387" x="1962150" y="3860800"/>
          <p14:tracePt t="73394" x="1968500" y="3860800"/>
          <p14:tracePt t="73403" x="1981200" y="3860800"/>
          <p14:tracePt t="73417" x="2000250" y="3860800"/>
          <p14:tracePt t="73434" x="2019300" y="3860800"/>
          <p14:tracePt t="73450" x="2057400" y="3860800"/>
          <p14:tracePt t="73467" x="2108200" y="3860800"/>
          <p14:tracePt t="73484" x="2127250" y="3860800"/>
          <p14:tracePt t="73500" x="2159000" y="3860800"/>
          <p14:tracePt t="73517" x="2178050" y="3860800"/>
          <p14:tracePt t="73534" x="2184400" y="3860800"/>
          <p14:tracePt t="73567" x="2159000" y="3860800"/>
          <p14:tracePt t="73584" x="2133600" y="3860800"/>
          <p14:tracePt t="73600" x="2114550" y="3867150"/>
          <p14:tracePt t="73617" x="2057400" y="3886200"/>
          <p14:tracePt t="73633" x="1993900" y="3911600"/>
          <p14:tracePt t="73650" x="1949450" y="3917950"/>
          <p14:tracePt t="73667" x="1898650" y="3943350"/>
          <p14:tracePt t="73683" x="1866900" y="3956050"/>
          <p14:tracePt t="73699" x="1854200" y="3956050"/>
          <p14:tracePt t="73717" x="1847850" y="3962400"/>
          <p14:tracePt t="73753" x="1854200" y="3962400"/>
          <p14:tracePt t="73768" x="1860550" y="3962400"/>
          <p14:tracePt t="73783" x="1879600" y="3962400"/>
          <p14:tracePt t="73799" x="1924050" y="3962400"/>
          <p14:tracePt t="73816" x="2032000" y="3943350"/>
          <p14:tracePt t="73832" x="2108200" y="3924300"/>
          <p14:tracePt t="73849" x="2279650" y="3886200"/>
          <p14:tracePt t="73866" x="2425700" y="3848100"/>
          <p14:tracePt t="73882" x="2495550" y="3829050"/>
          <p14:tracePt t="73899" x="2565400" y="3803650"/>
          <p14:tracePt t="73915" x="2609850" y="3778250"/>
          <p14:tracePt t="73932" x="2616200" y="3778250"/>
          <p14:tracePt t="73965" x="2616200" y="3771900"/>
          <p14:tracePt t="74005" x="2609850" y="3771900"/>
          <p14:tracePt t="74018" x="2603500" y="3771900"/>
          <p14:tracePt t="74033" x="2597150" y="3771900"/>
          <p14:tracePt t="74053" x="2590800" y="3778250"/>
          <p14:tracePt t="74074" x="2590800" y="3784600"/>
          <p14:tracePt t="74095" x="2584450" y="3790950"/>
          <p14:tracePt t="74116" x="2578100" y="3797300"/>
          <p14:tracePt t="74829" x="2590800" y="3797300"/>
          <p14:tracePt t="74836" x="2603500" y="3797300"/>
          <p14:tracePt t="74849" x="2616200" y="3797300"/>
          <p14:tracePt t="74862" x="2635250" y="3797300"/>
          <p14:tracePt t="74879" x="2660650" y="3803650"/>
          <p14:tracePt t="74895" x="2667000" y="3803650"/>
          <p14:tracePt t="74913" x="2686050" y="3810000"/>
          <p14:tracePt t="74929" x="2698750" y="3810000"/>
          <p14:tracePt t="74945" x="2705100" y="3810000"/>
          <p14:tracePt t="75025" x="2705100" y="3816350"/>
          <p14:tracePt t="75138" x="2711450" y="3822700"/>
          <p14:tracePt t="75159" x="2717800" y="3829050"/>
          <p14:tracePt t="75166" x="2724150" y="3835400"/>
          <p14:tracePt t="75181" x="2730500" y="3841750"/>
          <p14:tracePt t="75195" x="2730500" y="3848100"/>
          <p14:tracePt t="75211" x="2762250" y="3879850"/>
          <p14:tracePt t="75228" x="2787650" y="3892550"/>
          <p14:tracePt t="75244" x="2857500" y="3962400"/>
          <p14:tracePt t="75261" x="2946400" y="4038600"/>
          <p14:tracePt t="75279" x="3048000" y="4121150"/>
          <p14:tracePt t="75294" x="3092450" y="4146550"/>
          <p14:tracePt t="75311" x="3200400" y="4222750"/>
          <p14:tracePt t="75328" x="3289300" y="4279900"/>
          <p14:tracePt t="75344" x="3321050" y="4292600"/>
          <p14:tracePt t="75360" x="3371850" y="4324350"/>
          <p14:tracePt t="75378" x="3397250" y="4337050"/>
          <p14:tracePt t="75394" x="3409950" y="4349750"/>
          <p14:tracePt t="75411" x="3429000" y="4356100"/>
          <p14:tracePt t="75427" x="3454400" y="4368800"/>
          <p14:tracePt t="75444" x="3467100" y="4368800"/>
          <p14:tracePt t="75461" x="3486150" y="4375150"/>
          <p14:tracePt t="75493" x="3505200" y="4375150"/>
          <p14:tracePt t="75510" x="3517900" y="4381500"/>
          <p14:tracePt t="75527" x="3524250" y="4387850"/>
          <p14:tracePt t="75543" x="3536950" y="4387850"/>
          <p14:tracePt t="75560" x="3543300" y="4394200"/>
          <p14:tracePt t="75576" x="3549650" y="4394200"/>
          <p14:tracePt t="75594" x="3556000" y="4394200"/>
          <p14:tracePt t="75610" x="3562350" y="4394200"/>
          <p14:tracePt t="75630" x="3568700" y="4387850"/>
          <p14:tracePt t="75643" x="3568700" y="4381500"/>
          <p14:tracePt t="75659" x="3575050" y="4375150"/>
          <p14:tracePt t="75680" x="3581400" y="4362450"/>
          <p14:tracePt t="75693" x="3587750" y="4362450"/>
          <p14:tracePt t="75709" x="3594100" y="4356100"/>
          <p14:tracePt t="75726" x="3606800" y="4337050"/>
          <p14:tracePt t="75742" x="3619500" y="4324350"/>
          <p14:tracePt t="75759" x="3625850" y="4311650"/>
          <p14:tracePt t="75776" x="3683000" y="4267200"/>
          <p14:tracePt t="75792" x="3702050" y="4254500"/>
          <p14:tracePt t="75809" x="3733800" y="4241800"/>
          <p14:tracePt t="75826" x="3803650" y="4216400"/>
          <p14:tracePt t="75842" x="3898900" y="4197350"/>
          <p14:tracePt t="75859" x="3943350" y="4191000"/>
          <p14:tracePt t="75876" x="4057650" y="4178300"/>
          <p14:tracePt t="75892" x="4165600" y="4178300"/>
          <p14:tracePt t="75910" x="4248150" y="4191000"/>
          <p14:tracePt t="75925" x="4279900" y="4203700"/>
          <p14:tracePt t="75942" x="4311650" y="4210050"/>
          <p14:tracePt t="75959" x="4343400" y="4229100"/>
          <p14:tracePt t="75975" x="4356100" y="4229100"/>
          <p14:tracePt t="75992" x="4387850" y="4235450"/>
          <p14:tracePt t="76008" x="4413250" y="4235450"/>
          <p14:tracePt t="76025" x="4425950" y="4235450"/>
          <p14:tracePt t="76042" x="4432300" y="4235450"/>
          <p14:tracePt t="76058" x="4445000" y="4235450"/>
          <p14:tracePt t="76094" x="4445000" y="4241800"/>
          <p14:tracePt t="76183" x="4438650" y="4241800"/>
          <p14:tracePt t="76190" x="4432300" y="4248150"/>
          <p14:tracePt t="76218" x="4425950" y="4254500"/>
          <p14:tracePt t="76232" x="4419600" y="4260850"/>
          <p14:tracePt t="76239" x="4419600" y="4267200"/>
          <p14:tracePt t="76246" x="4419600" y="4273550"/>
          <p14:tracePt t="76261" x="4413250" y="4273550"/>
          <p14:tracePt t="76274" x="4413250" y="4279900"/>
          <p14:tracePt t="76291" x="4406900" y="4286250"/>
          <p14:tracePt t="76324" x="4394200" y="4298950"/>
          <p14:tracePt t="76340" x="4387850" y="4305300"/>
          <p14:tracePt t="76373" x="4375150" y="4311650"/>
          <p14:tracePt t="76390" x="4375150" y="4318000"/>
          <p14:tracePt t="76443" x="4368800" y="4324350"/>
          <p14:tracePt t="76449" x="4368800" y="4330700"/>
          <p14:tracePt t="76492" x="4368800" y="4337050"/>
          <p14:tracePt t="76513" x="4375150" y="4337050"/>
          <p14:tracePt t="76520" x="4381500" y="4337050"/>
          <p14:tracePt t="76534" x="4394200" y="4337050"/>
          <p14:tracePt t="76543" x="4413250" y="4337050"/>
          <p14:tracePt t="76556" x="4432300" y="4337050"/>
          <p14:tracePt t="76573" x="4502150" y="4330700"/>
          <p14:tracePt t="76590" x="4572000" y="4311650"/>
          <p14:tracePt t="76606" x="4603750" y="4311650"/>
          <p14:tracePt t="76623" x="4648200" y="4305300"/>
          <p14:tracePt t="76639" x="4686300" y="4298950"/>
          <p14:tracePt t="76656" x="4699000" y="4298950"/>
          <p14:tracePt t="76673" x="4699000" y="4292600"/>
          <p14:tracePt t="76689" x="4705350" y="4292600"/>
          <p14:tracePt t="76794" x="4699000" y="4298950"/>
          <p14:tracePt t="76821" x="4692650" y="4305300"/>
          <p14:tracePt t="76828" x="4692650" y="4311650"/>
          <p14:tracePt t="76850" x="4686300" y="4311650"/>
          <p14:tracePt t="76864" x="4686300" y="4318000"/>
          <p14:tracePt t="76872" x="4686300" y="4330700"/>
          <p14:tracePt t="76889" x="4692650" y="4337050"/>
          <p14:tracePt t="76906" x="4705350" y="4368800"/>
          <p14:tracePt t="76922" x="4724400" y="4413250"/>
          <p14:tracePt t="76938" x="4743450" y="4438650"/>
          <p14:tracePt t="76956" x="4781550" y="4508500"/>
          <p14:tracePt t="76972" x="4813300" y="4559300"/>
          <p14:tracePt t="76989" x="4832350" y="4591050"/>
          <p14:tracePt t="77005" x="4864100" y="4641850"/>
          <p14:tracePt t="77021" x="4889500" y="4667250"/>
          <p14:tracePt t="77039" x="4933950" y="4724400"/>
          <p14:tracePt t="77055" x="4953000" y="4743450"/>
          <p14:tracePt t="77071" x="4965700" y="4749800"/>
          <p14:tracePt t="77088" x="4978400" y="4762500"/>
          <p14:tracePt t="77104" x="4978400" y="4768850"/>
          <p14:tracePt t="77145" x="4978400" y="4775200"/>
          <p14:tracePt t="77200" x="4984750" y="4775200"/>
          <p14:tracePt t="77242" x="4991100" y="4775200"/>
          <p14:tracePt t="77249" x="4997450" y="4775200"/>
          <p14:tracePt t="77263" x="5003800" y="4775200"/>
          <p14:tracePt t="77273" x="5003800" y="4781550"/>
          <p14:tracePt t="77287" x="5016500" y="4781550"/>
          <p14:tracePt t="77304" x="5022850" y="4781550"/>
          <p14:tracePt t="77320" x="5054600" y="4781550"/>
          <p14:tracePt t="77337" x="5073650" y="4781550"/>
          <p14:tracePt t="77354" x="5092700" y="4787900"/>
          <p14:tracePt t="77370" x="5156200" y="4787900"/>
          <p14:tracePt t="77387" x="5213350" y="4787900"/>
          <p14:tracePt t="77391" x="5245100" y="4787900"/>
          <p14:tracePt t="77407" x="5270500" y="4787900"/>
          <p14:tracePt t="77420" x="5283200" y="4787900"/>
          <p14:tracePt t="77437" x="5321300" y="4787900"/>
          <p14:tracePt t="77453" x="5327650" y="4787900"/>
          <p14:tracePt t="77523" x="5327650" y="4781550"/>
          <p14:tracePt t="77586" x="5321300" y="4775200"/>
          <p14:tracePt t="77593" x="5314950" y="4775200"/>
          <p14:tracePt t="77615" x="5308600" y="4768850"/>
          <p14:tracePt t="77643" x="5295900" y="4762500"/>
          <p14:tracePt t="77671" x="5289550" y="4756150"/>
          <p14:tracePt t="77692" x="5283200" y="4749800"/>
          <p14:tracePt t="77734" x="5276850" y="4749800"/>
          <p14:tracePt t="77741" x="5270500" y="4749800"/>
          <p14:tracePt t="77762" x="5270500" y="4743450"/>
          <p14:tracePt t="77776" x="5264150" y="4743450"/>
          <p14:tracePt t="77785" x="5257800" y="4737100"/>
          <p14:tracePt t="77805" x="5251450" y="4737100"/>
          <p14:tracePt t="77832" x="5238750" y="4730750"/>
          <p14:tracePt t="77846" x="5238750" y="4724400"/>
          <p14:tracePt t="77874" x="5226050" y="4711700"/>
          <p14:tracePt t="77881" x="5219700" y="4705350"/>
          <p14:tracePt t="77895" x="5207000" y="4692650"/>
          <p14:tracePt t="77905" x="5194300" y="4679950"/>
          <p14:tracePt t="77918" x="5187950" y="4667250"/>
          <p14:tracePt t="77935" x="5162550" y="4648200"/>
          <p14:tracePt t="77952" x="5118100" y="4565650"/>
          <p14:tracePt t="77968" x="5099050" y="4521200"/>
          <p14:tracePt t="77985" x="5086350" y="4464050"/>
          <p14:tracePt t="78001" x="5048250" y="4368800"/>
          <p14:tracePt t="78018" x="5022850" y="4273550"/>
          <p14:tracePt t="78035" x="4978400" y="4171950"/>
          <p14:tracePt t="78051" x="4959350" y="4140200"/>
          <p14:tracePt t="78068" x="4921250" y="4076700"/>
          <p14:tracePt t="78085" x="4876800" y="4019550"/>
          <p14:tracePt t="78101" x="4851400" y="4000500"/>
          <p14:tracePt t="78118" x="4800600" y="3937000"/>
          <p14:tracePt t="78134" x="4743450" y="3873500"/>
          <p14:tracePt t="78151" x="4711700" y="3841750"/>
          <p14:tracePt t="78168" x="4641850" y="3790950"/>
          <p14:tracePt t="78184" x="4591050" y="3765550"/>
          <p14:tracePt t="78200" x="4572000" y="3746500"/>
          <p14:tracePt t="78218" x="4521200" y="3740150"/>
          <p14:tracePt t="78234" x="4489450" y="3733800"/>
          <p14:tracePt t="78250" x="4470400" y="3733800"/>
          <p14:tracePt t="78268" x="4445000" y="3733800"/>
          <p14:tracePt t="78284" x="4438650" y="3733800"/>
          <p14:tracePt t="78301" x="4432300" y="3733800"/>
          <p14:tracePt t="78317" x="4419600" y="3740150"/>
          <p14:tracePt t="78351" x="4425950" y="3752850"/>
          <p14:tracePt t="78367" x="4464050" y="3765550"/>
          <p14:tracePt t="78384" x="4521200" y="3790950"/>
          <p14:tracePt t="78401" x="4718050" y="3873500"/>
          <p14:tracePt t="78417" x="5092700" y="4019550"/>
          <p14:tracePt t="78434" x="5327650" y="4108450"/>
          <p14:tracePt t="78450" x="5905500" y="4286250"/>
          <p14:tracePt t="78466" x="6438900" y="4406900"/>
          <p14:tracePt t="78484" x="6870700" y="4451350"/>
          <p14:tracePt t="78500" x="7010400" y="4451350"/>
          <p14:tracePt t="78516" x="7137400" y="4451350"/>
          <p14:tracePt t="78533" x="7353300" y="4451350"/>
          <p14:tracePt t="78549" x="7467600" y="4445000"/>
          <p14:tracePt t="78566" x="7658100" y="4425950"/>
          <p14:tracePt t="78583" x="7835900" y="4413250"/>
          <p14:tracePt t="78600" x="7981950" y="4394200"/>
          <p14:tracePt t="78616" x="8032750" y="4387850"/>
          <p14:tracePt t="78633" x="8128000" y="4368800"/>
          <p14:tracePt t="78649" x="8197850" y="4356100"/>
          <p14:tracePt t="78667" x="8267700" y="4337050"/>
          <p14:tracePt t="78682" x="8299450" y="4330700"/>
          <p14:tracePt t="78699" x="8350250" y="4324350"/>
          <p14:tracePt t="78716" x="8401050" y="4311650"/>
          <p14:tracePt t="78732" x="8413750" y="4305300"/>
          <p14:tracePt t="78749" x="8426450" y="4298950"/>
          <p14:tracePt t="78765" x="8432800" y="4292600"/>
          <p14:tracePt t="78799" x="8439150" y="4286250"/>
          <p14:tracePt t="78835" x="8439150" y="4279900"/>
          <p14:tracePt t="78863" x="8432800" y="4279900"/>
          <p14:tracePt t="78905" x="8426450" y="4279900"/>
          <p14:tracePt t="78920" x="8413750" y="4279900"/>
          <p14:tracePt t="78926" x="8407400" y="4286250"/>
          <p14:tracePt t="78935" x="8388350" y="4286250"/>
          <p14:tracePt t="78949" x="8369300" y="4292600"/>
          <p14:tracePt t="78965" x="8337550" y="4292600"/>
          <p14:tracePt t="78982" x="8229600" y="4298950"/>
          <p14:tracePt t="78998" x="8013700" y="4298950"/>
          <p14:tracePt t="79015" x="7874000" y="4298950"/>
          <p14:tracePt t="79032" x="7499350" y="4260850"/>
          <p14:tracePt t="79048" x="6978650" y="4184650"/>
          <p14:tracePt t="79065" x="6686550" y="4152900"/>
          <p14:tracePt t="79082" x="6064250" y="4057650"/>
          <p14:tracePt t="79097" x="5359400" y="3956050"/>
          <p14:tracePt t="79114" x="5016500" y="3924300"/>
          <p14:tracePt t="79131" x="4419600" y="3848100"/>
          <p14:tracePt t="79147" x="3962400" y="3803650"/>
          <p14:tracePt t="79165" x="3638550" y="3790950"/>
          <p14:tracePt t="79181" x="3524250" y="3784600"/>
          <p14:tracePt t="79197" x="3435350" y="3784600"/>
          <p14:tracePt t="79214" x="3168650" y="3803650"/>
          <p14:tracePt t="79230" x="3098800" y="3816350"/>
          <p14:tracePt t="79247" x="3035300" y="3822700"/>
          <p14:tracePt t="79264" x="2927350" y="3835400"/>
          <p14:tracePt t="79280" x="2844800" y="3867150"/>
          <p14:tracePt t="79297" x="2813050" y="3886200"/>
          <p14:tracePt t="79313" x="2768600" y="3898900"/>
          <p14:tracePt t="79330" x="2743200" y="3911600"/>
          <p14:tracePt t="79347" x="2736850" y="3911600"/>
          <p14:tracePt t="79411" x="2730500" y="3911600"/>
          <p14:tracePt t="79467" x="2730500" y="3917950"/>
          <p14:tracePt t="79495" x="2724150" y="3924300"/>
          <p14:tracePt t="79509" x="2717800" y="3924300"/>
          <p14:tracePt t="79516" x="2717800" y="3930650"/>
          <p14:tracePt t="79533" x="2711450" y="3930650"/>
          <p14:tracePt t="79546" x="2698750" y="3930650"/>
          <p14:tracePt t="79563" x="2686050" y="3937000"/>
          <p14:tracePt t="79579" x="2667000" y="3937000"/>
          <p14:tracePt t="79596" x="2654300" y="3937000"/>
          <p14:tracePt t="79613" x="2635250" y="3937000"/>
          <p14:tracePt t="79629" x="2616200" y="3937000"/>
          <p14:tracePt t="79646" x="2597150" y="3937000"/>
          <p14:tracePt t="79663" x="2590800" y="3930650"/>
          <p14:tracePt t="79679" x="2584450" y="3930650"/>
          <p14:tracePt t="79712" x="2578100" y="3924300"/>
          <p14:tracePt t="79728" x="2578100" y="3917950"/>
          <p14:tracePt t="79749" x="2584450" y="3917950"/>
          <p14:tracePt t="79768" x="2597150" y="3911600"/>
          <p14:tracePt t="79789" x="2616200" y="3905250"/>
          <p14:tracePt t="79798" x="2641600" y="3898900"/>
          <p14:tracePt t="79812" x="2667000" y="3892550"/>
          <p14:tracePt t="79828" x="2698750" y="3886200"/>
          <p14:tracePt t="79846" x="2819400" y="3860800"/>
          <p14:tracePt t="79861" x="2863850" y="3848100"/>
          <p14:tracePt t="79878" x="2895600" y="3841750"/>
          <p14:tracePt t="79895" x="2940050" y="3835400"/>
          <p14:tracePt t="79911" x="2965450" y="3835400"/>
          <p14:tracePt t="79915" x="2971800" y="3835400"/>
          <p14:tracePt t="79931" x="2978150" y="3835400"/>
          <p14:tracePt t="79972" x="2971800" y="3841750"/>
          <p14:tracePt t="79979" x="2971800" y="3848100"/>
          <p14:tracePt t="80077" x="2984500" y="3848100"/>
          <p14:tracePt t="80090" x="2990850" y="3848100"/>
          <p14:tracePt t="80097" x="2997200" y="3848100"/>
          <p14:tracePt t="80114" x="3016250" y="3854450"/>
          <p14:tracePt t="80127" x="3092450" y="3867150"/>
          <p14:tracePt t="80144" x="3175000" y="3886200"/>
          <p14:tracePt t="80162" x="3435350" y="3930650"/>
          <p14:tracePt t="80177" x="3606800" y="3949700"/>
          <p14:tracePt t="80194" x="4057650" y="4038600"/>
          <p14:tracePt t="80211" x="4476750" y="4102100"/>
          <p14:tracePt t="80227" x="4673600" y="4133850"/>
          <p14:tracePt t="80244" x="4933950" y="4165600"/>
          <p14:tracePt t="80260" x="5092700" y="4191000"/>
          <p14:tracePt t="80277" x="5118100" y="4191000"/>
          <p14:tracePt t="80294" x="5162550" y="4210050"/>
          <p14:tracePt t="80310" x="5168900" y="4216400"/>
          <p14:tracePt t="80749" x="5181600" y="4235450"/>
          <p14:tracePt t="80756" x="5200650" y="4260850"/>
          <p14:tracePt t="80770" x="5226050" y="4279900"/>
          <p14:tracePt t="80778" x="5245100" y="4292600"/>
          <p14:tracePt t="80792" x="5264150" y="4311650"/>
          <p14:tracePt t="80808" x="5314950" y="4330700"/>
          <p14:tracePt t="80825" x="5391150" y="4356100"/>
          <p14:tracePt t="80841" x="5416550" y="4356100"/>
          <p14:tracePt t="80859" x="5454650" y="4362450"/>
          <p14:tracePt t="80875" x="5600700" y="4362450"/>
          <p14:tracePt t="80891" x="5676900" y="4362450"/>
          <p14:tracePt t="80908" x="5753100" y="4362450"/>
          <p14:tracePt t="80911" x="5829300" y="4362450"/>
          <p14:tracePt t="80925" x="6007100" y="4337050"/>
          <p14:tracePt t="80941" x="6115050" y="4330700"/>
          <p14:tracePt t="80960" x="6305550" y="4318000"/>
          <p14:tracePt t="80974" x="6419850" y="4311650"/>
          <p14:tracePt t="80991" x="6673850" y="4279900"/>
          <p14:tracePt t="81008" x="6915150" y="4267200"/>
          <p14:tracePt t="81024" x="7042150" y="4254500"/>
          <p14:tracePt t="81041" x="7283450" y="4222750"/>
          <p14:tracePt t="81058" x="7461250" y="4203700"/>
          <p14:tracePt t="81074" x="7543800" y="4184650"/>
          <p14:tracePt t="81090" x="7683500" y="4165600"/>
          <p14:tracePt t="81107" x="7791450" y="4146550"/>
          <p14:tracePt t="81124" x="7829550" y="4146550"/>
          <p14:tracePt t="81141" x="7861300" y="4146550"/>
          <p14:tracePt t="81158" x="7893050" y="4140200"/>
          <p14:tracePt t="81192" x="7886700" y="4140200"/>
          <p14:tracePt t="81207" x="7880350" y="4140200"/>
          <p14:tracePt t="81223" x="7874000" y="4140200"/>
          <p14:tracePt t="81240" x="7835900" y="4140200"/>
          <p14:tracePt t="81257" x="7778750" y="4140200"/>
          <p14:tracePt t="81274" x="7607300" y="4152900"/>
          <p14:tracePt t="81290" x="7327900" y="4146550"/>
          <p14:tracePt t="81307" x="7118350" y="4146550"/>
          <p14:tracePt t="81324" x="6616700" y="4114800"/>
          <p14:tracePt t="81340" x="6064250" y="4095750"/>
          <p14:tracePt t="81356" x="5822950" y="4083050"/>
          <p14:tracePt t="81373" x="5397500" y="4057650"/>
          <p14:tracePt t="81390" x="5111750" y="4057650"/>
          <p14:tracePt t="81407" x="4997450" y="4057650"/>
          <p14:tracePt t="81410" x="4908550" y="4070350"/>
          <p14:tracePt t="81423" x="4857750" y="4070350"/>
          <p14:tracePt t="81440" x="4762500" y="4076700"/>
          <p14:tracePt t="81456" x="4718050" y="4083050"/>
          <p14:tracePt t="81473" x="4711700" y="4083050"/>
          <p14:tracePt t="81489" x="4699000" y="4083050"/>
          <p14:tracePt t="81507" x="4679950" y="4083050"/>
          <p14:tracePt t="81522" x="4673600" y="4083050"/>
          <p14:tracePt t="81556" x="4654550" y="4070350"/>
          <p14:tracePt t="81572" x="4629150" y="4064000"/>
          <p14:tracePt t="81589" x="4610100" y="4057650"/>
          <p14:tracePt t="81606" x="4591050" y="4038600"/>
          <p14:tracePt t="81622" x="4546600" y="4032250"/>
          <p14:tracePt t="81639" x="4508500" y="4013200"/>
          <p14:tracePt t="81655" x="4483100" y="4006850"/>
          <p14:tracePt t="81672" x="4432300" y="3987800"/>
          <p14:tracePt t="81689" x="4375150" y="3956050"/>
          <p14:tracePt t="81706" x="4330700" y="3937000"/>
          <p14:tracePt t="81722" x="4305300" y="3924300"/>
          <p14:tracePt t="82035" x="4210050" y="3917950"/>
          <p14:tracePt t="82042" x="4083050" y="3905250"/>
          <p14:tracePt t="82057" x="3949700" y="3873500"/>
          <p14:tracePt t="82071" x="3721100" y="3841750"/>
          <p14:tracePt t="82087" x="3632200" y="3829050"/>
          <p14:tracePt t="82104" x="3479800" y="3835400"/>
          <p14:tracePt t="82121" x="3244850" y="3867150"/>
          <p14:tracePt t="82137" x="3130550" y="3860800"/>
          <p14:tracePt t="82154" x="2965450" y="3867150"/>
          <p14:tracePt t="82170" x="2844800" y="3892550"/>
          <p14:tracePt t="82187" x="2794000" y="3905250"/>
          <p14:tracePt t="82204" x="2698750" y="3930650"/>
          <p14:tracePt t="82220" x="2667000" y="3930650"/>
          <p14:tracePt t="82238" x="2628900" y="3937000"/>
          <p14:tracePt t="82254" x="2590800" y="3943350"/>
          <p14:tracePt t="82287" x="2571750" y="3949700"/>
          <p14:tracePt t="82303" x="2559050" y="3949700"/>
          <p14:tracePt t="82344" x="2552700" y="3949700"/>
          <p14:tracePt t="82393" x="2552700" y="3943350"/>
          <p14:tracePt t="82421" x="2552700" y="3930650"/>
          <p14:tracePt t="82435" x="2552700" y="3924300"/>
          <p14:tracePt t="82449" x="2552700" y="3917950"/>
          <p14:tracePt t="82471" x="2552700" y="3905250"/>
          <p14:tracePt t="82484" x="2552700" y="3898900"/>
          <p14:tracePt t="82491" x="2559050" y="3892550"/>
          <p14:tracePt t="82506" x="2559050" y="3879850"/>
          <p14:tracePt t="82519" x="2565400" y="3867150"/>
          <p14:tracePt t="82536" x="2565400" y="3854450"/>
          <p14:tracePt t="82552" x="2565400" y="3848100"/>
          <p14:tracePt t="82569" x="2565400" y="3822700"/>
          <p14:tracePt t="82586" x="2565400" y="3797300"/>
          <p14:tracePt t="82603" x="2565400" y="3765550"/>
          <p14:tracePt t="82619" x="2565400" y="3752850"/>
          <p14:tracePt t="82635" x="2559050" y="3727450"/>
          <p14:tracePt t="82652" x="2552700" y="3702050"/>
          <p14:tracePt t="82669" x="2546350" y="3695700"/>
          <p14:tracePt t="82685" x="2533650" y="3689350"/>
          <p14:tracePt t="82702" x="2533650" y="3676650"/>
          <p14:tracePt t="82735" x="2527300" y="3670300"/>
          <p14:tracePt t="82785" x="2520950" y="3663950"/>
          <p14:tracePt t="82856" x="2520950" y="3657600"/>
          <p14:tracePt t="82891" x="2527300" y="3651250"/>
          <p14:tracePt t="82905" x="2533650" y="3651250"/>
          <p14:tracePt t="82911" x="2540000" y="3651250"/>
          <p14:tracePt t="82926" x="2546350" y="3651250"/>
          <p14:tracePt t="82940" x="2552700" y="3644900"/>
          <p14:tracePt t="82961" x="2552700" y="3638550"/>
          <p14:tracePt t="82975" x="2559050" y="3632200"/>
          <p14:tracePt t="83003" x="2565400" y="3632200"/>
          <p14:tracePt t="83010" x="2571750" y="3625850"/>
          <p14:tracePt t="83094" x="2565400" y="3625850"/>
          <p14:tracePt t="83102" x="2559050" y="3632200"/>
          <p14:tracePt t="83122" x="2552700" y="3638550"/>
          <p14:tracePt t="83136" x="2546350" y="3651250"/>
          <p14:tracePt t="83143" x="2533650" y="3657600"/>
          <p14:tracePt t="83153" x="2520950" y="3663950"/>
          <p14:tracePt t="83166" x="2495550" y="3683000"/>
          <p14:tracePt t="83183" x="2482850" y="3695700"/>
          <p14:tracePt t="83200" x="2451100" y="3733800"/>
          <p14:tracePt t="83217" x="2419350" y="3759200"/>
          <p14:tracePt t="83234" x="2413000" y="3771900"/>
          <p14:tracePt t="83250" x="2400300" y="3790950"/>
          <p14:tracePt t="83266" x="2387600" y="3803650"/>
          <p14:tracePt t="83283" x="2387600" y="3810000"/>
          <p14:tracePt t="83334" x="2393950" y="3810000"/>
          <p14:tracePt t="83361" x="2400300" y="3810000"/>
          <p14:tracePt t="83396" x="2406650" y="3810000"/>
          <p14:tracePt t="83418" x="2413000" y="3810000"/>
          <p14:tracePt t="83423" x="2419350" y="3803650"/>
          <p14:tracePt t="83445" x="2432050" y="3790950"/>
          <p14:tracePt t="83452" x="2444750" y="3784600"/>
          <p14:tracePt t="83469" x="2470150" y="3771900"/>
          <p14:tracePt t="83482" x="2501900" y="3752850"/>
          <p14:tracePt t="83499" x="2565400" y="3714750"/>
          <p14:tracePt t="83516" x="2616200" y="3670300"/>
          <p14:tracePt t="83532" x="2654300" y="3644900"/>
          <p14:tracePt t="83549" x="2686050" y="3619500"/>
          <p14:tracePt t="83566" x="2711450" y="3594100"/>
          <p14:tracePt t="83599" x="2724150" y="3581400"/>
          <p14:tracePt t="83631" x="2724150" y="3587750"/>
          <p14:tracePt t="83649" x="2717800" y="3594100"/>
          <p14:tracePt t="83665" x="2705100" y="3600450"/>
          <p14:tracePt t="83682" x="2698750" y="3600450"/>
          <p14:tracePt t="83698" x="2660650" y="3625850"/>
          <p14:tracePt t="83715" x="2597150" y="3670300"/>
          <p14:tracePt t="83732" x="2565400" y="3695700"/>
          <p14:tracePt t="83748" x="2501900" y="3746500"/>
          <p14:tracePt t="83765" x="2463800" y="3778250"/>
          <p14:tracePt t="83782" x="2400300" y="3835400"/>
          <p14:tracePt t="83798" x="2387600" y="3841750"/>
          <p14:tracePt t="83814" x="2374900" y="3860800"/>
          <p14:tracePt t="83831" x="2368550" y="3860800"/>
          <p14:tracePt t="83848" x="2368550" y="3867150"/>
          <p14:tracePt t="83881" x="2374900" y="3867150"/>
          <p14:tracePt t="83898" x="2387600" y="3867150"/>
          <p14:tracePt t="83916" x="2406650" y="3860800"/>
          <p14:tracePt t="83931" x="2425700" y="3848100"/>
          <p14:tracePt t="83947" x="2470150" y="3822700"/>
          <p14:tracePt t="83965" x="2546350" y="3759200"/>
          <p14:tracePt t="83981" x="2603500" y="3721100"/>
          <p14:tracePt t="83997" x="2724150" y="3625850"/>
          <p14:tracePt t="84014" x="2813050" y="3549650"/>
          <p14:tracePt t="84030" x="2844800" y="3530600"/>
          <p14:tracePt t="84047" x="2870200" y="3505200"/>
          <p14:tracePt t="84063" x="2882900" y="3492500"/>
          <p14:tracePt t="84119" x="2882900" y="3498850"/>
          <p14:tracePt t="84126" x="2876550" y="3505200"/>
          <p14:tracePt t="84134" x="2870200" y="3511550"/>
          <p14:tracePt t="84150" x="2857500" y="3517900"/>
          <p14:tracePt t="84164" x="2851150" y="3530600"/>
          <p14:tracePt t="84180" x="2806700" y="3562350"/>
          <p14:tracePt t="84197" x="2717800" y="3619500"/>
          <p14:tracePt t="84213" x="2673350" y="3657600"/>
          <p14:tracePt t="84230" x="2584450" y="3721100"/>
          <p14:tracePt t="84247" x="2514600" y="3778250"/>
          <p14:tracePt t="84263" x="2501900" y="3790950"/>
          <p14:tracePt t="84280" x="2476500" y="3810000"/>
          <p14:tracePt t="84296" x="2470150" y="3822700"/>
          <p14:tracePt t="84313" x="2470150" y="3829050"/>
          <p14:tracePt t="84400" x="2476500" y="3829050"/>
          <p14:tracePt t="84407" x="2476500" y="3822700"/>
          <p14:tracePt t="84415" x="2482850" y="3822700"/>
          <p14:tracePt t="84435" x="2482850" y="3816350"/>
          <p14:tracePt t="84519" x="2489200" y="3810000"/>
          <p14:tracePt t="84596" x="2489200" y="3803650"/>
          <p14:tracePt t="84695" x="2489200" y="3797300"/>
          <p14:tracePt t="84708" x="2495550" y="3797300"/>
          <p14:tracePt t="84715" x="2495550" y="3790950"/>
          <p14:tracePt t="84731" x="2501900" y="3784600"/>
          <p14:tracePt t="84745" x="2508250" y="3784600"/>
          <p14:tracePt t="84761" x="2520950" y="3771900"/>
          <p14:tracePt t="84779" x="2546350" y="3752850"/>
          <p14:tracePt t="84795" x="2559050" y="3740150"/>
          <p14:tracePt t="84812" x="2584450" y="3714750"/>
          <p14:tracePt t="84828" x="2609850" y="3695700"/>
          <p14:tracePt t="84844" x="2616200" y="3683000"/>
          <p14:tracePt t="84861" x="2635250" y="3670300"/>
          <p14:tracePt t="84878" x="2647950" y="3657600"/>
          <p14:tracePt t="84894" x="2654300" y="3651250"/>
          <p14:tracePt t="84996" x="2641600" y="3657600"/>
          <p14:tracePt t="85017" x="2628900" y="3657600"/>
          <p14:tracePt t="85031" x="2622550" y="3663950"/>
          <p14:tracePt t="85038" x="2603500" y="3670300"/>
          <p14:tracePt t="85047" x="2584450" y="3676650"/>
          <p14:tracePt t="85061" x="2565400" y="3689350"/>
          <p14:tracePt t="85077" x="2520950" y="3708400"/>
          <p14:tracePt t="85094" x="2438400" y="3740150"/>
          <p14:tracePt t="85111" x="2330450" y="3771900"/>
          <p14:tracePt t="85127" x="2260600" y="3790950"/>
          <p14:tracePt t="85144" x="2152650" y="3810000"/>
          <p14:tracePt t="85160" x="2063750" y="3810000"/>
          <p14:tracePt t="85177" x="2025650" y="3810000"/>
          <p14:tracePt t="85193" x="1974850" y="3803650"/>
          <p14:tracePt t="85210" x="1924050" y="3790950"/>
          <p14:tracePt t="85227" x="1905000" y="3790950"/>
          <p14:tracePt t="85242" x="1860550" y="3778250"/>
          <p14:tracePt t="85260" x="1841500" y="3771900"/>
          <p14:tracePt t="85277" x="1828800" y="3771900"/>
          <p14:tracePt t="85293" x="1828800" y="3765550"/>
          <p14:tracePt t="85326" x="1828800" y="3759200"/>
          <p14:tracePt t="85347" x="1835150" y="3759200"/>
          <p14:tracePt t="85368" x="1847850" y="3759200"/>
          <p14:tracePt t="85381" x="1860550" y="3752850"/>
          <p14:tracePt t="85392" x="1879600" y="3752850"/>
          <p14:tracePt t="85410" x="1987550" y="3752850"/>
          <p14:tracePt t="85426" x="2076450" y="3740150"/>
          <p14:tracePt t="85442" x="2317750" y="3721100"/>
          <p14:tracePt t="85459" x="2609850" y="3695700"/>
          <p14:tracePt t="85476" x="2749550" y="3689350"/>
          <p14:tracePt t="85480" x="2889250" y="3676650"/>
          <p14:tracePt t="85492" x="3003550" y="3663950"/>
          <p14:tracePt t="85509" x="3162300" y="3644900"/>
          <p14:tracePt t="85525" x="3200400" y="3638550"/>
          <p14:tracePt t="85542" x="3251200" y="3632200"/>
          <p14:tracePt t="85558" x="3257550" y="3632200"/>
          <p14:tracePt t="85599" x="3251200" y="3632200"/>
          <p14:tracePt t="85620" x="3238500" y="3632200"/>
          <p14:tracePt t="85628" x="3232150" y="3632200"/>
          <p14:tracePt t="85645" x="3213100" y="3638550"/>
          <p14:tracePt t="85658" x="3175000" y="3638550"/>
          <p14:tracePt t="85675" x="3060700" y="3644900"/>
          <p14:tracePt t="85691" x="2876550" y="3644900"/>
          <p14:tracePt t="85708" x="2774950" y="3644900"/>
          <p14:tracePt t="85725" x="2571750" y="3619500"/>
          <p14:tracePt t="85741" x="2406650" y="3600450"/>
          <p14:tracePt t="85758" x="2330450" y="3600450"/>
          <p14:tracePt t="85775" x="2222500" y="3594100"/>
          <p14:tracePt t="85791" x="2159000" y="3581400"/>
          <p14:tracePt t="85808" x="2152650" y="3581400"/>
          <p14:tracePt t="85825" x="2133600" y="3581400"/>
          <p14:tracePt t="85873" x="2133600" y="3575050"/>
          <p14:tracePt t="85880" x="2146300" y="3575050"/>
          <p14:tracePt t="85890" x="2159000" y="3568700"/>
          <p14:tracePt t="85908" x="2222500" y="3568700"/>
          <p14:tracePt t="85924" x="2273300" y="3556000"/>
          <p14:tracePt t="85940" x="2349500" y="3549650"/>
          <p14:tracePt t="85958" x="2730500" y="3524250"/>
          <p14:tracePt t="85974" x="2870200" y="3517900"/>
          <p14:tracePt t="85977" x="2997200" y="3505200"/>
          <p14:tracePt t="85994" x="3111500" y="3505200"/>
          <p14:tracePt t="86007" x="3187700" y="3505200"/>
          <p14:tracePt t="86024" x="3263900" y="3505200"/>
          <p14:tracePt t="86041" x="3276600" y="3505200"/>
          <p14:tracePt t="86057" x="3282950" y="3505200"/>
          <p14:tracePt t="86073" x="3276600" y="3505200"/>
          <p14:tracePt t="86107" x="3270250" y="3505200"/>
          <p14:tracePt t="86124" x="3219450" y="3505200"/>
          <p14:tracePt t="86140" x="3092450" y="3505200"/>
          <p14:tracePt t="86156" x="2990850" y="3517900"/>
          <p14:tracePt t="86174" x="2774950" y="3536950"/>
          <p14:tracePt t="86190" x="2533650" y="3556000"/>
          <p14:tracePt t="86206" x="2419350" y="3556000"/>
          <p14:tracePt t="86223" x="2254250" y="3568700"/>
          <p14:tracePt t="86239" x="2159000" y="3581400"/>
          <p14:tracePt t="86256" x="2139950" y="3581400"/>
          <p14:tracePt t="86273" x="2127250" y="3587750"/>
          <p14:tracePt t="86300" x="2133600" y="3587750"/>
          <p14:tracePt t="86309" x="2146300" y="3587750"/>
          <p14:tracePt t="86323" x="2178050" y="3587750"/>
          <p14:tracePt t="86339" x="2216150" y="3587750"/>
          <p14:tracePt t="86356" x="2381250" y="3606800"/>
          <p14:tracePt t="86373" x="2667000" y="3644900"/>
          <p14:tracePt t="86389" x="2857500" y="3657600"/>
          <p14:tracePt t="86406" x="3194050" y="3689350"/>
          <p14:tracePt t="86422" x="3384550" y="3689350"/>
          <p14:tracePt t="86439" x="3435350" y="3689350"/>
          <p14:tracePt t="86455" x="3467100" y="3689350"/>
          <p14:tracePt t="86472" x="3467100" y="3683000"/>
          <p14:tracePt t="86504" x="3460750" y="3683000"/>
          <p14:tracePt t="86511" x="3454400" y="3683000"/>
          <p14:tracePt t="86522" x="3448050" y="3683000"/>
          <p14:tracePt t="86540" x="3403600" y="3683000"/>
          <p14:tracePt t="86555" x="3352800" y="3683000"/>
          <p14:tracePt t="86572" x="3289300" y="3676650"/>
          <p14:tracePt t="86589" x="2959100" y="3676650"/>
          <p14:tracePt t="86605" x="2832100" y="3676650"/>
          <p14:tracePt t="86622" x="2705100" y="3676650"/>
          <p14:tracePt t="86638" x="2438400" y="3689350"/>
          <p14:tracePt t="86655" x="2247900" y="3708400"/>
          <p14:tracePt t="86672" x="2197100" y="3708400"/>
          <p14:tracePt t="86688" x="2146300" y="3714750"/>
          <p14:tracePt t="86705" x="2133600" y="3721100"/>
          <p14:tracePt t="86738" x="2159000" y="3721100"/>
          <p14:tracePt t="86755" x="2222500" y="3714750"/>
          <p14:tracePt t="86771" x="2400300" y="3714750"/>
          <p14:tracePt t="86788" x="2527300" y="3702050"/>
          <p14:tracePt t="86804" x="2876550" y="3676650"/>
          <p14:tracePt t="86821" x="3213100" y="3644900"/>
          <p14:tracePt t="86837" x="3340100" y="3613150"/>
          <p14:tracePt t="86855" x="3416300" y="3600450"/>
          <p14:tracePt t="86871" x="3473450" y="3587750"/>
          <p14:tracePt t="86907" x="3467100" y="3587750"/>
          <p14:tracePt t="86920" x="3454400" y="3587750"/>
          <p14:tracePt t="86937" x="3422650" y="3594100"/>
          <p14:tracePt t="86954" x="3314700" y="3600450"/>
          <p14:tracePt t="86971" x="3238500" y="3600450"/>
          <p14:tracePt t="86975" x="3162300" y="3606800"/>
          <p14:tracePt t="86987" x="3073400" y="3606800"/>
          <p14:tracePt t="87003" x="2946400" y="3619500"/>
          <p14:tracePt t="87020" x="2870200" y="3619500"/>
          <p14:tracePt t="87037" x="2774950" y="3619500"/>
          <p14:tracePt t="87053" x="2730500" y="3619500"/>
          <p14:tracePt t="87070" x="2717800" y="3619500"/>
          <p14:tracePt t="87087" x="2705100" y="3625850"/>
          <p14:tracePt t="87123" x="2705100" y="3632200"/>
          <p14:tracePt t="87136" x="2705100" y="3638550"/>
          <p14:tracePt t="87153" x="2717800" y="3657600"/>
          <p14:tracePt t="87171" x="2717800" y="3683000"/>
          <p14:tracePt t="87480" x="2660650" y="3695700"/>
          <p14:tracePt t="87495" x="2603500" y="3727450"/>
          <p14:tracePt t="87502" x="2546350" y="3765550"/>
          <p14:tracePt t="87518" x="2495550" y="3790950"/>
          <p14:tracePt t="87536" x="2438400" y="3822700"/>
          <p14:tracePt t="87551" x="2349500" y="3867150"/>
          <p14:tracePt t="87568" x="2336800" y="3873500"/>
          <p14:tracePt t="87586" x="2324100" y="3879850"/>
          <p14:tracePt t="87642" x="2324100" y="3886200"/>
          <p14:tracePt t="87803" x="2317750" y="3886200"/>
          <p14:tracePt t="87817" x="2305050" y="3886200"/>
          <p14:tracePt t="87824" x="2292350" y="3886200"/>
          <p14:tracePt t="87834" x="2279650" y="3886200"/>
          <p14:tracePt t="87850" x="2266950" y="3879850"/>
          <p14:tracePt t="87867" x="2209800" y="3879850"/>
          <p14:tracePt t="87884" x="2184400" y="3879850"/>
          <p14:tracePt t="87901" x="2095500" y="3860800"/>
          <p14:tracePt t="87917" x="2076450" y="3860800"/>
          <p14:tracePt t="87934" x="2051050" y="3854450"/>
          <p14:tracePt t="87950" x="2006600" y="3854450"/>
          <p14:tracePt t="87967" x="1974850" y="3848100"/>
          <p14:tracePt t="87984" x="1962150" y="3848100"/>
          <p14:tracePt t="87987" x="1949450" y="3848100"/>
          <p14:tracePt t="88007" x="1943100" y="3848100"/>
          <p14:tracePt t="88017" x="1936750" y="3848100"/>
          <p14:tracePt t="88098" x="1943100" y="3848100"/>
          <p14:tracePt t="88104" x="1949450" y="3848100"/>
          <p14:tracePt t="88126" x="1955800" y="3848100"/>
          <p14:tracePt t="88135" x="1962150" y="3848100"/>
          <p14:tracePt t="88149" x="1974850" y="3848100"/>
          <p14:tracePt t="88166" x="1981200" y="3848100"/>
          <p14:tracePt t="88183" x="2032000" y="3848100"/>
          <p14:tracePt t="88199" x="2051050" y="3841750"/>
          <p14:tracePt t="88217" x="2101850" y="3835400"/>
          <p14:tracePt t="88233" x="2114550" y="3835400"/>
          <p14:tracePt t="88249" x="2139950" y="3829050"/>
          <p14:tracePt t="88266" x="2152650" y="3829050"/>
          <p14:tracePt t="88316" x="2146300" y="3829050"/>
          <p14:tracePt t="88322" x="2139950" y="3829050"/>
          <p14:tracePt t="88343" x="2133600" y="3829050"/>
          <p14:tracePt t="88357" x="2127250" y="3829050"/>
          <p14:tracePt t="88385" x="2120900" y="3829050"/>
          <p14:tracePt t="88392" x="2114550" y="3835400"/>
          <p14:tracePt t="88435" x="2108200" y="3835400"/>
          <p14:tracePt t="88456" x="2101850" y="3841750"/>
          <p14:tracePt t="88462" x="2095500" y="3841750"/>
          <p14:tracePt t="88518" x="2095500" y="3848100"/>
          <p14:tracePt t="88547" x="2101850" y="3854450"/>
          <p14:tracePt t="88554" x="2108200" y="3854450"/>
          <p14:tracePt t="88568" x="2120900" y="3854450"/>
          <p14:tracePt t="88582" x="2133600" y="3854450"/>
          <p14:tracePt t="88598" x="2171700" y="3854450"/>
          <p14:tracePt t="88615" x="2203450" y="3854450"/>
          <p14:tracePt t="88631" x="2254250" y="3854450"/>
          <p14:tracePt t="88648" x="2292350" y="3848100"/>
          <p14:tracePt t="88666" x="2324100" y="3848100"/>
          <p14:tracePt t="88681" x="2330450" y="3848100"/>
          <p14:tracePt t="88698" x="2336800" y="3848100"/>
          <p14:tracePt t="88730" x="2330450" y="3848100"/>
          <p14:tracePt t="88748" x="2317750" y="3848100"/>
          <p14:tracePt t="88765" x="2298700" y="3848100"/>
          <p14:tracePt t="88781" x="2266950" y="3848100"/>
          <p14:tracePt t="88797" x="2241550" y="3854450"/>
          <p14:tracePt t="88814" x="2108200" y="3860800"/>
          <p14:tracePt t="88831" x="2051050" y="3867150"/>
          <p14:tracePt t="88849" x="1987550" y="3879850"/>
          <p14:tracePt t="88864" x="1955800" y="3879850"/>
          <p14:tracePt t="88880" x="1924050" y="3886200"/>
          <p14:tracePt t="88898" x="1911350" y="3892550"/>
          <p14:tracePt t="88914" x="1905000" y="3892550"/>
          <p14:tracePt t="88947" x="1917700" y="3892550"/>
          <p14:tracePt t="88964" x="1924050" y="3892550"/>
          <p14:tracePt t="88980" x="1936750" y="3892550"/>
          <p14:tracePt t="88996" x="1968500" y="3892550"/>
          <p14:tracePt t="89013" x="2000250" y="3892550"/>
          <p14:tracePt t="89030" x="2101850" y="3886200"/>
          <p14:tracePt t="89046" x="2216150" y="3879850"/>
          <p14:tracePt t="89063" x="2273300" y="3867150"/>
          <p14:tracePt t="89080" x="2343150" y="3860800"/>
          <p14:tracePt t="89096" x="2368550" y="3854450"/>
          <p14:tracePt t="89113" x="2368550" y="3848100"/>
          <p14:tracePt t="89157" x="2368550" y="3841750"/>
          <p14:tracePt t="89166" x="2362200" y="3841750"/>
          <p14:tracePt t="89185" x="2362200" y="3848100"/>
          <p14:tracePt t="89200" x="2349500" y="3854450"/>
          <p14:tracePt t="89213" x="2343150" y="3854450"/>
          <p14:tracePt t="89869" x="2324100" y="3854450"/>
          <p14:tracePt t="89876" x="2298700" y="3854450"/>
          <p14:tracePt t="89890" x="2266950" y="3854450"/>
          <p14:tracePt t="89898" x="2247900" y="3860800"/>
          <p14:tracePt t="89913" x="2222500" y="3860800"/>
          <p14:tracePt t="89927" x="2178050" y="3867150"/>
          <p14:tracePt t="89943" x="2152650" y="3867150"/>
          <p14:tracePt t="89961" x="2114550" y="3873500"/>
          <p14:tracePt t="89976" x="2101850" y="3873500"/>
          <p14:tracePt t="89993" x="2089150" y="3873500"/>
          <p14:tracePt t="90010" x="2076450" y="3873500"/>
          <p14:tracePt t="90038" x="2070100" y="3873500"/>
          <p14:tracePt t="90157" x="2082800" y="3873500"/>
          <p14:tracePt t="90178" x="2089150" y="3873500"/>
          <p14:tracePt t="90199" x="2095500" y="3873500"/>
          <p14:tracePt t="90206" x="2108200" y="3867150"/>
          <p14:tracePt t="90220" x="2127250" y="3867150"/>
          <p14:tracePt t="90229" x="2171700" y="3860800"/>
          <p14:tracePt t="90243" x="2209800" y="3860800"/>
          <p14:tracePt t="90259" x="2260600" y="3854450"/>
          <p14:tracePt t="90276" x="2406650" y="3829050"/>
          <p14:tracePt t="90292" x="2463800" y="3816350"/>
          <p14:tracePt t="90309" x="2501900" y="3816350"/>
          <p14:tracePt t="90325" x="2552700" y="3803650"/>
          <p14:tracePt t="90342" x="2578100" y="3797300"/>
          <p14:tracePt t="90359" x="2590800" y="3797300"/>
          <p14:tracePt t="90437" x="2603500" y="3810000"/>
          <p14:tracePt t="91622" x="2597150" y="3810000"/>
          <p14:tracePt t="91629" x="2578100" y="3822700"/>
          <p14:tracePt t="91643" x="2565400" y="3829050"/>
          <p14:tracePt t="91654" x="2533650" y="3835400"/>
          <p14:tracePt t="91671" x="2501900" y="3848100"/>
          <p14:tracePt t="91687" x="2489200" y="3848100"/>
          <p14:tracePt t="91704" x="2463800" y="3860800"/>
          <p14:tracePt t="91721" x="2451100" y="3860800"/>
          <p14:tracePt t="91737" x="2444750" y="3867150"/>
          <p14:tracePt t="91771" x="2438400" y="3867150"/>
          <p14:tracePt t="91811" x="2432050" y="3873500"/>
          <p14:tracePt t="91840" x="2425700" y="3873500"/>
          <p14:tracePt t="91895" x="2419350" y="3873500"/>
          <p14:tracePt t="92184" x="2425700" y="3873500"/>
          <p14:tracePt t="92191" x="2432050" y="3873500"/>
          <p14:tracePt t="92206" x="2432050" y="3867150"/>
          <p14:tracePt t="92219" x="2438400" y="3860800"/>
          <p14:tracePt t="92235" x="2457450" y="3854450"/>
          <p14:tracePt t="92252" x="2470150" y="3841750"/>
          <p14:tracePt t="92269" x="2514600" y="3829050"/>
          <p14:tracePt t="92285" x="2546350" y="3810000"/>
          <p14:tracePt t="92303" x="2590800" y="3784600"/>
          <p14:tracePt t="92318" x="2603500" y="3771900"/>
          <p14:tracePt t="92336" x="2622550" y="3752850"/>
          <p14:tracePt t="92352" x="2641600" y="3746500"/>
          <p14:tracePt t="92368" x="2647950" y="3740150"/>
          <p14:tracePt t="92402" x="2654300" y="3740150"/>
          <p14:tracePt t="92464" x="2647950" y="3740150"/>
          <p14:tracePt t="92492" x="2647950" y="3746500"/>
          <p14:tracePt t="92512" x="2641600" y="3752850"/>
          <p14:tracePt t="92534" x="2635250" y="3759200"/>
          <p14:tracePt t="92542" x="2628900" y="3759200"/>
          <p14:tracePt t="92563" x="2622550" y="3759200"/>
          <p14:tracePt t="92577" x="2622550" y="3765550"/>
          <p14:tracePt t="92585" x="2616200" y="3771900"/>
          <p14:tracePt t="92601" x="2609850" y="3771900"/>
          <p14:tracePt t="92618" x="2597150" y="3790950"/>
          <p14:tracePt t="92634" x="2565400" y="3803650"/>
          <p14:tracePt t="92651" x="2552700" y="3816350"/>
          <p14:tracePt t="92668" x="2527300" y="3835400"/>
          <p14:tracePt t="92684" x="2508250" y="3848100"/>
          <p14:tracePt t="92700" x="2501900" y="3854450"/>
          <p14:tracePt t="92717" x="2482850" y="3867150"/>
          <p14:tracePt t="92753" x="2476500" y="3873500"/>
          <p14:tracePt t="92808" x="2470150" y="3873500"/>
          <p14:tracePt t="93714" x="2470150" y="3860800"/>
          <p14:tracePt t="93727" x="2476500" y="3854450"/>
          <p14:tracePt t="93735" x="2476500" y="3848100"/>
          <p14:tracePt t="93750" x="2476500" y="3841750"/>
          <p14:tracePt t="93764" x="2482850" y="3835400"/>
          <p14:tracePt t="93780" x="2495550" y="3829050"/>
          <p14:tracePt t="93797" x="2501900" y="3829050"/>
          <p14:tracePt t="93813" x="2508250" y="3822700"/>
          <p14:tracePt t="93848" x="2520950" y="3816350"/>
          <p14:tracePt t="93863" x="2520950" y="3810000"/>
          <p14:tracePt t="93880" x="2533650" y="3803650"/>
          <p14:tracePt t="93897" x="2540000" y="3797300"/>
          <p14:tracePt t="93930" x="2546350" y="3790950"/>
          <p14:tracePt t="93946" x="2552700" y="3790950"/>
          <p14:tracePt t="93964" x="2565400" y="3778250"/>
          <p14:tracePt t="93981" x="2584450" y="3765550"/>
          <p14:tracePt t="93996" x="2603500" y="3752850"/>
          <p14:tracePt t="94012" x="2609850" y="3740150"/>
          <p14:tracePt t="94030" x="2622550" y="3733800"/>
          <p14:tracePt t="94046" x="2622550" y="3727450"/>
          <p14:tracePt t="94062" x="2628900" y="3727450"/>
          <p14:tracePt t="94107" x="2635250" y="3727450"/>
          <p14:tracePt t="94156" x="2628900" y="3733800"/>
          <p14:tracePt t="94761" x="2628900" y="3759200"/>
          <p14:tracePt t="94768" x="2616200" y="3790950"/>
          <p14:tracePt t="94782" x="2609850" y="3829050"/>
          <p14:tracePt t="94793" x="2590800" y="3860800"/>
          <p14:tracePt t="94810" x="2578100" y="3911600"/>
          <p14:tracePt t="94827" x="2571750" y="3949700"/>
          <p14:tracePt t="94843" x="2565400" y="4006850"/>
          <p14:tracePt t="94860" x="2552700" y="4064000"/>
          <p14:tracePt t="94876" x="2552700" y="4102100"/>
          <p14:tracePt t="94893" x="2552700" y="4140200"/>
          <p14:tracePt t="94909" x="2552700" y="4171950"/>
          <p14:tracePt t="94926" x="2552700" y="4191000"/>
          <p14:tracePt t="94944" x="2552700" y="4216400"/>
          <p14:tracePt t="94959" x="2559050" y="4235450"/>
          <p14:tracePt t="94976" x="2565400" y="4248150"/>
          <p14:tracePt t="94994" x="2578100" y="4254500"/>
          <p14:tracePt t="95025" x="2584450" y="4254500"/>
          <p14:tracePt t="95043" x="2590800" y="4254500"/>
          <p14:tracePt t="95063" x="2597150" y="4260850"/>
          <p14:tracePt t="95112" x="2603500" y="4260850"/>
          <p14:tracePt t="95259" x="2603500" y="4254500"/>
          <p14:tracePt t="95273" x="2603500" y="4248150"/>
          <p14:tracePt t="95287" x="2603500" y="4235450"/>
          <p14:tracePt t="95310" x="2603500" y="4216400"/>
          <p14:tracePt t="95322" x="2603500" y="4203700"/>
          <p14:tracePt t="95329" x="2603500" y="4184650"/>
          <p14:tracePt t="95345" x="2590800" y="4165600"/>
          <p14:tracePt t="95358" x="2578100" y="4102100"/>
          <p14:tracePt t="95375" x="2578100" y="4076700"/>
          <p14:tracePt t="95392" x="2565400" y="4032250"/>
          <p14:tracePt t="95407" x="2559050" y="4013200"/>
          <p14:tracePt t="95424" x="2552700" y="3981450"/>
          <p14:tracePt t="95442" x="2546350" y="3962400"/>
          <p14:tracePt t="95458" x="2546350" y="3956050"/>
          <p14:tracePt t="95475" x="2546350" y="3949700"/>
          <p14:tracePt t="95491" x="2546350" y="3943350"/>
          <p14:tracePt t="95523" x="2540000" y="3937000"/>
          <p14:tracePt t="95680" x="2540000" y="3930650"/>
          <p14:tracePt t="95722" x="2546350" y="3930650"/>
          <p14:tracePt t="95764" x="2546350" y="3924300"/>
          <p14:tracePt t="95799" x="2552700" y="3917950"/>
          <p14:tracePt t="95814" x="2559050" y="3911600"/>
          <p14:tracePt t="95820" x="2565400" y="3905250"/>
          <p14:tracePt t="95835" x="2571750" y="3898900"/>
          <p14:tracePt t="95843" x="2578100" y="3898900"/>
          <p14:tracePt t="95856" x="2584450" y="3892550"/>
          <p14:tracePt t="95873" x="2590800" y="3879850"/>
          <p14:tracePt t="95890" x="2609850" y="3854450"/>
          <p14:tracePt t="95906" x="2622550" y="3841750"/>
          <p14:tracePt t="95923" x="2641600" y="3816350"/>
          <p14:tracePt t="95940" x="2667000" y="3784600"/>
          <p14:tracePt t="95956" x="2673350" y="3778250"/>
          <p14:tracePt t="95972" x="2686050" y="3765550"/>
          <p14:tracePt t="95989" x="2711450" y="3721100"/>
          <p14:tracePt t="96006" x="2717800" y="3714750"/>
          <p14:tracePt t="96022" x="2717800" y="3702050"/>
          <p14:tracePt t="96039" x="2730500" y="3695700"/>
          <p14:tracePt t="96056" x="2730500" y="3689350"/>
          <p14:tracePt t="96094" x="2736850" y="3689350"/>
          <p14:tracePt t="96221" x="2730500" y="3695700"/>
          <p14:tracePt t="96235" x="2730500" y="3702050"/>
          <p14:tracePt t="96241" x="2724150" y="3708400"/>
          <p14:tracePt t="96262" x="2724150" y="3714750"/>
          <p14:tracePt t="96271" x="2717800" y="3721100"/>
          <p14:tracePt t="96288" x="2717800" y="3727450"/>
          <p14:tracePt t="96305" x="2705100" y="3733800"/>
          <p14:tracePt t="96321" x="2698750" y="3752850"/>
          <p14:tracePt t="96338" x="2679700" y="3778250"/>
          <p14:tracePt t="96355" x="2660650" y="3797300"/>
          <p14:tracePt t="96371" x="2647950" y="3810000"/>
          <p14:tracePt t="96388" x="2635250" y="3841750"/>
          <p14:tracePt t="96404" x="2616200" y="3867150"/>
          <p14:tracePt t="96421" x="2616200" y="3879850"/>
          <p14:tracePt t="96438" x="2609850" y="3898900"/>
          <p14:tracePt t="96454" x="2603500" y="3917950"/>
          <p14:tracePt t="96471" x="2603500" y="3924300"/>
          <p14:tracePt t="96487" x="2603500" y="3930650"/>
          <p14:tracePt t="96504" x="2609850" y="3949700"/>
          <p14:tracePt t="96522" x="2609850" y="3962400"/>
          <p14:tracePt t="96537" x="2622550" y="3987800"/>
          <p14:tracePt t="96554" x="2628900" y="4019550"/>
          <p14:tracePt t="96571" x="2641600" y="4057650"/>
          <p14:tracePt t="96587" x="2647950" y="4076700"/>
          <p14:tracePt t="96604" x="2660650" y="4095750"/>
          <p14:tracePt t="96621" x="2692400" y="4152900"/>
          <p14:tracePt t="96637" x="2705100" y="4165600"/>
          <p14:tracePt t="96654" x="2705100" y="4171950"/>
          <p14:tracePt t="96671" x="2711450" y="4184650"/>
          <p14:tracePt t="96687" x="2717800" y="4184650"/>
          <p14:tracePt t="96720" x="2724150" y="4184650"/>
          <p14:tracePt t="96747" x="2730500" y="4184650"/>
          <p14:tracePt t="96756" x="2736850" y="4184650"/>
          <p14:tracePt t="96775" x="2743200" y="4184650"/>
          <p14:tracePt t="96786" x="2749550" y="4184650"/>
          <p14:tracePt t="96806" x="2755900" y="4184650"/>
          <p14:tracePt t="96824" x="2762250" y="4184650"/>
          <p14:tracePt t="96845" x="2768600" y="4178300"/>
          <p14:tracePt t="96873" x="2774950" y="4178300"/>
          <p14:tracePt t="96888" x="2781300" y="4178300"/>
          <p14:tracePt t="96900" x="2787650" y="4178300"/>
          <p14:tracePt t="96922" x="2800350" y="4171950"/>
          <p14:tracePt t="96943" x="2806700" y="4171950"/>
          <p14:tracePt t="96971" x="2813050" y="4171950"/>
          <p14:tracePt t="97028" x="2819400" y="4165600"/>
          <p14:tracePt t="97034" x="2819400" y="4159250"/>
          <p14:tracePt t="97062" x="2819400" y="4152900"/>
          <p14:tracePt t="97077" x="2819400" y="4146550"/>
          <p14:tracePt t="97083" x="2819400" y="4133850"/>
          <p14:tracePt t="97098" x="2819400" y="4121150"/>
          <p14:tracePt t="97105" x="2819400" y="4102100"/>
          <p14:tracePt t="97119" x="2806700" y="4070350"/>
          <p14:tracePt t="97135" x="2774950" y="3975100"/>
          <p14:tracePt t="97152" x="2762250" y="3930650"/>
          <p14:tracePt t="97169" x="2711450" y="3803650"/>
          <p14:tracePt t="97186" x="2667000" y="3695700"/>
          <p14:tracePt t="97204" x="2635250" y="3632200"/>
          <p14:tracePt t="97218" x="2628900" y="3606800"/>
          <p14:tracePt t="97235" x="2616200" y="3581400"/>
          <p14:tracePt t="97253" x="2603500" y="3549650"/>
          <p14:tracePt t="97285" x="2603500" y="3543300"/>
          <p14:tracePt t="97392" x="2603500" y="3549650"/>
          <p14:tracePt t="97504" x="2609850" y="3549650"/>
          <p14:tracePt t="97519" x="2616200" y="3549650"/>
          <p14:tracePt t="97525" x="2622550" y="3549650"/>
          <p14:tracePt t="97534" x="2628900" y="3549650"/>
          <p14:tracePt t="97554" x="2641600" y="3549650"/>
          <p14:tracePt t="97570" x="2647950" y="3549650"/>
          <p14:tracePt t="97584" x="2660650" y="3543300"/>
          <p14:tracePt t="97600" x="2692400" y="3530600"/>
          <p14:tracePt t="97617" x="2724150" y="3517900"/>
          <p14:tracePt t="97633" x="2736850" y="3511550"/>
          <p14:tracePt t="97650" x="2755900" y="3505200"/>
          <p14:tracePt t="97667" x="2768600" y="3498850"/>
          <p14:tracePt t="97715" x="2768600" y="3505200"/>
          <p14:tracePt t="97736" x="2762250" y="3511550"/>
          <p14:tracePt t="97757" x="2755900" y="3517900"/>
          <p14:tracePt t="97764" x="2749550" y="3517900"/>
          <p14:tracePt t="97778" x="2743200" y="3530600"/>
          <p14:tracePt t="97786" x="2724150" y="3549650"/>
          <p14:tracePt t="97802" x="2711450" y="3562350"/>
          <p14:tracePt t="97816" x="2667000" y="3606800"/>
          <p14:tracePt t="97836" x="2622550" y="3651250"/>
          <p14:tracePt t="97849" x="2609850" y="3663950"/>
          <p14:tracePt t="97866" x="2584450" y="3676650"/>
          <p14:tracePt t="97884" x="2552700" y="3708400"/>
          <p14:tracePt t="97899" x="2540000" y="3714750"/>
          <p14:tracePt t="97916" x="2533650" y="3721100"/>
          <p14:tracePt t="97933" x="2533650" y="3727450"/>
          <p14:tracePt t="97949" x="2533650" y="3733800"/>
          <p14:tracePt t="97981" x="2527300" y="3733800"/>
          <p14:tracePt t="98017" x="2520950" y="3733800"/>
          <p14:tracePt t="98568" x="2527300" y="3733800"/>
          <p14:tracePt t="98575" x="2552700" y="3740150"/>
          <p14:tracePt t="98589" x="2578100" y="3746500"/>
          <p14:tracePt t="98597" x="2603500" y="3752850"/>
          <p14:tracePt t="98613" x="2628900" y="3759200"/>
          <p14:tracePt t="98631" x="2647950" y="3765550"/>
          <p14:tracePt t="98646" x="2679700" y="3765550"/>
          <p14:tracePt t="98663" x="2705100" y="3759200"/>
          <p14:tracePt t="98680" x="2724150" y="3746500"/>
          <p14:tracePt t="98696" x="2730500" y="3746500"/>
          <p14:tracePt t="98713" x="2730500" y="3733800"/>
          <p14:tracePt t="98730" x="2730500" y="3721100"/>
          <p14:tracePt t="98746" x="2730500" y="3714750"/>
          <p14:tracePt t="98763" x="2736850" y="3708400"/>
          <p14:tracePt t="98780" x="2736850" y="3695700"/>
          <p14:tracePt t="98796" x="2736850" y="3689350"/>
          <p14:tracePt t="98813" x="2743200" y="3670300"/>
          <p14:tracePt t="98829" x="2755900" y="3638550"/>
          <p14:tracePt t="98846" x="2768600" y="3625850"/>
          <p14:tracePt t="98863" x="2800350" y="3594100"/>
          <p14:tracePt t="98879" x="2825750" y="3562350"/>
          <p14:tracePt t="98896" x="2838450" y="3549650"/>
          <p14:tracePt t="98913" x="2857500" y="3530600"/>
          <p14:tracePt t="98929" x="2870200" y="3517900"/>
          <p14:tracePt t="98946" x="2882900" y="3511550"/>
          <p14:tracePt t="99030" x="2882900" y="3517900"/>
          <p14:tracePt t="99037" x="2876550" y="3517900"/>
          <p14:tracePt t="99059" x="2876550" y="3524250"/>
          <p14:tracePt t="99080" x="2876550" y="3530600"/>
          <p14:tracePt t="99102" x="2870200" y="3536950"/>
          <p14:tracePt t="99129" x="2870200" y="3543300"/>
          <p14:tracePt t="99136" x="2863850" y="3543300"/>
          <p14:tracePt t="99171" x="2857500" y="3543300"/>
          <p14:tracePt t="99179" x="2851150" y="3549650"/>
          <p14:tracePt t="99199" x="2844800" y="3556000"/>
          <p14:tracePt t="99206" x="2844800" y="3562350"/>
          <p14:tracePt t="99221" x="2838450" y="3575050"/>
          <p14:tracePt t="99230" x="2819400" y="3587750"/>
          <p14:tracePt t="99244" x="2800350" y="3606800"/>
          <p14:tracePt t="99261" x="2781300" y="3632200"/>
          <p14:tracePt t="99278" x="2705100" y="3733800"/>
          <p14:tracePt t="99295" x="2667000" y="3765550"/>
          <p14:tracePt t="99312" x="2628900" y="3829050"/>
          <p14:tracePt t="99327" x="2616200" y="3860800"/>
          <p14:tracePt t="99344" x="2584450" y="3911600"/>
          <p14:tracePt t="99361" x="2578100" y="3962400"/>
          <p14:tracePt t="99378" x="2578100" y="3987800"/>
          <p14:tracePt t="99394" x="2578100" y="4057650"/>
          <p14:tracePt t="99411" x="2590800" y="4114800"/>
          <p14:tracePt t="99427" x="2609850" y="4140200"/>
          <p14:tracePt t="99445" x="2628900" y="4171950"/>
          <p14:tracePt t="99460" x="2647950" y="4191000"/>
          <p14:tracePt t="99477" x="2654300" y="4197350"/>
          <p14:tracePt t="99494" x="2667000" y="4197350"/>
          <p14:tracePt t="99510" x="2686050" y="4203700"/>
          <p14:tracePt t="99527" x="2692400" y="4203700"/>
          <p14:tracePt t="99544" x="2711450" y="4210050"/>
          <p14:tracePt t="99560" x="2724150" y="4216400"/>
          <p14:tracePt t="99577" x="2736850" y="4216400"/>
          <p14:tracePt t="99581" x="2743200" y="4216400"/>
          <p14:tracePt t="99594" x="2762250" y="4216400"/>
          <p14:tracePt t="99610" x="2774950" y="4216400"/>
          <p14:tracePt t="99627" x="2825750" y="4229100"/>
          <p14:tracePt t="99643" x="2851150" y="4229100"/>
          <p14:tracePt t="99660" x="2870200" y="4235450"/>
          <p14:tracePt t="99677" x="2908300" y="4235450"/>
          <p14:tracePt t="99693" x="2952750" y="4241800"/>
          <p14:tracePt t="99710" x="2965450" y="4241800"/>
          <p14:tracePt t="99726" x="2990850" y="4248150"/>
          <p14:tracePt t="99743" x="2997200" y="4248150"/>
          <p14:tracePt t="99760" x="3003550" y="4248150"/>
          <p14:tracePt t="99777" x="3016250" y="4248150"/>
          <p14:tracePt t="99792" x="3022600" y="4248150"/>
          <p14:tracePt t="99826" x="3028950" y="4248150"/>
          <p14:tracePt t="99842" x="3035300" y="4248150"/>
          <p14:tracePt t="100000" x="3035300" y="4241800"/>
          <p14:tracePt t="100993" x="3028950" y="4229100"/>
          <p14:tracePt t="101007" x="3016250" y="4216400"/>
          <p14:tracePt t="101014" x="2997200" y="4191000"/>
          <p14:tracePt t="101022" x="2990850" y="4178300"/>
          <p14:tracePt t="101038" x="2978150" y="4146550"/>
          <p14:tracePt t="101057" x="2946400" y="4089400"/>
          <p14:tracePt t="101071" x="2921000" y="4044950"/>
          <p14:tracePt t="101088" x="2876550" y="3943350"/>
          <p14:tracePt t="101092" x="2851150" y="3898900"/>
          <p14:tracePt t="101108" x="2819400" y="3854450"/>
          <p14:tracePt t="101121" x="2806700" y="3822700"/>
          <p14:tracePt t="101138" x="2774950" y="3759200"/>
          <p14:tracePt t="101155" x="2743200" y="3714750"/>
          <p14:tracePt t="101171" x="2736850" y="3695700"/>
          <p14:tracePt t="101188" x="2717800" y="3657600"/>
          <p14:tracePt t="101204" x="2711450" y="3644900"/>
          <p14:tracePt t="101221" x="2711450" y="3638550"/>
          <p14:tracePt t="101238" x="2705100" y="3625850"/>
          <p14:tracePt t="101295" x="2698750" y="3625850"/>
          <p14:tracePt t="101358" x="2698750" y="3632200"/>
          <p14:tracePt t="101484" x="2698750" y="3638550"/>
          <p14:tracePt t="101526" x="2698750" y="3644900"/>
          <p14:tracePt t="101568" x="2698750" y="3651250"/>
          <p14:tracePt t="101582" x="2698750" y="3657600"/>
          <p14:tracePt t="101596" x="2698750" y="3663950"/>
          <p14:tracePt t="101610" x="2692400" y="3670300"/>
          <p14:tracePt t="101632" x="2686050" y="3670300"/>
          <p14:tracePt t="102928" x="2781300" y="3759200"/>
          <p14:tracePt t="102935" x="2971800" y="3924300"/>
          <p14:tracePt t="102952" x="3136900" y="4057650"/>
          <p14:tracePt t="102965" x="3321050" y="4203700"/>
          <p14:tracePt t="102982" x="3854450" y="4508500"/>
          <p14:tracePt t="102999" x="4229100" y="4724400"/>
          <p14:tracePt t="103015" x="4337050" y="4775200"/>
          <p14:tracePt t="103031" x="4495800" y="4832350"/>
          <p14:tracePt t="103048" x="4616450" y="4870450"/>
          <p14:tracePt t="103065" x="4648200" y="4876800"/>
          <p14:tracePt t="103082" x="4705350" y="4876800"/>
          <p14:tracePt t="103098" x="4730750" y="4870450"/>
          <p14:tracePt t="103115" x="4737100" y="4864100"/>
          <p14:tracePt t="103132" x="4743450" y="4864100"/>
          <p14:tracePt t="103160" x="4749800" y="4857750"/>
          <p14:tracePt t="103188" x="4749800" y="4851400"/>
          <p14:tracePt t="103209" x="4749800" y="4845050"/>
          <p14:tracePt t="103216" x="4749800" y="4838700"/>
          <p14:tracePt t="103230" x="4749800" y="4832350"/>
          <p14:tracePt t="103272" x="4749800" y="4826000"/>
          <p14:tracePt t="103279" x="4756150" y="4826000"/>
          <p14:tracePt t="103286" x="4756150" y="4819650"/>
          <p14:tracePt t="103301" x="4756150" y="4813300"/>
          <p14:tracePt t="103314" x="4756150" y="4806950"/>
          <p14:tracePt t="103330" x="4756150" y="4794250"/>
          <p14:tracePt t="103346" x="4756150" y="4787900"/>
          <p14:tracePt t="103364" x="4756150" y="4781550"/>
          <p14:tracePt t="103380" x="4756150" y="4775200"/>
          <p14:tracePt t="103397" x="4756150" y="4768850"/>
          <p14:tracePt t="103413" x="4749800" y="4762500"/>
          <p14:tracePt t="103430" x="4749800" y="4749800"/>
          <p14:tracePt t="103447" x="4749800" y="4743450"/>
          <p14:tracePt t="103463" x="4743450" y="4743450"/>
          <p14:tracePt t="103497" x="4743450" y="4737100"/>
          <p14:tracePt t="103518" x="4743450" y="4724400"/>
          <p14:tracePt t="103539" x="4743450" y="4718050"/>
          <p14:tracePt t="103553" x="4743450" y="4711700"/>
          <p14:tracePt t="103563" x="4743450" y="4705350"/>
          <p14:tracePt t="103588" x="4743450" y="4699000"/>
          <p14:tracePt t="103602" x="4743450" y="4692650"/>
          <p14:tracePt t="103613" x="4743450" y="4686300"/>
          <p14:tracePt t="103633" x="4743450" y="4679950"/>
          <p14:tracePt t="103658" x="4743450" y="4673600"/>
          <p14:tracePt t="103686" x="4743450" y="4667250"/>
          <p14:tracePt t="103721" x="4749800" y="4660900"/>
          <p14:tracePt t="103749" x="4756150" y="4660900"/>
          <p14:tracePt t="103764" x="4762500" y="4660900"/>
          <p14:tracePt t="103777" x="4768850" y="4660900"/>
          <p14:tracePt t="103791" x="4781550" y="4660900"/>
          <p14:tracePt t="103799" x="4800600" y="4667250"/>
          <p14:tracePt t="103815" x="4826000" y="4679950"/>
          <p14:tracePt t="103829" x="4851400" y="4686300"/>
          <p14:tracePt t="103846" x="4927600" y="4705350"/>
          <p14:tracePt t="103862" x="4984750" y="4730750"/>
          <p14:tracePt t="103878" x="5029200" y="4749800"/>
          <p14:tracePt t="103896" x="5092700" y="4768850"/>
          <p14:tracePt t="103912" x="5130800" y="4800600"/>
          <p14:tracePt t="103929" x="5143500" y="4806950"/>
          <p14:tracePt t="103946" x="5181600" y="4819650"/>
          <p14:tracePt t="103962" x="5207000" y="4832350"/>
          <p14:tracePt t="103978" x="5213350" y="4838700"/>
          <p14:tracePt t="103995" x="5226050" y="4845050"/>
          <p14:tracePt t="104012" x="5238750" y="4845050"/>
          <p14:tracePt t="104028" x="5245100" y="4851400"/>
          <p14:tracePt t="104045" x="5264150" y="4851400"/>
          <p14:tracePt t="104061" x="5270500" y="4857750"/>
          <p14:tracePt t="104079" x="5283200" y="4857750"/>
          <p14:tracePt t="104111" x="5289550" y="4857750"/>
          <p14:tracePt t="104227" x="5283200" y="4857750"/>
          <p14:tracePt t="104248" x="5276850" y="4857750"/>
          <p14:tracePt t="104554" x="5321300" y="4857750"/>
          <p14:tracePt t="104561" x="5429250" y="4857750"/>
          <p14:tracePt t="104575" x="5530850" y="4838700"/>
          <p14:tracePt t="104582" x="5645150" y="4806950"/>
          <p14:tracePt t="104593" x="5829300" y="4756150"/>
          <p14:tracePt t="104611" x="6248400" y="4629150"/>
          <p14:tracePt t="104626" x="6470650" y="4603750"/>
          <p14:tracePt t="104643" x="6775450" y="4540250"/>
          <p14:tracePt t="104660" x="7486650" y="4375150"/>
          <p14:tracePt t="104676" x="7683500" y="4349750"/>
          <p14:tracePt t="104680" x="7829550" y="4330700"/>
          <p14:tracePt t="104696" x="7943850" y="4318000"/>
          <p14:tracePt t="104710" x="8020050" y="4305300"/>
          <p14:tracePt t="104726" x="8153400" y="4279900"/>
          <p14:tracePt t="104744" x="8235950" y="4241800"/>
          <p14:tracePt t="104759" x="8261350" y="4235450"/>
          <p14:tracePt t="104776" x="8286750" y="4222750"/>
          <p14:tracePt t="104793" x="8299450" y="4216400"/>
          <p14:tracePt t="104809" x="8312150" y="4210050"/>
          <p14:tracePt t="104825" x="8318500" y="4197350"/>
          <p14:tracePt t="104842" x="8324850" y="4197350"/>
          <p14:tracePt t="104875" x="8331200" y="4197350"/>
          <p14:tracePt t="104905" x="8331200" y="4203700"/>
          <p14:tracePt t="104932" x="8324850" y="4203700"/>
          <p14:tracePt t="104939" x="8324850" y="4210050"/>
          <p14:tracePt t="104953" x="8318500" y="4210050"/>
          <p14:tracePt t="104976" x="8312150" y="4210050"/>
          <p14:tracePt t="104982" x="8312150" y="4216400"/>
          <p14:tracePt t="105003" x="8305800" y="4222750"/>
          <p14:tracePt t="105011" x="8299450" y="4222750"/>
          <p14:tracePt t="105031" x="8293100" y="4229100"/>
          <p14:tracePt t="105052" x="8286750" y="4229100"/>
          <p14:tracePt t="105073" x="8280400" y="4235450"/>
          <p14:tracePt t="105095" x="8274050" y="4235450"/>
          <p14:tracePt t="105123" x="8274050" y="4241800"/>
          <p14:tracePt t="105151" x="8267700" y="4241800"/>
          <p14:tracePt t="105221" x="8261350" y="4248150"/>
          <p14:tracePt t="105706" x="8210550" y="4248150"/>
          <p14:tracePt t="105713" x="8134350" y="4254500"/>
          <p14:tracePt t="105727" x="8039100" y="4267200"/>
          <p14:tracePt t="105739" x="7937500" y="4286250"/>
          <p14:tracePt t="105755" x="7759700" y="4318000"/>
          <p14:tracePt t="105772" x="7677150" y="4337050"/>
          <p14:tracePt t="105789" x="7543800" y="4375150"/>
          <p14:tracePt t="105805" x="7416800" y="4394200"/>
          <p14:tracePt t="105822" x="7346950" y="4400550"/>
          <p14:tracePt t="105839" x="7219950" y="4413250"/>
          <p14:tracePt t="105855" x="7099300" y="4419600"/>
          <p14:tracePt t="105872" x="7048500" y="4432300"/>
          <p14:tracePt t="105889" x="6927850" y="4438650"/>
          <p14:tracePt t="105905" x="6775450" y="4451350"/>
          <p14:tracePt t="105921" x="6686550" y="4451350"/>
          <p14:tracePt t="105938" x="6457950" y="4470400"/>
          <p14:tracePt t="105955" x="6369050" y="4476750"/>
          <p14:tracePt t="105972" x="6076950" y="4489450"/>
          <p14:tracePt t="105988" x="5988050" y="4489450"/>
          <p14:tracePt t="106005" x="5886450" y="4508500"/>
          <p14:tracePt t="106021" x="5740400" y="4508500"/>
          <p14:tracePt t="106038" x="5626100" y="4508500"/>
          <p14:tracePt t="106055" x="5588000" y="4508500"/>
          <p14:tracePt t="106071" x="5480050" y="4508500"/>
          <p14:tracePt t="106088" x="5378450" y="4521200"/>
          <p14:tracePt t="106104" x="5327650" y="4521200"/>
          <p14:tracePt t="106121" x="5232400" y="4521200"/>
          <p14:tracePt t="106137" x="5187950" y="4508500"/>
          <p14:tracePt t="106155" x="5162550" y="4502150"/>
          <p14:tracePt t="106171" x="5149850" y="4495800"/>
          <p14:tracePt t="106187" x="5137150" y="4495800"/>
          <p14:tracePt t="106204" x="5111750" y="4495800"/>
          <p14:tracePt t="106220" x="5086350" y="4521200"/>
          <p14:tracePt t="106757" x="5073650" y="4521200"/>
          <p14:tracePt t="106764" x="5048250" y="4521200"/>
          <p14:tracePt t="106778" x="5029200" y="4521200"/>
          <p14:tracePt t="106788" x="5003800" y="4521200"/>
          <p14:tracePt t="106802" x="4991100" y="4521200"/>
          <p14:tracePt t="106819" x="4972050" y="4521200"/>
          <p14:tracePt t="106835" x="4902200" y="4514850"/>
          <p14:tracePt t="106852" x="4883150" y="4514850"/>
          <p14:tracePt t="106869" x="4826000" y="4514850"/>
          <p14:tracePt t="106884" x="4806950" y="4514850"/>
          <p14:tracePt t="106901" x="4730750" y="4514850"/>
          <p14:tracePt t="106918" x="4699000" y="4514850"/>
          <p14:tracePt t="106936" x="4641850" y="4514850"/>
          <p14:tracePt t="106951" x="4603750" y="4514850"/>
          <p14:tracePt t="106968" x="4565650" y="4508500"/>
          <p14:tracePt t="106985" x="4559300" y="4508500"/>
          <p14:tracePt t="107002" x="4540250" y="4508500"/>
          <p14:tracePt t="107018" x="4527550" y="4508500"/>
          <p14:tracePt t="107035" x="4521200" y="4508500"/>
          <p14:tracePt t="107051" x="4514850" y="4508500"/>
          <p14:tracePt t="107068" x="4508500" y="4508500"/>
          <p14:tracePt t="107108" x="4502150" y="4508500"/>
          <p14:tracePt t="107206" x="4495800" y="4508500"/>
          <p14:tracePt t="107227" x="4489450" y="4514850"/>
          <p14:tracePt t="107249" x="4483100" y="4514850"/>
          <p14:tracePt t="107255" x="4476750" y="4514850"/>
          <p14:tracePt t="107297" x="4470400" y="4514850"/>
          <p14:tracePt t="107368" x="4464050" y="4514850"/>
          <p14:tracePt t="107395" x="4457700" y="4521200"/>
          <p14:tracePt t="108701" x="4445000" y="4521200"/>
          <p14:tracePt t="108715" x="4438650" y="4521200"/>
          <p14:tracePt t="108722" x="4425950" y="4521200"/>
          <p14:tracePt t="108732" x="4419600" y="4521200"/>
          <p14:tracePt t="108750" x="4406900" y="4521200"/>
          <p14:tracePt t="108765" x="4400550" y="4521200"/>
          <p14:tracePt t="108792" x="4394200" y="4521200"/>
          <p14:tracePt t="108799" x="4387850" y="4521200"/>
          <p14:tracePt t="108834" x="4381500" y="4521200"/>
          <p14:tracePt t="109796" x="4387850" y="4521200"/>
          <p14:tracePt t="109851" x="4394200" y="4521200"/>
          <p14:tracePt t="109873" x="4400550" y="4521200"/>
          <p14:tracePt t="109908" x="4406900" y="4521200"/>
          <p14:tracePt t="109943" x="4413250" y="4521200"/>
          <p14:tracePt t="109992" x="4419600" y="4514850"/>
          <p14:tracePt t="110013" x="4425950" y="4514850"/>
          <p14:tracePt t="110034" x="4432300" y="4514850"/>
          <p14:tracePt t="110055" x="4438650" y="4514850"/>
          <p14:tracePt t="110083" x="4451350" y="4514850"/>
          <p14:tracePt t="110125" x="4457700" y="4508500"/>
          <p14:tracePt t="110146" x="4464050" y="4508500"/>
          <p14:tracePt t="110174" x="4476750" y="4502150"/>
          <p14:tracePt t="110202" x="4483100" y="4502150"/>
          <p14:tracePt t="110224" x="4489450" y="4495800"/>
          <p14:tracePt t="110245" x="4495800" y="4495800"/>
          <p14:tracePt t="110294" x="4502150" y="4495800"/>
          <p14:tracePt t="110329" x="4508500" y="4489450"/>
          <p14:tracePt t="110378" x="4514850" y="4489450"/>
          <p14:tracePt t="110384" x="4521200" y="4489450"/>
          <p14:tracePt t="110680" x="4527550" y="4489450"/>
          <p14:tracePt t="110750" x="4533900" y="4489450"/>
          <p14:tracePt t="110946" x="4533900" y="4495800"/>
          <p14:tracePt t="110974" x="4533900" y="4502150"/>
          <p14:tracePt t="110995" x="4533900" y="4508500"/>
          <p14:tracePt t="111059" x="4540250" y="4514850"/>
          <p14:tracePt t="111086" x="4546600" y="4514850"/>
          <p14:tracePt t="111107" x="4552950" y="4521200"/>
          <p14:tracePt t="111114" x="4559300" y="4527550"/>
          <p14:tracePt t="111129" x="4565650" y="4527550"/>
          <p14:tracePt t="111137" x="4572000" y="4533900"/>
          <p14:tracePt t="111154" x="4572000" y="4540250"/>
          <p14:tracePt t="111171" x="4597400" y="4559300"/>
          <p14:tracePt t="111186" x="4635500" y="4572000"/>
          <p14:tracePt t="111203" x="4648200" y="4578350"/>
          <p14:tracePt t="111220" x="4679950" y="4597400"/>
          <p14:tracePt t="111236" x="4692650" y="4603750"/>
          <p14:tracePt t="111253" x="4730750" y="4616450"/>
          <p14:tracePt t="111270" x="4743450" y="4622800"/>
          <p14:tracePt t="111287" x="4756150" y="4622800"/>
          <p14:tracePt t="111291" x="4762500" y="4629150"/>
          <p14:tracePt t="111304" x="4775200" y="4629150"/>
          <p14:tracePt t="111320" x="4787900" y="4629150"/>
          <p14:tracePt t="111336" x="4794250" y="4629150"/>
          <p14:tracePt t="111353" x="4794250" y="4635500"/>
          <p14:tracePt t="111369" x="4806950" y="4641850"/>
          <p14:tracePt t="111387" x="4813300" y="4648200"/>
          <p14:tracePt t="111402" x="4819650" y="4648200"/>
          <p14:tracePt t="111436" x="4826000" y="4648200"/>
          <p14:tracePt t="111458" x="4832350" y="4654550"/>
          <p14:tracePt t="111487" x="4838700" y="4660900"/>
          <p14:tracePt t="111500" x="4845050" y="4660900"/>
          <p14:tracePt t="111507" x="4851400" y="4660900"/>
          <p14:tracePt t="111537" x="4857750" y="4667250"/>
          <p14:tracePt t="111557" x="4864100" y="4667250"/>
          <p14:tracePt t="111578" x="4864100" y="4673600"/>
          <p14:tracePt t="111599" x="4870450" y="4673600"/>
          <p14:tracePt t="111627" x="4876800" y="4673600"/>
          <p14:tracePt t="111662" x="4883150" y="4679950"/>
          <p14:tracePt t="111690" x="4889500" y="4679950"/>
          <p14:tracePt t="111711" x="4895850" y="4679950"/>
          <p14:tracePt t="111719" x="4895850" y="4686300"/>
          <p14:tracePt t="111739" x="4902200" y="4686300"/>
          <p14:tracePt t="111767" x="4908550" y="4686300"/>
          <p14:tracePt t="111802" x="4908550" y="4692650"/>
          <p14:tracePt t="111830" x="4914900" y="4692650"/>
          <p14:tracePt t="111872" x="4921250" y="4692650"/>
          <p14:tracePt t="111879" x="4927600" y="4699000"/>
          <p14:tracePt t="111900" x="4933950" y="4699000"/>
          <p14:tracePt t="111907" x="4940300" y="4705350"/>
          <p14:tracePt t="111977" x="4946650" y="4705350"/>
          <p14:tracePt t="111999" x="4953000" y="4705350"/>
          <p14:tracePt t="112012" x="4959350" y="4705350"/>
          <p14:tracePt t="112020" x="4959350" y="4711700"/>
          <p14:tracePt t="112034" x="4965700" y="4711700"/>
          <p14:tracePt t="112062" x="4972050" y="4711700"/>
          <p14:tracePt t="112097" x="4978400" y="4711700"/>
          <p14:tracePt t="113262" x="4972050" y="4711700"/>
          <p14:tracePt t="113289" x="4965700" y="4711700"/>
          <p14:tracePt t="113304" x="4959350" y="4718050"/>
          <p14:tracePt t="113332" x="4953000" y="4724400"/>
          <p14:tracePt t="113353" x="4946650" y="4724400"/>
          <p14:tracePt t="113360" x="4946650" y="4730750"/>
          <p14:tracePt t="113381" x="4940300" y="4737100"/>
          <p14:tracePt t="113402" x="4933950" y="4743450"/>
          <p14:tracePt t="113416" x="4927600" y="4743450"/>
          <p14:tracePt t="113423" x="4927600" y="4749800"/>
          <p14:tracePt t="113432" x="4921250" y="4756150"/>
          <p14:tracePt t="113445" x="4921250" y="4762500"/>
          <p14:tracePt t="113462" x="4914900" y="4762500"/>
          <p14:tracePt t="113479" x="4908550" y="4762500"/>
          <p14:tracePt t="113495" x="4908550" y="4768850"/>
          <p14:tracePt t="113512" x="4902200" y="4775200"/>
          <p14:tracePt t="113529" x="4895850" y="4781550"/>
          <p14:tracePt t="113545" x="4889500" y="4787900"/>
          <p14:tracePt t="113563" x="4883150" y="4787900"/>
          <p14:tracePt t="113578" x="4876800" y="4794250"/>
          <p14:tracePt t="113595" x="4870450" y="4794250"/>
          <p14:tracePt t="113612" x="4870450" y="4800600"/>
          <p14:tracePt t="113645" x="4864100" y="4800600"/>
          <p14:tracePt t="113664" x="4857750" y="4806950"/>
          <p14:tracePt t="113682" x="4851400" y="4813300"/>
          <p14:tracePt t="113704" x="4845050" y="4813300"/>
          <p14:tracePt t="113712" x="4845050" y="4819650"/>
          <p14:tracePt t="113746" x="4838700" y="4819650"/>
          <p14:tracePt t="113753" x="4832350" y="4826000"/>
          <p14:tracePt t="113781" x="4832350" y="4832350"/>
          <p14:tracePt t="113935" x="4826000" y="4832350"/>
          <p14:tracePt t="114602" x="4838700" y="4838700"/>
          <p14:tracePt t="114631" x="4883150" y="4838700"/>
          <p14:tracePt t="114638" x="4902200" y="4838700"/>
          <p14:tracePt t="114645" x="4933950" y="4838700"/>
          <p14:tracePt t="114661" x="4959350" y="4838700"/>
          <p14:tracePt t="114675" x="5041900" y="4838700"/>
          <p14:tracePt t="114692" x="5118100" y="4838700"/>
          <p14:tracePt t="114708" x="5283200" y="4832350"/>
          <p14:tracePt t="114725" x="5410200" y="4819650"/>
          <p14:tracePt t="114742" x="5651500" y="4787900"/>
          <p14:tracePt t="114758" x="5867400" y="4756150"/>
          <p14:tracePt t="114774" x="5975350" y="4737100"/>
          <p14:tracePt t="114791" x="6140450" y="4692650"/>
          <p14:tracePt t="114807" x="6299200" y="4673600"/>
          <p14:tracePt t="114824" x="6356350" y="4654550"/>
          <p14:tracePt t="114841" x="6477000" y="4629150"/>
          <p14:tracePt t="114858" x="6623050" y="4578350"/>
          <p14:tracePt t="114874" x="6686550" y="4559300"/>
          <p14:tracePt t="114890" x="6838950" y="4502150"/>
          <p14:tracePt t="114907" x="6991350" y="4464050"/>
          <p14:tracePt t="114924" x="7061200" y="4445000"/>
          <p14:tracePt t="114941" x="7194550" y="4413250"/>
          <p14:tracePt t="114957" x="7308850" y="4406900"/>
          <p14:tracePt t="114975" x="7416800" y="4394200"/>
          <p14:tracePt t="114990" x="7467600" y="4387850"/>
          <p14:tracePt t="115007" x="7505700" y="4387850"/>
          <p14:tracePt t="115024" x="7607300" y="4356100"/>
          <p14:tracePt t="115040" x="7639050" y="4349750"/>
          <p14:tracePt t="115057" x="7658100" y="4343400"/>
          <p14:tracePt t="115074" x="7702550" y="4337050"/>
          <p14:tracePt t="115090" x="7753350" y="4324350"/>
          <p14:tracePt t="115107" x="7778750" y="4324350"/>
          <p14:tracePt t="115123" x="7835900" y="4330700"/>
          <p14:tracePt t="115140" x="7886700" y="4337050"/>
          <p14:tracePt t="115157" x="7924800" y="4337050"/>
          <p14:tracePt t="115173" x="7937500" y="4337050"/>
          <p14:tracePt t="115190" x="7969250" y="4337050"/>
          <p14:tracePt t="115207" x="7994650" y="4337050"/>
          <p14:tracePt t="115223" x="8001000" y="4337050"/>
          <p14:tracePt t="115239" x="8013700" y="4337050"/>
          <p14:tracePt t="115361" x="8013700" y="4343400"/>
          <p14:tracePt t="115438" x="8013700" y="4349750"/>
          <p14:tracePt t="115444" x="8013700" y="4356100"/>
          <p14:tracePt t="115466" x="8020050" y="4362450"/>
          <p14:tracePt t="115487" x="8026400" y="4368800"/>
          <p14:tracePt t="115571" x="8032750" y="4375150"/>
          <p14:tracePt t="116076" x="8032750" y="4368800"/>
          <p14:tracePt t="116097" x="8032750" y="4362450"/>
          <p14:tracePt t="116771" x="8020050" y="4356100"/>
          <p14:tracePt t="116778" x="7975600" y="4343400"/>
          <p14:tracePt t="116791" x="7943850" y="4324350"/>
          <p14:tracePt t="116800" x="7905750" y="4305300"/>
          <p14:tracePt t="116817" x="7835900" y="4286250"/>
          <p14:tracePt t="116834" x="7677150" y="4248150"/>
          <p14:tracePt t="116850" x="7391400" y="4171950"/>
          <p14:tracePt t="116867" x="7181850" y="4095750"/>
          <p14:tracePt t="116884" x="6680200" y="3917950"/>
          <p14:tracePt t="116901" x="6362700" y="3797300"/>
          <p14:tracePt t="116918" x="5537200" y="3479800"/>
          <p14:tracePt t="116933" x="5314950" y="3378200"/>
          <p14:tracePt t="116950" x="5092700" y="3276600"/>
          <p14:tracePt t="116967" x="4711700" y="3048000"/>
          <p14:tracePt t="116983" x="4445000" y="2838450"/>
          <p14:tracePt t="117000" x="4349750" y="2762250"/>
          <p14:tracePt t="117017" x="4159250" y="2635250"/>
          <p14:tracePt t="117033" x="4006850" y="2540000"/>
          <p14:tracePt t="117050" x="3962400" y="2501900"/>
          <p14:tracePt t="117066" x="3873500" y="2444750"/>
          <p14:tracePt t="117083" x="3765550" y="2374900"/>
          <p14:tracePt t="117101" x="3632200" y="2279650"/>
          <p14:tracePt t="117116" x="3562350" y="2254250"/>
          <p14:tracePt t="117133" x="3435350" y="2184400"/>
          <p14:tracePt t="117150" x="3327400" y="2139950"/>
          <p14:tracePt t="117166" x="3289300" y="2114550"/>
          <p14:tracePt t="117183" x="3257550" y="2089150"/>
          <p14:tracePt t="117199" x="3162300" y="2044700"/>
          <p14:tracePt t="117216" x="3143250" y="2025650"/>
          <p14:tracePt t="117233" x="3105150" y="2012950"/>
          <p14:tracePt t="117249" x="3016250" y="1962150"/>
          <p14:tracePt t="117266" x="2901950" y="1905000"/>
          <p14:tracePt t="117283" x="2774950" y="1828800"/>
          <p14:tracePt t="117299" x="2717800" y="1797050"/>
          <p14:tracePt t="117316" x="2603500" y="1708150"/>
          <p14:tracePt t="117333" x="2489200" y="1631950"/>
          <p14:tracePt t="117349" x="2419350" y="1587500"/>
          <p14:tracePt t="117366" x="2305050" y="1517650"/>
          <p14:tracePt t="117382" x="2203450" y="1466850"/>
          <p14:tracePt t="117399" x="2159000" y="1428750"/>
          <p14:tracePt t="117417" x="2101850" y="1390650"/>
          <p14:tracePt t="117431" x="2057400" y="1358900"/>
          <p14:tracePt t="117448" x="2038350" y="1358900"/>
          <p14:tracePt t="117465" x="2019300" y="1346200"/>
          <p14:tracePt t="117482" x="1993900" y="1346200"/>
          <p14:tracePt t="117498" x="1981200" y="1346200"/>
          <p14:tracePt t="117515" x="1955800" y="1339850"/>
          <p14:tracePt t="117531" x="1943100" y="1339850"/>
          <p14:tracePt t="117548" x="1911350" y="1333500"/>
          <p14:tracePt t="117564" x="1873250" y="1333500"/>
          <p14:tracePt t="117581" x="1847850" y="1327150"/>
          <p14:tracePt t="117598" x="1809750" y="1320800"/>
          <p14:tracePt t="117615" x="1752600" y="1314450"/>
          <p14:tracePt t="117631" x="1720850" y="1308100"/>
          <p14:tracePt t="117648" x="1670050" y="1308100"/>
          <p14:tracePt t="117664" x="1644650" y="1301750"/>
          <p14:tracePt t="117681" x="1631950" y="1301750"/>
          <p14:tracePt t="117698" x="1625600" y="1301750"/>
          <p14:tracePt t="117714" x="1619250" y="1301750"/>
          <p14:tracePt t="117731" x="1600200" y="1301750"/>
          <p14:tracePt t="117748" x="1593850" y="1301750"/>
          <p14:tracePt t="117764" x="1581150" y="1301750"/>
          <p14:tracePt t="117781" x="1562100" y="1301750"/>
          <p14:tracePt t="117797" x="1555750" y="1301750"/>
          <p14:tracePt t="117814" x="1543050" y="1301750"/>
          <p14:tracePt t="117831" x="1492250" y="1295400"/>
          <p14:tracePt t="117847" x="1473200" y="1295400"/>
          <p14:tracePt t="117864" x="1454150" y="1295400"/>
          <p14:tracePt t="117880" x="1416050" y="1289050"/>
          <p14:tracePt t="117897" x="1390650" y="1289050"/>
          <p14:tracePt t="117917" x="1384300" y="1289050"/>
          <p14:tracePt t="117943" x="1390650" y="1289050"/>
          <p14:tracePt t="117965" x="1397000" y="1289050"/>
          <p14:tracePt t="117970" x="1416050" y="1289050"/>
          <p14:tracePt t="117984" x="1435100" y="1289050"/>
          <p14:tracePt t="117996" x="1466850" y="1289050"/>
          <p14:tracePt t="118013" x="1581150" y="1289050"/>
          <p14:tracePt t="118030" x="1682750" y="1289050"/>
          <p14:tracePt t="118047" x="1892300" y="1276350"/>
          <p14:tracePt t="118063" x="2095500" y="1276350"/>
          <p14:tracePt t="118079" x="2184400" y="1276350"/>
          <p14:tracePt t="118097" x="2247900" y="1276350"/>
          <p14:tracePt t="118113" x="2374900" y="1263650"/>
          <p14:tracePt t="118129" x="2387600" y="1257300"/>
          <p14:tracePt t="118147" x="2393950" y="1257300"/>
          <p14:tracePt t="118181" x="2387600" y="1257300"/>
          <p14:tracePt t="118202" x="2374900" y="1257300"/>
          <p14:tracePt t="118216" x="2368550" y="1257300"/>
          <p14:tracePt t="118223" x="2349500" y="1257300"/>
          <p14:tracePt t="118237" x="2330450" y="1257300"/>
          <p14:tracePt t="118246" x="2292350" y="1257300"/>
          <p14:tracePt t="118262" x="2254250" y="1257300"/>
          <p14:tracePt t="118279" x="2101850" y="1257300"/>
          <p14:tracePt t="118295" x="1936750" y="1257300"/>
          <p14:tracePt t="118312" x="1860550" y="1257300"/>
          <p14:tracePt t="118329" x="1752600" y="1257300"/>
          <p14:tracePt t="118346" x="1676400" y="1257300"/>
          <p14:tracePt t="118363" x="1625600" y="1257300"/>
          <p14:tracePt t="118380" x="1612900" y="1257300"/>
          <p14:tracePt t="118396" x="1606550" y="1263650"/>
          <p14:tracePt t="118412" x="1600200" y="1263650"/>
          <p14:tracePt t="118455" x="1606550" y="1263650"/>
          <p14:tracePt t="118463" x="1619250" y="1263650"/>
          <p14:tracePt t="118476" x="1631950" y="1263650"/>
          <p14:tracePt t="118482" x="1644650" y="1263650"/>
          <p14:tracePt t="118498" x="1670050" y="1263650"/>
          <p14:tracePt t="118511" x="1720850" y="1263650"/>
          <p14:tracePt t="118528" x="1885950" y="1270000"/>
          <p14:tracePt t="118546" x="2089150" y="1270000"/>
          <p14:tracePt t="118561" x="2190750" y="1276350"/>
          <p14:tracePt t="118578" x="2368550" y="1289050"/>
          <p14:tracePt t="118595" x="2489200" y="1295400"/>
          <p14:tracePt t="118611" x="2514600" y="1295400"/>
          <p14:tracePt t="118627" x="2533650" y="1295400"/>
          <p14:tracePt t="118665" x="2527300" y="1295400"/>
          <p14:tracePt t="118677" x="2514600" y="1295400"/>
          <p14:tracePt t="118695" x="2470150" y="1295400"/>
          <p14:tracePt t="118711" x="2419350" y="1295400"/>
          <p14:tracePt t="118728" x="2260600" y="1295400"/>
          <p14:tracePt t="118744" x="2051050" y="1295400"/>
          <p14:tracePt t="118760" x="1936750" y="1295400"/>
          <p14:tracePt t="118778" x="1746250" y="1289050"/>
          <p14:tracePt t="118794" x="1670050" y="1289050"/>
          <p14:tracePt t="118810" x="1574800" y="1289050"/>
          <p14:tracePt t="118827" x="1543050" y="1289050"/>
          <p14:tracePt t="118843" x="1530350" y="1289050"/>
          <p14:tracePt t="118883" x="1543050" y="1289050"/>
          <p14:tracePt t="118897" x="1555750" y="1289050"/>
          <p14:tracePt t="118910" x="1574800" y="1289050"/>
          <p14:tracePt t="118926" x="1676400" y="1289050"/>
          <p14:tracePt t="118943" x="1752600" y="1295400"/>
          <p14:tracePt t="118960" x="1943100" y="1295400"/>
          <p14:tracePt t="118976" x="2120900" y="1295400"/>
          <p14:tracePt t="118994" x="2197100" y="1295400"/>
          <p14:tracePt t="119010" x="2292350" y="1295400"/>
          <p14:tracePt t="119026" x="2317750" y="1295400"/>
          <p14:tracePt t="119044" x="2324100" y="1295400"/>
          <p14:tracePt t="119059" x="2317750" y="1295400"/>
          <p14:tracePt t="119076" x="2311400" y="1295400"/>
          <p14:tracePt t="119094" x="2228850" y="1295400"/>
          <p14:tracePt t="119109" x="2165350" y="1295400"/>
          <p14:tracePt t="119126" x="2076450" y="1295400"/>
          <p14:tracePt t="119143" x="1885950" y="1295400"/>
          <p14:tracePt t="119159" x="1708150" y="1295400"/>
          <p14:tracePt t="119175" x="1644650" y="1295400"/>
          <p14:tracePt t="119192" x="1549400" y="1308100"/>
          <p14:tracePt t="119209" x="1511300" y="1320800"/>
          <p14:tracePt t="119227" x="1498600" y="1320800"/>
          <p14:tracePt t="119259" x="1498600" y="1327150"/>
          <p14:tracePt t="119276" x="1511300" y="1327150"/>
          <p14:tracePt t="119291" x="1536700" y="1327150"/>
          <p14:tracePt t="119309" x="1619250" y="1327150"/>
          <p14:tracePt t="119325" x="1752600" y="1327150"/>
          <p14:tracePt t="119342" x="1803400" y="1327150"/>
          <p14:tracePt t="119359" x="1866900" y="1327150"/>
          <p14:tracePt t="119375" x="1943100" y="1327150"/>
          <p14:tracePt t="119429" x="1930400" y="1333500"/>
          <p14:tracePt t="119437" x="1898650" y="1333500"/>
          <p14:tracePt t="119445" x="1873250" y="1333500"/>
          <p14:tracePt t="119461" x="1822450" y="1333500"/>
          <p14:tracePt t="119475" x="1771650" y="1333500"/>
          <p14:tracePt t="119491" x="1631950" y="1352550"/>
          <p14:tracePt t="119508" x="1498600" y="1358900"/>
          <p14:tracePt t="119525" x="1435100" y="1358900"/>
          <p14:tracePt t="119542" x="1333500" y="1371600"/>
          <p14:tracePt t="119557" x="1289050" y="1371600"/>
          <p14:tracePt t="119574" x="1276350" y="1371600"/>
          <p14:tracePt t="119607" x="1301750" y="1371600"/>
          <p14:tracePt t="119624" x="1333500" y="1371600"/>
          <p14:tracePt t="119641" x="1460500" y="1377950"/>
          <p14:tracePt t="119657" x="1663700" y="1390650"/>
          <p14:tracePt t="119675" x="1765300" y="1390650"/>
          <p14:tracePt t="119691" x="1968500" y="1403350"/>
          <p14:tracePt t="119707" x="2044700" y="1397000"/>
          <p14:tracePt t="119725" x="2159000" y="1397000"/>
          <p14:tracePt t="119740" x="2171700" y="1397000"/>
          <p14:tracePt t="119774" x="2159000" y="1397000"/>
          <p14:tracePt t="119790" x="2108200" y="1403350"/>
          <p14:tracePt t="119807" x="2044700" y="1403350"/>
          <p14:tracePt t="119824" x="1866900" y="1397000"/>
          <p14:tracePt t="119840" x="1651000" y="1403350"/>
          <p14:tracePt t="119857" x="1549400" y="1409700"/>
          <p14:tracePt t="119873" x="1384300" y="1409700"/>
          <p14:tracePt t="119890" x="1295400" y="1409700"/>
          <p14:tracePt t="119907" x="1270000" y="1409700"/>
          <p14:tracePt t="119939" x="1295400" y="1409700"/>
          <p14:tracePt t="119957" x="1397000" y="1422400"/>
          <p14:tracePt t="119973" x="1485900" y="1422400"/>
          <p14:tracePt t="119990" x="1587500" y="1441450"/>
          <p14:tracePt t="120006" x="1962150" y="1530350"/>
          <p14:tracePt t="120022" x="2057400" y="1568450"/>
          <p14:tracePt t="120040" x="2190750" y="1625600"/>
          <p14:tracePt t="120056" x="2235200" y="1644650"/>
          <p14:tracePt t="120073" x="2279650" y="1676400"/>
          <p14:tracePt t="120090" x="2305050" y="1708150"/>
          <p14:tracePt t="120106" x="2317750" y="1727200"/>
          <p14:tracePt t="120122" x="2336800" y="1771650"/>
          <p14:tracePt t="120139" x="2355850" y="1816100"/>
          <p14:tracePt t="120156" x="2362200" y="1841500"/>
          <p14:tracePt t="120172" x="2381250" y="1885950"/>
          <p14:tracePt t="120189" x="2406650" y="1892300"/>
          <p14:tracePt t="120458" x="2425700" y="1962150"/>
          <p14:tracePt t="120472" x="2457450" y="2076450"/>
          <p14:tracePt t="120480" x="2495550" y="2209800"/>
          <p14:tracePt t="120488" x="2533650" y="2362200"/>
          <p14:tracePt t="120504" x="2565400" y="2482850"/>
          <p14:tracePt t="120522" x="2641600" y="2711450"/>
          <p14:tracePt t="120538" x="2686050" y="2863850"/>
          <p14:tracePt t="120554" x="2749550" y="3086100"/>
          <p14:tracePt t="120571" x="2781300" y="3289300"/>
          <p14:tracePt t="120587" x="2787650" y="3352800"/>
          <p14:tracePt t="120604" x="2787650" y="3492500"/>
          <p14:tracePt t="120621" x="2774950" y="3613150"/>
          <p14:tracePt t="120637" x="2755900" y="3670300"/>
          <p14:tracePt t="120655" x="2743200" y="3714750"/>
          <p14:tracePt t="120670" x="2730500" y="3740150"/>
          <p14:tracePt t="120687" x="2724150" y="3740150"/>
          <p14:tracePt t="120824" x="2717800" y="3740150"/>
          <p14:tracePt t="120830" x="2711450" y="3733800"/>
          <p14:tracePt t="120840" x="2705100" y="3733800"/>
          <p14:tracePt t="120859" x="2698750" y="3733800"/>
          <p14:tracePt t="120873" x="2692400" y="3727450"/>
          <p14:tracePt t="120887" x="2686050" y="3727450"/>
          <p14:tracePt t="120903" x="2686050" y="3714750"/>
          <p14:tracePt t="120923" x="2686050" y="3708400"/>
          <p14:tracePt t="120943" x="2686050" y="3702050"/>
          <p14:tracePt t="120964" x="2686050" y="3695700"/>
          <p14:tracePt t="120973" x="2686050" y="3689350"/>
          <p14:tracePt t="120986" x="2692400" y="3683000"/>
          <p14:tracePt t="121003" x="2692400" y="3657600"/>
          <p14:tracePt t="121020" x="2692400" y="3625850"/>
          <p14:tracePt t="121036" x="2692400" y="3606800"/>
          <p14:tracePt t="121053" x="2686050" y="3549650"/>
          <p14:tracePt t="121069" x="2679700" y="3479800"/>
          <p14:tracePt t="121086" x="2679700" y="3448050"/>
          <p14:tracePt t="121102" x="2673350" y="3429000"/>
          <p14:tracePt t="121119" x="2654300" y="3378200"/>
          <p14:tracePt t="121136" x="2654300" y="3371850"/>
          <p14:tracePt t="121154" x="2654300" y="3359150"/>
          <p14:tracePt t="121189" x="2654300" y="3352800"/>
          <p14:tracePt t="121245" x="2647950" y="3352800"/>
          <p14:tracePt t="121259" x="2641600" y="3346450"/>
          <p14:tracePt t="121280" x="2635250" y="3340100"/>
          <p14:tracePt t="121301" x="2628900" y="3333750"/>
          <p14:tracePt t="121322" x="2622550" y="3327400"/>
          <p14:tracePt t="121350" x="2622550" y="3321050"/>
          <p14:tracePt t="121371" x="2616200" y="3314700"/>
          <p14:tracePt t="121392" x="2616200" y="3308350"/>
          <p14:tracePt t="121455" x="2609850" y="3302000"/>
          <p14:tracePt t="121469" x="2603500" y="3295650"/>
          <p14:tracePt t="121489" x="2603500" y="3289300"/>
          <p14:tracePt t="121525" x="2603500" y="3282950"/>
          <p14:tracePt t="121624" x="2603500" y="3276600"/>
          <p14:tracePt t="121743" x="2609850" y="3276600"/>
          <p14:tracePt t="121932" x="2616200" y="3270250"/>
          <p14:tracePt t="122024" x="2622550" y="3270250"/>
          <p14:tracePt t="122052" x="2628900" y="3276600"/>
          <p14:tracePt t="122094" x="2628900" y="3289300"/>
          <p14:tracePt t="122100" x="2628900" y="3295650"/>
          <p14:tracePt t="122122" x="2635250" y="3308350"/>
          <p14:tracePt t="122136" x="2635250" y="3314700"/>
          <p14:tracePt t="122143" x="2635250" y="3321050"/>
          <p14:tracePt t="122157" x="2641600" y="3346450"/>
          <p14:tracePt t="122165" x="2647950" y="3365500"/>
          <p14:tracePt t="122182" x="2654300" y="3403600"/>
          <p14:tracePt t="122199" x="2686050" y="3600450"/>
          <p14:tracePt t="122215" x="2705100" y="3683000"/>
          <p14:tracePt t="122232" x="2711450" y="3771900"/>
          <p14:tracePt t="122248" x="2743200" y="3949700"/>
          <p14:tracePt t="122265" x="2774950" y="4121150"/>
          <p14:tracePt t="122282" x="2781300" y="4184650"/>
          <p14:tracePt t="122298" x="2813050" y="4292600"/>
          <p14:tracePt t="122315" x="2825750" y="4362450"/>
          <p14:tracePt t="122332" x="2851150" y="4419600"/>
          <p14:tracePt t="122348" x="2857500" y="4419600"/>
          <p14:tracePt t="122365" x="2857500" y="4432300"/>
          <p14:tracePt t="122382" x="2863850" y="4451350"/>
          <p14:tracePt t="122398" x="2863850" y="4457700"/>
          <p14:tracePt t="122415" x="2870200" y="4457700"/>
          <p14:tracePt t="122521" x="2876550" y="4457700"/>
          <p14:tracePt t="122606" x="2882900" y="4457700"/>
          <p14:tracePt t="122612" x="2889250" y="4457700"/>
          <p14:tracePt t="122641" x="2895600" y="4464050"/>
          <p14:tracePt t="122676" x="2901950" y="4464050"/>
          <p14:tracePt t="122698" x="2908300" y="4464050"/>
          <p14:tracePt t="122704" x="2914650" y="4464050"/>
          <p14:tracePt t="122713" x="2921000" y="4464050"/>
          <p14:tracePt t="122729" x="2927350" y="4464050"/>
          <p14:tracePt t="122747" x="2940050" y="4470400"/>
          <p14:tracePt t="122763" x="2952750" y="4476750"/>
          <p14:tracePt t="122780" x="3003550" y="4483100"/>
          <p14:tracePt t="122796" x="3060700" y="4483100"/>
          <p14:tracePt t="122813" x="3111500" y="4483100"/>
          <p14:tracePt t="122830" x="3213100" y="4495800"/>
          <p14:tracePt t="122846" x="3321050" y="4495800"/>
          <p14:tracePt t="122863" x="3359150" y="4495800"/>
          <p14:tracePt t="122880" x="3403600" y="4495800"/>
          <p14:tracePt t="122896" x="3441700" y="4495800"/>
          <p14:tracePt t="123125" x="3435350" y="4495800"/>
          <p14:tracePt t="123775" x="3441700" y="4495800"/>
          <p14:tracePt t="123789" x="3460750" y="4495800"/>
          <p14:tracePt t="123796" x="3473450" y="4489450"/>
          <p14:tracePt t="123813" x="3492500" y="4489450"/>
          <p14:tracePt t="123826" x="3511550" y="4489450"/>
          <p14:tracePt t="123843" x="3549650" y="4489450"/>
          <p14:tracePt t="123860" x="3587750" y="4489450"/>
          <p14:tracePt t="123876" x="3613150" y="4489450"/>
          <p14:tracePt t="123893" x="3657600" y="4489450"/>
          <p14:tracePt t="123909" x="3708400" y="4489450"/>
          <p14:tracePt t="123926" x="3727450" y="4489450"/>
          <p14:tracePt t="123943" x="3790950" y="4489450"/>
          <p14:tracePt t="123959" x="3873500" y="4495800"/>
          <p14:tracePt t="123975" x="3924300" y="4495800"/>
          <p14:tracePt t="123993" x="4032250" y="4514850"/>
          <p14:tracePt t="124009" x="4152900" y="4533900"/>
          <p14:tracePt t="124026" x="4191000" y="4540250"/>
          <p14:tracePt t="124042" x="4260850" y="4540250"/>
          <p14:tracePt t="124060" x="4286250" y="4540250"/>
          <p14:tracePt t="124076" x="4311650" y="4540250"/>
          <p14:tracePt t="124092" x="4324350" y="4540250"/>
          <p14:tracePt t="124109" x="4330700" y="4533900"/>
          <p14:tracePt t="124126" x="4343400" y="4527550"/>
          <p14:tracePt t="124142" x="4349750" y="4527550"/>
          <p14:tracePt t="124175" x="4356100" y="4527550"/>
          <p14:tracePt t="124192" x="4356100" y="4521200"/>
          <p14:tracePt t="124757" x="4362450" y="4521200"/>
          <p14:tracePt t="124764" x="4362450" y="4514850"/>
          <p14:tracePt t="124785" x="4368800" y="4514850"/>
          <p14:tracePt t="124799" x="4375150" y="4514850"/>
          <p14:tracePt t="124807" x="4381500" y="4514850"/>
          <p14:tracePt t="124823" x="4387850" y="4508500"/>
          <p14:tracePt t="124840" x="4413250" y="4508500"/>
          <p14:tracePt t="124856" x="4445000" y="4508500"/>
          <p14:tracePt t="124873" x="4464050" y="4508500"/>
          <p14:tracePt t="124890" x="4495800" y="4502150"/>
          <p14:tracePt t="124906" x="4527550" y="4495800"/>
          <p14:tracePt t="124922" x="4540250" y="4495800"/>
          <p14:tracePt t="124940" x="4552950" y="4489450"/>
          <p14:tracePt t="124956" x="4565650" y="4489450"/>
          <p14:tracePt t="124973" x="4572000" y="4483100"/>
          <p14:tracePt t="125010" x="4578350" y="4483100"/>
          <p14:tracePt t="125045" x="4578350" y="4476750"/>
          <p14:tracePt t="125080" x="4578350" y="4470400"/>
          <p14:tracePt t="125515" x="4572000" y="4470400"/>
          <p14:tracePt t="125537" x="4565650" y="4470400"/>
          <p14:tracePt t="126973" x="4572000" y="4470400"/>
          <p14:tracePt t="126980" x="4584700" y="4470400"/>
          <p14:tracePt t="126987" x="4597400" y="4476750"/>
          <p14:tracePt t="127003" x="4610100" y="4476750"/>
          <p14:tracePt t="127016" x="4622800" y="4483100"/>
          <p14:tracePt t="127032" x="4641850" y="4489450"/>
          <p14:tracePt t="127066" x="4648200" y="4489450"/>
          <p14:tracePt t="127082" x="4654550" y="4489450"/>
          <p14:tracePt t="127472" x="4660900" y="4489450"/>
          <p14:tracePt t="127500" x="4660900" y="4495800"/>
          <p14:tracePt t="127521" x="4667250" y="4502150"/>
          <p14:tracePt t="127535" x="4673600" y="4508500"/>
          <p14:tracePt t="127549" x="4679950" y="4514850"/>
          <p14:tracePt t="127564" x="4679950" y="4521200"/>
          <p14:tracePt t="127570" x="4686300" y="4521200"/>
          <p14:tracePt t="127585" x="4692650" y="4527550"/>
          <p14:tracePt t="127606" x="4705350" y="4533900"/>
          <p14:tracePt t="127614" x="4711700" y="4540250"/>
          <p14:tracePt t="127630" x="4724400" y="4546600"/>
          <p14:tracePt t="127648" x="4756150" y="4565650"/>
          <p14:tracePt t="127663" x="4800600" y="4603750"/>
          <p14:tracePt t="127680" x="4813300" y="4616450"/>
          <p14:tracePt t="127697" x="4857750" y="4648200"/>
          <p14:tracePt t="127714" x="4902200" y="4679950"/>
          <p14:tracePt t="127730" x="4914900" y="4686300"/>
          <p14:tracePt t="127746" x="4933950" y="4699000"/>
          <p14:tracePt t="127764" x="4953000" y="4711700"/>
          <p14:tracePt t="127779" x="4953000" y="4718050"/>
          <p14:tracePt t="127813" x="4959350" y="4724400"/>
          <p14:tracePt t="127886" x="4959350" y="4730750"/>
          <p14:tracePt t="127942" x="4965700" y="4730750"/>
          <p14:tracePt t="127963" x="4972050" y="4730750"/>
          <p14:tracePt t="127971" x="4978400" y="4737100"/>
          <p14:tracePt t="127992" x="4984750" y="4737100"/>
          <p14:tracePt t="128014" x="4991100" y="4737100"/>
          <p14:tracePt t="128026" x="4991100" y="4743450"/>
          <p14:tracePt t="128040" x="4997450" y="4743450"/>
          <p14:tracePt t="128068" x="5010150" y="4743450"/>
          <p14:tracePt t="128103" x="5022850" y="4743450"/>
          <p14:tracePt t="128146" x="5029200" y="4743450"/>
          <p14:tracePt t="128181" x="5035550" y="4743450"/>
          <p14:tracePt t="128188" x="5041900" y="4743450"/>
          <p14:tracePt t="129148" x="5048250" y="4749800"/>
          <p14:tracePt t="129155" x="5067300" y="4756150"/>
          <p14:tracePt t="129169" x="5080000" y="4756150"/>
          <p14:tracePt t="129177" x="5092700" y="4756150"/>
          <p14:tracePt t="129191" x="5105400" y="4762500"/>
          <p14:tracePt t="129208" x="5130800" y="4768850"/>
          <p14:tracePt t="129226" x="5143500" y="4768850"/>
          <p14:tracePt t="129242" x="5156200" y="4775200"/>
          <p14:tracePt t="129258" x="5168900" y="4775200"/>
          <p14:tracePt t="129275" x="5187950" y="4775200"/>
          <p14:tracePt t="129291" x="5194300" y="4775200"/>
          <p14:tracePt t="129310" x="5207000" y="4775200"/>
          <p14:tracePt t="129324" x="5213350" y="4775200"/>
          <p14:tracePt t="129358" x="5219700" y="4775200"/>
          <p14:tracePt t="129428" x="5226050" y="4775200"/>
          <p14:tracePt t="129555" x="5219700" y="4775200"/>
          <p14:tracePt t="129576" x="5213350" y="4775200"/>
          <p14:tracePt t="130060" x="5251450" y="4775200"/>
          <p14:tracePt t="130067" x="5302250" y="4775200"/>
          <p14:tracePt t="130081" x="5365750" y="4775200"/>
          <p14:tracePt t="130091" x="5429250" y="4775200"/>
          <p14:tracePt t="130105" x="5505450" y="4775200"/>
          <p14:tracePt t="130121" x="5689600" y="4768850"/>
          <p14:tracePt t="130139" x="5892800" y="4724400"/>
          <p14:tracePt t="130156" x="6007100" y="4705350"/>
          <p14:tracePt t="130173" x="6273800" y="4673600"/>
          <p14:tracePt t="130188" x="6546850" y="4629150"/>
          <p14:tracePt t="130204" x="6692900" y="4597400"/>
          <p14:tracePt t="130221" x="6934200" y="4552950"/>
          <p14:tracePt t="130238" x="7143750" y="4514850"/>
          <p14:tracePt t="130255" x="7219950" y="4495800"/>
          <p14:tracePt t="130272" x="7391400" y="4464050"/>
          <p14:tracePt t="130287" x="7467600" y="4451350"/>
          <p14:tracePt t="130304" x="7626350" y="4425950"/>
          <p14:tracePt t="130321" x="7721600" y="4406900"/>
          <p14:tracePt t="130337" x="7747000" y="4400550"/>
          <p14:tracePt t="130354" x="7810500" y="4381500"/>
          <p14:tracePt t="130370" x="7867650" y="4381500"/>
          <p14:tracePt t="130387" x="7899400" y="4381500"/>
          <p14:tracePt t="130404" x="7956550" y="4375150"/>
          <p14:tracePt t="130420" x="8001000" y="4375150"/>
          <p14:tracePt t="130437" x="8032750" y="4375150"/>
          <p14:tracePt t="130454" x="8083550" y="4387850"/>
          <p14:tracePt t="130470" x="8140700" y="4400550"/>
          <p14:tracePt t="130488" x="8185150" y="4413250"/>
          <p14:tracePt t="130504" x="8197850" y="4413250"/>
          <p14:tracePt t="130520" x="8210550" y="4419600"/>
          <p14:tracePt t="130538" x="8223250" y="4419600"/>
          <p14:tracePt t="130579" x="8223250" y="4425950"/>
          <p14:tracePt t="131863" x="8191500" y="4425950"/>
          <p14:tracePt t="131870" x="8121650" y="4432300"/>
          <p14:tracePt t="131885" x="8070850" y="4445000"/>
          <p14:tracePt t="131898" x="7994650" y="4451350"/>
          <p14:tracePt t="131915" x="7797800" y="4470400"/>
          <p14:tracePt t="131933" x="7531100" y="4508500"/>
          <p14:tracePt t="131948" x="7416800" y="4514850"/>
          <p14:tracePt t="131965" x="7169150" y="4559300"/>
          <p14:tracePt t="131982" x="7016750" y="4572000"/>
          <p14:tracePt t="131999" x="6673850" y="4622800"/>
          <p14:tracePt t="132015" x="6419850" y="4641850"/>
          <p14:tracePt t="132032" x="6115050" y="4673600"/>
          <p14:tracePt t="132048" x="5975350" y="4673600"/>
          <p14:tracePt t="132064" x="5861050" y="4673600"/>
          <p14:tracePt t="132081" x="5581650" y="4673600"/>
          <p14:tracePt t="132098" x="5492750" y="4673600"/>
          <p14:tracePt t="132116" x="5334000" y="4673600"/>
          <p14:tracePt t="132131" x="5245100" y="4660900"/>
          <p14:tracePt t="132148" x="5118100" y="4667250"/>
          <p14:tracePt t="132164" x="5041900" y="4660900"/>
          <p14:tracePt t="132687" x="5010150" y="4648200"/>
          <p14:tracePt t="132693" x="4978400" y="4629150"/>
          <p14:tracePt t="132708" x="4940300" y="4603750"/>
          <p14:tracePt t="132715" x="4914900" y="4591050"/>
          <p14:tracePt t="132729" x="4876800" y="4565650"/>
          <p14:tracePt t="132746" x="4794250" y="4521200"/>
          <p14:tracePt t="132762" x="4749800" y="4514850"/>
          <p14:tracePt t="132779" x="4679950" y="4489450"/>
          <p14:tracePt t="132795" x="4603750" y="4464050"/>
          <p14:tracePt t="132814" x="4533900" y="4451350"/>
          <p14:tracePt t="132828" x="4502150" y="4432300"/>
          <p14:tracePt t="132845" x="4457700" y="4425950"/>
          <p14:tracePt t="132863" x="4362450" y="4400550"/>
          <p14:tracePt t="132878" x="4337050" y="4394200"/>
          <p14:tracePt t="132895" x="4311650" y="4387850"/>
          <p14:tracePt t="132912" x="4279900" y="4381500"/>
          <p14:tracePt t="132928" x="4235450" y="4368800"/>
          <p14:tracePt t="132945" x="4216400" y="4349750"/>
          <p14:tracePt t="132962" x="4146550" y="4311650"/>
          <p14:tracePt t="132978" x="4133850" y="4311650"/>
          <p14:tracePt t="135520" x="4159250" y="4311650"/>
          <p14:tracePt t="135534" x="4203700" y="4318000"/>
          <p14:tracePt t="135541" x="4229100" y="4318000"/>
          <p14:tracePt t="135552" x="4248150" y="4324350"/>
          <p14:tracePt t="135570" x="4273550" y="4330700"/>
          <p14:tracePt t="135586" x="4292600" y="4330700"/>
          <p14:tracePt t="135602" x="4298950" y="4330700"/>
          <p14:tracePt t="135619" x="4330700" y="4337050"/>
          <p14:tracePt t="135635" x="4343400" y="4337050"/>
          <p14:tracePt t="135652" x="4356100" y="4343400"/>
          <p14:tracePt t="135669" x="4381500" y="4349750"/>
          <p14:tracePt t="135685" x="4406900" y="4356100"/>
          <p14:tracePt t="135689" x="4419600" y="4362450"/>
          <p14:tracePt t="135705" x="4432300" y="4362450"/>
          <p14:tracePt t="135719" x="4432300" y="4368800"/>
          <p14:tracePt t="135735" x="4457700" y="4375150"/>
          <p14:tracePt t="135752" x="4476750" y="4381500"/>
          <p14:tracePt t="135768" x="4489450" y="4387850"/>
          <p14:tracePt t="135785" x="4502150" y="4394200"/>
          <p14:tracePt t="135802" x="4508500" y="4400550"/>
          <p14:tracePt t="135835" x="4514850" y="4406900"/>
          <p14:tracePt t="139658" x="4521200" y="4406900"/>
          <p14:tracePt t="139673" x="4533900" y="4413250"/>
          <p14:tracePt t="139679" x="4546600" y="4425950"/>
          <p14:tracePt t="139693" x="4565650" y="4438650"/>
          <p14:tracePt t="139705" x="4584700" y="4451350"/>
          <p14:tracePt t="139722" x="4622800" y="4476750"/>
          <p14:tracePt t="139738" x="4641850" y="4489450"/>
          <p14:tracePt t="139742" x="4654550" y="4502150"/>
          <p14:tracePt t="139756" x="4679950" y="4508500"/>
          <p14:tracePt t="139771" x="4711700" y="4533900"/>
          <p14:tracePt t="139788" x="4737100" y="4552950"/>
          <p14:tracePt t="139805" x="4781550" y="4572000"/>
          <p14:tracePt t="139821" x="4838700" y="4610100"/>
          <p14:tracePt t="139838" x="4857750" y="4622800"/>
          <p14:tracePt t="139854" x="4914900" y="4654550"/>
          <p14:tracePt t="139871" x="4965700" y="4686300"/>
          <p14:tracePt t="139887" x="4984750" y="4705350"/>
          <p14:tracePt t="139905" x="5054600" y="4756150"/>
          <p14:tracePt t="139921" x="5130800" y="4806950"/>
          <p14:tracePt t="139938" x="5219700" y="4851400"/>
          <p14:tracePt t="139954" x="5251450" y="4870450"/>
          <p14:tracePt t="139970" x="5283200" y="4889500"/>
          <p14:tracePt t="139988" x="5378450" y="4959350"/>
          <p14:tracePt t="140004" x="5403850" y="4972050"/>
          <p14:tracePt t="140021" x="5422900" y="4984750"/>
          <p14:tracePt t="140037" x="5454650" y="5003800"/>
          <p14:tracePt t="140054" x="5473700" y="5016500"/>
          <p14:tracePt t="140070" x="5486400" y="5022850"/>
          <p14:tracePt t="140087" x="5492750" y="5029200"/>
          <p14:tracePt t="140103" x="5499100" y="5029200"/>
          <p14:tracePt t="140184" x="5499100" y="5022850"/>
          <p14:tracePt t="140234" x="5499100" y="5016500"/>
          <p14:tracePt t="140269" x="5499100" y="5010150"/>
          <p14:tracePt t="140290" x="5499100" y="5003800"/>
          <p14:tracePt t="140311" x="5499100" y="4997450"/>
          <p14:tracePt t="140332" x="5499100" y="4991100"/>
          <p14:tracePt t="140339" x="5499100" y="4984750"/>
          <p14:tracePt t="140373" x="5499100" y="4978400"/>
          <p14:tracePt t="140395" x="5499100" y="4972050"/>
          <p14:tracePt t="140409" x="5499100" y="4965700"/>
          <p14:tracePt t="140422" x="5499100" y="4959350"/>
          <p14:tracePt t="140444" x="5499100" y="4953000"/>
          <p14:tracePt t="140465" x="5492750" y="4946650"/>
          <p14:tracePt t="140472" x="5486400" y="4946650"/>
          <p14:tracePt t="140486" x="5480050" y="4940300"/>
          <p14:tracePt t="140502" x="5461000" y="4927600"/>
          <p14:tracePt t="140519" x="5448300" y="4921250"/>
          <p14:tracePt t="140535" x="5410200" y="4902200"/>
          <p14:tracePt t="140552" x="5372100" y="4883150"/>
          <p14:tracePt t="140568" x="5359400" y="4883150"/>
          <p14:tracePt t="140585" x="5334000" y="4876800"/>
          <p14:tracePt t="140602" x="5321300" y="4876800"/>
          <p14:tracePt t="140619" x="5302250" y="4876800"/>
          <p14:tracePt t="140661" x="5302250" y="4870450"/>
          <p14:tracePt t="140682" x="5308600" y="4870450"/>
          <p14:tracePt t="140689" x="5314950" y="4870450"/>
          <p14:tracePt t="140705" x="5321300" y="4870450"/>
          <p14:tracePt t="140724" x="5334000" y="4864100"/>
          <p14:tracePt t="140734" x="5346700" y="4864100"/>
          <p14:tracePt t="140751" x="5378450" y="4864100"/>
          <p14:tracePt t="140768" x="5480050" y="4845050"/>
          <p14:tracePt t="140785" x="5676900" y="4813300"/>
          <p14:tracePt t="140802" x="5962650" y="4768850"/>
          <p14:tracePt t="140817" x="6159500" y="4743450"/>
          <p14:tracePt t="140835" x="6578600" y="4673600"/>
          <p14:tracePt t="140851" x="7029450" y="4591050"/>
          <p14:tracePt t="140867" x="7226300" y="4565650"/>
          <p14:tracePt t="140885" x="7423150" y="4540250"/>
          <p14:tracePt t="140901" x="7829550" y="4470400"/>
          <p14:tracePt t="140917" x="7943850" y="4451350"/>
          <p14:tracePt t="140935" x="8128000" y="4419600"/>
          <p14:tracePt t="140950" x="8216900" y="4400550"/>
          <p14:tracePt t="140967" x="8324850" y="4375150"/>
          <p14:tracePt t="140984" x="8394700" y="4368800"/>
          <p14:tracePt t="141000" x="8426450" y="4362450"/>
          <p14:tracePt t="141017" x="8458200" y="4356100"/>
          <p14:tracePt t="141033" x="8477250" y="4349750"/>
          <p14:tracePt t="141050" x="8489950" y="4343400"/>
          <p14:tracePt t="141067" x="8489950" y="4337050"/>
          <p14:tracePt t="141083" x="8509000" y="4330700"/>
          <p14:tracePt t="141100" x="8515350" y="4330700"/>
          <p14:tracePt t="141118" x="8540750" y="4324350"/>
          <p14:tracePt t="141133" x="8553450" y="4318000"/>
          <p14:tracePt t="141150" x="8566150" y="4318000"/>
          <p14:tracePt t="141167" x="8591550" y="4311650"/>
          <p14:tracePt t="141183" x="8604250" y="4311650"/>
          <p14:tracePt t="141199" x="8610600" y="4305300"/>
          <p14:tracePt t="141216" x="8616950" y="4305300"/>
          <p14:tracePt t="141233" x="8616950" y="4298950"/>
          <p14:tracePt t="141286" x="8623300" y="4298950"/>
          <p14:tracePt t="141335" x="8616950" y="4298950"/>
          <p14:tracePt t="141356" x="8604250" y="4298950"/>
          <p14:tracePt t="141363" x="8597900" y="4298950"/>
          <p14:tracePt t="141377" x="8578850" y="4298950"/>
          <p14:tracePt t="141386" x="8566150" y="4305300"/>
          <p14:tracePt t="141398" x="8528050" y="4311650"/>
          <p14:tracePt t="141416" x="8439150" y="4349750"/>
          <p14:tracePt t="141433" x="8305800" y="4387850"/>
          <p14:tracePt t="141449" x="8242300" y="4406900"/>
          <p14:tracePt t="141465" x="8083550" y="4445000"/>
          <p14:tracePt t="141482" x="7899400" y="4495800"/>
          <p14:tracePt t="141498" x="7797800" y="4514850"/>
          <p14:tracePt t="141515" x="7677150" y="4527550"/>
          <p14:tracePt t="141532" x="7277100" y="4591050"/>
          <p14:tracePt t="141548" x="7080250" y="4616450"/>
          <p14:tracePt t="141566" x="6648450" y="4660900"/>
          <p14:tracePt t="141581" x="6356350" y="4673600"/>
          <p14:tracePt t="141598" x="5753100" y="4692650"/>
          <p14:tracePt t="141615" x="5099050" y="4724400"/>
          <p14:tracePt t="141631" x="4781550" y="4737100"/>
          <p14:tracePt t="141648" x="4197350" y="4787900"/>
          <p14:tracePt t="141665" x="3689350" y="4826000"/>
          <p14:tracePt t="141681" x="3409950" y="4876800"/>
          <p14:tracePt t="141698" x="3067050" y="4933950"/>
          <p14:tracePt t="141715" x="2787650" y="4991100"/>
          <p14:tracePt t="141731" x="2673350" y="5022850"/>
          <p14:tracePt t="141748" x="2514600" y="5054600"/>
          <p14:tracePt t="141764" x="2438400" y="5092700"/>
          <p14:tracePt t="141780" x="2406650" y="5118100"/>
          <p14:tracePt t="141785" x="2387600" y="5124450"/>
          <p14:tracePt t="144099" x="2349500" y="5143500"/>
          <p14:tracePt t="144113" x="2305050" y="5162550"/>
          <p14:tracePt t="144119" x="2273300" y="5175250"/>
          <p14:tracePt t="144134" x="2241550" y="5181600"/>
          <p14:tracePt t="144143" x="2209800" y="5200650"/>
          <p14:tracePt t="144156" x="2190750" y="5207000"/>
          <p14:tracePt t="144173" x="2159000" y="5213350"/>
          <p14:tracePt t="144190" x="2139950" y="5219700"/>
          <p14:tracePt t="144206" x="2127250" y="5226050"/>
          <p14:tracePt t="144222" x="2108200" y="5226050"/>
          <p14:tracePt t="144239" x="2095500" y="5226050"/>
          <p14:tracePt t="144256" x="2082800" y="5226050"/>
          <p14:tracePt t="144273" x="2057400" y="5226050"/>
          <p14:tracePt t="144289" x="2032000" y="5232400"/>
          <p14:tracePt t="144306" x="2019300" y="5232400"/>
          <p14:tracePt t="144324" x="1987550" y="5238750"/>
          <p14:tracePt t="144339" x="1974850" y="5238750"/>
          <p14:tracePt t="144356" x="1924050" y="5251450"/>
          <p14:tracePt t="144372" x="1854200" y="5270500"/>
          <p14:tracePt t="144389" x="1803400" y="5270500"/>
          <p14:tracePt t="144405" x="1739900" y="5289550"/>
          <p14:tracePt t="144422" x="1701800" y="5295900"/>
          <p14:tracePt t="144438" x="1676400" y="5302250"/>
          <p14:tracePt t="144456" x="1663700" y="5308600"/>
          <p14:tracePt t="144472" x="1644650" y="5314950"/>
          <p14:tracePt t="144488" x="1631950" y="5321300"/>
          <p14:tracePt t="144505" x="1619250" y="5327650"/>
          <p14:tracePt t="144521" x="1600200" y="5340350"/>
          <p14:tracePt t="144538" x="1600200" y="5346700"/>
          <p14:tracePt t="144555" x="1587500" y="5359400"/>
          <p14:tracePt t="144571" x="1581150" y="5359400"/>
          <p14:tracePt t="144605" x="1574800" y="5365750"/>
          <p14:tracePt t="144653" x="1574800" y="5372100"/>
          <p14:tracePt t="144695" x="1568450" y="5372100"/>
          <p14:tracePt t="144701" x="1568450" y="5378450"/>
          <p14:tracePt t="144729" x="1568450" y="5384800"/>
          <p14:tracePt t="144765" x="1568450" y="5391150"/>
          <p14:tracePt t="144779" x="1568450" y="5397500"/>
          <p14:tracePt t="144813" x="1574800" y="5397500"/>
          <p14:tracePt t="144835" x="1581150" y="5397500"/>
          <p14:tracePt t="144841" x="1587500" y="5397500"/>
          <p14:tracePt t="144853" x="1593850" y="5397500"/>
          <p14:tracePt t="144883" x="1600200" y="5397500"/>
          <p14:tracePt t="144891" x="1606550" y="5397500"/>
          <p14:tracePt t="144907" x="1612900" y="5397500"/>
          <p14:tracePt t="144920" x="1625600" y="5397500"/>
          <p14:tracePt t="144937" x="1651000" y="5397500"/>
          <p14:tracePt t="144954" x="1708150" y="5397500"/>
          <p14:tracePt t="144970" x="1746250" y="5397500"/>
          <p14:tracePt t="144986" x="1835150" y="5397500"/>
          <p14:tracePt t="145003" x="1943100" y="5391150"/>
          <p14:tracePt t="145020" x="1981200" y="5378450"/>
          <p14:tracePt t="145036" x="2063750" y="5372100"/>
          <p14:tracePt t="145053" x="2127250" y="5365750"/>
          <p14:tracePt t="145070" x="2146300" y="5365750"/>
          <p14:tracePt t="145087" x="2178050" y="5365750"/>
          <p14:tracePt t="145103" x="2197100" y="5365750"/>
          <p14:tracePt t="145119" x="2203450" y="5365750"/>
          <p14:tracePt t="145361" x="2197100" y="5365750"/>
          <p14:tracePt t="145403" x="2190750" y="5365750"/>
          <p14:tracePt t="145424" x="2184400" y="5365750"/>
          <p14:tracePt t="145445" x="2178050" y="5372100"/>
          <p14:tracePt t="145473" x="2165350" y="5372100"/>
          <p14:tracePt t="145486" x="2152650" y="5378450"/>
          <p14:tracePt t="145494" x="2139950" y="5391150"/>
          <p14:tracePt t="145502" x="2108200" y="5397500"/>
          <p14:tracePt t="145518" x="2076450" y="5403850"/>
          <p14:tracePt t="145536" x="1981200" y="5429250"/>
          <p14:tracePt t="145551" x="1885950" y="5454650"/>
          <p14:tracePt t="145568" x="1835150" y="5467350"/>
          <p14:tracePt t="145585" x="1733550" y="5492750"/>
          <p14:tracePt t="145601" x="1695450" y="5505450"/>
          <p14:tracePt t="145618" x="1619250" y="5530850"/>
          <p14:tracePt t="145634" x="1568450" y="5549900"/>
          <p14:tracePt t="145651" x="1543050" y="5556250"/>
          <p14:tracePt t="145668" x="1504950" y="5575300"/>
          <p14:tracePt t="145685" x="1479550" y="5581650"/>
          <p14:tracePt t="145701" x="1466850" y="5588000"/>
          <p14:tracePt t="145718" x="1447800" y="5607050"/>
          <p14:tracePt t="145734" x="1428750" y="5619750"/>
          <p14:tracePt t="145750" x="1416050" y="5626100"/>
          <p14:tracePt t="145767" x="1397000" y="5645150"/>
          <p14:tracePt t="145784" x="1371600" y="5664200"/>
          <p14:tracePt t="145800" x="1358900" y="5664200"/>
          <p14:tracePt t="145817" x="1346200" y="5676900"/>
          <p14:tracePt t="145834" x="1339850" y="5683250"/>
          <p14:tracePt t="145851" x="1320800" y="5689600"/>
          <p14:tracePt t="145984" x="1327150" y="5689600"/>
          <p14:tracePt t="145992" x="1333500" y="5689600"/>
          <p14:tracePt t="146006" x="1339850" y="5689600"/>
          <p14:tracePt t="146016" x="1352550" y="5683250"/>
          <p14:tracePt t="146033" x="1358900" y="5683250"/>
          <p14:tracePt t="146049" x="1403350" y="5664200"/>
          <p14:tracePt t="146066" x="1466850" y="5645150"/>
          <p14:tracePt t="146083" x="1536700" y="5619750"/>
          <p14:tracePt t="146100" x="1581150" y="5613400"/>
          <p14:tracePt t="146116" x="1619250" y="5594350"/>
          <p14:tracePt t="146133" x="1708150" y="5575300"/>
          <p14:tracePt t="146149" x="1739900" y="5562600"/>
          <p14:tracePt t="146167" x="1790700" y="5556250"/>
          <p14:tracePt t="146182" x="1809750" y="5556250"/>
          <p14:tracePt t="146199" x="1841500" y="5549900"/>
          <p14:tracePt t="146216" x="1866900" y="5549900"/>
          <p14:tracePt t="146233" x="1873250" y="5549900"/>
          <p14:tracePt t="146249" x="1885950" y="5549900"/>
          <p14:tracePt t="146286" x="1892300" y="5549900"/>
          <p14:tracePt t="146299" x="1898650" y="5549900"/>
          <p14:tracePt t="146315" x="1905000" y="5549900"/>
          <p14:tracePt t="146332" x="1911350" y="5549900"/>
          <p14:tracePt t="146349" x="1917700" y="5549900"/>
          <p14:tracePt t="146365" x="1924050" y="5556250"/>
          <p14:tracePt t="146382" x="1930400" y="5556250"/>
          <p14:tracePt t="146398" x="1936750" y="5556250"/>
          <p14:tracePt t="146415" x="1943100" y="5562600"/>
          <p14:tracePt t="146448" x="1949450" y="5562600"/>
          <p14:tracePt t="146465" x="1955800" y="5562600"/>
          <p14:tracePt t="146503" x="1962150" y="5562600"/>
          <p14:tracePt t="146539" x="1968500" y="5562600"/>
          <p14:tracePt t="146553" x="1974850" y="5568950"/>
          <p14:tracePt t="146588" x="1981200" y="5568950"/>
          <p14:tracePt t="146616" x="1987550" y="5568950"/>
          <p14:tracePt t="146644" x="1993900" y="5568950"/>
          <p14:tracePt t="146693" x="2000250" y="5568950"/>
          <p14:tracePt t="146715" x="2006600" y="5568950"/>
          <p14:tracePt t="146735" x="2012950" y="5568950"/>
          <p14:tracePt t="146749" x="2019300" y="5568950"/>
          <p14:tracePt t="146756" x="2025650" y="5568950"/>
          <p14:tracePt t="146777" x="2032000" y="5568950"/>
          <p14:tracePt t="146799" x="2038350" y="5575300"/>
          <p14:tracePt t="146805" x="2051050" y="5575300"/>
          <p14:tracePt t="146819" x="2057400" y="5575300"/>
          <p14:tracePt t="146830" x="2070100" y="5575300"/>
          <p14:tracePt t="146847" x="2108200" y="5575300"/>
          <p14:tracePt t="146864" x="2120900" y="5581650"/>
          <p14:tracePt t="146880" x="2165350" y="5581650"/>
          <p14:tracePt t="146897" x="2197100" y="5581650"/>
          <p14:tracePt t="146913" x="2216150" y="5581650"/>
          <p14:tracePt t="146930" x="2241550" y="5581650"/>
          <p14:tracePt t="146946" x="2266950" y="5581650"/>
          <p14:tracePt t="146963" x="2279650" y="5581650"/>
          <p14:tracePt t="146980" x="2292350" y="5581650"/>
          <p14:tracePt t="146996" x="2311400" y="5581650"/>
          <p14:tracePt t="147013" x="2317750" y="5581650"/>
          <p14:tracePt t="147030" x="2355850" y="5575300"/>
          <p14:tracePt t="147046" x="2406650" y="5562600"/>
          <p14:tracePt t="147063" x="2432050" y="5556250"/>
          <p14:tracePt t="147079" x="2508250" y="5543550"/>
          <p14:tracePt t="147096" x="2559050" y="5524500"/>
          <p14:tracePt t="147113" x="2736850" y="5467350"/>
          <p14:tracePt t="147129" x="2813050" y="5467350"/>
          <p14:tracePt t="147146" x="2882900" y="5448300"/>
          <p14:tracePt t="147163" x="3003550" y="5416550"/>
          <p14:tracePt t="147179" x="3086100" y="5403850"/>
          <p14:tracePt t="147196" x="3111500" y="5403850"/>
          <p14:tracePt t="147212" x="3162300" y="5397500"/>
          <p14:tracePt t="147229" x="3187700" y="5397500"/>
          <p14:tracePt t="147246" x="3200400" y="5397500"/>
          <p14:tracePt t="147262" x="3213100" y="5397500"/>
          <p14:tracePt t="147279" x="3232150" y="5397500"/>
          <p14:tracePt t="147296" x="3251200" y="5397500"/>
          <p14:tracePt t="147312" x="3257550" y="5397500"/>
          <p14:tracePt t="147328" x="3270250" y="5397500"/>
          <p14:tracePt t="147345" x="3276600" y="5397500"/>
          <p14:tracePt t="147362" x="3282950" y="5397500"/>
          <p14:tracePt t="147381" x="3289300" y="5397500"/>
          <p14:tracePt t="147395" x="3295650" y="5397500"/>
          <p14:tracePt t="148864" x="3302000" y="5397500"/>
          <p14:tracePt t="148871" x="3321050" y="5403850"/>
          <p14:tracePt t="148878" x="3340100" y="5410200"/>
          <p14:tracePt t="148893" x="3365500" y="5422900"/>
          <p14:tracePt t="148906" x="3384550" y="5429250"/>
          <p14:tracePt t="148923" x="3441700" y="5435600"/>
          <p14:tracePt t="148939" x="3486150" y="5448300"/>
          <p14:tracePt t="148956" x="3568700" y="5461000"/>
          <p14:tracePt t="148973" x="3594100" y="5461000"/>
          <p14:tracePt t="148990" x="3651250" y="5467350"/>
          <p14:tracePt t="149006" x="3670300" y="5480050"/>
          <p14:tracePt t="149022" x="3721100" y="5486400"/>
          <p14:tracePt t="149039" x="3733800" y="5486400"/>
          <p14:tracePt t="149056" x="3740150" y="5492750"/>
          <p14:tracePt t="149072" x="3752850" y="5492750"/>
          <p14:tracePt t="149090" x="3759200" y="5492750"/>
          <p14:tracePt t="149208" x="3752850" y="5492750"/>
          <p14:tracePt t="149223" x="3752850" y="5486400"/>
          <p14:tracePt t="149229" x="3752850" y="5480050"/>
          <p14:tracePt t="149238" x="3752850" y="5473700"/>
          <p14:tracePt t="149614" x="3752850" y="5480050"/>
          <p14:tracePt t="149623" x="3765550" y="5486400"/>
          <p14:tracePt t="149635" x="3778250" y="5492750"/>
          <p14:tracePt t="149642" x="3810000" y="5499100"/>
          <p14:tracePt t="149654" x="3835400" y="5505450"/>
          <p14:tracePt t="149670" x="3911600" y="5530850"/>
          <p14:tracePt t="149687" x="3975100" y="5549900"/>
          <p14:tracePt t="149704" x="4095750" y="5568950"/>
          <p14:tracePt t="149720" x="4159250" y="5581650"/>
          <p14:tracePt t="149737" x="4311650" y="5588000"/>
          <p14:tracePt t="149754" x="4394200" y="5588000"/>
          <p14:tracePt t="149770" x="4521200" y="5588000"/>
          <p14:tracePt t="149786" x="4559300" y="5588000"/>
          <p14:tracePt t="149804" x="4610100" y="5568950"/>
          <p14:tracePt t="149820" x="4629150" y="5568950"/>
          <p14:tracePt t="149838" x="4635500" y="5562600"/>
          <p14:tracePt t="149869" x="4641850" y="5562600"/>
          <p14:tracePt t="149971" x="4635500" y="5562600"/>
          <p14:tracePt t="149991" x="4629150" y="5562600"/>
          <p14:tracePt t="150013" x="4622800" y="5562600"/>
          <p14:tracePt t="150027" x="4622800" y="5556250"/>
          <p14:tracePt t="150041" x="4616450" y="5549900"/>
          <p14:tracePt t="152535" x="4622800" y="5549900"/>
          <p14:tracePt t="152549" x="4641850" y="5543550"/>
          <p14:tracePt t="152557" x="4654550" y="5530850"/>
          <p14:tracePt t="152571" x="4686300" y="5524500"/>
          <p14:tracePt t="152580" x="4705350" y="5505450"/>
          <p14:tracePt t="152594" x="4724400" y="5492750"/>
          <p14:tracePt t="152610" x="4775200" y="5473700"/>
          <p14:tracePt t="152627" x="4819650" y="5448300"/>
          <p14:tracePt t="152644" x="4845050" y="5435600"/>
          <p14:tracePt t="152660" x="4895850" y="5397500"/>
          <p14:tracePt t="152676" x="4940300" y="5372100"/>
          <p14:tracePt t="152694" x="4953000" y="5353050"/>
          <p14:tracePt t="152711" x="4978400" y="5334000"/>
          <p14:tracePt t="152726" x="4991100" y="5314950"/>
          <p14:tracePt t="152743" x="4997450" y="5314950"/>
          <p14:tracePt t="152760" x="5003800" y="5308600"/>
          <p14:tracePt t="152776" x="5010150" y="5314950"/>
          <p14:tracePt t="152793" x="5016500" y="5314950"/>
          <p14:tracePt t="156317" x="4991100" y="5314950"/>
          <p14:tracePt t="156323" x="4921250" y="5346700"/>
          <p14:tracePt t="156333" x="4857750" y="5365750"/>
          <p14:tracePt t="156347" x="4775200" y="5397500"/>
          <p14:tracePt t="156364" x="4686300" y="5422900"/>
          <p14:tracePt t="156380" x="4495800" y="5499100"/>
          <p14:tracePt t="156397" x="4248150" y="5594350"/>
          <p14:tracePt t="156414" x="4089400" y="5645150"/>
          <p14:tracePt t="156430" x="3721100" y="5772150"/>
          <p14:tracePt t="156447" x="3600450" y="5803900"/>
          <p14:tracePt t="156464" x="3511550" y="5848350"/>
          <p14:tracePt t="156480" x="3289300" y="5911850"/>
          <p14:tracePt t="156497" x="3130550" y="5962650"/>
          <p14:tracePt t="156514" x="3022600" y="5994400"/>
          <p14:tracePt t="156530" x="2978150" y="6026150"/>
          <p14:tracePt t="156547" x="2889250" y="6057900"/>
          <p14:tracePt t="156563" x="2806700" y="6096000"/>
          <p14:tracePt t="156580" x="2749550" y="6102350"/>
          <p14:tracePt t="156597" x="2679700" y="6108700"/>
          <p14:tracePt t="156613" x="2609850" y="6134100"/>
          <p14:tracePt t="156630" x="2578100" y="6146800"/>
          <p14:tracePt t="156647" x="2508250" y="6165850"/>
          <p14:tracePt t="156663" x="2476500" y="6191250"/>
          <p14:tracePt t="156680" x="2393950" y="6216650"/>
          <p14:tracePt t="156696" x="2311400" y="6229350"/>
          <p14:tracePt t="156713" x="2254250" y="6242050"/>
          <p14:tracePt t="156730" x="2139950" y="6248400"/>
          <p14:tracePt t="156746" x="2044700" y="6261100"/>
          <p14:tracePt t="156762" x="2006600" y="6261100"/>
          <p14:tracePt t="156779" x="1943100" y="6261100"/>
          <p14:tracePt t="156796" x="1898650" y="6267450"/>
          <p14:tracePt t="156812" x="1873250" y="6267450"/>
          <p14:tracePt t="156829" x="1841500" y="6267450"/>
          <p14:tracePt t="156846" x="1816100" y="6267450"/>
          <p14:tracePt t="156866" x="1803400" y="6267450"/>
          <p14:tracePt t="156885" x="1797050" y="6267450"/>
          <p14:tracePt t="156913" x="1790700" y="6267450"/>
          <p14:tracePt t="156934" x="1784350" y="6261100"/>
          <p14:tracePt t="156948" x="1778000" y="6261100"/>
          <p14:tracePt t="156955" x="1771650" y="6261100"/>
          <p14:tracePt t="156976" x="1765300" y="6261100"/>
          <p14:tracePt t="156983" x="1758950" y="6254750"/>
          <p14:tracePt t="156995" x="1752600" y="6254750"/>
          <p14:tracePt t="157014" x="1746250" y="6254750"/>
          <p14:tracePt t="157444" x="1758950" y="6254750"/>
          <p14:tracePt t="157458" x="1771650" y="6248400"/>
          <p14:tracePt t="157465" x="1790700" y="6242050"/>
          <p14:tracePt t="157480" x="1816100" y="6235700"/>
          <p14:tracePt t="157493" x="1847850" y="6223000"/>
          <p14:tracePt t="157510" x="1879600" y="6203950"/>
          <p14:tracePt t="157526" x="1898650" y="6197600"/>
          <p14:tracePt t="157543" x="1949450" y="6191250"/>
          <p14:tracePt t="157560" x="1987550" y="6184900"/>
          <p14:tracePt t="157577" x="2006600" y="6178550"/>
          <p14:tracePt t="157593" x="2019300" y="6172200"/>
          <p14:tracePt t="157610" x="2032000" y="6165850"/>
          <p14:tracePt t="157626" x="2038350" y="6159500"/>
          <p14:tracePt t="157739" x="2038350" y="6165850"/>
          <p14:tracePt t="157886" x="2032000" y="6172200"/>
          <p14:tracePt t="157914" x="2038350" y="6172200"/>
          <p14:tracePt t="157928" x="2038350" y="6178550"/>
          <p14:tracePt t="157934" x="2044700" y="6178550"/>
          <p14:tracePt t="157949" x="2051050" y="6178550"/>
          <p14:tracePt t="157958" x="2063750" y="6178550"/>
          <p14:tracePt t="157975" x="2076450" y="6178550"/>
          <p14:tracePt t="157992" x="2120900" y="6184900"/>
          <p14:tracePt t="158008" x="2178050" y="6191250"/>
          <p14:tracePt t="158026" x="2254250" y="6191250"/>
          <p14:tracePt t="158042" x="2292350" y="6191250"/>
          <p14:tracePt t="158058" x="2400300" y="6197600"/>
          <p14:tracePt t="158076" x="2501900" y="6197600"/>
          <p14:tracePt t="158091" x="2565400" y="6197600"/>
          <p14:tracePt t="158108" x="2603500" y="6197600"/>
          <p14:tracePt t="158125" x="2711450" y="6203950"/>
          <p14:tracePt t="158141" x="2724150" y="6203950"/>
          <p14:tracePt t="158158" x="2743200" y="6203950"/>
          <p14:tracePt t="158174" x="2768600" y="6203950"/>
          <p14:tracePt t="158191" x="2781300" y="6203950"/>
          <p14:tracePt t="158208" x="2794000" y="6203950"/>
          <p14:tracePt t="158224" x="2806700" y="6203950"/>
          <p14:tracePt t="158241" x="2813050" y="6203950"/>
          <p14:tracePt t="158258" x="2825750" y="6203950"/>
          <p14:tracePt t="158274" x="2838450" y="6203950"/>
          <p14:tracePt t="158291" x="2851150" y="6203950"/>
          <p14:tracePt t="158307" x="2857500" y="6203950"/>
          <p14:tracePt t="158324" x="2863850" y="6203950"/>
          <p14:tracePt t="158341" x="2876550" y="6203950"/>
          <p14:tracePt t="158357" x="2889250" y="6203950"/>
          <p14:tracePt t="158391" x="2908300" y="6203950"/>
          <p14:tracePt t="158406" x="2927350" y="6203950"/>
          <p14:tracePt t="158423" x="2940050" y="6203950"/>
          <p14:tracePt t="158440" x="2965450" y="6197600"/>
          <p14:tracePt t="158457" x="2984500" y="6197600"/>
          <p14:tracePt t="158473" x="2997200" y="6184900"/>
          <p14:tracePt t="158490" x="3028950" y="6184900"/>
          <p14:tracePt t="158506" x="3041650" y="6184900"/>
          <p14:tracePt t="158524" x="3073400" y="6178550"/>
          <p14:tracePt t="158540" x="3092450" y="6178550"/>
          <p14:tracePt t="158556" x="3117850" y="6178550"/>
          <p14:tracePt t="158573" x="3162300" y="6172200"/>
          <p14:tracePt t="158589" x="3187700" y="6172200"/>
          <p14:tracePt t="158606" x="3213100" y="6172200"/>
          <p14:tracePt t="158623" x="3270250" y="6165850"/>
          <p14:tracePt t="158639" x="3289300" y="6165850"/>
          <p14:tracePt t="158657" x="3314700" y="6165850"/>
          <p14:tracePt t="158672" x="3359150" y="6159500"/>
          <p14:tracePt t="158689" x="3384550" y="6159500"/>
          <p14:tracePt t="158706" x="3429000" y="6153150"/>
          <p14:tracePt t="158722" x="3454400" y="6146800"/>
          <p14:tracePt t="158739" x="3473450" y="6146800"/>
          <p14:tracePt t="158756" x="3524250" y="6134100"/>
          <p14:tracePt t="158772" x="3543300" y="6127750"/>
          <p14:tracePt t="158789" x="3581400" y="6127750"/>
          <p14:tracePt t="158806" x="3613150" y="6127750"/>
          <p14:tracePt t="158822" x="3632200" y="6115050"/>
          <p14:tracePt t="158839" x="3676650" y="6108700"/>
          <p14:tracePt t="158855" x="3708400" y="6102350"/>
          <p14:tracePt t="158872" x="3740150" y="6096000"/>
          <p14:tracePt t="158876" x="3759200" y="6096000"/>
          <p14:tracePt t="158892" x="3778250" y="6089650"/>
          <p14:tracePt t="158905" x="3797300" y="6083300"/>
          <p14:tracePt t="158921" x="3822700" y="6083300"/>
          <p14:tracePt t="158939" x="3860800" y="6070600"/>
          <p14:tracePt t="158955" x="3879850" y="6064250"/>
          <p14:tracePt t="158972" x="3924300" y="6057900"/>
          <p14:tracePt t="158988" x="3956050" y="6057900"/>
          <p14:tracePt t="159005" x="3981450" y="6051550"/>
          <p14:tracePt t="159022" x="4000500" y="6051550"/>
          <p14:tracePt t="159038" x="4013200" y="6051550"/>
          <p14:tracePt t="159054" x="4019550" y="6051550"/>
          <p14:tracePt t="159072" x="4038600" y="6051550"/>
          <p14:tracePt t="159088" x="4044950" y="6051550"/>
          <p14:tracePt t="159106" x="4057650" y="6051550"/>
          <p14:tracePt t="159121" x="4076700" y="6051550"/>
          <p14:tracePt t="159138" x="4083050" y="6051550"/>
          <p14:tracePt t="159155" x="4108450" y="6045200"/>
          <p14:tracePt t="159170" x="4146550" y="6045200"/>
          <p14:tracePt t="159187" x="4165600" y="6045200"/>
          <p14:tracePt t="159205" x="4210050" y="6038850"/>
          <p14:tracePt t="159221" x="4248150" y="6038850"/>
          <p14:tracePt t="159237" x="4279900" y="6026150"/>
          <p14:tracePt t="159254" x="4318000" y="6026150"/>
          <p14:tracePt t="159270" x="4356100" y="6019800"/>
          <p14:tracePt t="159287" x="4368800" y="6013450"/>
          <p14:tracePt t="159304" x="4381500" y="6007100"/>
          <p14:tracePt t="159320" x="4400550" y="6007100"/>
          <p14:tracePt t="159337" x="4406900" y="6000750"/>
          <p14:tracePt t="159353" x="4413250" y="5988050"/>
          <p14:tracePt t="159370" x="4413250" y="5981700"/>
          <p14:tracePt t="159387" x="4413250" y="5943600"/>
          <p14:tracePt t="159403" x="4394200" y="5905500"/>
          <p14:tracePt t="159420" x="4368800" y="5848350"/>
          <p14:tracePt t="159437" x="4273550" y="5651500"/>
          <p14:tracePt t="159453" x="4095750" y="5346700"/>
          <p14:tracePt t="159470" x="3981450" y="5143500"/>
          <p14:tracePt t="159486" x="3670300" y="4679950"/>
          <p14:tracePt t="159504" x="3340100" y="4210050"/>
          <p14:tracePt t="159520" x="3060700" y="3816350"/>
          <p14:tracePt t="159536" x="2971800" y="3702050"/>
          <p14:tracePt t="159553" x="2806700" y="3543300"/>
          <p14:tracePt t="159570" x="2724150" y="3473450"/>
          <p14:tracePt t="159586" x="2705100" y="3454400"/>
          <p14:tracePt t="159603" x="2686050" y="3448050"/>
          <p14:tracePt t="159737" x="2692400" y="3454400"/>
          <p14:tracePt t="159759" x="2698750" y="3460750"/>
          <p14:tracePt t="159794" x="2698750" y="3467100"/>
          <p14:tracePt t="159800" x="2705100" y="3473450"/>
          <p14:tracePt t="159808" x="2711450" y="3479800"/>
          <p14:tracePt t="159822" x="2717800" y="3492500"/>
          <p14:tracePt t="159836" x="2730500" y="3505200"/>
          <p14:tracePt t="159852" x="2762250" y="3556000"/>
          <p14:tracePt t="159872" x="2825750" y="3657600"/>
          <p14:tracePt t="159886" x="2876550" y="3714750"/>
          <p14:tracePt t="159902" x="2952750" y="3829050"/>
          <p14:tracePt t="159919" x="3009900" y="3892550"/>
          <p14:tracePt t="159922" x="3048000" y="3937000"/>
          <p14:tracePt t="159936" x="3092450" y="3968750"/>
          <p14:tracePt t="159952" x="3175000" y="4051300"/>
          <p14:tracePt t="159969" x="3251200" y="4102100"/>
          <p14:tracePt t="159985" x="3282950" y="4127500"/>
          <p14:tracePt t="160001" x="3327400" y="4159250"/>
          <p14:tracePt t="160018" x="3416300" y="4191000"/>
          <p14:tracePt t="160034" x="3492500" y="4235450"/>
          <p14:tracePt t="160051" x="3530600" y="4241800"/>
          <p14:tracePt t="160068" x="3683000" y="4298950"/>
          <p14:tracePt t="160085" x="3841750" y="4368800"/>
          <p14:tracePt t="160102" x="4025900" y="4445000"/>
          <p14:tracePt t="160117" x="4121150" y="4483100"/>
          <p14:tracePt t="160134" x="4318000" y="4578350"/>
          <p14:tracePt t="160151" x="4552950" y="4686300"/>
          <p14:tracePt t="160167" x="4660900" y="4737100"/>
          <p14:tracePt t="160184" x="4883150" y="4826000"/>
          <p14:tracePt t="160201" x="5092700" y="4883150"/>
          <p14:tracePt t="160217" x="5181600" y="4908550"/>
          <p14:tracePt t="160234" x="5314950" y="4953000"/>
          <p14:tracePt t="160251" x="5416550" y="4991100"/>
          <p14:tracePt t="160267" x="5454650" y="5003800"/>
          <p14:tracePt t="160284" x="5499100" y="5022850"/>
          <p14:tracePt t="160300" x="5600700" y="5080000"/>
          <p14:tracePt t="160317" x="5619750" y="5105400"/>
          <p14:tracePt t="160334" x="5645150" y="5124450"/>
          <p14:tracePt t="160350" x="5651500" y="5130800"/>
          <p14:tracePt t="160367" x="5676900" y="5162550"/>
          <p14:tracePt t="160385" x="5708650" y="5194300"/>
          <p14:tracePt t="160400" x="5721350" y="5207000"/>
          <p14:tracePt t="163228" x="5708650" y="5207000"/>
          <p14:tracePt t="163235" x="5676900" y="5226050"/>
          <p14:tracePt t="163249" x="5645150" y="5238750"/>
          <p14:tracePt t="163257" x="5600700" y="5245100"/>
          <p14:tracePt t="163273" x="5556250" y="5276850"/>
          <p14:tracePt t="163291" x="5473700" y="5321300"/>
          <p14:tracePt t="163306" x="5403850" y="5365750"/>
          <p14:tracePt t="163324" x="5359400" y="5397500"/>
          <p14:tracePt t="163341" x="5257800" y="5461000"/>
          <p14:tracePt t="163356" x="5130800" y="5524500"/>
          <p14:tracePt t="163373" x="5060950" y="5568950"/>
          <p14:tracePt t="163390" x="4914900" y="5626100"/>
          <p14:tracePt t="163406" x="4826000" y="5645150"/>
          <p14:tracePt t="163423" x="4667250" y="5695950"/>
          <p14:tracePt t="163440" x="4495800" y="5746750"/>
          <p14:tracePt t="163456" x="4387850" y="5778500"/>
          <p14:tracePt t="163473" x="4191000" y="5861050"/>
          <p14:tracePt t="163489" x="4044950" y="5918200"/>
          <p14:tracePt t="163506" x="3987800" y="5937250"/>
          <p14:tracePt t="163523" x="3917950" y="5962650"/>
          <p14:tracePt t="163539" x="3867150" y="5969000"/>
          <p14:tracePt t="163556" x="3848100" y="5969000"/>
          <p14:tracePt t="163573" x="3816350" y="5969000"/>
          <p14:tracePt t="163589" x="3797300" y="5969000"/>
          <p14:tracePt t="163605" x="3790950" y="5969000"/>
          <p14:tracePt t="163622" x="3778250" y="5969000"/>
          <p14:tracePt t="163639" x="3759200" y="5962650"/>
          <p14:tracePt t="163656" x="3752850" y="5956300"/>
          <p14:tracePt t="163672" x="3746500" y="5956300"/>
          <p14:tracePt t="163688" x="3733800" y="5949950"/>
          <p14:tracePt t="164092" x="3746500" y="5949950"/>
          <p14:tracePt t="164099" x="3771900" y="5943600"/>
          <p14:tracePt t="164107" x="3803650" y="5930900"/>
          <p14:tracePt t="164121" x="3848100" y="5911850"/>
          <p14:tracePt t="164137" x="3905250" y="5886450"/>
          <p14:tracePt t="164154" x="4038600" y="5835650"/>
          <p14:tracePt t="164170" x="4203700" y="5753100"/>
          <p14:tracePt t="164187" x="4279900" y="5721350"/>
          <p14:tracePt t="164204" x="4432300" y="5657850"/>
          <p14:tracePt t="164220" x="4540250" y="5607050"/>
          <p14:tracePt t="164237" x="4584700" y="5588000"/>
          <p14:tracePt t="164253" x="4648200" y="5568950"/>
          <p14:tracePt t="164270" x="4679950" y="5549900"/>
          <p14:tracePt t="164287" x="4692650" y="5549900"/>
          <p14:tracePt t="164304" x="4705350" y="5537200"/>
          <p14:tracePt t="164320" x="4711700" y="5537200"/>
          <p14:tracePt t="164400" x="4718050" y="5530850"/>
          <p14:tracePt t="164478" x="4724400" y="5524500"/>
          <p14:tracePt t="164499" x="4730750" y="5524500"/>
          <p14:tracePt t="164520" x="4743450" y="5518150"/>
          <p14:tracePt t="164526" x="4743450" y="5511800"/>
          <p14:tracePt t="164548" x="4756150" y="5511800"/>
          <p14:tracePt t="164590" x="4762500" y="5511800"/>
          <p14:tracePt t="164632" x="4768850" y="5505450"/>
          <p14:tracePt t="164667" x="4775200" y="5499100"/>
          <p14:tracePt t="164702" x="4781550" y="5499100"/>
          <p14:tracePt t="164758" x="4775200" y="5499100"/>
          <p14:tracePt t="164772" x="4762500" y="5499100"/>
          <p14:tracePt t="164793" x="4743450" y="5505450"/>
          <p14:tracePt t="164800" x="4718050" y="5511800"/>
          <p14:tracePt t="164807" x="4679950" y="5518150"/>
          <p14:tracePt t="164821" x="4629150" y="5537200"/>
          <p14:tracePt t="164835" x="4546600" y="5556250"/>
          <p14:tracePt t="164851" x="4349750" y="5619750"/>
          <p14:tracePt t="164868" x="4235450" y="5651500"/>
          <p14:tracePt t="164885" x="3943350" y="5740400"/>
          <p14:tracePt t="164901" x="3632200" y="5829300"/>
          <p14:tracePt t="164918" x="3454400" y="5880100"/>
          <p14:tracePt t="164935" x="3111500" y="5981700"/>
          <p14:tracePt t="164951" x="2832100" y="6045200"/>
          <p14:tracePt t="164968" x="2597150" y="6102350"/>
          <p14:tracePt t="164984" x="2470150" y="6108700"/>
          <p14:tracePt t="165001" x="2381250" y="6127750"/>
          <p14:tracePt t="165018" x="2197100" y="6153150"/>
          <p14:tracePt t="165034" x="2171700" y="6153150"/>
          <p14:tracePt t="165050" x="2146300" y="6153150"/>
          <p14:tracePt t="165067" x="2114550" y="6146800"/>
          <p14:tracePt t="165084" x="2082800" y="6146800"/>
          <p14:tracePt t="165100" x="2070100" y="6146800"/>
          <p14:tracePt t="165116" x="2044700" y="6140450"/>
          <p14:tracePt t="165134" x="2019300" y="6134100"/>
          <p14:tracePt t="165151" x="2006600" y="6127750"/>
          <p14:tracePt t="165167" x="1987550" y="6127750"/>
          <p14:tracePt t="165183" x="1962150" y="6108700"/>
          <p14:tracePt t="165200" x="1949450" y="6108700"/>
          <p14:tracePt t="165217" x="1943100" y="6102350"/>
          <p14:tracePt t="165233" x="1930400" y="6096000"/>
          <p14:tracePt t="165250" x="1924050" y="6083300"/>
          <p14:tracePt t="165284" x="1917700" y="6076950"/>
          <p14:tracePt t="165299" x="1924050" y="6076950"/>
          <p14:tracePt t="165316" x="1930400" y="6070600"/>
          <p14:tracePt t="165333" x="1968500" y="6057900"/>
          <p14:tracePt t="165349" x="2006600" y="6045200"/>
          <p14:tracePt t="165366" x="2165350" y="5994400"/>
          <p14:tracePt t="165383" x="2400300" y="5930900"/>
          <p14:tracePt t="165399" x="2552700" y="5886450"/>
          <p14:tracePt t="165416" x="2959100" y="5791200"/>
          <p14:tracePt t="165432" x="3435350" y="5702300"/>
          <p14:tracePt t="165449" x="3651250" y="5676900"/>
          <p14:tracePt t="165466" x="4038600" y="5638800"/>
          <p14:tracePt t="165482" x="4368800" y="5626100"/>
          <p14:tracePt t="165499" x="4483100" y="5613400"/>
          <p14:tracePt t="165516" x="4648200" y="5594350"/>
          <p14:tracePt t="165532" x="4718050" y="5588000"/>
          <p14:tracePt t="165549" x="4737100" y="5588000"/>
          <p14:tracePt t="165565" x="4756150" y="5581650"/>
          <p14:tracePt t="165582" x="4768850" y="5581650"/>
          <p14:tracePt t="165599" x="4775200" y="5581650"/>
          <p14:tracePt t="166126" x="4781550" y="5581650"/>
          <p14:tracePt t="166154" x="4787900" y="5581650"/>
          <p14:tracePt t="166175" x="4794250" y="5581650"/>
          <p14:tracePt t="166182" x="4806950" y="5581650"/>
          <p14:tracePt t="166196" x="4813300" y="5581650"/>
          <p14:tracePt t="166203" x="4819650" y="5581650"/>
          <p14:tracePt t="166213" x="4832350" y="5581650"/>
          <p14:tracePt t="166230" x="4845050" y="5588000"/>
          <p14:tracePt t="166246" x="4895850" y="5588000"/>
          <p14:tracePt t="166263" x="4927600" y="5594350"/>
          <p14:tracePt t="166280" x="5080000" y="5600700"/>
          <p14:tracePt t="166296" x="5162550" y="5613400"/>
          <p14:tracePt t="166313" x="5238750" y="5613400"/>
          <p14:tracePt t="166330" x="5429250" y="5619750"/>
          <p14:tracePt t="166346" x="5632450" y="5619750"/>
          <p14:tracePt t="166364" x="5848350" y="5632450"/>
          <p14:tracePt t="166380" x="5949950" y="5645150"/>
          <p14:tracePt t="166396" x="6178550" y="5645150"/>
          <p14:tracePt t="166414" x="6375400" y="5645150"/>
          <p14:tracePt t="166429" x="6438900" y="5645150"/>
          <p14:tracePt t="166446" x="6521450" y="5638800"/>
          <p14:tracePt t="166462" x="6610350" y="5638800"/>
          <p14:tracePt t="166479" x="6661150" y="5632450"/>
          <p14:tracePt t="166483" x="6718300" y="5619750"/>
          <p14:tracePt t="166499" x="6756400" y="5613400"/>
          <p14:tracePt t="166513" x="6813550" y="5613400"/>
          <p14:tracePt t="166529" x="6864350" y="5607050"/>
          <p14:tracePt t="166547" x="6965950" y="5594350"/>
          <p14:tracePt t="166562" x="7023100" y="5588000"/>
          <p14:tracePt t="166579" x="7086600" y="5588000"/>
          <p14:tracePt t="166596" x="7207250" y="5568950"/>
          <p14:tracePt t="166612" x="7270750" y="5562600"/>
          <p14:tracePt t="166628" x="7340600" y="5537200"/>
          <p14:tracePt t="166645" x="7442200" y="5524500"/>
          <p14:tracePt t="166662" x="7473950" y="5518150"/>
          <p14:tracePt t="166679" x="7524750" y="5499100"/>
          <p14:tracePt t="166695" x="7543800" y="5492750"/>
          <p14:tracePt t="166711" x="7569200" y="5486400"/>
          <p14:tracePt t="166729" x="7594600" y="5480050"/>
          <p14:tracePt t="166745" x="7607300" y="5473700"/>
          <p14:tracePt t="166785" x="7607300" y="5467350"/>
          <p14:tracePt t="166932" x="7607300" y="5461000"/>
          <p14:tracePt t="166967" x="7600950" y="5461000"/>
          <p14:tracePt t="166981" x="7594600" y="5461000"/>
          <p14:tracePt t="166995" x="7588250" y="5461000"/>
          <p14:tracePt t="167002" x="7575550" y="5461000"/>
          <p14:tracePt t="167015" x="7556500" y="5461000"/>
          <p14:tracePt t="167030" x="7518400" y="5461000"/>
          <p14:tracePt t="167044" x="7454900" y="5461000"/>
          <p14:tracePt t="167060" x="7239000" y="5480050"/>
          <p14:tracePt t="167077" x="7092950" y="5499100"/>
          <p14:tracePt t="167094" x="6667500" y="5581650"/>
          <p14:tracePt t="167110" x="6210300" y="5683250"/>
          <p14:tracePt t="167127" x="5803900" y="5778500"/>
          <p14:tracePt t="167143" x="5499100" y="5848350"/>
          <p14:tracePt t="167160" x="5372100" y="5867400"/>
          <p14:tracePt t="167177" x="5118100" y="5911850"/>
          <p14:tracePt t="167193" x="4921250" y="5943600"/>
          <p14:tracePt t="167210" x="4832350" y="5949950"/>
          <p14:tracePt t="167227" x="4718050" y="5962650"/>
          <p14:tracePt t="167243" x="4686300" y="5962650"/>
          <p14:tracePt t="167260" x="4629150" y="5956300"/>
          <p14:tracePt t="167276" x="4597400" y="5956300"/>
          <p14:tracePt t="167293" x="4591050" y="5949950"/>
          <p14:tracePt t="167310" x="4572000" y="5949950"/>
          <p14:tracePt t="167326" x="4565650" y="5949950"/>
          <p14:tracePt t="167343" x="4552950" y="5943600"/>
          <p14:tracePt t="167360" x="4527550" y="5943600"/>
          <p14:tracePt t="167376" x="4502150" y="5937250"/>
          <p14:tracePt t="167392" x="4483100" y="5930900"/>
          <p14:tracePt t="167409" x="4445000" y="5924550"/>
          <p14:tracePt t="167425" x="4413250" y="5918200"/>
          <p14:tracePt t="167442" x="4400550" y="5918200"/>
          <p14:tracePt t="167459" x="4387850" y="5918200"/>
          <p14:tracePt t="167475" x="4381500" y="5918200"/>
          <p14:tracePt t="167493" x="4375150" y="5911850"/>
          <p14:tracePt t="167535" x="4368800" y="5911850"/>
          <p14:tracePt t="167725" x="4375150" y="5905500"/>
          <p14:tracePt t="167760" x="4375150" y="5899150"/>
          <p14:tracePt t="167781" x="4381500" y="5892800"/>
          <p14:tracePt t="168076" x="4368800" y="5892800"/>
          <p14:tracePt t="168083" x="4324350" y="5892800"/>
          <p14:tracePt t="168097" x="4273550" y="5905500"/>
          <p14:tracePt t="168106" x="4216400" y="5924550"/>
          <p14:tracePt t="168123" x="4152900" y="5930900"/>
          <p14:tracePt t="168140" x="3994150" y="5981700"/>
          <p14:tracePt t="168156" x="3797300" y="6045200"/>
          <p14:tracePt t="168174" x="3714750" y="6070600"/>
          <p14:tracePt t="168190" x="3543300" y="6146800"/>
          <p14:tracePt t="168206" x="3473450" y="6184900"/>
          <p14:tracePt t="168223" x="3282950" y="6248400"/>
          <p14:tracePt t="168239" x="3244850" y="6267450"/>
          <p14:tracePt t="168256" x="3213100" y="6286500"/>
          <p14:tracePt t="168273" x="3175000" y="6305550"/>
          <p14:tracePt t="168289" x="3168650" y="6311900"/>
          <p14:tracePt t="168306" x="3162300" y="6318250"/>
          <p14:tracePt t="168323" x="3155950" y="6318250"/>
          <p14:tracePt t="168434" x="3149600" y="6318250"/>
          <p14:tracePt t="168455" x="3143250" y="6318250"/>
          <p14:tracePt t="168469" x="3130550" y="6318250"/>
          <p14:tracePt t="168476" x="3111500" y="6318250"/>
          <p14:tracePt t="168492" x="3092450" y="6318250"/>
          <p14:tracePt t="168506" x="3022600" y="6318250"/>
          <p14:tracePt t="168522" x="2959100" y="6318250"/>
          <p14:tracePt t="168540" x="2794000" y="6311900"/>
          <p14:tracePt t="168555" x="2705100" y="6299200"/>
          <p14:tracePt t="168572" x="2501900" y="6292850"/>
          <p14:tracePt t="168589" x="2311400" y="6280150"/>
          <p14:tracePt t="168605" x="2197100" y="6280150"/>
          <p14:tracePt t="168621" x="1993900" y="6273800"/>
          <p14:tracePt t="168638" x="1828800" y="6273800"/>
          <p14:tracePt t="168655" x="1758950" y="6286500"/>
          <p14:tracePt t="168672" x="1644650" y="6292850"/>
          <p14:tracePt t="168688" x="1511300" y="6311900"/>
          <p14:tracePt t="168705" x="1473200" y="6318250"/>
          <p14:tracePt t="168721" x="1352550" y="6330950"/>
          <p14:tracePt t="168738" x="1295400" y="6330950"/>
          <p14:tracePt t="168755" x="1289050" y="6330950"/>
          <p14:tracePt t="168771" x="1276350" y="6330950"/>
          <p14:tracePt t="168787" x="1270000" y="6330950"/>
          <p14:tracePt t="168876" x="1276350" y="6330950"/>
          <p14:tracePt t="168897" x="1282700" y="6330950"/>
          <p14:tracePt t="168911" x="1289050" y="6330950"/>
          <p14:tracePt t="168918" x="1295400" y="6330950"/>
          <p14:tracePt t="168925" x="1295400" y="6324600"/>
          <p14:tracePt t="168940" x="1308100" y="6324600"/>
          <p14:tracePt t="168954" x="1333500" y="6318250"/>
          <p14:tracePt t="168970" x="1409700" y="6311900"/>
          <p14:tracePt t="168988" x="1555750" y="6292850"/>
          <p14:tracePt t="169004" x="1657350" y="6280150"/>
          <p14:tracePt t="169020" x="1924050" y="6248400"/>
          <p14:tracePt t="169037" x="2247900" y="6229350"/>
          <p14:tracePt t="169053" x="2413000" y="6216650"/>
          <p14:tracePt t="169070" x="2755900" y="6203950"/>
          <p14:tracePt t="169087" x="3060700" y="6216650"/>
          <p14:tracePt t="169103" x="3187700" y="6216650"/>
          <p14:tracePt t="169120" x="3314700" y="6216650"/>
          <p14:tracePt t="169137" x="3606800" y="6229350"/>
          <p14:tracePt t="169153" x="3670300" y="6235700"/>
          <p14:tracePt t="169170" x="3784600" y="6235700"/>
          <p14:tracePt t="169186" x="3816350" y="6235700"/>
          <p14:tracePt t="169203" x="3835400" y="6235700"/>
          <p14:tracePt t="169220" x="3835400" y="6229350"/>
          <p14:tracePt t="169236" x="3841750" y="6229350"/>
          <p14:tracePt t="169311" x="3835400" y="6229350"/>
          <p14:tracePt t="169346" x="3829050" y="6229350"/>
          <p14:tracePt t="169360" x="3822700" y="6229350"/>
          <p14:tracePt t="169366" x="3816350" y="6229350"/>
          <p14:tracePt t="169388" x="3810000" y="6229350"/>
          <p14:tracePt t="169395" x="3810000" y="6223000"/>
          <p14:tracePt t="169409" x="3803650" y="6216650"/>
          <p14:tracePt t="169771" x="3860800" y="6210300"/>
          <p14:tracePt t="169786" x="3937000" y="6191250"/>
          <p14:tracePt t="169791" x="4032250" y="6165850"/>
          <p14:tracePt t="169801" x="4108450" y="6146800"/>
          <p14:tracePt t="169817" x="4210050" y="6140450"/>
          <p14:tracePt t="169834" x="4356100" y="6102350"/>
          <p14:tracePt t="169851" x="4470400" y="6064250"/>
          <p14:tracePt t="169867" x="4502150" y="6038850"/>
          <p14:tracePt t="169884" x="4552950" y="6013450"/>
          <p14:tracePt t="169901" x="4578350" y="6000750"/>
          <p14:tracePt t="169917" x="4591050" y="5994400"/>
          <p14:tracePt t="170100" x="4584700" y="6000750"/>
          <p14:tracePt t="170106" x="4578350" y="6000750"/>
          <p14:tracePt t="170128" x="4572000" y="6000750"/>
          <p14:tracePt t="170151" x="4572000" y="6007100"/>
          <p14:tracePt t="170177" x="4565650" y="6007100"/>
          <p14:tracePt t="170212" x="4559300" y="6013450"/>
          <p14:tracePt t="170219" x="4559300" y="6019800"/>
          <p14:tracePt t="170240" x="4559300" y="6026150"/>
          <p14:tracePt t="170268" x="4552950" y="6026150"/>
          <p14:tracePt t="170290" x="4546600" y="6026150"/>
          <p14:tracePt t="170318" x="4540250" y="6032500"/>
          <p14:tracePt t="170360" x="4540250" y="6038850"/>
          <p14:tracePt t="170423" x="4533900" y="6038850"/>
          <p14:tracePt t="171045" x="4540250" y="6038850"/>
          <p14:tracePt t="171052" x="4552950" y="6032500"/>
          <p14:tracePt t="171063" x="4565650" y="6032500"/>
          <p14:tracePt t="171080" x="4597400" y="6026150"/>
          <p14:tracePt t="171096" x="4622800" y="6026150"/>
          <p14:tracePt t="171113" x="4635500" y="6019800"/>
          <p14:tracePt t="171130" x="4660900" y="6019800"/>
          <p14:tracePt t="171146" x="4667250" y="6019800"/>
          <p14:tracePt t="171163" x="4679950" y="6013450"/>
          <p14:tracePt t="171179" x="4692650" y="6013450"/>
          <p14:tracePt t="171196" x="4705350" y="6007100"/>
          <p14:tracePt t="171213" x="4724400" y="6007100"/>
          <p14:tracePt t="171229" x="4730750" y="6000750"/>
          <p14:tracePt t="171246" x="4743450" y="5994400"/>
          <p14:tracePt t="171263" x="4762500" y="5988050"/>
          <p14:tracePt t="171279" x="4768850" y="5981700"/>
          <p14:tracePt t="171296" x="4775200" y="5975350"/>
          <p14:tracePt t="171312" x="4781550" y="5962650"/>
          <p14:tracePt t="171346" x="4781550" y="5956300"/>
          <p14:tracePt t="171375" x="4781550" y="5949950"/>
          <p14:tracePt t="171410" x="4775200" y="5949950"/>
          <p14:tracePt t="171431" x="4768850" y="5943600"/>
          <p14:tracePt t="171445" x="4762500" y="5937250"/>
          <p14:tracePt t="171452" x="4756150" y="5930900"/>
          <p14:tracePt t="171466" x="4756150" y="5924550"/>
          <p14:tracePt t="171478" x="4737100" y="5918200"/>
          <p14:tracePt t="171495" x="4705350" y="5899150"/>
          <p14:tracePt t="171511" x="4692650" y="5892800"/>
          <p14:tracePt t="171515" x="4679950" y="5880100"/>
          <p14:tracePt t="171529" x="4667250" y="5873750"/>
          <p14:tracePt t="171545" x="4641850" y="5861050"/>
          <p14:tracePt t="171561" x="4629150" y="5854700"/>
          <p14:tracePt t="171578" x="4616450" y="5848350"/>
          <p14:tracePt t="171614" x="4610100" y="5848350"/>
          <p14:tracePt t="171628" x="4603750" y="5842000"/>
          <p14:tracePt t="171662" x="4597400" y="5842000"/>
          <p14:tracePt t="171760" x="4597400" y="5848350"/>
          <p14:tracePt t="171788" x="4610100" y="5854700"/>
          <p14:tracePt t="171809" x="4616450" y="5854700"/>
          <p14:tracePt t="171816" x="4616450" y="5861050"/>
          <p14:tracePt t="171837" x="4622800" y="5861050"/>
          <p14:tracePt t="171858" x="4629150" y="5861050"/>
          <p14:tracePt t="171872" x="4635500" y="5861050"/>
          <p14:tracePt t="171880" x="4648200" y="5861050"/>
          <p14:tracePt t="171894" x="4654550" y="5867400"/>
          <p14:tracePt t="171910" x="4686300" y="5880100"/>
          <p14:tracePt t="171927" x="4699000" y="5899150"/>
          <p14:tracePt t="171943" x="4756150" y="5937250"/>
          <p14:tracePt t="171960" x="4768850" y="5949950"/>
          <p14:tracePt t="171977" x="4806950" y="5988050"/>
          <p14:tracePt t="171993" x="4819650" y="6019800"/>
          <p14:tracePt t="172010" x="4826000" y="6045200"/>
          <p14:tracePt t="172013" x="4832350" y="6057900"/>
          <p14:tracePt t="172041" x="4832350" y="6064250"/>
          <p14:tracePt t="172055" x="4832350" y="6070600"/>
          <p14:tracePt t="172125" x="4838700" y="6070600"/>
          <p14:tracePt t="172216" x="4845050" y="6064250"/>
          <p14:tracePt t="172483" x="4838700" y="6070600"/>
          <p14:tracePt t="172504" x="4832350" y="6070600"/>
          <p14:tracePt t="172532" x="4826000" y="6076950"/>
          <p14:tracePt t="172553" x="4819650" y="6083300"/>
          <p14:tracePt t="172574" x="4813300" y="6083300"/>
          <p14:tracePt t="172595" x="4813300" y="6089650"/>
          <p14:tracePt t="172602" x="4813300" y="6096000"/>
          <p14:tracePt t="172763" x="4813300" y="6089650"/>
          <p14:tracePt t="172777" x="4806950" y="6089650"/>
          <p14:tracePt t="172784" x="4806950" y="6083300"/>
          <p14:tracePt t="172798" x="4800600" y="6083300"/>
          <p14:tracePt t="172807" x="4794250" y="6083300"/>
          <p14:tracePt t="172824" x="4787900" y="6083300"/>
          <p14:tracePt t="172840" x="4781550" y="6076950"/>
          <p14:tracePt t="172857" x="4775200" y="6070600"/>
          <p14:tracePt t="172890" x="4762500" y="6070600"/>
          <p14:tracePt t="172907" x="4756150" y="6070600"/>
          <p14:tracePt t="172940" x="4749800" y="6064250"/>
          <p14:tracePt t="172956" x="4743450" y="6064250"/>
          <p14:tracePt t="172976" x="4737100" y="6064250"/>
          <p14:tracePt t="173044" x="4730750" y="6064250"/>
          <p14:tracePt t="173065" x="4730750" y="6057900"/>
          <p14:tracePt t="173114" x="4724400" y="6051550"/>
          <p14:tracePt t="173135" x="4724400" y="6045200"/>
          <p14:tracePt t="173157" x="4718050" y="6038850"/>
          <p14:tracePt t="173184" x="4711700" y="6032500"/>
          <p14:tracePt t="173205" x="4705350" y="6026150"/>
          <p14:tracePt t="173225" x="4699000" y="6026150"/>
          <p14:tracePt t="173255" x="4699000" y="6019800"/>
          <p14:tracePt t="173289" x="4699000" y="6013450"/>
          <p14:tracePt t="173366" x="4705350" y="6013450"/>
          <p14:tracePt t="173373" x="4711700" y="6013450"/>
          <p14:tracePt t="173387" x="4718050" y="6013450"/>
          <p14:tracePt t="173395" x="4724400" y="6013450"/>
          <p14:tracePt t="173409" x="4737100" y="6019800"/>
          <p14:tracePt t="173422" x="4756150" y="6019800"/>
          <p14:tracePt t="173438" x="4794250" y="6026150"/>
          <p14:tracePt t="173455" x="4826000" y="6032500"/>
          <p14:tracePt t="173472" x="4876800" y="6038850"/>
          <p14:tracePt t="173488" x="4914900" y="6038850"/>
          <p14:tracePt t="173505" x="4927600" y="6045200"/>
          <p14:tracePt t="173522" x="4946650" y="6051550"/>
          <p14:tracePt t="173538" x="4959350" y="6051550"/>
          <p14:tracePt t="173571" x="4965700" y="6057900"/>
          <p14:tracePt t="173780" x="4972050" y="6057900"/>
          <p14:tracePt t="173788" x="4984750" y="6057900"/>
          <p14:tracePt t="173794" x="4997450" y="6057900"/>
          <p14:tracePt t="173808" x="5022850" y="6057900"/>
          <p14:tracePt t="173820" x="5060950" y="6057900"/>
          <p14:tracePt t="173837" x="5175250" y="6045200"/>
          <p14:tracePt t="173854" x="5264150" y="6045200"/>
          <p14:tracePt t="173870" x="5454650" y="6038850"/>
          <p14:tracePt t="173886" x="5645150" y="6038850"/>
          <p14:tracePt t="173903" x="5746750" y="6038850"/>
          <p14:tracePt t="173921" x="5924550" y="6026150"/>
          <p14:tracePt t="173936" x="6064250" y="6019800"/>
          <p14:tracePt t="173953" x="6121400" y="6019800"/>
          <p14:tracePt t="173970" x="6191250" y="6007100"/>
          <p14:tracePt t="173986" x="6210300" y="6000750"/>
          <p14:tracePt t="174003" x="6242050" y="6000750"/>
          <p14:tracePt t="174019" x="6261100" y="6000750"/>
          <p14:tracePt t="174036" x="6273800" y="6000750"/>
          <p14:tracePt t="174053" x="6292850" y="6000750"/>
          <p14:tracePt t="174069" x="6330950" y="6000750"/>
          <p14:tracePt t="174086" x="6343650" y="6000750"/>
          <p14:tracePt t="174103" x="6381750" y="6000750"/>
          <p14:tracePt t="174119" x="6432550" y="6000750"/>
          <p14:tracePt t="174136" x="6457950" y="6000750"/>
          <p14:tracePt t="174153" x="6534150" y="6000750"/>
          <p14:tracePt t="174169" x="6604000" y="6000750"/>
          <p14:tracePt t="174187" x="6648450" y="6000750"/>
          <p14:tracePt t="174202" x="6661150" y="6000750"/>
          <p14:tracePt t="174219" x="6673850" y="6000750"/>
          <p14:tracePt t="174236" x="6680200" y="6000750"/>
          <p14:tracePt t="174299" x="6673850" y="6000750"/>
          <p14:tracePt t="174306" x="6673850" y="5994400"/>
          <p14:tracePt t="174321" x="6667500" y="5994400"/>
          <p14:tracePt t="174335" x="6654800" y="5994400"/>
          <p14:tracePt t="174352" x="6597650" y="6000750"/>
          <p14:tracePt t="174370" x="6464300" y="6000750"/>
          <p14:tracePt t="174385" x="6369050" y="6000750"/>
          <p14:tracePt t="174401" x="6127750" y="6019800"/>
          <p14:tracePt t="174419" x="5861050" y="6038850"/>
          <p14:tracePt t="174435" x="5721350" y="6038850"/>
          <p14:tracePt t="174451" x="5480050" y="6064250"/>
          <p14:tracePt t="174468" x="5276850" y="6070600"/>
          <p14:tracePt t="174485" x="5187950" y="6083300"/>
          <p14:tracePt t="174502" x="5067300" y="6102350"/>
          <p14:tracePt t="174517" x="4984750" y="6115050"/>
          <p14:tracePt t="174534" x="4953000" y="6115050"/>
          <p14:tracePt t="174551" x="4921250" y="6115050"/>
          <p14:tracePt t="174568" x="4902200" y="6115050"/>
          <p14:tracePt t="174601" x="4895850" y="6115050"/>
          <p14:tracePt t="174629" x="4889500" y="6115050"/>
          <p14:tracePt t="174671" x="4889500" y="6108700"/>
          <p14:tracePt t="174699" x="4895850" y="6108700"/>
          <p14:tracePt t="174747" x="4902200" y="6108700"/>
          <p14:tracePt t="174762" x="4914900" y="6108700"/>
          <p14:tracePt t="174770" x="4921250" y="6108700"/>
          <p14:tracePt t="174783" x="4927600" y="6108700"/>
          <p14:tracePt t="174800" x="4959350" y="6108700"/>
          <p14:tracePt t="174818" x="5035550" y="6096000"/>
          <p14:tracePt t="174833" x="5111750" y="6096000"/>
          <p14:tracePt t="174849" x="5314950" y="6089650"/>
          <p14:tracePt t="174867" x="5613400" y="6076950"/>
          <p14:tracePt t="174883" x="5759450" y="6051550"/>
          <p14:tracePt t="174900" x="5924550" y="6045200"/>
          <p14:tracePt t="174917" x="6223000" y="6007100"/>
          <p14:tracePt t="174933" x="6337300" y="5988050"/>
          <p14:tracePt t="174949" x="6438900" y="5975350"/>
          <p14:tracePt t="174966" x="6572250" y="5956300"/>
          <p14:tracePt t="174983" x="6597650" y="5949950"/>
          <p14:tracePt t="175000" x="6623050" y="5949950"/>
          <p14:tracePt t="175016" x="6629400" y="5949950"/>
          <p14:tracePt t="175155" x="6623050" y="5949950"/>
          <p14:tracePt t="175211" x="6616700" y="5949950"/>
          <p14:tracePt t="175280" x="6616700" y="5956300"/>
          <p14:tracePt t="175287" x="6610350" y="5962650"/>
          <p14:tracePt t="175309" x="6604000" y="5975350"/>
          <p14:tracePt t="175323" x="6591300" y="5981700"/>
          <p14:tracePt t="175332" x="6578600" y="6000750"/>
          <p14:tracePt t="175349" x="6559550" y="6019800"/>
          <p14:tracePt t="175365" x="6515100" y="6089650"/>
          <p14:tracePt t="175382" x="6451600" y="6178550"/>
          <p14:tracePt t="175398" x="6413500" y="6223000"/>
          <p14:tracePt t="175414" x="6356350" y="6311900"/>
          <p14:tracePt t="175431" x="6318250" y="6375400"/>
          <p14:tracePt t="175449" x="6305550" y="6400800"/>
          <p14:tracePt t="175464" x="6286500" y="6426200"/>
          <p14:tracePt t="175481" x="6273800" y="6438900"/>
          <p14:tracePt t="175498" x="6267450" y="6445250"/>
          <p14:tracePt t="175534" x="6261100" y="6445250"/>
          <p14:tracePt t="175842" x="6267450" y="6445250"/>
          <p14:tracePt t="175884" x="6267450" y="6438900"/>
          <p14:tracePt t="175955" x="6267450" y="6432550"/>
          <p14:tracePt t="176025" x="6273800" y="6426200"/>
          <p14:tracePt t="176081" x="6280150" y="6426200"/>
          <p14:tracePt t="176151" x="6280150" y="6419850"/>
          <p14:tracePt t="176221" x="6286500" y="6413500"/>
          <p14:tracePt t="176270" x="6286500" y="6407150"/>
          <p14:tracePt t="176291" x="6292850" y="6400800"/>
          <p14:tracePt t="176305" x="6299200" y="6394450"/>
          <p14:tracePt t="176318" x="6299200" y="6381750"/>
          <p14:tracePt t="176332" x="6305550" y="6369050"/>
          <p14:tracePt t="176348" x="6311900" y="6343650"/>
          <p14:tracePt t="176362" x="6318250" y="6299200"/>
          <p14:tracePt t="176378" x="6337300" y="6191250"/>
          <p14:tracePt t="176395" x="6356350" y="6127750"/>
          <p14:tracePt t="176411" x="6394450" y="5937250"/>
          <p14:tracePt t="176428" x="6400800" y="5886450"/>
          <p14:tracePt t="176445" x="6419850" y="5816600"/>
          <p14:tracePt t="176461" x="6426200" y="5765800"/>
          <p14:tracePt t="176477" x="6432550" y="5753100"/>
          <p14:tracePt t="176495" x="6432550" y="5740400"/>
          <p14:tracePt t="176511" x="6432550" y="5734050"/>
          <p14:tracePt t="176586" x="6432550" y="5740400"/>
          <p14:tracePt t="176593" x="6426200" y="5740400"/>
          <p14:tracePt t="176642" x="6426200" y="5734050"/>
          <p14:tracePt t="184434" x="6400800" y="5734050"/>
          <p14:tracePt t="184440" x="6375400" y="5734050"/>
          <p14:tracePt t="184450" x="6343650" y="5740400"/>
          <p14:tracePt t="184466" x="6286500" y="5740400"/>
          <p14:tracePt t="184484" x="6216650" y="5746750"/>
          <p14:tracePt t="184500" x="6172200" y="5746750"/>
          <p14:tracePt t="184517" x="6083300" y="5746750"/>
          <p14:tracePt t="184533" x="6019800" y="5746750"/>
          <p14:tracePt t="184550" x="5937250" y="5734050"/>
          <p14:tracePt t="184567" x="5791200" y="5734050"/>
          <p14:tracePt t="184583" x="5708650" y="5727700"/>
          <p14:tracePt t="184600" x="5619750" y="5715000"/>
          <p14:tracePt t="184616" x="5448300" y="5715000"/>
          <p14:tracePt t="184633" x="5295900" y="5721350"/>
          <p14:tracePt t="184650" x="5156200" y="5734050"/>
          <p14:tracePt t="184666" x="4984750" y="5759450"/>
          <p14:tracePt t="184683" x="4857750" y="5803900"/>
          <p14:tracePt t="184700" x="4686300" y="5854700"/>
          <p14:tracePt t="184716" x="4540250" y="5880100"/>
          <p14:tracePt t="184732" x="4464050" y="5899150"/>
          <p14:tracePt t="184749" x="4356100" y="5930900"/>
          <p14:tracePt t="184765" x="4273550" y="5937250"/>
          <p14:tracePt t="184782" x="4229100" y="5975350"/>
          <p14:tracePt t="184799" x="4216400" y="5981700"/>
          <p14:tracePt t="185205" x="4140200" y="5962650"/>
          <p14:tracePt t="185219" x="4025900" y="5918200"/>
          <p14:tracePt t="185226" x="3911600" y="5886450"/>
          <p14:tracePt t="185234" x="3778250" y="5842000"/>
          <p14:tracePt t="185250" x="3676650" y="5822950"/>
          <p14:tracePt t="185264" x="3594100" y="5791200"/>
          <p14:tracePt t="185281" x="3409950" y="5727700"/>
          <p14:tracePt t="185297" x="3200400" y="5670550"/>
          <p14:tracePt t="185314" x="3124200" y="5645150"/>
          <p14:tracePt t="185331" x="2978150" y="5607050"/>
          <p14:tracePt t="185347" x="2895600" y="5581650"/>
          <p14:tracePt t="185364" x="2863850" y="5575300"/>
          <p14:tracePt t="185381" x="2813050" y="5568950"/>
          <p14:tracePt t="185397" x="2787650" y="5568950"/>
          <p14:tracePt t="185414" x="2717800" y="5568950"/>
          <p14:tracePt t="185430" x="2628900" y="5568950"/>
          <p14:tracePt t="185446" x="2546350" y="5594350"/>
          <p14:tracePt t="185464" x="2501900" y="5607050"/>
          <p14:tracePt t="185479" x="2451100" y="5632450"/>
          <p14:tracePt t="185496" x="2419350" y="5657850"/>
          <p14:tracePt t="185514" x="2343150" y="5715000"/>
          <p14:tracePt t="185530" x="2324100" y="5734050"/>
          <p14:tracePt t="185546" x="2298700" y="5753100"/>
          <p14:tracePt t="185563" x="2254250" y="5797550"/>
          <p14:tracePt t="185580" x="2209800" y="5842000"/>
          <p14:tracePt t="185597" x="2190750" y="5861050"/>
          <p14:tracePt t="185613" x="2171700" y="5880100"/>
          <p14:tracePt t="185630" x="2152650" y="5899150"/>
          <p14:tracePt t="185647" x="2146300" y="5918200"/>
          <p14:tracePt t="185662" x="2146300" y="5924550"/>
          <p14:tracePt t="185680" x="2146300" y="5930900"/>
          <p14:tracePt t="185683" x="2146300" y="5937250"/>
          <p14:tracePt t="185696" x="2146300" y="5949950"/>
          <p14:tracePt t="185712" x="2146300" y="5956300"/>
          <p14:tracePt t="185729" x="2146300" y="5962650"/>
          <p14:tracePt t="185746" x="2146300" y="5975350"/>
          <p14:tracePt t="185782" x="2146300" y="5981700"/>
          <p14:tracePt t="185795" x="2146300" y="5988050"/>
          <p14:tracePt t="185812" x="2146300" y="6000750"/>
          <p14:tracePt t="185829" x="2146300" y="6013450"/>
          <p14:tracePt t="185845" x="2139950" y="6032500"/>
          <p14:tracePt t="185862" x="2120900" y="6070600"/>
          <p14:tracePt t="185878" x="2089150" y="6134100"/>
          <p14:tracePt t="185895" x="2076450" y="6165850"/>
          <p14:tracePt t="185912" x="2038350" y="6216650"/>
          <p14:tracePt t="185928" x="2019300" y="6254750"/>
          <p14:tracePt t="185945" x="2012950" y="6267450"/>
          <p14:tracePt t="185962" x="2000250" y="6286500"/>
          <p14:tracePt t="185978" x="2000250" y="6292850"/>
          <p14:tracePt t="186012" x="1993900" y="6292850"/>
          <p14:tracePt t="186060" x="1993900" y="6299200"/>
          <p14:tracePt t="186741" x="2000250" y="6305550"/>
          <p14:tracePt t="186747" x="2006600" y="6305550"/>
          <p14:tracePt t="186790" x="2012950" y="6305550"/>
          <p14:tracePt t="186804" x="2012950" y="6311900"/>
          <p14:tracePt t="186812" x="2019300" y="6311900"/>
          <p14:tracePt t="186832" x="2025650" y="6311900"/>
          <p14:tracePt t="186842" x="2032000" y="6311900"/>
          <p14:tracePt t="186859" x="2038350" y="6311900"/>
          <p14:tracePt t="186875" x="2044700" y="6318250"/>
          <p14:tracePt t="186909" x="2051050" y="6318250"/>
          <p14:tracePt t="186925" x="2063750" y="6324600"/>
          <p14:tracePt t="186942" x="2076450" y="6324600"/>
          <p14:tracePt t="186959" x="2120900" y="6337300"/>
          <p14:tracePt t="186975" x="2139950" y="6343650"/>
          <p14:tracePt t="186992" x="2171700" y="6350000"/>
          <p14:tracePt t="187008" x="2228850" y="6356350"/>
          <p14:tracePt t="187025" x="2298700" y="6381750"/>
          <p14:tracePt t="187043" x="2362200" y="6394450"/>
          <p14:tracePt t="187058" x="2406650" y="6413500"/>
          <p14:tracePt t="187075" x="2495550" y="6432550"/>
          <p14:tracePt t="187091" x="2590800" y="6445250"/>
          <p14:tracePt t="187107" x="2647950" y="6457950"/>
          <p14:tracePt t="187125" x="2736850" y="6464300"/>
          <p14:tracePt t="187141" x="2832100" y="6483350"/>
          <p14:tracePt t="187157" x="2876550" y="6483350"/>
          <p14:tracePt t="187175" x="2933700" y="6489700"/>
          <p14:tracePt t="187190" x="2965450" y="6489700"/>
          <p14:tracePt t="187207" x="2984500" y="6489700"/>
          <p14:tracePt t="187211" x="3003550" y="6489700"/>
          <p14:tracePt t="187227" x="3022600" y="6489700"/>
          <p14:tracePt t="187241" x="3048000" y="6489700"/>
          <p14:tracePt t="187257" x="3060700" y="6489700"/>
          <p14:tracePt t="187274" x="3079750" y="6489700"/>
          <p14:tracePt t="187310" x="3086100" y="6489700"/>
          <p14:tracePt t="187351" x="3092450" y="6489700"/>
          <p14:tracePt t="187372" x="3098800" y="6489700"/>
          <p14:tracePt t="188235" x="3117850" y="6489700"/>
          <p14:tracePt t="188241" x="3149600" y="6483350"/>
          <p14:tracePt t="188257" x="3175000" y="6477000"/>
          <p14:tracePt t="188270" x="3219450" y="6477000"/>
          <p14:tracePt t="188287" x="3295650" y="6470650"/>
          <p14:tracePt t="188304" x="3327400" y="6464300"/>
          <p14:tracePt t="188320" x="3384550" y="6457950"/>
          <p14:tracePt t="188337" x="3441700" y="6438900"/>
          <p14:tracePt t="188354" x="3486150" y="6426200"/>
          <p14:tracePt t="188370" x="3511550" y="6419850"/>
          <p14:tracePt t="188386" x="3562350" y="6413500"/>
          <p14:tracePt t="188403" x="3606800" y="6407150"/>
          <p14:tracePt t="188420" x="3632200" y="6400800"/>
          <p14:tracePt t="188437" x="3683000" y="6400800"/>
          <p14:tracePt t="188452" x="3740150" y="6381750"/>
          <p14:tracePt t="188469" x="3771900" y="6375400"/>
          <p14:tracePt t="188487" x="3841750" y="6369050"/>
          <p14:tracePt t="188503" x="3898900" y="6369050"/>
          <p14:tracePt t="188519" x="3924300" y="6362700"/>
          <p14:tracePt t="188536" x="3981450" y="6362700"/>
          <p14:tracePt t="188553" x="4019550" y="6362700"/>
          <p14:tracePt t="188569" x="4089400" y="6362700"/>
          <p14:tracePt t="188586" x="4133850" y="6356350"/>
          <p14:tracePt t="188602" x="4165600" y="6356350"/>
          <p14:tracePt t="188620" x="4216400" y="6356350"/>
          <p14:tracePt t="188635" x="4254500" y="6356350"/>
          <p14:tracePt t="188652" x="4273550" y="6350000"/>
          <p14:tracePt t="188669" x="4292600" y="6350000"/>
          <p14:tracePt t="188685" x="4305300" y="6343650"/>
          <p14:tracePt t="188745" x="4298950" y="6343650"/>
          <p14:tracePt t="188760" x="4292600" y="6343650"/>
          <p14:tracePt t="188774" x="4286250" y="6343650"/>
          <p14:tracePt t="190114" x="4273550" y="6337300"/>
          <p14:tracePt t="190128" x="4260850" y="6324600"/>
          <p14:tracePt t="190135" x="4241800" y="6305550"/>
          <p14:tracePt t="190150" x="4216400" y="6299200"/>
          <p14:tracePt t="190164" x="4203700" y="6286500"/>
          <p14:tracePt t="190180" x="4165600" y="6267450"/>
          <p14:tracePt t="190198" x="4108450" y="6235700"/>
          <p14:tracePt t="190214" x="4083050" y="6223000"/>
          <p14:tracePt t="190231" x="4038600" y="6191250"/>
          <p14:tracePt t="190247" x="3987800" y="6153150"/>
          <p14:tracePt t="190264" x="3962400" y="6134100"/>
          <p14:tracePt t="190280" x="3911600" y="6089650"/>
          <p14:tracePt t="190297" x="3867150" y="6019800"/>
          <p14:tracePt t="190314" x="3848100" y="6000750"/>
          <p14:tracePt t="190332" x="3803650" y="5937250"/>
          <p14:tracePt t="190347" x="3765550" y="5861050"/>
          <p14:tracePt t="190363" x="3740150" y="5829300"/>
          <p14:tracePt t="190380" x="3676650" y="5734050"/>
          <p14:tracePt t="190396" x="3600450" y="5619750"/>
          <p14:tracePt t="190413" x="3549650" y="5549900"/>
          <p14:tracePt t="190430" x="3435350" y="5384800"/>
          <p14:tracePt t="190446" x="3378200" y="5314950"/>
          <p14:tracePt t="190463" x="3270250" y="5143500"/>
          <p14:tracePt t="190479" x="3149600" y="4965700"/>
          <p14:tracePt t="190496" x="3105150" y="4883150"/>
          <p14:tracePt t="190513" x="3016250" y="4730750"/>
          <p14:tracePt t="190529" x="2952750" y="4616450"/>
          <p14:tracePt t="190545" x="2927350" y="4584700"/>
          <p14:tracePt t="190563" x="2914650" y="4559300"/>
          <p14:tracePt t="190579" x="2908300" y="4552950"/>
          <p14:tracePt t="190668" x="2914650" y="4552950"/>
          <p14:tracePt t="190766" x="2908300" y="4546600"/>
          <p14:tracePt t="190780" x="2901950" y="4533900"/>
          <p14:tracePt t="190787" x="2876550" y="4514850"/>
          <p14:tracePt t="190800" x="2863850" y="4495800"/>
          <p14:tracePt t="190812" x="2838450" y="4464050"/>
          <p14:tracePt t="190829" x="2774950" y="4400550"/>
          <p14:tracePt t="190845" x="2749550" y="4356100"/>
          <p14:tracePt t="190861" x="2705100" y="4311650"/>
          <p14:tracePt t="190878" x="2679700" y="4279900"/>
          <p14:tracePt t="190895" x="2679700" y="4273550"/>
          <p14:tracePt t="190911" x="2679700" y="4260850"/>
          <p14:tracePt t="190928" x="2679700" y="4254500"/>
          <p14:tracePt t="191026" x="2686050" y="4254500"/>
          <p14:tracePt t="191061" x="2692400" y="4260850"/>
          <p14:tracePt t="191096" x="2698750" y="4260850"/>
          <p14:tracePt t="191109" x="2705100" y="4260850"/>
          <p14:tracePt t="191117" x="2711450" y="4260850"/>
          <p14:tracePt t="191131" x="2717800" y="4267200"/>
          <p14:tracePt t="191143" x="2724150" y="4267200"/>
          <p14:tracePt t="191160" x="2743200" y="4267200"/>
          <p14:tracePt t="191177" x="2762250" y="4273550"/>
          <p14:tracePt t="191194" x="2806700" y="4279900"/>
          <p14:tracePt t="191210" x="2857500" y="4305300"/>
          <p14:tracePt t="191227" x="2889250" y="4318000"/>
          <p14:tracePt t="191243" x="2952750" y="4362450"/>
          <p14:tracePt t="191260" x="3028950" y="4400550"/>
          <p14:tracePt t="191277" x="3060700" y="4425950"/>
          <p14:tracePt t="191293" x="3124200" y="4457700"/>
          <p14:tracePt t="191310" x="3168650" y="4476750"/>
          <p14:tracePt t="191327" x="3181350" y="4489450"/>
          <p14:tracePt t="191502" x="3181350" y="4483100"/>
          <p14:tracePt t="191510" x="3175000" y="4483100"/>
          <p14:tracePt t="191538" x="3168650" y="4483100"/>
          <p14:tracePt t="191552" x="3162300" y="4476750"/>
          <p14:tracePt t="191561" x="3155950" y="4470400"/>
          <p14:tracePt t="191575" x="3155950" y="4464050"/>
          <p14:tracePt t="191592" x="3143250" y="4445000"/>
          <p14:tracePt t="191609" x="3105150" y="4413250"/>
          <p14:tracePt t="191625" x="3079750" y="4381500"/>
          <p14:tracePt t="191643" x="3022600" y="4324350"/>
          <p14:tracePt t="191659" x="2965450" y="4267200"/>
          <p14:tracePt t="191675" x="2940050" y="4229100"/>
          <p14:tracePt t="191692" x="2914650" y="4203700"/>
          <p14:tracePt t="191708" x="2908300" y="4197350"/>
          <p14:tracePt t="191725" x="2889250" y="4184650"/>
          <p14:tracePt t="191742" x="2889250" y="4178300"/>
          <p14:tracePt t="191790" x="2889250" y="4184650"/>
          <p14:tracePt t="191796" x="2889250" y="4191000"/>
          <p14:tracePt t="191818" x="2889250" y="4197350"/>
          <p14:tracePt t="191832" x="2889250" y="4203700"/>
          <p14:tracePt t="191841" x="2889250" y="4216400"/>
          <p14:tracePt t="191858" x="2895600" y="4229100"/>
          <p14:tracePt t="191875" x="2927350" y="4267200"/>
          <p14:tracePt t="191891" x="2978150" y="4343400"/>
          <p14:tracePt t="191908" x="3016250" y="4400550"/>
          <p14:tracePt t="191924" x="3092450" y="4508500"/>
          <p14:tracePt t="191941" x="3143250" y="4603750"/>
          <p14:tracePt t="191959" x="3181350" y="4660900"/>
          <p14:tracePt t="191974" x="3194050" y="4673600"/>
          <p14:tracePt t="191990" x="3200400" y="4686300"/>
          <p14:tracePt t="192007" x="3206750" y="4699000"/>
          <p14:tracePt t="192024" x="3206750" y="4711700"/>
          <p14:tracePt t="192041" x="3219450" y="4737100"/>
          <p14:tracePt t="192057" x="3225800" y="4743450"/>
          <p14:tracePt t="192508" x="3238500" y="4762500"/>
          <p14:tracePt t="192515" x="3263900" y="4806950"/>
          <p14:tracePt t="192529" x="3276600" y="4838700"/>
          <p14:tracePt t="192538" x="3302000" y="4870450"/>
          <p14:tracePt t="192555" x="3321050" y="4914900"/>
          <p14:tracePt t="192572" x="3384550" y="5016500"/>
          <p14:tracePt t="192589" x="3454400" y="5130800"/>
          <p14:tracePt t="192606" x="3530600" y="5251450"/>
          <p14:tracePt t="192621" x="3556000" y="5295900"/>
          <p14:tracePt t="192638" x="3619500" y="5378450"/>
          <p14:tracePt t="192656" x="3663950" y="5435600"/>
          <p14:tracePt t="192672" x="3676650" y="5448300"/>
          <p14:tracePt t="192688" x="3683000" y="5467350"/>
          <p14:tracePt t="192705" x="3721100" y="5518150"/>
          <p14:tracePt t="192721" x="3733800" y="5537200"/>
          <p14:tracePt t="192738" x="3740150" y="5549900"/>
          <p14:tracePt t="192755" x="3752850" y="5575300"/>
          <p14:tracePt t="192772" x="3759200" y="5607050"/>
          <p14:tracePt t="192788" x="3771900" y="5645150"/>
          <p14:tracePt t="192805" x="3778250" y="5670550"/>
          <p14:tracePt t="192821" x="3797300" y="5734050"/>
          <p14:tracePt t="192838" x="3822700" y="5803900"/>
          <p14:tracePt t="192855" x="3829050" y="5822950"/>
          <p14:tracePt t="192872" x="3841750" y="5873750"/>
          <p14:tracePt t="192888" x="3854450" y="5899150"/>
          <p14:tracePt t="192904" x="3854450" y="5924550"/>
          <p14:tracePt t="192921" x="3867150" y="5937250"/>
          <p14:tracePt t="192937" x="3873500" y="5962650"/>
          <p14:tracePt t="192954" x="3879850" y="5975350"/>
          <p14:tracePt t="192972" x="3886200" y="5994400"/>
          <p14:tracePt t="192987" x="3905250" y="6013450"/>
          <p14:tracePt t="193004" x="3905250" y="6026150"/>
          <p14:tracePt t="193021" x="3924300" y="6045200"/>
          <p14:tracePt t="193037" x="3924300" y="6057900"/>
          <p14:tracePt t="193054" x="3937000" y="6076950"/>
          <p14:tracePt t="193071" x="3943350" y="6089650"/>
          <p14:tracePt t="193104" x="3956050" y="6102350"/>
          <p14:tracePt t="193120" x="3962400" y="6121400"/>
          <p14:tracePt t="193137" x="3968750" y="6121400"/>
          <p14:tracePt t="193154" x="3975100" y="6140450"/>
          <p14:tracePt t="193170" x="3981450" y="6159500"/>
          <p14:tracePt t="193187" x="3987800" y="6165850"/>
          <p14:tracePt t="193203" x="3994150" y="6191250"/>
          <p14:tracePt t="193220" x="4006850" y="6223000"/>
          <p14:tracePt t="193238" x="4019550" y="6248400"/>
          <p14:tracePt t="193253" x="4019550" y="6261100"/>
          <p14:tracePt t="193270" x="4032250" y="6273800"/>
          <p14:tracePt t="193287" x="4038600" y="6286500"/>
          <p14:tracePt t="193303" x="4038600" y="6292850"/>
          <p14:tracePt t="193336" x="4044950" y="6311900"/>
          <p14:tracePt t="193353" x="4051300" y="6324600"/>
          <p14:tracePt t="193357" x="4051300" y="6337300"/>
          <p14:tracePt t="193371" x="4057650" y="6343650"/>
          <p14:tracePt t="193386" x="4070350" y="6369050"/>
          <p14:tracePt t="193403" x="4070350" y="6375400"/>
          <p14:tracePt t="193937" x="4070350" y="6388100"/>
          <p14:tracePt t="193952" x="4064000" y="6400800"/>
          <p14:tracePt t="193958" x="4057650" y="6407150"/>
          <p14:tracePt t="193967" x="4051300" y="6419850"/>
          <p14:tracePt t="193984" x="4044950" y="6419850"/>
          <p14:tracePt t="194000" x="4038600" y="6438900"/>
          <p14:tracePt t="194017" x="4038600" y="6445250"/>
          <p14:tracePt t="194034" x="4032250" y="6457950"/>
          <p14:tracePt t="194051" x="4025900" y="6457950"/>
          <p14:tracePt t="194067" x="4019550" y="6457950"/>
          <p14:tracePt t="194084" x="4013200" y="6457950"/>
          <p14:tracePt t="194100" x="4006850" y="6464300"/>
          <p14:tracePt t="194169" x="4000500" y="6464300"/>
          <p14:tracePt t="194260" x="4006850" y="6464300"/>
          <p14:tracePt t="194274" x="4013200" y="6464300"/>
          <p14:tracePt t="194281" x="4019550" y="6464300"/>
          <p14:tracePt t="194288" x="4032250" y="6464300"/>
          <p14:tracePt t="194303" x="4044950" y="6464300"/>
          <p14:tracePt t="194316" x="4064000" y="6464300"/>
          <p14:tracePt t="194333" x="4114800" y="6464300"/>
          <p14:tracePt t="194349" x="4146550" y="6457950"/>
          <p14:tracePt t="194366" x="4229100" y="6445250"/>
          <p14:tracePt t="194382" x="4298950" y="6426200"/>
          <p14:tracePt t="194401" x="4356100" y="6413500"/>
          <p14:tracePt t="194416" x="4368800" y="6394450"/>
          <p14:tracePt t="194432" x="4394200" y="6388100"/>
          <p14:tracePt t="194449" x="4400550" y="6388100"/>
          <p14:tracePt t="194482" x="4406900" y="6381750"/>
          <p14:tracePt t="194498" x="4413250" y="6375400"/>
          <p14:tracePt t="195502" x="4413250" y="6369050"/>
          <p14:tracePt t="195523" x="4413250" y="6362700"/>
          <p14:tracePt t="195551" x="4413250" y="6356350"/>
          <p14:tracePt t="195586" x="4413250" y="6350000"/>
          <p14:tracePt t="195601" x="4413250" y="6343650"/>
          <p14:tracePt t="195615" x="4413250" y="6337300"/>
          <p14:tracePt t="195621" x="4406900" y="6330950"/>
          <p14:tracePt t="195636" x="4406900" y="6324600"/>
          <p14:tracePt t="195644" x="4400550" y="6311900"/>
          <p14:tracePt t="195661" x="4394200" y="6305550"/>
          <p14:tracePt t="195678" x="4375150" y="6280150"/>
          <p14:tracePt t="195695" x="4349750" y="6242050"/>
          <p14:tracePt t="195711" x="4337050" y="6229350"/>
          <p14:tracePt t="195728" x="4305300" y="6184900"/>
          <p14:tracePt t="195745" x="4286250" y="6146800"/>
          <p14:tracePt t="195762" x="4273550" y="6121400"/>
          <p14:tracePt t="195778" x="4267200" y="6115050"/>
          <p14:tracePt t="195794" x="4260850" y="6115050"/>
          <p14:tracePt t="195811" x="4260850" y="6108700"/>
          <p14:tracePt t="195902" x="4254500" y="6108700"/>
          <p14:tracePt t="197107" x="4248150" y="6108700"/>
          <p14:tracePt t="197128" x="4241800" y="6102350"/>
          <p14:tracePt t="197135" x="4241800" y="6096000"/>
          <p14:tracePt t="197150" x="4241800" y="6089650"/>
          <p14:tracePt t="197177" x="4241800" y="6083300"/>
          <p14:tracePt t="197297" x="4241800" y="6089650"/>
          <p14:tracePt t="197318" x="4241800" y="6096000"/>
          <p14:tracePt t="197340" x="4241800" y="6102350"/>
          <p14:tracePt t="197346" x="4248150" y="6108700"/>
          <p14:tracePt t="197360" x="4260850" y="6108700"/>
          <p14:tracePt t="197372" x="4273550" y="6108700"/>
          <p14:tracePt t="197389" x="4356100" y="6121400"/>
          <p14:tracePt t="197405" x="4432300" y="6134100"/>
          <p14:tracePt t="197423" x="4648200" y="6140450"/>
          <p14:tracePt t="197439" x="4946650" y="6153150"/>
          <p14:tracePt t="197455" x="5130800" y="6153150"/>
          <p14:tracePt t="197472" x="5499100" y="6146800"/>
          <p14:tracePt t="197488" x="5772150" y="6140450"/>
          <p14:tracePt t="197505" x="5886450" y="6127750"/>
          <p14:tracePt t="197522" x="6032500" y="6115050"/>
          <p14:tracePt t="197538" x="6102350" y="6108700"/>
          <p14:tracePt t="197555" x="6121400" y="6108700"/>
          <p14:tracePt t="197572" x="6140450" y="6108700"/>
          <p14:tracePt t="197626" x="6146800" y="6108700"/>
          <p14:tracePt t="197648" x="6153150" y="6108700"/>
          <p14:tracePt t="197669" x="6165850" y="6108700"/>
          <p14:tracePt t="197676" x="6172200" y="6108700"/>
          <p14:tracePt t="197691" x="6184900" y="6115050"/>
          <p14:tracePt t="197704" x="6203950" y="6115050"/>
          <p14:tracePt t="197721" x="6235700" y="6121400"/>
          <p14:tracePt t="197738" x="6254750" y="6134100"/>
          <p14:tracePt t="197754" x="6299200" y="6146800"/>
          <p14:tracePt t="197771" x="6362700" y="6172200"/>
          <p14:tracePt t="197788" x="6419850" y="6197600"/>
          <p14:tracePt t="197804" x="6464300" y="6210300"/>
          <p14:tracePt t="197821" x="6559550" y="6235700"/>
          <p14:tracePt t="197838" x="6654800" y="6254750"/>
          <p14:tracePt t="197854" x="6686550" y="6273800"/>
          <p14:tracePt t="197870" x="6731000" y="6286500"/>
          <p14:tracePt t="197887" x="6819900" y="6318250"/>
          <p14:tracePt t="197904" x="6838950" y="6324600"/>
          <p14:tracePt t="197921" x="6851650" y="6330950"/>
          <p14:tracePt t="197937" x="6883400" y="6330950"/>
          <p14:tracePt t="197954" x="6902450" y="6337300"/>
          <p14:tracePt t="197970" x="6908800" y="6337300"/>
          <p14:tracePt t="197987" x="6915150" y="6337300"/>
          <p14:tracePt t="198021" x="6921500" y="6343650"/>
          <p14:tracePt t="198188" x="6921500" y="6337300"/>
          <p14:tracePt t="198210" x="6915150" y="6337300"/>
          <p14:tracePt t="198231" x="6908800" y="6337300"/>
          <p14:tracePt t="198237" x="6896100" y="6337300"/>
          <p14:tracePt t="198259" x="6883400" y="6337300"/>
          <p14:tracePt t="198273" x="6864350" y="6337300"/>
          <p14:tracePt t="198280" x="6838950" y="6324600"/>
          <p14:tracePt t="198294" x="6800850" y="6324600"/>
          <p14:tracePt t="198302" x="6762750" y="6324600"/>
          <p14:tracePt t="198319" x="6699250" y="6318250"/>
          <p14:tracePt t="198336" x="6565900" y="6305550"/>
          <p14:tracePt t="198352" x="6438900" y="6299200"/>
          <p14:tracePt t="198369" x="6375400" y="6299200"/>
          <p14:tracePt t="198385" x="6267450" y="6292850"/>
          <p14:tracePt t="198402" x="6197600" y="6280150"/>
          <p14:tracePt t="198418" x="6172200" y="6280150"/>
          <p14:tracePt t="198435" x="6140450" y="6280150"/>
          <p14:tracePt t="198452" x="6115050" y="6280150"/>
          <p14:tracePt t="198469" x="6096000" y="6286500"/>
          <p14:tracePt t="198485" x="6089650" y="6292850"/>
          <p14:tracePt t="198502" x="6083300" y="6299200"/>
          <p14:tracePt t="198519" x="6064250" y="6305550"/>
          <p14:tracePt t="199475" x="6013450" y="6305550"/>
          <p14:tracePt t="199483" x="5962650" y="6286500"/>
          <p14:tracePt t="199496" x="5905500" y="6273800"/>
          <p14:tracePt t="199504" x="5829300" y="6254750"/>
          <p14:tracePt t="199514" x="5734050" y="6235700"/>
          <p14:tracePt t="199532" x="5600700" y="6210300"/>
          <p14:tracePt t="199548" x="5537200" y="6197600"/>
          <p14:tracePt t="199565" x="5499100" y="6191250"/>
          <p14:tracePt t="199582" x="5403850" y="6178550"/>
          <p14:tracePt t="199598" x="5314950" y="6178550"/>
          <p14:tracePt t="199615" x="5264150" y="6178550"/>
          <p14:tracePt t="199630" x="5143500" y="6184900"/>
          <p14:tracePt t="199647" x="5022850" y="6203950"/>
          <p14:tracePt t="199665" x="4953000" y="6216650"/>
          <p14:tracePt t="199681" x="4933950" y="6223000"/>
          <p14:tracePt t="199698" x="4889500" y="6248400"/>
          <p14:tracePt t="199714" x="4857750" y="6267450"/>
          <p14:tracePt t="199731" x="4845050" y="6267450"/>
          <p14:tracePt t="199747" x="4826000" y="6280150"/>
          <p14:tracePt t="199765" x="4806950" y="6280150"/>
          <p14:tracePt t="199780" x="4794250" y="6286500"/>
          <p14:tracePt t="199798" x="4781550" y="6286500"/>
          <p14:tracePt t="199814" x="4730750" y="6292850"/>
          <p14:tracePt t="199831" x="4705350" y="6292850"/>
          <p14:tracePt t="199848" x="4616450" y="6292850"/>
          <p14:tracePt t="199864" x="4565650" y="6292850"/>
          <p14:tracePt t="199880" x="4457700" y="6292850"/>
          <p14:tracePt t="199897" x="4368800" y="6292850"/>
          <p14:tracePt t="199914" x="4318000" y="6292850"/>
          <p14:tracePt t="199932" x="4235450" y="6299200"/>
          <p14:tracePt t="199946" x="4152900" y="6318250"/>
          <p14:tracePt t="199963" x="4121150" y="6324600"/>
          <p14:tracePt t="199980" x="4076700" y="6330950"/>
          <p14:tracePt t="199996" x="4064000" y="6337300"/>
          <p14:tracePt t="200013" x="4057650" y="63373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class Quality: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x:str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if 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=="good"):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=="poor"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=="great" and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!="great"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C5C5C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smart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chemeClr val="bg1">
                    <a:lumMod val="75000"/>
                  </a:schemeClr>
                </a:solidFill>
              </a:rPr>
              <a:t>lt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506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"/>
    </mc:Choice>
    <mc:Fallback xmlns="">
      <p:transition spd="slow" advTm="2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x:str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if 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=="good"):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=="poor"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=="great" and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!="great"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C5C5C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smart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&gt;=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#Python can't reason this one, however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-228600" y="2971800"/>
            <a:ext cx="1447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endParaRPr lang="en-US" altLang="en-US" kern="0" spc="-4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chemeClr val="bg1">
                    <a:lumMod val="75000"/>
                  </a:schemeClr>
                </a:solidFill>
              </a:rPr>
              <a:t>lt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153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66"/>
    </mc:Choice>
    <mc:Fallback xmlns="">
      <p:transition spd="slow" advTm="551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21" x="2095500" y="5911850"/>
          <p14:tracePt t="427" x="2038350" y="5930900"/>
          <p14:tracePt t="444" x="2000250" y="5943600"/>
          <p14:tracePt t="458" x="1955800" y="5962650"/>
          <p14:tracePt t="475" x="1879600" y="5994400"/>
          <p14:tracePt t="492" x="1809750" y="6019800"/>
          <p14:tracePt t="508" x="1778000" y="6038850"/>
          <p14:tracePt t="525" x="1727200" y="6057900"/>
          <p14:tracePt t="541" x="1651000" y="6089650"/>
          <p14:tracePt t="558" x="1606550" y="6108700"/>
          <p14:tracePt t="576" x="1511300" y="6146800"/>
          <p14:tracePt t="591" x="1422400" y="6178550"/>
          <p14:tracePt t="608" x="1377950" y="6203950"/>
          <p14:tracePt t="624" x="1314450" y="6235700"/>
          <p14:tracePt t="641" x="1270000" y="6254750"/>
          <p14:tracePt t="657" x="1250950" y="6267450"/>
          <p14:tracePt t="674" x="1231900" y="6273800"/>
          <p14:tracePt t="691" x="1219200" y="6280150"/>
          <p14:tracePt t="708" x="1212850" y="6286500"/>
          <p14:tracePt t="724" x="1206500" y="6286500"/>
          <p14:tracePt t="793" x="1206500" y="6292850"/>
          <p14:tracePt t="1053" x="1212850" y="6292850"/>
          <p14:tracePt t="1411" x="1219200" y="6292850"/>
          <p14:tracePt t="1446" x="1225550" y="6292850"/>
          <p14:tracePt t="1453" x="1231900" y="6292850"/>
          <p14:tracePt t="1460" x="1238250" y="6292850"/>
          <p14:tracePt t="1481" x="1244600" y="6292850"/>
          <p14:tracePt t="1495" x="1250950" y="6292850"/>
          <p14:tracePt t="1504" x="1250950" y="6286500"/>
          <p14:tracePt t="1521" x="1257300" y="6286500"/>
          <p14:tracePt t="1538" x="1270000" y="6286500"/>
          <p14:tracePt t="1555" x="1276350" y="6286500"/>
          <p14:tracePt t="1572" x="1282700" y="6286500"/>
          <p14:tracePt t="1588" x="1289050" y="6286500"/>
          <p14:tracePt t="1604" x="1295400" y="6286500"/>
          <p14:tracePt t="1638" x="1301750" y="6286500"/>
          <p14:tracePt t="1672" x="1308100" y="6286500"/>
          <p14:tracePt t="1692" x="1314450" y="6286500"/>
          <p14:tracePt t="1804" x="1314450" y="6280150"/>
          <p14:tracePt t="1832" x="1320800" y="6280150"/>
          <p14:tracePt t="1853" x="1327150" y="6280150"/>
          <p14:tracePt t="1867" x="1333500" y="6280150"/>
          <p14:tracePt t="1874" x="1339850" y="6280150"/>
          <p14:tracePt t="1890" x="1346200" y="6280150"/>
          <p14:tracePt t="1903" x="1371600" y="6273800"/>
          <p14:tracePt t="1920" x="1377950" y="6273800"/>
          <p14:tracePt t="1938" x="1422400" y="6267450"/>
          <p14:tracePt t="1953" x="1441450" y="6267450"/>
          <p14:tracePt t="1970" x="1473200" y="6261100"/>
          <p14:tracePt t="1987" x="1498600" y="6261100"/>
          <p14:tracePt t="2003" x="1511300" y="6254750"/>
          <p14:tracePt t="2020" x="1524000" y="6254750"/>
          <p14:tracePt t="2948" x="1530350" y="6254750"/>
          <p14:tracePt t="2998" x="1536700" y="6254750"/>
          <p14:tracePt t="3026" x="1536700" y="6248400"/>
          <p14:tracePt t="3040" x="1543050" y="6248400"/>
          <p14:tracePt t="3046" x="1543050" y="6242050"/>
          <p14:tracePt t="3061" x="1549400" y="6235700"/>
          <p14:tracePt t="3069" x="1555750" y="6235700"/>
          <p14:tracePt t="3083" x="1562100" y="6229350"/>
          <p14:tracePt t="3099" x="1574800" y="6216650"/>
          <p14:tracePt t="3115" x="1581150" y="6216650"/>
          <p14:tracePt t="3132" x="1581150" y="6210300"/>
          <p14:tracePt t="3180" x="1587500" y="6210300"/>
          <p14:tracePt t="3209" x="1593850" y="6203950"/>
          <p14:tracePt t="3230" x="1593850" y="6197600"/>
          <p14:tracePt t="3258" x="1600200" y="6191250"/>
          <p14:tracePt t="3286" x="1600200" y="6184900"/>
          <p14:tracePt t="3307" x="1606550" y="6184900"/>
          <p14:tracePt t="3328" x="1606550" y="6172200"/>
          <p14:tracePt t="3342" x="1612900" y="6172200"/>
          <p14:tracePt t="3356" x="1612900" y="6165850"/>
          <p14:tracePt t="3370" x="1619250" y="6159500"/>
          <p14:tracePt t="3381" x="1625600" y="6153150"/>
          <p14:tracePt t="3398" x="1638300" y="6127750"/>
          <p14:tracePt t="3415" x="1651000" y="6115050"/>
          <p14:tracePt t="3432" x="1670050" y="6089650"/>
          <p14:tracePt t="3448" x="1695450" y="6064250"/>
          <p14:tracePt t="3465" x="1701800" y="6045200"/>
          <p14:tracePt t="3469" x="1708150" y="6032500"/>
          <p14:tracePt t="3484" x="1714500" y="6019800"/>
          <p14:tracePt t="3498" x="1720850" y="6000750"/>
          <p14:tracePt t="3514" x="1720850" y="5988050"/>
          <p14:tracePt t="3532" x="1727200" y="5943600"/>
          <p14:tracePt t="3548" x="1727200" y="5924550"/>
          <p14:tracePt t="3564" x="1720850" y="5880100"/>
          <p14:tracePt t="3582" x="1708150" y="5842000"/>
          <p14:tracePt t="3598" x="1701800" y="5822950"/>
          <p14:tracePt t="3614" x="1689100" y="5778500"/>
          <p14:tracePt t="3631" x="1682750" y="5759450"/>
          <p14:tracePt t="3647" x="1682750" y="5753100"/>
          <p14:tracePt t="3665" x="1682750" y="5746750"/>
          <p14:tracePt t="3680" x="1682750" y="5740400"/>
          <p14:tracePt t="3714" x="1682750" y="5727700"/>
          <p14:tracePt t="3746" x="1682750" y="5721350"/>
          <p14:tracePt t="3792" x="1689100" y="5721350"/>
          <p14:tracePt t="3890" x="1689100" y="5715000"/>
          <p14:tracePt t="4129" x="1689100" y="5708650"/>
          <p14:tracePt t="4150" x="1689100" y="5702300"/>
          <p14:tracePt t="4164" x="1689100" y="5695950"/>
          <p14:tracePt t="4171" x="1689100" y="5689600"/>
          <p14:tracePt t="4185" x="1689100" y="5683250"/>
          <p14:tracePt t="4199" x="1689100" y="5676900"/>
          <p14:tracePt t="4220" x="1689100" y="5670550"/>
          <p14:tracePt t="4290" x="1682750" y="5664200"/>
          <p14:tracePt t="4311" x="1682750" y="5657850"/>
          <p14:tracePt t="4325" x="1682750" y="5651500"/>
          <p14:tracePt t="4360" x="1682750" y="5645150"/>
          <p14:tracePt t="4395" x="1682750" y="5638800"/>
          <p14:tracePt t="4684" x="1682750" y="5626100"/>
          <p14:tracePt t="4704" x="1682750" y="5619750"/>
          <p14:tracePt t="4712" x="1682750" y="5613400"/>
          <p14:tracePt t="4747" x="1682750" y="5607050"/>
          <p14:tracePt t="4782" x="1682750" y="5600700"/>
          <p14:tracePt t="4803" x="1682750" y="5594350"/>
          <p14:tracePt t="4915" x="1676400" y="5594350"/>
          <p14:tracePt t="5477" x="1670050" y="5594350"/>
          <p14:tracePt t="5498" x="1663700" y="5600700"/>
          <p14:tracePt t="5504" x="1663700" y="5607050"/>
          <p14:tracePt t="5526" x="1651000" y="5607050"/>
          <p14:tracePt t="5539" x="1644650" y="5613400"/>
          <p14:tracePt t="5547" x="1631950" y="5619750"/>
          <p14:tracePt t="5557" x="1619250" y="5626100"/>
          <p14:tracePt t="5574" x="1600200" y="5638800"/>
          <p14:tracePt t="5591" x="1555750" y="5657850"/>
          <p14:tracePt t="5607" x="1536700" y="5664200"/>
          <p14:tracePt t="5625" x="1479550" y="5702300"/>
          <p14:tracePt t="5641" x="1460500" y="5708650"/>
          <p14:tracePt t="5657" x="1447800" y="5715000"/>
          <p14:tracePt t="5674" x="1428750" y="5727700"/>
          <p14:tracePt t="5690" x="1422400" y="5734050"/>
          <p14:tracePt t="5707" x="1422400" y="5740400"/>
          <p14:tracePt t="5723" x="1416050" y="5740400"/>
          <p14:tracePt t="5807" x="1409700" y="5740400"/>
          <p14:tracePt t="5919" x="1403350" y="5746750"/>
          <p14:tracePt t="6130" x="1409700" y="5746750"/>
          <p14:tracePt t="6208" x="1416050" y="5746750"/>
          <p14:tracePt t="6243" x="1422400" y="5746750"/>
          <p14:tracePt t="6257" x="1428750" y="5746750"/>
          <p14:tracePt t="6278" x="1435100" y="5746750"/>
          <p14:tracePt t="6292" x="1441450" y="5746750"/>
          <p14:tracePt t="6298" x="1447800" y="5746750"/>
          <p14:tracePt t="6308" x="1454150" y="5746750"/>
          <p14:tracePt t="6321" x="1466850" y="5746750"/>
          <p14:tracePt t="6338" x="1492250" y="5740400"/>
          <p14:tracePt t="6355" x="1530350" y="5734050"/>
          <p14:tracePt t="6371" x="1600200" y="5721350"/>
          <p14:tracePt t="6388" x="1631950" y="5715000"/>
          <p14:tracePt t="6404" x="1701800" y="5695950"/>
          <p14:tracePt t="6421" x="1752600" y="5676900"/>
          <p14:tracePt t="6439" x="1797050" y="5651500"/>
          <p14:tracePt t="6455" x="1816100" y="5638800"/>
          <p14:tracePt t="6471" x="1841500" y="5619750"/>
          <p14:tracePt t="6489" x="1854200" y="5607050"/>
          <p14:tracePt t="6504" x="1860550" y="5607050"/>
          <p14:tracePt t="6521" x="1866900" y="5600700"/>
          <p14:tracePt t="6537" x="1866900" y="5594350"/>
          <p14:tracePt t="6959" x="1873250" y="5588000"/>
          <p14:tracePt t="6973" x="1885950" y="5588000"/>
          <p14:tracePt t="6980" x="1892300" y="5588000"/>
          <p14:tracePt t="6994" x="1898650" y="5588000"/>
          <p14:tracePt t="7002" x="1905000" y="5588000"/>
          <p14:tracePt t="7019" x="1911350" y="5588000"/>
          <p14:tracePt t="7036" x="1949450" y="5581650"/>
          <p14:tracePt t="7052" x="1987550" y="5562600"/>
          <p14:tracePt t="7069" x="2012950" y="5562600"/>
          <p14:tracePt t="7086" x="2063750" y="5543550"/>
          <p14:tracePt t="7102" x="2101850" y="5530850"/>
          <p14:tracePt t="7119" x="2114550" y="5524500"/>
          <p14:tracePt t="7135" x="2152650" y="5511800"/>
          <p14:tracePt t="7152" x="2152650" y="5505450"/>
          <p14:tracePt t="7169" x="2171700" y="5499100"/>
          <p14:tracePt t="7202" x="2178050" y="5492750"/>
          <p14:tracePt t="7486" x="2171700" y="5492750"/>
          <p14:tracePt t="7535" x="2165350" y="5492750"/>
          <p14:tracePt t="7935" x="2165350" y="5499100"/>
          <p14:tracePt t="8588" x="2159000" y="5505450"/>
          <p14:tracePt t="8637" x="2152650" y="5505450"/>
          <p14:tracePt t="8644" x="2152650" y="5511800"/>
          <p14:tracePt t="8665" x="2139950" y="5518150"/>
          <p14:tracePt t="8687" x="2133600" y="5518150"/>
          <p14:tracePt t="8708" x="2127250" y="5524500"/>
          <p14:tracePt t="8715" x="2120900" y="5530850"/>
          <p14:tracePt t="8728" x="2114550" y="5530850"/>
          <p14:tracePt t="8757" x="2114550" y="5537200"/>
          <p14:tracePt t="8778" x="2108200" y="5537200"/>
          <p14:tracePt t="8785" x="2101850" y="5543550"/>
          <p14:tracePt t="8806" x="2095500" y="5543550"/>
          <p14:tracePt t="8827" x="2089150" y="5543550"/>
          <p14:tracePt t="8848" x="2082800" y="5543550"/>
          <p14:tracePt t="8876" x="2082800" y="5549900"/>
          <p14:tracePt t="8897" x="2076450" y="5549900"/>
          <p14:tracePt t="8946" x="2070100" y="5556250"/>
          <p14:tracePt t="8967" x="2063750" y="5556250"/>
          <p14:tracePt t="8989" x="2057400" y="5562600"/>
          <p14:tracePt t="9031" x="2051050" y="5562600"/>
          <p14:tracePt t="9129" x="2057400" y="5562600"/>
          <p14:tracePt t="9157" x="2063750" y="5562600"/>
          <p14:tracePt t="9192" x="2070100" y="5568950"/>
          <p14:tracePt t="9220" x="2070100" y="5575300"/>
          <p14:tracePt t="9269" x="2070100" y="5581650"/>
          <p14:tracePt t="9291" x="2070100" y="5588000"/>
          <p14:tracePt t="9297" x="2063750" y="5594350"/>
          <p14:tracePt t="9318" x="2057400" y="5600700"/>
          <p14:tracePt t="9333" x="2057400" y="5613400"/>
          <p14:tracePt t="9344" x="2051050" y="5619750"/>
          <p14:tracePt t="9361" x="2025650" y="5651500"/>
          <p14:tracePt t="9378" x="2006600" y="5664200"/>
          <p14:tracePt t="9394" x="1962150" y="5708650"/>
          <p14:tracePt t="9411" x="1905000" y="5746750"/>
          <p14:tracePt t="9427" x="1873250" y="5772150"/>
          <p14:tracePt t="9445" x="1822450" y="5791200"/>
          <p14:tracePt t="9461" x="1771650" y="5816600"/>
          <p14:tracePt t="9477" x="1758950" y="5822950"/>
          <p14:tracePt t="9494" x="1720850" y="5835650"/>
          <p14:tracePt t="9510" x="1676400" y="5848350"/>
          <p14:tracePt t="9527" x="1663700" y="5848350"/>
          <p14:tracePt t="9531" x="1644650" y="5854700"/>
          <p14:tracePt t="9546" x="1625600" y="5854700"/>
          <p14:tracePt t="9560" x="1600200" y="5861050"/>
          <p14:tracePt t="9577" x="1574800" y="5861050"/>
          <p14:tracePt t="9593" x="1562100" y="5867400"/>
          <p14:tracePt t="9610" x="1549400" y="5873750"/>
          <p14:tracePt t="9627" x="1524000" y="5880100"/>
          <p14:tracePt t="9643" x="1511300" y="5886450"/>
          <p14:tracePt t="9660" x="1498600" y="5886450"/>
          <p14:tracePt t="9677" x="1479550" y="5892800"/>
          <p14:tracePt t="9693" x="1473200" y="5899150"/>
          <p14:tracePt t="9709" x="1466850" y="5899150"/>
          <p14:tracePt t="9726" x="1454150" y="5905500"/>
          <p14:tracePt t="9743" x="1447800" y="5911850"/>
          <p14:tracePt t="9776" x="1441450" y="5911850"/>
          <p14:tracePt t="9824" x="1441450" y="5918200"/>
          <p14:tracePt t="9894" x="1435100" y="5918200"/>
          <p14:tracePt t="10442" x="1441450" y="5918200"/>
          <p14:tracePt t="10470" x="1447800" y="5918200"/>
          <p14:tracePt t="10484" x="1454150" y="5918200"/>
          <p14:tracePt t="10512" x="1460500" y="5924550"/>
          <p14:tracePt t="10533" x="1466850" y="5924550"/>
          <p14:tracePt t="10542" x="1473200" y="5924550"/>
          <p14:tracePt t="10562" x="1479550" y="5924550"/>
          <p14:tracePt t="10575" x="1485900" y="5924550"/>
          <p14:tracePt t="10582" x="1485900" y="5930900"/>
          <p14:tracePt t="10596" x="1492250" y="5930900"/>
          <p14:tracePt t="10611" x="1498600" y="5937250"/>
          <p14:tracePt t="10632" x="1504950" y="5937250"/>
          <p14:tracePt t="10653" x="1504950" y="5943600"/>
          <p14:tracePt t="10675" x="1511300" y="5943600"/>
          <p14:tracePt t="10681" x="1517650" y="5943600"/>
          <p14:tracePt t="10702" x="1517650" y="5949950"/>
          <p14:tracePt t="10716" x="1524000" y="5949950"/>
          <p14:tracePt t="10726" x="1530350" y="5949950"/>
          <p14:tracePt t="10744" x="1536700" y="5949950"/>
          <p14:tracePt t="10801" x="1543050" y="5956300"/>
          <p14:tracePt t="10841" x="1543050" y="5962650"/>
          <p14:tracePt t="10863" x="1543050" y="5969000"/>
          <p14:tracePt t="10891" x="1549400" y="5975350"/>
          <p14:tracePt t="10947" x="1555750" y="5981700"/>
          <p14:tracePt t="10954" x="1555750" y="5988050"/>
          <p14:tracePt t="11025" x="1555750" y="6000750"/>
          <p14:tracePt t="11067" x="1555750" y="6007100"/>
          <p14:tracePt t="11116" x="1555750" y="6013450"/>
          <p14:tracePt t="11194" x="1562100" y="6019800"/>
          <p14:tracePt t="11235" x="1568450" y="6019800"/>
          <p14:tracePt t="11278" x="1574800" y="6019800"/>
          <p14:tracePt t="11306" x="1581150" y="6019800"/>
          <p14:tracePt t="11327" x="1587500" y="6019800"/>
          <p14:tracePt t="11348" x="1600200" y="6019800"/>
          <p14:tracePt t="11356" x="1606550" y="6019800"/>
          <p14:tracePt t="11376" x="1619250" y="6026150"/>
          <p14:tracePt t="11383" x="1625600" y="6026150"/>
          <p14:tracePt t="11397" x="1631950" y="6026150"/>
          <p14:tracePt t="11406" x="1644650" y="6026150"/>
          <p14:tracePt t="11420" x="1657350" y="6032500"/>
          <p14:tracePt t="11437" x="1670050" y="6032500"/>
          <p14:tracePt t="11454" x="1708150" y="6032500"/>
          <p14:tracePt t="11470" x="1720850" y="6038850"/>
          <p14:tracePt t="11503" x="1733550" y="6038850"/>
          <p14:tracePt t="11520" x="1739900" y="6038850"/>
          <p14:tracePt t="11776" x="1733550" y="6032500"/>
          <p14:tracePt t="11805" x="1727200" y="6026150"/>
          <p14:tracePt t="11826" x="1727200" y="6019800"/>
          <p14:tracePt t="11847" x="1720850" y="6013450"/>
          <p14:tracePt t="11888" x="1720850" y="6007100"/>
          <p14:tracePt t="11895" x="1714500" y="6000750"/>
          <p14:tracePt t="11916" x="1714500" y="5988050"/>
          <p14:tracePt t="11931" x="1714500" y="5981700"/>
          <p14:tracePt t="11939" x="1714500" y="5975350"/>
          <p14:tracePt t="11952" x="1714500" y="5962650"/>
          <p14:tracePt t="11968" x="1695450" y="5918200"/>
          <p14:tracePt t="11985" x="1695450" y="5892800"/>
          <p14:tracePt t="12002" x="1682750" y="5835650"/>
          <p14:tracePt t="12018" x="1676400" y="5784850"/>
          <p14:tracePt t="12036" x="1663700" y="5734050"/>
          <p14:tracePt t="12051" x="1651000" y="5715000"/>
          <p14:tracePt t="12068" x="1651000" y="5695950"/>
          <p14:tracePt t="12072" x="1644650" y="5683250"/>
          <p14:tracePt t="12085" x="1644650" y="5664200"/>
          <p14:tracePt t="12102" x="1644650" y="5657850"/>
          <p14:tracePt t="12118" x="1644650" y="5651500"/>
          <p14:tracePt t="12151" x="1644650" y="5645150"/>
          <p14:tracePt t="12171" x="1638300" y="5638800"/>
          <p14:tracePt t="12184" x="1638300" y="5626100"/>
          <p14:tracePt t="12201" x="1638300" y="5619750"/>
          <p14:tracePt t="12219" x="1638300" y="5607050"/>
          <p14:tracePt t="12251" x="1638300" y="5600700"/>
          <p14:tracePt t="12271" x="1638300" y="5594350"/>
          <p14:tracePt t="12289" x="1638300" y="5588000"/>
          <p14:tracePt t="12331" x="1638300" y="5581650"/>
          <p14:tracePt t="12359" x="1638300" y="5575300"/>
          <p14:tracePt t="12387" x="1638300" y="5568950"/>
          <p14:tracePt t="12577" x="1644650" y="5568950"/>
          <p14:tracePt t="12598" x="1651000" y="5568950"/>
          <p14:tracePt t="12612" x="1657350" y="5568950"/>
          <p14:tracePt t="12619" x="1663700" y="5568950"/>
          <p14:tracePt t="12635" x="1670050" y="5568950"/>
          <p14:tracePt t="12649" x="1689100" y="5568950"/>
          <p14:tracePt t="12666" x="1714500" y="5562600"/>
          <p14:tracePt t="12683" x="1765300" y="5556250"/>
          <p14:tracePt t="12699" x="1803400" y="5556250"/>
          <p14:tracePt t="12717" x="1905000" y="5537200"/>
          <p14:tracePt t="12732" x="1930400" y="5524500"/>
          <p14:tracePt t="12749" x="1968500" y="5524500"/>
          <p14:tracePt t="12766" x="2025650" y="5518150"/>
          <p14:tracePt t="12782" x="2063750" y="5505450"/>
          <p14:tracePt t="12799" x="2082800" y="5505450"/>
          <p14:tracePt t="12816" x="2095500" y="5499100"/>
          <p14:tracePt t="12832" x="2101850" y="5499100"/>
          <p14:tracePt t="12913" x="2095500" y="5499100"/>
          <p14:tracePt t="12921" x="2089150" y="5499100"/>
          <p14:tracePt t="12942" x="2082800" y="5499100"/>
          <p14:tracePt t="12952" x="2076450" y="5499100"/>
          <p14:tracePt t="12965" x="2070100" y="5505450"/>
          <p14:tracePt t="12985" x="2057400" y="5511800"/>
          <p14:tracePt t="12998" x="2032000" y="5518150"/>
          <p14:tracePt t="13015" x="2012950" y="5530850"/>
          <p14:tracePt t="13032" x="1981200" y="5543550"/>
          <p14:tracePt t="13049" x="1847850" y="5607050"/>
          <p14:tracePt t="13065" x="1803400" y="5632450"/>
          <p14:tracePt t="13069" x="1758950" y="5651500"/>
          <p14:tracePt t="13085" x="1720850" y="5670550"/>
          <p14:tracePt t="13098" x="1689100" y="5683250"/>
          <p14:tracePt t="13114" x="1631950" y="5708650"/>
          <p14:tracePt t="13132" x="1593850" y="5727700"/>
          <p14:tracePt t="13148" x="1581150" y="5734050"/>
          <p14:tracePt t="13164" x="1555750" y="5753100"/>
          <p14:tracePt t="13182" x="1530350" y="5772150"/>
          <p14:tracePt t="13214" x="1517650" y="5778500"/>
          <p14:tracePt t="13272" x="1511300" y="5778500"/>
          <p14:tracePt t="13321" x="1517650" y="5772150"/>
          <p14:tracePt t="13335" x="1524000" y="5772150"/>
          <p14:tracePt t="13342" x="1524000" y="5765800"/>
          <p14:tracePt t="13365" x="1530350" y="5759450"/>
          <p14:tracePt t="13370" x="1530350" y="5753100"/>
          <p14:tracePt t="13384" x="1543050" y="5746750"/>
          <p14:tracePt t="13397" x="1549400" y="5734050"/>
          <p14:tracePt t="13413" x="1574800" y="5715000"/>
          <p14:tracePt t="13430" x="1581150" y="5695950"/>
          <p14:tracePt t="13447" x="1600200" y="5676900"/>
          <p14:tracePt t="13463" x="1619250" y="5651500"/>
          <p14:tracePt t="13480" x="1638300" y="5632450"/>
          <p14:tracePt t="13497" x="1651000" y="5607050"/>
          <p14:tracePt t="13513" x="1657350" y="5588000"/>
          <p14:tracePt t="13546" x="1663700" y="5568950"/>
          <p14:tracePt t="13563" x="1676400" y="5556250"/>
          <p14:tracePt t="13581" x="1689100" y="5549900"/>
          <p14:tracePt t="13596" x="1701800" y="5543550"/>
          <p14:tracePt t="13613" x="1714500" y="5537200"/>
          <p14:tracePt t="13631" x="1778000" y="5524500"/>
          <p14:tracePt t="13646" x="1803400" y="5518150"/>
          <p14:tracePt t="13663" x="1835150" y="5518150"/>
          <p14:tracePt t="13680" x="1911350" y="5499100"/>
          <p14:tracePt t="13696" x="1993900" y="5492750"/>
          <p14:tracePt t="13713" x="2038350" y="5486400"/>
          <p14:tracePt t="13729" x="2082800" y="5486400"/>
          <p14:tracePt t="13746" x="2108200" y="5480050"/>
          <p14:tracePt t="13762" x="2114550" y="5480050"/>
          <p14:tracePt t="13814" x="2108200" y="5480050"/>
          <p14:tracePt t="13827" x="2101850" y="5480050"/>
          <p14:tracePt t="13834" x="2095500" y="5480050"/>
          <p14:tracePt t="13855" x="2082800" y="5486400"/>
          <p14:tracePt t="13865" x="2076450" y="5486400"/>
          <p14:tracePt t="13878" x="2070100" y="5486400"/>
          <p14:tracePt t="13895" x="2057400" y="5486400"/>
          <p14:tracePt t="13913" x="2019300" y="5486400"/>
          <p14:tracePt t="13928" x="2006600" y="5480050"/>
          <p14:tracePt t="13946" x="1981200" y="5480050"/>
          <p14:tracePt t="13961" x="1917700" y="5454650"/>
          <p14:tracePt t="13978" x="1847850" y="5441950"/>
          <p14:tracePt t="13996" x="1784350" y="5416550"/>
          <p14:tracePt t="14012" x="1758950" y="5410200"/>
          <p14:tracePt t="14028" x="1714500" y="5397500"/>
          <p14:tracePt t="14045" x="1682750" y="5384800"/>
          <p14:tracePt t="14061" x="1670050" y="5384800"/>
          <p14:tracePt t="14078" x="1644650" y="5378450"/>
          <p14:tracePt t="14095" x="1625600" y="5378450"/>
          <p14:tracePt t="14128" x="1619250" y="5378450"/>
          <p14:tracePt t="14144" x="1612900" y="5378450"/>
          <p14:tracePt t="14234" x="1619250" y="5378450"/>
          <p14:tracePt t="14262" x="1625600" y="5378450"/>
          <p14:tracePt t="14276" x="1631950" y="5378450"/>
          <p14:tracePt t="14283" x="1638300" y="5378450"/>
          <p14:tracePt t="14297" x="1644650" y="5378450"/>
          <p14:tracePt t="14311" x="1651000" y="5378450"/>
          <p14:tracePt t="14326" x="1682750" y="5384800"/>
          <p14:tracePt t="14343" x="1708150" y="5403850"/>
          <p14:tracePt t="14361" x="1771650" y="5416550"/>
          <p14:tracePt t="14377" x="1841500" y="5429250"/>
          <p14:tracePt t="14394" x="1879600" y="5441950"/>
          <p14:tracePt t="14410" x="1936750" y="5448300"/>
          <p14:tracePt t="14427" x="1987550" y="5454650"/>
          <p14:tracePt t="14443" x="2006600" y="5454650"/>
          <p14:tracePt t="14460" x="2032000" y="5454650"/>
          <p14:tracePt t="14476" x="2038350" y="5454650"/>
          <p14:tracePt t="14529" x="2032000" y="5454650"/>
          <p14:tracePt t="14557" x="2025650" y="5454650"/>
          <p14:tracePt t="14564" x="2025650" y="5461000"/>
          <p14:tracePt t="14585" x="2012950" y="5461000"/>
          <p14:tracePt t="14613" x="2006600" y="5461000"/>
          <p14:tracePt t="14649" x="2000250" y="5461000"/>
          <p14:tracePt t="14676" x="1993900" y="5461000"/>
          <p14:tracePt t="14705" x="1981200" y="5467350"/>
          <p14:tracePt t="14740" x="1968500" y="5467350"/>
          <p14:tracePt t="14747" x="1955800" y="5467350"/>
          <p14:tracePt t="14758" x="1943100" y="5467350"/>
          <p14:tracePt t="14775" x="1911350" y="5467350"/>
          <p14:tracePt t="14792" x="1879600" y="5467350"/>
          <p14:tracePt t="14809" x="1841500" y="5473700"/>
          <p14:tracePt t="14825" x="1797050" y="5473700"/>
          <p14:tracePt t="14842" x="1778000" y="5473700"/>
          <p14:tracePt t="14859" x="1752600" y="5473700"/>
          <p14:tracePt t="14875" x="1739900" y="5473700"/>
          <p14:tracePt t="14909" x="1733550" y="5473700"/>
          <p14:tracePt t="14925" x="1733550" y="5480050"/>
          <p14:tracePt t="15021" x="1739900" y="5480050"/>
          <p14:tracePt t="15035" x="1746250" y="5480050"/>
          <p14:tracePt t="15048" x="1752600" y="5480050"/>
          <p14:tracePt t="15058" x="1765300" y="5480050"/>
          <p14:tracePt t="15075" x="1778000" y="5473700"/>
          <p14:tracePt t="15091" x="1809750" y="5473700"/>
          <p14:tracePt t="15108" x="1866900" y="5473700"/>
          <p14:tracePt t="15124" x="1885950" y="5473700"/>
          <p14:tracePt t="15141" x="1936750" y="5473700"/>
          <p14:tracePt t="15158" x="1962150" y="5467350"/>
          <p14:tracePt t="15175" x="2019300" y="5467350"/>
          <p14:tracePt t="15191" x="2032000" y="5461000"/>
          <p14:tracePt t="15208" x="2044700" y="5461000"/>
          <p14:tracePt t="15224" x="2051050" y="5461000"/>
          <p14:tracePt t="15267" x="2044700" y="5461000"/>
          <p14:tracePt t="15287" x="2038350" y="5461000"/>
          <p14:tracePt t="15301" x="2032000" y="5461000"/>
          <p14:tracePt t="15315" x="2025650" y="5461000"/>
          <p14:tracePt t="15330" x="2019300" y="5461000"/>
          <p14:tracePt t="15351" x="2012950" y="5461000"/>
          <p14:tracePt t="15360" x="1993900" y="5461000"/>
          <p14:tracePt t="15373" x="1981200" y="5467350"/>
          <p14:tracePt t="15390" x="1924050" y="5467350"/>
          <p14:tracePt t="15407" x="1854200" y="5467350"/>
          <p14:tracePt t="15423" x="1816100" y="5467350"/>
          <p14:tracePt t="15440" x="1790700" y="5467350"/>
          <p14:tracePt t="15456" x="1708150" y="5473700"/>
          <p14:tracePt t="15473" x="1689100" y="5480050"/>
          <p14:tracePt t="15490" x="1676400" y="5480050"/>
          <p14:tracePt t="15506" x="1657350" y="5480050"/>
          <p14:tracePt t="15523" x="1651000" y="5480050"/>
          <p14:tracePt t="15568" x="1651000" y="5486400"/>
          <p14:tracePt t="15591" x="1657350" y="5486400"/>
          <p14:tracePt t="15597" x="1663700" y="5486400"/>
          <p14:tracePt t="15611" x="1670050" y="5486400"/>
          <p14:tracePt t="15623" x="1676400" y="5480050"/>
          <p14:tracePt t="15639" x="1682750" y="5480050"/>
          <p14:tracePt t="15656" x="1689100" y="5473700"/>
          <p14:tracePt t="15674" x="1714500" y="5473700"/>
          <p14:tracePt t="15689" x="1752600" y="5467350"/>
          <p14:tracePt t="15705" x="1778000" y="5467350"/>
          <p14:tracePt t="15723" x="1822450" y="5467350"/>
          <p14:tracePt t="15739" x="1873250" y="5467350"/>
          <p14:tracePt t="15756" x="1892300" y="5467350"/>
          <p14:tracePt t="15773" x="1917700" y="5467350"/>
          <p14:tracePt t="15789" x="1930400" y="5467350"/>
          <p14:tracePt t="15806" x="1936750" y="5467350"/>
          <p14:tracePt t="15822" x="1943100" y="5467350"/>
          <p14:tracePt t="15849" x="1936750" y="5467350"/>
          <p14:tracePt t="15870" x="1930400" y="5467350"/>
          <p14:tracePt t="15877" x="1924050" y="5467350"/>
          <p14:tracePt t="15898" x="1917700" y="5467350"/>
          <p14:tracePt t="15913" x="1911350" y="5467350"/>
          <p14:tracePt t="15940" x="1905000" y="5467350"/>
          <p14:tracePt t="15948" x="1898650" y="5467350"/>
          <p14:tracePt t="15962" x="1892300" y="5467350"/>
          <p14:tracePt t="15971" x="1879600" y="5467350"/>
          <p14:tracePt t="15988" x="1860550" y="5467350"/>
          <p14:tracePt t="16005" x="1816100" y="5480050"/>
          <p14:tracePt t="16021" x="1778000" y="5492750"/>
          <p14:tracePt t="16038" x="1727200" y="5518150"/>
          <p14:tracePt t="16054" x="1701800" y="5524500"/>
          <p14:tracePt t="16072" x="1689100" y="5537200"/>
          <p14:tracePt t="16088" x="1651000" y="5556250"/>
          <p14:tracePt t="16104" x="1644650" y="5556250"/>
          <p14:tracePt t="16121" x="1638300" y="5562600"/>
          <p14:tracePt t="16125" x="1631950" y="5562600"/>
          <p14:tracePt t="16243" x="1631950" y="5568950"/>
          <p14:tracePt t="16341" x="1631950" y="5562600"/>
          <p14:tracePt t="16355" x="1625600" y="5556250"/>
          <p14:tracePt t="16369" x="1625600" y="5549900"/>
          <p14:tracePt t="16383" x="1625600" y="5543550"/>
          <p14:tracePt t="16411" x="1625600" y="5537200"/>
          <p14:tracePt t="16425" x="1619250" y="5530850"/>
          <p14:tracePt t="16432" x="1619250" y="5524500"/>
          <p14:tracePt t="16439" x="1619250" y="5518150"/>
          <p14:tracePt t="16460" x="1619250" y="5511800"/>
          <p14:tracePt t="16474" x="1619250" y="5505450"/>
          <p14:tracePt t="16502" x="1619250" y="5499100"/>
          <p14:tracePt t="16530" x="1619250" y="5492750"/>
          <p14:tracePt t="16552" x="1619250" y="5486400"/>
          <p14:tracePt t="16593" x="1625600" y="5486400"/>
          <p14:tracePt t="16636" x="1631950" y="5492750"/>
          <p14:tracePt t="16642" x="1638300" y="5492750"/>
          <p14:tracePt t="16652" x="1644650" y="5492750"/>
          <p14:tracePt t="16668" x="1651000" y="5499100"/>
          <p14:tracePt t="16686" x="1676400" y="5505450"/>
          <p14:tracePt t="16702" x="1689100" y="5511800"/>
          <p14:tracePt t="16719" x="1765300" y="5524500"/>
          <p14:tracePt t="16736" x="1803400" y="5530850"/>
          <p14:tracePt t="16752" x="1828800" y="5537200"/>
          <p14:tracePt t="16769" x="1885950" y="5537200"/>
          <p14:tracePt t="16785" x="1924050" y="5537200"/>
          <p14:tracePt t="16802" x="1943100" y="5537200"/>
          <p14:tracePt t="16818" x="1968500" y="5537200"/>
          <p14:tracePt t="16835" x="1993900" y="5524500"/>
          <p14:tracePt t="16853" x="2000250" y="5524500"/>
          <p14:tracePt t="16869" x="2006600" y="5524500"/>
          <p14:tracePt t="16895" x="2012950" y="5518150"/>
          <p14:tracePt t="17064" x="2006600" y="5518150"/>
          <p14:tracePt t="17071" x="2000250" y="5518150"/>
          <p14:tracePt t="17112" x="1993900" y="5518150"/>
          <p14:tracePt t="17155" x="1993900" y="5524500"/>
          <p14:tracePt t="17204" x="1987550" y="5524500"/>
          <p14:tracePt t="17233" x="1981200" y="5530850"/>
          <p14:tracePt t="17268" x="1981200" y="5537200"/>
          <p14:tracePt t="17274" x="1974850" y="5537200"/>
          <p14:tracePt t="17303" x="1968500" y="5549900"/>
          <p14:tracePt t="17318" x="1962150" y="5549900"/>
          <p14:tracePt t="17324" x="1955800" y="5549900"/>
          <p14:tracePt t="17333" x="1949450" y="5562600"/>
          <p14:tracePt t="17350" x="1936750" y="5575300"/>
          <p14:tracePt t="17367" x="1905000" y="5613400"/>
          <p14:tracePt t="17383" x="1879600" y="5645150"/>
          <p14:tracePt t="17401" x="1784350" y="5759450"/>
          <p14:tracePt t="17416" x="1746250" y="5797550"/>
          <p14:tracePt t="17433" x="1714500" y="5829300"/>
          <p14:tracePt t="17450" x="1644650" y="5886450"/>
          <p14:tracePt t="17466" x="1587500" y="5943600"/>
          <p14:tracePt t="17483" x="1574800" y="5969000"/>
          <p14:tracePt t="17499" x="1543050" y="5994400"/>
          <p14:tracePt t="17516" x="1530350" y="6007100"/>
          <p14:tracePt t="17534" x="1517650" y="6013450"/>
          <p14:tracePt t="17549" x="1511300" y="6013450"/>
          <p14:tracePt t="17566" x="1504950" y="6013450"/>
          <p14:tracePt t="17675" x="1498600" y="6013450"/>
          <p14:tracePt t="17703" x="1492250" y="6013450"/>
          <p14:tracePt t="17724" x="1485900" y="6013450"/>
          <p14:tracePt t="17766" x="1479550" y="6007100"/>
          <p14:tracePt t="17794" x="1473200" y="6007100"/>
          <p14:tracePt t="17836" x="1466850" y="6007100"/>
          <p14:tracePt t="17864" x="1460500" y="6007100"/>
          <p14:tracePt t="17934" x="1466850" y="6007100"/>
          <p14:tracePt t="17949" x="1473200" y="6007100"/>
          <p14:tracePt t="17955" x="1479550" y="6007100"/>
          <p14:tracePt t="18004" x="1485900" y="6007100"/>
          <p14:tracePt t="18019" x="1492250" y="6007100"/>
          <p14:tracePt t="18026" x="1498600" y="6007100"/>
          <p14:tracePt t="18034" x="1504950" y="6007100"/>
          <p14:tracePt t="18049" x="1511300" y="6007100"/>
          <p14:tracePt t="18068" x="1524000" y="6007100"/>
          <p14:tracePt t="18089" x="1536700" y="6000750"/>
          <p14:tracePt t="18098" x="1549400" y="6000750"/>
          <p14:tracePt t="18114" x="1568450" y="6000750"/>
          <p14:tracePt t="18131" x="1593850" y="6000750"/>
          <p14:tracePt t="18148" x="1625600" y="6000750"/>
          <p14:tracePt t="18164" x="1638300" y="6000750"/>
          <p14:tracePt t="18180" x="1657350" y="5994400"/>
          <p14:tracePt t="18197" x="1663700" y="5994400"/>
          <p14:tracePt t="18286" x="1657350" y="5994400"/>
          <p14:tracePt t="18300" x="1651000" y="5994400"/>
          <p14:tracePt t="18328" x="1644650" y="5994400"/>
          <p14:tracePt t="18335" x="1638300" y="5994400"/>
          <p14:tracePt t="18350" x="1631950" y="5994400"/>
          <p14:tracePt t="18363" x="1619250" y="5988050"/>
          <p14:tracePt t="18380" x="1587500" y="5988050"/>
          <p14:tracePt t="18396" x="1568450" y="5988050"/>
          <p14:tracePt t="18413" x="1511300" y="5981700"/>
          <p14:tracePt t="18429" x="1441450" y="5975350"/>
          <p14:tracePt t="18448" x="1371600" y="5962650"/>
          <p14:tracePt t="18463" x="1346200" y="5962650"/>
          <p14:tracePt t="18479" x="1295400" y="5949950"/>
          <p14:tracePt t="18496" x="1270000" y="5943600"/>
          <p14:tracePt t="18513" x="1263650" y="5943600"/>
          <p14:tracePt t="18529" x="1257300" y="5943600"/>
          <p14:tracePt t="18546" x="1250950" y="5943600"/>
          <p14:tracePt t="18616" x="1257300" y="5949950"/>
          <p14:tracePt t="18658" x="1263650" y="5949950"/>
          <p14:tracePt t="18749" x="1270000" y="5949950"/>
          <p14:tracePt t="18868" x="1270000" y="5943600"/>
          <p14:tracePt t="18918" x="1263650" y="5930900"/>
          <p14:tracePt t="18932" x="1263650" y="5924550"/>
          <p14:tracePt t="18938" x="1257300" y="5918200"/>
          <p14:tracePt t="18953" x="1250950" y="5911850"/>
          <p14:tracePt t="18962" x="1244600" y="5899150"/>
          <p14:tracePt t="18978" x="1238250" y="5886450"/>
          <p14:tracePt t="18995" x="1212850" y="5842000"/>
          <p14:tracePt t="19011" x="1174750" y="5803900"/>
          <p14:tracePt t="19027" x="1168400" y="5791200"/>
          <p14:tracePt t="19044" x="1149350" y="5759450"/>
          <p14:tracePt t="19061" x="1136650" y="5740400"/>
          <p14:tracePt t="19078" x="1130300" y="5740400"/>
          <p14:tracePt t="19094" x="1130300" y="5734050"/>
          <p14:tracePt t="19110" x="1123950" y="5727700"/>
          <p14:tracePt t="19220" x="1123950" y="5734050"/>
          <p14:tracePt t="19269" x="1123950" y="5740400"/>
          <p14:tracePt t="19290" x="1123950" y="5746750"/>
          <p14:tracePt t="19304" x="1123950" y="5753100"/>
          <p14:tracePt t="19313" x="1123950" y="5759450"/>
          <p14:tracePt t="19326" x="1123950" y="5765800"/>
          <p14:tracePt t="19343" x="1130300" y="5791200"/>
          <p14:tracePt t="19361" x="1130300" y="5829300"/>
          <p14:tracePt t="19377" x="1136650" y="5861050"/>
          <p14:tracePt t="19393" x="1143000" y="5924550"/>
          <p14:tracePt t="19410" x="1155700" y="5981700"/>
          <p14:tracePt t="19426" x="1155700" y="6013450"/>
          <p14:tracePt t="19443" x="1162050" y="6032500"/>
          <p14:tracePt t="19459" x="1168400" y="6076950"/>
          <p14:tracePt t="19476" x="1168400" y="6083300"/>
          <p14:tracePt t="19494" x="1174750" y="6096000"/>
          <p14:tracePt t="19529" x="1174750" y="6102350"/>
          <p14:tracePt t="19620" x="1174750" y="6108700"/>
          <p14:tracePt t="19922" x="1174750" y="6096000"/>
          <p14:tracePt t="19943" x="1181100" y="6089650"/>
          <p14:tracePt t="19949" x="1181100" y="6083300"/>
          <p14:tracePt t="19965" x="1181100" y="6076950"/>
          <p14:tracePt t="19985" x="1181100" y="6070600"/>
          <p14:tracePt t="20006" x="1187450" y="6070600"/>
          <p14:tracePt t="20013" x="1187450" y="6064250"/>
          <p14:tracePt t="20024" x="1187450" y="6051550"/>
          <p14:tracePt t="20041" x="1193800" y="6026150"/>
          <p14:tracePt t="20057" x="1200150" y="6013450"/>
          <p14:tracePt t="20074" x="1206500" y="5994400"/>
          <p14:tracePt t="20091" x="1231900" y="5911850"/>
          <p14:tracePt t="20107" x="1238250" y="5892800"/>
          <p14:tracePt t="20124" x="1250950" y="5861050"/>
          <p14:tracePt t="20140" x="1263650" y="5816600"/>
          <p14:tracePt t="20157" x="1276350" y="5784850"/>
          <p14:tracePt t="20174" x="1276350" y="5778500"/>
          <p14:tracePt t="20177" x="1282700" y="5765800"/>
          <p14:tracePt t="20190" x="1289050" y="5765800"/>
          <p14:tracePt t="20207" x="1295400" y="5765800"/>
          <p14:tracePt t="20226" x="1301750" y="5765800"/>
          <p14:tracePt t="20240" x="1308100" y="5765800"/>
          <p14:tracePt t="20257" x="1320800" y="5765800"/>
          <p14:tracePt t="20274" x="1327150" y="5772150"/>
          <p14:tracePt t="20289" x="1333500" y="5778500"/>
          <p14:tracePt t="20306" x="1358900" y="5791200"/>
          <p14:tracePt t="20323" x="1390650" y="5797550"/>
          <p14:tracePt t="20340" x="1422400" y="5803900"/>
          <p14:tracePt t="20357" x="1492250" y="5835650"/>
          <p14:tracePt t="20372" x="1600200" y="5861050"/>
          <p14:tracePt t="20389" x="1682750" y="5880100"/>
          <p14:tracePt t="20407" x="1860550" y="5905500"/>
          <p14:tracePt t="20423" x="1949450" y="5911850"/>
          <p14:tracePt t="20439" x="2101850" y="5924550"/>
          <p14:tracePt t="20456" x="2235200" y="5930900"/>
          <p14:tracePt t="20472" x="2286000" y="5930900"/>
          <p14:tracePt t="20489" x="2343150" y="5943600"/>
          <p14:tracePt t="20506" x="2387600" y="5962650"/>
          <p14:tracePt t="20522" x="2419350" y="5981700"/>
          <p14:tracePt t="20539" x="2444750" y="5988050"/>
          <p14:tracePt t="21169" x="2438400" y="5988050"/>
          <p14:tracePt t="21176" x="2425700" y="5988050"/>
          <p14:tracePt t="21191" x="2419350" y="5988050"/>
          <p14:tracePt t="21205" x="2400300" y="5994400"/>
          <p14:tracePt t="21237" x="2393950" y="6000750"/>
          <p14:tracePt t="21254" x="2381250" y="6000750"/>
          <p14:tracePt t="21270" x="2362200" y="6013450"/>
          <p14:tracePt t="21286" x="2355850" y="6013450"/>
          <p14:tracePt t="21303" x="2336800" y="6019800"/>
          <p14:tracePt t="21319" x="2311400" y="6032500"/>
          <p14:tracePt t="21336" x="2286000" y="6038850"/>
          <p14:tracePt t="21353" x="2247900" y="6045200"/>
          <p14:tracePt t="21369" x="2203450" y="6051550"/>
          <p14:tracePt t="21387" x="2171700" y="6064250"/>
          <p14:tracePt t="21403" x="2159000" y="6064250"/>
          <p14:tracePt t="21419" x="2152650" y="6070600"/>
          <p14:tracePt t="21453" x="2152650" y="6076950"/>
          <p14:tracePt t="21469" x="2165350" y="6076950"/>
          <p14:tracePt t="21485" x="2203450" y="6076950"/>
          <p14:tracePt t="21502" x="2222500" y="6070600"/>
          <p14:tracePt t="21519" x="2254250" y="6070600"/>
          <p14:tracePt t="21536" x="2330450" y="6070600"/>
          <p14:tracePt t="21552" x="2419350" y="6057900"/>
          <p14:tracePt t="21569" x="2501900" y="6057900"/>
          <p14:tracePt t="21586" x="2527300" y="6051550"/>
          <p14:tracePt t="21602" x="2559050" y="6051550"/>
          <p14:tracePt t="21619" x="2565400" y="6051550"/>
          <p14:tracePt t="21651" x="2559050" y="6057900"/>
          <p14:tracePt t="21669" x="2546350" y="6064250"/>
          <p14:tracePt t="21689" x="2540000" y="6070600"/>
          <p14:tracePt t="21702" x="2527300" y="6070600"/>
          <p14:tracePt t="21718" x="2501900" y="6076950"/>
          <p14:tracePt t="21735" x="2470150" y="6083300"/>
          <p14:tracePt t="21752" x="2362200" y="6102350"/>
          <p14:tracePt t="21768" x="2222500" y="6121400"/>
          <p14:tracePt t="21784" x="2139950" y="6140450"/>
          <p14:tracePt t="21802" x="1974850" y="6172200"/>
          <p14:tracePt t="21818" x="1898650" y="6178550"/>
          <p14:tracePt t="21834" x="1739900" y="6197600"/>
          <p14:tracePt t="21851" x="1606550" y="6229350"/>
          <p14:tracePt t="21868" x="1555750" y="6248400"/>
          <p14:tracePt t="21885" x="1454150" y="6273800"/>
          <p14:tracePt t="21902" x="1409700" y="6273800"/>
          <p14:tracePt t="21918" x="1390650" y="6273800"/>
          <p14:tracePt t="21935" x="1365250" y="6273800"/>
          <p14:tracePt t="21951" x="1346200" y="6286500"/>
          <p14:tracePt t="21967" x="1339850" y="6286500"/>
          <p14:tracePt t="21984" x="1327150" y="6286500"/>
          <p14:tracePt t="22000" x="1320800" y="6286500"/>
          <p14:tracePt t="22040" x="1314450" y="6286500"/>
          <p14:tracePt t="22050" x="1308100" y="6286500"/>
          <p14:tracePt t="22082" x="1301750" y="6286500"/>
          <p14:tracePt t="22159" x="1301750" y="6280150"/>
          <p14:tracePt t="22251" x="1301750" y="6273800"/>
          <p14:tracePt t="22258" x="1308100" y="6273800"/>
          <p14:tracePt t="22272" x="1314450" y="6267450"/>
          <p14:tracePt t="22292" x="1314450" y="6261100"/>
          <p14:tracePt t="22314" x="1320800" y="6254750"/>
          <p14:tracePt t="22321" x="1327150" y="6254750"/>
          <p14:tracePt t="22342" x="1333500" y="6254750"/>
          <p14:tracePt t="22352" x="1339850" y="6248400"/>
          <p14:tracePt t="22366" x="1352550" y="6248400"/>
          <p14:tracePt t="22382" x="1365250" y="6242050"/>
          <p14:tracePt t="22399" x="1435100" y="6203950"/>
          <p14:tracePt t="22415" x="1466850" y="6184900"/>
          <p14:tracePt t="22433" x="1530350" y="6159500"/>
          <p14:tracePt t="22449" x="1562100" y="6140450"/>
          <p14:tracePt t="22466" x="1600200" y="6121400"/>
          <p14:tracePt t="22483" x="1631950" y="6102350"/>
          <p14:tracePt t="22499" x="1631950" y="6096000"/>
          <p14:tracePt t="22515" x="1638300" y="6096000"/>
          <p14:tracePt t="22553" x="1631950" y="6096000"/>
          <p14:tracePt t="22573" x="1625600" y="6096000"/>
          <p14:tracePt t="22581" x="1619250" y="6096000"/>
          <p14:tracePt t="22602" x="1612900" y="6102350"/>
          <p14:tracePt t="22609" x="1606550" y="6102350"/>
          <p14:tracePt t="22623" x="1593850" y="6108700"/>
          <p14:tracePt t="22632" x="1581150" y="6108700"/>
          <p14:tracePt t="22648" x="1562100" y="6115050"/>
          <p14:tracePt t="22665" x="1511300" y="6115050"/>
          <p14:tracePt t="22681" x="1454150" y="6121400"/>
          <p14:tracePt t="22699" x="1428750" y="6127750"/>
          <p14:tracePt t="22702" x="1390650" y="6127750"/>
          <p14:tracePt t="22717" x="1365250" y="6140450"/>
          <p14:tracePt t="22731" x="1333500" y="6146800"/>
          <p14:tracePt t="22749" x="1282700" y="6159500"/>
          <p14:tracePt t="22765" x="1250950" y="6172200"/>
          <p14:tracePt t="22781" x="1238250" y="6172200"/>
          <p14:tracePt t="22798" x="1225550" y="6178550"/>
          <p14:tracePt t="22814" x="1219200" y="6178550"/>
          <p14:tracePt t="22848" x="1225550" y="6165850"/>
          <p14:tracePt t="22865" x="1238250" y="6159500"/>
          <p14:tracePt t="22881" x="1244600" y="6153150"/>
          <p14:tracePt t="22897" x="1257300" y="6140450"/>
          <p14:tracePt t="22915" x="1282700" y="6108700"/>
          <p14:tracePt t="22931" x="1295400" y="6076950"/>
          <p14:tracePt t="22947" x="1346200" y="6007100"/>
          <p14:tracePt t="22964" x="1390650" y="5899150"/>
          <p14:tracePt t="22981" x="1428750" y="5803900"/>
          <p14:tracePt t="22997" x="1447800" y="5759450"/>
          <p14:tracePt t="23014" x="1466850" y="5727700"/>
          <p14:tracePt t="23031" x="1504950" y="5651500"/>
          <p14:tracePt t="23047" x="1511300" y="5638800"/>
          <p14:tracePt t="23064" x="1517650" y="5626100"/>
          <p14:tracePt t="23080" x="1543050" y="5607050"/>
          <p14:tracePt t="23097" x="1555750" y="5588000"/>
          <p14:tracePt t="23114" x="1562100" y="5581650"/>
          <p14:tracePt t="23130" x="1574800" y="5575300"/>
          <p14:tracePt t="23147" x="1581150" y="5575300"/>
          <p14:tracePt t="23185" x="1581150" y="5581650"/>
          <p14:tracePt t="23192" x="1581150" y="5588000"/>
          <p14:tracePt t="23206" x="1574800" y="5594350"/>
          <p14:tracePt t="23216" x="1568450" y="5594350"/>
          <p14:tracePt t="23230" x="1568450" y="5607050"/>
          <p14:tracePt t="23246" x="1562100" y="5613400"/>
          <p14:tracePt t="23263" x="1549400" y="5626100"/>
          <p14:tracePt t="23279" x="1543050" y="5638800"/>
          <p14:tracePt t="23297" x="1536700" y="5664200"/>
          <p14:tracePt t="23313" x="1492250" y="5753100"/>
          <p14:tracePt t="23329" x="1473200" y="5797550"/>
          <p14:tracePt t="23347" x="1441450" y="5886450"/>
          <p14:tracePt t="23363" x="1416050" y="5918200"/>
          <p14:tracePt t="23379" x="1403350" y="5975350"/>
          <p14:tracePt t="23396" x="1384300" y="5994400"/>
          <p14:tracePt t="23412" x="1377950" y="6007100"/>
          <p14:tracePt t="23429" x="1377950" y="6019800"/>
          <p14:tracePt t="23466" x="1390650" y="6019800"/>
          <p14:tracePt t="23479" x="1397000" y="6013450"/>
          <p14:tracePt t="23495" x="1435100" y="5988050"/>
          <p14:tracePt t="23512" x="1466850" y="5975350"/>
          <p14:tracePt t="23529" x="1574800" y="5911850"/>
          <p14:tracePt t="23545" x="1720850" y="5791200"/>
          <p14:tracePt t="23562" x="1803400" y="5715000"/>
          <p14:tracePt t="23579" x="1962150" y="5549900"/>
          <p14:tracePt t="23595" x="2032000" y="5467350"/>
          <p14:tracePt t="23612" x="2082800" y="5397500"/>
          <p14:tracePt t="23628" x="2165350" y="5314950"/>
          <p14:tracePt t="23645" x="2171700" y="5302250"/>
          <p14:tracePt t="23662" x="2178050" y="5289550"/>
          <p14:tracePt t="23694" x="2178050" y="5295900"/>
          <p14:tracePt t="23712" x="2165350" y="5314950"/>
          <p14:tracePt t="23728" x="2127250" y="5353050"/>
          <p14:tracePt t="23745" x="2108200" y="5384800"/>
          <p14:tracePt t="23761" x="2032000" y="5486400"/>
          <p14:tracePt t="23778" x="1930400" y="5613400"/>
          <p14:tracePt t="23794" x="1879600" y="5683250"/>
          <p14:tracePt t="23811" x="1784350" y="5803900"/>
          <p14:tracePt t="23828" x="1733550" y="5892800"/>
          <p14:tracePt t="23845" x="1695450" y="5918200"/>
          <p14:tracePt t="23860" x="1695450" y="5930900"/>
          <p14:tracePt t="23878" x="1689100" y="5943600"/>
          <p14:tracePt t="23894" x="1689100" y="5949950"/>
          <p14:tracePt t="24147" x="1714500" y="5937250"/>
          <p14:tracePt t="24161" x="1746250" y="5899150"/>
          <p14:tracePt t="24168" x="1790700" y="5861050"/>
          <p14:tracePt t="24176" x="1841500" y="5816600"/>
          <p14:tracePt t="24193" x="1885950" y="5772150"/>
          <p14:tracePt t="24210" x="1955800" y="5702300"/>
          <p14:tracePt t="24226" x="2000250" y="5657850"/>
          <p14:tracePt t="24243" x="2006600" y="5645150"/>
          <p14:tracePt t="24260" x="2019300" y="5626100"/>
          <p14:tracePt t="24296" x="2025650" y="5626100"/>
          <p14:tracePt t="24310" x="2025650" y="5632450"/>
          <p14:tracePt t="24330" x="2025650" y="5638800"/>
          <p14:tracePt t="24343" x="2012950" y="5651500"/>
          <p14:tracePt t="24359" x="1993900" y="5689600"/>
          <p14:tracePt t="24376" x="1968500" y="5721350"/>
          <p14:tracePt t="24393" x="1892300" y="5810250"/>
          <p14:tracePt t="24409" x="1809750" y="5905500"/>
          <p14:tracePt t="24425" x="1778000" y="5937250"/>
          <p14:tracePt t="24442" x="1708150" y="5994400"/>
          <p14:tracePt t="24459" x="1670050" y="6051550"/>
          <p14:tracePt t="24475" x="1657350" y="6064250"/>
          <p14:tracePt t="24492" x="1644650" y="6076950"/>
          <p14:tracePt t="24508" x="1631950" y="6089650"/>
          <p14:tracePt t="24526" x="1625600" y="6096000"/>
          <p14:tracePt t="24569" x="1625600" y="6089650"/>
          <p14:tracePt t="24578" x="1631950" y="6083300"/>
          <p14:tracePt t="24591" x="1638300" y="6076950"/>
          <p14:tracePt t="24608" x="1651000" y="6070600"/>
          <p14:tracePt t="24625" x="1676400" y="6051550"/>
          <p14:tracePt t="24641" x="1714500" y="6019800"/>
          <p14:tracePt t="24658" x="1733550" y="5994400"/>
          <p14:tracePt t="24675" x="1803400" y="5937250"/>
          <p14:tracePt t="24691" x="1873250" y="5854700"/>
          <p14:tracePt t="24710" x="1930400" y="5791200"/>
          <p14:tracePt t="24724" x="1949450" y="5759450"/>
          <p14:tracePt t="24742" x="1974850" y="5721350"/>
          <p14:tracePt t="24759" x="1987550" y="5702300"/>
          <p14:tracePt t="24843" x="1987550" y="5708650"/>
          <p14:tracePt t="24849" x="1987550" y="5715000"/>
          <p14:tracePt t="24858" x="1981200" y="5721350"/>
          <p14:tracePt t="24874" x="1974850" y="5734050"/>
          <p14:tracePt t="24891" x="1955800" y="5759450"/>
          <p14:tracePt t="24908" x="1936750" y="5778500"/>
          <p14:tracePt t="24924" x="1885950" y="5861050"/>
          <p14:tracePt t="24941" x="1809750" y="5949950"/>
          <p14:tracePt t="24957" x="1765300" y="5975350"/>
          <p14:tracePt t="24974" x="1701800" y="6064250"/>
          <p14:tracePt t="24990" x="1670050" y="6121400"/>
          <p14:tracePt t="25007" x="1657350" y="6134100"/>
          <p14:tracePt t="25023" x="1644650" y="6153150"/>
          <p14:tracePt t="25040" x="1638300" y="6153150"/>
          <p14:tracePt t="25074" x="1644650" y="6153150"/>
          <p14:tracePt t="25090" x="1670050" y="6127750"/>
          <p14:tracePt t="25107" x="1682750" y="6115050"/>
          <p14:tracePt t="25124" x="1708150" y="6089650"/>
          <p14:tracePt t="25140" x="1822450" y="5962650"/>
          <p14:tracePt t="25156" x="1873250" y="5918200"/>
          <p14:tracePt t="25173" x="1968500" y="5778500"/>
          <p14:tracePt t="25189" x="2012950" y="5708650"/>
          <p14:tracePt t="25206" x="2063750" y="5619750"/>
          <p14:tracePt t="25210" x="2076450" y="5600700"/>
          <p14:tracePt t="25223" x="2082800" y="5575300"/>
          <p14:tracePt t="25239" x="2089150" y="5575300"/>
          <p14:tracePt t="25299" x="2089150" y="5581650"/>
          <p14:tracePt t="25312" x="2089150" y="5588000"/>
          <p14:tracePt t="25320" x="2089150" y="5594350"/>
          <p14:tracePt t="25334" x="2076450" y="5600700"/>
          <p14:tracePt t="25342" x="2070100" y="5607050"/>
          <p14:tracePt t="25356" x="2057400" y="5619750"/>
          <p14:tracePt t="25372" x="2038350" y="5638800"/>
          <p14:tracePt t="25389" x="2012950" y="5645150"/>
          <p14:tracePt t="25405" x="1987550" y="5664200"/>
          <p14:tracePt t="25422" x="1955800" y="5702300"/>
          <p14:tracePt t="25440" x="1917700" y="5740400"/>
          <p14:tracePt t="25455" x="1892300" y="5778500"/>
          <p14:tracePt t="25472" x="1879600" y="5797550"/>
          <p14:tracePt t="25489" x="1822450" y="5854700"/>
          <p14:tracePt t="25505" x="1816100" y="5861050"/>
          <p14:tracePt t="25522" x="1803400" y="5873750"/>
          <p14:tracePt t="25538" x="1790700" y="5880100"/>
          <p14:tracePt t="25555" x="1784350" y="5880100"/>
          <p14:tracePt t="25742" x="1784350" y="5886450"/>
          <p14:tracePt t="25763" x="1778000" y="5886450"/>
          <p14:tracePt t="25769" x="1778000" y="5892800"/>
          <p14:tracePt t="25784" x="1771650" y="5899150"/>
          <p14:tracePt t="25791" x="1765300" y="5905500"/>
          <p14:tracePt t="25807" x="1758950" y="5905500"/>
          <p14:tracePt t="25820" x="1746250" y="5911850"/>
          <p14:tracePt t="25837" x="1733550" y="5930900"/>
          <p14:tracePt t="25854" x="1714500" y="5937250"/>
          <p14:tracePt t="25871" x="1701800" y="5949950"/>
          <p14:tracePt t="25887" x="1689100" y="5956300"/>
          <p14:tracePt t="25931" x="1695450" y="5956300"/>
          <p14:tracePt t="25945" x="1701800" y="5949950"/>
          <p14:tracePt t="25967" x="1714500" y="5937250"/>
          <p14:tracePt t="25974" x="1733550" y="5924550"/>
          <p14:tracePt t="25987" x="1746250" y="5899150"/>
          <p14:tracePt t="26003" x="1803400" y="5842000"/>
          <p14:tracePt t="26019" x="1828800" y="5797550"/>
          <p14:tracePt t="26037" x="1892300" y="5695950"/>
          <p14:tracePt t="26053" x="1936750" y="5619750"/>
          <p14:tracePt t="26070" x="1943100" y="5600700"/>
          <p14:tracePt t="26086" x="1962150" y="5568950"/>
          <p14:tracePt t="26103" x="1962150" y="5556250"/>
          <p14:tracePt t="26120" x="1962150" y="5543550"/>
          <p14:tracePt t="26137" x="1962150" y="5549900"/>
          <p14:tracePt t="26153" x="1955800" y="5556250"/>
          <p14:tracePt t="26170" x="1949450" y="5568950"/>
          <p14:tracePt t="26186" x="1924050" y="5613400"/>
          <p14:tracePt t="26202" x="1885950" y="5651500"/>
          <p14:tracePt t="26220" x="1803400" y="5740400"/>
          <p14:tracePt t="26236" x="1663700" y="5873750"/>
          <p14:tracePt t="26252" x="1600200" y="5943600"/>
          <p14:tracePt t="26269" x="1492250" y="6076950"/>
          <p14:tracePt t="26286" x="1435100" y="6178550"/>
          <p14:tracePt t="26304" x="1409700" y="6210300"/>
          <p14:tracePt t="26318" x="1409700" y="6216650"/>
          <p14:tracePt t="26335" x="1409700" y="6223000"/>
          <p14:tracePt t="26353" x="1416050" y="6223000"/>
          <p14:tracePt t="26369" x="1422400" y="6216650"/>
          <p14:tracePt t="26385" x="1428750" y="6210300"/>
          <p14:tracePt t="26403" x="1460500" y="6178550"/>
          <p14:tracePt t="26419" x="1473200" y="6165850"/>
          <p14:tracePt t="26435" x="1485900" y="6146800"/>
          <p14:tracePt t="26452" x="1549400" y="6089650"/>
          <p14:tracePt t="26468" x="1644650" y="6000750"/>
          <p14:tracePt t="26487" x="1746250" y="5918200"/>
          <p14:tracePt t="26502" x="1803400" y="5892800"/>
          <p14:tracePt t="26518" x="1885950" y="5829300"/>
          <p14:tracePt t="26535" x="1936750" y="5791200"/>
          <p14:tracePt t="26551" x="1955800" y="5778500"/>
          <p14:tracePt t="26568" x="1981200" y="5759450"/>
          <p14:tracePt t="26585" x="2006600" y="5740400"/>
          <p14:tracePt t="26601" x="2012950" y="5734050"/>
          <p14:tracePt t="26618" x="2019300" y="5727700"/>
          <p14:tracePt t="26635" x="2025650" y="5721350"/>
          <p14:tracePt t="26671" x="2032000" y="5715000"/>
          <p14:tracePt t="27240" x="2038350" y="5734050"/>
          <p14:tracePt t="27246" x="2044700" y="5765800"/>
          <p14:tracePt t="27261" x="2070100" y="5797550"/>
          <p14:tracePt t="27269" x="2076450" y="5816600"/>
          <p14:tracePt t="27282" x="2095500" y="5848350"/>
          <p14:tracePt t="27299" x="2127250" y="5892800"/>
          <p14:tracePt t="27316" x="2152650" y="5905500"/>
          <p14:tracePt t="27332" x="2190750" y="5937250"/>
          <p14:tracePt t="27349" x="2254250" y="5975350"/>
          <p14:tracePt t="27366" x="2349500" y="5988050"/>
          <p14:tracePt t="27382" x="2393950" y="6007100"/>
          <p14:tracePt t="27398" x="2444750" y="6019800"/>
          <p14:tracePt t="27416" x="2559050" y="6032500"/>
          <p14:tracePt t="27432" x="2578100" y="6032500"/>
          <p14:tracePt t="27448" x="2597150" y="6038850"/>
          <p14:tracePt t="27465" x="2622550" y="6045200"/>
          <p14:tracePt t="30771" x="2616200" y="6051550"/>
          <p14:tracePt t="30778" x="2603500" y="6057900"/>
          <p14:tracePt t="30787" x="2597150" y="6057900"/>
          <p14:tracePt t="30807" x="2590800" y="6057900"/>
          <p14:tracePt t="30823" x="2584450" y="6064250"/>
          <p14:tracePt t="30837" x="2571750" y="6064250"/>
          <p14:tracePt t="30853" x="2559050" y="6064250"/>
          <p14:tracePt t="30870" x="2552700" y="6070600"/>
          <p14:tracePt t="30886" x="2540000" y="6070600"/>
          <p14:tracePt t="30904" x="2520950" y="6076950"/>
          <p14:tracePt t="30919" x="2495550" y="6076950"/>
          <p14:tracePt t="30936" x="2482850" y="6083300"/>
          <p14:tracePt t="30953" x="2451100" y="6083300"/>
          <p14:tracePt t="30969" x="2425700" y="6089650"/>
          <p14:tracePt t="30986" x="2413000" y="6089650"/>
          <p14:tracePt t="31003" x="2381250" y="6096000"/>
          <p14:tracePt t="31019" x="2355850" y="6102350"/>
          <p14:tracePt t="31036" x="2343150" y="6108700"/>
          <p14:tracePt t="31053" x="2311400" y="6115050"/>
          <p14:tracePt t="31069" x="2292350" y="6127750"/>
          <p14:tracePt t="31086" x="2247900" y="6140450"/>
          <p14:tracePt t="31102" x="2216150" y="6153150"/>
          <p14:tracePt t="31119" x="2190750" y="6165850"/>
          <p14:tracePt t="31136" x="2165350" y="6184900"/>
          <p14:tracePt t="31153" x="2120900" y="6216650"/>
          <p14:tracePt t="31169" x="2101850" y="6229350"/>
          <p14:tracePt t="31186" x="2063750" y="6254750"/>
          <p14:tracePt t="31202" x="2032000" y="6280150"/>
          <p14:tracePt t="31219" x="2019300" y="6292850"/>
          <p14:tracePt t="31235" x="1993900" y="6311900"/>
          <p14:tracePt t="31252" x="1987550" y="6318250"/>
          <p14:tracePt t="31269" x="1981200" y="6324600"/>
          <p14:tracePt t="31285" x="1974850" y="6324600"/>
          <p14:tracePt t="31320" x="1968500" y="6324600"/>
          <p14:tracePt t="31593" x="1962150" y="6324600"/>
          <p14:tracePt t="31642" x="1955800" y="6324600"/>
          <p14:tracePt t="31649" x="1949450" y="6324600"/>
          <p14:tracePt t="31670" x="1943100" y="6324600"/>
          <p14:tracePt t="31712" x="1936750" y="6324600"/>
          <p14:tracePt t="31754" x="1930400" y="6324600"/>
          <p14:tracePt t="31761" x="1924050" y="6324600"/>
          <p14:tracePt t="31811" x="1917700" y="6324600"/>
          <p14:tracePt t="31853" x="1911350" y="6324600"/>
          <p14:tracePt t="31895" x="1905000" y="6324600"/>
          <p14:tracePt t="31993" x="1898650" y="6330950"/>
          <p14:tracePt t="32021" x="1898650" y="6337300"/>
          <p14:tracePt t="32042" x="1892300" y="6343650"/>
          <p14:tracePt t="32063" x="1885950" y="6350000"/>
          <p14:tracePt t="32091" x="1885950" y="6356350"/>
          <p14:tracePt t="32113" x="1885950" y="6362700"/>
          <p14:tracePt t="32141" x="1879600" y="6362700"/>
          <p14:tracePt t="32197" x="1873250" y="6369050"/>
          <p14:tracePt t="32211" x="1873250" y="6375400"/>
          <p14:tracePt t="32233" x="1866900" y="6381750"/>
          <p14:tracePt t="32266" x="1860550" y="6388100"/>
          <p14:tracePt t="32548" x="1854200" y="6388100"/>
          <p14:tracePt t="32934" x="1847850" y="6388100"/>
          <p14:tracePt t="32955" x="1841500" y="6381750"/>
          <p14:tracePt t="32969" x="1835150" y="6381750"/>
          <p14:tracePt t="32976" x="1828800" y="6381750"/>
          <p14:tracePt t="32983" x="1822450" y="6381750"/>
          <p14:tracePt t="33025" x="1816100" y="6381750"/>
          <p14:tracePt t="33054" x="1809750" y="6381750"/>
          <p14:tracePt t="33075" x="1803400" y="6381750"/>
          <p14:tracePt t="33096" x="1797050" y="6381750"/>
          <p14:tracePt t="33123" x="1790700" y="6381750"/>
          <p14:tracePt t="33145" x="1784350" y="6381750"/>
          <p14:tracePt t="33166" x="1778000" y="6381750"/>
          <p14:tracePt t="33215" x="1771650" y="6381750"/>
          <p14:tracePt t="33257" x="1765300" y="6388100"/>
          <p14:tracePt t="33264" x="1758950" y="6388100"/>
          <p14:tracePt t="33285" x="1752600" y="6388100"/>
          <p14:tracePt t="33306" x="1746250" y="6388100"/>
          <p14:tracePt t="33355" x="1739900" y="6388100"/>
          <p14:tracePt t="33398" x="1733550" y="6394450"/>
          <p14:tracePt t="33426" x="1727200" y="6394450"/>
          <p14:tracePt t="33447" x="1720850" y="6394450"/>
          <p14:tracePt t="33475" x="1714500" y="6394450"/>
          <p14:tracePt t="33496" x="1708150" y="6400800"/>
          <p14:tracePt t="33531" x="1701800" y="6400800"/>
          <p14:tracePt t="33588" x="1695450" y="6400800"/>
          <p14:tracePt t="33608" x="1689100" y="6400800"/>
          <p14:tracePt t="33651" x="1682750" y="6400800"/>
          <p14:tracePt t="33657" x="1676400" y="6400800"/>
          <p14:tracePt t="34058" x="1670050" y="6400800"/>
          <p14:tracePt t="34178" x="1670050" y="6407150"/>
          <p14:tracePt t="34430" x="1663700" y="6407150"/>
          <p14:tracePt t="34451" x="1657350" y="6407150"/>
          <p14:tracePt t="34459" x="1651000" y="6407150"/>
          <p14:tracePt t="34472" x="1644650" y="6407150"/>
          <p14:tracePt t="34500" x="1638300" y="6407150"/>
          <p14:tracePt t="34521" x="1625600" y="6407150"/>
          <p14:tracePt t="34549" x="1619250" y="6407150"/>
          <p14:tracePt t="34592" x="1612900" y="6407150"/>
          <p14:tracePt t="34598" x="1606550" y="6407150"/>
          <p14:tracePt t="34620" x="1600200" y="6407150"/>
          <p14:tracePt t="34654" x="1593850" y="6407150"/>
          <p14:tracePt t="34668" x="1587500" y="6407150"/>
          <p14:tracePt t="34704" x="1581150" y="6407150"/>
          <p14:tracePt t="34802" x="1593850" y="6407150"/>
          <p14:tracePt t="34824" x="1600200" y="6407150"/>
          <p14:tracePt t="34830" x="1606550" y="6407150"/>
          <p14:tracePt t="34844" x="1612900" y="6407150"/>
          <p14:tracePt t="34856" x="1619250" y="6413500"/>
          <p14:tracePt t="34876" x="1631950" y="6413500"/>
          <p14:tracePt t="34889" x="1644650" y="6413500"/>
          <p14:tracePt t="34905" x="1676400" y="6419850"/>
          <p14:tracePt t="34923" x="1714500" y="6426200"/>
          <p14:tracePt t="34939" x="1727200" y="6426200"/>
          <p14:tracePt t="34956" x="1746250" y="6432550"/>
          <p14:tracePt t="34972" x="1765300" y="6438900"/>
          <p14:tracePt t="34989" x="1771650" y="6438900"/>
          <p14:tracePt t="35055" x="1778000" y="6445250"/>
          <p14:tracePt t="35147" x="1771650" y="6445250"/>
          <p14:tracePt t="35182" x="1765300" y="6445250"/>
          <p14:tracePt t="35196" x="1758950" y="6445250"/>
          <p14:tracePt t="35217" x="1752600" y="6445250"/>
          <p14:tracePt t="35223" x="1746250" y="6445250"/>
          <p14:tracePt t="35238" x="1739900" y="6445250"/>
          <p14:tracePt t="35254" x="1733550" y="6445250"/>
          <p14:tracePt t="35274" x="1727200" y="6445250"/>
          <p14:tracePt t="35294" x="1720850" y="6445250"/>
          <p14:tracePt t="35304" x="1714500" y="6445250"/>
          <p14:tracePt t="35343" x="1701800" y="6445250"/>
          <p14:tracePt t="35365" x="1695450" y="6445250"/>
          <p14:tracePt t="35392" x="1689100" y="6445250"/>
          <p14:tracePt t="35435" x="1682750" y="6445250"/>
          <p14:tracePt t="35477" x="1676400" y="6445250"/>
          <p14:tracePt t="35512" x="1670050" y="6438900"/>
          <p14:tracePt t="35547" x="1676400" y="6432550"/>
          <p14:tracePt t="35554" x="1676400" y="6426200"/>
          <p14:tracePt t="35567" x="1682750" y="6419850"/>
          <p14:tracePt t="35575" x="1689100" y="6407150"/>
          <p14:tracePt t="35587" x="1695450" y="6394450"/>
          <p14:tracePt t="35603" x="1727200" y="6350000"/>
          <p14:tracePt t="35620" x="1746250" y="6318250"/>
          <p14:tracePt t="35637" x="1758950" y="6292850"/>
          <p14:tracePt t="35653" x="1809750" y="6184900"/>
          <p14:tracePt t="35670" x="1828800" y="6140450"/>
          <p14:tracePt t="35687" x="1841500" y="6083300"/>
          <p14:tracePt t="35703" x="1847850" y="6051550"/>
          <p14:tracePt t="35720" x="1860550" y="6000750"/>
          <p14:tracePt t="35737" x="1860550" y="5962650"/>
          <p14:tracePt t="35753" x="1860550" y="5943600"/>
          <p14:tracePt t="35770" x="1866900" y="5892800"/>
          <p14:tracePt t="35786" x="1879600" y="5842000"/>
          <p14:tracePt t="35803" x="1879600" y="5822950"/>
          <p14:tracePt t="35820" x="1885950" y="5778500"/>
          <p14:tracePt t="35836" x="1885950" y="5746750"/>
          <p14:tracePt t="35853" x="1885950" y="5727700"/>
          <p14:tracePt t="35870" x="1892300" y="5702300"/>
          <p14:tracePt t="35886" x="1892300" y="5683250"/>
          <p14:tracePt t="35920" x="1892300" y="5670550"/>
          <p14:tracePt t="35936" x="1892300" y="5657850"/>
          <p14:tracePt t="35953" x="1892300" y="5651500"/>
          <p14:tracePt t="36192" x="1898650" y="5645150"/>
          <p14:tracePt t="36206" x="1905000" y="5645150"/>
          <p14:tracePt t="36213" x="1911350" y="5645150"/>
          <p14:tracePt t="36221" x="1917700" y="5645150"/>
          <p14:tracePt t="36235" x="1924050" y="5638800"/>
          <p14:tracePt t="36251" x="1930400" y="5632450"/>
          <p14:tracePt t="36269" x="1955800" y="5619750"/>
          <p14:tracePt t="36284" x="1981200" y="5607050"/>
          <p14:tracePt t="36301" x="1993900" y="5600700"/>
          <p14:tracePt t="36319" x="2025650" y="5581650"/>
          <p14:tracePt t="36335" x="2044700" y="5562600"/>
          <p14:tracePt t="36351" x="2057400" y="5556250"/>
          <p14:tracePt t="36368" x="2063750" y="5549900"/>
          <p14:tracePt t="36452" x="2057400" y="5549900"/>
          <p14:tracePt t="36466" x="2051050" y="5549900"/>
          <p14:tracePt t="36473" x="2044700" y="5549900"/>
          <p14:tracePt t="36494" x="2038350" y="5549900"/>
          <p14:tracePt t="36503" x="2032000" y="5549900"/>
          <p14:tracePt t="36517" x="2025650" y="5549900"/>
          <p14:tracePt t="36533" x="2019300" y="5549900"/>
          <p14:tracePt t="36550" x="2006600" y="5549900"/>
          <p14:tracePt t="36567" x="1987550" y="5543550"/>
          <p14:tracePt t="36584" x="1974850" y="5543550"/>
          <p14:tracePt t="36601" x="1936750" y="5537200"/>
          <p14:tracePt t="36617" x="1905000" y="5530850"/>
          <p14:tracePt t="36634" x="1885950" y="5530850"/>
          <p14:tracePt t="36649" x="1879600" y="5530850"/>
          <p14:tracePt t="36666" x="1866900" y="5530850"/>
          <p14:tracePt t="36684" x="1860550" y="5524500"/>
          <p14:tracePt t="36716" x="1860550" y="5518150"/>
          <p14:tracePt t="36754" x="1866900" y="5511800"/>
          <p14:tracePt t="36775" x="1873250" y="5511800"/>
          <p14:tracePt t="36796" x="1879600" y="5505450"/>
          <p14:tracePt t="36803" x="1885950" y="5505450"/>
          <p14:tracePt t="36819" x="1892300" y="5505450"/>
          <p14:tracePt t="36833" x="1905000" y="5499100"/>
          <p14:tracePt t="36849" x="1936750" y="5486400"/>
          <p14:tracePt t="36866" x="1955800" y="5486400"/>
          <p14:tracePt t="36882" x="1993900" y="5473700"/>
          <p14:tracePt t="36899" x="2019300" y="5467350"/>
          <p14:tracePt t="36916" x="2038350" y="5461000"/>
          <p14:tracePt t="36932" x="2044700" y="5461000"/>
          <p14:tracePt t="36949" x="2044700" y="5454650"/>
          <p14:tracePt t="37035" x="2044700" y="5461000"/>
          <p14:tracePt t="38081" x="2044700" y="5448300"/>
          <p14:tracePt t="38088" x="2057400" y="5416550"/>
          <p14:tracePt t="38102" x="2082800" y="5372100"/>
          <p14:tracePt t="38111" x="2101850" y="5321300"/>
          <p14:tracePt t="38128" x="2139950" y="5264150"/>
          <p14:tracePt t="38145" x="2209800" y="5111750"/>
          <p14:tracePt t="38162" x="2273300" y="4889500"/>
          <p14:tracePt t="38178" x="2292350" y="4787900"/>
          <p14:tracePt t="38195" x="2336800" y="4572000"/>
          <p14:tracePt t="38211" x="2374900" y="4375150"/>
          <p14:tracePt t="38228" x="2393950" y="4210050"/>
          <p14:tracePt t="38244" x="2406650" y="4140200"/>
          <p14:tracePt t="38260" x="2432050" y="4019550"/>
          <p14:tracePt t="38278" x="2432050" y="3943350"/>
          <p14:tracePt t="38294" x="2432050" y="3911600"/>
          <p14:tracePt t="38311" x="2432050" y="3886200"/>
          <p14:tracePt t="38328" x="2438400" y="3822700"/>
          <p14:tracePt t="38344" x="2438400" y="3803650"/>
          <p14:tracePt t="38361" x="2444750" y="3784600"/>
          <p14:tracePt t="38377" x="2444750" y="3759200"/>
          <p14:tracePt t="38394" x="2457450" y="3727450"/>
          <p14:tracePt t="38411" x="2470150" y="3689350"/>
          <p14:tracePt t="38427" x="2470150" y="3676650"/>
          <p14:tracePt t="38444" x="2495550" y="3638550"/>
          <p14:tracePt t="38461" x="2520950" y="3594100"/>
          <p14:tracePt t="38477" x="2533650" y="3581400"/>
          <p14:tracePt t="38493" x="2552700" y="3562350"/>
          <p14:tracePt t="38510" x="2565400" y="3556000"/>
          <p14:tracePt t="38527" x="2571750" y="3549650"/>
          <p14:tracePt t="38544" x="2584450" y="3543300"/>
          <p14:tracePt t="38559" x="2597150" y="3530600"/>
          <p14:tracePt t="38576" x="2603500" y="3524250"/>
          <p14:tracePt t="38594" x="2609850" y="3517900"/>
          <p14:tracePt t="38609" x="2616200" y="3511550"/>
          <p14:tracePt t="38643" x="2622550" y="3511550"/>
          <p14:tracePt t="38742" x="2628900" y="3511550"/>
          <p14:tracePt t="38748" x="2635250" y="3511550"/>
          <p14:tracePt t="38770" x="2641600" y="3511550"/>
          <p14:tracePt t="38783" x="2647950" y="3511550"/>
          <p14:tracePt t="38804" x="2654300" y="3511550"/>
          <p14:tracePt t="38812" x="2667000" y="3511550"/>
          <p14:tracePt t="38826" x="2686050" y="3517900"/>
          <p14:tracePt t="38842" x="2711450" y="3517900"/>
          <p14:tracePt t="38858" x="2800350" y="3524250"/>
          <p14:tracePt t="38876" x="2895600" y="3543300"/>
          <p14:tracePt t="38892" x="2997200" y="3549650"/>
          <p14:tracePt t="38909" x="3041650" y="3556000"/>
          <p14:tracePt t="38925" x="3111500" y="3556000"/>
          <p14:tracePt t="38942" x="3136900" y="3556000"/>
          <p14:tracePt t="38959" x="3175000" y="3556000"/>
          <p14:tracePt t="38975" x="3181350" y="3556000"/>
          <p14:tracePt t="39100" x="3175000" y="3556000"/>
          <p14:tracePt t="39135" x="3168650" y="3556000"/>
          <p14:tracePt t="39163" x="3162300" y="3556000"/>
          <p14:tracePt t="39170" x="3155950" y="3556000"/>
          <p14:tracePt t="39184" x="3149600" y="3556000"/>
          <p14:tracePt t="39205" x="3136900" y="3556000"/>
          <p14:tracePt t="39212" x="3130550" y="3556000"/>
          <p14:tracePt t="39228" x="3117850" y="3549650"/>
          <p14:tracePt t="39241" x="3079750" y="3543300"/>
          <p14:tracePt t="39258" x="3048000" y="3530600"/>
          <p14:tracePt t="39275" x="3016250" y="3524250"/>
          <p14:tracePt t="39291" x="2959100" y="3517900"/>
          <p14:tracePt t="39307" x="2901950" y="3505200"/>
          <p14:tracePt t="39325" x="2851150" y="3498850"/>
          <p14:tracePt t="39340" x="2832100" y="3498850"/>
          <p14:tracePt t="39357" x="2800350" y="3492500"/>
          <p14:tracePt t="39374" x="2781300" y="3486150"/>
          <p14:tracePt t="39390" x="2774950" y="3486150"/>
          <p14:tracePt t="39407" x="2768600" y="3486150"/>
          <p14:tracePt t="39440" x="2762250" y="3486150"/>
          <p14:tracePt t="39472" x="2762250" y="3492500"/>
          <p14:tracePt t="39514" x="2755900" y="3492500"/>
          <p14:tracePt t="39521" x="2749550" y="3492500"/>
          <p14:tracePt t="39535" x="2743200" y="3492500"/>
          <p14:tracePt t="39543" x="2736850" y="3492500"/>
          <p14:tracePt t="39559" x="2730500" y="3492500"/>
          <p14:tracePt t="39573" x="2724150" y="3492500"/>
          <p14:tracePt t="39613" x="2711450" y="3492500"/>
          <p14:tracePt t="39633" x="2711450" y="3498850"/>
          <p14:tracePt t="39655" x="2698750" y="3498850"/>
          <p14:tracePt t="39683" x="2692400" y="3498850"/>
          <p14:tracePt t="39704" x="2686050" y="3498850"/>
          <p14:tracePt t="39725" x="2679700" y="3505200"/>
          <p14:tracePt t="39844" x="2692400" y="3505200"/>
          <p14:tracePt t="39865" x="2698750" y="3505200"/>
          <p14:tracePt t="39874" x="2705100" y="3505200"/>
          <p14:tracePt t="39886" x="2717800" y="3505200"/>
          <p14:tracePt t="39893" x="2730500" y="3505200"/>
          <p14:tracePt t="39908" x="2743200" y="3505200"/>
          <p14:tracePt t="39922" x="2762250" y="3505200"/>
          <p14:tracePt t="39939" x="2794000" y="3498850"/>
          <p14:tracePt t="39943" x="2813050" y="3498850"/>
          <p14:tracePt t="39959" x="2838450" y="3492500"/>
          <p14:tracePt t="39971" x="2844800" y="3492500"/>
          <p14:tracePt t="39988" x="2870200" y="3486150"/>
          <p14:tracePt t="40005" x="2876550" y="3479800"/>
          <p14:tracePt t="40021" x="2895600" y="3479800"/>
          <p14:tracePt t="40038" x="2901950" y="3473450"/>
          <p14:tracePt t="40392" x="2901950" y="3479800"/>
          <p14:tracePt t="40819" x="2889250" y="3492500"/>
          <p14:tracePt t="40825" x="2876550" y="3524250"/>
          <p14:tracePt t="40840" x="2857500" y="3556000"/>
          <p14:tracePt t="40852" x="2832100" y="3606800"/>
          <p14:tracePt t="40869" x="2781300" y="3721100"/>
          <p14:tracePt t="40885" x="2768600" y="3778250"/>
          <p14:tracePt t="40902" x="2705100" y="3924300"/>
          <p14:tracePt t="40918" x="2660650" y="4057650"/>
          <p14:tracePt t="40935" x="2616200" y="4140200"/>
          <p14:tracePt t="40952" x="2559050" y="4286250"/>
          <p14:tracePt t="40969" x="2508250" y="4445000"/>
          <p14:tracePt t="40985" x="2489200" y="4527550"/>
          <p14:tracePt t="41002" x="2419350" y="4660900"/>
          <p14:tracePt t="41018" x="2349500" y="4800600"/>
          <p14:tracePt t="41035" x="2311400" y="4870450"/>
          <p14:tracePt t="41051" x="2254250" y="5016500"/>
          <p14:tracePt t="41068" x="2203450" y="5086350"/>
          <p14:tracePt t="41085" x="2139950" y="5200650"/>
          <p14:tracePt t="41101" x="2089150" y="5264150"/>
          <p14:tracePt t="41118" x="2076450" y="5289550"/>
          <p14:tracePt t="41135" x="2044700" y="5321300"/>
          <p14:tracePt t="41151" x="2038350" y="5340350"/>
          <p14:tracePt t="41168" x="2032000" y="5346700"/>
          <p14:tracePt t="41185" x="2025650" y="5372100"/>
          <p14:tracePt t="41201" x="2000250" y="5403850"/>
          <p14:tracePt t="41217" x="1981200" y="5435600"/>
          <p14:tracePt t="41234" x="1936750" y="5524500"/>
          <p14:tracePt t="41251" x="1898650" y="5645150"/>
          <p14:tracePt t="41268" x="1879600" y="5689600"/>
          <p14:tracePt t="41284" x="1841500" y="5784850"/>
          <p14:tracePt t="41300" x="1809750" y="5861050"/>
          <p14:tracePt t="41318" x="1784350" y="5930900"/>
          <p14:tracePt t="41334" x="1778000" y="5962650"/>
          <p14:tracePt t="41350" x="1771650" y="5981700"/>
          <p14:tracePt t="41367" x="1758950" y="6045200"/>
          <p14:tracePt t="41383" x="1752600" y="6064250"/>
          <p14:tracePt t="41400" x="1752600" y="6076950"/>
          <p14:tracePt t="41417" x="1758950" y="6083300"/>
          <p14:tracePt t="41773" x="1771650" y="6108700"/>
          <p14:tracePt t="41779" x="1778000" y="6140450"/>
          <p14:tracePt t="41794" x="1797050" y="6172200"/>
          <p14:tracePt t="41802" x="1803400" y="6197600"/>
          <p14:tracePt t="41816" x="1822450" y="6229350"/>
          <p14:tracePt t="41833" x="1841500" y="6286500"/>
          <p14:tracePt t="41849" x="1854200" y="6305550"/>
          <p14:tracePt t="41866" x="1866900" y="6337300"/>
          <p14:tracePt t="41882" x="1885950" y="6362700"/>
          <p14:tracePt t="41900" x="1892300" y="6381750"/>
          <p14:tracePt t="41915" x="1892300" y="6394450"/>
          <p14:tracePt t="41932" x="1898650" y="6400800"/>
          <p14:tracePt t="41949" x="1911350" y="6413500"/>
          <p14:tracePt t="41965" x="1911350" y="6419850"/>
          <p14:tracePt t="42132" x="1911350" y="6413500"/>
          <p14:tracePt t="42152" x="1911350" y="6407150"/>
          <p14:tracePt t="42160" x="1911350" y="6400800"/>
          <p14:tracePt t="42174" x="1905000" y="6394450"/>
          <p14:tracePt t="42194" x="1898650" y="6388100"/>
          <p14:tracePt t="42223" x="1898650" y="6381750"/>
          <p14:tracePt t="42229" x="1898650" y="6375400"/>
          <p14:tracePt t="42244" x="1892300" y="6369050"/>
          <p14:tracePt t="42251" x="1885950" y="6369050"/>
          <p14:tracePt t="42267" x="1885950" y="6362700"/>
          <p14:tracePt t="42281" x="1885950" y="6356350"/>
          <p14:tracePt t="42297" x="1873250" y="6350000"/>
          <p14:tracePt t="42314" x="1860550" y="6330950"/>
          <p14:tracePt t="42330" x="1854200" y="6318250"/>
          <p14:tracePt t="42347" x="1841500" y="6299200"/>
          <p14:tracePt t="42364" x="1835150" y="6280150"/>
          <p14:tracePt t="42380" x="1828800" y="6280150"/>
          <p14:tracePt t="42397" x="1822450" y="6273800"/>
          <p14:tracePt t="42413" x="1822450" y="6267450"/>
          <p14:tracePt t="42448" x="1816100" y="6261100"/>
          <p14:tracePt t="42476" x="1809750" y="6254750"/>
          <p14:tracePt t="42504" x="1803400" y="6248400"/>
          <p14:tracePt t="42511" x="1803400" y="6242050"/>
          <p14:tracePt t="42574" x="1803400" y="6235700"/>
          <p14:tracePt t="42602" x="1797050" y="6229350"/>
          <p14:tracePt t="42623" x="1797050" y="6223000"/>
          <p14:tracePt t="42645" x="1797050" y="6216650"/>
          <p14:tracePt t="42651" x="1797050" y="6210300"/>
          <p14:tracePt t="42672" x="1797050" y="6203950"/>
          <p14:tracePt t="42693" x="1790700" y="6203950"/>
          <p14:tracePt t="42722" x="1790700" y="6197600"/>
          <p14:tracePt t="42743" x="1784350" y="6191250"/>
          <p14:tracePt t="42764" x="1784350" y="6184900"/>
          <p14:tracePt t="42792" x="1778000" y="6178550"/>
          <p14:tracePt t="42827" x="1778000" y="6172200"/>
          <p14:tracePt t="43066" x="1778000" y="6165850"/>
          <p14:tracePt t="43164" x="1784350" y="6165850"/>
          <p14:tracePt t="43227" x="1790700" y="6165850"/>
          <p14:tracePt t="43276" x="1784350" y="6172200"/>
          <p14:tracePt t="43283" x="1784350" y="6178550"/>
          <p14:tracePt t="43297" x="1784350" y="6184900"/>
          <p14:tracePt t="43311" x="1784350" y="6197600"/>
          <p14:tracePt t="43327" x="1771650" y="6223000"/>
          <p14:tracePt t="43344" x="1771650" y="6242050"/>
          <p14:tracePt t="43361" x="1758950" y="6286500"/>
          <p14:tracePt t="43377" x="1752600" y="6324600"/>
          <p14:tracePt t="43393" x="1746250" y="6343650"/>
          <p14:tracePt t="43410" x="1739900" y="6388100"/>
          <p14:tracePt t="43427" x="1733550" y="6407150"/>
          <p14:tracePt t="43443" x="1733550" y="6419850"/>
          <p14:tracePt t="43460" x="1733550" y="6426200"/>
          <p14:tracePt t="43476" x="1733550" y="6432550"/>
          <p14:tracePt t="43494" x="1733550" y="6438900"/>
          <p14:tracePt t="43536" x="1733550" y="6445250"/>
          <p14:tracePt t="43656" x="1733550" y="6451600"/>
          <p14:tracePt t="43979" x="1727200" y="6451600"/>
          <p14:tracePt t="43986" x="1720850" y="6451600"/>
          <p14:tracePt t="44007" x="1714500" y="6451600"/>
          <p14:tracePt t="44028" x="1708150" y="6451600"/>
          <p14:tracePt t="44049" x="1701800" y="6451600"/>
          <p14:tracePt t="44056" x="1695450" y="6451600"/>
          <p14:tracePt t="44098" x="1689100" y="6451600"/>
          <p14:tracePt t="44126" x="1682750" y="6451600"/>
          <p14:tracePt t="44168" x="1676400" y="6451600"/>
          <p14:tracePt t="44197" x="1670050" y="6451600"/>
          <p14:tracePt t="44232" x="1663700" y="6451600"/>
          <p14:tracePt t="44253" x="1663700" y="6445250"/>
          <p14:tracePt t="44267" x="1663700" y="6438900"/>
          <p14:tracePt t="44288" x="1663700" y="6432550"/>
          <p14:tracePt t="44309" x="1676400" y="6426200"/>
          <p14:tracePt t="44337" x="1682750" y="6426200"/>
          <p14:tracePt t="44358" x="1689100" y="6419850"/>
          <p14:tracePt t="44372" x="1695450" y="6413500"/>
          <p14:tracePt t="44379" x="1695450" y="6407150"/>
          <p14:tracePt t="44393" x="1701800" y="6400800"/>
          <p14:tracePt t="44407" x="1727200" y="6375400"/>
          <p14:tracePt t="44423" x="1733550" y="6362700"/>
          <p14:tracePt t="44439" x="1752600" y="6337300"/>
          <p14:tracePt t="44456" x="1784350" y="6267450"/>
          <p14:tracePt t="44473" x="1822450" y="6146800"/>
          <p14:tracePt t="44489" x="1822450" y="6096000"/>
          <p14:tracePt t="44493" x="1828800" y="6019800"/>
          <p14:tracePt t="44506" x="1841500" y="5937250"/>
          <p14:tracePt t="44523" x="1841500" y="5810250"/>
          <p14:tracePt t="44540" x="1841500" y="5734050"/>
          <p14:tracePt t="44556" x="1828800" y="5600700"/>
          <p14:tracePt t="44572" x="1809750" y="5511800"/>
          <p14:tracePt t="44590" x="1778000" y="5435600"/>
          <p14:tracePt t="44605" x="1771650" y="5416550"/>
          <p14:tracePt t="44622" x="1758950" y="5384800"/>
          <p14:tracePt t="44640" x="1746250" y="5372100"/>
          <p14:tracePt t="44672" x="1739900" y="5365750"/>
          <p14:tracePt t="44689" x="1733550" y="5365750"/>
          <p14:tracePt t="44730" x="1733550" y="5372100"/>
          <p14:tracePt t="44779" x="1727200" y="5372100"/>
          <p14:tracePt t="44843" x="1720850" y="5372100"/>
          <p14:tracePt t="44899" x="1714500" y="5378450"/>
          <p14:tracePt t="44934" x="1708150" y="5378450"/>
          <p14:tracePt t="44940" x="1701800" y="5378450"/>
          <p14:tracePt t="44961" x="1695450" y="5384800"/>
          <p14:tracePt t="45025" x="1689100" y="5384800"/>
          <p14:tracePt t="45082" x="1689100" y="5391150"/>
          <p14:tracePt t="45152" x="1701800" y="5391150"/>
          <p14:tracePt t="45166" x="1708150" y="5391150"/>
          <p14:tracePt t="45173" x="1714500" y="5391150"/>
          <p14:tracePt t="45194" x="1727200" y="5391150"/>
          <p14:tracePt t="45203" x="1739900" y="5391150"/>
          <p14:tracePt t="45220" x="1746250" y="5391150"/>
          <p14:tracePt t="45237" x="1784350" y="5384800"/>
          <p14:tracePt t="45253" x="1816100" y="5378450"/>
          <p14:tracePt t="45271" x="1854200" y="5378450"/>
          <p14:tracePt t="45286" x="1866900" y="5372100"/>
          <p14:tracePt t="45304" x="1879600" y="5372100"/>
          <p14:tracePt t="45320" x="1905000" y="5365750"/>
          <p14:tracePt t="45337" x="1911350" y="5365750"/>
          <p14:tracePt t="45353" x="1917700" y="5365750"/>
          <p14:tracePt t="45405" x="1917700" y="5372100"/>
          <p14:tracePt t="45454" x="1911350" y="5372100"/>
          <p14:tracePt t="45461" x="1905000" y="5372100"/>
          <p14:tracePt t="45503" x="1892300" y="5378450"/>
          <p14:tracePt t="45517" x="1885950" y="5378450"/>
          <p14:tracePt t="45531" x="1879600" y="5378450"/>
          <p14:tracePt t="45545" x="1873250" y="5378450"/>
          <p14:tracePt t="45553" x="1866900" y="5384800"/>
          <p14:tracePt t="45569" x="1854200" y="5384800"/>
          <p14:tracePt t="45587" x="1828800" y="5397500"/>
          <p14:tracePt t="45602" x="1797050" y="5403850"/>
          <p14:tracePt t="45619" x="1784350" y="5403850"/>
          <p14:tracePt t="45636" x="1765300" y="5416550"/>
          <p14:tracePt t="45652" x="1739900" y="5422900"/>
          <p14:tracePt t="45669" x="1720850" y="5429250"/>
          <p14:tracePt t="45686" x="1701800" y="5435600"/>
          <p14:tracePt t="45719" x="1689100" y="5441950"/>
          <p14:tracePt t="45826" x="1695450" y="5441950"/>
          <p14:tracePt t="45854" x="1708150" y="5441950"/>
          <p14:tracePt t="45869" x="1714500" y="5441950"/>
          <p14:tracePt t="45882" x="1720850" y="5441950"/>
          <p14:tracePt t="45903" x="1727200" y="5441950"/>
          <p14:tracePt t="45917" x="1733550" y="5441950"/>
          <p14:tracePt t="45924" x="1746250" y="5441950"/>
          <p14:tracePt t="45938" x="1758950" y="5441950"/>
          <p14:tracePt t="45952" x="1771650" y="5441950"/>
          <p14:tracePt t="45968" x="1809750" y="5441950"/>
          <p14:tracePt t="45985" x="1816100" y="5441950"/>
          <p14:tracePt t="46002" x="1847850" y="5435600"/>
          <p14:tracePt t="46018" x="1873250" y="5435600"/>
          <p14:tracePt t="46035" x="1879600" y="5429250"/>
          <p14:tracePt t="46051" x="1892300" y="5429250"/>
          <p14:tracePt t="46067" x="1898650" y="5429250"/>
          <p14:tracePt t="46087" x="1905000" y="5429250"/>
          <p14:tracePt t="46114" x="1911350" y="5429250"/>
          <p14:tracePt t="46149" x="1917700" y="5429250"/>
          <p14:tracePt t="46163" x="1924050" y="5429250"/>
          <p14:tracePt t="46226" x="1930400" y="5429250"/>
          <p14:tracePt t="46234" x="1936750" y="5429250"/>
          <p14:tracePt t="46254" x="1943100" y="5429250"/>
          <p14:tracePt t="46276" x="1949450" y="5429250"/>
          <p14:tracePt t="46304" x="1955800" y="5429250"/>
          <p14:tracePt t="46535" x="1949450" y="5429250"/>
          <p14:tracePt t="46620" x="1943100" y="5429250"/>
          <p14:tracePt t="46641" x="1936750" y="5429250"/>
          <p14:tracePt t="46647" x="1936750" y="5435600"/>
          <p14:tracePt t="46655" x="1930400" y="5435600"/>
          <p14:tracePt t="46676" x="1930400" y="5441950"/>
          <p14:tracePt t="46690" x="1924050" y="5454650"/>
          <p14:tracePt t="46711" x="1917700" y="5467350"/>
          <p14:tracePt t="46718" x="1917700" y="5486400"/>
          <p14:tracePt t="46732" x="1911350" y="5505450"/>
          <p14:tracePt t="46748" x="1892300" y="5581650"/>
          <p14:tracePt t="46765" x="1879600" y="5619750"/>
          <p14:tracePt t="46782" x="1866900" y="5715000"/>
          <p14:tracePt t="46798" x="1841500" y="5797550"/>
          <p14:tracePt t="46815" x="1828800" y="5829300"/>
          <p14:tracePt t="46832" x="1816100" y="5880100"/>
          <p14:tracePt t="46848" x="1809750" y="5905500"/>
          <p14:tracePt t="46866" x="1803400" y="5962650"/>
          <p14:tracePt t="46881" x="1803400" y="5975350"/>
          <p14:tracePt t="46898" x="1797050" y="5994400"/>
          <p14:tracePt t="46915" x="1797050" y="6019800"/>
          <p14:tracePt t="46931" x="1797050" y="6045200"/>
          <p14:tracePt t="46948" x="1790700" y="6057900"/>
          <p14:tracePt t="46964" x="1790700" y="6083300"/>
          <p14:tracePt t="46981" x="1790700" y="6096000"/>
          <p14:tracePt t="47014" x="1790700" y="6115050"/>
          <p14:tracePt t="47031" x="1790700" y="6134100"/>
          <p14:tracePt t="47050" x="1790700" y="6140450"/>
          <p14:tracePt t="47064" x="1784350" y="6146800"/>
          <p14:tracePt t="47081" x="1784350" y="6159500"/>
          <p14:tracePt t="47098" x="1784350" y="6178550"/>
          <p14:tracePt t="47114" x="1778000" y="6178550"/>
          <p14:tracePt t="47130" x="1778000" y="6184900"/>
          <p14:tracePt t="47147" x="1778000" y="6203950"/>
          <p14:tracePt t="47164" x="1778000" y="6216650"/>
          <p14:tracePt t="47182" x="1778000" y="6242050"/>
          <p14:tracePt t="47197" x="1778000" y="6254750"/>
          <p14:tracePt t="47213" x="1778000" y="6286500"/>
          <p14:tracePt t="47231" x="1771650" y="6318250"/>
          <p14:tracePt t="47247" x="1771650" y="6337300"/>
          <p14:tracePt t="47263" x="1771650" y="6375400"/>
          <p14:tracePt t="47280" x="1771650" y="6413500"/>
          <p14:tracePt t="47297" x="1771650" y="6426200"/>
          <p14:tracePt t="47313" x="1771650" y="6432550"/>
          <p14:tracePt t="47330" x="1771650" y="6445250"/>
          <p14:tracePt t="47362" x="1771650" y="6451600"/>
          <p14:tracePt t="47413" x="1765300" y="6451600"/>
          <p14:tracePt t="47421" x="1765300" y="6457950"/>
          <p14:tracePt t="47429" x="1758950" y="6457950"/>
          <p14:tracePt t="47449" x="1752600" y="6464300"/>
          <p14:tracePt t="47519" x="1746250" y="6470650"/>
          <p14:tracePt t="47533" x="1739900" y="6470650"/>
          <p14:tracePt t="47562" x="1733550" y="6477000"/>
          <p14:tracePt t="47568" x="1727200" y="6477000"/>
          <p14:tracePt t="47589" x="1720850" y="6477000"/>
          <p14:tracePt t="47610" x="1720850" y="6483350"/>
          <p14:tracePt t="47631" x="1714500" y="6483350"/>
          <p14:tracePt t="47638" x="1708150" y="6483350"/>
          <p14:tracePt t="47660" x="1701800" y="6483350"/>
          <p14:tracePt t="47680" x="1695450" y="6483350"/>
          <p14:tracePt t="47702" x="1689100" y="6483350"/>
          <p14:tracePt t="47744" x="1682750" y="6483350"/>
          <p14:tracePt t="47779" x="1682750" y="6489700"/>
          <p14:tracePt t="47800" x="1676400" y="6489700"/>
          <p14:tracePt t="47821" x="1670050" y="6489700"/>
          <p14:tracePt t="47912" x="1676400" y="6489700"/>
          <p14:tracePt t="47941" x="1682750" y="6489700"/>
          <p14:tracePt t="47955" x="1689100" y="6489700"/>
          <p14:tracePt t="47963" x="1695450" y="6489700"/>
          <p14:tracePt t="47983" x="1701800" y="6489700"/>
          <p14:tracePt t="47994" x="1708150" y="6489700"/>
          <p14:tracePt t="48011" x="1714500" y="6489700"/>
          <p14:tracePt t="48027" x="1720850" y="6489700"/>
          <p14:tracePt t="48053" x="1733550" y="6489700"/>
          <p14:tracePt t="48073" x="1739900" y="6489700"/>
          <p14:tracePt t="48102" x="1746250" y="6489700"/>
          <p14:tracePt t="48130" x="1752600" y="6489700"/>
          <p14:tracePt t="48215" x="1746250" y="6489700"/>
          <p14:tracePt t="48222" x="1739900" y="6489700"/>
          <p14:tracePt t="48235" x="1733550" y="6489700"/>
          <p14:tracePt t="48244" x="1727200" y="6489700"/>
          <p14:tracePt t="48259" x="1720850" y="6489700"/>
          <p14:tracePt t="48277" x="1682750" y="6483350"/>
          <p14:tracePt t="48293" x="1644650" y="6470650"/>
          <p14:tracePt t="48309" x="1612900" y="6470650"/>
          <p14:tracePt t="48327" x="1562100" y="6451600"/>
          <p14:tracePt t="48343" x="1511300" y="6445250"/>
          <p14:tracePt t="48359" x="1504950" y="6445250"/>
          <p14:tracePt t="48377" x="1485900" y="6445250"/>
          <p14:tracePt t="48392" x="1479550" y="6445250"/>
          <p14:tracePt t="48409" x="1466850" y="6445250"/>
          <p14:tracePt t="48482" x="1466850" y="6438900"/>
          <p14:tracePt t="48517" x="1473200" y="6438900"/>
          <p14:tracePt t="48523" x="1479550" y="6438900"/>
          <p14:tracePt t="48538" x="1485900" y="6438900"/>
          <p14:tracePt t="48545" x="1492250" y="6438900"/>
          <p14:tracePt t="48559" x="1492250" y="6432550"/>
          <p14:tracePt t="48575" x="1498600" y="6432550"/>
          <p14:tracePt t="48591" x="1504950" y="6432550"/>
          <p14:tracePt t="48609" x="1530350" y="6432550"/>
          <p14:tracePt t="48625" x="1555750" y="6432550"/>
          <p14:tracePt t="48643" x="1593850" y="6432550"/>
          <p14:tracePt t="48658" x="1612900" y="6432550"/>
          <p14:tracePt t="48675" x="1638300" y="6432550"/>
          <p14:tracePt t="48693" x="1695450" y="6432550"/>
          <p14:tracePt t="48708" x="1714500" y="6432550"/>
          <p14:tracePt t="48725" x="1739900" y="6432550"/>
          <p14:tracePt t="48742" x="1765300" y="6438900"/>
          <p14:tracePt t="48758" x="1784350" y="6445250"/>
          <p14:tracePt t="48775" x="1797050" y="6445250"/>
          <p14:tracePt t="48791" x="1803400" y="6445250"/>
          <p14:tracePt t="48808" x="1809750" y="6445250"/>
          <p14:tracePt t="48841" x="1809750" y="6451600"/>
          <p14:tracePt t="48896" x="1816100" y="6451600"/>
          <p14:tracePt t="48966" x="1822450" y="6451600"/>
          <p14:tracePt t="49043" x="1816100" y="6451600"/>
          <p14:tracePt t="49086" x="1809750" y="6451600"/>
          <p14:tracePt t="49107" x="1803400" y="6451600"/>
          <p14:tracePt t="49113" x="1797050" y="6451600"/>
          <p14:tracePt t="49127" x="1790700" y="6451600"/>
          <p14:tracePt t="49156" x="1784350" y="6451600"/>
          <p14:tracePt t="49170" x="1778000" y="6451600"/>
          <p14:tracePt t="49184" x="1758950" y="6451600"/>
          <p14:tracePt t="49198" x="1746250" y="6451600"/>
          <p14:tracePt t="49206" x="1733550" y="6451600"/>
          <p14:tracePt t="49223" x="1714500" y="6451600"/>
          <p14:tracePt t="49240" x="1663700" y="6445250"/>
          <p14:tracePt t="49256" x="1631950" y="6438900"/>
          <p14:tracePt t="49273" x="1606550" y="6438900"/>
          <p14:tracePt t="49289" x="1574800" y="6426200"/>
          <p14:tracePt t="49306" x="1562100" y="6426200"/>
          <p14:tracePt t="49323" x="1543050" y="6426200"/>
          <p14:tracePt t="49367" x="1549400" y="6426200"/>
          <p14:tracePt t="49381" x="1562100" y="6426200"/>
          <p14:tracePt t="49389" x="1568450" y="6426200"/>
          <p14:tracePt t="49406" x="1581150" y="6426200"/>
          <p14:tracePt t="49423" x="1612900" y="6426200"/>
          <p14:tracePt t="49439" x="1663700" y="6426200"/>
          <p14:tracePt t="49456" x="1695450" y="6426200"/>
          <p14:tracePt t="49472" x="1765300" y="6426200"/>
          <p14:tracePt t="49488" x="1835150" y="6426200"/>
          <p14:tracePt t="49507" x="1873250" y="6426200"/>
          <p14:tracePt t="49522" x="1892300" y="6426200"/>
          <p14:tracePt t="49539" x="1905000" y="6426200"/>
          <p14:tracePt t="49577" x="1898650" y="6432550"/>
          <p14:tracePt t="49598" x="1885950" y="6432550"/>
          <p14:tracePt t="49608" x="1879600" y="6432550"/>
          <p14:tracePt t="49621" x="1873250" y="6438900"/>
          <p14:tracePt t="49638" x="1847850" y="6438900"/>
          <p14:tracePt t="49655" x="1816100" y="6438900"/>
          <p14:tracePt t="49671" x="1778000" y="6438900"/>
          <p14:tracePt t="49688" x="1739900" y="6445250"/>
          <p14:tracePt t="49705" x="1689100" y="6445250"/>
          <p14:tracePt t="49721" x="1651000" y="6445250"/>
          <p14:tracePt t="49739" x="1631950" y="6445250"/>
          <p14:tracePt t="49755" x="1625600" y="6445250"/>
          <p14:tracePt t="49791" x="1631950" y="6445250"/>
          <p14:tracePt t="49804" x="1644650" y="6445250"/>
          <p14:tracePt t="49821" x="1657350" y="6445250"/>
          <p14:tracePt t="49838" x="1682750" y="6445250"/>
          <p14:tracePt t="49854" x="1695450" y="6445250"/>
          <p14:tracePt t="49871" x="1714500" y="6445250"/>
          <p14:tracePt t="49888" x="1771650" y="6432550"/>
          <p14:tracePt t="49904" x="1784350" y="6432550"/>
          <p14:tracePt t="49922" x="1790700" y="6432550"/>
          <p14:tracePt t="49992" x="1784350" y="6432550"/>
          <p14:tracePt t="49998" x="1778000" y="6432550"/>
          <p14:tracePt t="50013" x="1771650" y="6432550"/>
          <p14:tracePt t="50021" x="1758950" y="6432550"/>
          <p14:tracePt t="50037" x="1746250" y="6432550"/>
          <p14:tracePt t="50054" x="1708150" y="6432550"/>
          <p14:tracePt t="50070" x="1657350" y="6432550"/>
          <p14:tracePt t="50087" x="1638300" y="6419850"/>
          <p14:tracePt t="50091" x="1619250" y="6419850"/>
          <p14:tracePt t="50104" x="1593850" y="6419850"/>
          <p14:tracePt t="50120" x="1568450" y="6413500"/>
          <p14:tracePt t="50153" x="1562100" y="6413500"/>
          <p14:tracePt t="50181" x="1574800" y="6413500"/>
          <p14:tracePt t="50190" x="1587500" y="6413500"/>
          <p14:tracePt t="50203" x="1606550" y="6413500"/>
          <p14:tracePt t="50219" x="1638300" y="6413500"/>
          <p14:tracePt t="50237" x="1790700" y="6413500"/>
          <p14:tracePt t="50253" x="1854200" y="6413500"/>
          <p14:tracePt t="50269" x="1930400" y="6413500"/>
          <p14:tracePt t="50287" x="2057400" y="6413500"/>
          <p14:tracePt t="50304" x="2139950" y="6413500"/>
          <p14:tracePt t="50319" x="2159000" y="6413500"/>
          <p14:tracePt t="50336" x="2178050" y="6413500"/>
          <p14:tracePt t="50378" x="2171700" y="6413500"/>
          <p14:tracePt t="50413" x="2165350" y="6413500"/>
          <p14:tracePt t="50420" x="2152650" y="6413500"/>
          <p14:tracePt t="50434" x="2133600" y="6413500"/>
          <p14:tracePt t="50441" x="2114550" y="6413500"/>
          <p14:tracePt t="50452" x="2082800" y="6413500"/>
          <p14:tracePt t="50469" x="2032000" y="6413500"/>
          <p14:tracePt t="50485" x="1930400" y="6419850"/>
          <p14:tracePt t="50502" x="1892300" y="6419850"/>
          <p14:tracePt t="50519" x="1765300" y="6413500"/>
          <p14:tracePt t="50535" x="1739900" y="6413500"/>
          <p14:tracePt t="50552" x="1720850" y="6407150"/>
          <p14:tracePt t="50569" x="1701800" y="6407150"/>
          <p14:tracePt t="50585" x="1689100" y="6400800"/>
          <p14:tracePt t="50680" x="1695450" y="6400800"/>
          <p14:tracePt t="50694" x="1701800" y="6400800"/>
          <p14:tracePt t="50703" x="1708150" y="6400800"/>
          <p14:tracePt t="50715" x="1714500" y="6400800"/>
          <p14:tracePt t="50722" x="1720850" y="6400800"/>
          <p14:tracePt t="50734" x="1733550" y="6400800"/>
          <p14:tracePt t="50751" x="1758950" y="6400800"/>
          <p14:tracePt t="50768" x="1778000" y="6400800"/>
          <p14:tracePt t="50785" x="1809750" y="6400800"/>
          <p14:tracePt t="50801" x="1828800" y="6400800"/>
          <p14:tracePt t="50818" x="1835150" y="6400800"/>
          <p14:tracePt t="50835" x="1841500" y="6400800"/>
          <p14:tracePt t="50856" x="1847850" y="6400800"/>
          <p14:tracePt t="50926" x="1854200" y="6400800"/>
          <p14:tracePt t="50940" x="1866900" y="6400800"/>
          <p14:tracePt t="50954" x="1873250" y="6400800"/>
          <p14:tracePt t="50961" x="1885950" y="6400800"/>
          <p14:tracePt t="50975" x="1898650" y="6400800"/>
          <p14:tracePt t="50984" x="1917700" y="6400800"/>
          <p14:tracePt t="51000" x="1943100" y="6400800"/>
          <p14:tracePt t="51017" x="2000250" y="6400800"/>
          <p14:tracePt t="51033" x="2070100" y="6381750"/>
          <p14:tracePt t="51050" x="2101850" y="6381750"/>
          <p14:tracePt t="51067" x="2139950" y="6375400"/>
          <p14:tracePt t="51083" x="2159000" y="6369050"/>
          <p14:tracePt t="51101" x="2171700" y="6362700"/>
          <p14:tracePt t="51171" x="2171700" y="6369050"/>
          <p14:tracePt t="51193" x="2165350" y="6369050"/>
          <p14:tracePt t="51221" x="2159000" y="6369050"/>
          <p14:tracePt t="51242" x="2152650" y="6369050"/>
          <p14:tracePt t="51333" x="2152650" y="6362700"/>
          <p14:tracePt t="51397" x="2152650" y="6356350"/>
          <p14:tracePt t="51404" x="2146300" y="6356350"/>
          <p14:tracePt t="51425" x="2139950" y="6356350"/>
          <p14:tracePt t="51433" x="2127250" y="6356350"/>
          <p14:tracePt t="51448" x="2114550" y="6356350"/>
          <p14:tracePt t="51467" x="2076450" y="6356350"/>
          <p14:tracePt t="51482" x="2038350" y="6356350"/>
          <p14:tracePt t="51499" x="1917700" y="6343650"/>
          <p14:tracePt t="51516" x="1790700" y="6324600"/>
          <p14:tracePt t="51532" x="1708150" y="6318250"/>
          <p14:tracePt t="51548" x="1555750" y="6318250"/>
          <p14:tracePt t="51566" x="1428750" y="6305550"/>
          <p14:tracePt t="51582" x="1365250" y="6305550"/>
          <p14:tracePt t="51598" x="1282700" y="6305550"/>
          <p14:tracePt t="51615" x="1238250" y="6305550"/>
          <p14:tracePt t="51632" x="1231900" y="6305550"/>
          <p14:tracePt t="51649" x="1212850" y="6305550"/>
          <p14:tracePt t="51664" x="1206500" y="6305550"/>
          <p14:tracePt t="51706" x="1200150" y="6311900"/>
          <p14:tracePt t="51714" x="1193800" y="6311900"/>
          <p14:tracePt t="51734" x="1187450" y="6318250"/>
          <p14:tracePt t="51769" x="1187450" y="6324600"/>
          <p14:tracePt t="51804" x="1181100" y="6324600"/>
          <p14:tracePt t="51825" x="1174750" y="6330950"/>
          <p14:tracePt t="51846" x="1162050" y="6330950"/>
          <p14:tracePt t="51874" x="1162050" y="6337300"/>
          <p14:tracePt t="51895" x="1162050" y="6343650"/>
          <p14:tracePt t="51916" x="1155700" y="6343650"/>
          <p14:tracePt t="51923" x="1149350" y="6343650"/>
          <p14:tracePt t="51945" x="1149350" y="6350000"/>
          <p14:tracePt t="52015" x="1155700" y="6343650"/>
          <p14:tracePt t="52029" x="1155700" y="6337300"/>
          <p14:tracePt t="52036" x="1162050" y="6330950"/>
          <p14:tracePt t="52050" x="1168400" y="6324600"/>
          <p14:tracePt t="52064" x="1193800" y="6286500"/>
          <p14:tracePt t="52080" x="1219200" y="6267450"/>
          <p14:tracePt t="52097" x="1244600" y="6223000"/>
          <p14:tracePt t="52113" x="1308100" y="6146800"/>
          <p14:tracePt t="52129" x="1371600" y="6051550"/>
          <p14:tracePt t="52133" x="1397000" y="6007100"/>
          <p14:tracePt t="52163" x="1447800" y="5943600"/>
          <p14:tracePt t="52180" x="1466850" y="5911850"/>
          <p14:tracePt t="52197" x="1479550" y="5873750"/>
          <p14:tracePt t="52213" x="1485900" y="5867400"/>
          <p14:tracePt t="52229" x="1485900" y="5861050"/>
          <p14:tracePt t="52296" x="1485900" y="5867400"/>
          <p14:tracePt t="52310" x="1479550" y="5873750"/>
          <p14:tracePt t="52316" x="1473200" y="5880100"/>
          <p14:tracePt t="52332" x="1466850" y="5892800"/>
          <p14:tracePt t="52346" x="1447800" y="5918200"/>
          <p14:tracePt t="52362" x="1435100" y="5937250"/>
          <p14:tracePt t="52379" x="1422400" y="5962650"/>
          <p14:tracePt t="52395" x="1377950" y="6007100"/>
          <p14:tracePt t="52413" x="1327150" y="6070600"/>
          <p14:tracePt t="52429" x="1289050" y="6108700"/>
          <p14:tracePt t="52445" x="1276350" y="6127750"/>
          <p14:tracePt t="52462" x="1257300" y="6153150"/>
          <p14:tracePt t="52479" x="1244600" y="6165850"/>
          <p14:tracePt t="52511" x="1244600" y="6172200"/>
          <p14:tracePt t="52549" x="1238250" y="6178550"/>
          <p14:tracePt t="52738" x="1244600" y="6178550"/>
          <p14:tracePt t="52752" x="1250950" y="6178550"/>
          <p14:tracePt t="52759" x="1257300" y="6172200"/>
          <p14:tracePt t="52766" x="1263650" y="6172200"/>
          <p14:tracePt t="52781" x="1276350" y="6165850"/>
          <p14:tracePt t="52794" x="1289050" y="6153150"/>
          <p14:tracePt t="52811" x="1339850" y="6127750"/>
          <p14:tracePt t="52827" x="1371600" y="6102350"/>
          <p14:tracePt t="52844" x="1447800" y="6064250"/>
          <p14:tracePt t="52860" x="1524000" y="6013450"/>
          <p14:tracePt t="52877" x="1549400" y="5994400"/>
          <p14:tracePt t="52894" x="1593850" y="5969000"/>
          <p14:tracePt t="52910" x="1619250" y="5956300"/>
          <p14:tracePt t="52928" x="1619250" y="5949950"/>
          <p14:tracePt t="52970" x="1619250" y="5956300"/>
          <p14:tracePt t="52980" x="1619250" y="5962650"/>
          <p14:tracePt t="52993" x="1612900" y="5975350"/>
          <p14:tracePt t="53010" x="1606550" y="5981700"/>
          <p14:tracePt t="53026" x="1593850" y="6013450"/>
          <p14:tracePt t="53043" x="1574800" y="6064250"/>
          <p14:tracePt t="53061" x="1543050" y="6127750"/>
          <p14:tracePt t="53077" x="1524000" y="6159500"/>
          <p14:tracePt t="53093" x="1498600" y="6229350"/>
          <p14:tracePt t="53110" x="1485900" y="6280150"/>
          <p14:tracePt t="53126" x="1479550" y="6292850"/>
          <p14:tracePt t="53143" x="1473200" y="6311900"/>
          <p14:tracePt t="53160" x="1473200" y="6324600"/>
          <p14:tracePt t="53176" x="1473200" y="6330950"/>
          <p14:tracePt t="53193" x="1485900" y="6330950"/>
          <p14:tracePt t="53210" x="1498600" y="6330950"/>
          <p14:tracePt t="53226" x="1517650" y="6337300"/>
          <p14:tracePt t="53243" x="1530350" y="6337300"/>
          <p14:tracePt t="53259" x="1638300" y="6337300"/>
          <p14:tracePt t="53276" x="1689100" y="6337300"/>
          <p14:tracePt t="53294" x="1803400" y="6337300"/>
          <p14:tracePt t="53310" x="1866900" y="6337300"/>
          <p14:tracePt t="53326" x="2000250" y="6337300"/>
          <p14:tracePt t="53343" x="2089150" y="6343650"/>
          <p14:tracePt t="53360" x="2133600" y="6350000"/>
          <p14:tracePt t="53375" x="2190750" y="6350000"/>
          <p14:tracePt t="53392" x="2235200" y="6356350"/>
          <p14:tracePt t="53409" x="2254250" y="6356350"/>
          <p14:tracePt t="53426" x="2279650" y="6356350"/>
          <p14:tracePt t="53443" x="2305050" y="6356350"/>
          <p14:tracePt t="53458" x="2311400" y="6356350"/>
          <p14:tracePt t="53476" x="2336800" y="6356350"/>
          <p14:tracePt t="53492" x="2355850" y="6356350"/>
          <p14:tracePt t="53508" x="2368550" y="6350000"/>
          <p14:tracePt t="53525" x="2400300" y="6343650"/>
          <p14:tracePt t="53542" x="2419350" y="6337300"/>
          <p14:tracePt t="53558" x="2432050" y="6330950"/>
          <p14:tracePt t="53575" x="2457450" y="6324600"/>
          <p14:tracePt t="53591" x="2463800" y="6318250"/>
          <p14:tracePt t="53608" x="2501900" y="6311900"/>
          <p14:tracePt t="53625" x="2514600" y="6305550"/>
          <p14:tracePt t="53642" x="2533650" y="6305550"/>
          <p14:tracePt t="53658" x="2565400" y="6299200"/>
          <p14:tracePt t="53674" x="2603500" y="6299200"/>
          <p14:tracePt t="53678" x="2628900" y="6292850"/>
          <p14:tracePt t="53708" x="2660650" y="6286500"/>
          <p14:tracePt t="53725" x="2692400" y="6273800"/>
          <p14:tracePt t="53741" x="2711450" y="6273800"/>
          <p14:tracePt t="53758" x="2749550" y="6273800"/>
          <p14:tracePt t="53774" x="2781300" y="6273800"/>
          <p14:tracePt t="53790" x="2800350" y="6280150"/>
          <p14:tracePt t="53807" x="2819400" y="6280150"/>
          <p14:tracePt t="53824" x="2825750" y="6280150"/>
          <p14:tracePt t="53844" x="2832100" y="6280150"/>
          <p14:tracePt t="53857" x="2832100" y="6286500"/>
          <p14:tracePt t="53874" x="2844800" y="628650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if 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=="good"):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=="poor"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=="great" and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!="great"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C5C5C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smart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&gt;=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#Python can't reason this one, however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(most recent call last):</a:t>
            </a: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chemeClr val="bg1">
                    <a:lumMod val="75000"/>
                  </a:schemeClr>
                </a:solidFill>
              </a:rPr>
              <a:t>lt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426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"/>
    </mc:Choice>
    <mc:Fallback xmlns="">
      <p:transition spd="slow" advTm="2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if (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=="good"):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=="poor"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=="great" and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!="great"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C5C5C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smart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&gt;=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#Python can't reason this one, however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&gt;", line 1, in &lt;module&gt;</a:t>
            </a:r>
            <a:endParaRPr lang="en-US" altLang="en-US" kern="0" spc="-4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chemeClr val="bg1">
                    <a:lumMod val="75000"/>
                  </a:schemeClr>
                </a:solidFill>
              </a:rPr>
              <a:t>lt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151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"/>
    </mc:Choice>
    <mc:Fallback xmlns="">
      <p:transition spd="slow" advTm="1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return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=="great" and </a:t>
            </a:r>
            <a:r>
              <a:rPr lang="en-US" altLang="en-US" kern="0" spc="-4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x.x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!="great"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C5C5C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smart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&gt;=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#Python can't reason this one, however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'&gt;=' not supported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between instances</a:t>
            </a:r>
            <a:endParaRPr lang="en-US" altLang="en-US" sz="2400" kern="0" spc="-40" dirty="0">
              <a:solidFill>
                <a:srgbClr val="FF0000"/>
              </a:solidFill>
            </a:endParaRP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chemeClr val="bg1">
                    <a:lumMod val="75000"/>
                  </a:schemeClr>
                </a:solidFill>
              </a:rPr>
              <a:t>lt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942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"/>
    </mc:Choice>
    <mc:Fallback xmlns="">
      <p:transition spd="slow" advTm="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C5C5C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smart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&gt;=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#Python can't reason this one, however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'&gt;=' not supported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between instances    </a:t>
            </a:r>
            <a:b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</a:b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of 'Quality' and 'Quality'</a:t>
            </a:r>
            <a:endParaRPr lang="en-US" altLang="en-US" kern="0" spc="-4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chemeClr val="bg1">
                    <a:lumMod val="75000"/>
                  </a:schemeClr>
                </a:solidFill>
              </a:rPr>
              <a:t>lt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642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"/>
    </mc:Choice>
    <mc:Fallback xmlns="">
      <p:transition spd="slow" advTm="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-228600" y="2971800"/>
            <a:ext cx="9372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 err="1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s-E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= Quality("</a:t>
            </a:r>
            <a:r>
              <a:rPr lang="en-US" altLang="en-US" b="1" kern="0" spc="-40" dirty="0">
                <a:solidFill>
                  <a:srgbClr val="EBAF0F"/>
                </a:solidFill>
                <a:latin typeface="Lucida Console" panose="020B0609040504020204" pitchFamily="49" charset="0"/>
              </a:rPr>
              <a:t>great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"),Quality("</a:t>
            </a:r>
            <a:r>
              <a:rPr lang="en-US" altLang="en-US" b="1" kern="0" spc="-40" dirty="0">
                <a:solidFill>
                  <a:srgbClr val="00B050"/>
                </a:solidFill>
                <a:latin typeface="Lucida Console" panose="020B0609040504020204" pitchFamily="49" charset="0"/>
              </a:rPr>
              <a:t>good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"),\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C5C5C5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Quality("</a:t>
            </a:r>
            <a:r>
              <a:rPr lang="en-US" altLang="en-US" b="1" kern="0" spc="-40" dirty="0">
                <a:solidFill>
                  <a:srgbClr val="D10D9E"/>
                </a:solidFill>
                <a:latin typeface="Lucida Console" panose="020B0609040504020204" pitchFamily="49" charset="0"/>
              </a:rPr>
              <a:t>poor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[(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),(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D10D9E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 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[(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#You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nk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bad,</a:t>
            </a:r>
            <a:r>
              <a:rPr lang="en-US" altLang="en-US" sz="1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Python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5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smart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s-ES" altLang="en-US" b="1" dirty="0">
                <a:solidFill>
                  <a:srgbClr val="EAAA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&gt;=</a:t>
            </a:r>
            <a:r>
              <a:rPr lang="es-E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kern="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#Python can't reason this one, however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 err="1">
                <a:solidFill>
                  <a:srgbClr val="FF4B4B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'&gt;=' not supported</a:t>
            </a: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between instances    </a:t>
            </a:r>
            <a:b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</a:br>
            <a:r>
              <a:rPr lang="en-US" altLang="en-US" kern="0" spc="-40" dirty="0">
                <a:solidFill>
                  <a:srgbClr val="FF4B4B"/>
                </a:solidFill>
                <a:latin typeface="Lucida Console" panose="020B0609040504020204" pitchFamily="49" charset="0"/>
              </a:rPr>
              <a:t> of 'Quality' and 'Quality'</a:t>
            </a:r>
          </a:p>
          <a:p>
            <a:pPr marL="457200" lvl="1" indent="171450">
              <a:lnSpc>
                <a:spcPct val="88000"/>
              </a:lnSpc>
              <a:spcBef>
                <a:spcPts val="0"/>
              </a:spcBef>
              <a:buFontTx/>
              <a:buNone/>
            </a:pPr>
            <a:r>
              <a:rPr lang="en-US" alt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</a:t>
            </a:r>
            <a:r>
              <a:rPr lang="en-US" altLang="en-US" b="1" dirty="0" err="1"/>
              <a:t>Dataclass</a:t>
            </a:r>
            <a:r>
              <a:rPr lang="en-US" altLang="en-US" b="1" dirty="0"/>
              <a:t> Determines Order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-228600" y="911352"/>
            <a:ext cx="9372600" cy="221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If order =True, you'll create __</a:t>
            </a:r>
            <a:r>
              <a:rPr lang="en-US" altLang="en-US" sz="2800" kern="0" dirty="0" err="1">
                <a:solidFill>
                  <a:schemeClr val="bg1">
                    <a:lumMod val="75000"/>
                  </a:schemeClr>
                </a:solidFill>
              </a:rPr>
              <a:t>lt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__(), __le__(), etc. </a:t>
            </a:r>
          </a:p>
          <a:p>
            <a:pPr marL="628650" lvl="1"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</a:rPr>
              <a:t>But even if order==False, you inherit them from object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en-US" sz="3200" kern="0" dirty="0">
                <a:solidFill>
                  <a:srgbClr val="FF0000"/>
                </a:solidFill>
              </a:rPr>
              <a:t>The way to override these is by defining implementations for them: </a:t>
            </a: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06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32"/>
    </mc:Choice>
    <mc:Fallback xmlns="">
      <p:transition spd="slow" advTm="657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84" x="1549400" y="5213350"/>
          <p14:tracePt t="1090" x="1524000" y="5238750"/>
          <p14:tracePt t="1099" x="1498600" y="5270500"/>
          <p14:tracePt t="1116" x="1441450" y="5334000"/>
          <p14:tracePt t="1133" x="1371600" y="5480050"/>
          <p14:tracePt t="1149" x="1314450" y="5568950"/>
          <p14:tracePt t="1166" x="1295400" y="5632450"/>
          <p14:tracePt t="1182" x="1263650" y="5695950"/>
          <p14:tracePt t="1199" x="1250950" y="5721350"/>
          <p14:tracePt t="1215" x="1244600" y="5734050"/>
          <p14:tracePt t="1232" x="1238250" y="5746750"/>
          <p14:tracePt t="1248" x="1238250" y="5753100"/>
          <p14:tracePt t="1266" x="1238250" y="5759450"/>
          <p14:tracePt t="1282" x="1238250" y="5772150"/>
          <p14:tracePt t="1315" x="1238250" y="5778500"/>
          <p14:tracePt t="1372" x="1238250" y="5784850"/>
          <p14:tracePt t="1400" x="1231900" y="5791200"/>
          <p14:tracePt t="1413" x="1231900" y="5797550"/>
          <p14:tracePt t="1421" x="1231900" y="5803900"/>
          <p14:tracePt t="1435" x="1231900" y="5810250"/>
          <p14:tracePt t="1448" x="1225550" y="5816600"/>
          <p14:tracePt t="1481" x="1225550" y="5822950"/>
          <p14:tracePt t="1500" x="1225550" y="5829300"/>
          <p14:tracePt t="1533" x="1225550" y="5835650"/>
          <p14:tracePt t="1631" x="1231900" y="5835650"/>
          <p14:tracePt t="1660" x="1238250" y="5835650"/>
          <p14:tracePt t="1673" x="1250950" y="5835650"/>
          <p14:tracePt t="1683" x="1257300" y="5835650"/>
          <p14:tracePt t="1697" x="1270000" y="5822950"/>
          <p14:tracePt t="1714" x="1282700" y="5816600"/>
          <p14:tracePt t="1731" x="1333500" y="5797550"/>
          <p14:tracePt t="1747" x="1365250" y="5772150"/>
          <p14:tracePt t="1765" x="1409700" y="5740400"/>
          <p14:tracePt t="1780" x="1473200" y="5689600"/>
          <p14:tracePt t="1797" x="1517650" y="5664200"/>
          <p14:tracePt t="1815" x="1587500" y="5613400"/>
          <p14:tracePt t="1830" x="1625600" y="5575300"/>
          <p14:tracePt t="1847" x="1657350" y="5556250"/>
          <p14:tracePt t="1850" x="1682750" y="5543550"/>
          <p14:tracePt t="1864" x="1701800" y="5518150"/>
          <p14:tracePt t="1880" x="1727200" y="5499100"/>
          <p14:tracePt t="1896" x="1739900" y="5492750"/>
          <p14:tracePt t="1913" x="1752600" y="5486400"/>
          <p14:tracePt t="1930" x="1758950" y="5486400"/>
          <p14:tracePt t="1947" x="1765300" y="5486400"/>
          <p14:tracePt t="1997" x="1771650" y="5492750"/>
          <p14:tracePt t="2004" x="1784350" y="5492750"/>
          <p14:tracePt t="2013" x="1790700" y="5499100"/>
          <p14:tracePt t="2030" x="1803400" y="5499100"/>
          <p14:tracePt t="2046" x="1828800" y="5505450"/>
          <p14:tracePt t="2062" x="1854200" y="5511800"/>
          <p14:tracePt t="2079" x="1892300" y="5530850"/>
          <p14:tracePt t="2096" x="1981200" y="5549900"/>
          <p14:tracePt t="2112" x="2051050" y="5556250"/>
          <p14:tracePt t="2130" x="2159000" y="5575300"/>
          <p14:tracePt t="2146" x="2222500" y="5588000"/>
          <p14:tracePt t="2162" x="2266950" y="5594350"/>
          <p14:tracePt t="2179" x="2286000" y="5600700"/>
          <p14:tracePt t="2195" x="2292350" y="5600700"/>
          <p14:tracePt t="2256" x="2286000" y="5600700"/>
          <p14:tracePt t="2263" x="2254250" y="5600700"/>
          <p14:tracePt t="2270" x="2235200" y="5600700"/>
          <p14:tracePt t="2278" x="2203450" y="5600700"/>
          <p14:tracePt t="2295" x="2127250" y="5613400"/>
          <p14:tracePt t="2313" x="1917700" y="5632450"/>
          <p14:tracePt t="2328" x="1765300" y="5638800"/>
          <p14:tracePt t="2345" x="1625600" y="5638800"/>
          <p14:tracePt t="2349" x="1574800" y="5651500"/>
          <p14:tracePt t="2362" x="1466850" y="5651500"/>
          <p14:tracePt t="2378" x="1377950" y="5651500"/>
          <p14:tracePt t="2395" x="1327150" y="5651500"/>
          <p14:tracePt t="2411" x="1282700" y="5657850"/>
          <p14:tracePt t="2428" x="1270000" y="5657850"/>
          <p14:tracePt t="2445" x="1270000" y="5664200"/>
          <p14:tracePt t="2461" x="1263650" y="5664200"/>
          <p14:tracePt t="2537" x="1270000" y="5657850"/>
          <p14:tracePt t="2545" x="1276350" y="5657850"/>
          <p14:tracePt t="2558" x="1289050" y="5651500"/>
          <p14:tracePt t="2565" x="1301750" y="5626100"/>
          <p14:tracePt t="2577" x="1314450" y="5613400"/>
          <p14:tracePt t="2594" x="1365250" y="5562600"/>
          <p14:tracePt t="2610" x="1390650" y="5518150"/>
          <p14:tracePt t="2629" x="1466850" y="5416550"/>
          <p14:tracePt t="2644" x="1530350" y="5302250"/>
          <p14:tracePt t="2660" x="1568450" y="5257800"/>
          <p14:tracePt t="2678" x="1619250" y="5175250"/>
          <p14:tracePt t="2693" x="1644650" y="5143500"/>
          <p14:tracePt t="2710" x="1689100" y="5099050"/>
          <p14:tracePt t="2727" x="1733550" y="5060950"/>
          <p14:tracePt t="2743" x="1746250" y="5054600"/>
          <p14:tracePt t="2760" x="1765300" y="5048250"/>
          <p14:tracePt t="2776" x="1771650" y="5048250"/>
          <p14:tracePt t="2810" x="1771650" y="5054600"/>
          <p14:tracePt t="2845" x="1765300" y="5060950"/>
          <p14:tracePt t="2852" x="1758950" y="5060950"/>
          <p14:tracePt t="2867" x="1758950" y="5067300"/>
          <p14:tracePt t="2876" x="1758950" y="5073650"/>
          <p14:tracePt t="2896" x="1758950" y="5080000"/>
          <p14:tracePt t="4230" x="1765300" y="5080000"/>
          <p14:tracePt t="4236" x="1784350" y="5080000"/>
          <p14:tracePt t="4251" x="1809750" y="5080000"/>
          <p14:tracePt t="4258" x="1835150" y="5080000"/>
          <p14:tracePt t="4274" x="1866900" y="5080000"/>
          <p14:tracePt t="4288" x="1911350" y="5080000"/>
          <p14:tracePt t="4305" x="2012950" y="5054600"/>
          <p14:tracePt t="4321" x="2146300" y="4997450"/>
          <p14:tracePt t="4338" x="2228850" y="4965700"/>
          <p14:tracePt t="4355" x="2387600" y="4908550"/>
          <p14:tracePt t="4371" x="2546350" y="4832350"/>
          <p14:tracePt t="4388" x="2628900" y="4794250"/>
          <p14:tracePt t="4405" x="2813050" y="4711700"/>
          <p14:tracePt t="4420" x="2978150" y="4641850"/>
          <p14:tracePt t="4438" x="3054350" y="4591050"/>
          <p14:tracePt t="4455" x="3181350" y="4502150"/>
          <p14:tracePt t="4471" x="3302000" y="4406900"/>
          <p14:tracePt t="4487" x="3359150" y="4356100"/>
          <p14:tracePt t="4504" x="3460750" y="4279900"/>
          <p14:tracePt t="4520" x="3498850" y="4248150"/>
          <p14:tracePt t="4537" x="3562350" y="4197350"/>
          <p14:tracePt t="4554" x="3619500" y="4152900"/>
          <p14:tracePt t="4570" x="3638550" y="4140200"/>
          <p14:tracePt t="4588" x="3702050" y="4095750"/>
          <p14:tracePt t="4604" x="3740150" y="4070350"/>
          <p14:tracePt t="4621" x="3746500" y="4057650"/>
          <p14:tracePt t="4637" x="3765550" y="4038600"/>
          <p14:tracePt t="4653" x="3771900" y="4038600"/>
          <p14:tracePt t="4673" x="3778250" y="4038600"/>
          <p14:tracePt t="4721" x="3771900" y="4025900"/>
          <p14:tracePt t="5152" x="3784600" y="3994150"/>
          <p14:tracePt t="5166" x="3835400" y="3949700"/>
          <p14:tracePt t="5173" x="3879850" y="3898900"/>
          <p14:tracePt t="5188" x="3937000" y="3854450"/>
          <p14:tracePt t="5202" x="4076700" y="3771900"/>
          <p14:tracePt t="5218" x="4133850" y="3733800"/>
          <p14:tracePt t="5235" x="4191000" y="3695700"/>
          <p14:tracePt t="5252" x="4267200" y="3651250"/>
          <p14:tracePt t="5268" x="4318000" y="3625850"/>
          <p14:tracePt t="5285" x="4356100" y="3613150"/>
          <p14:tracePt t="5301" x="4368800" y="3606800"/>
          <p14:tracePt t="5318" x="4394200" y="3587750"/>
          <p14:tracePt t="5335" x="4419600" y="3587750"/>
          <p14:tracePt t="5351" x="4425950" y="3587750"/>
          <p14:tracePt t="5368" x="4438650" y="3575050"/>
          <p14:tracePt t="5384" x="4451350" y="3562350"/>
          <p14:tracePt t="5401" x="4457700" y="3562350"/>
          <p14:tracePt t="5418" x="4464050" y="3562350"/>
          <p14:tracePt t="5434" x="4464050" y="3556000"/>
          <p14:tracePt t="5594" x="4464050" y="3549650"/>
          <p14:tracePt t="5616" x="4470400" y="3543300"/>
          <p14:tracePt t="5622" x="4476750" y="3536950"/>
          <p14:tracePt t="5637" x="4483100" y="3530600"/>
          <p14:tracePt t="5651" x="4483100" y="3524250"/>
          <p14:tracePt t="5666" x="4521200" y="3479800"/>
          <p14:tracePt t="5683" x="4540250" y="3448050"/>
          <p14:tracePt t="5700" x="4603750" y="3371850"/>
          <p14:tracePt t="5716" x="4660900" y="3302000"/>
          <p14:tracePt t="5733" x="4679950" y="3270250"/>
          <p14:tracePt t="5750" x="4705350" y="3238500"/>
          <p14:tracePt t="5766" x="4711700" y="3219450"/>
          <p14:tracePt t="5784" x="4718050" y="3213100"/>
          <p14:tracePt t="5816" x="4718050" y="3206750"/>
          <p14:tracePt t="5836" x="4711700" y="3206750"/>
          <p14:tracePt t="5854" x="4705350" y="3213100"/>
          <p14:tracePt t="5875" x="4705350" y="3219450"/>
          <p14:tracePt t="5896" x="4699000" y="3225800"/>
          <p14:tracePt t="5917" x="4692650" y="3225800"/>
          <p14:tracePt t="5924" x="4692650" y="3232150"/>
          <p14:tracePt t="5938" x="4686300" y="3238500"/>
          <p14:tracePt t="5949" x="4679950" y="3244850"/>
          <p14:tracePt t="5966" x="4660900" y="3263900"/>
          <p14:tracePt t="5982" x="4641850" y="3276600"/>
          <p14:tracePt t="5999" x="4597400" y="3333750"/>
          <p14:tracePt t="6016" x="4527550" y="3390900"/>
          <p14:tracePt t="6032" x="4495800" y="3422650"/>
          <p14:tracePt t="6049" x="4425950" y="3486150"/>
          <p14:tracePt t="6066" x="4362450" y="3536950"/>
          <p14:tracePt t="6082" x="4324350" y="3562350"/>
          <p14:tracePt t="6099" x="4305300" y="3575050"/>
          <p14:tracePt t="6116" x="4222750" y="3632200"/>
          <p14:tracePt t="6131" x="4197350" y="3651250"/>
          <p14:tracePt t="6150" x="4165600" y="3663950"/>
          <p14:tracePt t="6165" x="4152900" y="3670300"/>
          <p14:tracePt t="6181" x="4121150" y="3683000"/>
          <p14:tracePt t="6198" x="4102100" y="3683000"/>
          <p14:tracePt t="6215" x="4089400" y="3689350"/>
          <p14:tracePt t="6231" x="4057650" y="3689350"/>
          <p14:tracePt t="6248" x="4013200" y="3695700"/>
          <p14:tracePt t="6265" x="3987800" y="3702050"/>
          <p14:tracePt t="6282" x="3924300" y="3727450"/>
          <p14:tracePt t="6298" x="3867150" y="3740150"/>
          <p14:tracePt t="6314" x="3854450" y="3740150"/>
          <p14:tracePt t="6332" x="3829050" y="3746500"/>
          <p14:tracePt t="6348" x="3810000" y="3746500"/>
          <p14:tracePt t="6364" x="3803650" y="3746500"/>
          <p14:tracePt t="6381" x="3797300" y="3746500"/>
          <p14:tracePt t="6451" x="3803650" y="3740150"/>
          <p14:tracePt t="6458" x="3816350" y="3740150"/>
          <p14:tracePt t="6467" x="3829050" y="3740150"/>
          <p14:tracePt t="6481" x="3848100" y="3733800"/>
          <p14:tracePt t="6497" x="3867150" y="3733800"/>
          <p14:tracePt t="6514" x="3956050" y="3708400"/>
          <p14:tracePt t="6530" x="4083050" y="3683000"/>
          <p14:tracePt t="6547" x="4152900" y="3651250"/>
          <p14:tracePt t="6564" x="4298950" y="3613150"/>
          <p14:tracePt t="6580" x="4413250" y="3568700"/>
          <p14:tracePt t="6597" x="4445000" y="3549650"/>
          <p14:tracePt t="6614" x="4483100" y="3530600"/>
          <p14:tracePt t="6630" x="4495800" y="3511550"/>
          <p14:tracePt t="6647" x="4502150" y="3511550"/>
          <p14:tracePt t="6929" x="4508500" y="3505200"/>
          <p14:tracePt t="6943" x="4521200" y="3498850"/>
          <p14:tracePt t="6949" x="4527550" y="3486150"/>
          <p14:tracePt t="6961" x="4540250" y="3479800"/>
          <p14:tracePt t="6979" x="4565650" y="3454400"/>
          <p14:tracePt t="6995" x="4578350" y="3441700"/>
          <p14:tracePt t="7013" x="4597400" y="3429000"/>
          <p14:tracePt t="7028" x="4610100" y="3409950"/>
          <p14:tracePt t="7045" x="4616450" y="3403600"/>
          <p14:tracePt t="7062" x="4616450" y="3397250"/>
          <p14:tracePt t="7083" x="4622800" y="3390900"/>
          <p14:tracePt t="7140" x="4616450" y="3390900"/>
          <p14:tracePt t="7153" x="4610100" y="3390900"/>
          <p14:tracePt t="7168" x="4603750" y="3390900"/>
          <p14:tracePt t="7189" x="4597400" y="3390900"/>
          <p14:tracePt t="7203" x="4591050" y="3384550"/>
          <p14:tracePt t="7259" x="4584700" y="3384550"/>
          <p14:tracePt t="7280" x="4578350" y="3384550"/>
          <p14:tracePt t="7308" x="4572000" y="3378200"/>
          <p14:tracePt t="7350" x="4565650" y="3378200"/>
          <p14:tracePt t="7378" x="4559300" y="3378200"/>
          <p14:tracePt t="7434" x="4565650" y="3378200"/>
          <p14:tracePt t="7441" x="4578350" y="3378200"/>
          <p14:tracePt t="7449" x="4584700" y="3378200"/>
          <p14:tracePt t="7464" x="4591050" y="3378200"/>
          <p14:tracePt t="7477" x="4616450" y="3371850"/>
          <p14:tracePt t="7494" x="4692650" y="3371850"/>
          <p14:tracePt t="7511" x="4743450" y="3359150"/>
          <p14:tracePt t="7526" x="4883150" y="3359150"/>
          <p14:tracePt t="7544" x="5041900" y="3359150"/>
          <p14:tracePt t="7561" x="5194300" y="3352800"/>
          <p14:tracePt t="7577" x="5270500" y="3352800"/>
          <p14:tracePt t="7593" x="5384800" y="3352800"/>
          <p14:tracePt t="7610" x="5441950" y="3352800"/>
          <p14:tracePt t="7626" x="5461000" y="3352800"/>
          <p14:tracePt t="7643" x="5467350" y="3352800"/>
          <p14:tracePt t="7660" x="5480050" y="3352800"/>
          <p14:tracePt t="7676" x="5480050" y="3359150"/>
          <p14:tracePt t="7709" x="5473700" y="3378200"/>
          <p14:tracePt t="8141" x="5416550" y="3378200"/>
          <p14:tracePt t="8155" x="5302250" y="3397250"/>
          <p14:tracePt t="8161" x="5181600" y="3409950"/>
          <p14:tracePt t="8178" x="5092700" y="3429000"/>
          <p14:tracePt t="8191" x="5016500" y="3429000"/>
          <p14:tracePt t="8208" x="4845050" y="3460750"/>
          <p14:tracePt t="8225" x="4692650" y="3467100"/>
          <p14:tracePt t="8241" x="4616450" y="3486150"/>
          <p14:tracePt t="8258" x="4495800" y="3498850"/>
          <p14:tracePt t="8274" x="4438650" y="3505200"/>
          <p14:tracePt t="8291" x="4432300" y="3505200"/>
          <p14:tracePt t="8309" x="4413250" y="3505200"/>
          <p14:tracePt t="8324" x="4413250" y="3511550"/>
          <p14:tracePt t="8408" x="4400550" y="3517900"/>
          <p14:tracePt t="8415" x="4387850" y="3524250"/>
          <p14:tracePt t="8424" x="4368800" y="3530600"/>
          <p14:tracePt t="8440" x="4343400" y="3543300"/>
          <p14:tracePt t="8457" x="4273550" y="3594100"/>
          <p14:tracePt t="8474" x="4165600" y="3657600"/>
          <p14:tracePt t="8490" x="4108450" y="3695700"/>
          <p14:tracePt t="8507" x="4006850" y="3771900"/>
          <p14:tracePt t="8523" x="3949700" y="3803650"/>
          <p14:tracePt t="8541" x="3835400" y="3879850"/>
          <p14:tracePt t="8557" x="3714750" y="3924300"/>
          <p14:tracePt t="8573" x="3632200" y="3968750"/>
          <p14:tracePt t="8590" x="3473450" y="4013200"/>
          <p14:tracePt t="8606" x="3340100" y="4044950"/>
          <p14:tracePt t="8623" x="3314700" y="4051300"/>
          <p14:tracePt t="8639" x="3276600" y="4057650"/>
          <p14:tracePt t="8656" x="3257550" y="4057650"/>
          <p14:tracePt t="8690" x="3257550" y="4051300"/>
          <p14:tracePt t="8745" x="3251200" y="4044950"/>
          <p14:tracePt t="8758" x="3244850" y="4038600"/>
          <p14:tracePt t="8766" x="3232150" y="4038600"/>
          <p14:tracePt t="8775" x="3219450" y="4032250"/>
          <p14:tracePt t="8789" x="3206750" y="4025900"/>
          <p14:tracePt t="8806" x="3194050" y="4019550"/>
          <p14:tracePt t="8823" x="3168650" y="4019550"/>
          <p14:tracePt t="8839" x="3143250" y="4013200"/>
          <p14:tracePt t="8856" x="3136900" y="4006850"/>
          <p14:tracePt t="8872" x="3130550" y="4006850"/>
          <p14:tracePt t="8889" x="3124200" y="4006850"/>
          <p14:tracePt t="8949" x="3130550" y="4006850"/>
          <p14:tracePt t="8956" x="3136900" y="4000500"/>
          <p14:tracePt t="8969" x="3162300" y="3994150"/>
          <p14:tracePt t="8976" x="3194050" y="3994150"/>
          <p14:tracePt t="8988" x="3244850" y="3975100"/>
          <p14:tracePt t="9006" x="3409950" y="3956050"/>
          <p14:tracePt t="9022" x="3524250" y="3924300"/>
          <p14:tracePt t="9039" x="3657600" y="3892550"/>
          <p14:tracePt t="9055" x="4089400" y="3778250"/>
          <p14:tracePt t="9071" x="4222750" y="3733800"/>
          <p14:tracePt t="9089" x="4419600" y="3651250"/>
          <p14:tracePt t="9105" x="4489450" y="3625850"/>
          <p14:tracePt t="9121" x="4565650" y="3581400"/>
          <p14:tracePt t="9138" x="4597400" y="3562350"/>
          <p14:tracePt t="9154" x="4603750" y="3549650"/>
          <p14:tracePt t="9171" x="4616450" y="3543300"/>
          <p14:tracePt t="9188" x="4616450" y="3536950"/>
          <p14:tracePt t="9220" x="4616450" y="3530600"/>
          <p14:tracePt t="9237" x="4616450" y="3524250"/>
          <p14:tracePt t="9254" x="4616450" y="3511550"/>
          <p14:tracePt t="9271" x="4616450" y="3505200"/>
          <p14:tracePt t="9287" x="4622800" y="3486150"/>
          <p14:tracePt t="9304" x="4622800" y="3479800"/>
          <p14:tracePt t="9322" x="4622800" y="3460750"/>
          <p14:tracePt t="9337" x="4622800" y="3454400"/>
          <p14:tracePt t="9354" x="4622800" y="3441700"/>
          <p14:tracePt t="9370" x="4629150" y="3397250"/>
          <p14:tracePt t="9387" x="4629150" y="3378200"/>
          <p14:tracePt t="9405" x="4629150" y="3276600"/>
          <p14:tracePt t="9420" x="4616450" y="3232150"/>
          <p14:tracePt t="9437" x="4616450" y="3206750"/>
          <p14:tracePt t="9454" x="4603750" y="3155950"/>
          <p14:tracePt t="9470" x="4591050" y="3117850"/>
          <p14:tracePt t="9487" x="4584700" y="3117850"/>
          <p14:tracePt t="9503" x="4578350" y="3111500"/>
          <p14:tracePt t="9540" x="4572000" y="3111500"/>
          <p14:tracePt t="9559" x="4565650" y="3111500"/>
          <p14:tracePt t="9581" x="4559300" y="3117850"/>
          <p14:tracePt t="9589" x="4552950" y="3117850"/>
          <p14:tracePt t="9603" x="4546600" y="3124200"/>
          <p14:tracePt t="9620" x="4540250" y="3124200"/>
          <p14:tracePt t="9637" x="4533900" y="3130550"/>
          <p14:tracePt t="9670" x="4527550" y="3130550"/>
          <p14:tracePt t="9700" x="4533900" y="3130550"/>
          <p14:tracePt t="9721" x="4540250" y="3130550"/>
          <p14:tracePt t="9728" x="4546600" y="3130550"/>
          <p14:tracePt t="9742" x="4559300" y="3130550"/>
          <p14:tracePt t="9752" x="4584700" y="3130550"/>
          <p14:tracePt t="9770" x="4622800" y="3124200"/>
          <p14:tracePt t="9785" x="4641850" y="3124200"/>
          <p14:tracePt t="9802" x="4667250" y="3124200"/>
          <p14:tracePt t="9819" x="4679950" y="3124200"/>
          <p14:tracePt t="9835" x="4686300" y="3124200"/>
          <p14:tracePt t="9869" x="4679950" y="3130550"/>
          <p14:tracePt t="9885" x="4667250" y="3136900"/>
          <p14:tracePt t="9902" x="4641850" y="3149600"/>
          <p14:tracePt t="9919" x="4597400" y="3162300"/>
          <p14:tracePt t="9935" x="4578350" y="3168650"/>
          <p14:tracePt t="9938" x="4552950" y="3175000"/>
          <p14:tracePt t="9955" x="4540250" y="3181350"/>
          <p14:tracePt t="9968" x="4508500" y="3194050"/>
          <p14:tracePt t="9985" x="4495800" y="3200400"/>
          <p14:tracePt t="10038" x="4502150" y="3200400"/>
          <p14:tracePt t="10079" x="4508500" y="3200400"/>
          <p14:tracePt t="10100" x="4514850" y="3200400"/>
          <p14:tracePt t="10107" x="4514850" y="3206750"/>
          <p14:tracePt t="10129" x="4527550" y="3213100"/>
          <p14:tracePt t="10143" x="4533900" y="3213100"/>
          <p14:tracePt t="10151" x="4546600" y="3219450"/>
          <p14:tracePt t="10167" x="4572000" y="3225800"/>
          <p14:tracePt t="10185" x="4673600" y="3263900"/>
          <p14:tracePt t="10201" x="4883150" y="3333750"/>
          <p14:tracePt t="10217" x="5029200" y="3384550"/>
          <p14:tracePt t="10235" x="5492750" y="3498850"/>
          <p14:tracePt t="10251" x="6096000" y="3594100"/>
          <p14:tracePt t="10267" x="6362700" y="3625850"/>
          <p14:tracePt t="10284" x="6915150" y="3638550"/>
          <p14:tracePt t="10300" x="7150100" y="3632200"/>
          <p14:tracePt t="10318" x="7588250" y="3575050"/>
          <p14:tracePt t="10333" x="7683500" y="3562350"/>
          <p14:tracePt t="10350" x="7747000" y="3536950"/>
          <p14:tracePt t="10367" x="7810500" y="3511550"/>
          <p14:tracePt t="10384" x="7842250" y="3498850"/>
          <p14:tracePt t="10400" x="7848600" y="3486150"/>
          <p14:tracePt t="10417" x="7848600" y="3479800"/>
          <p14:tracePt t="10691" x="7772400" y="3479800"/>
          <p14:tracePt t="10705" x="7632700" y="3492500"/>
          <p14:tracePt t="10712" x="7442200" y="3492500"/>
          <p14:tracePt t="10726" x="7226300" y="3505200"/>
          <p14:tracePt t="10735" x="6991350" y="3505200"/>
          <p14:tracePt t="10749" x="6756400" y="3505200"/>
          <p14:tracePt t="10766" x="6356350" y="3517900"/>
          <p14:tracePt t="10783" x="6083300" y="3517900"/>
          <p14:tracePt t="10799" x="5981700" y="3517900"/>
          <p14:tracePt t="10815" x="5803900" y="3517900"/>
          <p14:tracePt t="10832" x="5702300" y="3517900"/>
          <p14:tracePt t="10849" x="5657850" y="3517900"/>
          <p14:tracePt t="10865" x="5619750" y="3517900"/>
          <p14:tracePt t="10881" x="5562600" y="3517900"/>
          <p14:tracePt t="10898" x="5549900" y="3517900"/>
          <p14:tracePt t="10916" x="5537200" y="3517900"/>
          <p14:tracePt t="10932" x="5530850" y="3517900"/>
          <p14:tracePt t="10948" x="5524500" y="3517900"/>
          <p14:tracePt t="10965" x="5518150" y="3517900"/>
          <p14:tracePt t="10981" x="5505450" y="3517900"/>
          <p14:tracePt t="10999" x="5486400" y="3517900"/>
          <p14:tracePt t="11015" x="5435600" y="3517900"/>
          <p14:tracePt t="11031" x="5410200" y="3511550"/>
          <p14:tracePt t="11048" x="5302250" y="3505200"/>
          <p14:tracePt t="11064" x="5175250" y="3492500"/>
          <p14:tracePt t="11081" x="5111750" y="3492500"/>
          <p14:tracePt t="11098" x="5029200" y="3492500"/>
          <p14:tracePt t="11114" x="4984750" y="3492500"/>
          <p14:tracePt t="11131" x="4972050" y="3492500"/>
          <p14:tracePt t="11147" x="4953000" y="3498850"/>
          <p14:tracePt t="11165" x="4940300" y="3505200"/>
          <p14:tracePt t="11197" x="4933950" y="3505200"/>
          <p14:tracePt t="11465" x="4914900" y="3492500"/>
          <p14:tracePt t="11479" x="4883150" y="3460750"/>
          <p14:tracePt t="11486" x="4845050" y="3422650"/>
          <p14:tracePt t="11496" x="4813300" y="3397250"/>
          <p14:tracePt t="11514" x="4737100" y="3340100"/>
          <p14:tracePt t="11530" x="4705350" y="3321050"/>
          <p14:tracePt t="11546" x="4679950" y="3302000"/>
          <p14:tracePt t="11563" x="4622800" y="3270250"/>
          <p14:tracePt t="11580" x="4610100" y="3270250"/>
          <p14:tracePt t="11596" x="4597400" y="3263900"/>
          <p14:tracePt t="11613" x="4591050" y="3263900"/>
          <p14:tracePt t="11703" x="4584700" y="3263900"/>
          <p14:tracePt t="11865" x="4584700" y="3270250"/>
          <p14:tracePt t="11984" x="4584700" y="3276600"/>
          <p14:tracePt t="12048" x="4578350" y="3282950"/>
          <p14:tracePt t="12055" x="4565650" y="3289300"/>
          <p14:tracePt t="12069" x="4552950" y="3295650"/>
          <p14:tracePt t="12078" x="4533900" y="3302000"/>
          <p14:tracePt t="12094" x="4508500" y="3308350"/>
          <p14:tracePt t="12111" x="4425950" y="3333750"/>
          <p14:tracePt t="12128" x="4292600" y="3371850"/>
          <p14:tracePt t="12145" x="4216400" y="3403600"/>
          <p14:tracePt t="12161" x="4070350" y="3441700"/>
          <p14:tracePt t="12177" x="4000500" y="3460750"/>
          <p14:tracePt t="12195" x="3841750" y="3505200"/>
          <p14:tracePt t="12211" x="3797300" y="3524250"/>
          <p14:tracePt t="12227" x="3740150" y="3530600"/>
          <p14:tracePt t="12244" x="3670300" y="3562350"/>
          <p14:tracePt t="12260" x="3575050" y="3594100"/>
          <p14:tracePt t="12277" x="3530600" y="3619500"/>
          <p14:tracePt t="12294" x="3429000" y="3670300"/>
          <p14:tracePt t="12311" x="3371850" y="3714750"/>
          <p14:tracePt t="12327" x="3365500" y="3721100"/>
          <p14:tracePt t="12543" x="3276600" y="3714750"/>
          <p14:tracePt t="12550" x="3136900" y="3695700"/>
          <p14:tracePt t="12564" x="2971800" y="3683000"/>
          <p14:tracePt t="12575" x="2806700" y="3670300"/>
          <p14:tracePt t="12593" x="2457450" y="3657600"/>
          <p14:tracePt t="12609" x="2184400" y="3657600"/>
          <p14:tracePt t="12626" x="2057400" y="3657600"/>
          <p14:tracePt t="12642" x="1803400" y="3676650"/>
          <p14:tracePt t="12659" x="1670050" y="3683000"/>
          <p14:tracePt t="12677" x="1574800" y="3708400"/>
          <p14:tracePt t="12692" x="1555750" y="3708400"/>
          <p14:tracePt t="12709" x="1536700" y="3714750"/>
          <p14:tracePt t="12726" x="1524000" y="3721100"/>
          <p14:tracePt t="12742" x="1517650" y="3727450"/>
          <p14:tracePt t="12845" x="1517650" y="3733800"/>
          <p14:tracePt t="12880" x="1517650" y="3740150"/>
          <p14:tracePt t="12902" x="1517650" y="3746500"/>
          <p14:tracePt t="12922" x="1517650" y="3752850"/>
          <p14:tracePt t="12929" x="1511300" y="3765550"/>
          <p14:tracePt t="12944" x="1511300" y="3778250"/>
          <p14:tracePt t="12958" x="1498600" y="3822700"/>
          <p14:tracePt t="12975" x="1485900" y="3841750"/>
          <p14:tracePt t="12978" x="1479550" y="3860800"/>
          <p14:tracePt t="12995" x="1466850" y="3873500"/>
          <p14:tracePt t="13007" x="1441450" y="3898900"/>
          <p14:tracePt t="13024" x="1397000" y="3943350"/>
          <p14:tracePt t="13042" x="1346200" y="3981450"/>
          <p14:tracePt t="13058" x="1320800" y="3994150"/>
          <p14:tracePt t="13074" x="1282700" y="4025900"/>
          <p14:tracePt t="13091" x="1238250" y="4057650"/>
          <p14:tracePt t="13107" x="1225550" y="4070350"/>
          <p14:tracePt t="13124" x="1187450" y="4108450"/>
          <p14:tracePt t="13141" x="1168400" y="4121150"/>
          <p14:tracePt t="13157" x="1155700" y="4133850"/>
          <p14:tracePt t="13175" x="1155700" y="4140200"/>
          <p14:tracePt t="13449" x="1162050" y="4140200"/>
          <p14:tracePt t="13520" x="1168400" y="4140200"/>
          <p14:tracePt t="13555" x="1174750" y="4140200"/>
          <p14:tracePt t="13561" x="1181100" y="4140200"/>
          <p14:tracePt t="13591" x="1193800" y="4133850"/>
          <p14:tracePt t="13604" x="1200150" y="4133850"/>
          <p14:tracePt t="13611" x="1212850" y="4127500"/>
          <p14:tracePt t="13626" x="1244600" y="4127500"/>
          <p14:tracePt t="13639" x="1314450" y="4102100"/>
          <p14:tracePt t="13655" x="1371600" y="4083050"/>
          <p14:tracePt t="13672" x="1435100" y="4057650"/>
          <p14:tracePt t="13689" x="1549400" y="4006850"/>
          <p14:tracePt t="13705" x="1644650" y="3975100"/>
          <p14:tracePt t="13723" x="1708150" y="3943350"/>
          <p14:tracePt t="13739" x="1733550" y="3937000"/>
          <p14:tracePt t="13755" x="1758950" y="3924300"/>
          <p14:tracePt t="13773" x="1765300" y="3924300"/>
          <p14:tracePt t="13976" x="1771650" y="3924300"/>
          <p14:tracePt t="13983" x="1784350" y="3924300"/>
          <p14:tracePt t="13997" x="1797050" y="3924300"/>
          <p14:tracePt t="14006" x="1816100" y="3924300"/>
          <p14:tracePt t="14021" x="1847850" y="3924300"/>
          <p14:tracePt t="14038" x="1924050" y="3924300"/>
          <p14:tracePt t="14054" x="2025650" y="3924300"/>
          <p14:tracePt t="14071" x="2076450" y="3924300"/>
          <p14:tracePt t="14088" x="2146300" y="3924300"/>
          <p14:tracePt t="14104" x="2178050" y="3924300"/>
          <p14:tracePt t="14120" x="2190750" y="3924300"/>
          <p14:tracePt t="14138" x="2203450" y="3924300"/>
          <p14:tracePt t="14214" x="2197100" y="3924300"/>
          <p14:tracePt t="14257" x="2190750" y="3930650"/>
          <p14:tracePt t="14292" x="2184400" y="3930650"/>
          <p14:tracePt t="14333" x="2184400" y="3937000"/>
          <p14:tracePt t="14362" x="2178050" y="3937000"/>
          <p14:tracePt t="14384" x="2171700" y="3943350"/>
          <p14:tracePt t="14418" x="2165350" y="3943350"/>
          <p14:tracePt t="14467" x="2159000" y="3943350"/>
          <p14:tracePt t="14559" x="2152650" y="3943350"/>
          <p14:tracePt t="14714" x="2159000" y="3949700"/>
          <p14:tracePt t="14734" x="2171700" y="3949700"/>
          <p14:tracePt t="14749" x="2178050" y="3949700"/>
          <p14:tracePt t="14756" x="2184400" y="3949700"/>
          <p14:tracePt t="14777" x="2197100" y="3949700"/>
          <p14:tracePt t="14785" x="2216150" y="3949700"/>
          <p14:tracePt t="14801" x="2241550" y="3949700"/>
          <p14:tracePt t="14819" x="2286000" y="3962400"/>
          <p14:tracePt t="14835" x="2393950" y="3962400"/>
          <p14:tracePt t="14852" x="2520950" y="3962400"/>
          <p14:tracePt t="14869" x="2622550" y="3962400"/>
          <p14:tracePt t="14885" x="2673350" y="3956050"/>
          <p14:tracePt t="14901" x="2736850" y="3943350"/>
          <p14:tracePt t="14918" x="2762250" y="3937000"/>
          <p14:tracePt t="14935" x="2774950" y="3930650"/>
          <p14:tracePt t="14952" x="2774950" y="3924300"/>
          <p14:tracePt t="15198" x="2774950" y="3917950"/>
          <p14:tracePt t="15261" x="2774950" y="3911600"/>
          <p14:tracePt t="15339" x="2781300" y="3911600"/>
          <p14:tracePt t="15360" x="2787650" y="3911600"/>
          <p14:tracePt t="15368" x="2794000" y="3911600"/>
          <p14:tracePt t="15381" x="2806700" y="3911600"/>
          <p14:tracePt t="15388" x="2825750" y="3911600"/>
          <p14:tracePt t="15403" x="2851150" y="3911600"/>
          <p14:tracePt t="15417" x="2914650" y="3911600"/>
          <p14:tracePt t="15433" x="2933700" y="3911600"/>
          <p14:tracePt t="15450" x="2971800" y="3911600"/>
          <p14:tracePt t="15466" x="3022600" y="3905250"/>
          <p14:tracePt t="15483" x="3048000" y="3898900"/>
          <p14:tracePt t="15500" x="3067050" y="3898900"/>
          <p14:tracePt t="15516" x="3079750" y="3898900"/>
          <p14:tracePt t="15599" x="3073400" y="3898900"/>
          <p14:tracePt t="15627" x="3067050" y="3905250"/>
          <p14:tracePt t="15851" x="3060700" y="3905250"/>
          <p14:tracePt t="15886" x="3054350" y="3905250"/>
          <p14:tracePt t="17121" x="3054350" y="3911600"/>
          <p14:tracePt t="17136" x="3054350" y="3917950"/>
          <p14:tracePt t="17142" x="3054350" y="3930650"/>
          <p14:tracePt t="17157" x="3054350" y="3937000"/>
          <p14:tracePt t="17178" x="3054350" y="3943350"/>
          <p14:tracePt t="17192" x="3054350" y="3949700"/>
          <p14:tracePt t="17213" x="3060700" y="3949700"/>
          <p14:tracePt t="17234" x="3067050" y="3949700"/>
          <p14:tracePt t="17248" x="3073400" y="3949700"/>
          <p14:tracePt t="17255" x="3079750" y="3949700"/>
          <p14:tracePt t="17263" x="3086100" y="3956050"/>
          <p14:tracePt t="17277" x="3092450" y="3962400"/>
          <p14:tracePt t="17293" x="3105150" y="3962400"/>
          <p14:tracePt t="17310" x="3130550" y="3968750"/>
          <p14:tracePt t="17326" x="3155950" y="3975100"/>
          <p14:tracePt t="17343" x="3175000" y="3975100"/>
          <p14:tracePt t="17360" x="3219450" y="3981450"/>
          <p14:tracePt t="17376" x="3257550" y="3981450"/>
          <p14:tracePt t="17393" x="3276600" y="3981450"/>
          <p14:tracePt t="17409" x="3314700" y="3981450"/>
          <p14:tracePt t="17426" x="3352800" y="3975100"/>
          <p14:tracePt t="17443" x="3371850" y="3968750"/>
          <p14:tracePt t="17459" x="3409950" y="3962400"/>
          <p14:tracePt t="17476" x="3435350" y="3949700"/>
          <p14:tracePt t="17493" x="3441700" y="3949700"/>
          <p14:tracePt t="17509" x="3448050" y="3943350"/>
          <p14:tracePt t="17606" x="3448050" y="3937000"/>
          <p14:tracePt t="17754" x="3441700" y="3937000"/>
          <p14:tracePt t="17817" x="3435350" y="3930650"/>
          <p14:tracePt t="17887" x="3435350" y="3924300"/>
          <p14:tracePt t="17929" x="3429000" y="3917950"/>
          <p14:tracePt t="17936" x="3429000" y="3911600"/>
          <p14:tracePt t="18049" x="3429000" y="3905250"/>
          <p14:tracePt t="18140" x="3422650" y="3898900"/>
          <p14:tracePt t="18287" x="3422650" y="3905250"/>
          <p14:tracePt t="18371" x="3416300" y="3905250"/>
          <p14:tracePt t="18491" x="3409950" y="3911600"/>
          <p14:tracePt t="18786" x="3409950" y="3905250"/>
          <p14:tracePt t="18821" x="3409950" y="3898900"/>
          <p14:tracePt t="18876" x="3416300" y="3898900"/>
          <p14:tracePt t="18919" x="3422650" y="3892550"/>
          <p14:tracePt t="18947" x="3429000" y="3892550"/>
          <p14:tracePt t="19004" x="3435350" y="3892550"/>
          <p14:tracePt t="19242" x="3441700" y="3892550"/>
          <p14:tracePt t="19285" x="3448050" y="3892550"/>
          <p14:tracePt t="19425" x="3454400" y="3892550"/>
          <p14:tracePt t="19439" x="3467100" y="3892550"/>
          <p14:tracePt t="19454" x="3473450" y="3892550"/>
          <p14:tracePt t="19460" x="3479800" y="3892550"/>
          <p14:tracePt t="19474" x="3492500" y="3898900"/>
          <p14:tracePt t="19485" x="3505200" y="3898900"/>
          <p14:tracePt t="19502" x="3543300" y="3905250"/>
          <p14:tracePt t="19519" x="3575050" y="3905250"/>
          <p14:tracePt t="19522" x="3600450" y="3905250"/>
          <p14:tracePt t="19536" x="3619500" y="3911600"/>
          <p14:tracePt t="19552" x="3663950" y="3911600"/>
          <p14:tracePt t="19569" x="3676650" y="3911600"/>
          <p14:tracePt t="19586" x="3702050" y="3917950"/>
          <p14:tracePt t="19601" x="3708400" y="3917950"/>
          <p14:tracePt t="19618" x="3714750" y="3917950"/>
          <p14:tracePt t="19691" x="3721100" y="3917950"/>
          <p14:tracePt t="19811" x="3727450" y="3917950"/>
          <p14:tracePt t="19895" x="3721100" y="3917950"/>
          <p14:tracePt t="19923" x="3714750" y="3917950"/>
          <p14:tracePt t="20015" x="3708400" y="3917950"/>
          <p14:tracePt t="20071" x="3702050" y="3917950"/>
          <p14:tracePt t="20162" x="3695700" y="3917950"/>
          <p14:tracePt t="20232" x="3689350" y="3917950"/>
          <p14:tracePt t="20274" x="3683000" y="3917950"/>
          <p14:tracePt t="20303" x="3670300" y="3917950"/>
          <p14:tracePt t="20317" x="3663950" y="3917950"/>
          <p14:tracePt t="20323" x="3638550" y="3917950"/>
          <p14:tracePt t="20337" x="3613150" y="3917950"/>
          <p14:tracePt t="20349" x="3575050" y="3917950"/>
          <p14:tracePt t="20366" x="3441700" y="3911600"/>
          <p14:tracePt t="20382" x="3346450" y="3911600"/>
          <p14:tracePt t="20399" x="3111500" y="3892550"/>
          <p14:tracePt t="20416" x="2870200" y="3867150"/>
          <p14:tracePt t="20432" x="2755900" y="3860800"/>
          <p14:tracePt t="20449" x="2527300" y="3848100"/>
          <p14:tracePt t="20465" x="2305050" y="3841750"/>
          <p14:tracePt t="20482" x="2190750" y="3841750"/>
          <p14:tracePt t="20499" x="2006600" y="3841750"/>
          <p14:tracePt t="20515" x="1879600" y="3860800"/>
          <p14:tracePt t="20532" x="1841500" y="3860800"/>
          <p14:tracePt t="20549" x="1771650" y="3867150"/>
          <p14:tracePt t="20565" x="1727200" y="3867150"/>
          <p14:tracePt t="20583" x="1714500" y="3873500"/>
          <p14:tracePt t="20598" x="1708150" y="3873500"/>
          <p14:tracePt t="20615" x="1701800" y="3873500"/>
          <p14:tracePt t="20632" x="1695450" y="3873500"/>
          <p14:tracePt t="20675" x="1689100" y="3873500"/>
          <p14:tracePt t="20977" x="1701800" y="3873500"/>
          <p14:tracePt t="20984" x="1727200" y="3873500"/>
          <p14:tracePt t="21000" x="1758950" y="3873500"/>
          <p14:tracePt t="21013" x="1797050" y="3873500"/>
          <p14:tracePt t="21030" x="1873250" y="3873500"/>
          <p14:tracePt t="21047" x="1955800" y="3873500"/>
          <p14:tracePt t="21063" x="1981200" y="3873500"/>
          <p14:tracePt t="21067" x="2006600" y="3873500"/>
          <p14:tracePt t="21081" x="2012950" y="3873500"/>
          <p14:tracePt t="21097" x="2032000" y="3873500"/>
          <p14:tracePt t="21113" x="2038350" y="3879850"/>
          <p14:tracePt t="21869" x="2076450" y="3898900"/>
          <p14:tracePt t="21883" x="2127250" y="3917950"/>
          <p14:tracePt t="21889" x="2184400" y="3937000"/>
          <p14:tracePt t="21897" x="2241550" y="3962400"/>
          <p14:tracePt t="21914" x="2279650" y="3968750"/>
          <p14:tracePt t="21927" x="2311400" y="3981450"/>
          <p14:tracePt t="21944" x="2355850" y="3987800"/>
          <p14:tracePt t="21960" x="2374900" y="3987800"/>
          <p14:tracePt t="21977" x="2381250" y="3987800"/>
          <p14:tracePt t="21994" x="2387600" y="3981450"/>
          <p14:tracePt t="22010" x="2393950" y="3975100"/>
          <p14:tracePt t="22044" x="2393950" y="3968750"/>
          <p14:tracePt t="22060" x="2381250" y="3962400"/>
          <p14:tracePt t="22101" x="2381250" y="3956050"/>
          <p14:tracePt t="22108" x="2374900" y="3949700"/>
          <p14:tracePt t="22178" x="2374900" y="3943350"/>
          <p14:tracePt t="22213" x="2374900" y="3937000"/>
          <p14:tracePt t="22263" x="2374900" y="3930650"/>
          <p14:tracePt t="22269" x="2381250" y="3930650"/>
          <p14:tracePt t="22290" x="2387600" y="3930650"/>
          <p14:tracePt t="22311" x="2393950" y="3930650"/>
          <p14:tracePt t="22319" x="2400300" y="3930650"/>
          <p14:tracePt t="22340" x="2406650" y="3930650"/>
          <p14:tracePt t="22375" x="2413000" y="3930650"/>
          <p14:tracePt t="22382" x="2419350" y="3924300"/>
          <p14:tracePt t="22392" x="2425700" y="3924300"/>
          <p14:tracePt t="22409" x="2432050" y="3924300"/>
          <p14:tracePt t="22426" x="2457450" y="3917950"/>
          <p14:tracePt t="22442" x="2476500" y="3917950"/>
          <p14:tracePt t="22460" x="2527300" y="3905250"/>
          <p14:tracePt t="22476" x="2552700" y="3898900"/>
          <p14:tracePt t="22492" x="2565400" y="3898900"/>
          <p14:tracePt t="22509" x="2584450" y="3892550"/>
          <p14:tracePt t="22525" x="2597150" y="3892550"/>
          <p14:tracePt t="22541" x="2597150" y="3886200"/>
          <p14:tracePt t="22558" x="2603500" y="3886200"/>
          <p14:tracePt t="23112" x="2609850" y="3886200"/>
          <p14:tracePt t="23126" x="2622550" y="3892550"/>
          <p14:tracePt t="23133" x="2635250" y="3898900"/>
          <p14:tracePt t="23147" x="2660650" y="3905250"/>
          <p14:tracePt t="23156" x="2692400" y="3924300"/>
          <p14:tracePt t="23173" x="2736850" y="3937000"/>
          <p14:tracePt t="23190" x="2825750" y="3962400"/>
          <p14:tracePt t="23206" x="2921000" y="3994150"/>
          <p14:tracePt t="23223" x="2959100" y="4000500"/>
          <p14:tracePt t="23240" x="3009900" y="4006850"/>
          <p14:tracePt t="23256" x="3041650" y="4013200"/>
          <p14:tracePt t="23273" x="3054350" y="4013200"/>
          <p14:tracePt t="23289" x="3067050" y="4013200"/>
          <p14:tracePt t="23305" x="3073400" y="4013200"/>
          <p14:tracePt t="23325" x="3073400" y="4006850"/>
          <p14:tracePt t="23372" x="3073400" y="4000500"/>
          <p14:tracePt t="23485" x="3067050" y="3994150"/>
          <p14:tracePt t="23526" x="3060700" y="3994150"/>
          <p14:tracePt t="23625" x="3054350" y="3994150"/>
          <p14:tracePt t="23646" x="3054350" y="4000500"/>
          <p14:tracePt t="23689" x="3054350" y="4006850"/>
          <p14:tracePt t="23695" x="3067050" y="4006850"/>
          <p14:tracePt t="23710" x="3073400" y="4013200"/>
          <p14:tracePt t="23721" x="3092450" y="4025900"/>
          <p14:tracePt t="23738" x="3162300" y="4051300"/>
          <p14:tracePt t="23754" x="3232150" y="4083050"/>
          <p14:tracePt t="23771" x="3365500" y="4108450"/>
          <p14:tracePt t="23787" x="3429000" y="4114800"/>
          <p14:tracePt t="23804" x="3549650" y="4127500"/>
          <p14:tracePt t="23821" x="3587750" y="4127500"/>
          <p14:tracePt t="23837" x="3638550" y="4127500"/>
          <p14:tracePt t="23854" x="3651250" y="4121150"/>
          <p14:tracePt t="23871" x="3657600" y="4108450"/>
          <p14:tracePt t="23887" x="3657600" y="4095750"/>
          <p14:tracePt t="23920" x="3657600" y="4089400"/>
          <p14:tracePt t="23955" x="3644900" y="4083050"/>
          <p14:tracePt t="23969" x="3644900" y="4076700"/>
          <p14:tracePt t="23990" x="3638550" y="4070350"/>
          <p14:tracePt t="23997" x="3632200" y="4064000"/>
          <p14:tracePt t="24006" x="3632200" y="4057650"/>
          <p14:tracePt t="24026" x="3625850" y="4057650"/>
          <p14:tracePt t="24075" x="3625850" y="4051300"/>
          <p14:tracePt t="24117" x="3619500" y="4051300"/>
          <p14:tracePt t="24159" x="3619500" y="4044950"/>
          <p14:tracePt t="24229" x="3613150" y="4038600"/>
          <p14:tracePt t="24285" x="3606800" y="4032250"/>
          <p14:tracePt t="24342" x="3619500" y="4032250"/>
          <p14:tracePt t="24356" x="3625850" y="4038600"/>
          <p14:tracePt t="24362" x="3632200" y="4038600"/>
          <p14:tracePt t="24377" x="3644900" y="4044950"/>
          <p14:tracePt t="24385" x="3657600" y="4044950"/>
          <p14:tracePt t="24402" x="3689350" y="4051300"/>
          <p14:tracePt t="24419" x="3784600" y="4057650"/>
          <p14:tracePt t="24435" x="3829050" y="4057650"/>
          <p14:tracePt t="24452" x="3892550" y="4057650"/>
          <p14:tracePt t="24469" x="3956050" y="4051300"/>
          <p14:tracePt t="24485" x="3981450" y="4044950"/>
          <p14:tracePt t="24502" x="4025900" y="4032250"/>
          <p14:tracePt t="24518" x="4044950" y="4025900"/>
          <p14:tracePt t="24535" x="4057650" y="4019550"/>
          <p14:tracePt t="24552" x="4057650" y="4013200"/>
          <p14:tracePt t="24568" x="4057650" y="4006850"/>
          <p14:tracePt t="24748" x="4051300" y="4006850"/>
          <p14:tracePt t="24833" x="4044950" y="4006850"/>
          <p14:tracePt t="24868" x="4038600" y="4006850"/>
          <p14:tracePt t="24910" x="4032250" y="4006850"/>
          <p14:tracePt t="24974" x="4025900" y="4006850"/>
          <p14:tracePt t="25051" x="4019550" y="4006850"/>
          <p14:tracePt t="25093" x="4013200" y="4006850"/>
          <p14:tracePt t="25121" x="4006850" y="4006850"/>
          <p14:tracePt t="25128" x="4000500" y="4006850"/>
          <p14:tracePt t="25170" x="3994150" y="4006850"/>
          <p14:tracePt t="25192" x="3987800" y="4000500"/>
          <p14:tracePt t="25220" x="3981450" y="4000500"/>
          <p14:tracePt t="25234" x="3975100" y="4000500"/>
          <p14:tracePt t="25241" x="3975100" y="3994150"/>
          <p14:tracePt t="25255" x="3968750" y="3994150"/>
          <p14:tracePt t="25269" x="3956050" y="3994150"/>
          <p14:tracePt t="25282" x="3949700" y="3994150"/>
          <p14:tracePt t="25299" x="3949700" y="3987800"/>
          <p14:tracePt t="25315" x="3924300" y="3981450"/>
          <p14:tracePt t="25333" x="3911600" y="3975100"/>
          <p14:tracePt t="25349" x="3886200" y="3968750"/>
          <p14:tracePt t="25366" x="3873500" y="3968750"/>
          <p14:tracePt t="25382" x="3854450" y="3962400"/>
          <p14:tracePt t="25399" x="3848100" y="3962400"/>
          <p14:tracePt t="25416" x="3835400" y="3962400"/>
          <p14:tracePt t="25448" x="3829050" y="3962400"/>
          <p14:tracePt t="25466" x="3810000" y="3962400"/>
          <p14:tracePt t="25481" x="3784600" y="3962400"/>
          <p14:tracePt t="25498" x="3771900" y="3962400"/>
          <p14:tracePt t="25515" x="3740150" y="3975100"/>
          <p14:tracePt t="25531" x="3689350" y="3987800"/>
          <p14:tracePt t="25549" x="3670300" y="3994150"/>
          <p14:tracePt t="25565" x="3613150" y="4006850"/>
          <p14:tracePt t="25968" x="3683000" y="3994150"/>
          <p14:tracePt t="25972" x="3765550" y="3956050"/>
          <p14:tracePt t="25986" x="3867150" y="3930650"/>
          <p14:tracePt t="25996" x="3987800" y="3879850"/>
          <p14:tracePt t="26013" x="4089400" y="3835400"/>
          <p14:tracePt t="26029" x="4286250" y="3765550"/>
          <p14:tracePt t="26046" x="4470400" y="3695700"/>
          <p14:tracePt t="26063" x="4610100" y="3625850"/>
          <p14:tracePt t="26079" x="4667250" y="3594100"/>
          <p14:tracePt t="26083" x="4686300" y="3581400"/>
          <p14:tracePt t="26096" x="4705350" y="3568700"/>
          <p14:tracePt t="26113" x="4737100" y="3543300"/>
          <p14:tracePt t="26129" x="4743450" y="3536950"/>
          <p14:tracePt t="26146" x="4743450" y="3530600"/>
          <p14:tracePt t="26162" x="4762500" y="3517900"/>
          <p14:tracePt t="26179" x="4768850" y="3505200"/>
          <p14:tracePt t="26197" x="4781550" y="3498850"/>
          <p14:tracePt t="26212" x="4800600" y="3486150"/>
          <p14:tracePt t="26229" x="4813300" y="3467100"/>
          <p14:tracePt t="26246" x="4819650" y="3448050"/>
          <p14:tracePt t="26262" x="4826000" y="3435350"/>
          <p14:tracePt t="26279" x="4845050" y="3416300"/>
          <p14:tracePt t="26296" x="4857750" y="3397250"/>
          <p14:tracePt t="26312" x="4864100" y="3384550"/>
          <p14:tracePt t="26329" x="4876800" y="3371850"/>
          <p14:tracePt t="26345" x="4889500" y="3359150"/>
          <p14:tracePt t="26362" x="4895850" y="3346450"/>
          <p14:tracePt t="26379" x="4902200" y="3327400"/>
          <p14:tracePt t="26395" x="4914900" y="3308350"/>
          <p14:tracePt t="26411" x="4921250" y="3308350"/>
          <p14:tracePt t="26429" x="4933950" y="3289300"/>
          <p14:tracePt t="26445" x="4933950" y="3282950"/>
          <p14:tracePt t="26461" x="4940300" y="3276600"/>
          <p14:tracePt t="26494" x="4940300" y="3270250"/>
          <p14:tracePt t="26514" x="4940300" y="3263900"/>
          <p14:tracePt t="26940" x="4991100" y="3270250"/>
          <p14:tracePt t="26946" x="5067300" y="3289300"/>
          <p14:tracePt t="26963" x="5175250" y="3321050"/>
          <p14:tracePt t="26976" x="5429250" y="3371850"/>
          <p14:tracePt t="26993" x="5588000" y="3384550"/>
          <p14:tracePt t="27010" x="5861050" y="3416300"/>
          <p14:tracePt t="27026" x="5988050" y="3416300"/>
          <p14:tracePt t="27043" x="6216650" y="3422650"/>
          <p14:tracePt t="27059" x="6394450" y="3397250"/>
          <p14:tracePt t="27075" x="6464300" y="3378200"/>
          <p14:tracePt t="27093" x="6610350" y="3359150"/>
          <p14:tracePt t="27109" x="6731000" y="3327400"/>
          <p14:tracePt t="27126" x="6781800" y="3333750"/>
          <p14:tracePt t="27143" x="6832600" y="3333750"/>
          <p14:tracePt t="27159" x="6921500" y="3333750"/>
          <p14:tracePt t="27176" x="6978650" y="3333750"/>
          <p14:tracePt t="27192" x="7092950" y="3333750"/>
          <p14:tracePt t="27209" x="7181850" y="3327400"/>
          <p14:tracePt t="27225" x="7239000" y="3327400"/>
          <p14:tracePt t="27242" x="7315200" y="3321050"/>
          <p14:tracePt t="27258" x="7334250" y="3321050"/>
          <p14:tracePt t="27276" x="7359650" y="3314700"/>
          <p14:tracePt t="27291" x="7378700" y="3302000"/>
          <p14:tracePt t="27309" x="7385050" y="3302000"/>
          <p14:tracePt t="27326" x="7391400" y="3295650"/>
          <p14:tracePt t="27341" x="7397750" y="3295650"/>
          <p14:tracePt t="27382" x="7397750" y="3289300"/>
          <p14:tracePt t="27747" x="7391400" y="3289300"/>
          <p14:tracePt t="27761" x="7378700" y="3289300"/>
          <p14:tracePt t="27768" x="7366000" y="3289300"/>
          <p14:tracePt t="27782" x="7340600" y="3289300"/>
          <p14:tracePt t="27790" x="7302500" y="3289300"/>
          <p14:tracePt t="27807" x="7226300" y="3289300"/>
          <p14:tracePt t="27824" x="7010400" y="3289300"/>
          <p14:tracePt t="27840" x="6642100" y="3282950"/>
          <p14:tracePt t="27856" x="6407150" y="3282950"/>
          <p14:tracePt t="27874" x="5905500" y="3263900"/>
          <p14:tracePt t="27890" x="5537200" y="3257550"/>
          <p14:tracePt t="27906" x="5397500" y="3257550"/>
          <p14:tracePt t="27924" x="5168900" y="3257550"/>
          <p14:tracePt t="27940" x="5092700" y="3257550"/>
          <p14:tracePt t="27957" x="4965700" y="3257550"/>
          <p14:tracePt t="27972" x="4895850" y="3257550"/>
          <p14:tracePt t="27989" x="4864100" y="3257550"/>
          <p14:tracePt t="28007" x="4832350" y="3257550"/>
          <p14:tracePt t="28023" x="4806950" y="3263900"/>
          <p14:tracePt t="28040" x="4800600" y="3263900"/>
          <p14:tracePt t="28056" x="4794250" y="3270250"/>
          <p14:tracePt t="28119" x="4781550" y="3276600"/>
          <p14:tracePt t="28140" x="4768850" y="3276600"/>
          <p14:tracePt t="28154" x="4756150" y="3282950"/>
          <p14:tracePt t="28161" x="4749800" y="3282950"/>
          <p14:tracePt t="28172" x="4730750" y="3282950"/>
          <p14:tracePt t="28190" x="4699000" y="3282950"/>
          <p14:tracePt t="28205" x="4679950" y="3282950"/>
          <p14:tracePt t="28222" x="4654550" y="3282950"/>
          <p14:tracePt t="28239" x="4597400" y="3282950"/>
          <p14:tracePt t="28255" x="4584700" y="3282950"/>
          <p14:tracePt t="28272" x="4572000" y="3282950"/>
          <p14:tracePt t="28289" x="4552950" y="3282950"/>
          <p14:tracePt t="28305" x="4546600" y="3282950"/>
          <p14:tracePt t="28330" x="4540250" y="3282950"/>
          <p14:tracePt t="28730" x="4533900" y="3282950"/>
          <p14:tracePt t="28738" x="4527550" y="3282950"/>
          <p14:tracePt t="29195" x="4514850" y="3282950"/>
          <p14:tracePt t="29203" x="4508500" y="3282950"/>
          <p14:tracePt t="29216" x="4495800" y="3295650"/>
          <p14:tracePt t="29230" x="4489450" y="3302000"/>
          <p14:tracePt t="29244" x="4483100" y="3308350"/>
          <p14:tracePt t="29272" x="4476750" y="3308350"/>
          <p14:tracePt t="29293" x="4476750" y="3314700"/>
          <p14:tracePt t="29300" x="4476750" y="3321050"/>
          <p14:tracePt t="29314" x="4476750" y="3327400"/>
          <p14:tracePt t="29321" x="4476750" y="3333750"/>
          <p14:tracePt t="29338" x="4476750" y="3340100"/>
          <p14:tracePt t="29351" x="4476750" y="3346450"/>
          <p14:tracePt t="29368" x="4476750" y="3359150"/>
          <p14:tracePt t="29385" x="4476750" y="3371850"/>
          <p14:tracePt t="29401" x="4476750" y="3384550"/>
          <p14:tracePt t="29418" x="4483100" y="3397250"/>
          <p14:tracePt t="29434" x="4489450" y="3409950"/>
          <p14:tracePt t="29451" x="4489450" y="3416300"/>
          <p14:tracePt t="29468" x="4489450" y="3429000"/>
          <p14:tracePt t="29484" x="4489450" y="3435350"/>
          <p14:tracePt t="29501" x="4489450" y="3441700"/>
          <p14:tracePt t="29518" x="4495800" y="3441700"/>
          <p14:tracePt t="29533" x="4495800" y="3448050"/>
          <p14:tracePt t="29569" x="4495800" y="3454400"/>
          <p14:tracePt t="29574" x="4495800" y="3460750"/>
          <p14:tracePt t="29595" x="4502150" y="3467100"/>
          <p14:tracePt t="29624" x="4502150" y="3473450"/>
          <p14:tracePt t="29694" x="4508500" y="3473450"/>
          <p14:tracePt t="29764" x="4514850" y="3473450"/>
          <p14:tracePt t="29806" x="4521200" y="3473450"/>
          <p14:tracePt t="29876" x="4521200" y="3467100"/>
          <p14:tracePt t="29884" x="4521200" y="3460750"/>
          <p14:tracePt t="29905" x="4521200" y="3448050"/>
          <p14:tracePt t="29926" x="4521200" y="3441700"/>
          <p14:tracePt t="29934" x="4521200" y="3435350"/>
          <p14:tracePt t="29947" x="4521200" y="3429000"/>
          <p14:tracePt t="29953" x="4527550" y="3416300"/>
          <p14:tracePt t="29969" x="4527550" y="3390900"/>
          <p14:tracePt t="29983" x="4527550" y="3371850"/>
          <p14:tracePt t="29999" x="4533900" y="3321050"/>
          <p14:tracePt t="30017" x="4540250" y="3282950"/>
          <p14:tracePt t="30032" x="4540250" y="3263900"/>
          <p14:tracePt t="30049" x="4546600" y="3238500"/>
          <p14:tracePt t="30066" x="4552950" y="3219450"/>
          <p14:tracePt t="30136" x="4559300" y="3219450"/>
          <p14:tracePt t="30164" x="4559300" y="3225800"/>
          <p14:tracePt t="30185" x="4559300" y="3232150"/>
          <p14:tracePt t="30227" x="4559300" y="3238500"/>
          <p14:tracePt t="30256" x="4565650" y="3244850"/>
          <p14:tracePt t="30270" x="4565650" y="3251200"/>
          <p14:tracePt t="30276" x="4565650" y="3257550"/>
          <p14:tracePt t="30299" x="4565650" y="3263900"/>
          <p14:tracePt t="30312" x="4565650" y="3270250"/>
          <p14:tracePt t="30319" x="4565650" y="3276600"/>
          <p14:tracePt t="30347" x="4565650" y="3282950"/>
          <p14:tracePt t="30361" x="4572000" y="3282950"/>
          <p14:tracePt t="30368" x="4572000" y="3289300"/>
          <p14:tracePt t="30384" x="4572000" y="3295650"/>
          <p14:tracePt t="30398" x="4572000" y="3302000"/>
          <p14:tracePt t="30418" x="4578350" y="3302000"/>
          <p14:tracePt t="30439" x="4578350" y="3314700"/>
          <p14:tracePt t="30467" x="4578350" y="3321050"/>
          <p14:tracePt t="30488" x="4584700" y="3321050"/>
          <p14:tracePt t="30530" x="4584700" y="3327400"/>
          <p14:tracePt t="30558" x="4591050" y="3333750"/>
          <p14:tracePt t="30572" x="4591050" y="3340100"/>
          <p14:tracePt t="30579" x="4591050" y="3346450"/>
          <p14:tracePt t="30607" x="4591050" y="3352800"/>
          <p14:tracePt t="30649" x="4597400" y="3352800"/>
          <p14:tracePt t="30670" x="4603750" y="3352800"/>
          <p14:tracePt t="30677" x="4610100" y="3352800"/>
          <p14:tracePt t="30691" x="4616450" y="3352800"/>
          <p14:tracePt t="30700" x="4635500" y="3352800"/>
          <p14:tracePt t="30714" x="4654550" y="3352800"/>
          <p14:tracePt t="30730" x="4692650" y="3359150"/>
          <p14:tracePt t="30747" x="4838700" y="3365500"/>
          <p14:tracePt t="30763" x="5041900" y="3397250"/>
          <p14:tracePt t="30780" x="5308600" y="3422650"/>
          <p14:tracePt t="30796" x="5461000" y="3422650"/>
          <p14:tracePt t="30813" x="5740400" y="3422650"/>
          <p14:tracePt t="30830" x="6038850" y="3403600"/>
          <p14:tracePt t="30846" x="6178550" y="3384550"/>
          <p14:tracePt t="30863" x="6407150" y="3352800"/>
          <p14:tracePt t="30880" x="6629400" y="3308350"/>
          <p14:tracePt t="30897" x="6800850" y="3270250"/>
          <p14:tracePt t="30913" x="6877050" y="3257550"/>
          <p14:tracePt t="30930" x="6972300" y="3238500"/>
          <p14:tracePt t="30946" x="7029450" y="3232150"/>
          <p14:tracePt t="30962" x="7048500" y="3232150"/>
          <p14:tracePt t="30979" x="7080250" y="3225800"/>
          <p14:tracePt t="30996" x="7092950" y="3225800"/>
          <p14:tracePt t="31013" x="7105650" y="3219450"/>
          <p14:tracePt t="31030" x="7112000" y="3219450"/>
          <p14:tracePt t="31045" x="7124700" y="3219450"/>
          <p14:tracePt t="31062" x="7137400" y="3219450"/>
          <p14:tracePt t="31079" x="7150100" y="3219450"/>
          <p14:tracePt t="31095" x="7156450" y="3219450"/>
          <p14:tracePt t="31112" x="7169150" y="3225800"/>
          <p14:tracePt t="31129" x="7175500" y="3225800"/>
          <p14:tracePt t="31162" x="7181850" y="3225800"/>
          <p14:tracePt t="31199" x="7175500" y="3225800"/>
          <p14:tracePt t="31213" x="7169150" y="3225800"/>
          <p14:tracePt t="31220" x="7150100" y="3225800"/>
          <p14:tracePt t="31229" x="7112000" y="3219450"/>
          <p14:tracePt t="31245" x="7035800" y="3219450"/>
          <p14:tracePt t="31262" x="6832600" y="3200400"/>
          <p14:tracePt t="31278" x="6553200" y="3187700"/>
          <p14:tracePt t="31294" x="6330950" y="3162300"/>
          <p14:tracePt t="31312" x="5899150" y="3136900"/>
          <p14:tracePt t="31328" x="5473700" y="3105150"/>
          <p14:tracePt t="31345" x="5283200" y="3092450"/>
          <p14:tracePt t="31362" x="5016500" y="3073400"/>
          <p14:tracePt t="31377" x="4902200" y="3060700"/>
          <p14:tracePt t="31395" x="4762500" y="3054350"/>
          <p14:tracePt t="31411" x="4660900" y="3054350"/>
          <p14:tracePt t="31428" x="4616450" y="3054350"/>
          <p14:tracePt t="31445" x="4578350" y="3054350"/>
          <p14:tracePt t="31460" x="4559300" y="3054350"/>
          <p14:tracePt t="31477" x="4552950" y="3054350"/>
          <p14:tracePt t="31494" x="4546600" y="3060700"/>
          <p14:tracePt t="31578" x="4540250" y="3060700"/>
          <p14:tracePt t="31600" x="4533900" y="3067050"/>
          <p14:tracePt t="31606" x="4521200" y="3073400"/>
          <p14:tracePt t="31621" x="4521200" y="3079750"/>
          <p14:tracePt t="31630" x="4514850" y="3079750"/>
          <p14:tracePt t="31644" x="4508500" y="3086100"/>
          <p14:tracePt t="31660" x="4502150" y="3092450"/>
          <p14:tracePt t="31677" x="4495800" y="3092450"/>
          <p14:tracePt t="31694" x="4483100" y="3092450"/>
          <p14:tracePt t="31710" x="4476750" y="3098800"/>
          <p14:tracePt t="31727" x="4464050" y="3105150"/>
          <p14:tracePt t="31743" x="4451350" y="3105150"/>
          <p14:tracePt t="31761" x="4425950" y="3117850"/>
          <p14:tracePt t="31777" x="4387850" y="3124200"/>
          <p14:tracePt t="31793" x="4375150" y="3130550"/>
          <p14:tracePt t="31810" x="4343400" y="3130550"/>
          <p14:tracePt t="31826" x="4318000" y="3130550"/>
          <p14:tracePt t="32204" x="4318000" y="3149600"/>
          <p14:tracePt t="32211" x="4324350" y="3175000"/>
          <p14:tracePt t="32228" x="4330700" y="3200400"/>
          <p14:tracePt t="32241" x="4337050" y="3225800"/>
          <p14:tracePt t="32268" x="4337050" y="3238500"/>
          <p14:tracePt t="32302" x="4337050" y="3244850"/>
          <p14:tracePt t="32310" x="4337050" y="3251200"/>
          <p14:tracePt t="32325" x="4330700" y="3257550"/>
          <p14:tracePt t="32341" x="4324350" y="3263900"/>
          <p14:tracePt t="32358" x="4311650" y="3270250"/>
          <p14:tracePt t="32374" x="4273550" y="3289300"/>
          <p14:tracePt t="32391" x="4260850" y="3295650"/>
          <p14:tracePt t="32408" x="4229100" y="3295650"/>
          <p14:tracePt t="32424" x="4197350" y="3295650"/>
          <p14:tracePt t="32441" x="4184650" y="3295650"/>
          <p14:tracePt t="32457" x="4165600" y="3295650"/>
          <p14:tracePt t="32474" x="4146550" y="3295650"/>
          <p14:tracePt t="32491" x="4140200" y="3295650"/>
          <p14:tracePt t="32534" x="4133850" y="3295650"/>
          <p14:tracePt t="32583" x="4127500" y="3295650"/>
          <p14:tracePt t="32611" x="4121150" y="3302000"/>
          <p14:tracePt t="32632" x="4121150" y="3308350"/>
          <p14:tracePt t="32660" x="4121150" y="3314700"/>
          <p14:tracePt t="32675" x="4114800" y="3321050"/>
          <p14:tracePt t="32681" x="4114800" y="3327400"/>
          <p14:tracePt t="32695" x="4108450" y="3327400"/>
          <p14:tracePt t="32707" x="4108450" y="3333750"/>
          <p14:tracePt t="32724" x="4095750" y="3352800"/>
          <p14:tracePt t="32740" x="4083050" y="3371850"/>
          <p14:tracePt t="32756" x="4051300" y="3416300"/>
          <p14:tracePt t="32773" x="4000500" y="3467100"/>
          <p14:tracePt t="32789" x="3981450" y="3505200"/>
          <p14:tracePt t="32806" x="3924300" y="3562350"/>
          <p14:tracePt t="32823" x="3854450" y="3606800"/>
          <p14:tracePt t="32840" x="3829050" y="3619500"/>
          <p14:tracePt t="33185" x="3771900" y="3594100"/>
          <p14:tracePt t="33192" x="3714750" y="3568700"/>
          <p14:tracePt t="33208" x="3644900" y="3549650"/>
          <p14:tracePt t="33221" x="3568700" y="3517900"/>
          <p14:tracePt t="33238" x="3429000" y="3448050"/>
          <p14:tracePt t="33255" x="3321050" y="3403600"/>
          <p14:tracePt t="33271" x="3276600" y="3384550"/>
          <p14:tracePt t="33288" x="3213100" y="3365500"/>
          <p14:tracePt t="33305" x="3175000" y="3352800"/>
          <p14:tracePt t="33321" x="3162300" y="3346450"/>
          <p14:tracePt t="33338" x="3136900" y="3346450"/>
          <p14:tracePt t="33354" x="3124200" y="3346450"/>
          <p14:tracePt t="33387" x="3117850" y="3346450"/>
          <p14:tracePt t="33404" x="3098800" y="3333750"/>
          <p14:tracePt t="33421" x="3079750" y="3327400"/>
          <p14:tracePt t="33438" x="3022600" y="3308350"/>
          <p14:tracePt t="33454" x="2946400" y="3276600"/>
          <p14:tracePt t="33470" x="2901950" y="3257550"/>
          <p14:tracePt t="33488" x="2844800" y="3238500"/>
          <p14:tracePt t="33504" x="2819400" y="3225800"/>
          <p14:tracePt t="33520" x="2781300" y="3206750"/>
          <p14:tracePt t="33537" x="2755900" y="3187700"/>
          <p14:tracePt t="33553" x="2743200" y="3181350"/>
          <p14:tracePt t="33571" x="2736850" y="3175000"/>
          <p14:tracePt t="33587" x="2730500" y="3175000"/>
          <p14:tracePt t="33628" x="2724150" y="3175000"/>
          <p14:tracePt t="33846" x="2724150" y="3168650"/>
          <p14:tracePt t="33873" x="2730500" y="3162300"/>
          <p14:tracePt t="33895" x="2736850" y="3162300"/>
          <p14:tracePt t="33916" x="2736850" y="3155950"/>
          <p14:tracePt t="33937" x="2736850" y="3149600"/>
          <p14:tracePt t="33944" x="2743200" y="3143250"/>
          <p14:tracePt t="33964" x="2749550" y="3136900"/>
          <p14:tracePt t="33979" x="2749550" y="3130550"/>
          <p14:tracePt t="33988" x="2755900" y="3124200"/>
          <p14:tracePt t="34001" x="2762250" y="3105150"/>
          <p14:tracePt t="34019" x="2768600" y="3054350"/>
          <p14:tracePt t="34035" x="2781300" y="2997200"/>
          <p14:tracePt t="34052" x="2794000" y="2940050"/>
          <p14:tracePt t="34069" x="2794000" y="2901950"/>
          <p14:tracePt t="34085" x="2800350" y="2686050"/>
          <p14:tracePt t="34102" x="2787650" y="2590800"/>
          <p14:tracePt t="34119" x="2781300" y="2489200"/>
          <p14:tracePt t="34134" x="2768600" y="2311400"/>
          <p14:tracePt t="34151" x="2774950" y="2159000"/>
          <p14:tracePt t="34169" x="2800350" y="2000250"/>
          <p14:tracePt t="34185" x="2819400" y="1924050"/>
          <p14:tracePt t="34201" x="2870200" y="1797050"/>
          <p14:tracePt t="34218" x="2921000" y="1695450"/>
          <p14:tracePt t="34235" x="2946400" y="1663700"/>
          <p14:tracePt t="34251" x="3003550" y="1606550"/>
          <p14:tracePt t="34268" x="3048000" y="1581150"/>
          <p14:tracePt t="34284" x="3067050" y="1574800"/>
          <p14:tracePt t="34301" x="3086100" y="1568450"/>
          <p14:tracePt t="34318" x="3111500" y="1568450"/>
          <p14:tracePt t="34335" x="3117850" y="1568450"/>
          <p14:tracePt t="34352" x="3124200" y="1574800"/>
          <p14:tracePt t="34367" x="3130550" y="1581150"/>
          <p14:tracePt t="34384" x="3136900" y="1593850"/>
          <p14:tracePt t="34401" x="3143250" y="1606550"/>
          <p14:tracePt t="34417" x="3149600" y="1631950"/>
          <p14:tracePt t="34435" x="3168650" y="1689100"/>
          <p14:tracePt t="34450" x="3194050" y="1809750"/>
          <p14:tracePt t="34467" x="3206750" y="1885950"/>
          <p14:tracePt t="34485" x="3213100" y="2044700"/>
          <p14:tracePt t="34500" x="3225800" y="2197100"/>
          <p14:tracePt t="34517" x="3219450" y="2260600"/>
          <p14:tracePt t="34534" x="3213100" y="2406650"/>
          <p14:tracePt t="34550" x="3200400" y="2546350"/>
          <p14:tracePt t="34567" x="3194050" y="2584450"/>
          <p14:tracePt t="34584" x="3187700" y="2667000"/>
          <p14:tracePt t="34600" x="3187700" y="2724150"/>
          <p14:tracePt t="34617" x="3187700" y="2743200"/>
          <p14:tracePt t="34634" x="3175000" y="2787650"/>
          <p14:tracePt t="34650" x="3175000" y="2800350"/>
          <p14:tracePt t="34667" x="3168650" y="2832100"/>
          <p14:tracePt t="34683" x="3168650" y="2863850"/>
          <p14:tracePt t="34700" x="3168650" y="2876550"/>
          <p14:tracePt t="34717" x="3162300" y="2901950"/>
          <p14:tracePt t="34733" x="3155950" y="2946400"/>
          <p14:tracePt t="34737" x="3155950" y="2959100"/>
          <p14:tracePt t="34766" x="3143250" y="2990850"/>
          <p14:tracePt t="34783" x="3143250" y="3016250"/>
          <p14:tracePt t="34816" x="3143250" y="3022600"/>
          <p14:tracePt t="34893" x="3136900" y="3028950"/>
          <p14:tracePt t="34900" x="3136900" y="3035300"/>
          <p14:tracePt t="34920" x="3130550" y="3041650"/>
          <p14:tracePt t="34928" x="3124200" y="3048000"/>
          <p14:tracePt t="34942" x="3117850" y="3048000"/>
          <p14:tracePt t="34952" x="3111500" y="3054350"/>
          <p14:tracePt t="34965" x="3098800" y="3060700"/>
          <p14:tracePt t="34982" x="3073400" y="3086100"/>
          <p14:tracePt t="34999" x="3041650" y="3111500"/>
          <p14:tracePt t="35015" x="3016250" y="3124200"/>
          <p14:tracePt t="35033" x="2984500" y="3162300"/>
          <p14:tracePt t="35049" x="2971800" y="3175000"/>
          <p14:tracePt t="35065" x="2940050" y="3200400"/>
          <p14:tracePt t="35082" x="2927350" y="3232150"/>
          <p14:tracePt t="35098" x="2921000" y="3232150"/>
          <p14:tracePt t="35115" x="2921000" y="3244850"/>
          <p14:tracePt t="35132" x="2921000" y="3251200"/>
          <p14:tracePt t="35173" x="2921000" y="3257550"/>
          <p14:tracePt t="35181" x="2921000" y="3263900"/>
          <p14:tracePt t="35202" x="2921000" y="3270250"/>
          <p14:tracePt t="35237" x="2921000" y="3276600"/>
          <p14:tracePt t="35762" x="2921000" y="3295650"/>
          <p14:tracePt t="35775" x="2921000" y="3314700"/>
          <p14:tracePt t="35782" x="2921000" y="3340100"/>
          <p14:tracePt t="35799" x="2921000" y="3365500"/>
          <p14:tracePt t="35812" x="2921000" y="3384550"/>
          <p14:tracePt t="35829" x="2921000" y="3416300"/>
          <p14:tracePt t="35846" x="2914650" y="3454400"/>
          <p14:tracePt t="35862" x="2914650" y="3473450"/>
          <p14:tracePt t="35879" x="2901950" y="3511550"/>
          <p14:tracePt t="35896" x="2901950" y="3562350"/>
          <p14:tracePt t="35912" x="2901950" y="3581400"/>
          <p14:tracePt t="35930" x="2895600" y="3632200"/>
          <p14:tracePt t="35945" x="2895600" y="3683000"/>
          <p14:tracePt t="35962" x="2895600" y="3702050"/>
          <p14:tracePt t="35979" x="2895600" y="3752850"/>
          <p14:tracePt t="35995" x="2895600" y="3816350"/>
          <p14:tracePt t="36012" x="2895600" y="3848100"/>
          <p14:tracePt t="36029" x="2895600" y="3898900"/>
          <p14:tracePt t="36045" x="2895600" y="3968750"/>
          <p14:tracePt t="36061" x="2895600" y="3987800"/>
          <p14:tracePt t="36078" x="2895600" y="4038600"/>
          <p14:tracePt t="36095" x="2895600" y="4057650"/>
          <p14:tracePt t="36128" x="2895600" y="4064000"/>
          <p14:tracePt t="36145" x="2895600" y="4070350"/>
          <p14:tracePt t="36162" x="2908300" y="4070350"/>
          <p14:tracePt t="36650" x="2908300" y="4083050"/>
          <p14:tracePt t="36664" x="2908300" y="4095750"/>
          <p14:tracePt t="36671" x="2908300" y="4114800"/>
          <p14:tracePt t="36679" x="2908300" y="4133850"/>
          <p14:tracePt t="36695" x="2908300" y="4165600"/>
          <p14:tracePt t="36709" x="2908300" y="4191000"/>
          <p14:tracePt t="36726" x="2889250" y="4267200"/>
          <p14:tracePt t="36743" x="2863850" y="4375150"/>
          <p14:tracePt t="36759" x="2844800" y="4425950"/>
          <p14:tracePt t="36776" x="2787650" y="4540250"/>
          <p14:tracePt t="36793" x="2724150" y="4629150"/>
          <p14:tracePt t="36809" x="2698750" y="4673600"/>
          <p14:tracePt t="36826" x="2628900" y="4743450"/>
          <p14:tracePt t="36842" x="2571750" y="4800600"/>
          <p14:tracePt t="36859" x="2552700" y="4819650"/>
          <p14:tracePt t="36875" x="2508250" y="4845050"/>
          <p14:tracePt t="36892" x="2495550" y="4857750"/>
          <p14:tracePt t="36909" x="2463800" y="4870450"/>
          <p14:tracePt t="36925" x="2438400" y="4883150"/>
          <p14:tracePt t="36942" x="2413000" y="4895850"/>
          <p14:tracePt t="36959" x="2393950" y="4895850"/>
          <p14:tracePt t="36975" x="2387600" y="4902200"/>
          <p14:tracePt t="36992" x="2381250" y="4902200"/>
          <p14:tracePt t="37347" x="2349500" y="4902200"/>
          <p14:tracePt t="37353" x="2317750" y="4908550"/>
          <p14:tracePt t="37360" x="2279650" y="4921250"/>
          <p14:tracePt t="37377" x="2260600" y="4921250"/>
          <p14:tracePt t="37390" x="2228850" y="4921250"/>
          <p14:tracePt t="37407" x="2190750" y="4927600"/>
          <p14:tracePt t="37424" x="2146300" y="4946650"/>
          <p14:tracePt t="37440" x="2127250" y="4953000"/>
          <p14:tracePt t="37457" x="2101850" y="4959350"/>
          <p14:tracePt t="37473" x="2082800" y="4965700"/>
          <p14:tracePt t="37490" x="2076450" y="4965700"/>
          <p14:tracePt t="37507" x="2070100" y="4972050"/>
          <p14:tracePt t="37539" x="2063750" y="4972050"/>
          <p14:tracePt t="37564" x="2057400" y="4972050"/>
          <p14:tracePt t="37572" x="2057400" y="4978400"/>
          <p14:tracePt t="37593" x="2051050" y="4984750"/>
          <p14:tracePt t="37609" x="2044700" y="4984750"/>
          <p14:tracePt t="37623" x="2044700" y="4991100"/>
          <p14:tracePt t="37640" x="2032000" y="4991100"/>
          <p14:tracePt t="37672" x="2025650" y="4991100"/>
          <p14:tracePt t="37690" x="2019300" y="4991100"/>
          <p14:tracePt t="39312" x="2012950" y="4991100"/>
          <p14:tracePt t="39417" x="2012950" y="4984750"/>
          <p14:tracePt t="39424" x="2012950" y="4978400"/>
          <p14:tracePt t="39433" x="2012950" y="4972050"/>
          <p14:tracePt t="39450" x="2012950" y="4959350"/>
          <p14:tracePt t="39467" x="2012950" y="4933950"/>
          <p14:tracePt t="39483" x="2019300" y="4864100"/>
          <p14:tracePt t="39500" x="2019300" y="4813300"/>
          <p14:tracePt t="39516" x="2044700" y="4692650"/>
          <p14:tracePt t="39533" x="2076450" y="4559300"/>
          <p14:tracePt t="39551" x="2101850" y="4438650"/>
          <p14:tracePt t="39566" x="2108200" y="4375150"/>
          <p14:tracePt t="39583" x="2120900" y="4324350"/>
          <p14:tracePt t="39600" x="2127250" y="4216400"/>
          <p14:tracePt t="39616" x="2139950" y="4127500"/>
          <p14:tracePt t="39632" x="2139950" y="4070350"/>
          <p14:tracePt t="39649" x="2139950" y="3994150"/>
          <p14:tracePt t="39666" x="2133600" y="3911600"/>
          <p14:tracePt t="39682" x="2127250" y="3886200"/>
          <p14:tracePt t="39699" x="2120900" y="3803650"/>
          <p14:tracePt t="39715" x="2114550" y="3721100"/>
          <p14:tracePt t="39733" x="2101850" y="3657600"/>
          <p14:tracePt t="39748" x="2082800" y="3536950"/>
          <p14:tracePt t="39765" x="2076450" y="3409950"/>
          <p14:tracePt t="39783" x="2063750" y="3257550"/>
          <p14:tracePt t="39799" x="2063750" y="3175000"/>
          <p14:tracePt t="39815" x="2070100" y="2952750"/>
          <p14:tracePt t="39832" x="2070100" y="2686050"/>
          <p14:tracePt t="39849" x="2070100" y="2571750"/>
          <p14:tracePt t="39865" x="2070100" y="2355850"/>
          <p14:tracePt t="39882" x="2044700" y="2209800"/>
          <p14:tracePt t="39898" x="2038350" y="2171700"/>
          <p14:tracePt t="39915" x="2032000" y="2101850"/>
          <p14:tracePt t="39931" x="2019300" y="2082800"/>
          <p14:tracePt t="39948" x="2012950" y="2076450"/>
          <p14:tracePt t="39965" x="2006600" y="2070100"/>
          <p14:tracePt t="39997" x="2000250" y="2063750"/>
          <p14:tracePt t="40022" x="1987550" y="2063750"/>
          <p14:tracePt t="40347" x="1974850" y="2044700"/>
          <p14:tracePt t="40354" x="1955800" y="2025650"/>
          <p14:tracePt t="40368" x="1943100" y="2006600"/>
          <p14:tracePt t="40379" x="1911350" y="1974850"/>
          <p14:tracePt t="40397" x="1847850" y="1905000"/>
          <p14:tracePt t="40413" x="1816100" y="1879600"/>
          <p14:tracePt t="40431" x="1746250" y="1809750"/>
          <p14:tracePt t="40446" x="1682750" y="1752600"/>
          <p14:tracePt t="40463" x="1657350" y="1727200"/>
          <p14:tracePt t="40480" x="1593850" y="1695450"/>
          <p14:tracePt t="40496" x="1543050" y="1663700"/>
          <p14:tracePt t="40513" x="1517650" y="1644650"/>
          <p14:tracePt t="40530" x="1485900" y="1619250"/>
          <p14:tracePt t="40545" x="1447800" y="1587500"/>
          <p14:tracePt t="40563" x="1435100" y="1574800"/>
          <p14:tracePt t="40579" x="1409700" y="1555750"/>
          <p14:tracePt t="40595" x="1397000" y="1549400"/>
          <p14:tracePt t="40613" x="1358900" y="1530350"/>
          <p14:tracePt t="40629" x="1346200" y="1517650"/>
          <p14:tracePt t="40646" x="1333500" y="1511300"/>
          <p14:tracePt t="40663" x="1301750" y="1492250"/>
          <p14:tracePt t="40679" x="1289050" y="1479550"/>
          <p14:tracePt t="40696" x="1276350" y="1473200"/>
          <p14:tracePt t="40712" x="1263650" y="1460500"/>
          <p14:tracePt t="40729" x="1250950" y="1454150"/>
          <p14:tracePt t="40762" x="1244600" y="1447800"/>
          <p14:tracePt t="40867" x="1250950" y="1447800"/>
          <p14:tracePt t="40888" x="1263650" y="1447800"/>
          <p14:tracePt t="40895" x="1270000" y="1447800"/>
          <p14:tracePt t="40916" x="1282700" y="1447800"/>
          <p14:tracePt t="40930" x="1301750" y="1447800"/>
          <p14:tracePt t="40937" x="1320800" y="1447800"/>
          <p14:tracePt t="40951" x="1358900" y="1447800"/>
          <p14:tracePt t="40961" x="1416050" y="1435100"/>
          <p14:tracePt t="40979" x="1555750" y="1428750"/>
          <p14:tracePt t="40994" x="1644650" y="1416050"/>
          <p14:tracePt t="41011" x="1822450" y="1409700"/>
          <p14:tracePt t="41028" x="2000250" y="1397000"/>
          <p14:tracePt t="41045" x="2095500" y="1384300"/>
          <p14:tracePt t="41061" x="2197100" y="1377950"/>
          <p14:tracePt t="41078" x="2292350" y="1377950"/>
          <p14:tracePt t="41094" x="2311400" y="1377950"/>
          <p14:tracePt t="41111" x="2349500" y="1377950"/>
          <p14:tracePt t="41128" x="2374900" y="1377950"/>
          <p14:tracePt t="41161" x="2381250" y="1377950"/>
          <p14:tracePt t="41177" x="2387600" y="1377950"/>
          <p14:tracePt t="41218" x="2393950" y="1377950"/>
          <p14:tracePt t="41330" x="2387600" y="1377950"/>
          <p14:tracePt t="41337" x="2381250" y="1377950"/>
          <p14:tracePt t="41358" x="2374900" y="1377950"/>
          <p14:tracePt t="41373" x="2362200" y="1377950"/>
          <p14:tracePt t="41387" x="2349500" y="1377950"/>
          <p14:tracePt t="41401" x="2317750" y="1377950"/>
          <p14:tracePt t="41409" x="2292350" y="1371600"/>
          <p14:tracePt t="41426" x="2235200" y="1371600"/>
          <p14:tracePt t="41443" x="2108200" y="1352550"/>
          <p14:tracePt t="41460" x="1930400" y="1339850"/>
          <p14:tracePt t="41476" x="1835150" y="1333500"/>
          <p14:tracePt t="41494" x="1682750" y="1320800"/>
          <p14:tracePt t="41509" x="1568450" y="1314450"/>
          <p14:tracePt t="41527" x="1498600" y="1314450"/>
          <p14:tracePt t="41542" x="1485900" y="1314450"/>
          <p14:tracePt t="41559" x="1473200" y="1314450"/>
          <p14:tracePt t="41576" x="1454150" y="1314450"/>
          <p14:tracePt t="41703" x="1460500" y="1314450"/>
          <p14:tracePt t="41724" x="1473200" y="1314450"/>
          <p14:tracePt t="41731" x="1485900" y="1320800"/>
          <p14:tracePt t="41741" x="1498600" y="1320800"/>
          <p14:tracePt t="41759" x="1568450" y="1327150"/>
          <p14:tracePt t="41775" x="1619250" y="1327150"/>
          <p14:tracePt t="41792" x="1682750" y="1327150"/>
          <p14:tracePt t="41808" x="1936750" y="1333500"/>
          <p14:tracePt t="41825" x="2025650" y="1333500"/>
          <p14:tracePt t="41842" x="2159000" y="1333500"/>
          <p14:tracePt t="41858" x="2222500" y="1333500"/>
          <p14:tracePt t="41875" x="2279650" y="1333500"/>
          <p14:tracePt t="41893" x="2311400" y="1333500"/>
          <p14:tracePt t="41908" x="2317750" y="1333500"/>
          <p14:tracePt t="41924" x="2324100" y="1333500"/>
          <p14:tracePt t="42040" x="2317750" y="1333500"/>
          <p14:tracePt t="42110" x="2311400" y="1333500"/>
          <p14:tracePt t="42131" x="2305050" y="1333500"/>
          <p14:tracePt t="42952" x="2362200" y="1346200"/>
          <p14:tracePt t="42966" x="2463800" y="1377950"/>
          <p14:tracePt t="42974" x="2559050" y="1409700"/>
          <p14:tracePt t="42990" x="2660650" y="1428750"/>
          <p14:tracePt t="43004" x="2774950" y="1454150"/>
          <p14:tracePt t="43021" x="3016250" y="1473200"/>
          <p14:tracePt t="43037" x="3257550" y="1485900"/>
          <p14:tracePt t="43054" x="3371850" y="1479550"/>
          <p14:tracePt t="43071" x="3600450" y="1466850"/>
          <p14:tracePt t="43087" x="3790950" y="1441450"/>
          <p14:tracePt t="43104" x="3873500" y="1428750"/>
          <p14:tracePt t="43121" x="4025900" y="1390650"/>
          <p14:tracePt t="43137" x="4140200" y="1365250"/>
          <p14:tracePt t="43154" x="4178300" y="1352550"/>
          <p14:tracePt t="43170" x="4254500" y="1352550"/>
          <p14:tracePt t="43187" x="4305300" y="1352550"/>
          <p14:tracePt t="43204" x="4324350" y="1352550"/>
          <p14:tracePt t="43220" x="4356100" y="1352550"/>
          <p14:tracePt t="43237" x="4381500" y="1346200"/>
          <p14:tracePt t="43254" x="4400550" y="1339850"/>
          <p14:tracePt t="43270" x="4406900" y="1339850"/>
          <p14:tracePt t="43286" x="4419600" y="1333500"/>
          <p14:tracePt t="43304" x="4445000" y="1320800"/>
          <p14:tracePt t="43336" x="4451350" y="1314450"/>
          <p14:tracePt t="43353" x="4464050" y="1301750"/>
          <p14:tracePt t="43370" x="4470400" y="1289050"/>
          <p14:tracePt t="43374" x="4470400" y="1282700"/>
          <p14:tracePt t="43395" x="4470400" y="1276350"/>
          <p14:tracePt t="43437" x="4470400" y="1270000"/>
          <p14:tracePt t="43444" x="4464050" y="1263650"/>
          <p14:tracePt t="43458" x="4457700" y="1257300"/>
          <p14:tracePt t="43469" x="4451350" y="1244600"/>
          <p14:tracePt t="43486" x="4425950" y="1225550"/>
          <p14:tracePt t="43502" x="4406900" y="1206500"/>
          <p14:tracePt t="43519" x="4349750" y="1149350"/>
          <p14:tracePt t="43536" x="4267200" y="1066800"/>
          <p14:tracePt t="43552" x="4222750" y="1028700"/>
          <p14:tracePt t="43569" x="4171950" y="971550"/>
          <p14:tracePt t="43585" x="4070350" y="857250"/>
          <p14:tracePt t="43602" x="4032250" y="819150"/>
          <p14:tracePt t="43620" x="3981450" y="755650"/>
          <p14:tracePt t="43635" x="3962400" y="736600"/>
          <p14:tracePt t="43652" x="3937000" y="704850"/>
          <p14:tracePt t="43669" x="3930650" y="698500"/>
          <p14:tracePt t="43685" x="3924300" y="692150"/>
          <p14:tracePt t="43702" x="3917950" y="685800"/>
          <p14:tracePt t="43725" x="3911600" y="679450"/>
          <p14:tracePt t="43739" x="3905250" y="673100"/>
          <p14:tracePt t="43751" x="3898900" y="666750"/>
          <p14:tracePt t="43768" x="3886200" y="660400"/>
          <p14:tracePt t="43785" x="3879850" y="654050"/>
          <p14:tracePt t="43802" x="3867150" y="641350"/>
          <p14:tracePt t="43818" x="3854450" y="628650"/>
          <p14:tracePt t="43835" x="3848100" y="622300"/>
          <p14:tracePt t="43868" x="3841750" y="615950"/>
          <p14:tracePt t="43922" x="3835400" y="615950"/>
          <p14:tracePt t="44027" x="3835400" y="622300"/>
          <p14:tracePt t="44041" x="3841750" y="622300"/>
          <p14:tracePt t="44048" x="3841750" y="628650"/>
          <p14:tracePt t="44062" x="3848100" y="641350"/>
          <p14:tracePt t="44071" x="3873500" y="654050"/>
          <p14:tracePt t="44084" x="3892550" y="679450"/>
          <p14:tracePt t="44100" x="3987800" y="762000"/>
          <p14:tracePt t="44118" x="4057650" y="812800"/>
          <p14:tracePt t="44134" x="4222750" y="946150"/>
          <p14:tracePt t="44150" x="4400550" y="1060450"/>
          <p14:tracePt t="44167" x="4572000" y="1174750"/>
          <p14:tracePt t="44183" x="4654550" y="1212850"/>
          <p14:tracePt t="44200" x="4724400" y="1244600"/>
          <p14:tracePt t="44217" x="4902200" y="1301750"/>
          <p14:tracePt t="44233" x="4940300" y="1308100"/>
          <p14:tracePt t="44250" x="4984750" y="1314450"/>
          <p14:tracePt t="44267" x="5029200" y="1320800"/>
          <p14:tracePt t="44283" x="5080000" y="1327150"/>
          <p14:tracePt t="44301" x="5118100" y="1327150"/>
          <p14:tracePt t="44316" x="5137150" y="1327150"/>
          <p14:tracePt t="44333" x="5175250" y="1320800"/>
          <p14:tracePt t="44350" x="5200650" y="1314450"/>
          <p14:tracePt t="44366" x="5245100" y="1308100"/>
          <p14:tracePt t="44383" x="5270500" y="1301750"/>
          <p14:tracePt t="44387" x="5295900" y="1301750"/>
          <p14:tracePt t="44400" x="5353050" y="1308100"/>
          <p14:tracePt t="44416" x="5384800" y="1308100"/>
          <p14:tracePt t="44433" x="5416550" y="1314450"/>
          <p14:tracePt t="44450" x="5441950" y="1314450"/>
          <p14:tracePt t="44466" x="5448300" y="1314450"/>
          <p14:tracePt t="44483" x="5454650" y="1314450"/>
          <p14:tracePt t="44499" x="5467350" y="1314450"/>
          <p14:tracePt t="44516" x="5473700" y="1314450"/>
          <p14:tracePt t="44533" x="5480050" y="1308100"/>
          <p14:tracePt t="44895" x="5549900" y="1308100"/>
          <p14:tracePt t="44902" x="5664200" y="1320800"/>
          <p14:tracePt t="44914" x="5765800" y="1327150"/>
          <p14:tracePt t="44931" x="5981700" y="1352550"/>
          <p14:tracePt t="44947" x="6096000" y="1352550"/>
          <p14:tracePt t="44965" x="6210300" y="1358900"/>
          <p14:tracePt t="44981" x="6591300" y="1365250"/>
          <p14:tracePt t="44998" x="6692900" y="1365250"/>
          <p14:tracePt t="45015" x="6845300" y="1365250"/>
          <p14:tracePt t="45030" x="6908800" y="1358900"/>
          <p14:tracePt t="45047" x="7016750" y="1346200"/>
          <p14:tracePt t="45064" x="7099300" y="1327150"/>
          <p14:tracePt t="45080" x="7124700" y="1320800"/>
          <p14:tracePt t="45098" x="7162800" y="1314450"/>
          <p14:tracePt t="45114" x="7181850" y="1314450"/>
          <p14:tracePt t="45146" x="7188200" y="1314450"/>
          <p14:tracePt t="45191" x="7188200" y="1320800"/>
          <p14:tracePt t="45205" x="7181850" y="1320800"/>
          <p14:tracePt t="45247" x="7175500" y="1320800"/>
          <p14:tracePt t="45253" x="7169150" y="1320800"/>
          <p14:tracePt t="45282" x="7162800" y="1320800"/>
          <p14:tracePt t="45297" x="7156450" y="1320800"/>
          <p14:tracePt t="45303" x="7137400" y="1320800"/>
          <p14:tracePt t="45317" x="7118350" y="1320800"/>
          <p14:tracePt t="45329" x="7073900" y="1327150"/>
          <p14:tracePt t="45346" x="6902450" y="1327150"/>
          <p14:tracePt t="45363" x="6800850" y="1320800"/>
          <p14:tracePt t="45380" x="6553200" y="1314450"/>
          <p14:tracePt t="45396" x="6254750" y="1301750"/>
          <p14:tracePt t="45413" x="6115050" y="1301750"/>
          <p14:tracePt t="45429" x="5861050" y="1289050"/>
          <p14:tracePt t="45446" x="5632450" y="1282700"/>
          <p14:tracePt t="45462" x="5511800" y="1282700"/>
          <p14:tracePt t="45479" x="5327650" y="1270000"/>
          <p14:tracePt t="45496" x="5213350" y="1270000"/>
          <p14:tracePt t="45512" x="5187950" y="1270000"/>
          <p14:tracePt t="45529" x="5143500" y="1270000"/>
          <p14:tracePt t="45545" x="5130800" y="1270000"/>
          <p14:tracePt t="45612" x="5124450" y="1270000"/>
          <p14:tracePt t="45619" x="5118100" y="1270000"/>
          <p14:tracePt t="49017" x="5105400" y="1282700"/>
          <p14:tracePt t="49030" x="5099050" y="1301750"/>
          <p14:tracePt t="49037" x="5073650" y="1327150"/>
          <p14:tracePt t="49050" x="5060950" y="1339850"/>
          <p14:tracePt t="49066" x="5035550" y="1384300"/>
          <p14:tracePt t="49083" x="5010150" y="1403350"/>
          <p14:tracePt t="49101" x="4978400" y="1441450"/>
          <p14:tracePt t="49117" x="4946650" y="1485900"/>
          <p14:tracePt t="49133" x="4933950" y="1498600"/>
          <p14:tracePt t="49150" x="4908550" y="1530350"/>
          <p14:tracePt t="49166" x="4870450" y="1562100"/>
          <p14:tracePt t="49183" x="4857750" y="1574800"/>
          <p14:tracePt t="49199" x="4826000" y="1600200"/>
          <p14:tracePt t="49216" x="4819650" y="1612900"/>
          <p14:tracePt t="49234" x="4787900" y="1638300"/>
          <p14:tracePt t="49249" x="4756150" y="1670050"/>
          <p14:tracePt t="49266" x="4743450" y="1682750"/>
          <p14:tracePt t="49283" x="4711700" y="1708150"/>
          <p14:tracePt t="49299" x="4692650" y="1733550"/>
          <p14:tracePt t="49316" x="4679950" y="1746250"/>
          <p14:tracePt t="49333" x="4673600" y="1752600"/>
          <p14:tracePt t="49349" x="4673600" y="1758950"/>
          <p14:tracePt t="49402" x="4673600" y="1752600"/>
          <p14:tracePt t="49417" x="4673600" y="1746250"/>
          <p14:tracePt t="49438" x="4673600" y="1739900"/>
          <p14:tracePt t="49810" x="4660900" y="1739900"/>
          <p14:tracePt t="49817" x="4622800" y="1746250"/>
          <p14:tracePt t="49834" x="4578350" y="1765300"/>
          <p14:tracePt t="49847" x="4546600" y="1778000"/>
          <p14:tracePt t="49863" x="4470400" y="1816100"/>
          <p14:tracePt t="49881" x="4394200" y="1854200"/>
          <p14:tracePt t="49897" x="4349750" y="1879600"/>
          <p14:tracePt t="49900" x="4318000" y="1898650"/>
          <p14:tracePt t="49914" x="4279900" y="1917700"/>
          <p14:tracePt t="49930" x="4197350" y="1968500"/>
          <p14:tracePt t="49947" x="4152900" y="1993900"/>
          <p14:tracePt t="49964" x="4051300" y="2076450"/>
          <p14:tracePt t="49980" x="3956050" y="2159000"/>
          <p14:tracePt t="49997" x="3924300" y="2197100"/>
          <p14:tracePt t="50014" x="3854450" y="2266950"/>
          <p14:tracePt t="50030" x="3822700" y="2298700"/>
          <p14:tracePt t="50047" x="3803650" y="2311400"/>
          <p14:tracePt t="50063" x="3784600" y="2330450"/>
          <p14:tracePt t="50080" x="3771900" y="2343150"/>
          <p14:tracePt t="50096" x="3765550" y="2343150"/>
          <p14:tracePt t="50113" x="3752850" y="2349500"/>
          <p14:tracePt t="50474" x="3740150" y="2374900"/>
          <p14:tracePt t="50481" x="3733800" y="2393950"/>
          <p14:tracePt t="50495" x="3714750" y="2413000"/>
          <p14:tracePt t="50502" x="3708400" y="2444750"/>
          <p14:tracePt t="50516" x="3702050" y="2463800"/>
          <p14:tracePt t="50528" x="3695700" y="2476500"/>
          <p14:tracePt t="50544" x="3689350" y="2508250"/>
          <p14:tracePt t="50561" x="3683000" y="2520950"/>
          <p14:tracePt t="50578" x="3683000" y="2559050"/>
          <p14:tracePt t="50595" x="3683000" y="2578100"/>
          <p14:tracePt t="50611" x="3683000" y="2590800"/>
          <p14:tracePt t="50628" x="3683000" y="2603500"/>
          <p14:tracePt t="50644" x="3683000" y="2616200"/>
          <p14:tracePt t="50678" x="3689350" y="2622550"/>
          <p14:tracePt t="50694" x="3695700" y="2622550"/>
          <p14:tracePt t="50726" x="3695700" y="2616200"/>
          <p14:tracePt t="50733" x="3695700" y="2609850"/>
          <p14:tracePt t="50754" x="3702050" y="2603500"/>
          <p14:tracePt t="50764" x="3702050" y="2597150"/>
          <p14:tracePt t="50783" x="3702050" y="2590800"/>
          <p14:tracePt t="50804" x="3702050" y="2584450"/>
          <p14:tracePt t="50813" x="3702050" y="2578100"/>
          <p14:tracePt t="50827" x="3702050" y="2565400"/>
          <p14:tracePt t="50844" x="3702050" y="2546350"/>
          <p14:tracePt t="50860" x="3695700" y="2489200"/>
          <p14:tracePt t="50877" x="3651250" y="2374900"/>
          <p14:tracePt t="50895" x="3581400" y="2241550"/>
          <p14:tracePt t="50910" x="3530600" y="2159000"/>
          <p14:tracePt t="50927" x="3416300" y="1993900"/>
          <p14:tracePt t="50945" x="3302000" y="1816100"/>
          <p14:tracePt t="50960" x="3244850" y="1746250"/>
          <p14:tracePt t="50977" x="3149600" y="1638300"/>
          <p14:tracePt t="50993" x="3067050" y="1568450"/>
          <p14:tracePt t="51010" x="3035300" y="1543050"/>
          <p14:tracePt t="51027" x="2971800" y="1511300"/>
          <p14:tracePt t="51043" x="2882900" y="1485900"/>
          <p14:tracePt t="51059" x="2851150" y="1473200"/>
          <p14:tracePt t="51077" x="2794000" y="1454150"/>
          <p14:tracePt t="51092" x="2743200" y="1441450"/>
          <p14:tracePt t="51110" x="2717800" y="1435100"/>
          <p14:tracePt t="51127" x="2628900" y="1409700"/>
          <p14:tracePt t="51143" x="2590800" y="1390650"/>
          <p14:tracePt t="51160" x="2489200" y="1365250"/>
          <p14:tracePt t="51176" x="2381250" y="1339850"/>
          <p14:tracePt t="51192" x="2317750" y="1327150"/>
          <p14:tracePt t="51209" x="2197100" y="1301750"/>
          <p14:tracePt t="51226" x="2089150" y="1270000"/>
          <p14:tracePt t="51242" x="2032000" y="1257300"/>
          <p14:tracePt t="51260" x="1924050" y="1225550"/>
          <p14:tracePt t="51275" x="1809750" y="1225550"/>
          <p14:tracePt t="51292" x="1758950" y="1219200"/>
          <p14:tracePt t="51309" x="1663700" y="1219200"/>
          <p14:tracePt t="51325" x="1606550" y="1219200"/>
          <p14:tracePt t="51342" x="1581150" y="1219200"/>
          <p14:tracePt t="51359" x="1536700" y="1225550"/>
          <p14:tracePt t="51375" x="1498600" y="1225550"/>
          <p14:tracePt t="51392" x="1485900" y="1225550"/>
          <p14:tracePt t="51409" x="1454150" y="1225550"/>
          <p14:tracePt t="51425" x="1428750" y="1225550"/>
          <p14:tracePt t="51443" x="1403350" y="1212850"/>
          <p14:tracePt t="51459" x="1397000" y="1212850"/>
          <p14:tracePt t="51476" x="1384300" y="1212850"/>
          <p14:tracePt t="51492" x="1371600" y="1212850"/>
          <p14:tracePt t="51507" x="1358900" y="1212850"/>
          <p14:tracePt t="51525" x="1352550" y="1212850"/>
          <p14:tracePt t="51541" x="1333500" y="1212850"/>
          <p14:tracePt t="51558" x="1320800" y="1212850"/>
          <p14:tracePt t="51575" x="1308100" y="1212850"/>
          <p14:tracePt t="51591" x="1282700" y="1212850"/>
          <p14:tracePt t="51608" x="1257300" y="1212850"/>
          <p14:tracePt t="51626" x="1244600" y="1212850"/>
          <p14:tracePt t="51658" x="1238250" y="1212850"/>
          <p14:tracePt t="51677" x="1231900" y="1212850"/>
          <p14:tracePt t="51766" x="1238250" y="1212850"/>
          <p14:tracePt t="51787" x="1244600" y="1212850"/>
          <p14:tracePt t="51794" x="1250950" y="1212850"/>
          <p14:tracePt t="51810" x="1263650" y="1212850"/>
          <p14:tracePt t="51824" x="1282700" y="1212850"/>
          <p14:tracePt t="51840" x="1352550" y="1212850"/>
          <p14:tracePt t="51858" x="1479550" y="1212850"/>
          <p14:tracePt t="51874" x="1555750" y="1212850"/>
          <p14:tracePt t="51890" x="1758950" y="1200150"/>
          <p14:tracePt t="51907" x="1962150" y="1200150"/>
          <p14:tracePt t="51923" x="2051050" y="1200150"/>
          <p14:tracePt t="51940" x="2216150" y="1206500"/>
          <p14:tracePt t="51957" x="2330450" y="1206500"/>
          <p14:tracePt t="51973" x="2362200" y="1206500"/>
          <p14:tracePt t="51992" x="2413000" y="1206500"/>
          <p14:tracePt t="52007" x="2425700" y="1206500"/>
          <p14:tracePt t="52023" x="2432050" y="1206500"/>
          <p14:tracePt t="52328" x="2432050" y="1212850"/>
          <p14:tracePt t="52852" x="2470150" y="1231900"/>
          <p14:tracePt t="52858" x="2540000" y="1263650"/>
          <p14:tracePt t="52873" x="2622550" y="1295400"/>
          <p14:tracePt t="52887" x="2832100" y="1365250"/>
          <p14:tracePt t="52903" x="2946400" y="1397000"/>
          <p14:tracePt t="52920" x="3060700" y="1428750"/>
          <p14:tracePt t="52924" x="3162300" y="1447800"/>
          <p14:tracePt t="52937" x="3270250" y="1479550"/>
          <p14:tracePt t="52953" x="3524250" y="1511300"/>
          <p14:tracePt t="52970" x="3752850" y="1524000"/>
          <p14:tracePt t="52986" x="3867150" y="1524000"/>
          <p14:tracePt t="53003" x="4057650" y="1524000"/>
          <p14:tracePt t="53020" x="4235450" y="1511300"/>
          <p14:tracePt t="53036" x="4311650" y="1511300"/>
          <p14:tracePt t="53053" x="4432300" y="1511300"/>
          <p14:tracePt t="53070" x="4508500" y="1511300"/>
          <p14:tracePt t="53086" x="4540250" y="1511300"/>
          <p14:tracePt t="53103" x="4559300" y="1511300"/>
          <p14:tracePt t="53119" x="4610100" y="1517650"/>
          <p14:tracePt t="53136" x="4629150" y="1517650"/>
          <p14:tracePt t="53153" x="4679950" y="1517650"/>
          <p14:tracePt t="53169" x="4692650" y="1517650"/>
          <p14:tracePt t="53186" x="4718050" y="1517650"/>
          <p14:tracePt t="53203" x="4743450" y="1504950"/>
          <p14:tracePt t="53219" x="4756150" y="1498600"/>
          <p14:tracePt t="53235" x="4781550" y="1492250"/>
          <p14:tracePt t="53252" x="4819650" y="1479550"/>
          <p14:tracePt t="53269" x="4832350" y="1473200"/>
          <p14:tracePt t="53285" x="4870450" y="1466850"/>
          <p14:tracePt t="53302" x="4908550" y="1447800"/>
          <p14:tracePt t="53319" x="4927600" y="1441450"/>
          <p14:tracePt t="53336" x="4959350" y="1416050"/>
          <p14:tracePt t="53352" x="5003800" y="1390650"/>
          <p14:tracePt t="53369" x="5022850" y="1384300"/>
          <p14:tracePt t="53385" x="5060950" y="1352550"/>
          <p14:tracePt t="53401" x="5092700" y="1333500"/>
          <p14:tracePt t="53418" x="5105400" y="1327150"/>
          <p14:tracePt t="53422" x="5118100" y="1320800"/>
          <p14:tracePt t="53437" x="5130800" y="1314450"/>
          <p14:tracePt t="53451" x="5137150" y="1314450"/>
          <p14:tracePt t="53468" x="5149850" y="1308100"/>
          <p14:tracePt t="53485" x="5162550" y="1301750"/>
          <p14:tracePt t="53501" x="5162550" y="1295400"/>
          <p14:tracePt t="53518" x="5175250" y="1295400"/>
          <p14:tracePt t="53535" x="5181600" y="1295400"/>
          <p14:tracePt t="54074" x="5194300" y="1295400"/>
          <p14:tracePt t="54080" x="5207000" y="1295400"/>
          <p14:tracePt t="54095" x="5219700" y="1295400"/>
          <p14:tracePt t="54103" x="5232400" y="1295400"/>
          <p14:tracePt t="54118" x="5251450" y="1301750"/>
          <p14:tracePt t="54132" x="5264150" y="1301750"/>
          <p14:tracePt t="54149" x="5295900" y="1308100"/>
          <p14:tracePt t="54166" x="5346700" y="1308100"/>
          <p14:tracePt t="54182" x="5365750" y="1308100"/>
          <p14:tracePt t="54200" x="5441950" y="1308100"/>
          <p14:tracePt t="54215" x="5524500" y="1308100"/>
          <p14:tracePt t="54232" x="5562600" y="1295400"/>
          <p14:tracePt t="54249" x="5657850" y="1301750"/>
          <p14:tracePt t="54265" x="5715000" y="1308100"/>
          <p14:tracePt t="54282" x="5753100" y="1314450"/>
          <p14:tracePt t="54299" x="5803900" y="1320800"/>
          <p14:tracePt t="54315" x="5873750" y="1339850"/>
          <p14:tracePt t="54332" x="5905500" y="1352550"/>
          <p14:tracePt t="54348" x="5988050" y="1358900"/>
          <p14:tracePt t="54364" x="6019800" y="1377950"/>
          <p14:tracePt t="54382" x="6083300" y="1384300"/>
          <p14:tracePt t="54398" x="6146800" y="1397000"/>
          <p14:tracePt t="54414" x="6165850" y="1397000"/>
          <p14:tracePt t="54432" x="6216650" y="1403350"/>
          <p14:tracePt t="54448" x="6280150" y="1403350"/>
          <p14:tracePt t="54464" x="6311900" y="1416050"/>
          <p14:tracePt t="54481" x="6388100" y="1416050"/>
          <p14:tracePt t="54498" x="6470650" y="1422400"/>
          <p14:tracePt t="54515" x="6508750" y="1422400"/>
          <p14:tracePt t="54531" x="6578600" y="1422400"/>
          <p14:tracePt t="54547" x="6648450" y="1403350"/>
          <p14:tracePt t="54565" x="6673850" y="1403350"/>
          <p14:tracePt t="54581" x="6711950" y="1384300"/>
          <p14:tracePt t="54597" x="6743700" y="1371600"/>
          <p14:tracePt t="54615" x="6769100" y="1358900"/>
          <p14:tracePt t="54631" x="6775450" y="1352550"/>
          <p14:tracePt t="54647" x="6788150" y="1346200"/>
          <p14:tracePt t="54665" x="6807200" y="1327150"/>
          <p14:tracePt t="54680" x="6807200" y="1320800"/>
          <p14:tracePt t="54697" x="6807200" y="1314450"/>
          <p14:tracePt t="54713" x="6813550" y="1314450"/>
          <p14:tracePt t="54730" x="6819900" y="1314450"/>
          <p14:tracePt t="54748" x="6826250" y="1314450"/>
          <p14:tracePt t="54769" x="6832600" y="1308100"/>
          <p14:tracePt t="55008" x="6838950" y="1308100"/>
          <p14:tracePt t="55031" x="6845300" y="1308100"/>
          <p14:tracePt t="55050" x="6851650" y="1308100"/>
          <p14:tracePt t="55078" x="6858000" y="1308100"/>
          <p14:tracePt t="55085" x="6864350" y="1308100"/>
          <p14:tracePt t="55121" x="6870700" y="1308100"/>
          <p14:tracePt t="56069" x="6864350" y="1308100"/>
          <p14:tracePt t="56083" x="6858000" y="1308100"/>
          <p14:tracePt t="56090" x="6851650" y="1308100"/>
          <p14:tracePt t="56104" x="6845300" y="1308100"/>
          <p14:tracePt t="56112" x="6832600" y="1308100"/>
          <p14:tracePt t="56128" x="6819900" y="1308100"/>
          <p14:tracePt t="56142" x="6762750" y="1308100"/>
          <p14:tracePt t="56159" x="6718300" y="1314450"/>
          <p14:tracePt t="56175" x="6616700" y="1320800"/>
          <p14:tracePt t="56192" x="6546850" y="1333500"/>
          <p14:tracePt t="56209" x="6394450" y="1339850"/>
          <p14:tracePt t="56225" x="6235700" y="1358900"/>
          <p14:tracePt t="56242" x="6159500" y="1358900"/>
          <p14:tracePt t="56259" x="5994400" y="1377950"/>
          <p14:tracePt t="56275" x="5835650" y="1397000"/>
          <p14:tracePt t="56292" x="5772150" y="1409700"/>
          <p14:tracePt t="56308" x="5638800" y="1428750"/>
          <p14:tracePt t="56325" x="5537200" y="1447800"/>
          <p14:tracePt t="56342" x="5492750" y="1454150"/>
          <p14:tracePt t="56358" x="5429250" y="1466850"/>
          <p14:tracePt t="56375" x="5391150" y="1466850"/>
          <p14:tracePt t="56392" x="5359400" y="1473200"/>
          <p14:tracePt t="56407" x="5346700" y="1473200"/>
          <p14:tracePt t="56424" x="5321300" y="1473200"/>
          <p14:tracePt t="56442" x="5308600" y="1473200"/>
          <p14:tracePt t="56458" x="5302250" y="1473200"/>
          <p14:tracePt t="56474" x="5295900" y="1473200"/>
          <p14:tracePt t="56491" x="5289550" y="1473200"/>
          <p14:tracePt t="57095" x="5289550" y="1466850"/>
          <p14:tracePt t="57109" x="5289550" y="1454150"/>
          <p14:tracePt t="57116" x="5289550" y="1447800"/>
          <p14:tracePt t="57125" x="5295900" y="1435100"/>
          <p14:tracePt t="57139" x="5295900" y="1422400"/>
          <p14:tracePt t="57155" x="5295900" y="1416050"/>
          <p14:tracePt t="57172" x="5302250" y="1409700"/>
          <p14:tracePt t="57189" x="5302250" y="1403350"/>
          <p14:tracePt t="57467" x="5302250" y="1409700"/>
          <p14:tracePt t="57495" x="5302250" y="1416050"/>
          <p14:tracePt t="57516" x="5295900" y="1422400"/>
          <p14:tracePt t="57545" x="5295900" y="1428750"/>
          <p14:tracePt t="57587" x="5295900" y="1435100"/>
          <p14:tracePt t="57636" x="5295900" y="1441450"/>
          <p14:tracePt t="57670" x="5295900" y="1447800"/>
          <p14:tracePt t="57819" x="5295900" y="1441450"/>
          <p14:tracePt t="57882" x="5295900" y="1435100"/>
          <p14:tracePt t="58001" x="5295900" y="1428750"/>
          <p14:tracePt t="58099" x="5295900" y="1435100"/>
          <p14:tracePt t="58128" x="5295900" y="1441450"/>
          <p14:tracePt t="58142" x="5295900" y="1447800"/>
          <p14:tracePt t="58156" x="5289550" y="1460500"/>
          <p14:tracePt t="58191" x="5289550" y="1466850"/>
          <p14:tracePt t="58197" x="5283200" y="1473200"/>
          <p14:tracePt t="58212" x="5283200" y="1485900"/>
          <p14:tracePt t="58233" x="5283200" y="1504950"/>
          <p14:tracePt t="58240" x="5283200" y="1511300"/>
          <p14:tracePt t="58251" x="5276850" y="1524000"/>
          <p14:tracePt t="58268" x="5276850" y="1549400"/>
          <p14:tracePt t="58285" x="5276850" y="1555750"/>
          <p14:tracePt t="58301" x="5276850" y="1562100"/>
          <p14:tracePt t="58318" x="5276850" y="1568450"/>
          <p14:tracePt t="58360" x="5276850" y="1574800"/>
          <p14:tracePt t="58388" x="5283200" y="1574800"/>
          <p14:tracePt t="58409" x="5283200" y="1568450"/>
          <p14:tracePt t="58430" x="5283200" y="1562100"/>
          <p14:tracePt t="58436" x="5289550" y="1562100"/>
          <p14:tracePt t="58452" x="5289550" y="1555750"/>
          <p14:tracePt t="58479" x="5289550" y="1549400"/>
          <p14:tracePt t="58501" x="5289550" y="1543050"/>
          <p14:tracePt t="58507" x="5289550" y="1536700"/>
          <p14:tracePt t="58528" x="5289550" y="1530350"/>
          <p14:tracePt t="58569" x="5289550" y="1517650"/>
          <p14:tracePt t="58598" x="5289550" y="1504950"/>
          <p14:tracePt t="58619" x="5289550" y="1498600"/>
          <p14:tracePt t="58640" x="5289550" y="1492250"/>
          <p14:tracePt t="58647" x="5289550" y="1485900"/>
          <p14:tracePt t="58669" x="5289550" y="1479550"/>
          <p14:tracePt t="58717" x="5283200" y="1479550"/>
          <p14:tracePt t="58739" x="5283200" y="1473200"/>
          <p14:tracePt t="58788" x="5276850" y="1466850"/>
          <p14:tracePt t="58809" x="5276850" y="1460500"/>
          <p14:tracePt t="58830" x="5270500" y="1460500"/>
          <p14:tracePt t="58851" x="5270500" y="1454150"/>
          <p14:tracePt t="58879" x="5264150" y="1447800"/>
          <p14:tracePt t="58928" x="5264150" y="1441450"/>
          <p14:tracePt t="59090" x="5264150" y="1435100"/>
          <p14:tracePt t="59125" x="5264150" y="1428750"/>
          <p14:tracePt t="59273" x="5264150" y="1435100"/>
          <p14:tracePt t="59336" x="5264150" y="1441450"/>
          <p14:tracePt t="59427" x="5270500" y="1441450"/>
          <p14:tracePt t="59455" x="5276850" y="1441450"/>
          <p14:tracePt t="59498" x="5283200" y="1441450"/>
          <p14:tracePt t="59554" x="5289550" y="1441450"/>
          <p14:tracePt t="59581" x="5295900" y="1441450"/>
          <p14:tracePt t="59603" x="5302250" y="1441450"/>
          <p14:tracePt t="59617" x="5308600" y="1441450"/>
          <p14:tracePt t="59624" x="5314950" y="1441450"/>
          <p14:tracePt t="59638" x="5321300" y="1435100"/>
          <p14:tracePt t="59652" x="5327650" y="1435100"/>
          <p14:tracePt t="59666" x="5334000" y="1428750"/>
          <p14:tracePt t="59680" x="5346700" y="1428750"/>
          <p14:tracePt t="59696" x="5365750" y="1416050"/>
          <p14:tracePt t="59714" x="5378450" y="1409700"/>
          <p14:tracePt t="59730" x="5403850" y="1403350"/>
          <p14:tracePt t="59747" x="5410200" y="1397000"/>
          <p14:tracePt t="59764" x="5422900" y="1390650"/>
          <p14:tracePt t="59796" x="5429250" y="1390650"/>
          <p14:tracePt t="60390" x="5461000" y="1390650"/>
          <p14:tracePt t="60397" x="5511800" y="1390650"/>
          <p14:tracePt t="60411" x="5568950" y="1397000"/>
          <p14:tracePt t="60427" x="5683250" y="1403350"/>
          <p14:tracePt t="60444" x="5746750" y="1416050"/>
          <p14:tracePt t="60461" x="5892800" y="1422400"/>
          <p14:tracePt t="60477" x="6045200" y="1422400"/>
          <p14:tracePt t="60494" x="6121400" y="1409700"/>
          <p14:tracePt t="60510" x="6273800" y="1409700"/>
          <p14:tracePt t="60527" x="6330950" y="1403350"/>
          <p14:tracePt t="60544" x="6451600" y="1397000"/>
          <p14:tracePt t="60561" x="6470650" y="1397000"/>
          <p14:tracePt t="60577" x="6489700" y="1397000"/>
          <p14:tracePt t="60594" x="6508750" y="1397000"/>
          <p14:tracePt t="60610" x="6515100" y="1397000"/>
          <p14:tracePt t="60657" x="6515100" y="1384300"/>
          <p14:tracePt t="60671" x="6508750" y="1384300"/>
          <p14:tracePt t="60685" x="6502400" y="1384300"/>
          <p14:tracePt t="60707" x="6496050" y="1384300"/>
          <p14:tracePt t="60728" x="6489700" y="1384300"/>
          <p14:tracePt t="60741" x="6470650" y="1384300"/>
          <p14:tracePt t="60748" x="6451600" y="1390650"/>
          <p14:tracePt t="60759" x="6413500" y="1390650"/>
          <p14:tracePt t="60777" x="6362700" y="1390650"/>
          <p14:tracePt t="60793" x="6184900" y="1397000"/>
          <p14:tracePt t="60809" x="6083300" y="1409700"/>
          <p14:tracePt t="60826" x="5727700" y="1422400"/>
          <p14:tracePt t="60843" x="5638800" y="1428750"/>
          <p14:tracePt t="60859" x="5549900" y="1428750"/>
          <p14:tracePt t="60876" x="5410200" y="1428750"/>
          <p14:tracePt t="60892" x="5340350" y="1441450"/>
          <p14:tracePt t="60911" x="5302250" y="1447800"/>
          <p14:tracePt t="60942" x="5295900" y="1447800"/>
          <p14:tracePt t="61023" x="5289550" y="1454150"/>
          <p14:tracePt t="61602" x="5245100" y="1485900"/>
          <p14:tracePt t="61609" x="5175250" y="1536700"/>
          <p14:tracePt t="61624" x="5105400" y="1587500"/>
          <p14:tracePt t="61630" x="5022850" y="1638300"/>
          <p14:tracePt t="61644" x="4940300" y="1701800"/>
          <p14:tracePt t="61656" x="4870450" y="1752600"/>
          <p14:tracePt t="61673" x="4730750" y="1828800"/>
          <p14:tracePt t="61690" x="4660900" y="1879600"/>
          <p14:tracePt t="61707" x="4533900" y="1943100"/>
          <p14:tracePt t="61723" x="4406900" y="2025650"/>
          <p14:tracePt t="61740" x="4324350" y="2076450"/>
          <p14:tracePt t="61756" x="4216400" y="2139950"/>
          <p14:tracePt t="61772" x="4108450" y="2216150"/>
          <p14:tracePt t="61789" x="4076700" y="2247900"/>
          <p14:tracePt t="61806" x="3994150" y="2324100"/>
          <p14:tracePt t="61823" x="3905250" y="2374900"/>
          <p14:tracePt t="61840" x="3848100" y="2400300"/>
          <p14:tracePt t="61856" x="3746500" y="2470150"/>
          <p14:tracePt t="61872" x="3683000" y="2501900"/>
          <p14:tracePt t="61890" x="3676650" y="2501900"/>
          <p14:tracePt t="62215" x="3625850" y="2489200"/>
          <p14:tracePt t="62223" x="3517900" y="2476500"/>
          <p14:tracePt t="62236" x="3378200" y="2457450"/>
          <p14:tracePt t="62243" x="3187700" y="2444750"/>
          <p14:tracePt t="62254" x="3022600" y="2432050"/>
          <p14:tracePt t="62271" x="2705100" y="2419350"/>
          <p14:tracePt t="62287" x="2514600" y="2406650"/>
          <p14:tracePt t="62304" x="2273300" y="2406650"/>
          <p14:tracePt t="62321" x="2120900" y="2400300"/>
          <p14:tracePt t="62337" x="2070100" y="2400300"/>
          <p14:tracePt t="62355" x="2044700" y="2400300"/>
          <p14:tracePt t="62371" x="2032000" y="2406650"/>
          <p14:tracePt t="62404" x="2044700" y="2400300"/>
          <p14:tracePt t="62421" x="2063750" y="2393950"/>
          <p14:tracePt t="62437" x="2120900" y="2387600"/>
          <p14:tracePt t="62454" x="2241550" y="2387600"/>
          <p14:tracePt t="62471" x="2343150" y="2387600"/>
          <p14:tracePt t="62487" x="2609850" y="2400300"/>
          <p14:tracePt t="62503" x="2952750" y="2413000"/>
          <p14:tracePt t="62520" x="3143250" y="2425700"/>
          <p14:tracePt t="62537" x="3473450" y="2451100"/>
          <p14:tracePt t="62553" x="3606800" y="2451100"/>
          <p14:tracePt t="62570" x="3708400" y="2451100"/>
          <p14:tracePt t="62587" x="3943350" y="2444750"/>
          <p14:tracePt t="62603" x="3981450" y="2438400"/>
          <p14:tracePt t="62620" x="4006850" y="2438400"/>
          <p14:tracePt t="62637" x="4006850" y="2432050"/>
          <p14:tracePt t="62672" x="4000500" y="2432050"/>
          <p14:tracePt t="62693" x="3994150" y="2432050"/>
          <p14:tracePt t="62707" x="3987800" y="2432050"/>
          <p14:tracePt t="62719" x="3981450" y="2432050"/>
          <p14:tracePt t="62736" x="3949700" y="2444750"/>
          <p14:tracePt t="62753" x="3841750" y="2482850"/>
          <p14:tracePt t="62770" x="3759200" y="2501900"/>
          <p14:tracePt t="62786" x="3448050" y="2571750"/>
          <p14:tracePt t="62803" x="3321050" y="2597150"/>
          <p14:tracePt t="62819" x="3079750" y="2647950"/>
          <p14:tracePt t="62836" x="2882900" y="2686050"/>
          <p14:tracePt t="62852" x="2819400" y="2705100"/>
          <p14:tracePt t="62869" x="2724150" y="2730500"/>
          <p14:tracePt t="62885" x="2692400" y="2749550"/>
          <p14:tracePt t="62903" x="2647950" y="2762250"/>
          <p14:tracePt t="62919" x="2628900" y="2768600"/>
          <p14:tracePt t="62936" x="2622550" y="2768600"/>
          <p14:tracePt t="63044" x="2635250" y="2768600"/>
          <p14:tracePt t="63058" x="2641600" y="2768600"/>
          <p14:tracePt t="63065" x="2654300" y="2768600"/>
          <p14:tracePt t="63079" x="2667000" y="2768600"/>
          <p14:tracePt t="63087" x="2692400" y="2762250"/>
          <p14:tracePt t="63101" x="2724150" y="2762250"/>
          <p14:tracePt t="63118" x="2825750" y="2755900"/>
          <p14:tracePt t="63135" x="2984500" y="2736850"/>
          <p14:tracePt t="63151" x="3073400" y="2736850"/>
          <p14:tracePt t="63168" x="3187700" y="2724150"/>
          <p14:tracePt t="63185" x="3467100" y="2705100"/>
          <p14:tracePt t="63201" x="3543300" y="2692400"/>
          <p14:tracePt t="63219" x="3619500" y="2692400"/>
          <p14:tracePt t="63234" x="3702050" y="2692400"/>
          <p14:tracePt t="63251" x="3759200" y="2692400"/>
          <p14:tracePt t="63268" x="3771900" y="2692400"/>
          <p14:tracePt t="63284" x="3784600" y="2692400"/>
          <p14:tracePt t="63301" x="3784600" y="2698750"/>
          <p14:tracePt t="63339" x="3790950" y="2705100"/>
          <p14:tracePt t="63360" x="3797300" y="2705100"/>
          <p14:tracePt t="63370" x="3810000" y="2711450"/>
          <p14:tracePt t="63383" x="3822700" y="2717800"/>
          <p14:tracePt t="63400" x="3867150" y="2736850"/>
          <p14:tracePt t="63417" x="3937000" y="2762250"/>
          <p14:tracePt t="63434" x="3981450" y="2781300"/>
          <p14:tracePt t="63451" x="4102100" y="2819400"/>
          <p14:tracePt t="63467" x="4197350" y="2844800"/>
          <p14:tracePt t="63483" x="4241800" y="2851150"/>
          <p14:tracePt t="63501" x="4298950" y="2863850"/>
          <p14:tracePt t="63517" x="4318000" y="2863850"/>
          <p14:tracePt t="63533" x="4343400" y="2863850"/>
          <p14:tracePt t="63550" x="4362450" y="2863850"/>
          <p14:tracePt t="63592" x="4368800" y="2863850"/>
          <p14:tracePt t="63600" x="4375150" y="2870200"/>
          <p14:tracePt t="63616" x="4381500" y="2870200"/>
          <p14:tracePt t="63634" x="4387850" y="2870200"/>
          <p14:tracePt t="64001" x="4387850" y="2927350"/>
          <p14:tracePt t="64007" x="4400550" y="3003550"/>
          <p14:tracePt t="64021" x="4406900" y="3105150"/>
          <p14:tracePt t="64031" x="4419600" y="3194050"/>
          <p14:tracePt t="64050" x="4489450" y="3390900"/>
          <p14:tracePt t="64065" x="4533900" y="3486150"/>
          <p14:tracePt t="64081" x="4622800" y="3657600"/>
          <p14:tracePt t="64099" x="4762500" y="3873500"/>
          <p14:tracePt t="64114" x="4806950" y="3968750"/>
          <p14:tracePt t="64131" x="4845050" y="4044950"/>
          <p14:tracePt t="64148" x="4914900" y="4178300"/>
          <p14:tracePt t="64164" x="4914900" y="4191000"/>
          <p14:tracePt t="64181" x="4914900" y="4197350"/>
          <p14:tracePt t="64214" x="4914900" y="4191000"/>
          <p14:tracePt t="64231" x="4902200" y="4178300"/>
          <p14:tracePt t="64247" x="4895850" y="412115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__le__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order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150" spc="-17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8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02"/>
    </mc:Choice>
    <mc:Fallback xmlns="">
      <p:transition spd="slow" advTm="72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47" x="4654550" y="4502150"/>
          <p14:tracePt t="955" x="4641850" y="4489450"/>
          <p14:tracePt t="961" x="4629150" y="4470400"/>
          <p14:tracePt t="970" x="4610100" y="4457700"/>
          <p14:tracePt t="989" x="4546600" y="4381500"/>
          <p14:tracePt t="1004" x="4489450" y="4324350"/>
          <p14:tracePt t="1021" x="4425950" y="4260850"/>
          <p14:tracePt t="1038" x="4368800" y="4191000"/>
          <p14:tracePt t="1053" x="4279900" y="4095750"/>
          <p14:tracePt t="1071" x="4235450" y="4051300"/>
          <p14:tracePt t="1088" x="4165600" y="3987800"/>
          <p14:tracePt t="1103" x="4121150" y="3943350"/>
          <p14:tracePt t="1120" x="4089400" y="3905250"/>
          <p14:tracePt t="1137" x="4044950" y="3873500"/>
          <p14:tracePt t="1153" x="4025900" y="3848100"/>
          <p14:tracePt t="1170" x="4006850" y="3829050"/>
          <p14:tracePt t="1187" x="3994150" y="3803650"/>
          <p14:tracePt t="1203" x="3981450" y="3797300"/>
          <p14:tracePt t="1220" x="3975100" y="3790950"/>
          <p14:tracePt t="1236" x="3975100" y="3784600"/>
          <p14:tracePt t="1253" x="3962400" y="3778250"/>
          <p14:tracePt t="1286" x="3962400" y="3771900"/>
          <p14:tracePt t="1390" x="3962400" y="3778250"/>
          <p14:tracePt t="1404" x="3962400" y="3784600"/>
          <p14:tracePt t="1410" x="3962400" y="3790950"/>
          <p14:tracePt t="1425" x="3962400" y="3797300"/>
          <p14:tracePt t="1439" x="3968750" y="3803650"/>
          <p14:tracePt t="1455" x="3968750" y="3810000"/>
          <p14:tracePt t="1473" x="3975100" y="3822700"/>
          <p14:tracePt t="1485" x="3981450" y="3829050"/>
          <p14:tracePt t="1502" x="4000500" y="3860800"/>
          <p14:tracePt t="1519" x="4019550" y="3892550"/>
          <p14:tracePt t="1535" x="4064000" y="3937000"/>
          <p14:tracePt t="1552" x="4165600" y="4032250"/>
          <p14:tracePt t="1569" x="4267200" y="4114800"/>
          <p14:tracePt t="1587" x="4432300" y="4241800"/>
          <p14:tracePt t="1601" x="4546600" y="4305300"/>
          <p14:tracePt t="1619" x="4660900" y="4375150"/>
          <p14:tracePt t="1635" x="4800600" y="4425950"/>
          <p14:tracePt t="1651" x="4908550" y="4445000"/>
          <p14:tracePt t="1668" x="5010150" y="4451350"/>
          <p14:tracePt t="1685" x="5124450" y="4432300"/>
          <p14:tracePt t="1701" x="5181600" y="4432300"/>
          <p14:tracePt t="1719" x="5251450" y="4419600"/>
          <p14:tracePt t="1735" x="5384800" y="4394200"/>
          <p14:tracePt t="1751" x="5505450" y="4362450"/>
          <p14:tracePt t="1768" x="5619750" y="4368800"/>
          <p14:tracePt t="1784" x="5797550" y="4349750"/>
          <p14:tracePt t="1801" x="5892800" y="4337050"/>
          <p14:tracePt t="1818" x="6051550" y="4311650"/>
          <p14:tracePt t="1834" x="6172200" y="4292600"/>
          <p14:tracePt t="1851" x="6261100" y="4286250"/>
          <p14:tracePt t="1868" x="6388100" y="4241800"/>
          <p14:tracePt t="1884" x="6451600" y="4203700"/>
          <p14:tracePt t="1901" x="6527800" y="4171950"/>
          <p14:tracePt t="1917" x="6661150" y="4102100"/>
          <p14:tracePt t="1934" x="6737350" y="4057650"/>
          <p14:tracePt t="1951" x="6858000" y="3987800"/>
          <p14:tracePt t="1967" x="6908800" y="3943350"/>
          <p14:tracePt t="1984" x="6972300" y="3898900"/>
          <p14:tracePt t="2001" x="7061200" y="3841750"/>
          <p14:tracePt t="2017" x="7105650" y="3803650"/>
          <p14:tracePt t="2035" x="7150100" y="3765550"/>
          <p14:tracePt t="2050" x="7213600" y="3714750"/>
          <p14:tracePt t="2067" x="7245350" y="3683000"/>
          <p14:tracePt t="2071" x="7270750" y="3663950"/>
          <p14:tracePt t="2085" x="7296150" y="3638550"/>
          <p14:tracePt t="2100" x="7334250" y="3600450"/>
          <p14:tracePt t="2116" x="7359650" y="3581400"/>
          <p14:tracePt t="2134" x="7397750" y="3549650"/>
          <p14:tracePt t="2150" x="7416800" y="3530600"/>
          <p14:tracePt t="2167" x="7435850" y="3511550"/>
          <p14:tracePt t="2183" x="7448550" y="3492500"/>
          <p14:tracePt t="2200" x="7467600" y="3492500"/>
          <p14:tracePt t="2216" x="7467600" y="3479800"/>
          <p14:tracePt t="2233" x="7473950" y="3473450"/>
          <p14:tracePt t="2250" x="7473950" y="3467100"/>
          <p14:tracePt t="2373" x="7467600" y="3467100"/>
          <p14:tracePt t="2394" x="7461250" y="3467100"/>
          <p14:tracePt t="2464" x="7454900" y="3467100"/>
          <p14:tracePt t="2492" x="7448550" y="3467100"/>
          <p14:tracePt t="2513" x="7442200" y="3473450"/>
          <p14:tracePt t="2577" x="7435850" y="3473450"/>
          <p14:tracePt t="2611" x="7429500" y="3473450"/>
          <p14:tracePt t="2647" x="7423150" y="3473450"/>
          <p14:tracePt t="2724" x="7416800" y="3473450"/>
          <p14:tracePt t="2759" x="7410450" y="3473450"/>
          <p14:tracePt t="2766" x="7410450" y="3479800"/>
          <p14:tracePt t="2794" x="7404100" y="3479800"/>
          <p14:tracePt t="2816" x="7397750" y="3479800"/>
          <p14:tracePt t="2843" x="7391400" y="3486150"/>
          <p14:tracePt t="2857" x="7385050" y="3486150"/>
          <p14:tracePt t="2879" x="7372350" y="3492500"/>
          <p14:tracePt t="2892" x="7359650" y="3505200"/>
          <p14:tracePt t="2900" x="7327900" y="3511550"/>
          <p14:tracePt t="2916" x="7283450" y="3530600"/>
          <p14:tracePt t="2930" x="7124700" y="3600450"/>
          <p14:tracePt t="2947" x="7016750" y="3651250"/>
          <p14:tracePt t="2964" x="6762750" y="3765550"/>
          <p14:tracePt t="2980" x="6483350" y="3879850"/>
          <p14:tracePt t="2998" x="6203950" y="3994150"/>
          <p14:tracePt t="3013" x="6057900" y="4070350"/>
          <p14:tracePt t="3030" x="5753100" y="4191000"/>
          <p14:tracePt t="3047" x="5499100" y="4318000"/>
          <p14:tracePt t="3064" x="5378450" y="4368800"/>
          <p14:tracePt t="3080" x="5194300" y="4445000"/>
          <p14:tracePt t="3097" x="5035550" y="4514850"/>
          <p14:tracePt t="3113" x="4965700" y="4533900"/>
          <p14:tracePt t="3129" x="4806950" y="4591050"/>
          <p14:tracePt t="3146" x="4711700" y="4629150"/>
          <p14:tracePt t="3163" x="4679950" y="4635500"/>
          <p14:tracePt t="3181" x="4641850" y="4641850"/>
          <p14:tracePt t="3196" x="4616450" y="4648200"/>
          <p14:tracePt t="3213" x="4610100" y="4648200"/>
          <p14:tracePt t="3230" x="4603750" y="4648200"/>
          <p14:tracePt t="3246" x="4597400" y="4648200"/>
          <p14:tracePt t="3266" x="4597400" y="4641850"/>
          <p14:tracePt t="3286" x="4597400" y="4635500"/>
          <p14:tracePt t="3307" x="4597400" y="4629150"/>
          <p14:tracePt t="3321" x="4597400" y="4622800"/>
          <p14:tracePt t="3330" x="4603750" y="4622800"/>
          <p14:tracePt t="3346" x="4603750" y="4616450"/>
          <p14:tracePt t="3363" x="4610100" y="4610100"/>
          <p14:tracePt t="3379" x="4616450" y="4603750"/>
          <p14:tracePt t="3412" x="4629150" y="4597400"/>
          <p14:tracePt t="3428" x="4648200" y="4591050"/>
          <p14:tracePt t="3445" x="4660900" y="4591050"/>
          <p14:tracePt t="3462" x="4699000" y="4591050"/>
          <p14:tracePt t="3478" x="4813300" y="4591050"/>
          <p14:tracePt t="3495" x="4902200" y="4616450"/>
          <p14:tracePt t="3512" x="5181600" y="4692650"/>
          <p14:tracePt t="3528" x="5397500" y="4762500"/>
          <p14:tracePt t="3546" x="6184900" y="5022850"/>
          <p14:tracePt t="3561" x="6477000" y="5137150"/>
          <p14:tracePt t="3578" x="6737350" y="5232400"/>
          <p14:tracePt t="3582" x="6978650" y="5321300"/>
          <p14:tracePt t="3595" x="7219950" y="5410200"/>
          <p14:tracePt t="3612" x="7600950" y="5562600"/>
          <p14:tracePt t="3628" x="7734300" y="5607050"/>
          <p14:tracePt t="3645" x="7943850" y="5683250"/>
          <p14:tracePt t="3661" x="8102600" y="5727700"/>
          <p14:tracePt t="3679" x="8166100" y="5746750"/>
          <p14:tracePt t="3694" x="8267700" y="5778500"/>
          <p14:tracePt t="3711" x="8331200" y="5778500"/>
          <p14:tracePt t="3728" x="8388350" y="5784850"/>
          <p14:tracePt t="3744" x="8420100" y="5784850"/>
          <p14:tracePt t="3761" x="8451850" y="5778500"/>
          <p14:tracePt t="3778" x="8477250" y="5759450"/>
          <p14:tracePt t="3794" x="8489950" y="5753100"/>
          <p14:tracePt t="3811" x="8496300" y="5753100"/>
          <p14:tracePt t="3827" x="8521700" y="5740400"/>
          <p14:tracePt t="3844" x="8528050" y="5734050"/>
          <p14:tracePt t="3864" x="8534400" y="5727700"/>
          <p14:tracePt t="3877" x="8540750" y="5727700"/>
          <p14:tracePt t="3893" x="8547100" y="5721350"/>
          <p14:tracePt t="3918" x="8553450" y="5715000"/>
          <p14:tracePt t="3960" x="8547100" y="5715000"/>
          <p14:tracePt t="3967" x="8547100" y="5708650"/>
          <p14:tracePt t="3988" x="8540750" y="5708650"/>
          <p14:tracePt t="4009" x="8534400" y="5702300"/>
          <p14:tracePt t="4059" x="8528050" y="5695950"/>
          <p14:tracePt t="4093" x="8521700" y="5689600"/>
          <p14:tracePt t="4100" x="8521700" y="5683250"/>
          <p14:tracePt t="4129" x="8515350" y="5676900"/>
          <p14:tracePt t="4150" x="8509000" y="5676900"/>
          <p14:tracePt t="4178" x="8502650" y="5670550"/>
          <p14:tracePt t="4199" x="8496300" y="5670550"/>
          <p14:tracePt t="4220" x="8496300" y="5664200"/>
          <p14:tracePt t="4241" x="8489950" y="5657850"/>
          <p14:tracePt t="4248" x="8483600" y="5657850"/>
          <p14:tracePt t="4262" x="8477250" y="5651500"/>
          <p14:tracePt t="4276" x="8458200" y="5645150"/>
          <p14:tracePt t="4292" x="8394700" y="5626100"/>
          <p14:tracePt t="4309" x="8318500" y="5594350"/>
          <p14:tracePt t="4326" x="8121650" y="5530850"/>
          <p14:tracePt t="4342" x="7753350" y="5441950"/>
          <p14:tracePt t="4359" x="7467600" y="5378450"/>
          <p14:tracePt t="4375" x="6838950" y="5251450"/>
          <p14:tracePt t="4392" x="6057900" y="5111750"/>
          <p14:tracePt t="4411" x="5257800" y="5003800"/>
          <p14:tracePt t="4425" x="4883150" y="4953000"/>
          <p14:tracePt t="4442" x="4489450" y="4940300"/>
          <p14:tracePt t="4459" x="3524250" y="4921250"/>
          <p14:tracePt t="4475" x="3263900" y="4921250"/>
          <p14:tracePt t="4492" x="3028950" y="4927600"/>
          <p14:tracePt t="4509" x="2749550" y="4940300"/>
          <p14:tracePt t="4526" x="2533650" y="4972050"/>
          <p14:tracePt t="4541" x="2432050" y="4978400"/>
          <p14:tracePt t="4558" x="2273300" y="5022850"/>
          <p14:tracePt t="4575" x="2139950" y="5060950"/>
          <p14:tracePt t="4592" x="2038350" y="5092700"/>
          <p14:tracePt t="4608" x="1993900" y="5118100"/>
          <p14:tracePt t="4625" x="1917700" y="5175250"/>
          <p14:tracePt t="4642" x="1866900" y="5194300"/>
          <p14:tracePt t="4658" x="1847850" y="5200650"/>
          <p14:tracePt t="4674" x="1803400" y="5232400"/>
          <p14:tracePt t="4691" x="1752600" y="5264150"/>
          <p14:tracePt t="4708" x="1739900" y="5283200"/>
          <p14:tracePt t="4725" x="1708150" y="5302250"/>
          <p14:tracePt t="4742" x="1657350" y="5346700"/>
          <p14:tracePt t="4757" x="1644650" y="5353050"/>
          <p14:tracePt t="4775" x="1619250" y="5384800"/>
          <p14:tracePt t="4791" x="1600200" y="5410200"/>
          <p14:tracePt t="4807" x="1581150" y="5441950"/>
          <p14:tracePt t="4825" x="1555750" y="5492750"/>
          <p14:tracePt t="4841" x="1530350" y="5530850"/>
          <p14:tracePt t="4857" x="1498600" y="5568950"/>
          <p14:tracePt t="4873" x="1473200" y="5588000"/>
          <p14:tracePt t="4890" x="1466850" y="5600700"/>
          <p14:tracePt t="4907" x="1447800" y="5607050"/>
          <p14:tracePt t="4924" x="1441450" y="5607050"/>
          <p14:tracePt t="4957" x="1435100" y="5607050"/>
          <p14:tracePt t="5007" x="1428750" y="5607050"/>
          <p14:tracePt t="5365" x="1435100" y="5607050"/>
          <p14:tracePt t="5386" x="1441450" y="5607050"/>
          <p14:tracePt t="5393" x="1447800" y="5607050"/>
          <p14:tracePt t="5408" x="1454150" y="5607050"/>
          <p14:tracePt t="5422" x="1466850" y="5607050"/>
          <p14:tracePt t="5438" x="1479550" y="5607050"/>
          <p14:tracePt t="5456" x="1498600" y="5607050"/>
          <p14:tracePt t="5472" x="1581150" y="5607050"/>
          <p14:tracePt t="5488" x="1708150" y="5607050"/>
          <p14:tracePt t="5505" x="1847850" y="5626100"/>
          <p14:tracePt t="5522" x="1936750" y="5626100"/>
          <p14:tracePt t="5538" x="2082800" y="5632450"/>
          <p14:tracePt t="5555" x="2209800" y="5651500"/>
          <p14:tracePt t="5572" x="2266950" y="5657850"/>
          <p14:tracePt t="5588" x="2336800" y="5676900"/>
          <p14:tracePt t="5605" x="2393950" y="5702300"/>
          <p14:tracePt t="5621" x="2419350" y="5708650"/>
          <p14:tracePt t="5638" x="2444750" y="5721350"/>
          <p14:tracePt t="5655" x="2470150" y="5734050"/>
          <p14:tracePt t="5671" x="2476500" y="5734050"/>
          <p14:tracePt t="5688" x="2489200" y="5740400"/>
          <p14:tracePt t="5739" x="2495550" y="5740400"/>
          <p14:tracePt t="5759" x="2501900" y="5746750"/>
          <p14:tracePt t="5765" x="2508250" y="5746750"/>
          <p14:tracePt t="5780" x="2520950" y="5746750"/>
          <p14:tracePt t="5788" x="2527300" y="5746750"/>
          <p14:tracePt t="5804" x="2533650" y="5746750"/>
          <p14:tracePt t="5822" x="2552700" y="5746750"/>
          <p14:tracePt t="5837" x="2584450" y="5746750"/>
          <p14:tracePt t="5854" x="2616200" y="5746750"/>
          <p14:tracePt t="5871" x="2717800" y="5740400"/>
          <p14:tracePt t="5887" x="2844800" y="5740400"/>
          <p14:tracePt t="5903" x="2933700" y="5727700"/>
          <p14:tracePt t="5920" x="3111500" y="5727700"/>
          <p14:tracePt t="5937" x="3276600" y="5727700"/>
          <p14:tracePt t="5953" x="3346450" y="5727700"/>
          <p14:tracePt t="5970" x="3486150" y="5727700"/>
          <p14:tracePt t="5986" x="3536950" y="5734050"/>
          <p14:tracePt t="6004" x="3657600" y="5746750"/>
          <p14:tracePt t="6019" x="3683000" y="5746750"/>
          <p14:tracePt t="6036" x="3689350" y="5746750"/>
          <p14:tracePt t="6053" x="3695700" y="5746750"/>
          <p14:tracePt t="6086" x="3695700" y="5753100"/>
          <p14:tracePt t="6103" x="3683000" y="5759450"/>
          <p14:tracePt t="6119" x="3657600" y="5765800"/>
          <p14:tracePt t="6136" x="3638550" y="5765800"/>
          <p14:tracePt t="6140" x="3625850" y="5765800"/>
          <p14:tracePt t="6153" x="3613150" y="5765800"/>
          <p14:tracePt t="6169" x="3575050" y="5765800"/>
          <p14:tracePt t="6186" x="3530600" y="5772150"/>
          <p14:tracePt t="6202" x="3441700" y="5784850"/>
          <p14:tracePt t="6219" x="3289300" y="5784850"/>
          <p14:tracePt t="6236" x="3098800" y="5791200"/>
          <p14:tracePt t="6252" x="3009900" y="5791200"/>
          <p14:tracePt t="6269" x="2908300" y="5791200"/>
          <p14:tracePt t="6286" x="2724150" y="5791200"/>
          <p14:tracePt t="6302" x="2698750" y="5791200"/>
          <p14:tracePt t="6319" x="2667000" y="5791200"/>
          <p14:tracePt t="6336" x="2641600" y="5791200"/>
          <p14:tracePt t="6355" x="2635250" y="5791200"/>
          <p14:tracePt t="6426" x="2647950" y="5791200"/>
          <p14:tracePt t="6440" x="2660650" y="5791200"/>
          <p14:tracePt t="6447" x="2667000" y="5791200"/>
          <p14:tracePt t="6461" x="2686050" y="5784850"/>
          <p14:tracePt t="6470" x="2705100" y="5784850"/>
          <p14:tracePt t="6484" x="2743200" y="5784850"/>
          <p14:tracePt t="6502" x="2857500" y="5784850"/>
          <p14:tracePt t="6518" x="3035300" y="5791200"/>
          <p14:tracePt t="6535" x="3149600" y="5791200"/>
          <p14:tracePt t="6552" x="3352800" y="5797550"/>
          <p14:tracePt t="6568" x="3581400" y="5810250"/>
          <p14:tracePt t="6584" x="3670300" y="5822950"/>
          <p14:tracePt t="6602" x="3841750" y="5829300"/>
          <p14:tracePt t="6618" x="3892550" y="5829300"/>
          <p14:tracePt t="6634" x="3962400" y="5829300"/>
          <p14:tracePt t="6638" x="3975100" y="5829300"/>
          <p14:tracePt t="6653" x="3975100" y="5822950"/>
          <p14:tracePt t="6667" x="3981450" y="5822950"/>
          <p14:tracePt t="6700" x="3975100" y="5822950"/>
          <p14:tracePt t="6707" x="3968750" y="5822950"/>
          <p14:tracePt t="6721" x="3949700" y="5822950"/>
          <p14:tracePt t="6734" x="3937000" y="5822950"/>
          <p14:tracePt t="6751" x="3905250" y="5822950"/>
          <p14:tracePt t="6767" x="3873500" y="5822950"/>
          <p14:tracePt t="6784" x="3778250" y="5810250"/>
          <p14:tracePt t="6800" x="3625850" y="5791200"/>
          <p14:tracePt t="6817" x="3549650" y="5784850"/>
          <p14:tracePt t="6834" x="3378200" y="5772150"/>
          <p14:tracePt t="6850" x="3251200" y="5772150"/>
          <p14:tracePt t="6867" x="3200400" y="5772150"/>
          <p14:tracePt t="6883" x="3143250" y="5765800"/>
          <p14:tracePt t="6901" x="3130550" y="5765800"/>
          <p14:tracePt t="6918" x="3117850" y="5765800"/>
          <p14:tracePt t="6974" x="3124200" y="5765800"/>
          <p14:tracePt t="6980" x="3136900" y="5765800"/>
          <p14:tracePt t="6988" x="3149600" y="5759450"/>
          <p14:tracePt t="7003" x="3168650" y="5759450"/>
          <p14:tracePt t="7016" x="3194050" y="5759450"/>
          <p14:tracePt t="7033" x="3257550" y="5759450"/>
          <p14:tracePt t="7050" x="3295650" y="5759450"/>
          <p14:tracePt t="7066" x="3429000" y="5759450"/>
          <p14:tracePt t="7082" x="3568700" y="5759450"/>
          <p14:tracePt t="7100" x="3676650" y="5759450"/>
          <p14:tracePt t="7116" x="3702050" y="5759450"/>
          <p14:tracePt t="7133" x="3727450" y="5759450"/>
          <p14:tracePt t="7150" x="3733800" y="5759450"/>
          <p14:tracePt t="7171" x="3727450" y="5759450"/>
          <p14:tracePt t="7191" x="3721100" y="575945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__hash__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unsafe_hash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hash(x)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9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88"/>
    </mc:Choice>
    <mc:Fallback xmlns="">
      <p:transition spd="slow" advTm="109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7" x="3714750" y="5746750"/>
          <p14:tracePt t="494" x="3689350" y="5746750"/>
          <p14:tracePt t="500" x="3657600" y="5746750"/>
          <p14:tracePt t="512" x="3613150" y="5746750"/>
          <p14:tracePt t="529" x="3543300" y="5746750"/>
          <p14:tracePt t="545" x="3505200" y="5746750"/>
          <p14:tracePt t="562" x="3467100" y="5746750"/>
          <p14:tracePt t="579" x="3403600" y="5746750"/>
          <p14:tracePt t="595" x="3321050" y="5753100"/>
          <p14:tracePt t="613" x="3213100" y="5759450"/>
          <p14:tracePt t="629" x="3162300" y="5759450"/>
          <p14:tracePt t="645" x="3073400" y="5759450"/>
          <p14:tracePt t="662" x="3016250" y="5759450"/>
          <p14:tracePt t="678" x="3003550" y="5759450"/>
          <p14:tracePt t="695" x="2971800" y="5759450"/>
          <p14:tracePt t="712" x="2952750" y="5759450"/>
          <p14:tracePt t="728" x="2946400" y="5759450"/>
          <p14:tracePt t="745" x="2940050" y="5765800"/>
          <p14:tracePt t="762" x="2927350" y="5765800"/>
          <p14:tracePt t="777" x="2921000" y="5765800"/>
          <p14:tracePt t="795" x="2908300" y="5765800"/>
          <p14:tracePt t="811" x="2901950" y="5765800"/>
          <p14:tracePt t="922" x="2908300" y="5765800"/>
          <p14:tracePt t="936" x="2914650" y="5765800"/>
          <p14:tracePt t="943" x="2921000" y="5765800"/>
          <p14:tracePt t="950" x="2940050" y="5765800"/>
          <p14:tracePt t="965" x="2965450" y="5765800"/>
          <p14:tracePt t="976" x="3016250" y="5765800"/>
          <p14:tracePt t="993" x="3206750" y="5765800"/>
          <p14:tracePt t="1010" x="3333750" y="5753100"/>
          <p14:tracePt t="1027" x="3625850" y="5753100"/>
          <p14:tracePt t="1044" x="3917950" y="5746750"/>
          <p14:tracePt t="1061" x="4032250" y="5746750"/>
          <p14:tracePt t="1076" x="4210050" y="5746750"/>
          <p14:tracePt t="1093" x="4311650" y="5734050"/>
          <p14:tracePt t="1110" x="4337050" y="5727700"/>
          <p14:tracePt t="1126" x="4349750" y="5727700"/>
          <p14:tracePt t="1147" x="4330700" y="5727700"/>
          <p14:tracePt t="1160" x="4311650" y="5721350"/>
          <p14:tracePt t="1176" x="4184650" y="5715000"/>
          <p14:tracePt t="1193" x="4095750" y="5715000"/>
          <p14:tracePt t="1210" x="3879850" y="5702300"/>
          <p14:tracePt t="1226" x="3638550" y="5683250"/>
          <p14:tracePt t="1243" x="3524250" y="5683250"/>
          <p14:tracePt t="1259" x="3308350" y="5683250"/>
          <p14:tracePt t="1276" x="3130550" y="5670550"/>
          <p14:tracePt t="1293" x="3067050" y="5670550"/>
          <p14:tracePt t="1309" x="2990850" y="5664200"/>
          <p14:tracePt t="1326" x="2952750" y="5664200"/>
          <p14:tracePt t="1343" x="2940050" y="5657850"/>
          <p14:tracePt t="1376" x="2933700" y="5657850"/>
          <p14:tracePt t="1407" x="2940050" y="5657850"/>
          <p14:tracePt t="1414" x="2959100" y="5657850"/>
          <p14:tracePt t="1429" x="2971800" y="5651500"/>
          <p14:tracePt t="1442" x="3016250" y="5651500"/>
          <p14:tracePt t="1459" x="3067050" y="5645150"/>
          <p14:tracePt t="1462" x="3143250" y="5632450"/>
          <p14:tracePt t="1478" x="3244850" y="5619750"/>
          <p14:tracePt t="1492" x="3371850" y="5600700"/>
          <p14:tracePt t="1508" x="3632200" y="5537200"/>
          <p14:tracePt t="1525" x="3873500" y="5492750"/>
          <p14:tracePt t="1542" x="3975100" y="5473700"/>
          <p14:tracePt t="1558" x="4133850" y="5441950"/>
          <p14:tracePt t="1575" x="4216400" y="5435600"/>
          <p14:tracePt t="1591" x="4229100" y="5435600"/>
          <p14:tracePt t="1608" x="4241800" y="5435600"/>
          <p14:tracePt t="1641" x="4222750" y="5435600"/>
          <p14:tracePt t="1658" x="4191000" y="5441950"/>
          <p14:tracePt t="1675" x="4121150" y="5454650"/>
          <p14:tracePt t="1691" x="4038600" y="5461000"/>
          <p14:tracePt t="1708" x="3835400" y="5480050"/>
          <p14:tracePt t="1724" x="3581400" y="5511800"/>
          <p14:tracePt t="1741" x="3454400" y="5524500"/>
          <p14:tracePt t="1758" x="3213100" y="5556250"/>
          <p14:tracePt t="1774" x="3136900" y="5562600"/>
          <p14:tracePt t="1791" x="3041650" y="5581650"/>
          <p14:tracePt t="1808" x="2997200" y="5588000"/>
          <p14:tracePt t="1824" x="2990850" y="5588000"/>
          <p14:tracePt t="1841" x="2984500" y="5594350"/>
          <p14:tracePt t="1899" x="2990850" y="5594350"/>
          <p14:tracePt t="1905" x="3003550" y="5594350"/>
          <p14:tracePt t="1920" x="3016250" y="5594350"/>
          <p14:tracePt t="1927" x="3028950" y="5594350"/>
          <p14:tracePt t="1941" x="3041650" y="5588000"/>
          <p14:tracePt t="1957" x="3098800" y="5581650"/>
          <p14:tracePt t="1974" x="3130550" y="5581650"/>
          <p14:tracePt t="1990" x="3276600" y="5562600"/>
          <p14:tracePt t="2007" x="3492500" y="5518150"/>
          <p14:tracePt t="2023" x="3625850" y="5473700"/>
          <p14:tracePt t="2040" x="4032250" y="5302250"/>
          <p14:tracePt t="2057" x="4229100" y="5207000"/>
          <p14:tracePt t="2075" x="4832350" y="4794250"/>
          <p14:tracePt t="2090" x="5003800" y="4622800"/>
          <p14:tracePt t="2106" x="5149850" y="4495800"/>
          <p14:tracePt t="2123" x="5365750" y="4235450"/>
          <p14:tracePt t="2140" x="5505450" y="4025900"/>
          <p14:tracePt t="2156" x="5556250" y="3930650"/>
          <p14:tracePt t="2173" x="5626100" y="3784600"/>
          <p14:tracePt t="2190" x="5683250" y="3683000"/>
          <p14:tracePt t="2206" x="5702300" y="3638550"/>
          <p14:tracePt t="2223" x="5740400" y="3581400"/>
          <p14:tracePt t="2239" x="5753100" y="3562350"/>
          <p14:tracePt t="2256" x="5772150" y="3543300"/>
          <p14:tracePt t="2273" x="5810250" y="3498850"/>
          <p14:tracePt t="2289" x="5822950" y="3486150"/>
          <p14:tracePt t="2306" x="5854700" y="3460750"/>
          <p14:tracePt t="2323" x="5873750" y="3448050"/>
          <p14:tracePt t="2339" x="5886450" y="3441700"/>
          <p14:tracePt t="2356" x="5899150" y="3435350"/>
          <p14:tracePt t="2372" x="5899150" y="3429000"/>
          <p14:tracePt t="2406" x="5905500" y="3429000"/>
          <p14:tracePt t="2440" x="5899150" y="3435350"/>
          <p14:tracePt t="2453" x="5892800" y="3435350"/>
          <p14:tracePt t="2467" x="5892800" y="3441700"/>
          <p14:tracePt t="2481" x="5886450" y="3441700"/>
          <p14:tracePt t="2516" x="5873750" y="3448050"/>
          <p14:tracePt t="2524" x="5873750" y="3454400"/>
          <p14:tracePt t="2551" x="5867400" y="3460750"/>
          <p14:tracePt t="2565" x="5861050" y="3467100"/>
          <p14:tracePt t="2574" x="5848350" y="3473450"/>
          <p14:tracePt t="2589" x="5835650" y="3479800"/>
          <p14:tracePt t="2605" x="5784850" y="3511550"/>
          <p14:tracePt t="2622" x="5695950" y="3568700"/>
          <p14:tracePt t="2638" x="5568950" y="3644900"/>
          <p14:tracePt t="2654" x="5499100" y="3683000"/>
          <p14:tracePt t="2672" x="5346700" y="3784600"/>
          <p14:tracePt t="2688" x="5264150" y="3835400"/>
          <p14:tracePt t="2705" x="5080000" y="3943350"/>
          <p14:tracePt t="2721" x="4895850" y="4032250"/>
          <p14:tracePt t="2738" x="4826000" y="4076700"/>
          <p14:tracePt t="2755" x="4673600" y="4146550"/>
          <p14:tracePt t="2771" x="4572000" y="4210050"/>
          <p14:tracePt t="2787" x="4527550" y="4222750"/>
          <p14:tracePt t="2804" x="4464050" y="4286250"/>
          <p14:tracePt t="2821" x="4419600" y="4330700"/>
          <p14:tracePt t="2837" x="4394200" y="4362450"/>
          <p14:tracePt t="2854" x="4324350" y="4432300"/>
          <p14:tracePt t="2870" x="4241800" y="4514850"/>
          <p14:tracePt t="2887" x="4184650" y="4572000"/>
          <p14:tracePt t="2904" x="4064000" y="4648200"/>
          <p14:tracePt t="2921" x="3943350" y="4718050"/>
          <p14:tracePt t="2937" x="3873500" y="4756150"/>
          <p14:tracePt t="2954" x="3727450" y="4813300"/>
          <p14:tracePt t="2970" x="3670300" y="4845050"/>
          <p14:tracePt t="2988" x="3536950" y="4902200"/>
          <p14:tracePt t="3004" x="3517900" y="4908550"/>
          <p14:tracePt t="3020" x="3492500" y="4933950"/>
          <p14:tracePt t="3037" x="3467100" y="4959350"/>
          <p14:tracePt t="3053" x="3441700" y="4997450"/>
          <p14:tracePt t="3070" x="3435350" y="5016500"/>
          <p14:tracePt t="3087" x="3422650" y="5041900"/>
          <p14:tracePt t="3103" x="3422650" y="5060950"/>
          <p14:tracePt t="3120" x="3416300" y="5067300"/>
          <p14:tracePt t="3137" x="3416300" y="5099050"/>
          <p14:tracePt t="3153" x="3409950" y="5124450"/>
          <p14:tracePt t="3170" x="3403600" y="5156200"/>
          <p14:tracePt t="3186" x="3397250" y="5168900"/>
          <p14:tracePt t="3203" x="3397250" y="5194300"/>
          <p14:tracePt t="3220" x="3390900" y="5213350"/>
          <p14:tracePt t="3236" x="3390900" y="5226050"/>
          <p14:tracePt t="3253" x="3390900" y="5238750"/>
          <p14:tracePt t="3269" x="3390900" y="5257800"/>
          <p14:tracePt t="3286" x="3390900" y="5264150"/>
          <p14:tracePt t="3304" x="3390900" y="5276850"/>
          <p14:tracePt t="3319" x="3390900" y="5289550"/>
          <p14:tracePt t="3336" x="3390900" y="5295900"/>
          <p14:tracePt t="3353" x="3390900" y="5302250"/>
          <p14:tracePt t="3369" x="3390900" y="5308600"/>
          <p14:tracePt t="3394" x="3397250" y="5308600"/>
          <p14:tracePt t="3422" x="3403600" y="5308600"/>
          <p14:tracePt t="3429" x="3409950" y="5308600"/>
          <p14:tracePt t="3444" x="3416300" y="5308600"/>
          <p14:tracePt t="3453" x="3429000" y="5295900"/>
          <p14:tracePt t="3469" x="3460750" y="5283200"/>
          <p14:tracePt t="3486" x="3594100" y="5200650"/>
          <p14:tracePt t="3501" x="3873500" y="5035550"/>
          <p14:tracePt t="3518" x="4102100" y="4895850"/>
          <p14:tracePt t="3537" x="4572000" y="4565650"/>
          <p14:tracePt t="3552" x="5048250" y="4222750"/>
          <p14:tracePt t="3569" x="5257800" y="4051300"/>
          <p14:tracePt t="3586" x="5588000" y="3790950"/>
          <p14:tracePt t="3601" x="5683250" y="3708400"/>
          <p14:tracePt t="3618" x="5835650" y="3562350"/>
          <p14:tracePt t="3636" x="5918200" y="3473450"/>
          <p14:tracePt t="3651" x="5937250" y="3448050"/>
          <p14:tracePt t="3669" x="5956300" y="3422650"/>
          <p14:tracePt t="3684" x="5962650" y="3409950"/>
          <p14:tracePt t="3753" x="5956300" y="3409950"/>
          <p14:tracePt t="3795" x="5949950" y="3409950"/>
          <p14:tracePt t="3900" x="5949950" y="3416300"/>
          <p14:tracePt t="3964" x="5943600" y="3422650"/>
          <p14:tracePt t="3970" x="5937250" y="3422650"/>
          <p14:tracePt t="3991" x="5930900" y="3429000"/>
          <p14:tracePt t="4006" x="5930900" y="3435350"/>
          <p14:tracePt t="4017" x="5930900" y="3441700"/>
          <p14:tracePt t="4034" x="5911850" y="3454400"/>
          <p14:tracePt t="4051" x="5899150" y="3467100"/>
          <p14:tracePt t="4066" x="5829300" y="3536950"/>
          <p14:tracePt t="4084" x="5721350" y="3657600"/>
          <p14:tracePt t="4099" x="5651500" y="3727450"/>
          <p14:tracePt t="4116" x="5480050" y="3917950"/>
          <p14:tracePt t="4133" x="5257800" y="4152900"/>
          <p14:tracePt t="4150" x="5143500" y="4292600"/>
          <p14:tracePt t="4166" x="4933950" y="4527550"/>
          <p14:tracePt t="4183" x="4762500" y="4718050"/>
          <p14:tracePt t="4199" x="4692650" y="4781550"/>
          <p14:tracePt t="4216" x="4629150" y="4851400"/>
          <p14:tracePt t="4233" x="4546600" y="4933950"/>
          <p14:tracePt t="4249" x="4508500" y="4978400"/>
          <p14:tracePt t="4267" x="4489450" y="4991100"/>
          <p14:tracePt t="4282" x="4483100" y="4997450"/>
          <p14:tracePt t="4299" x="4476750" y="4997450"/>
          <p14:tracePt t="4706" x="4445000" y="5003800"/>
          <p14:tracePt t="4713" x="4368800" y="5022850"/>
          <p14:tracePt t="4727" x="4286250" y="5054600"/>
          <p14:tracePt t="4735" x="4203700" y="5086350"/>
          <p14:tracePt t="4750" x="4127500" y="5124450"/>
          <p14:tracePt t="4764" x="4032250" y="5175250"/>
          <p14:tracePt t="4781" x="3867150" y="5276850"/>
          <p14:tracePt t="4798" x="3797300" y="5340350"/>
          <p14:tracePt t="4814" x="3657600" y="5448300"/>
          <p14:tracePt t="4830" x="3517900" y="5549900"/>
          <p14:tracePt t="4848" x="3409950" y="5645150"/>
          <p14:tracePt t="4864" x="3378200" y="5676900"/>
          <p14:tracePt t="4880" x="3340100" y="5721350"/>
          <p14:tracePt t="4897" x="3314700" y="5759450"/>
          <p14:tracePt t="4914" x="3295650" y="5778500"/>
          <p14:tracePt t="4930" x="3282950" y="5797550"/>
          <p14:tracePt t="4947" x="3263900" y="5810250"/>
          <p14:tracePt t="4963" x="3257550" y="5816600"/>
          <p14:tracePt t="4981" x="3244850" y="5822950"/>
          <p14:tracePt t="4997" x="3232150" y="5822950"/>
          <p14:tracePt t="5030" x="3206750" y="5835650"/>
          <p14:tracePt t="5046" x="3194050" y="5842000"/>
          <p14:tracePt t="5063" x="3143250" y="5854700"/>
          <p14:tracePt t="5080" x="3079750" y="5867400"/>
          <p14:tracePt t="5096" x="3041650" y="5873750"/>
          <p14:tracePt t="5113" x="2971800" y="5892800"/>
          <p14:tracePt t="5129" x="2908300" y="5899150"/>
          <p14:tracePt t="5147" x="2882900" y="5905500"/>
          <p14:tracePt t="5163" x="2832100" y="5905500"/>
          <p14:tracePt t="5180" x="2794000" y="5905500"/>
          <p14:tracePt t="5197" x="2762250" y="5905500"/>
          <p14:tracePt t="5213" x="2698750" y="5905500"/>
          <p14:tracePt t="5229" x="2597150" y="5905500"/>
          <p14:tracePt t="5246" x="2520950" y="5905500"/>
          <p14:tracePt t="5263" x="2387600" y="5886450"/>
          <p14:tracePt t="5279" x="2241550" y="5867400"/>
          <p14:tracePt t="5295" x="2190750" y="5867400"/>
          <p14:tracePt t="5313" x="2063750" y="5867400"/>
          <p14:tracePt t="5329" x="2000250" y="5854700"/>
          <p14:tracePt t="5346" x="1797050" y="5854700"/>
          <p14:tracePt t="5362" x="1746250" y="5854700"/>
          <p14:tracePt t="5379" x="1689100" y="5861050"/>
          <p14:tracePt t="5395" x="1600200" y="5861050"/>
          <p14:tracePt t="5412" x="1517650" y="5867400"/>
          <p14:tracePt t="5428" x="1479550" y="5873750"/>
          <p14:tracePt t="5445" x="1384300" y="5886450"/>
          <p14:tracePt t="5462" x="1314450" y="5899150"/>
          <p14:tracePt t="5478" x="1270000" y="5905500"/>
          <p14:tracePt t="5481" x="1231900" y="5918200"/>
          <p14:tracePt t="5495" x="1200150" y="5924550"/>
          <p14:tracePt t="5511" x="1168400" y="5930900"/>
          <p14:tracePt t="5529" x="1143000" y="5937250"/>
          <p14:tracePt t="5545" x="1136650" y="5943600"/>
          <p14:tracePt t="5561" x="1130300" y="5943600"/>
          <p14:tracePt t="5662" x="1130300" y="5949950"/>
          <p14:tracePt t="5683" x="1136650" y="5949950"/>
          <p14:tracePt t="5697" x="1143000" y="5949950"/>
          <p14:tracePt t="5712" x="1149350" y="5949950"/>
          <p14:tracePt t="5718" x="1155700" y="5949950"/>
          <p14:tracePt t="5739" x="1162050" y="5949950"/>
          <p14:tracePt t="5761" x="1168400" y="5949950"/>
          <p14:tracePt t="5767" x="1181100" y="5949950"/>
          <p14:tracePt t="5781" x="1200150" y="5949950"/>
          <p14:tracePt t="5794" x="1219200" y="5949950"/>
          <p14:tracePt t="5811" x="1308100" y="5949950"/>
          <p14:tracePt t="5827" x="1377950" y="5956300"/>
          <p14:tracePt t="5844" x="1543050" y="5969000"/>
          <p14:tracePt t="5860" x="1758950" y="5975350"/>
          <p14:tracePt t="5877" x="1873250" y="5988050"/>
          <p14:tracePt t="5895" x="2101850" y="6000750"/>
          <p14:tracePt t="5910" x="2305050" y="6019800"/>
          <p14:tracePt t="5927" x="2381250" y="6019800"/>
          <p14:tracePt t="5944" x="2508250" y="6019800"/>
          <p14:tracePt t="5960" x="2552700" y="6019800"/>
          <p14:tracePt t="5976" x="2603500" y="6019800"/>
          <p14:tracePt t="5994" x="2641600" y="6019800"/>
          <p14:tracePt t="6010" x="2654300" y="6019800"/>
          <p14:tracePt t="6027" x="2667000" y="6013450"/>
          <p14:tracePt t="6043" x="2686050" y="6013450"/>
          <p14:tracePt t="6060" x="2692400" y="6013450"/>
          <p14:tracePt t="6077" x="2711450" y="6013450"/>
          <p14:tracePt t="6093" x="2724150" y="6013450"/>
          <p14:tracePt t="6110" x="2730500" y="6013450"/>
          <p14:tracePt t="6126" x="2755900" y="6019800"/>
          <p14:tracePt t="6143" x="2781300" y="6019800"/>
          <p14:tracePt t="6159" x="2800350" y="6026150"/>
          <p14:tracePt t="6176" x="2851150" y="6032500"/>
          <p14:tracePt t="6192" x="2908300" y="6045200"/>
          <p14:tracePt t="6209" x="2933700" y="6051550"/>
          <p14:tracePt t="6226" x="2978150" y="6051550"/>
          <p14:tracePt t="6242" x="3003550" y="6051550"/>
          <p14:tracePt t="6259" x="3028950" y="6057900"/>
          <p14:tracePt t="6275" x="3041650" y="6057900"/>
          <p14:tracePt t="6309" x="3048000" y="6057900"/>
          <p14:tracePt t="6596" x="3054350" y="6057900"/>
          <p14:tracePt t="6631" x="3060700" y="6057900"/>
          <p14:tracePt t="6666" x="3067050" y="6064250"/>
          <p14:tracePt t="6680" x="3073400" y="6064250"/>
          <p14:tracePt t="6722" x="3079750" y="6064250"/>
          <p14:tracePt t="6729" x="3086100" y="6064250"/>
          <p14:tracePt t="6744" x="3092450" y="6064250"/>
          <p14:tracePt t="6758" x="3098800" y="6064250"/>
          <p14:tracePt t="6774" x="3124200" y="6070600"/>
          <p14:tracePt t="6790" x="3143250" y="6076950"/>
          <p14:tracePt t="6807" x="3200400" y="6083300"/>
          <p14:tracePt t="6823" x="3270250" y="6102350"/>
          <p14:tracePt t="6840" x="3314700" y="6108700"/>
          <p14:tracePt t="6858" x="3390900" y="6115050"/>
          <p14:tracePt t="6874" x="3435350" y="6127750"/>
          <p14:tracePt t="6890" x="3492500" y="6134100"/>
          <p14:tracePt t="6908" x="3543300" y="6140450"/>
          <p14:tracePt t="6923" x="3562350" y="6140450"/>
          <p14:tracePt t="6940" x="3581400" y="6140450"/>
          <p14:tracePt t="6956" x="3587750" y="6140450"/>
          <p14:tracePt t="7024" x="3594100" y="6140450"/>
          <p14:tracePt t="7031" x="3600450" y="614045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__hash__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unsafe_hash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hash(x)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9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"/>
    </mc:Choice>
    <mc:Fallback xmlns="">
      <p:transition spd="slow" advTm="2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__hash__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unsafe_hash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hash(x)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File "&lt;</a:t>
            </a: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stdin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&gt;", line 1, in &lt;module&gt;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2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"/>
    </mc:Choice>
    <mc:Fallback xmlns="">
      <p:transition spd="slow" advTm="2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__hash__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unsafe_hash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hash(x)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File "&lt;</a:t>
            </a: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stdin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&gt;", line 1, in &lt;module&gt;</a:t>
            </a: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TypeError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sz="2200" b="1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unhashable</a:t>
            </a:r>
            <a:r>
              <a:rPr 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type: '</a:t>
            </a:r>
            <a:r>
              <a:rPr lang="en-US" sz="2200" b="1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8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"/>
    </mc:Choice>
    <mc:Fallback xmlns="">
      <p:transition spd="slow" advTm="1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__hash__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unsafe_hash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sz="2200" b="1" spc="-10" dirty="0" err="1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frozen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hash(x)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File "&lt;</a:t>
            </a: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stdin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&gt;", line 1, in &lt;module&gt;</a:t>
            </a: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TypeError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sz="2200" b="1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unhashable</a:t>
            </a:r>
            <a:r>
              <a:rPr 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type: '</a:t>
            </a:r>
            <a:r>
              <a:rPr lang="en-US" sz="2200" b="1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0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67"/>
    </mc:Choice>
    <mc:Fallback xmlns="">
      <p:transition spd="slow" advTm="567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069" x="3600450" y="6134100"/>
          <p14:tracePt t="4075" x="3600450" y="6127750"/>
          <p14:tracePt t="4091" x="3600450" y="6121400"/>
          <p14:tracePt t="4104" x="3581400" y="6102350"/>
          <p14:tracePt t="4120" x="3556000" y="6076950"/>
          <p14:tracePt t="4137" x="3511550" y="6045200"/>
          <p14:tracePt t="4154" x="3460750" y="5994400"/>
          <p14:tracePt t="4170" x="3422650" y="5969000"/>
          <p14:tracePt t="4186" x="3384550" y="5943600"/>
          <p14:tracePt t="4204" x="3321050" y="5918200"/>
          <p14:tracePt t="4220" x="3282950" y="5899150"/>
          <p14:tracePt t="4237" x="3206750" y="5867400"/>
          <p14:tracePt t="4253" x="3168650" y="5848350"/>
          <p14:tracePt t="4270" x="3105150" y="5829300"/>
          <p14:tracePt t="4286" x="3022600" y="5810250"/>
          <p14:tracePt t="4303" x="2959100" y="5803900"/>
          <p14:tracePt t="4320" x="2901950" y="5797550"/>
          <p14:tracePt t="4336" x="2851150" y="5797550"/>
          <p14:tracePt t="4353" x="2806700" y="5791200"/>
          <p14:tracePt t="4370" x="2768600" y="5791200"/>
          <p14:tracePt t="4386" x="2717800" y="5797550"/>
          <p14:tracePt t="4403" x="2679700" y="5810250"/>
          <p14:tracePt t="4420" x="2635250" y="5816600"/>
          <p14:tracePt t="4436" x="2609850" y="5822950"/>
          <p14:tracePt t="4453" x="2571750" y="5835650"/>
          <p14:tracePt t="4469" x="2508250" y="5867400"/>
          <p14:tracePt t="4486" x="2476500" y="5886450"/>
          <p14:tracePt t="4502" x="2444750" y="5899150"/>
          <p14:tracePt t="4519" x="2387600" y="5924550"/>
          <p14:tracePt t="4535" x="2362200" y="5937250"/>
          <p14:tracePt t="4553" x="2336800" y="5949950"/>
          <p14:tracePt t="4568" x="2311400" y="5962650"/>
          <p14:tracePt t="4586" x="2305050" y="5962650"/>
          <p14:tracePt t="4602" x="2286000" y="5969000"/>
          <p14:tracePt t="4618" x="2279650" y="5975350"/>
          <p14:tracePt t="4652" x="2266950" y="5975350"/>
          <p14:tracePt t="5661" x="2273300" y="5975350"/>
          <p14:tracePt t="5668" x="2305050" y="5975350"/>
          <p14:tracePt t="5684" x="2343150" y="5969000"/>
          <p14:tracePt t="5698" x="2419350" y="5956300"/>
          <p14:tracePt t="5715" x="2463800" y="5956300"/>
          <p14:tracePt t="5732" x="2527300" y="5956300"/>
          <p14:tracePt t="5748" x="2571750" y="5949950"/>
          <p14:tracePt t="5764" x="2628900" y="5937250"/>
          <p14:tracePt t="5781" x="2698750" y="5911850"/>
          <p14:tracePt t="5798" x="2755900" y="5892800"/>
          <p14:tracePt t="5815" x="2838450" y="5867400"/>
          <p14:tracePt t="5831" x="2978150" y="5810250"/>
          <p14:tracePt t="5847" x="3028950" y="5784850"/>
          <p14:tracePt t="5865" x="3168650" y="5715000"/>
          <p14:tracePt t="5881" x="3282950" y="5645150"/>
          <p14:tracePt t="5897" x="3327400" y="5632450"/>
          <p14:tracePt t="5914" x="3416300" y="5575300"/>
          <p14:tracePt t="5931" x="3498850" y="5505450"/>
          <p14:tracePt t="5947" x="3517900" y="5480050"/>
          <p14:tracePt t="5950" x="3549650" y="5467350"/>
          <p14:tracePt t="5965" x="3568700" y="5441950"/>
          <p14:tracePt t="5980" x="3600450" y="5422900"/>
          <p14:tracePt t="5998" x="3625850" y="5391150"/>
          <p14:tracePt t="6014" x="3632200" y="5384800"/>
          <p14:tracePt t="6030" x="3644900" y="5372100"/>
          <p14:tracePt t="6047" x="3663950" y="5346700"/>
          <p14:tracePt t="6065" x="3683000" y="5327650"/>
          <p14:tracePt t="6080" x="3695700" y="5314950"/>
          <p14:tracePt t="6096" x="3714750" y="5302250"/>
          <p14:tracePt t="6113" x="3740150" y="5276850"/>
          <p14:tracePt t="6130" x="3746500" y="5270500"/>
          <p14:tracePt t="6147" x="3771900" y="5257800"/>
          <p14:tracePt t="6163" x="3797300" y="5245100"/>
          <p14:tracePt t="6181" x="3822700" y="5226050"/>
          <p14:tracePt t="6196" x="3835400" y="5219700"/>
          <p14:tracePt t="6213" x="3854450" y="5207000"/>
          <p14:tracePt t="6230" x="3860800" y="5200650"/>
          <p14:tracePt t="6263" x="3867150" y="5194300"/>
          <p14:tracePt t="6314" x="3873500" y="5194300"/>
          <p14:tracePt t="6399" x="3879850" y="5200650"/>
          <p14:tracePt t="6420" x="3886200" y="5207000"/>
          <p14:tracePt t="6462" x="3892550" y="5207000"/>
          <p14:tracePt t="6483" x="3892550" y="5213350"/>
          <p14:tracePt t="6489" x="3898900" y="5213350"/>
          <p14:tracePt t="6511" x="3905250" y="5219700"/>
          <p14:tracePt t="6525" x="3911600" y="5219700"/>
          <p14:tracePt t="6574" x="3917950" y="5219700"/>
          <p14:tracePt t="6630" x="3905250" y="5219700"/>
          <p14:tracePt t="6651" x="3892550" y="5219700"/>
          <p14:tracePt t="6665" x="3879850" y="5219700"/>
          <p14:tracePt t="6672" x="3854450" y="5219700"/>
          <p14:tracePt t="6681" x="3816350" y="5219700"/>
          <p14:tracePt t="6695" x="3765550" y="5219700"/>
          <p14:tracePt t="6711" x="3683000" y="5219700"/>
          <p14:tracePt t="6728" x="3517900" y="5219700"/>
          <p14:tracePt t="6744" x="3327400" y="5207000"/>
          <p14:tracePt t="6761" x="3225800" y="5207000"/>
          <p14:tracePt t="6778" x="3048000" y="5200650"/>
          <p14:tracePt t="6794" x="2895600" y="5200650"/>
          <p14:tracePt t="6811" x="2819400" y="5200650"/>
          <p14:tracePt t="6828" x="2717800" y="5200650"/>
          <p14:tracePt t="6844" x="2635250" y="5200650"/>
          <p14:tracePt t="6862" x="2590800" y="5200650"/>
          <p14:tracePt t="6877" x="2578100" y="5200650"/>
          <p14:tracePt t="6894" x="2552700" y="5200650"/>
          <p14:tracePt t="6911" x="2533650" y="5200650"/>
          <p14:tracePt t="6927" x="2527300" y="5194300"/>
          <p14:tracePt t="6944" x="2520950" y="5194300"/>
          <p14:tracePt t="6961" x="2514600" y="5187950"/>
          <p14:tracePt t="7024" x="2514600" y="5194300"/>
          <p14:tracePt t="7066" x="2520950" y="5200650"/>
          <p14:tracePt t="7087" x="2527300" y="5200650"/>
          <p14:tracePt t="7094" x="2533650" y="5200650"/>
          <p14:tracePt t="7115" x="2540000" y="5200650"/>
          <p14:tracePt t="7122" x="2552700" y="5200650"/>
          <p14:tracePt t="7136" x="2559050" y="5200650"/>
          <p14:tracePt t="7146" x="2590800" y="5200650"/>
          <p14:tracePt t="7159" x="2622550" y="5207000"/>
          <p14:tracePt t="7176" x="2736850" y="5213350"/>
          <p14:tracePt t="7193" x="2901950" y="5232400"/>
          <p14:tracePt t="7209" x="3003550" y="5232400"/>
          <p14:tracePt t="7227" x="3238500" y="5264150"/>
          <p14:tracePt t="7242" x="3441700" y="5295900"/>
          <p14:tracePt t="7259" x="3530600" y="5308600"/>
          <p14:tracePt t="7276" x="3689350" y="5327650"/>
          <p14:tracePt t="7293" x="3790950" y="5334000"/>
          <p14:tracePt t="7309" x="3822700" y="5346700"/>
          <p14:tracePt t="7326" x="3867150" y="5346700"/>
          <p14:tracePt t="7342" x="3873500" y="5346700"/>
          <p14:tracePt t="7360" x="3892550" y="5346700"/>
          <p14:tracePt t="7493" x="3892550" y="5340350"/>
          <p14:tracePt t="7592" x="3898900" y="5334000"/>
          <p14:tracePt t="7649" x="3898900" y="5327650"/>
          <p14:tracePt t="7677" x="3898900" y="5321300"/>
          <p14:tracePt t="7705" x="3886200" y="5321300"/>
          <p14:tracePt t="7719" x="3879850" y="5321300"/>
          <p14:tracePt t="7727" x="3873500" y="5321300"/>
          <p14:tracePt t="7741" x="3867150" y="5314950"/>
          <p14:tracePt t="7758" x="3784600" y="5314950"/>
          <p14:tracePt t="7776" x="3657600" y="5295900"/>
          <p14:tracePt t="7791" x="3562350" y="5276850"/>
          <p14:tracePt t="7807" x="3371850" y="5245100"/>
          <p14:tracePt t="7824" x="3168650" y="5219700"/>
          <p14:tracePt t="7841" x="3073400" y="5207000"/>
          <p14:tracePt t="7857" x="2971800" y="5194300"/>
          <p14:tracePt t="7874" x="2768600" y="5175250"/>
          <p14:tracePt t="7891" x="2711450" y="5168900"/>
          <p14:tracePt t="7908" x="2641600" y="5162550"/>
          <p14:tracePt t="7923" x="2622550" y="5156200"/>
          <p14:tracePt t="7940" x="2597150" y="5149850"/>
          <p14:tracePt t="7958" x="2578100" y="5149850"/>
          <p14:tracePt t="7974" x="2571750" y="5143500"/>
          <p14:tracePt t="7991" x="2559050" y="5143500"/>
          <p14:tracePt t="8007" x="2540000" y="5143500"/>
          <p14:tracePt t="8024" x="2527300" y="5143500"/>
          <p14:tracePt t="8041" x="2495550" y="5149850"/>
          <p14:tracePt t="8057" x="2457450" y="5149850"/>
          <p14:tracePt t="8073" x="2425700" y="5149850"/>
          <p14:tracePt t="8091" x="2368550" y="5149850"/>
          <p14:tracePt t="8106" x="2311400" y="5149850"/>
          <p14:tracePt t="8123" x="2286000" y="5149850"/>
          <p14:tracePt t="8141" x="2235200" y="5149850"/>
          <p14:tracePt t="8157" x="2197100" y="5149850"/>
          <p14:tracePt t="8173" x="2190750" y="5149850"/>
          <p14:tracePt t="8190" x="2165350" y="5149850"/>
          <p14:tracePt t="8206" x="2159000" y="5149850"/>
          <p14:tracePt t="8223" x="2139950" y="5149850"/>
          <p14:tracePt t="8239" x="2133600" y="5149850"/>
          <p14:tracePt t="8256" x="2127250" y="5149850"/>
          <p14:tracePt t="8273" x="2114550" y="5149850"/>
          <p14:tracePt t="8289" x="2114550" y="5143500"/>
          <p14:tracePt t="8379" x="2108200" y="5143500"/>
          <p14:tracePt t="8421" x="2114550" y="5149850"/>
          <p14:tracePt t="8435" x="2127250" y="5149850"/>
          <p14:tracePt t="8449" x="2133600" y="5149850"/>
          <p14:tracePt t="8458" x="2139950" y="5149850"/>
          <p14:tracePt t="8472" x="2146300" y="5149850"/>
          <p14:tracePt t="8488" x="2159000" y="5149850"/>
          <p14:tracePt t="8506" x="2228850" y="5149850"/>
          <p14:tracePt t="8522" x="2266950" y="5143500"/>
          <p14:tracePt t="8539" x="2305050" y="5143500"/>
          <p14:tracePt t="8555" x="2393950" y="5130800"/>
          <p14:tracePt t="8572" x="2463800" y="5105400"/>
          <p14:tracePt t="8588" x="2495550" y="5099050"/>
          <p14:tracePt t="8605" x="2533650" y="5073650"/>
          <p14:tracePt t="8621" x="2559050" y="5067300"/>
          <p14:tracePt t="8640" x="2578100" y="5060950"/>
          <p14:tracePt t="8671" x="2590800" y="5060950"/>
          <p14:tracePt t="8688" x="2597150" y="5054600"/>
          <p14:tracePt t="8721" x="2603500" y="5054600"/>
          <p14:tracePt t="8758" x="2609850" y="5054600"/>
          <p14:tracePt t="8807" x="2616200" y="5054600"/>
          <p14:tracePt t="8829" x="2622550" y="5054600"/>
          <p14:tracePt t="8850" x="2628900" y="5054600"/>
          <p14:tracePt t="8864" x="2635250" y="5054600"/>
          <p14:tracePt t="8885" x="2641600" y="5054600"/>
          <p14:tracePt t="8899" x="2647950" y="5048250"/>
          <p14:tracePt t="8913" x="2654300" y="5048250"/>
          <p14:tracePt t="8934" x="2660650" y="5048250"/>
          <p14:tracePt t="8948" x="2673350" y="5048250"/>
          <p14:tracePt t="8962" x="2686050" y="5048250"/>
          <p14:tracePt t="8971" x="2705100" y="5048250"/>
          <p14:tracePt t="8986" x="2730500" y="5048250"/>
          <p14:tracePt t="9004" x="2806700" y="5048250"/>
          <p14:tracePt t="9020" x="2863850" y="5048250"/>
          <p14:tracePt t="9036" x="2914650" y="5048250"/>
          <p14:tracePt t="9054" x="3117850" y="5060950"/>
          <p14:tracePt t="9070" x="3187700" y="5080000"/>
          <p14:tracePt t="9087" x="3295650" y="5086350"/>
          <p14:tracePt t="9103" x="3378200" y="5105400"/>
          <p14:tracePt t="9119" x="3403600" y="5111750"/>
          <p14:tracePt t="9137" x="3448050" y="5124450"/>
          <p14:tracePt t="9153" x="3473450" y="5137150"/>
          <p14:tracePt t="9170" x="3479800" y="5137150"/>
          <p14:tracePt t="9186" x="3486150" y="5143500"/>
          <p14:tracePt t="9203" x="3498850" y="5149850"/>
          <p14:tracePt t="9236" x="3505200" y="5149850"/>
          <p14:tracePt t="9271" x="3511550" y="5149850"/>
          <p14:tracePt t="9454" x="3505200" y="5149850"/>
          <p14:tracePt t="9489" x="3498850" y="5149850"/>
          <p14:tracePt t="9531" x="3498850" y="5143500"/>
          <p14:tracePt t="9601" x="3505200" y="5143500"/>
          <p14:tracePt t="9615" x="3511550" y="5143500"/>
          <p14:tracePt t="9622" x="3517900" y="5143500"/>
          <p14:tracePt t="9634" x="3524250" y="5143500"/>
          <p14:tracePt t="9652" x="3530600" y="5143500"/>
          <p14:tracePt t="9667" x="3536950" y="5143500"/>
          <p14:tracePt t="9686" x="3562350" y="5149850"/>
          <p14:tracePt t="9701" x="3600450" y="5156200"/>
          <p14:tracePt t="9717" x="3632200" y="5162550"/>
          <p14:tracePt t="9735" x="3663950" y="5181600"/>
          <p14:tracePt t="9751" x="3752850" y="5213350"/>
          <p14:tracePt t="9767" x="3835400" y="5232400"/>
          <p14:tracePt t="9784" x="3905250" y="5257800"/>
          <p14:tracePt t="9801" x="3924300" y="5264150"/>
          <p14:tracePt t="9817" x="3968750" y="5276850"/>
          <p14:tracePt t="9834" x="3994150" y="5276850"/>
          <p14:tracePt t="9850" x="4006850" y="5276850"/>
          <p14:tracePt t="9868" x="4013200" y="5276850"/>
          <p14:tracePt t="9884" x="4019550" y="5276850"/>
          <p14:tracePt t="9910" x="4025900" y="5276850"/>
          <p14:tracePt t="10135" x="4032250" y="5276850"/>
          <p14:tracePt t="10177" x="4032250" y="5270500"/>
          <p14:tracePt t="10345" x="4025900" y="5270500"/>
          <p14:tracePt t="10394" x="4019550" y="5270500"/>
          <p14:tracePt t="10507" x="4013200" y="5270500"/>
          <p14:tracePt t="10606" x="4006850" y="5270500"/>
          <p14:tracePt t="10655" x="4000500" y="5270500"/>
          <p14:tracePt t="10774" x="3994150" y="5270500"/>
          <p14:tracePt t="10978" x="3987800" y="5270500"/>
          <p14:tracePt t="11055" x="3981450" y="5270500"/>
          <p14:tracePt t="11231" x="3975100" y="5264150"/>
          <p14:tracePt t="11259" x="3968750" y="5264150"/>
          <p14:tracePt t="11315" x="3962400" y="5257800"/>
          <p14:tracePt t="11350" x="3956050" y="5257800"/>
          <p14:tracePt t="11357" x="3949700" y="5257800"/>
          <p14:tracePt t="11386" x="3949700" y="5251450"/>
          <p14:tracePt t="11421" x="3943350" y="5245100"/>
          <p14:tracePt t="11456" x="3937000" y="5245100"/>
          <p14:tracePt t="11498" x="3930650" y="5245100"/>
          <p14:tracePt t="11526" x="3924300" y="5238750"/>
          <p14:tracePt t="11547" x="3917950" y="5238750"/>
          <p14:tracePt t="11562" x="3911600" y="5238750"/>
          <p14:tracePt t="11568" x="3905250" y="5238750"/>
          <p14:tracePt t="11577" x="3898900" y="5238750"/>
          <p14:tracePt t="11594" x="3892550" y="5238750"/>
          <p14:tracePt t="11611" x="3854450" y="5238750"/>
          <p14:tracePt t="11628" x="3822700" y="5232400"/>
          <p14:tracePt t="11645" x="3759200" y="5232400"/>
          <p14:tracePt t="11660" x="3663950" y="5226050"/>
          <p14:tracePt t="11677" x="3613150" y="5226050"/>
          <p14:tracePt t="11695" x="3505200" y="5213350"/>
          <p14:tracePt t="11711" x="3403600" y="5213350"/>
          <p14:tracePt t="11727" x="3352800" y="5219700"/>
          <p14:tracePt t="11745" x="3270250" y="5219700"/>
          <p14:tracePt t="11760" x="3213100" y="5226050"/>
          <p14:tracePt t="11777" x="3194050" y="5226050"/>
          <p14:tracePt t="11794" x="3149600" y="5226050"/>
          <p14:tracePt t="11810" x="3130550" y="5219700"/>
          <p14:tracePt t="11828" x="3092450" y="5207000"/>
          <p14:tracePt t="11843" x="3073400" y="5207000"/>
          <p14:tracePt t="11860" x="3060700" y="5200650"/>
          <p14:tracePt t="11878" x="2990850" y="5168900"/>
          <p14:tracePt t="11893" x="2946400" y="5162550"/>
          <p14:tracePt t="12658" x="2933700" y="5162550"/>
          <p14:tracePt t="12665" x="2921000" y="5168900"/>
          <p14:tracePt t="12679" x="2901950" y="5181600"/>
          <p14:tracePt t="12690" x="2889250" y="5187950"/>
          <p14:tracePt t="12708" x="2844800" y="5213350"/>
          <p14:tracePt t="12724" x="2813050" y="5232400"/>
          <p14:tracePt t="12740" x="2755900" y="5270500"/>
          <p14:tracePt t="12757" x="2698750" y="5295900"/>
          <p14:tracePt t="12774" x="2667000" y="5308600"/>
          <p14:tracePt t="12790" x="2603500" y="5340350"/>
          <p14:tracePt t="12807" x="2540000" y="5365750"/>
          <p14:tracePt t="12824" x="2508250" y="5378450"/>
          <p14:tracePt t="12841" x="2457450" y="5403850"/>
          <p14:tracePt t="12857" x="2425700" y="5422900"/>
          <p14:tracePt t="12873" x="2400300" y="5435600"/>
          <p14:tracePt t="12890" x="2374900" y="5448300"/>
          <p14:tracePt t="12906" x="2355850" y="5461000"/>
          <p14:tracePt t="12923" x="2336800" y="5473700"/>
          <p14:tracePt t="12940" x="2305050" y="5492750"/>
          <p14:tracePt t="12956" x="2298700" y="5499100"/>
          <p14:tracePt t="12974" x="2273300" y="5511800"/>
          <p14:tracePt t="12989" x="2260600" y="5524500"/>
          <p14:tracePt t="13023" x="2247900" y="5530850"/>
          <p14:tracePt t="13039" x="2235200" y="5537200"/>
          <p14:tracePt t="13056" x="2228850" y="5543550"/>
          <p14:tracePt t="13073" x="2222500" y="5549900"/>
          <p14:tracePt t="13089" x="2209800" y="5562600"/>
          <p14:tracePt t="13106" x="2203450" y="5568950"/>
          <p14:tracePt t="13123" x="2190750" y="5568950"/>
          <p14:tracePt t="13139" x="2184400" y="5581650"/>
          <p14:tracePt t="13157" x="2171700" y="5588000"/>
          <p14:tracePt t="13172" x="2165350" y="5600700"/>
          <p14:tracePt t="13189" x="2159000" y="5600700"/>
          <p14:tracePt t="13206" x="2146300" y="5619750"/>
          <p14:tracePt t="13239" x="2139950" y="5626100"/>
          <p14:tracePt t="13255" x="2139950" y="5632450"/>
          <p14:tracePt t="13272" x="2133600" y="5638800"/>
          <p14:tracePt t="13312" x="2127250" y="5645150"/>
          <p14:tracePt t="13340" x="2127250" y="5651500"/>
          <p14:tracePt t="13346" x="2120900" y="5657850"/>
          <p14:tracePt t="13389" x="2120900" y="5664200"/>
          <p14:tracePt t="13417" x="2120900" y="5670550"/>
          <p14:tracePt t="13438" x="2120900" y="5676900"/>
          <p14:tracePt t="13473" x="2120900" y="5683250"/>
          <p14:tracePt t="13480" x="2127250" y="5683250"/>
          <p14:tracePt t="13488" x="2127250" y="5689600"/>
          <p14:tracePt t="13508" x="2127250" y="5695950"/>
          <p14:tracePt t="13550" x="2127250" y="5702300"/>
          <p14:tracePt t="13593" x="2133600" y="5708650"/>
          <p14:tracePt t="18566" x="2133600" y="5695950"/>
          <p14:tracePt t="18581" x="2133600" y="5676900"/>
          <p14:tracePt t="18589" x="2133600" y="5664200"/>
          <p14:tracePt t="18604" x="2133600" y="5638800"/>
          <p14:tracePt t="18620" x="2133600" y="5607050"/>
          <p14:tracePt t="18637" x="2139950" y="5556250"/>
          <p14:tracePt t="18653" x="2139950" y="5537200"/>
          <p14:tracePt t="18670" x="2139950" y="5499100"/>
          <p14:tracePt t="18687" x="2139950" y="5461000"/>
          <p14:tracePt t="18703" x="2139950" y="5441950"/>
          <p14:tracePt t="18721" x="2139950" y="5410200"/>
          <p14:tracePt t="18736" x="2139950" y="5378450"/>
          <p14:tracePt t="18753" x="2139950" y="5372100"/>
          <p14:tracePt t="18770" x="2139950" y="5365750"/>
          <p14:tracePt t="18786" x="2139950" y="5359400"/>
          <p14:tracePt t="18803" x="2139950" y="5353050"/>
          <p14:tracePt t="18826" x="2139950" y="5346700"/>
          <p14:tracePt t="18875" x="2127250" y="5346700"/>
          <p14:tracePt t="18939" x="2114550" y="5340350"/>
          <p14:tracePt t="18967" x="2101850" y="5334000"/>
          <p14:tracePt t="19009" x="2095500" y="5327650"/>
          <p14:tracePt t="19016" x="2089150" y="5327650"/>
          <p14:tracePt t="19037" x="2089150" y="5321300"/>
          <p14:tracePt t="19058" x="2082800" y="5321300"/>
          <p14:tracePt t="19086" x="2076450" y="5314950"/>
          <p14:tracePt t="19134" x="2070100" y="5308600"/>
          <p14:tracePt t="19156" x="2063750" y="5308600"/>
          <p14:tracePt t="19191" x="2057400" y="5302250"/>
          <p14:tracePt t="19205" x="2051050" y="5302250"/>
          <p14:tracePt t="19227" x="2044700" y="5295900"/>
          <p14:tracePt t="19276" x="2038350" y="5295900"/>
          <p14:tracePt t="19297" x="2032000" y="5295900"/>
          <p14:tracePt t="19319" x="2025650" y="5295900"/>
          <p14:tracePt t="19332" x="2019300" y="5295900"/>
          <p14:tracePt t="19346" x="2012950" y="5295900"/>
          <p14:tracePt t="19367" x="2012950" y="5289550"/>
          <p14:tracePt t="19388" x="2000250" y="5289550"/>
          <p14:tracePt t="19459" x="1993900" y="5289550"/>
          <p14:tracePt t="19486" x="1987550" y="5289550"/>
          <p14:tracePt t="19508" x="1981200" y="5289550"/>
          <p14:tracePt t="19543" x="1974850" y="5289550"/>
          <p14:tracePt t="19592" x="1974850" y="5295900"/>
          <p14:tracePt t="19598" x="1981200" y="5302250"/>
          <p14:tracePt t="19620" x="1987550" y="5308600"/>
          <p14:tracePt t="19648" x="1993900" y="5314950"/>
          <p14:tracePt t="19683" x="2000250" y="5321300"/>
          <p14:tracePt t="19690" x="2006600" y="5327650"/>
          <p14:tracePt t="19704" x="2019300" y="5327650"/>
          <p14:tracePt t="19716" x="2025650" y="5340350"/>
          <p14:tracePt t="19733" x="2057400" y="5353050"/>
          <p14:tracePt t="19750" x="2070100" y="5365750"/>
          <p14:tracePt t="19768" x="2101850" y="5378450"/>
          <p14:tracePt t="19782" x="2127250" y="5391150"/>
          <p14:tracePt t="19799" x="2139950" y="5397500"/>
          <p14:tracePt t="19817" x="2146300" y="5403850"/>
          <p14:tracePt t="19833" x="2159000" y="5410200"/>
          <p14:tracePt t="19849" x="2171700" y="5410200"/>
          <p14:tracePt t="19866" x="2209800" y="5416550"/>
          <p14:tracePt t="19882" x="2305050" y="5422900"/>
          <p14:tracePt t="19899" x="2368550" y="5435600"/>
          <p14:tracePt t="19916" x="2565400" y="5467350"/>
          <p14:tracePt t="19932" x="2832100" y="5499100"/>
          <p14:tracePt t="19949" x="2971800" y="5505450"/>
          <p14:tracePt t="19966" x="3225800" y="5549900"/>
          <p14:tracePt t="19982" x="3340100" y="5562600"/>
          <p14:tracePt t="19999" x="3625850" y="5581650"/>
          <p14:tracePt t="20015" x="3676650" y="5575300"/>
          <p14:tracePt t="20032" x="3708400" y="5568950"/>
          <p14:tracePt t="20049" x="3765550" y="5568950"/>
          <p14:tracePt t="20065" x="3797300" y="5543550"/>
          <p14:tracePt t="20082" x="3803650" y="5530850"/>
          <p14:tracePt t="20098" x="3816350" y="5518150"/>
          <p14:tracePt t="20115" x="3829050" y="5505450"/>
          <p14:tracePt t="20132" x="3835400" y="5499100"/>
          <p14:tracePt t="20148" x="3835400" y="5492750"/>
          <p14:tracePt t="20165" x="3835400" y="5480050"/>
          <p14:tracePt t="20182" x="3835400" y="5473700"/>
          <p14:tracePt t="20198" x="3841750" y="5461000"/>
          <p14:tracePt t="20233" x="3841750" y="5454650"/>
          <p14:tracePt t="20273" x="3841750" y="5448300"/>
          <p14:tracePt t="20301" x="3841750" y="5441950"/>
          <p14:tracePt t="20322" x="3835400" y="5441950"/>
          <p14:tracePt t="20344" x="3835400" y="5435600"/>
          <p14:tracePt t="20350" x="3829050" y="5435600"/>
          <p14:tracePt t="20372" x="3822700" y="5429250"/>
          <p14:tracePt t="20406" x="3816350" y="5429250"/>
          <p14:tracePt t="20415" x="3810000" y="5429250"/>
          <p14:tracePt t="20441" x="3803650" y="5429250"/>
          <p14:tracePt t="20463" x="3797300" y="5429250"/>
          <p14:tracePt t="21728" x="3797300" y="5422900"/>
          <p14:tracePt t="21777" x="3803650" y="5416550"/>
          <p14:tracePt t="21847" x="3803650" y="5410200"/>
          <p14:tracePt t="21875" x="3803650" y="5403850"/>
          <p14:tracePt t="21918" x="3803650" y="5397500"/>
          <p14:tracePt t="21939" x="3803650" y="5391150"/>
          <p14:tracePt t="21988" x="3810000" y="5384800"/>
          <p14:tracePt t="22016" x="3816350" y="5378450"/>
          <p14:tracePt t="22037" x="3822700" y="5372100"/>
          <p14:tracePt t="22072" x="3829050" y="5372100"/>
          <p14:tracePt t="22100" x="3829050" y="5365750"/>
          <p14:tracePt t="22121" x="3835400" y="5365750"/>
          <p14:tracePt t="22493" x="3733800" y="5365750"/>
          <p14:tracePt t="22500" x="3606800" y="5391150"/>
          <p14:tracePt t="22509" x="3492500" y="5422900"/>
          <p14:tracePt t="22524" x="3352800" y="5429250"/>
          <p14:tracePt t="22540" x="3213100" y="5441950"/>
          <p14:tracePt t="22557" x="2927350" y="5467350"/>
          <p14:tracePt t="22573" x="2698750" y="5473700"/>
          <p14:tracePt t="22590" x="2584450" y="5473700"/>
          <p14:tracePt t="22606" x="2349500" y="5473700"/>
          <p14:tracePt t="22623" x="2165350" y="5461000"/>
          <p14:tracePt t="22640" x="2051050" y="5461000"/>
          <p14:tracePt t="22656" x="2012950" y="5461000"/>
          <p14:tracePt t="22673" x="1943100" y="5454650"/>
          <p14:tracePt t="22690" x="1898650" y="5454650"/>
          <p14:tracePt t="22706" x="1898650" y="5461000"/>
          <p14:tracePt t="22723" x="1879600" y="5461000"/>
          <p14:tracePt t="22740" x="1866900" y="5461000"/>
          <p14:tracePt t="22757" x="1866900" y="5467350"/>
          <p14:tracePt t="22772" x="1860550" y="5467350"/>
          <p14:tracePt t="22789" x="1847850" y="5467350"/>
          <p14:tracePt t="22806" x="1841500" y="5467350"/>
          <p14:tracePt t="22823" x="1835150" y="5467350"/>
          <p14:tracePt t="22839" x="1809750" y="5461000"/>
          <p14:tracePt t="22856" x="1797050" y="5454650"/>
          <p14:tracePt t="22873" x="1778000" y="5448300"/>
          <p14:tracePt t="22889" x="1771650" y="5441950"/>
          <p14:tracePt t="22905" x="1752600" y="5435600"/>
          <p14:tracePt t="22922" x="1746250" y="5429250"/>
          <p14:tracePt t="22939" x="1746250" y="5422900"/>
          <p14:tracePt t="22956" x="1739900" y="5416550"/>
          <p14:tracePt t="22972" x="1739900" y="5410200"/>
          <p14:tracePt t="22988" x="1739900" y="5403850"/>
          <p14:tracePt t="23005" x="1739900" y="5397500"/>
          <p14:tracePt t="23021" x="1739900" y="5391150"/>
          <p14:tracePt t="23056" x="1739900" y="5384800"/>
          <p14:tracePt t="23072" x="1739900" y="5378450"/>
          <p14:tracePt t="23106" x="1739900" y="5372100"/>
          <p14:tracePt t="23133" x="1739900" y="5365750"/>
          <p14:tracePt t="23139" x="1739900" y="5359400"/>
          <p14:tracePt t="23160" x="1746250" y="5353050"/>
          <p14:tracePt t="23196" x="1752600" y="5353050"/>
          <p14:tracePt t="23231" x="1758950" y="5346700"/>
          <p14:tracePt t="23266" x="1765300" y="5346700"/>
          <p14:tracePt t="23315" x="1765300" y="5340350"/>
          <p14:tracePt t="23386" x="1771650" y="5340350"/>
          <p14:tracePt t="23420" x="1778000" y="5340350"/>
          <p14:tracePt t="23463" x="1784350" y="5340350"/>
          <p14:tracePt t="23484" x="1790700" y="5340350"/>
          <p14:tracePt t="23490" x="1790700" y="5346700"/>
          <p14:tracePt t="23506" x="1797050" y="5346700"/>
          <p14:tracePt t="23520" x="1803400" y="5346700"/>
          <p14:tracePt t="23536" x="1816100" y="5346700"/>
          <p14:tracePt t="23554" x="1847850" y="5353050"/>
          <p14:tracePt t="23570" x="1885950" y="5353050"/>
          <p14:tracePt t="23586" x="2000250" y="5353050"/>
          <p14:tracePt t="23603" x="2203450" y="5359400"/>
          <p14:tracePt t="23619" x="2330450" y="5359400"/>
          <p14:tracePt t="23636" x="2622550" y="5372100"/>
          <p14:tracePt t="23653" x="2965450" y="5384800"/>
          <p14:tracePt t="23669" x="3149600" y="5384800"/>
          <p14:tracePt t="23687" x="3289300" y="5378450"/>
          <p14:tracePt t="23702" x="3632200" y="5359400"/>
          <p14:tracePt t="23719" x="3721100" y="5359400"/>
          <p14:tracePt t="23737" x="3841750" y="5321300"/>
          <p14:tracePt t="23752" x="3886200" y="5314950"/>
          <p14:tracePt t="23769" x="3943350" y="5289550"/>
          <p14:tracePt t="23786" x="3981450" y="5264150"/>
          <p14:tracePt t="23802" x="3994150" y="5251450"/>
          <p14:tracePt t="23819" x="4019550" y="5219700"/>
          <p14:tracePt t="23835" x="4032250" y="5207000"/>
          <p14:tracePt t="23852" x="4038600" y="5200650"/>
          <p14:tracePt t="23869" x="4044950" y="5181600"/>
          <p14:tracePt t="23885" x="4057650" y="5175250"/>
          <p14:tracePt t="23902" x="4057650" y="5168900"/>
          <p14:tracePt t="23919" x="4064000" y="5162550"/>
          <p14:tracePt t="23935" x="4070350" y="5149850"/>
          <p14:tracePt t="23952" x="4076700" y="5143500"/>
          <p14:tracePt t="23968" x="4089400" y="5137150"/>
          <p14:tracePt t="23985" x="4095750" y="5137150"/>
          <p14:tracePt t="24002" x="4095750" y="5130800"/>
          <p14:tracePt t="24034" x="4102100" y="5124450"/>
          <p14:tracePt t="24074" x="4108450" y="5124450"/>
          <p14:tracePt t="24179" x="4108450" y="5130800"/>
          <p14:tracePt t="24185" x="4102100" y="5130800"/>
          <p14:tracePt t="24214" x="4102100" y="5137150"/>
          <p14:tracePt t="24228" x="4095750" y="5137150"/>
          <p14:tracePt t="24237" x="4089400" y="5143500"/>
          <p14:tracePt t="24257" x="4083050" y="5143500"/>
          <p14:tracePt t="24267" x="4083050" y="5149850"/>
          <p14:tracePt t="24284" x="4076700" y="5156200"/>
          <p14:tracePt t="24300" x="4051300" y="5168900"/>
          <p14:tracePt t="24317" x="4032250" y="5181600"/>
          <p14:tracePt t="24334" x="3962400" y="5219700"/>
          <p14:tracePt t="24350" x="3917950" y="5238750"/>
          <p14:tracePt t="24367" x="3771900" y="5295900"/>
          <p14:tracePt t="24384" x="3549650" y="5359400"/>
          <p14:tracePt t="24400" x="3422650" y="5384800"/>
          <p14:tracePt t="24417" x="3175000" y="5435600"/>
          <p14:tracePt t="24433" x="2946400" y="5480050"/>
          <p14:tracePt t="24450" x="2844800" y="5486400"/>
          <p14:tracePt t="24467" x="2679700" y="5499100"/>
          <p14:tracePt t="24483" x="2546350" y="5492750"/>
          <p14:tracePt t="24500" x="2508250" y="5486400"/>
          <p14:tracePt t="24517" x="2457450" y="5480050"/>
          <p14:tracePt t="24533" x="2432050" y="5467350"/>
          <p14:tracePt t="24550" x="2419350" y="5467350"/>
          <p14:tracePt t="24553" x="2413000" y="5461000"/>
          <p14:tracePt t="24569" x="2406650" y="5454650"/>
          <p14:tracePt t="24583" x="2393950" y="5448300"/>
          <p14:tracePt t="24600" x="2374900" y="5441950"/>
          <p14:tracePt t="24616" x="2349500" y="5422900"/>
          <p14:tracePt t="24633" x="2336800" y="5416550"/>
          <p14:tracePt t="24649" x="2311400" y="5397500"/>
          <p14:tracePt t="24665" x="2266950" y="5365750"/>
          <p14:tracePt t="24682" x="2235200" y="5346700"/>
          <p14:tracePt t="24700" x="2171700" y="5295900"/>
          <p14:tracePt t="24715" x="2095500" y="5245100"/>
          <p14:tracePt t="24732" x="2063750" y="5226050"/>
          <p14:tracePt t="24749" x="1987550" y="5207000"/>
          <p14:tracePt t="24765" x="1936750" y="5187950"/>
          <p14:tracePt t="24782" x="1917700" y="5181600"/>
          <p14:tracePt t="24799" x="1885950" y="5175250"/>
          <p14:tracePt t="24815" x="1866900" y="5168900"/>
          <p14:tracePt t="24833" x="1860550" y="5162550"/>
          <p14:tracePt t="24848" x="1847850" y="5162550"/>
          <p14:tracePt t="24885" x="1841500" y="5162550"/>
          <p14:tracePt t="24904" x="1835150" y="5162550"/>
          <p14:tracePt t="24933" x="1828800" y="5162550"/>
          <p14:tracePt t="24967" x="1828800" y="5168900"/>
          <p14:tracePt t="25002" x="1822450" y="5175250"/>
          <p14:tracePt t="25023" x="1822450" y="5181600"/>
          <p14:tracePt t="25051" x="1822450" y="5187950"/>
          <p14:tracePt t="25114" x="1822450" y="5194300"/>
          <p14:tracePt t="25121" x="1822450" y="5200650"/>
          <p14:tracePt t="25142" x="1828800" y="5200650"/>
          <p14:tracePt t="25156" x="1835150" y="5200650"/>
          <p14:tracePt t="25165" x="1841500" y="5207000"/>
          <p14:tracePt t="25192" x="1841500" y="5213350"/>
          <p14:tracePt t="25212" x="1847850" y="5213350"/>
          <p14:tracePt t="25255" x="1854200" y="5213350"/>
          <p14:tracePt t="25283" x="1860550" y="5213350"/>
          <p14:tracePt t="25325" x="1866900" y="5219700"/>
          <p14:tracePt t="25353" x="1866900" y="5226050"/>
          <p14:tracePt t="26059" x="1879600" y="5226050"/>
          <p14:tracePt t="26065" x="1898650" y="5226050"/>
          <p14:tracePt t="26081" x="1917700" y="5238750"/>
          <p14:tracePt t="26095" x="1955800" y="5238750"/>
          <p14:tracePt t="26111" x="2063750" y="5264150"/>
          <p14:tracePt t="26128" x="2235200" y="5295900"/>
          <p14:tracePt t="26144" x="2324100" y="5314950"/>
          <p14:tracePt t="26161" x="2508250" y="5334000"/>
          <p14:tracePt t="26178" x="2660650" y="5353050"/>
          <p14:tracePt t="26194" x="2736850" y="5353050"/>
          <p14:tracePt t="26210" x="2838450" y="5353050"/>
          <p14:tracePt t="26227" x="2971800" y="5353050"/>
          <p14:tracePt t="26244" x="3035300" y="5334000"/>
          <p14:tracePt t="26260" x="3105150" y="5321300"/>
          <p14:tracePt t="26277" x="3276600" y="5276850"/>
          <p14:tracePt t="26294" x="3321050" y="5270500"/>
          <p14:tracePt t="26311" x="3359150" y="5257800"/>
          <p14:tracePt t="26327" x="3403600" y="5245100"/>
          <p14:tracePt t="26344" x="3435350" y="5238750"/>
          <p14:tracePt t="26361" x="3454400" y="5238750"/>
          <p14:tracePt t="26376" x="3454400" y="5232400"/>
          <p14:tracePt t="26394" x="3460750" y="5232400"/>
          <p14:tracePt t="26438" x="3448050" y="5232400"/>
          <p14:tracePt t="26452" x="3441700" y="5232400"/>
          <p14:tracePt t="26460" x="3435350" y="5232400"/>
          <p14:tracePt t="26476" x="3422650" y="5232400"/>
          <p14:tracePt t="26494" x="3397250" y="5232400"/>
          <p14:tracePt t="26509" x="3365500" y="5232400"/>
          <p14:tracePt t="26526" x="3346450" y="5232400"/>
          <p14:tracePt t="26543" x="3263900" y="5238750"/>
          <p14:tracePt t="26560" x="3111500" y="5238750"/>
          <p14:tracePt t="26576" x="3022600" y="5238750"/>
          <p14:tracePt t="26593" x="2832100" y="5257800"/>
          <p14:tracePt t="26609" x="2743200" y="5257800"/>
          <p14:tracePt t="26625" x="2552700" y="5283200"/>
          <p14:tracePt t="26642" x="2362200" y="5289550"/>
          <p14:tracePt t="26659" x="2286000" y="5289550"/>
          <p14:tracePt t="26676" x="2152650" y="5289550"/>
          <p14:tracePt t="26692" x="2095500" y="5289550"/>
          <p14:tracePt t="26709" x="2076450" y="5289550"/>
          <p14:tracePt t="26726" x="2057400" y="5289550"/>
          <p14:tracePt t="26762" x="2057400" y="5295900"/>
          <p14:tracePt t="26775" x="2070100" y="5295900"/>
          <p14:tracePt t="26792" x="2089150" y="5302250"/>
          <p14:tracePt t="26808" x="2101850" y="5308600"/>
          <p14:tracePt t="26825" x="2139950" y="5308600"/>
          <p14:tracePt t="26842" x="2266950" y="5308600"/>
          <p14:tracePt t="26859" x="2457450" y="5308600"/>
          <p14:tracePt t="26874" x="2571750" y="5295900"/>
          <p14:tracePt t="26891" x="2673350" y="5295900"/>
          <p14:tracePt t="26909" x="3003550" y="5276850"/>
          <p14:tracePt t="26925" x="3079750" y="5276850"/>
          <p14:tracePt t="26941" x="3143250" y="5264150"/>
          <p14:tracePt t="26958" x="3206750" y="5257800"/>
          <p14:tracePt t="26975" x="3219450" y="5251450"/>
          <p14:tracePt t="26991" x="3219450" y="5245100"/>
          <p14:tracePt t="27024" x="3206750" y="5245100"/>
          <p14:tracePt t="27041" x="3200400" y="5245100"/>
          <p14:tracePt t="27058" x="3175000" y="5238750"/>
          <p14:tracePt t="27074" x="3149600" y="5238750"/>
          <p14:tracePt t="27091" x="3136900" y="5238750"/>
          <p14:tracePt t="27107" x="3124200" y="5238750"/>
          <p14:tracePt t="27124" x="3105150" y="5238750"/>
          <p14:tracePt t="27141" x="3086100" y="5232400"/>
          <p14:tracePt t="27157" x="3079750" y="5232400"/>
          <p14:tracePt t="27174" x="3073400" y="5232400"/>
          <p14:tracePt t="27190" x="3060700" y="5232400"/>
          <p14:tracePt t="27224" x="3054350" y="5232400"/>
          <p14:tracePt t="27240" x="3048000" y="5232400"/>
          <p14:tracePt t="28649" x="3016250" y="5232400"/>
          <p14:tracePt t="28656" x="2978150" y="5226050"/>
          <p14:tracePt t="28672" x="2933700" y="5226050"/>
          <p14:tracePt t="28685" x="2882900" y="5219700"/>
          <p14:tracePt t="28702" x="2800350" y="5213350"/>
          <p14:tracePt t="28720" x="2730500" y="5194300"/>
          <p14:tracePt t="28736" x="2692400" y="5194300"/>
          <p14:tracePt t="28752" x="2622550" y="5181600"/>
          <p14:tracePt t="28768" x="2571750" y="5175250"/>
          <p14:tracePt t="28785" x="2540000" y="5162550"/>
          <p14:tracePt t="28802" x="2495550" y="5156200"/>
          <p14:tracePt t="28819" x="2444750" y="5149850"/>
          <p14:tracePt t="28835" x="2413000" y="5149850"/>
          <p14:tracePt t="28852" x="2374900" y="5143500"/>
          <p14:tracePt t="28869" x="2343150" y="5143500"/>
          <p14:tracePt t="28885" x="2330450" y="5143500"/>
          <p14:tracePt t="28902" x="2311400" y="5143500"/>
          <p14:tracePt t="28918" x="2298700" y="5143500"/>
          <p14:tracePt t="28935" x="2292350" y="5143500"/>
          <p14:tracePt t="29070" x="2292350" y="5149850"/>
          <p14:tracePt t="29141" x="2292350" y="5156200"/>
          <p14:tracePt t="29154" x="2292350" y="5162550"/>
          <p14:tracePt t="29539" x="2286000" y="5175250"/>
          <p14:tracePt t="29553" x="2273300" y="5200650"/>
          <p14:tracePt t="29560" x="2260600" y="5219700"/>
          <p14:tracePt t="29574" x="2254250" y="5232400"/>
          <p14:tracePt t="29583" x="2241550" y="5264150"/>
          <p14:tracePt t="29599" x="2228850" y="5283200"/>
          <p14:tracePt t="29616" x="2209800" y="5334000"/>
          <p14:tracePt t="29632" x="2190750" y="5384800"/>
          <p14:tracePt t="29649" x="2178050" y="5416550"/>
          <p14:tracePt t="29665" x="2165350" y="5499100"/>
          <p14:tracePt t="29682" x="2146300" y="5581650"/>
          <p14:tracePt t="29699" x="2146300" y="5619750"/>
          <p14:tracePt t="29715" x="2133600" y="5689600"/>
          <p14:tracePt t="29732" x="2127250" y="5740400"/>
          <p14:tracePt t="29749" x="2120900" y="5778500"/>
          <p14:tracePt t="29765" x="2114550" y="5803900"/>
          <p14:tracePt t="29781" x="2101850" y="5822950"/>
          <p14:tracePt t="29799" x="2089150" y="5867400"/>
          <p14:tracePt t="29815" x="2089150" y="5880100"/>
          <p14:tracePt t="29831" x="2082800" y="5892800"/>
          <p14:tracePt t="29848" x="2082800" y="5911850"/>
          <p14:tracePt t="29864" x="2082800" y="5918200"/>
          <p14:tracePt t="29904" x="2082800" y="5924550"/>
          <p14:tracePt t="30291" x="2082800" y="5918200"/>
          <p14:tracePt t="30347" x="2082800" y="5911850"/>
          <p14:tracePt t="30466" x="2076450" y="5911850"/>
          <p14:tracePt t="30501" x="2076450" y="5905500"/>
          <p14:tracePt t="31438" x="2089150" y="5905500"/>
          <p14:tracePt t="31445" x="2120900" y="5905500"/>
          <p14:tracePt t="31459" x="2146300" y="5905500"/>
          <p14:tracePt t="31466" x="2184400" y="5905500"/>
          <p14:tracePt t="31480" x="2235200" y="5905500"/>
          <p14:tracePt t="31492" x="2279650" y="5905500"/>
          <p14:tracePt t="31509" x="2355850" y="5905500"/>
          <p14:tracePt t="31525" x="2393950" y="5905500"/>
          <p14:tracePt t="31543" x="2489200" y="5918200"/>
          <p14:tracePt t="31559" x="2584450" y="5930900"/>
          <p14:tracePt t="31576" x="2641600" y="5949950"/>
          <p14:tracePt t="31592" x="2755900" y="5969000"/>
          <p14:tracePt t="31608" x="2876550" y="6000750"/>
          <p14:tracePt t="31625" x="2933700" y="6019800"/>
          <p14:tracePt t="31642" x="3028950" y="6045200"/>
          <p14:tracePt t="31658" x="3130550" y="6089650"/>
          <p14:tracePt t="31676" x="3181350" y="6108700"/>
          <p14:tracePt t="31691" x="3282950" y="6140450"/>
          <p14:tracePt t="31708" x="3314700" y="6146800"/>
          <p14:tracePt t="31726" x="3384550" y="6178550"/>
          <p14:tracePt t="31741" x="3397250" y="6184900"/>
          <p14:tracePt t="31758" x="3416300" y="6191250"/>
          <p14:tracePt t="31775" x="3454400" y="6210300"/>
          <p14:tracePt t="31791" x="3467100" y="6216650"/>
          <p14:tracePt t="31808" x="3479800" y="6216650"/>
          <p14:tracePt t="31826" x="3492500" y="6223000"/>
          <p14:tracePt t="31841" x="3505200" y="6223000"/>
          <p14:tracePt t="31908" x="3505200" y="6216650"/>
          <p14:tracePt t="32402" x="3479800" y="6216650"/>
          <p14:tracePt t="32408" x="3441700" y="6203950"/>
          <p14:tracePt t="32425" x="3409950" y="6203950"/>
          <p14:tracePt t="32439" x="3378200" y="6184900"/>
          <p14:tracePt t="32456" x="3321050" y="6172200"/>
          <p14:tracePt t="32473" x="3263900" y="6159500"/>
          <p14:tracePt t="32489" x="3238500" y="6146800"/>
          <p14:tracePt t="32505" x="3168650" y="6121400"/>
          <p14:tracePt t="32522" x="3086100" y="6083300"/>
          <p14:tracePt t="32539" x="3028950" y="6064250"/>
          <p14:tracePt t="32556" x="2908300" y="6007100"/>
          <p14:tracePt t="32573" x="2781300" y="5962650"/>
          <p14:tracePt t="32588" x="2724150" y="5937250"/>
          <p14:tracePt t="32605" x="2622550" y="5880100"/>
          <p14:tracePt t="32622" x="2520950" y="5816600"/>
          <p14:tracePt t="32639" x="2489200" y="5791200"/>
          <p14:tracePt t="32655" x="2432050" y="5765800"/>
          <p14:tracePt t="32672" x="2381250" y="5746750"/>
          <p14:tracePt t="32688" x="2368550" y="5740400"/>
          <p14:tracePt t="32704" x="2343150" y="5734050"/>
          <p14:tracePt t="32721" x="2336800" y="5727700"/>
          <p14:tracePt t="32741" x="2330450" y="5727700"/>
          <p14:tracePt t="32809" x="2330450" y="5721350"/>
          <p14:tracePt t="32851" x="2330450" y="5715000"/>
          <p14:tracePt t="32864" x="2336800" y="5715000"/>
          <p14:tracePt t="32879" x="2343150" y="5715000"/>
          <p14:tracePt t="32893" x="2349500" y="5708650"/>
          <p14:tracePt t="32904" x="2355850" y="5708650"/>
          <p14:tracePt t="32921" x="2362200" y="5708650"/>
          <p14:tracePt t="32937" x="2368550" y="5702300"/>
          <p14:tracePt t="32954" x="2374900" y="5702300"/>
          <p14:tracePt t="32971" x="2393950" y="5695950"/>
          <p14:tracePt t="32987" x="2413000" y="5689600"/>
          <p14:tracePt t="33004" x="2451100" y="5657850"/>
          <p14:tracePt t="33020" x="2495550" y="5632450"/>
          <p14:tracePt t="33037" x="2514600" y="5607050"/>
          <p14:tracePt t="33055" x="2552700" y="5562600"/>
          <p14:tracePt t="33071" x="2578100" y="5524500"/>
          <p14:tracePt t="33087" x="2597150" y="5492750"/>
          <p14:tracePt t="33104" x="2609850" y="5441950"/>
          <p14:tracePt t="33120" x="2609850" y="5410200"/>
          <p14:tracePt t="33137" x="2616200" y="5353050"/>
          <p14:tracePt t="33153" x="2616200" y="5308600"/>
          <p14:tracePt t="33170" x="2616200" y="5289550"/>
          <p14:tracePt t="33186" x="2616200" y="5264150"/>
          <p14:tracePt t="33203" x="2616200" y="5245100"/>
          <p14:tracePt t="33220" x="2616200" y="5238750"/>
          <p14:tracePt t="33237" x="2622550" y="5232400"/>
          <p14:tracePt t="33253" x="2628900" y="5226050"/>
          <p14:tracePt t="33273" x="2635250" y="5219700"/>
          <p14:tracePt t="33315" x="2641600" y="5219700"/>
          <p14:tracePt t="33322" x="2647950" y="5219700"/>
          <p14:tracePt t="33337" x="2654300" y="5219700"/>
          <p14:tracePt t="33358" x="2660650" y="5219700"/>
          <p14:tracePt t="33371" x="2667000" y="5219700"/>
          <p14:tracePt t="33392" x="2673350" y="5219700"/>
          <p14:tracePt t="33434" x="2679700" y="5219700"/>
          <p14:tracePt t="33441" x="2686050" y="5219700"/>
          <p14:tracePt t="33455" x="2692400" y="5219700"/>
          <p14:tracePt t="33469" x="2698750" y="5219700"/>
          <p14:tracePt t="33485" x="2717800" y="5226050"/>
          <p14:tracePt t="33502" x="2736850" y="5226050"/>
          <p14:tracePt t="33519" x="2774950" y="5226050"/>
          <p14:tracePt t="33535" x="2825750" y="5232400"/>
          <p14:tracePt t="33552" x="2844800" y="5238750"/>
          <p14:tracePt t="33569" x="2889250" y="5245100"/>
          <p14:tracePt t="33585" x="2901950" y="5257800"/>
          <p14:tracePt t="33602" x="2901950" y="5270500"/>
          <p14:tracePt t="33618" x="2901950" y="5276850"/>
          <p14:tracePt t="33652" x="2882900" y="5295900"/>
          <p14:tracePt t="33668" x="2876550" y="5295900"/>
          <p14:tracePt t="33685" x="2863850" y="5308600"/>
          <p14:tracePt t="33701" x="2755900" y="5378450"/>
          <p14:tracePt t="33718" x="2711450" y="5403850"/>
          <p14:tracePt t="33735" x="2654300" y="5441950"/>
          <p14:tracePt t="33751" x="2540000" y="5518150"/>
          <p14:tracePt t="33768" x="2425700" y="5588000"/>
          <p14:tracePt t="33785" x="2324100" y="5651500"/>
          <p14:tracePt t="33801" x="2279650" y="5676900"/>
          <p14:tracePt t="33818" x="2203450" y="5721350"/>
          <p14:tracePt t="33835" x="2139950" y="5753100"/>
          <p14:tracePt t="33851" x="2127250" y="5765800"/>
          <p14:tracePt t="33867" x="2108200" y="5778500"/>
          <p14:tracePt t="33884" x="2095500" y="5791200"/>
          <p14:tracePt t="33954" x="2095500" y="5797550"/>
          <p14:tracePt t="34094" x="2101850" y="5803900"/>
          <p14:tracePt t="34144" x="2108200" y="5803900"/>
          <p14:tracePt t="34179" x="2114550" y="5803900"/>
          <p14:tracePt t="34214" x="2120900" y="5803900"/>
          <p14:tracePt t="34277" x="2127250" y="5803900"/>
          <p14:tracePt t="34340" x="2133600" y="5810250"/>
          <p14:tracePt t="34375" x="2139950" y="5810250"/>
          <p14:tracePt t="34410" x="2146300" y="5810250"/>
          <p14:tracePt t="34425" x="2152650" y="5810250"/>
          <p14:tracePt t="34446" x="2159000" y="5810250"/>
          <p14:tracePt t="34467" x="2165350" y="5810250"/>
          <p14:tracePt t="34488" x="2178050" y="5810250"/>
          <p14:tracePt t="34495" x="2184400" y="5810250"/>
          <p14:tracePt t="34509" x="2203450" y="5810250"/>
          <p14:tracePt t="34518" x="2235200" y="5803900"/>
          <p14:tracePt t="34531" x="2273300" y="5784850"/>
          <p14:tracePt t="34548" x="2330450" y="5778500"/>
          <p14:tracePt t="34565" x="2520950" y="5708650"/>
          <p14:tracePt t="34582" x="2584450" y="5670550"/>
          <p14:tracePt t="34598" x="2641600" y="5645150"/>
          <p14:tracePt t="34615" x="2762250" y="5556250"/>
          <p14:tracePt t="34631" x="2832100" y="5467350"/>
          <p14:tracePt t="34649" x="2895600" y="5372100"/>
          <p14:tracePt t="34665" x="2921000" y="5327650"/>
          <p14:tracePt t="34681" x="2952750" y="5270500"/>
          <p14:tracePt t="34698" x="2959100" y="5257800"/>
          <p14:tracePt t="34714" x="2971800" y="5226050"/>
          <p14:tracePt t="34731" x="2984500" y="5219700"/>
          <p14:tracePt t="34748" x="2984500" y="5213350"/>
          <p14:tracePt t="34764" x="2990850" y="5213350"/>
          <p14:tracePt t="34798" x="2990850" y="5219700"/>
          <p14:tracePt t="34818" x="2984500" y="5219700"/>
          <p14:tracePt t="34834" x="2984500" y="5226050"/>
          <p14:tracePt t="34847" x="2971800" y="5232400"/>
          <p14:tracePt t="34864" x="2971800" y="5238750"/>
          <p14:tracePt t="34881" x="2965450" y="5245100"/>
          <p14:tracePt t="34897" x="2959100" y="5251450"/>
          <p14:tracePt t="34914" x="2946400" y="5257800"/>
          <p14:tracePt t="34932" x="2927350" y="5264150"/>
          <p14:tracePt t="34947" x="2908300" y="5283200"/>
          <p14:tracePt t="34964" x="2857500" y="5321300"/>
          <p14:tracePt t="34980" x="2781300" y="5372100"/>
          <p14:tracePt t="34997" x="2724150" y="5397500"/>
          <p14:tracePt t="35014" x="2622550" y="5473700"/>
          <p14:tracePt t="35031" x="2495550" y="5543550"/>
          <p14:tracePt t="35047" x="2438400" y="5568950"/>
          <p14:tracePt t="35064" x="2349500" y="5600700"/>
          <p14:tracePt t="35080" x="2292350" y="5626100"/>
          <p14:tracePt t="35096" x="2260600" y="5632450"/>
          <p14:tracePt t="35114" x="2235200" y="5638800"/>
          <p14:tracePt t="35130" x="2216150" y="5638800"/>
          <p14:tracePt t="35163" x="2203450" y="5638800"/>
          <p14:tracePt t="35180" x="2197100" y="5632450"/>
          <p14:tracePt t="35196" x="2190750" y="5619750"/>
          <p14:tracePt t="35212" x="2171700" y="5594350"/>
          <p14:tracePt t="35230" x="2159000" y="5581650"/>
          <p14:tracePt t="35246" x="2120900" y="5543550"/>
          <p14:tracePt t="35263" x="2076450" y="5480050"/>
          <p14:tracePt t="35279" x="2038350" y="5454650"/>
          <p14:tracePt t="35296" x="1987550" y="5378450"/>
          <p14:tracePt t="35313" x="1930400" y="5321300"/>
          <p14:tracePt t="35330" x="1917700" y="5295900"/>
          <p14:tracePt t="35346" x="1892300" y="5264150"/>
          <p14:tracePt t="35362" x="1873250" y="5251450"/>
          <p14:tracePt t="35380" x="1866900" y="5245100"/>
          <p14:tracePt t="35395" x="1847850" y="5238750"/>
          <p14:tracePt t="35412" x="1841500" y="5226050"/>
          <p14:tracePt t="35429" x="1835150" y="5226050"/>
          <p14:tracePt t="35472" x="1835150" y="5219700"/>
          <p14:tracePt t="35521" x="1835150" y="5213350"/>
          <p14:tracePt t="35584" x="1841500" y="5213350"/>
          <p14:tracePt t="35605" x="1847850" y="5213350"/>
          <p14:tracePt t="35613" x="1854200" y="5213350"/>
          <p14:tracePt t="35619" x="1860550" y="5213350"/>
          <p14:tracePt t="35661" x="1866900" y="5213350"/>
          <p14:tracePt t="35689" x="1873250" y="5213350"/>
          <p14:tracePt t="35704" x="1879600" y="5213350"/>
          <p14:tracePt t="35725" x="1885950" y="5213350"/>
          <p14:tracePt t="35731" x="1892300" y="5213350"/>
          <p14:tracePt t="35753" x="1898650" y="5213350"/>
          <p14:tracePt t="35761" x="1905000" y="5213350"/>
          <p14:tracePt t="35781" x="1911350" y="5213350"/>
          <p14:tracePt t="35797" x="1917700" y="5213350"/>
          <p14:tracePt t="35811" x="1930400" y="5213350"/>
          <p14:tracePt t="35827" x="1955800" y="5207000"/>
          <p14:tracePt t="35844" x="1993900" y="5207000"/>
          <p14:tracePt t="35861" x="2019300" y="5200650"/>
          <p14:tracePt t="35878" x="2076450" y="5200650"/>
          <p14:tracePt t="35894" x="2139950" y="5194300"/>
          <p14:tracePt t="35910" x="2184400" y="5194300"/>
          <p14:tracePt t="35928" x="2260600" y="5194300"/>
          <p14:tracePt t="35943" x="2343150" y="5194300"/>
          <p14:tracePt t="35960" x="2381250" y="5200650"/>
          <p14:tracePt t="35978" x="2463800" y="5213350"/>
          <p14:tracePt t="35993" x="2546350" y="5219700"/>
          <p14:tracePt t="36010" x="2571750" y="5226050"/>
          <p14:tracePt t="36027" x="2622550" y="5232400"/>
          <p14:tracePt t="36043" x="2673350" y="5232400"/>
          <p14:tracePt t="36061" x="2692400" y="5232400"/>
          <p14:tracePt t="36064" x="2711450" y="5232400"/>
          <p14:tracePt t="36077" x="2730500" y="5232400"/>
          <p14:tracePt t="36093" x="2749550" y="5232400"/>
          <p14:tracePt t="36111" x="2806700" y="5238750"/>
          <p14:tracePt t="36126" x="2819400" y="5238750"/>
          <p14:tracePt t="36143" x="2838450" y="5245100"/>
          <p14:tracePt t="36160" x="2863850" y="5245100"/>
          <p14:tracePt t="36176" x="2882900" y="5245100"/>
          <p14:tracePt t="36209" x="2901950" y="5245100"/>
          <p14:tracePt t="36226" x="2914650" y="5245100"/>
          <p14:tracePt t="36243" x="2921000" y="5245100"/>
          <p14:tracePt t="36259" x="2927350" y="5245100"/>
          <p14:tracePt t="36314" x="2933700" y="5245100"/>
          <p14:tracePt t="36525" x="2940050" y="5245100"/>
          <p14:tracePt t="36568" x="2946400" y="5251450"/>
          <p14:tracePt t="36603" x="2952750" y="5251450"/>
          <p14:tracePt t="36638" x="2959100" y="5251450"/>
          <p14:tracePt t="36778" x="2952750" y="5251450"/>
          <p14:tracePt t="36806" x="2946400" y="5251450"/>
          <p14:tracePt t="37487" x="2952750" y="5251450"/>
          <p14:tracePt t="37501" x="2971800" y="5251450"/>
          <p14:tracePt t="37508" x="2990850" y="5251450"/>
          <p14:tracePt t="37525" x="3003550" y="5251450"/>
          <p14:tracePt t="37538" x="3054350" y="5251450"/>
          <p14:tracePt t="37555" x="3073400" y="5251450"/>
          <p14:tracePt t="37572" x="3130550" y="5251450"/>
          <p14:tracePt t="37588" x="3162300" y="5251450"/>
          <p14:tracePt t="37605" x="3225800" y="5251450"/>
          <p14:tracePt t="37621" x="3308350" y="5245100"/>
          <p14:tracePt t="37638" x="3371850" y="5245100"/>
          <p14:tracePt t="37655" x="3505200" y="5245100"/>
          <p14:tracePt t="37671" x="3556000" y="5245100"/>
          <p14:tracePt t="37688" x="3619500" y="5245100"/>
          <p14:tracePt t="37705" x="3733800" y="5245100"/>
          <p14:tracePt t="37721" x="3848100" y="5245100"/>
          <p14:tracePt t="37737" x="3924300" y="5245100"/>
          <p14:tracePt t="37754" x="4076700" y="5245100"/>
          <p14:tracePt t="37771" x="4197350" y="5245100"/>
          <p14:tracePt t="37787" x="4260850" y="5257800"/>
          <p14:tracePt t="37804" x="4362450" y="5257800"/>
          <p14:tracePt t="37820" x="4464050" y="5257800"/>
          <p14:tracePt t="37838" x="4559300" y="5257800"/>
          <p14:tracePt t="37853" x="4610100" y="5257800"/>
          <p14:tracePt t="37870" x="4660900" y="5257800"/>
          <p14:tracePt t="37888" x="4756150" y="5257800"/>
          <p14:tracePt t="37904" x="4775200" y="5257800"/>
          <p14:tracePt t="37920" x="4806950" y="5257800"/>
          <p14:tracePt t="37936" x="4838700" y="5257800"/>
          <p14:tracePt t="37953" x="4870450" y="5257800"/>
          <p14:tracePt t="37970" x="4883150" y="5257800"/>
          <p14:tracePt t="37987" x="4908550" y="5257800"/>
          <p14:tracePt t="38003" x="4927600" y="5251450"/>
          <p14:tracePt t="38037" x="4946650" y="5251450"/>
          <p14:tracePt t="38053" x="4959350" y="5251450"/>
          <p14:tracePt t="38070" x="4965700" y="5251450"/>
          <p14:tracePt t="38091" x="4972050" y="5251450"/>
          <p14:tracePt t="38295" x="4965700" y="5251450"/>
          <p14:tracePt t="38303" x="4959350" y="5251450"/>
          <p14:tracePt t="38330" x="4953000" y="5251450"/>
          <p14:tracePt t="38373" x="4946650" y="5251450"/>
          <p14:tracePt t="38443" x="4940300" y="5251450"/>
          <p14:tracePt t="38492" x="4933950" y="5251450"/>
          <p14:tracePt t="38513" x="4927600" y="5251450"/>
          <p14:tracePt t="38520" x="4921250" y="5251450"/>
          <p14:tracePt t="38534" x="4914900" y="5251450"/>
          <p14:tracePt t="38555" x="4908550" y="5251450"/>
          <p14:tracePt t="38562" x="4902200" y="5251450"/>
          <p14:tracePt t="38576" x="4895850" y="5251450"/>
          <p14:tracePt t="38585" x="4883150" y="5251450"/>
          <p14:tracePt t="38601" x="4870450" y="5251450"/>
          <p14:tracePt t="38618" x="4819650" y="5251450"/>
          <p14:tracePt t="38635" x="4756150" y="5251450"/>
          <p14:tracePt t="38652" x="4711700" y="5251450"/>
          <p14:tracePt t="38667" x="4648200" y="5251450"/>
          <p14:tracePt t="38684" x="4591050" y="5251450"/>
          <p14:tracePt t="38701" x="4572000" y="5251450"/>
          <p14:tracePt t="38718" x="4533900" y="5251450"/>
          <p14:tracePt t="38734" x="4521200" y="5251450"/>
          <p14:tracePt t="38767" x="4514850" y="5251450"/>
          <p14:tracePt t="38794" x="4514850" y="5257800"/>
          <p14:tracePt t="38864" x="4521200" y="5257800"/>
          <p14:tracePt t="38871" x="4527550" y="5257800"/>
          <p14:tracePt t="38886" x="4533900" y="5257800"/>
          <p14:tracePt t="38900" x="4546600" y="5257800"/>
          <p14:tracePt t="38916" x="4572000" y="5257800"/>
          <p14:tracePt t="38935" x="4629150" y="5257800"/>
          <p14:tracePt t="38950" x="4673600" y="5257800"/>
          <p14:tracePt t="38966" x="4806950" y="5251450"/>
          <p14:tracePt t="38984" x="4984750" y="5251450"/>
          <p14:tracePt t="39000" x="5073650" y="5251450"/>
          <p14:tracePt t="39016" x="5276850" y="5245100"/>
          <p14:tracePt t="39033" x="5454650" y="5232400"/>
          <p14:tracePt t="39050" x="5530850" y="5226050"/>
          <p14:tracePt t="39066" x="5594350" y="5226050"/>
          <p14:tracePt t="39083" x="5765800" y="5207000"/>
          <p14:tracePt t="39100" x="5803900" y="5200650"/>
          <p14:tracePt t="39117" x="5867400" y="5181600"/>
          <p14:tracePt t="39132" x="5886450" y="5181600"/>
          <p14:tracePt t="39149" x="5911850" y="5181600"/>
          <p14:tracePt t="39167" x="5924550" y="5181600"/>
          <p14:tracePt t="39183" x="5937250" y="5181600"/>
          <p14:tracePt t="39209" x="5943600" y="5181600"/>
          <p14:tracePt t="39218" x="5949950" y="5181600"/>
          <p14:tracePt t="39232" x="5949950" y="5187950"/>
          <p14:tracePt t="39249" x="5956300" y="5187950"/>
          <p14:tracePt t="39266" x="5969000" y="5187950"/>
          <p14:tracePt t="39286" x="5975350" y="5187950"/>
          <p14:tracePt t="39314" x="5981700" y="5181600"/>
          <p14:tracePt t="39328" x="5988050" y="5181600"/>
          <p14:tracePt t="39335" x="5994400" y="5181600"/>
          <p14:tracePt t="39349" x="6000750" y="5181600"/>
          <p14:tracePt t="39365" x="6007100" y="5181600"/>
          <p14:tracePt t="39382" x="6013450" y="5181600"/>
          <p14:tracePt t="39398" x="6026150" y="5175250"/>
          <p14:tracePt t="39415" x="6032500" y="5175250"/>
          <p14:tracePt t="39431" x="6064250" y="5168900"/>
          <p14:tracePt t="39448" x="6102350" y="5168900"/>
          <p14:tracePt t="39465" x="6127750" y="5162550"/>
          <p14:tracePt t="39482" x="6153150" y="5162550"/>
          <p14:tracePt t="39498" x="6159500" y="5162550"/>
          <p14:tracePt t="39538" x="6153150" y="5162550"/>
          <p14:tracePt t="39548" x="6146800" y="5162550"/>
          <p14:tracePt t="39564" x="6134100" y="5168900"/>
          <p14:tracePt t="39581" x="6096000" y="5168900"/>
          <p14:tracePt t="39598" x="6013450" y="5175250"/>
          <p14:tracePt t="39616" x="5873750" y="5175250"/>
          <p14:tracePt t="39631" x="5810250" y="5175250"/>
          <p14:tracePt t="39647" x="5657850" y="5175250"/>
          <p14:tracePt t="39665" x="5505450" y="5175250"/>
          <p14:tracePt t="39681" x="5429250" y="5175250"/>
          <p14:tracePt t="39697" x="5365750" y="5175250"/>
          <p14:tracePt t="39714" x="5194300" y="5162550"/>
          <p14:tracePt t="39730" x="5143500" y="5162550"/>
          <p14:tracePt t="39747" x="5086350" y="5168900"/>
          <p14:tracePt t="39764" x="5022850" y="5168900"/>
          <p14:tracePt t="39780" x="4978400" y="5175250"/>
          <p14:tracePt t="39798" x="4959350" y="5175250"/>
          <p14:tracePt t="39830" x="4953000" y="5181600"/>
          <p14:tracePt t="39863" x="4953000" y="5187950"/>
          <p14:tracePt t="39897" x="4959350" y="5187950"/>
          <p14:tracePt t="39911" x="4972050" y="5187950"/>
          <p14:tracePt t="39917" x="4978400" y="5187950"/>
          <p14:tracePt t="39930" x="4991100" y="5187950"/>
          <p14:tracePt t="39947" x="5029200" y="5187950"/>
          <p14:tracePt t="39963" x="5060950" y="5187950"/>
          <p14:tracePt t="39980" x="5105400" y="5200650"/>
          <p14:tracePt t="39996" x="5327650" y="5219700"/>
          <p14:tracePt t="40013" x="5429250" y="5226050"/>
          <p14:tracePt t="40030" x="5645150" y="5238750"/>
          <p14:tracePt t="40046" x="5835650" y="5251450"/>
          <p14:tracePt t="40063" x="5911850" y="5257800"/>
          <p14:tracePt t="40080" x="6032500" y="5257800"/>
          <p14:tracePt t="40096" x="6057900" y="5257800"/>
          <p14:tracePt t="40113" x="6108700" y="5257800"/>
          <p14:tracePt t="40129" x="6121400" y="5257800"/>
          <p14:tracePt t="40206" x="6115050" y="5257800"/>
          <p14:tracePt t="40220" x="6108700" y="5257800"/>
          <p14:tracePt t="40227" x="6096000" y="5264150"/>
          <p14:tracePt t="40241" x="6089650" y="5264150"/>
          <p14:tracePt t="40249" x="6083300" y="5264150"/>
          <p14:tracePt t="40265" x="6070600" y="5264150"/>
          <p14:tracePt t="40278" x="6013450" y="5264150"/>
          <p14:tracePt t="40295" x="5949950" y="5264150"/>
          <p14:tracePt t="40312" x="5810250" y="5264150"/>
          <p14:tracePt t="40328" x="5721350" y="5264150"/>
          <p14:tracePt t="40345" x="5530850" y="5264150"/>
          <p14:tracePt t="40362" x="5353050" y="5264150"/>
          <p14:tracePt t="40378" x="5276850" y="5264150"/>
          <p14:tracePt t="40396" x="5149850" y="5264150"/>
          <p14:tracePt t="40411" x="5080000" y="5264150"/>
          <p14:tracePt t="40428" x="5054600" y="5264150"/>
          <p14:tracePt t="40445" x="5041900" y="5264150"/>
          <p14:tracePt t="40487" x="5048250" y="5264150"/>
          <p14:tracePt t="40501" x="5060950" y="5264150"/>
          <p14:tracePt t="40508" x="5080000" y="5264150"/>
          <p14:tracePt t="40523" x="5092700" y="5264150"/>
          <p14:tracePt t="40531" x="5111750" y="5264150"/>
          <p14:tracePt t="40545" x="5143500" y="5264150"/>
          <p14:tracePt t="40561" x="5219700" y="5257800"/>
          <p14:tracePt t="40579" x="5359400" y="5257800"/>
          <p14:tracePt t="40594" x="5441950" y="5251450"/>
          <p14:tracePt t="40610" x="5530850" y="5251450"/>
          <p14:tracePt t="40615" x="5619750" y="5238750"/>
          <p14:tracePt t="40628" x="5797550" y="5238750"/>
          <p14:tracePt t="40644" x="5873750" y="5238750"/>
          <p14:tracePt t="40661" x="5924550" y="5238750"/>
          <p14:tracePt t="40677" x="6007100" y="5238750"/>
          <p14:tracePt t="40694" x="6019800" y="5238750"/>
          <p14:tracePt t="40711" x="6026150" y="5238750"/>
          <p14:tracePt t="40727" x="6032500" y="5238750"/>
          <p14:tracePt t="40804" x="6032500" y="5232400"/>
          <p14:tracePt t="40811" x="6026150" y="5232400"/>
          <p14:tracePt t="40832" x="6019800" y="5226050"/>
          <p14:tracePt t="40839" x="6013450" y="5226050"/>
          <p14:tracePt t="40853" x="6007100" y="5226050"/>
          <p14:tracePt t="40874" x="5994400" y="5226050"/>
          <p14:tracePt t="40902" x="5981700" y="5226050"/>
          <p14:tracePt t="40909" x="5975350" y="5226050"/>
          <p14:tracePt t="40923" x="5962650" y="5226050"/>
          <p14:tracePt t="40929" x="5949950" y="5226050"/>
          <p14:tracePt t="40946" x="5930900" y="5226050"/>
          <p14:tracePt t="40960" x="5899150" y="5226050"/>
          <p14:tracePt t="40976" x="5835650" y="5226050"/>
          <p14:tracePt t="40993" x="5746750" y="5226050"/>
          <p14:tracePt t="41009" x="5695950" y="5226050"/>
          <p14:tracePt t="41026" x="5607050" y="5226050"/>
          <p14:tracePt t="41043" x="5511800" y="5213350"/>
          <p14:tracePt t="41059" x="5473700" y="5213350"/>
          <p14:tracePt t="41076" x="5391150" y="5213350"/>
          <p14:tracePt t="41093" x="5346700" y="5213350"/>
          <p14:tracePt t="41109" x="5327650" y="5213350"/>
          <p14:tracePt t="41126" x="5302250" y="5213350"/>
          <p14:tracePt t="41143" x="5289550" y="5213350"/>
          <p14:tracePt t="41159" x="5283200" y="5213350"/>
          <p14:tracePt t="41176" x="5276850" y="5213350"/>
          <p14:tracePt t="41225" x="5276850" y="5219700"/>
          <p14:tracePt t="41232" x="5283200" y="5219700"/>
          <p14:tracePt t="41246" x="5289550" y="5219700"/>
          <p14:tracePt t="41262" x="5295900" y="5219700"/>
          <p14:tracePt t="41276" x="5308600" y="5219700"/>
          <p14:tracePt t="41292" x="5321300" y="5219700"/>
          <p14:tracePt t="41309" x="5372100" y="5219700"/>
          <p14:tracePt t="41325" x="5435600" y="5219700"/>
          <p14:tracePt t="41341" x="5486400" y="5219700"/>
          <p14:tracePt t="41359" x="5619750" y="5219700"/>
          <p14:tracePt t="41375" x="5746750" y="5207000"/>
          <p14:tracePt t="41392" x="5797550" y="5200650"/>
          <p14:tracePt t="41408" x="5892800" y="5200650"/>
          <p14:tracePt t="41425" x="5937250" y="5200650"/>
          <p14:tracePt t="41441" x="5949950" y="5200650"/>
          <p14:tracePt t="41457" x="5969000" y="5200650"/>
          <p14:tracePt t="41534" x="5962650" y="5200650"/>
          <p14:tracePt t="41562" x="5956300" y="5200650"/>
          <p14:tracePt t="41576" x="5949950" y="5200650"/>
          <p14:tracePt t="41583" x="5943600" y="5200650"/>
          <p14:tracePt t="41598" x="5937250" y="5200650"/>
          <p14:tracePt t="41607" x="5924550" y="5200650"/>
          <p14:tracePt t="41624" x="5918200" y="5200650"/>
          <p14:tracePt t="41628" x="5911850" y="5200650"/>
          <p14:tracePt t="41641" x="5899150" y="5200650"/>
          <p14:tracePt t="41658" x="5842000" y="5200650"/>
          <p14:tracePt t="41674" x="5753100" y="5200650"/>
          <p14:tracePt t="41690" x="5702300" y="5200650"/>
          <p14:tracePt t="41707" x="5568950" y="5207000"/>
          <p14:tracePt t="41724" x="5403850" y="5207000"/>
          <p14:tracePt t="41740" x="5327650" y="5207000"/>
          <p14:tracePt t="41757" x="5175250" y="5207000"/>
          <p14:tracePt t="41774" x="5060950" y="5207000"/>
          <p14:tracePt t="41791" x="5016500" y="5219700"/>
          <p14:tracePt t="41807" x="4991100" y="5219700"/>
          <p14:tracePt t="41824" x="4927600" y="5232400"/>
          <p14:tracePt t="41840" x="4914900" y="5232400"/>
          <p14:tracePt t="41857" x="4908550" y="5232400"/>
          <p14:tracePt t="41873" x="4895850" y="5232400"/>
          <p14:tracePt t="42908" x="4895850" y="5238750"/>
          <p14:tracePt t="42936" x="4908550" y="5245100"/>
          <p14:tracePt t="42979" x="4953000" y="5251450"/>
          <p14:tracePt t="42985" x="4965700" y="5251450"/>
          <p14:tracePt t="43000" x="4978400" y="5257800"/>
          <p14:tracePt t="43007" x="4991100" y="5264150"/>
          <p14:tracePt t="43022" x="5010150" y="5270500"/>
          <p14:tracePt t="43035" x="5022850" y="5270500"/>
          <p14:tracePt t="43052" x="5060950" y="5270500"/>
          <p14:tracePt t="43070" x="5092700" y="5270500"/>
          <p14:tracePt t="43085" x="5118100" y="5270500"/>
          <p14:tracePt t="43102" x="5130800" y="5270500"/>
          <p14:tracePt t="43119" x="5149850" y="5270500"/>
          <p14:tracePt t="43152" x="5156200" y="5264150"/>
          <p14:tracePt t="43168" x="5156200" y="5251450"/>
          <p14:tracePt t="43202" x="5156200" y="5245100"/>
          <p14:tracePt t="43252" x="5156200" y="5238750"/>
          <p14:tracePt t="43288" x="5162550" y="5232400"/>
          <p14:tracePt t="43323" x="5168900" y="5232400"/>
          <p14:tracePt t="43400" x="5175250" y="5232400"/>
          <p14:tracePt t="43449" x="5181600" y="5238750"/>
          <p14:tracePt t="43513" x="5187950" y="5245100"/>
          <p14:tracePt t="43519" x="5187950" y="5251450"/>
          <p14:tracePt t="43533" x="5194300" y="5257800"/>
          <p14:tracePt t="43541" x="5200650" y="5257800"/>
          <p14:tracePt t="43554" x="5207000" y="5264150"/>
          <p14:tracePt t="43570" x="5213350" y="5270500"/>
          <p14:tracePt t="43584" x="5232400" y="5276850"/>
          <p14:tracePt t="43600" x="5264150" y="5295900"/>
          <p14:tracePt t="43618" x="5340350" y="5334000"/>
          <p14:tracePt t="43634" x="5448300" y="5384800"/>
          <p14:tracePt t="43637" x="5518150" y="5403850"/>
          <p14:tracePt t="43667" x="5676900" y="5448300"/>
          <p14:tracePt t="43684" x="5861050" y="5480050"/>
          <p14:tracePt t="43700" x="5949950" y="5492750"/>
          <p14:tracePt t="43717" x="6102350" y="5492750"/>
          <p14:tracePt t="43733" x="6223000" y="5480050"/>
          <p14:tracePt t="43750" x="6273800" y="5473700"/>
          <p14:tracePt t="43766" x="6343650" y="5448300"/>
          <p14:tracePt t="43783" x="6388100" y="5416550"/>
          <p14:tracePt t="43801" x="6426200" y="5397500"/>
          <p14:tracePt t="43816" x="6438900" y="5391150"/>
          <p14:tracePt t="43833" x="6457950" y="5384800"/>
          <p14:tracePt t="43850" x="6477000" y="5372100"/>
          <p14:tracePt t="43866" x="6489700" y="5365750"/>
          <p14:tracePt t="43883" x="6496050" y="5359400"/>
          <p14:tracePt t="43916" x="6496050" y="5353050"/>
          <p14:tracePt t="44095" x="6489700" y="5353050"/>
          <p14:tracePt t="44103" x="6483350" y="5353050"/>
          <p14:tracePt t="44124" x="6477000" y="5353050"/>
          <p14:tracePt t="44145" x="6470650" y="5353050"/>
          <p14:tracePt t="44152" x="6464300" y="5353050"/>
          <p14:tracePt t="44187" x="6457950" y="5353050"/>
          <p14:tracePt t="44194" x="6451600" y="5353050"/>
          <p14:tracePt t="44202" x="6445250" y="5353050"/>
          <p14:tracePt t="44218" x="6432550" y="5353050"/>
          <p14:tracePt t="44232" x="6419850" y="5359400"/>
          <p14:tracePt t="44248" x="6381750" y="5372100"/>
          <p14:tracePt t="44265" x="6286500" y="5391150"/>
          <p14:tracePt t="44281" x="6229350" y="5410200"/>
          <p14:tracePt t="44298" x="6096000" y="5429250"/>
          <p14:tracePt t="44314" x="5943600" y="5435600"/>
          <p14:tracePt t="44331" x="5867400" y="5448300"/>
          <p14:tracePt t="44348" x="5740400" y="5448300"/>
          <p14:tracePt t="44364" x="5632450" y="5448300"/>
          <p14:tracePt t="44381" x="5594350" y="5448300"/>
          <p14:tracePt t="44398" x="5511800" y="5435600"/>
          <p14:tracePt t="44414" x="5441950" y="5422900"/>
          <p14:tracePt t="44431" x="5397500" y="5416550"/>
          <p14:tracePt t="44448" x="5340350" y="5397500"/>
          <p14:tracePt t="44464" x="5283200" y="5384800"/>
          <p14:tracePt t="44481" x="5251450" y="5372100"/>
          <p14:tracePt t="44497" x="5200650" y="5359400"/>
          <p14:tracePt t="44514" x="5181600" y="5346700"/>
          <p14:tracePt t="44531" x="5137150" y="5334000"/>
          <p14:tracePt t="44547" x="5105400" y="5327650"/>
          <p14:tracePt t="44564" x="5092700" y="5321300"/>
          <p14:tracePt t="44581" x="5073650" y="5321300"/>
          <p14:tracePt t="44597" x="5067300" y="5314950"/>
          <p14:tracePt t="44630" x="5060950" y="5308600"/>
          <p14:tracePt t="44665" x="5060950" y="5302250"/>
          <p14:tracePt t="44819" x="5067300" y="5302250"/>
          <p14:tracePt t="44826" x="5067300" y="5308600"/>
          <p14:tracePt t="44833" x="5073650" y="5308600"/>
          <p14:tracePt t="44849" x="5080000" y="5308600"/>
          <p14:tracePt t="44869" x="5086350" y="5314950"/>
          <p14:tracePt t="44879" x="5092700" y="5314950"/>
          <p14:tracePt t="44896" x="5105400" y="5314950"/>
          <p14:tracePt t="44913" x="5168900" y="5327650"/>
          <p14:tracePt t="44929" x="5314950" y="5346700"/>
          <p14:tracePt t="44946" x="5537200" y="5359400"/>
          <p14:tracePt t="44963" x="5664200" y="5372100"/>
          <p14:tracePt t="44979" x="5930900" y="5378450"/>
          <p14:tracePt t="44996" x="6159500" y="5378450"/>
          <p14:tracePt t="45012" x="6248400" y="5378450"/>
          <p14:tracePt t="45030" x="6394450" y="5359400"/>
          <p14:tracePt t="45045" x="6464300" y="5340350"/>
          <p14:tracePt t="45063" x="6477000" y="5327650"/>
          <p14:tracePt t="45079" x="6496050" y="5321300"/>
          <p14:tracePt t="45095" x="6502400" y="5314950"/>
          <p14:tracePt t="45111" x="6502400" y="5308600"/>
          <p14:tracePt t="45339" x="6496050" y="5308600"/>
          <p14:tracePt t="45388" x="6489700" y="5314950"/>
          <p14:tracePt t="45416" x="6483350" y="5314950"/>
          <p14:tracePt t="45451" x="6483350" y="5321300"/>
          <p14:tracePt t="45458" x="6477000" y="5321300"/>
          <p14:tracePt t="45465" x="6477000" y="5327650"/>
          <p14:tracePt t="45487" x="6477000" y="5334000"/>
          <p14:tracePt t="45508" x="6477000" y="5340350"/>
          <p14:tracePt t="49283" x="6432550" y="5340350"/>
          <p14:tracePt t="49289" x="6388100" y="5327650"/>
          <p14:tracePt t="49304" x="6350000" y="5314950"/>
          <p14:tracePt t="49314" x="6292850" y="5295900"/>
          <p14:tracePt t="49331" x="6242050" y="5289550"/>
          <p14:tracePt t="49347" x="6108700" y="5257800"/>
          <p14:tracePt t="49364" x="5937250" y="5238750"/>
          <p14:tracePt t="49381" x="5759450" y="5219700"/>
          <p14:tracePt t="49397" x="5645150" y="5219700"/>
          <p14:tracePt t="49414" x="5429250" y="5219700"/>
          <p14:tracePt t="49431" x="5162550" y="5175250"/>
          <p14:tracePt t="49447" x="5060950" y="5175250"/>
          <p14:tracePt t="49464" x="4953000" y="5156200"/>
          <p14:tracePt t="49480" x="4648200" y="5137150"/>
          <p14:tracePt t="49497" x="4559300" y="5124450"/>
          <p14:tracePt t="49514" x="4432300" y="5124450"/>
          <p14:tracePt t="49530" x="4394200" y="5124450"/>
          <p14:tracePt t="49547" x="4311650" y="5130800"/>
          <p14:tracePt t="49564" x="4260850" y="5130800"/>
          <p14:tracePt t="49580" x="4241800" y="5130800"/>
          <p14:tracePt t="49596" x="4216400" y="5130800"/>
          <p14:tracePt t="49613" x="4197350" y="5137150"/>
          <p14:tracePt t="49629" x="4184650" y="5137150"/>
          <p14:tracePt t="49647" x="4159250" y="5143500"/>
          <p14:tracePt t="49663" x="4121150" y="5149850"/>
          <p14:tracePt t="49679" x="4089400" y="5149850"/>
          <p14:tracePt t="49683" x="4051300" y="5156200"/>
          <p14:tracePt t="49696" x="4000500" y="5162550"/>
          <p14:tracePt t="49713" x="3924300" y="5187950"/>
          <p14:tracePt t="49729" x="3886200" y="5194300"/>
          <p14:tracePt t="49746" x="3829050" y="5213350"/>
          <p14:tracePt t="49762" x="3778250" y="5219700"/>
          <p14:tracePt t="49779" x="3752850" y="5226050"/>
          <p14:tracePt t="49796" x="3714750" y="5232400"/>
          <p14:tracePt t="49812" x="3702050" y="5238750"/>
          <p14:tracePt t="49829" x="3657600" y="5245100"/>
          <p14:tracePt t="49846" x="3619500" y="5251450"/>
          <p14:tracePt t="49862" x="3606800" y="5257800"/>
          <p14:tracePt t="49880" x="3568700" y="5264150"/>
          <p14:tracePt t="49895" x="3556000" y="5264150"/>
          <p14:tracePt t="49912" x="3549650" y="5264150"/>
          <p14:tracePt t="49929" x="3536950" y="5270500"/>
          <p14:tracePt t="49945" x="3517900" y="5276850"/>
          <p14:tracePt t="49962" x="3517900" y="5283200"/>
          <p14:tracePt t="49978" x="3498850" y="5283200"/>
          <p14:tracePt t="49995" x="3486150" y="5283200"/>
          <p14:tracePt t="50012" x="3473450" y="5289550"/>
          <p14:tracePt t="50028" x="3460750" y="5295900"/>
          <p14:tracePt t="50045" x="3435350" y="5295900"/>
          <p14:tracePt t="50062" x="3390900" y="5302250"/>
          <p14:tracePt t="50078" x="3371850" y="5302250"/>
          <p14:tracePt t="50094" x="3333750" y="5302250"/>
          <p14:tracePt t="50112" x="3289300" y="5302250"/>
          <p14:tracePt t="50128" x="3270250" y="5302250"/>
          <p14:tracePt t="50144" x="3257550" y="5302250"/>
          <p14:tracePt t="50161" x="3225800" y="5302250"/>
          <p14:tracePt t="50178" x="3219450" y="5308600"/>
          <p14:tracePt t="50203" x="3213100" y="5308600"/>
          <p14:tracePt t="50245" x="3206750" y="5314950"/>
          <p14:tracePt t="51236" x="3213100" y="5314950"/>
          <p14:tracePt t="51250" x="3225800" y="5314950"/>
          <p14:tracePt t="51259" x="3232150" y="5314950"/>
          <p14:tracePt t="51273" x="3244850" y="5314950"/>
          <p14:tracePt t="51291" x="3270250" y="5314950"/>
          <p14:tracePt t="51307" x="3308350" y="5314950"/>
          <p14:tracePt t="51324" x="3327400" y="5314950"/>
          <p14:tracePt t="51340" x="3346450" y="5314950"/>
          <p14:tracePt t="51357" x="3409950" y="5314950"/>
          <p14:tracePt t="51373" x="3429000" y="5314950"/>
          <p14:tracePt t="51392" x="3454400" y="5314950"/>
          <p14:tracePt t="51407" x="3460750" y="5314950"/>
          <p14:tracePt t="51424" x="3467100" y="5314950"/>
          <p14:tracePt t="51440" x="3467100" y="5308600"/>
          <p14:tracePt t="51457" x="3467100" y="5302250"/>
          <p14:tracePt t="51474" x="3454400" y="5295900"/>
          <p14:tracePt t="51490" x="3441700" y="5289550"/>
          <p14:tracePt t="51506" x="3435350" y="5289550"/>
          <p14:tracePt t="51525" x="3422650" y="5283200"/>
          <p14:tracePt t="51540" x="3409950" y="5283200"/>
          <p14:tracePt t="51556" x="3403600" y="5283200"/>
          <p14:tracePt t="51574" x="3371850" y="5283200"/>
          <p14:tracePt t="51589" x="3314700" y="5289550"/>
          <p14:tracePt t="51606" x="3270250" y="5289550"/>
          <p14:tracePt t="51623" x="3181350" y="5295900"/>
          <p14:tracePt t="51639" x="3060700" y="5314950"/>
          <p14:tracePt t="51656" x="2997200" y="5321300"/>
          <p14:tracePt t="51673" x="2832100" y="5334000"/>
          <p14:tracePt t="51689" x="2673350" y="5365750"/>
          <p14:tracePt t="51706" x="2609850" y="5372100"/>
          <p14:tracePt t="51722" x="2476500" y="5391150"/>
          <p14:tracePt t="51739" x="2419350" y="5397500"/>
          <p14:tracePt t="51756" x="2336800" y="5410200"/>
          <p14:tracePt t="51773" x="2279650" y="5410200"/>
          <p14:tracePt t="51789" x="2254250" y="5410200"/>
          <p14:tracePt t="51805" x="2222500" y="5397500"/>
          <p14:tracePt t="51822" x="2197100" y="5391150"/>
          <p14:tracePt t="51839" x="2184400" y="5378450"/>
          <p14:tracePt t="51855" x="2171700" y="5378450"/>
          <p14:tracePt t="51872" x="2159000" y="5372100"/>
          <p14:tracePt t="51890" x="2152650" y="5365750"/>
          <p14:tracePt t="51905" x="2146300" y="5365750"/>
          <p14:tracePt t="51922" x="2139950" y="5365750"/>
          <p14:tracePt t="51939" x="2133600" y="5365750"/>
          <p14:tracePt t="51972" x="2120900" y="5365750"/>
          <p14:tracePt t="51988" x="2114550" y="5359400"/>
          <p14:tracePt t="52045" x="2108200" y="5359400"/>
          <p14:tracePt t="52094" x="2114550" y="5359400"/>
          <p14:tracePt t="52115" x="2120900" y="5359400"/>
          <p14:tracePt t="52122" x="2127250" y="5359400"/>
          <p14:tracePt t="52128" x="2133600" y="5359400"/>
          <p14:tracePt t="52143" x="2146300" y="5353050"/>
          <p14:tracePt t="52164" x="2159000" y="5353050"/>
          <p14:tracePt t="52174" x="2184400" y="5353050"/>
          <p14:tracePt t="52188" x="2203450" y="5353050"/>
          <p14:tracePt t="52204" x="2305050" y="5353050"/>
          <p14:tracePt t="52221" x="2470150" y="5353050"/>
          <p14:tracePt t="52237" x="2571750" y="5353050"/>
          <p14:tracePt t="52255" x="2781300" y="5353050"/>
          <p14:tracePt t="52270" x="2984500" y="5353050"/>
          <p14:tracePt t="52287" x="3073400" y="5353050"/>
          <p14:tracePt t="52304" x="3200400" y="5353050"/>
          <p14:tracePt t="52321" x="3257550" y="5353050"/>
          <p14:tracePt t="52337" x="3295650" y="5353050"/>
          <p14:tracePt t="52354" x="3327400" y="5359400"/>
          <p14:tracePt t="52387" x="3340100" y="5359400"/>
          <p14:tracePt t="52445" x="3346450" y="5359400"/>
          <p14:tracePt t="52521" x="3352800" y="5359400"/>
          <p14:tracePt t="52571" x="3359150" y="5359400"/>
          <p14:tracePt t="52620" x="3365500" y="5359400"/>
          <p14:tracePt t="52634" x="3371850" y="5359400"/>
          <p14:tracePt t="52642" x="3378200" y="5359400"/>
          <p14:tracePt t="52663" x="3390900" y="5359400"/>
          <p14:tracePt t="52677" x="3397250" y="5359400"/>
          <p14:tracePt t="52686" x="3409950" y="5359400"/>
          <p14:tracePt t="52702" x="3429000" y="5359400"/>
          <p14:tracePt t="52719" x="3473450" y="5359400"/>
          <p14:tracePt t="52736" x="3543300" y="5365750"/>
          <p14:tracePt t="52752" x="3575050" y="5365750"/>
          <p14:tracePt t="52769" x="3632200" y="5365750"/>
          <p14:tracePt t="52785" x="3689350" y="5365750"/>
          <p14:tracePt t="52803" x="3740150" y="5365750"/>
          <p14:tracePt t="52818" x="3752850" y="5365750"/>
          <p14:tracePt t="52835" x="3771900" y="5365750"/>
          <p14:tracePt t="52852" x="3784600" y="5365750"/>
          <p14:tracePt t="52868" x="3790950" y="5365750"/>
          <p14:tracePt t="52885" x="3797300" y="5365750"/>
          <p14:tracePt t="53274" x="3790950" y="5365750"/>
          <p14:tracePt t="53316" x="3784600" y="5365750"/>
          <p14:tracePt t="53365" x="3771900" y="5365750"/>
          <p14:tracePt t="53393" x="3759200" y="5365750"/>
          <p14:tracePt t="53407" x="3746500" y="5365750"/>
          <p14:tracePt t="53414" x="3727450" y="5365750"/>
          <p14:tracePt t="53428" x="3695700" y="5365750"/>
          <p14:tracePt t="53436" x="3644900" y="5372100"/>
          <p14:tracePt t="53452" x="3594100" y="5372100"/>
          <p14:tracePt t="53466" x="3441700" y="5372100"/>
          <p14:tracePt t="53483" x="3352800" y="5378450"/>
          <p14:tracePt t="53500" x="3162300" y="5391150"/>
          <p14:tracePt t="53516" x="2971800" y="5391150"/>
          <p14:tracePt t="53533" x="2794000" y="5391150"/>
          <p14:tracePt t="53550" x="2717800" y="5397500"/>
          <p14:tracePt t="53566" x="2654300" y="5397500"/>
          <p14:tracePt t="53583" x="2495550" y="5397500"/>
          <p14:tracePt t="53599" x="2470150" y="5397500"/>
          <p14:tracePt t="53616" x="2438400" y="5397500"/>
          <p14:tracePt t="53633" x="2406650" y="5397500"/>
          <p14:tracePt t="53649" x="2393950" y="5397500"/>
          <p14:tracePt t="53709" x="2393950" y="5403850"/>
          <p14:tracePt t="53738" x="2400300" y="5403850"/>
          <p14:tracePt t="53744" x="2413000" y="5403850"/>
          <p14:tracePt t="53759" x="2419350" y="5403850"/>
          <p14:tracePt t="53768" x="2432050" y="5403850"/>
          <p14:tracePt t="53781" x="2451100" y="5403850"/>
          <p14:tracePt t="53798" x="2470150" y="5403850"/>
          <p14:tracePt t="53815" x="2647950" y="5403850"/>
          <p14:tracePt t="53832" x="2736850" y="5403850"/>
          <p14:tracePt t="53849" x="2851150" y="5403850"/>
          <p14:tracePt t="53865" x="3079750" y="5397500"/>
          <p14:tracePt t="53881" x="3295650" y="5391150"/>
          <p14:tracePt t="53899" x="3460750" y="5378450"/>
          <p14:tracePt t="53915" x="3530600" y="5372100"/>
          <p14:tracePt t="53931" x="3606800" y="5372100"/>
          <p14:tracePt t="53948" x="3638550" y="5372100"/>
          <p14:tracePt t="53964" x="3644900" y="5372100"/>
          <p14:tracePt t="53981" x="3663950" y="5372100"/>
          <p14:tracePt t="53998" x="3663950" y="5365750"/>
          <p14:tracePt t="54032" x="3663950" y="5359400"/>
          <p14:tracePt t="54048" x="3670300" y="5353050"/>
          <p14:tracePt t="54082" x="3670300" y="5346700"/>
          <p14:tracePt t="54159" x="3663950" y="5346700"/>
          <p14:tracePt t="54187" x="3657600" y="5346700"/>
          <p14:tracePt t="54201" x="3644900" y="5346700"/>
          <p14:tracePt t="54207" x="3632200" y="5346700"/>
          <p14:tracePt t="54222" x="3600450" y="5346700"/>
          <p14:tracePt t="54231" x="3549650" y="5353050"/>
          <p14:tracePt t="54247" x="3486150" y="5365750"/>
          <p14:tracePt t="54264" x="3295650" y="5372100"/>
          <p14:tracePt t="54280" x="3054350" y="5384800"/>
          <p14:tracePt t="54297" x="2914650" y="5384800"/>
          <p14:tracePt t="54314" x="2660650" y="5397500"/>
          <p14:tracePt t="54330" x="2457450" y="5397500"/>
          <p14:tracePt t="54347" x="2381250" y="5397500"/>
          <p14:tracePt t="54363" x="2292350" y="5391150"/>
          <p14:tracePt t="54380" x="2241550" y="5391150"/>
          <p14:tracePt t="54397" x="2228850" y="5391150"/>
          <p14:tracePt t="54413" x="2216150" y="5384800"/>
          <p14:tracePt t="54728" x="2228850" y="5384800"/>
          <p14:tracePt t="54742" x="2235200" y="5384800"/>
          <p14:tracePt t="54749" x="2247900" y="5384800"/>
          <p14:tracePt t="54765" x="2266950" y="5391150"/>
          <p14:tracePt t="54779" x="2292350" y="5391150"/>
          <p14:tracePt t="54795" x="2457450" y="5422900"/>
          <p14:tracePt t="54812" x="2724150" y="5441950"/>
          <p14:tracePt t="54828" x="2901950" y="5467350"/>
          <p14:tracePt t="54845" x="3213100" y="5499100"/>
          <p14:tracePt t="54862" x="3454400" y="5530850"/>
          <p14:tracePt t="54879" x="3543300" y="5543550"/>
          <p14:tracePt t="54895" x="3676650" y="5562600"/>
          <p14:tracePt t="54911" x="3740150" y="5568950"/>
          <p14:tracePt t="54928" x="3752850" y="5575300"/>
          <p14:tracePt t="54945" x="3765550" y="5575300"/>
          <p14:tracePt t="55009" x="3759200" y="5575300"/>
          <p14:tracePt t="55030" x="3752850" y="5581650"/>
          <p14:tracePt t="55037" x="3752850" y="5594350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hash() Works on a </a:t>
            </a:r>
            <a:r>
              <a:rPr lang="en-US" altLang="en-US" b="1" dirty="0" err="1"/>
              <a:t>Dataclass</a:t>
            </a:r>
            <a:endParaRPr lang="en-US" altLang="en-US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-228600" y="762000"/>
            <a:ext cx="937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spc="-60" dirty="0">
                <a:solidFill>
                  <a:srgbClr val="FF0000"/>
                </a:solidFill>
              </a:rPr>
              <a:t>Defining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_hash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__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()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implies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class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instances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are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immuta</a:t>
            </a:r>
            <a:r>
              <a:rPr lang="en-US" altLang="en-US" sz="2800" kern="0" spc="-100" dirty="0">
                <a:solidFill>
                  <a:srgbClr val="FF0000"/>
                </a:solidFill>
              </a:rPr>
              <a:t>bl</a:t>
            </a:r>
            <a:r>
              <a:rPr lang="en-US" altLang="en-US" sz="2800" kern="0" spc="-260" dirty="0">
                <a:solidFill>
                  <a:srgbClr val="FF0000"/>
                </a:solidFill>
              </a:rPr>
              <a:t>e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.</a:t>
            </a:r>
            <a:r>
              <a:rPr lang="en-US" altLang="en-US" sz="2800" kern="0" dirty="0">
                <a:solidFill>
                  <a:srgbClr val="FF0000"/>
                </a:solidFill>
              </a:rPr>
              <a:t> </a:t>
            </a:r>
          </a:p>
          <a:p>
            <a:pPr marL="747713" lvl="1" indent="-347663">
              <a:lnSpc>
                <a:spcPct val="90000"/>
              </a:lnSpc>
              <a:spcBef>
                <a:spcPts val="0"/>
              </a:spcBef>
            </a:pPr>
            <a:r>
              <a:rPr lang="en-US" altLang="en-US" kern="0" dirty="0">
                <a:solidFill>
                  <a:srgbClr val="FF0000"/>
                </a:solidFill>
              </a:rPr>
              <a:t>Mutability is a complex property that depends on programmer intent, the existence and behavior of </a:t>
            </a:r>
            <a:r>
              <a:rPr lang="en-US" altLang="en-US" kern="0" spc="-400" dirty="0">
                <a:solidFill>
                  <a:srgbClr val="FF0000"/>
                </a:solidFill>
              </a:rPr>
              <a:t>_</a:t>
            </a:r>
            <a:r>
              <a:rPr lang="en-US" altLang="en-US" kern="0" dirty="0">
                <a:solidFill>
                  <a:srgbClr val="FF0000"/>
                </a:solidFill>
              </a:rPr>
              <a:t>_</a:t>
            </a:r>
            <a:r>
              <a:rPr lang="en-US" altLang="en-US" kern="0" dirty="0" err="1">
                <a:solidFill>
                  <a:srgbClr val="FF0000"/>
                </a:solidFill>
              </a:rPr>
              <a:t>eq</a:t>
            </a:r>
            <a:r>
              <a:rPr lang="en-US" altLang="en-US" kern="0" spc="-400" dirty="0">
                <a:solidFill>
                  <a:srgbClr val="FF0000"/>
                </a:solidFill>
              </a:rPr>
              <a:t>_</a:t>
            </a:r>
            <a:r>
              <a:rPr lang="en-US" altLang="en-US" kern="0" dirty="0">
                <a:solidFill>
                  <a:srgbClr val="FF0000"/>
                </a:solidFill>
              </a:rPr>
              <a:t>_(), and the values of the </a:t>
            </a:r>
            <a:r>
              <a:rPr lang="en-US" altLang="en-US" kern="0" dirty="0" err="1">
                <a:solidFill>
                  <a:srgbClr val="FF0000"/>
                </a:solidFill>
              </a:rPr>
              <a:t>eq</a:t>
            </a:r>
            <a:r>
              <a:rPr lang="en-US" altLang="en-US" kern="0" dirty="0">
                <a:solidFill>
                  <a:srgbClr val="FF0000"/>
                </a:solidFill>
              </a:rPr>
              <a:t> and frozen flags in the </a:t>
            </a:r>
            <a:r>
              <a:rPr lang="en-US" altLang="en-US" kern="0" dirty="0" err="1">
                <a:solidFill>
                  <a:srgbClr val="FF0000"/>
                </a:solidFill>
              </a:rPr>
              <a:t>dataclass</a:t>
            </a:r>
            <a:r>
              <a:rPr lang="en-US" altLang="en-US" kern="0" dirty="0">
                <a:solidFill>
                  <a:srgbClr val="FF0000"/>
                </a:solidFill>
              </a:rPr>
              <a:t>() decorator.</a:t>
            </a: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800" kern="0" dirty="0">
              <a:solidFill>
                <a:srgbClr val="FF0000"/>
              </a:solidFill>
            </a:endParaRP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rgbClr val="FF0000"/>
                </a:solidFill>
              </a:rPr>
              <a:t>If </a:t>
            </a:r>
            <a:r>
              <a:rPr lang="en-US" altLang="en-US" sz="2800" kern="0" dirty="0" err="1">
                <a:solidFill>
                  <a:srgbClr val="FF0000"/>
                </a:solidFill>
              </a:rPr>
              <a:t>unsafe_hash</a:t>
            </a:r>
            <a:r>
              <a:rPr lang="en-US" altLang="en-US" sz="2800" kern="0" dirty="0">
                <a:solidFill>
                  <a:srgbClr val="FF0000"/>
                </a:solidFill>
              </a:rPr>
              <a:t>==True, 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</a:t>
            </a:r>
            <a:r>
              <a:rPr lang="en-US" altLang="en-US" sz="2800" kern="0" dirty="0">
                <a:solidFill>
                  <a:srgbClr val="FF0000"/>
                </a:solidFill>
              </a:rPr>
              <a:t>_hash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 _ </a:t>
            </a:r>
            <a:r>
              <a:rPr lang="en-US" altLang="en-US" sz="2800" kern="0" dirty="0">
                <a:solidFill>
                  <a:srgbClr val="FF0000"/>
                </a:solidFill>
              </a:rPr>
              <a:t>() is generated –</a:t>
            </a:r>
            <a:r>
              <a:rPr lang="en-US" altLang="en-US" sz="2800" i="1" kern="0" dirty="0">
                <a:solidFill>
                  <a:srgbClr val="FF0000"/>
                </a:solidFill>
              </a:rPr>
              <a:t> even if the type is </a:t>
            </a:r>
            <a:r>
              <a:rPr lang="en-US" altLang="en-US" sz="2800" i="1" kern="0" dirty="0" err="1">
                <a:solidFill>
                  <a:srgbClr val="FF0000"/>
                </a:solidFill>
              </a:rPr>
              <a:t>imutable</a:t>
            </a:r>
            <a:r>
              <a:rPr lang="en-US" altLang="en-US" sz="2800" i="1" kern="0" dirty="0">
                <a:solidFill>
                  <a:srgbClr val="FF0000"/>
                </a:solidFill>
              </a:rPr>
              <a:t> (so that hashing is unsafe)</a:t>
            </a:r>
            <a:r>
              <a:rPr lang="en-US" altLang="en-US" sz="2800" kern="0" dirty="0">
                <a:solidFill>
                  <a:srgbClr val="FF0000"/>
                </a:solidFill>
              </a:rPr>
              <a:t>.</a:t>
            </a: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800" kern="0" dirty="0">
              <a:solidFill>
                <a:srgbClr val="FF0000"/>
              </a:solidFill>
            </a:endParaRP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rgbClr val="FF0000"/>
                </a:solidFill>
              </a:rPr>
              <a:t>If </a:t>
            </a:r>
            <a:r>
              <a:rPr lang="en-US" altLang="en-US" sz="2800" kern="0" dirty="0" err="1">
                <a:solidFill>
                  <a:srgbClr val="FF0000"/>
                </a:solidFill>
              </a:rPr>
              <a:t>unsafe_hash</a:t>
            </a:r>
            <a:r>
              <a:rPr lang="en-US" altLang="en-US" sz="2800" kern="0" dirty="0">
                <a:solidFill>
                  <a:srgbClr val="FF0000"/>
                </a:solidFill>
              </a:rPr>
              <a:t>==False (the default), 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</a:t>
            </a:r>
            <a:r>
              <a:rPr lang="en-US" altLang="en-US" sz="2800" kern="0" dirty="0">
                <a:solidFill>
                  <a:srgbClr val="FF0000"/>
                </a:solidFill>
              </a:rPr>
              <a:t>_hash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 _ </a:t>
            </a:r>
            <a:r>
              <a:rPr lang="en-US" altLang="en-US" sz="2800" kern="0" dirty="0">
                <a:solidFill>
                  <a:srgbClr val="FF0000"/>
                </a:solidFill>
              </a:rPr>
              <a:t>() is generated --</a:t>
            </a:r>
            <a:r>
              <a:rPr lang="en-US" altLang="en-US" sz="2800" i="1" kern="0" dirty="0">
                <a:solidFill>
                  <a:srgbClr val="FF0000"/>
                </a:solidFill>
              </a:rPr>
              <a:t> based on the values of </a:t>
            </a:r>
            <a:r>
              <a:rPr lang="en-US" altLang="en-US" sz="2800" i="1" kern="0" dirty="0" err="1">
                <a:solidFill>
                  <a:srgbClr val="FF0000"/>
                </a:solidFill>
              </a:rPr>
              <a:t>eq</a:t>
            </a:r>
            <a:r>
              <a:rPr lang="en-US" altLang="en-US" sz="2800" i="1" kern="0" dirty="0">
                <a:solidFill>
                  <a:srgbClr val="FF0000"/>
                </a:solidFill>
              </a:rPr>
              <a:t> and frozen</a:t>
            </a:r>
            <a:r>
              <a:rPr lang="en-US" altLang="en-US" sz="2800" kern="0" dirty="0">
                <a:solidFill>
                  <a:srgbClr val="FF0000"/>
                </a:solidFill>
              </a:rPr>
              <a:t>:</a:t>
            </a:r>
          </a:p>
          <a:p>
            <a:pPr marL="795338" lvl="1" indent="-39528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1" kern="0" dirty="0" err="1">
                <a:solidFill>
                  <a:srgbClr val="00B0F0"/>
                </a:solidFill>
              </a:rPr>
              <a:t>eq</a:t>
            </a:r>
            <a:r>
              <a:rPr lang="en-US" altLang="en-US" sz="2800" b="1" kern="0" dirty="0">
                <a:solidFill>
                  <a:srgbClr val="00B0F0"/>
                </a:solidFill>
              </a:rPr>
              <a:t>==False</a:t>
            </a:r>
            <a:r>
              <a:rPr lang="en-US" altLang="en-US" sz="2800" kern="0" dirty="0">
                <a:solidFill>
                  <a:schemeClr val="tx1"/>
                </a:solidFill>
              </a:rPr>
              <a:t>: 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_hash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()</a:t>
            </a:r>
            <a:r>
              <a:rPr lang="en-US" altLang="en-US" sz="2800" kern="0" dirty="0">
                <a:solidFill>
                  <a:schemeClr val="tx1"/>
                </a:solidFill>
              </a:rPr>
              <a:t> will be left untouched meaning a superclass's method will be used (if that superclass is object, this means it will use id-based hashing).</a:t>
            </a:r>
          </a:p>
          <a:p>
            <a:pPr marL="795338" lvl="1" indent="-39528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1" kern="0" dirty="0">
                <a:solidFill>
                  <a:srgbClr val="00B050"/>
                </a:solidFill>
              </a:rPr>
              <a:t>frozen</a:t>
            </a:r>
            <a:r>
              <a:rPr lang="en-US" altLang="en-US" sz="2800" b="1" kern="0" dirty="0">
                <a:solidFill>
                  <a:schemeClr val="tx1"/>
                </a:solidFill>
              </a:rPr>
              <a:t>==</a:t>
            </a:r>
            <a:r>
              <a:rPr lang="en-US" altLang="en-US" sz="2800" b="1" kern="0" dirty="0" err="1">
                <a:solidFill>
                  <a:srgbClr val="00B0F0"/>
                </a:solidFill>
              </a:rPr>
              <a:t>eq</a:t>
            </a:r>
            <a:r>
              <a:rPr lang="en-US" altLang="en-US" sz="2800" b="1" kern="0" dirty="0">
                <a:solidFill>
                  <a:schemeClr val="tx1"/>
                </a:solidFill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</a:rPr>
              <a:t>True</a:t>
            </a:r>
            <a:r>
              <a:rPr lang="en-US" altLang="en-US" sz="2800" kern="0" dirty="0">
                <a:solidFill>
                  <a:schemeClr val="tx1"/>
                </a:solidFill>
              </a:rPr>
              <a:t>: </a:t>
            </a:r>
            <a:r>
              <a:rPr lang="en-US" altLang="en-US" sz="2800" kern="0" dirty="0" err="1">
                <a:solidFill>
                  <a:schemeClr val="tx1"/>
                </a:solidFill>
              </a:rPr>
              <a:t>dataclass</a:t>
            </a:r>
            <a:r>
              <a:rPr lang="en-US" altLang="en-US" sz="2800" kern="0" dirty="0">
                <a:solidFill>
                  <a:schemeClr val="tx1"/>
                </a:solidFill>
              </a:rPr>
              <a:t>() generates 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</a:t>
            </a:r>
            <a:r>
              <a:rPr lang="en-US" altLang="en-US" sz="2800" kern="0" dirty="0">
                <a:solidFill>
                  <a:schemeClr val="tx1"/>
                </a:solidFill>
              </a:rPr>
              <a:t>_hash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 _ </a:t>
            </a:r>
            <a:r>
              <a:rPr lang="en-US" altLang="en-US" sz="2800" kern="0" dirty="0">
                <a:solidFill>
                  <a:schemeClr val="tx1"/>
                </a:solidFill>
              </a:rPr>
              <a:t>() </a:t>
            </a:r>
          </a:p>
          <a:p>
            <a:pPr marL="795338" lvl="1" indent="-39528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1" kern="0" dirty="0">
                <a:solidFill>
                  <a:srgbClr val="00B050"/>
                </a:solidFill>
              </a:rPr>
              <a:t>frozen</a:t>
            </a:r>
            <a:r>
              <a:rPr lang="en-US" altLang="en-US" sz="2800" b="1" kern="0" dirty="0">
                <a:solidFill>
                  <a:schemeClr val="tx1"/>
                </a:solidFill>
              </a:rPr>
              <a:t>!=</a:t>
            </a:r>
            <a:r>
              <a:rPr lang="en-US" altLang="en-US" sz="2800" b="1" kern="0" dirty="0" err="1">
                <a:solidFill>
                  <a:srgbClr val="00B0F0"/>
                </a:solidFill>
              </a:rPr>
              <a:t>eq</a:t>
            </a:r>
            <a:r>
              <a:rPr lang="en-US" altLang="en-US" sz="2800" b="1" kern="0" dirty="0">
                <a:solidFill>
                  <a:schemeClr val="tx1"/>
                </a:solidFill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</a:rPr>
              <a:t>True</a:t>
            </a:r>
            <a:r>
              <a:rPr lang="en-US" altLang="en-US" sz="2800" kern="0" dirty="0">
                <a:solidFill>
                  <a:schemeClr val="tx1"/>
                </a:solidFill>
              </a:rPr>
              <a:t>: 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_hash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()</a:t>
            </a:r>
            <a:r>
              <a:rPr lang="en-US" altLang="en-US" sz="2800" kern="0" dirty="0">
                <a:solidFill>
                  <a:schemeClr val="tx1"/>
                </a:solidFill>
              </a:rPr>
              <a:t> will be set to None, to mark it </a:t>
            </a:r>
            <a:r>
              <a:rPr lang="en-US" altLang="en-US" sz="2800" kern="0" dirty="0" err="1">
                <a:solidFill>
                  <a:schemeClr val="tx1"/>
                </a:solidFill>
              </a:rPr>
              <a:t>unhashable</a:t>
            </a:r>
            <a:r>
              <a:rPr lang="en-US" altLang="en-US" sz="2800" kern="0" dirty="0">
                <a:solidFill>
                  <a:schemeClr val="tx1"/>
                </a:solidFill>
              </a:rPr>
              <a:t> (which it is, since it is mutable). </a:t>
            </a:r>
          </a:p>
        </p:txBody>
      </p:sp>
      <p:pic>
        <p:nvPicPr>
          <p:cNvPr id="16" name="Audio 1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481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463"/>
    </mc:Choice>
    <mc:Fallback xmlns="">
      <p:transition spd="slow" advTm="508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14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82" x="3314700" y="1136650"/>
          <p14:tracePt t="489" x="3289300" y="1130300"/>
          <p14:tracePt t="500" x="3257550" y="1130300"/>
          <p14:tracePt t="517" x="3149600" y="1117600"/>
          <p14:tracePt t="534" x="3079750" y="1098550"/>
          <p14:tracePt t="551" x="3022600" y="1079500"/>
          <p14:tracePt t="567" x="2895600" y="1041400"/>
          <p14:tracePt t="584" x="2794000" y="1009650"/>
          <p14:tracePt t="601" x="2660650" y="971550"/>
          <p14:tracePt t="617" x="2571750" y="939800"/>
          <p14:tracePt t="633" x="2520950" y="914400"/>
          <p14:tracePt t="651" x="2476500" y="901700"/>
          <p14:tracePt t="667" x="2451100" y="889000"/>
          <p14:tracePt t="683" x="2438400" y="882650"/>
          <p14:tracePt t="700" x="2419350" y="882650"/>
          <p14:tracePt t="733" x="2413000" y="876300"/>
          <p14:tracePt t="784" x="2413000" y="869950"/>
          <p14:tracePt t="826" x="2419350" y="869950"/>
          <p14:tracePt t="840" x="2425700" y="863600"/>
          <p14:tracePt t="847" x="2432050" y="863600"/>
          <p14:tracePt t="854" x="2438400" y="863600"/>
          <p14:tracePt t="870" x="2444750" y="863600"/>
          <p14:tracePt t="883" x="2451100" y="863600"/>
          <p14:tracePt t="899" x="2457450" y="863600"/>
          <p14:tracePt t="916" x="2470150" y="863600"/>
          <p14:tracePt t="932" x="2482850" y="863600"/>
          <p14:tracePt t="949" x="2501900" y="863600"/>
          <p14:tracePt t="966" x="2540000" y="863600"/>
          <p14:tracePt t="982" x="2597150" y="863600"/>
          <p14:tracePt t="999" x="2667000" y="863600"/>
          <p14:tracePt t="1016" x="2787650" y="857250"/>
          <p14:tracePt t="1032" x="2863850" y="857250"/>
          <p14:tracePt t="1049" x="2933700" y="844550"/>
          <p14:tracePt t="1066" x="3022600" y="844550"/>
          <p14:tracePt t="1082" x="3073400" y="831850"/>
          <p14:tracePt t="1100" x="3155950" y="819150"/>
          <p14:tracePt t="1115" x="3213100" y="819150"/>
          <p14:tracePt t="1132" x="3251200" y="819150"/>
          <p14:tracePt t="1149" x="3321050" y="819150"/>
          <p14:tracePt t="1165" x="3352800" y="819150"/>
          <p14:tracePt t="1182" x="3390900" y="819150"/>
          <p14:tracePt t="1198" x="3448050" y="806450"/>
          <p14:tracePt t="1215" x="3486150" y="806450"/>
          <p14:tracePt t="1233" x="3568700" y="781050"/>
          <p14:tracePt t="1248" x="3606800" y="781050"/>
          <p14:tracePt t="1265" x="3657600" y="781050"/>
          <p14:tracePt t="1282" x="3714750" y="781050"/>
          <p14:tracePt t="1299" x="3759200" y="781050"/>
          <p14:tracePt t="1315" x="3790950" y="774700"/>
          <p14:tracePt t="1332" x="3841750" y="774700"/>
          <p14:tracePt t="1348" x="3873500" y="774700"/>
          <p14:tracePt t="1364" x="3911600" y="774700"/>
          <p14:tracePt t="1382" x="3981450" y="774700"/>
          <p14:tracePt t="1397" x="4025900" y="774700"/>
          <p14:tracePt t="1416" x="4095750" y="774700"/>
          <p14:tracePt t="1431" x="4146550" y="774700"/>
          <p14:tracePt t="1447" x="4210050" y="774700"/>
          <p14:tracePt t="1465" x="4311650" y="781050"/>
          <p14:tracePt t="1481" x="4381500" y="800100"/>
          <p14:tracePt t="1497" x="4451350" y="800100"/>
          <p14:tracePt t="1514" x="4565650" y="806450"/>
          <p14:tracePt t="1531" x="4654550" y="806450"/>
          <p14:tracePt t="1547" x="4749800" y="806450"/>
          <p14:tracePt t="1564" x="4870450" y="806450"/>
          <p14:tracePt t="1581" x="4946650" y="812800"/>
          <p14:tracePt t="1598" x="5080000" y="825500"/>
          <p14:tracePt t="1613" x="5175250" y="819150"/>
          <p14:tracePt t="1630" x="5302250" y="819150"/>
          <p14:tracePt t="1647" x="5473700" y="850900"/>
          <p14:tracePt t="1663" x="5568950" y="850900"/>
          <p14:tracePt t="1680" x="5689600" y="831850"/>
          <p14:tracePt t="1697" x="5880100" y="819150"/>
          <p14:tracePt t="1713" x="6007100" y="819150"/>
          <p14:tracePt t="1730" x="6096000" y="819150"/>
          <p14:tracePt t="1746" x="6267450" y="825500"/>
          <p14:tracePt t="1763" x="6445250" y="819150"/>
          <p14:tracePt t="1781" x="6610350" y="819150"/>
          <p14:tracePt t="1796" x="6686550" y="800100"/>
          <p14:tracePt t="1813" x="6794500" y="800100"/>
          <p14:tracePt t="1830" x="6870700" y="800100"/>
          <p14:tracePt t="1846" x="6921500" y="800100"/>
          <p14:tracePt t="1863" x="6991350" y="793750"/>
          <p14:tracePt t="1879" x="7035800" y="787400"/>
          <p14:tracePt t="1896" x="7048500" y="787400"/>
          <p14:tracePt t="1913" x="7061200" y="781050"/>
          <p14:tracePt t="1929" x="7112000" y="774700"/>
          <p14:tracePt t="1963" x="7124700" y="768350"/>
          <p14:tracePt t="1979" x="7131050" y="762000"/>
          <p14:tracePt t="2111" x="7124700" y="762000"/>
          <p14:tracePt t="2139" x="7118350" y="762000"/>
          <p14:tracePt t="2160" x="7112000" y="755650"/>
          <p14:tracePt t="2174" x="7105650" y="755650"/>
          <p14:tracePt t="3433" x="7010400" y="755650"/>
          <p14:tracePt t="3446" x="6851650" y="781050"/>
          <p14:tracePt t="3453" x="6686550" y="793750"/>
          <p14:tracePt t="3468" x="6508750" y="831850"/>
          <p14:tracePt t="3477" x="6311900" y="857250"/>
          <p14:tracePt t="3490" x="6070600" y="882650"/>
          <p14:tracePt t="3507" x="5594350" y="971550"/>
          <p14:tracePt t="3524" x="5264150" y="1041400"/>
          <p14:tracePt t="3540" x="5067300" y="1066800"/>
          <p14:tracePt t="3557" x="4914900" y="1104900"/>
          <p14:tracePt t="3574" x="4559300" y="1200150"/>
          <p14:tracePt t="3590" x="4457700" y="1225550"/>
          <p14:tracePt t="3607" x="4356100" y="1250950"/>
          <p14:tracePt t="3623" x="4133850" y="1295400"/>
          <p14:tracePt t="3640" x="4064000" y="1301750"/>
          <p14:tracePt t="3657" x="3956050" y="1327150"/>
          <p14:tracePt t="3673" x="3905250" y="1339850"/>
          <p14:tracePt t="3690" x="3810000" y="1352550"/>
          <p14:tracePt t="3707" x="3721100" y="1352550"/>
          <p14:tracePt t="3723" x="3689350" y="1352550"/>
          <p14:tracePt t="3740" x="3638550" y="1352550"/>
          <p14:tracePt t="3756" x="3625850" y="1352550"/>
          <p14:tracePt t="4355" x="3479800" y="1352550"/>
          <p14:tracePt t="4372" x="3225800" y="1377950"/>
          <p14:tracePt t="4389" x="2927350" y="1403350"/>
          <p14:tracePt t="4405" x="2787650" y="1403350"/>
          <p14:tracePt t="4422" x="2559050" y="1409700"/>
          <p14:tracePt t="4438" x="2317750" y="1409700"/>
          <p14:tracePt t="4455" x="2203450" y="1409700"/>
          <p14:tracePt t="4473" x="1987550" y="1397000"/>
          <p14:tracePt t="4488" x="1784350" y="1377950"/>
          <p14:tracePt t="4505" x="1682750" y="1377950"/>
          <p14:tracePt t="4522" x="1517650" y="1365250"/>
          <p14:tracePt t="4537" x="1435100" y="1358900"/>
          <p14:tracePt t="4554" x="1416050" y="1358900"/>
          <p14:tracePt t="4571" x="1371600" y="1346200"/>
          <p14:tracePt t="4587" x="1352550" y="1320800"/>
          <p14:tracePt t="4604" x="1314450" y="1301750"/>
          <p14:tracePt t="4620" x="1282700" y="1276350"/>
          <p14:tracePt t="4637" x="1263650" y="1270000"/>
          <p14:tracePt t="4655" x="1231900" y="1238250"/>
          <p14:tracePt t="4670" x="1200150" y="1219200"/>
          <p14:tracePt t="4686" x="1187450" y="1206500"/>
          <p14:tracePt t="4703" x="1162050" y="1193800"/>
          <p14:tracePt t="4720" x="1143000" y="1174750"/>
          <p14:tracePt t="4737" x="1136650" y="1162050"/>
          <p14:tracePt t="4753" x="1130300" y="1149350"/>
          <p14:tracePt t="4803" x="1136650" y="1155700"/>
          <p14:tracePt t="4820" x="1155700" y="1162050"/>
          <p14:tracePt t="4838" x="1200150" y="1168400"/>
          <p14:tracePt t="4853" x="1225550" y="1168400"/>
          <p14:tracePt t="4869" x="1257300" y="1174750"/>
          <p14:tracePt t="4886" x="1365250" y="1193800"/>
          <p14:tracePt t="4903" x="1543050" y="1219200"/>
          <p14:tracePt t="4919" x="1644650" y="1244600"/>
          <p14:tracePt t="4936" x="1866900" y="1276350"/>
          <p14:tracePt t="4953" x="2044700" y="1301750"/>
          <p14:tracePt t="4970" x="2216150" y="1346200"/>
          <p14:tracePt t="4986" x="2305050" y="1365250"/>
          <p14:tracePt t="5002" x="2413000" y="1390650"/>
          <p14:tracePt t="5020" x="2476500" y="1409700"/>
          <p14:tracePt t="5038" x="2495550" y="1409700"/>
          <p14:tracePt t="5052" x="2520950" y="1416050"/>
          <p14:tracePt t="5069" x="2533650" y="1422400"/>
          <p14:tracePt t="5087" x="2540000" y="1422400"/>
          <p14:tracePt t="5119" x="2546350" y="1422400"/>
          <p14:tracePt t="5169" x="2546350" y="1416050"/>
          <p14:tracePt t="5584" x="2540000" y="1416050"/>
          <p14:tracePt t="5600" x="2533650" y="1416050"/>
          <p14:tracePt t="5617" x="2527300" y="1416050"/>
          <p14:tracePt t="5634" x="2546350" y="1416050"/>
          <p14:tracePt t="6051" x="2743200" y="1441450"/>
          <p14:tracePt t="6066" x="2851150" y="1441450"/>
          <p14:tracePt t="6082" x="2952750" y="1441450"/>
          <p14:tracePt t="6100" x="3155950" y="1435100"/>
          <p14:tracePt t="6115" x="3378200" y="1416050"/>
          <p14:tracePt t="6132" x="3492500" y="1397000"/>
          <p14:tracePt t="6150" x="3708400" y="1352550"/>
          <p14:tracePt t="6165" x="3829050" y="1327150"/>
          <p14:tracePt t="6182" x="3873500" y="1314450"/>
          <p14:tracePt t="6198" x="3930650" y="1295400"/>
          <p14:tracePt t="6215" x="3968750" y="1270000"/>
          <p14:tracePt t="6232" x="3994150" y="1257300"/>
          <p14:tracePt t="6248" x="4006850" y="1257300"/>
          <p14:tracePt t="6265" x="4013200" y="1257300"/>
          <p14:tracePt t="6283" x="4025900" y="1257300"/>
          <p14:tracePt t="6332" x="4032250" y="1257300"/>
          <p14:tracePt t="6364" x="4038600" y="1257300"/>
          <p14:tracePt t="6397" x="4044950" y="1257300"/>
          <p14:tracePt t="6465" x="4044950" y="1250950"/>
          <p14:tracePt t="6497" x="4044950" y="1244600"/>
          <p14:tracePt t="6530" x="4044950" y="1238250"/>
          <p14:tracePt t="6564" x="4032250" y="1231900"/>
          <p14:tracePt t="6630" x="4025900" y="1231900"/>
          <p14:tracePt t="6647" x="4019550" y="1231900"/>
          <p14:tracePt t="6680" x="4013200" y="1225550"/>
          <p14:tracePt t="6730" x="4019550" y="1225550"/>
          <p14:tracePt t="6748" x="4025900" y="1225550"/>
          <p14:tracePt t="6779" x="4032250" y="1225550"/>
          <p14:tracePt t="6796" x="4044950" y="1225550"/>
          <p14:tracePt t="6812" x="4057650" y="1225550"/>
          <p14:tracePt t="6830" x="4070350" y="1225550"/>
          <p14:tracePt t="6846" x="4108450" y="1225550"/>
          <p14:tracePt t="6863" x="4140200" y="1231900"/>
          <p14:tracePt t="6866" x="4165600" y="1231900"/>
          <p14:tracePt t="6896" x="4318000" y="1231900"/>
          <p14:tracePt t="6912" x="4368800" y="1231900"/>
          <p14:tracePt t="6929" x="4489450" y="1219200"/>
          <p14:tracePt t="6946" x="4552950" y="1219200"/>
          <p14:tracePt t="6964" x="4673600" y="1206500"/>
          <p14:tracePt t="6979" x="4705350" y="1206500"/>
          <p14:tracePt t="6995" x="4724400" y="1200150"/>
          <p14:tracePt t="7013" x="4762500" y="1193800"/>
          <p14:tracePt t="7029" x="4768850" y="1193800"/>
          <p14:tracePt t="7045" x="4775200" y="1193800"/>
          <p14:tracePt t="7062" x="4781550" y="1193800"/>
          <p14:tracePt t="7096" x="4787900" y="1187450"/>
          <p14:tracePt t="7179" x="4794250" y="1187450"/>
          <p14:tracePt t="7211" x="4800600" y="1193800"/>
          <p14:tracePt t="7229" x="4806950" y="1193800"/>
          <p14:tracePt t="7245" x="4826000" y="1193800"/>
          <p14:tracePt t="7262" x="4832350" y="1193800"/>
          <p14:tracePt t="7278" x="4838700" y="1193800"/>
          <p14:tracePt t="7294" x="4883150" y="1193800"/>
          <p14:tracePt t="7311" x="4946650" y="1193800"/>
          <p14:tracePt t="7329" x="5029200" y="1187450"/>
          <p14:tracePt t="7344" x="5080000" y="1187450"/>
          <p14:tracePt t="7362" x="5175250" y="1174750"/>
          <p14:tracePt t="7379" x="5264150" y="1174750"/>
          <p14:tracePt t="7394" x="5302250" y="1174750"/>
          <p14:tracePt t="7412" x="5372100" y="1162050"/>
          <p14:tracePt t="7427" x="5441950" y="1155700"/>
          <p14:tracePt t="7444" x="5473700" y="1155700"/>
          <p14:tracePt t="7462" x="5518150" y="1155700"/>
          <p14:tracePt t="7477" x="5568950" y="1155700"/>
          <p14:tracePt t="7494" x="5588000" y="1155700"/>
          <p14:tracePt t="7512" x="5619750" y="1155700"/>
          <p14:tracePt t="7527" x="5657850" y="1155700"/>
          <p14:tracePt t="7543" x="5664200" y="1155700"/>
          <p14:tracePt t="7560" x="5689600" y="1162050"/>
          <p14:tracePt t="7577" x="5702300" y="1162050"/>
          <p14:tracePt t="7593" x="5721350" y="1168400"/>
          <p14:tracePt t="7610" x="5740400" y="1168400"/>
          <p14:tracePt t="7627" x="5746750" y="1174750"/>
          <p14:tracePt t="7645" x="5765800" y="1174750"/>
          <p14:tracePt t="7660" x="5791200" y="1174750"/>
          <p14:tracePt t="7676" x="5797550" y="1181100"/>
          <p14:tracePt t="7694" x="5829300" y="1181100"/>
          <p14:tracePt t="7709" x="5854700" y="1181100"/>
          <p14:tracePt t="7726" x="5867400" y="1181100"/>
          <p14:tracePt t="7743" x="5899150" y="1187450"/>
          <p14:tracePt t="7759" x="5949950" y="1193800"/>
          <p14:tracePt t="7777" x="5975350" y="1193800"/>
          <p14:tracePt t="7793" x="6026150" y="1193800"/>
          <p14:tracePt t="7809" x="6064250" y="1193800"/>
          <p14:tracePt t="7828" x="6089650" y="1193800"/>
          <p14:tracePt t="7842" x="6102350" y="1193800"/>
          <p14:tracePt t="7859" x="6121400" y="1193800"/>
          <p14:tracePt t="7862" x="6134100" y="1193800"/>
          <p14:tracePt t="7877" x="6159500" y="1187450"/>
          <p14:tracePt t="7892" x="6172200" y="1187450"/>
          <p14:tracePt t="7910" x="6191250" y="1187450"/>
          <p14:tracePt t="7926" x="6216650" y="1187450"/>
          <p14:tracePt t="7942" x="6267450" y="1174750"/>
          <p14:tracePt t="7959" x="6286500" y="1168400"/>
          <p14:tracePt t="7975" x="6337300" y="1155700"/>
          <p14:tracePt t="7992" x="6388100" y="1149350"/>
          <p14:tracePt t="8010" x="6438900" y="1149350"/>
          <p14:tracePt t="8025" x="6464300" y="1143000"/>
          <p14:tracePt t="8044" x="6534150" y="1136650"/>
          <p14:tracePt t="8059" x="6591300" y="1123950"/>
          <p14:tracePt t="8075" x="6623050" y="1123950"/>
          <p14:tracePt t="8092" x="6680200" y="1117600"/>
          <p14:tracePt t="8109" x="6731000" y="1104900"/>
          <p14:tracePt t="8125" x="6756400" y="1104900"/>
          <p14:tracePt t="8142" x="6800850" y="1104900"/>
          <p14:tracePt t="8158" x="6838950" y="1104900"/>
          <p14:tracePt t="8175" x="6851650" y="1104900"/>
          <p14:tracePt t="8193" x="6870700" y="1104900"/>
          <p14:tracePt t="8210" x="6877050" y="1104900"/>
          <p14:tracePt t="8225" x="6883400" y="1104900"/>
          <p14:tracePt t="8257" x="6877050" y="1111250"/>
          <p14:tracePt t="8275" x="6858000" y="1123950"/>
          <p14:tracePt t="8292" x="6845300" y="1136650"/>
          <p14:tracePt t="8624" x="6851650" y="1136650"/>
          <p14:tracePt t="8640" x="6908800" y="1149350"/>
          <p14:tracePt t="8657" x="6946900" y="1149350"/>
          <p14:tracePt t="8673" x="7042150" y="1149350"/>
          <p14:tracePt t="8690" x="7124700" y="1149350"/>
          <p14:tracePt t="8706" x="7162800" y="1149350"/>
          <p14:tracePt t="8724" x="7232650" y="1149350"/>
          <p14:tracePt t="8739" x="7258050" y="1149350"/>
          <p14:tracePt t="8756" x="7315200" y="1149350"/>
          <p14:tracePt t="8774" x="7366000" y="1149350"/>
          <p14:tracePt t="8789" x="7404100" y="1149350"/>
          <p14:tracePt t="8806" x="7448550" y="1149350"/>
          <p14:tracePt t="8823" x="7499350" y="1143000"/>
          <p14:tracePt t="8839" x="7518400" y="1143000"/>
          <p14:tracePt t="8857" x="7562850" y="1143000"/>
          <p14:tracePt t="8873" x="7594600" y="1136650"/>
          <p14:tracePt t="8889" x="7607300" y="1136650"/>
          <p14:tracePt t="8906" x="7632700" y="1136650"/>
          <p14:tracePt t="8922" x="7651750" y="1136650"/>
          <p14:tracePt t="8939" x="7658100" y="1136650"/>
          <p14:tracePt t="8957" x="7664450" y="1136650"/>
          <p14:tracePt t="8972" x="7677150" y="1136650"/>
          <p14:tracePt t="8989" x="7683500" y="1136650"/>
          <p14:tracePt t="9005" x="7696200" y="1136650"/>
          <p14:tracePt t="9040" x="7708900" y="1136650"/>
          <p14:tracePt t="9056" x="7715250" y="1136650"/>
          <p14:tracePt t="9072" x="7721600" y="1136650"/>
          <p14:tracePt t="9089" x="7734300" y="1143000"/>
          <p14:tracePt t="9105" x="7740650" y="1143000"/>
          <p14:tracePt t="9121" x="7747000" y="1143000"/>
          <p14:tracePt t="9139" x="7772400" y="1143000"/>
          <p14:tracePt t="9156" x="7804150" y="1155700"/>
          <p14:tracePt t="9172" x="7854950" y="1155700"/>
          <p14:tracePt t="9188" x="7880350" y="1155700"/>
          <p14:tracePt t="9205" x="7950200" y="1162050"/>
          <p14:tracePt t="9221" x="8026400" y="1162050"/>
          <p14:tracePt t="9238" x="8070850" y="1168400"/>
          <p14:tracePt t="9254" x="8134350" y="1174750"/>
          <p14:tracePt t="9273" x="8197850" y="1181100"/>
          <p14:tracePt t="9288" x="8210550" y="1187450"/>
          <p14:tracePt t="9304" x="8229600" y="1187450"/>
          <p14:tracePt t="9321" x="8267700" y="1200150"/>
          <p14:tracePt t="9337" x="8274050" y="1200150"/>
          <p14:tracePt t="9356" x="8293100" y="1206500"/>
          <p14:tracePt t="9372" x="8312150" y="1225550"/>
          <p14:tracePt t="9387" x="8324850" y="1225550"/>
          <p14:tracePt t="9405" x="8343900" y="1231900"/>
          <p14:tracePt t="9420" x="8350250" y="1238250"/>
          <p14:tracePt t="9438" x="8356600" y="1238250"/>
          <p14:tracePt t="9454" x="8369300" y="1238250"/>
          <p14:tracePt t="9470" x="8375650" y="1238250"/>
          <p14:tracePt t="9520" x="8382000" y="1238250"/>
          <p14:tracePt t="11299" x="8312150" y="1238250"/>
          <p14:tracePt t="11314" x="8293100" y="1238250"/>
          <p14:tracePt t="11332" x="8261350" y="1244600"/>
          <p14:tracePt t="11347" x="8248650" y="1244600"/>
          <p14:tracePt t="11364" x="8229600" y="1244600"/>
          <p14:tracePt t="11381" x="8210550" y="1244600"/>
          <p14:tracePt t="11397" x="8197850" y="1244600"/>
          <p14:tracePt t="11400" x="8185150" y="1244600"/>
          <p14:tracePt t="11413" x="8159750" y="1244600"/>
          <p14:tracePt t="11430" x="8128000" y="1244600"/>
          <p14:tracePt t="11447" x="8108950" y="1238250"/>
          <p14:tracePt t="11465" x="8077200" y="1231900"/>
          <p14:tracePt t="11480" x="8039100" y="1225550"/>
          <p14:tracePt t="11497" x="8020050" y="1219200"/>
          <p14:tracePt t="11514" x="7988300" y="1212850"/>
          <p14:tracePt t="11530" x="7962900" y="1206500"/>
          <p14:tracePt t="11546" x="7950200" y="1200150"/>
          <p14:tracePt t="11564" x="7937500" y="1200150"/>
          <p14:tracePt t="11580" x="7918450" y="1193800"/>
          <p14:tracePt t="11630" x="7912100" y="1193800"/>
          <p14:tracePt t="11646" x="7905750" y="1193800"/>
          <p14:tracePt t="11862" x="7893050" y="1193800"/>
          <p14:tracePt t="11879" x="7886700" y="1193800"/>
          <p14:tracePt t="11928" x="7880350" y="1187450"/>
          <p14:tracePt t="11996" x="7874000" y="1187450"/>
          <p14:tracePt t="12047" x="7867650" y="1187450"/>
          <p14:tracePt t="12113" x="7861300" y="1187450"/>
          <p14:tracePt t="12676" x="7804150" y="1187450"/>
          <p14:tracePt t="12694" x="7569200" y="1244600"/>
          <p14:tracePt t="12709" x="7416800" y="1301750"/>
          <p14:tracePt t="12726" x="7054850" y="1390650"/>
          <p14:tracePt t="12744" x="6699250" y="1479550"/>
          <p14:tracePt t="12760" x="6451600" y="1524000"/>
          <p14:tracePt t="12776" x="6019800" y="1606550"/>
          <p14:tracePt t="12792" x="5607050" y="1663700"/>
          <p14:tracePt t="12809" x="5422900" y="1663700"/>
          <p14:tracePt t="12826" x="5105400" y="1695450"/>
          <p14:tracePt t="12842" x="4851400" y="1708150"/>
          <p14:tracePt t="12859" x="4730750" y="1708150"/>
          <p14:tracePt t="12877" x="4514850" y="1708150"/>
          <p14:tracePt t="12892" x="4438650" y="1708150"/>
          <p14:tracePt t="12908" x="4298950" y="1708150"/>
          <p14:tracePt t="12925" x="4165600" y="1708150"/>
          <p14:tracePt t="12942" x="4076700" y="1708150"/>
          <p14:tracePt t="12958" x="3924300" y="1701800"/>
          <p14:tracePt t="12975" x="3829050" y="1695450"/>
          <p14:tracePt t="12992" x="3797300" y="1689100"/>
          <p14:tracePt t="13009" x="3759200" y="1682750"/>
          <p14:tracePt t="13024" x="3714750" y="1670050"/>
          <p14:tracePt t="13041" x="3689350" y="1657350"/>
          <p14:tracePt t="13059" x="3600450" y="1631950"/>
          <p14:tracePt t="13074" x="3492500" y="1600200"/>
          <p14:tracePt t="13091" x="3441700" y="1581150"/>
          <p14:tracePt t="13108" x="3359150" y="1562100"/>
          <p14:tracePt t="13124" x="3263900" y="1543050"/>
          <p14:tracePt t="13141" x="3232150" y="1536700"/>
          <p14:tracePt t="13158" x="3149600" y="1511300"/>
          <p14:tracePt t="13174" x="3105150" y="1498600"/>
          <p14:tracePt t="13192" x="2990850" y="1473200"/>
          <p14:tracePt t="13207" x="2940050" y="1460500"/>
          <p14:tracePt t="13224" x="2895600" y="1454150"/>
          <p14:tracePt t="13241" x="2768600" y="1435100"/>
          <p14:tracePt t="13257" x="2647950" y="1409700"/>
          <p14:tracePt t="13274" x="2590800" y="1390650"/>
          <p14:tracePt t="13290" x="2482850" y="1371600"/>
          <p14:tracePt t="13307" x="2393950" y="1365250"/>
          <p14:tracePt t="13324" x="2311400" y="1365250"/>
          <p14:tracePt t="13340" x="2260600" y="1352550"/>
          <p14:tracePt t="13357" x="2190750" y="1352550"/>
          <p14:tracePt t="13375" x="2139950" y="1339850"/>
          <p14:tracePt t="13390" x="2127250" y="1339850"/>
          <p14:tracePt t="13407" x="2114550" y="1339850"/>
          <p14:tracePt t="13424" x="2108200" y="1333500"/>
          <p14:tracePt t="13456" x="2101850" y="1333500"/>
          <p14:tracePt t="13508" x="2095500" y="1333500"/>
          <p14:tracePt t="13606" x="2095500" y="1327150"/>
          <p14:tracePt t="13706" x="2095500" y="1320800"/>
          <p14:tracePt t="14105" x="2101850" y="1320800"/>
          <p14:tracePt t="14155" x="2108200" y="1320800"/>
          <p14:tracePt t="14222" x="2114550" y="1320800"/>
          <p14:tracePt t="14337" x="2114550" y="1327150"/>
          <p14:tracePt t="14669" x="2114550" y="1333500"/>
          <p14:tracePt t="14818" x="2114550" y="1339850"/>
          <p14:tracePt t="14835" x="2114550" y="1346200"/>
          <p14:tracePt t="14885" x="2114550" y="1352550"/>
          <p14:tracePt t="14901" x="2114550" y="1358900"/>
          <p14:tracePt t="14935" x="2114550" y="1365250"/>
          <p14:tracePt t="14952" x="2114550" y="1377950"/>
          <p14:tracePt t="14968" x="2120900" y="1384300"/>
          <p14:tracePt t="14984" x="2120900" y="1390650"/>
          <p14:tracePt t="15052" x="2120900" y="1397000"/>
          <p14:tracePt t="15084" x="2120900" y="1403350"/>
          <p14:tracePt t="15135" x="2127250" y="1403350"/>
          <p14:tracePt t="15167" x="2127250" y="1397000"/>
          <p14:tracePt t="15201" x="2127250" y="1384300"/>
          <p14:tracePt t="15234" x="2133600" y="1377950"/>
          <p14:tracePt t="15250" x="2133600" y="1371600"/>
          <p14:tracePt t="15284" x="2133600" y="1365250"/>
          <p14:tracePt t="15302" x="2133600" y="1352550"/>
          <p14:tracePt t="15351" x="2133600" y="1346200"/>
          <p14:tracePt t="15367" x="2133600" y="1339850"/>
          <p14:tracePt t="15418" x="2139950" y="1339850"/>
          <p14:tracePt t="15434" x="2139950" y="1333500"/>
          <p14:tracePt t="15466" x="2139950" y="1327150"/>
          <p14:tracePt t="15483" x="2146300" y="1320800"/>
          <p14:tracePt t="15517" x="2152650" y="1314450"/>
          <p14:tracePt t="15549" x="2152650" y="1308100"/>
          <p14:tracePt t="15583" x="2159000" y="1308100"/>
          <p14:tracePt t="15634" x="2165350" y="1308100"/>
          <p14:tracePt t="15649" x="2178050" y="1308100"/>
          <p14:tracePt t="15666" x="2184400" y="1308100"/>
          <p14:tracePt t="15683" x="2190750" y="1314450"/>
          <p14:tracePt t="15699" x="2190750" y="1320800"/>
          <p14:tracePt t="15715" x="2197100" y="1320800"/>
          <p14:tracePt t="15734" x="2209800" y="1327150"/>
          <p14:tracePt t="15748" x="2222500" y="1333500"/>
          <p14:tracePt t="15766" x="2260600" y="1339850"/>
          <p14:tracePt t="15783" x="2368550" y="1365250"/>
          <p14:tracePt t="15798" x="2451100" y="1384300"/>
          <p14:tracePt t="15815" x="2660650" y="1441450"/>
          <p14:tracePt t="15832" x="2908300" y="1517650"/>
          <p14:tracePt t="15848" x="3073400" y="1549400"/>
          <p14:tracePt t="15867" x="3454400" y="1644650"/>
          <p14:tracePt t="15881" x="3898900" y="1714500"/>
          <p14:tracePt t="15898" x="4121150" y="1739900"/>
          <p14:tracePt t="15916" x="4584700" y="1797050"/>
          <p14:tracePt t="15931" x="4965700" y="1822450"/>
          <p14:tracePt t="15949" x="5130800" y="1835150"/>
          <p14:tracePt t="15951" x="5289550" y="1841500"/>
          <p14:tracePt t="15981" x="5556250" y="1854200"/>
          <p14:tracePt t="15998" x="5784850" y="1854200"/>
          <p14:tracePt t="16014" x="6013450" y="1841500"/>
          <p14:tracePt t="16031" x="6127750" y="1822450"/>
          <p14:tracePt t="16048" x="6369050" y="1790700"/>
          <p14:tracePt t="16066" x="6565900" y="1746250"/>
          <p14:tracePt t="16083" x="6654800" y="1746250"/>
          <p14:tracePt t="16098" x="6813550" y="1695450"/>
          <p14:tracePt t="16114" x="6972300" y="1657350"/>
          <p14:tracePt t="16131" x="7061200" y="1638300"/>
          <p14:tracePt t="16147" x="7232650" y="1587500"/>
          <p14:tracePt t="16164" x="7366000" y="1562100"/>
          <p14:tracePt t="16182" x="7486650" y="1524000"/>
          <p14:tracePt t="16197" x="7556500" y="1492250"/>
          <p14:tracePt t="16213" x="7689850" y="1435100"/>
          <p14:tracePt t="16231" x="7791450" y="1390650"/>
          <p14:tracePt t="16247" x="7835900" y="1365250"/>
          <p14:tracePt t="16265" x="7854950" y="1346200"/>
          <p14:tracePt t="16282" x="7924800" y="1295400"/>
          <p14:tracePt t="16297" x="7937500" y="1289050"/>
          <p14:tracePt t="16313" x="7943850" y="1276350"/>
          <p14:tracePt t="16330" x="7962900" y="1257300"/>
          <p14:tracePt t="16346" x="7981950" y="1238250"/>
          <p14:tracePt t="16363" x="7988300" y="1231900"/>
          <p14:tracePt t="16380" x="8001000" y="1225550"/>
          <p14:tracePt t="16396" x="8007350" y="1212850"/>
          <p14:tracePt t="16414" x="8013700" y="1200150"/>
          <p14:tracePt t="16429" x="8020050" y="1200150"/>
          <p14:tracePt t="16779" x="8020050" y="1206500"/>
          <p14:tracePt t="16829" x="8020050" y="1212850"/>
          <p14:tracePt t="16861" x="8013700" y="1212850"/>
          <p14:tracePt t="16913" x="8007350" y="1219200"/>
          <p14:tracePt t="16995" x="8001000" y="1225550"/>
          <p14:tracePt t="19825" x="7861300" y="1238250"/>
          <p14:tracePt t="19831" x="7632700" y="1238250"/>
          <p14:tracePt t="19846" x="7385050" y="1263650"/>
          <p14:tracePt t="19854" x="7194550" y="1257300"/>
          <p14:tracePt t="19867" x="7029450" y="1244600"/>
          <p14:tracePt t="19884" x="6686550" y="1238250"/>
          <p14:tracePt t="19901" x="6477000" y="1238250"/>
          <p14:tracePt t="19917" x="6210300" y="1238250"/>
          <p14:tracePt t="19934" x="5962650" y="1238250"/>
          <p14:tracePt t="19951" x="5670550" y="1276350"/>
          <p14:tracePt t="19967" x="5543550" y="1282700"/>
          <p14:tracePt t="19983" x="5441950" y="1282700"/>
          <p14:tracePt t="19987" x="5340350" y="1295400"/>
          <p14:tracePt t="20000" x="5137150" y="1327150"/>
          <p14:tracePt t="20017" x="5048250" y="1333500"/>
          <p14:tracePt t="20033" x="4959350" y="1333500"/>
          <p14:tracePt t="20050" x="4838700" y="1333500"/>
          <p14:tracePt t="20066" x="4711700" y="1320800"/>
          <p14:tracePt t="20084" x="4578350" y="1320800"/>
          <p14:tracePt t="20099" x="4502150" y="1320800"/>
          <p14:tracePt t="20116" x="4324350" y="1327150"/>
          <p14:tracePt t="20133" x="4248150" y="1339850"/>
          <p14:tracePt t="20149" x="4076700" y="1346200"/>
          <p14:tracePt t="20166" x="3937000" y="1377950"/>
          <p14:tracePt t="20183" x="3778250" y="1397000"/>
          <p14:tracePt t="20199" x="3727450" y="1403350"/>
          <p14:tracePt t="20216" x="3625850" y="1441450"/>
          <p14:tracePt t="20233" x="3543300" y="1454150"/>
          <p14:tracePt t="20249" x="3505200" y="1466850"/>
          <p14:tracePt t="20267" x="3416300" y="1498600"/>
          <p14:tracePt t="20282" x="3359150" y="1517650"/>
          <p14:tracePt t="20299" x="3340100" y="1517650"/>
          <p14:tracePt t="20316" x="3257550" y="1536700"/>
          <p14:tracePt t="20332" x="3124200" y="1568450"/>
          <p14:tracePt t="20349" x="3054350" y="1587500"/>
          <p14:tracePt t="20365" x="2921000" y="1631950"/>
          <p14:tracePt t="20382" x="2774950" y="1676400"/>
          <p14:tracePt t="20399" x="2698750" y="1695450"/>
          <p14:tracePt t="20415" x="2540000" y="1720850"/>
          <p14:tracePt t="20432" x="2476500" y="1733550"/>
          <p14:tracePt t="20449" x="2400300" y="1739900"/>
          <p14:tracePt t="20465" x="2393950" y="1739900"/>
          <p14:tracePt t="20482" x="2387600" y="1739900"/>
          <p14:tracePt t="20540" x="2393950" y="1739900"/>
          <p14:tracePt t="20554" x="2400300" y="1733550"/>
          <p14:tracePt t="20561" x="2406650" y="1733550"/>
          <p14:tracePt t="20583" x="2413000" y="1733550"/>
          <p14:tracePt t="20603" x="2419350" y="1733550"/>
          <p14:tracePt t="20624" x="2425700" y="1733550"/>
          <p14:tracePt t="20633" x="2432050" y="1733550"/>
          <p14:tracePt t="20645" x="2438400" y="1733550"/>
          <p14:tracePt t="20652" x="2451100" y="1727200"/>
          <p14:tracePt t="20667" x="2457450" y="1727200"/>
          <p14:tracePt t="20681" x="2489200" y="1727200"/>
          <p14:tracePt t="20698" x="2508250" y="1720850"/>
          <p14:tracePt t="20716" x="2540000" y="1708150"/>
          <p14:tracePt t="20731" x="2641600" y="1695450"/>
          <p14:tracePt t="20748" x="2800350" y="1651000"/>
          <p14:tracePt t="20765" x="2997200" y="1600200"/>
          <p14:tracePt t="20781" x="3098800" y="1568450"/>
          <p14:tracePt t="20798" x="3282950" y="1543050"/>
          <p14:tracePt t="20815" x="3416300" y="1511300"/>
          <p14:tracePt t="20831" x="3454400" y="1504950"/>
          <p14:tracePt t="20848" x="3517900" y="1492250"/>
          <p14:tracePt t="20864" x="3556000" y="1473200"/>
          <p14:tracePt t="20881" x="3568700" y="1473200"/>
          <p14:tracePt t="20898" x="3575050" y="1473200"/>
          <p14:tracePt t="20914" x="3594100" y="1473200"/>
          <p14:tracePt t="20954" x="3600450" y="1473200"/>
          <p14:tracePt t="20983" x="3606800" y="1473200"/>
          <p14:tracePt t="21018" x="3613150" y="1473200"/>
          <p14:tracePt t="21067" x="3619500" y="1473200"/>
          <p14:tracePt t="21109" x="3625850" y="1479550"/>
          <p14:tracePt t="21123" x="3632200" y="1479550"/>
          <p14:tracePt t="21158" x="3632200" y="1485900"/>
          <p14:tracePt t="21165" x="3638550" y="1485900"/>
          <p14:tracePt t="21181" x="3644900" y="1485900"/>
          <p14:tracePt t="21196" x="3663950" y="1492250"/>
          <p14:tracePt t="21213" x="3670300" y="1492250"/>
          <p14:tracePt t="21229" x="3708400" y="1498600"/>
          <p14:tracePt t="21246" x="3727450" y="1504950"/>
          <p14:tracePt t="21264" x="3829050" y="1530350"/>
          <p14:tracePt t="21279" x="3848100" y="1536700"/>
          <p14:tracePt t="21296" x="3886200" y="1536700"/>
          <p14:tracePt t="21314" x="3937000" y="1549400"/>
          <p14:tracePt t="21328" x="3987800" y="1555750"/>
          <p14:tracePt t="21346" x="4000500" y="1555750"/>
          <p14:tracePt t="21362" x="4032250" y="1555750"/>
          <p14:tracePt t="21378" x="4044950" y="1555750"/>
          <p14:tracePt t="21412" x="4057650" y="1555750"/>
          <p14:tracePt t="21429" x="4070350" y="1555750"/>
          <p14:tracePt t="21445" x="4083050" y="1555750"/>
          <p14:tracePt t="21478" x="4102100" y="1562100"/>
          <p14:tracePt t="21495" x="4127500" y="1562100"/>
          <p14:tracePt t="21512" x="4146550" y="1568450"/>
          <p14:tracePt t="21529" x="4165600" y="1568450"/>
          <p14:tracePt t="21545" x="4248150" y="1581150"/>
          <p14:tracePt t="21561" x="4267200" y="1587500"/>
          <p14:tracePt t="21578" x="4324350" y="1600200"/>
          <p14:tracePt t="21595" x="4356100" y="1606550"/>
          <p14:tracePt t="21611" x="4368800" y="1612900"/>
          <p14:tracePt t="21629" x="4381500" y="1612900"/>
          <p14:tracePt t="21645" x="4394200" y="1619250"/>
          <p14:tracePt t="22150" x="4413250" y="1619250"/>
          <p14:tracePt t="22157" x="4451350" y="1619250"/>
          <p14:tracePt t="22171" x="4476750" y="1619250"/>
          <p14:tracePt t="22180" x="4514850" y="1631950"/>
          <p14:tracePt t="22193" x="4559300" y="1631950"/>
          <p14:tracePt t="22209" x="4648200" y="1625600"/>
          <p14:tracePt t="22226" x="4699000" y="1625600"/>
          <p14:tracePt t="22242" x="4819650" y="1625600"/>
          <p14:tracePt t="22259" x="4883150" y="1625600"/>
          <p14:tracePt t="22276" x="5099050" y="1619250"/>
          <p14:tracePt t="22292" x="5187950" y="1606550"/>
          <p14:tracePt t="22309" x="5264150" y="1606550"/>
          <p14:tracePt t="22325" x="5422900" y="1574800"/>
          <p14:tracePt t="22342" x="5588000" y="1568450"/>
          <p14:tracePt t="22358" x="5664200" y="1555750"/>
          <p14:tracePt t="22376" x="5772150" y="1549400"/>
          <p14:tracePt t="22392" x="5842000" y="1543050"/>
          <p14:tracePt t="22409" x="5867400" y="1543050"/>
          <p14:tracePt t="22424" x="5924550" y="1536700"/>
          <p14:tracePt t="22442" x="5994400" y="1536700"/>
          <p14:tracePt t="22459" x="6032500" y="1536700"/>
          <p14:tracePt t="22475" x="6089650" y="1536700"/>
          <p14:tracePt t="22492" x="6165850" y="1536700"/>
          <p14:tracePt t="22508" x="6216650" y="1536700"/>
          <p14:tracePt t="22525" x="6242050" y="1530350"/>
          <p14:tracePt t="22529" x="6267450" y="1530350"/>
          <p14:tracePt t="22545" x="6286500" y="1530350"/>
          <p14:tracePt t="22557" x="6305550" y="1530350"/>
          <p14:tracePt t="22574" x="6330950" y="1524000"/>
          <p14:tracePt t="22592" x="6362700" y="1511300"/>
          <p14:tracePt t="22608" x="6369050" y="1511300"/>
          <p14:tracePt t="22624" x="6388100" y="1511300"/>
          <p14:tracePt t="22642" x="6413500" y="1511300"/>
          <p14:tracePt t="22657" x="6432550" y="1511300"/>
          <p14:tracePt t="22674" x="6483350" y="1517650"/>
          <p14:tracePt t="22691" x="6572250" y="1517650"/>
          <p14:tracePt t="22707" x="6623050" y="1524000"/>
          <p14:tracePt t="22724" x="6769100" y="1530350"/>
          <p14:tracePt t="22741" x="6921500" y="1530350"/>
          <p14:tracePt t="22757" x="7010400" y="1530350"/>
          <p14:tracePt t="22774" x="7200900" y="1555750"/>
          <p14:tracePt t="22790" x="7391400" y="1574800"/>
          <p14:tracePt t="22807" x="7473950" y="1581150"/>
          <p14:tracePt t="22824" x="7626350" y="1593850"/>
          <p14:tracePt t="22840" x="7689850" y="1600200"/>
          <p14:tracePt t="22857" x="7810500" y="1612900"/>
          <p14:tracePt t="22873" x="7912100" y="1612900"/>
          <p14:tracePt t="22890" x="7950200" y="1612900"/>
          <p14:tracePt t="22907" x="8020050" y="1612900"/>
          <p14:tracePt t="22923" x="8064500" y="1612900"/>
          <p14:tracePt t="22940" x="8089900" y="1612900"/>
          <p14:tracePt t="22958" x="8115300" y="1612900"/>
          <p14:tracePt t="22973" x="8134350" y="1612900"/>
          <p14:tracePt t="22990" x="8147050" y="1612900"/>
          <p14:tracePt t="23007" x="8159750" y="1612900"/>
          <p14:tracePt t="23023" x="8166100" y="1612900"/>
          <p14:tracePt t="23040" x="8172450" y="1612900"/>
          <p14:tracePt t="23057" x="8172450" y="1606550"/>
          <p14:tracePt t="23091" x="8172450" y="1600200"/>
          <p14:tracePt t="23098" x="8166100" y="1600200"/>
          <p14:tracePt t="23126" x="8159750" y="1600200"/>
          <p14:tracePt t="23141" x="8147050" y="1600200"/>
          <p14:tracePt t="23147" x="8140700" y="1600200"/>
          <p14:tracePt t="23161" x="8128000" y="1600200"/>
          <p14:tracePt t="23176" x="8121650" y="1600200"/>
          <p14:tracePt t="23192" x="8115300" y="1593850"/>
          <p14:tracePt t="23206" x="8102600" y="1593850"/>
          <p14:tracePt t="23222" x="8089900" y="1593850"/>
          <p14:tracePt t="23239" x="8045450" y="1593850"/>
          <p14:tracePt t="23255" x="7943850" y="1593850"/>
          <p14:tracePt t="23272" x="7867650" y="1587500"/>
          <p14:tracePt t="23288" x="7651750" y="1574800"/>
          <p14:tracePt t="23305" x="7366000" y="1555750"/>
          <p14:tracePt t="23322" x="6997700" y="1504950"/>
          <p14:tracePt t="23338" x="6781800" y="1492250"/>
          <p14:tracePt t="23355" x="6356350" y="1460500"/>
          <p14:tracePt t="23372" x="5924550" y="1435100"/>
          <p14:tracePt t="23388" x="5708650" y="1409700"/>
          <p14:tracePt t="23405" x="5492750" y="1397000"/>
          <p14:tracePt t="23422" x="4883150" y="1377950"/>
          <p14:tracePt t="23438" x="4679950" y="1377950"/>
          <p14:tracePt t="23456" x="4349750" y="1365250"/>
          <p14:tracePt t="23471" x="4210050" y="1358900"/>
          <p14:tracePt t="23487" x="3956050" y="1346200"/>
          <p14:tracePt t="23505" x="3714750" y="1333500"/>
          <p14:tracePt t="23521" x="3606800" y="1333500"/>
          <p14:tracePt t="23525" x="3505200" y="1333500"/>
          <p14:tracePt t="23538" x="3390900" y="1333500"/>
          <p14:tracePt t="23555" x="3162300" y="1352550"/>
          <p14:tracePt t="23571" x="3035300" y="1352550"/>
          <p14:tracePt t="23588" x="2806700" y="1358900"/>
          <p14:tracePt t="23604" x="2667000" y="1358900"/>
          <p14:tracePt t="23621" x="2603500" y="1358900"/>
          <p14:tracePt t="23638" x="2508250" y="1358900"/>
          <p14:tracePt t="23654" x="2451100" y="1365250"/>
          <p14:tracePt t="23671" x="2400300" y="1365250"/>
          <p14:tracePt t="23688" x="2311400" y="1377950"/>
          <p14:tracePt t="23704" x="2228850" y="1384300"/>
          <p14:tracePt t="23721" x="2197100" y="1390650"/>
          <p14:tracePt t="23737" x="2146300" y="1397000"/>
          <p14:tracePt t="23753" x="2127250" y="1397000"/>
          <p14:tracePt t="23770" x="2095500" y="1416050"/>
          <p14:tracePt t="23787" x="2063750" y="1422400"/>
          <p14:tracePt t="23803" x="2038350" y="1428750"/>
          <p14:tracePt t="23822" x="2012950" y="1435100"/>
          <p14:tracePt t="23836" x="2000250" y="1441450"/>
          <p14:tracePt t="23853" x="1974850" y="1447800"/>
          <p14:tracePt t="23870" x="1930400" y="1466850"/>
          <p14:tracePt t="23887" x="1911350" y="1466850"/>
          <p14:tracePt t="23903" x="1898650" y="1473200"/>
          <p14:tracePt t="23920" x="1873250" y="1485900"/>
          <p14:tracePt t="23936" x="1854200" y="1492250"/>
          <p14:tracePt t="23954" x="1847850" y="1498600"/>
          <p14:tracePt t="23969" x="1835150" y="1504950"/>
          <p14:tracePt t="23986" x="1828800" y="1511300"/>
          <p14:tracePt t="24003" x="1816100" y="1511300"/>
          <p14:tracePt t="24036" x="1809750" y="1517650"/>
          <p14:tracePt t="24066" x="1803400" y="1517650"/>
          <p14:tracePt t="24116" x="1797050" y="1517650"/>
          <p14:tracePt t="24235" x="1797050" y="1524000"/>
          <p14:tracePt t="24284" x="1797050" y="1530350"/>
          <p14:tracePt t="24291" x="1803400" y="1530350"/>
          <p14:tracePt t="24333" x="1809750" y="1530350"/>
          <p14:tracePt t="24376" x="1816100" y="1530350"/>
          <p14:tracePt t="24418" x="1822450" y="1530350"/>
          <p14:tracePt t="24446" x="1828800" y="1530350"/>
          <p14:tracePt t="24502" x="1835150" y="1530350"/>
          <p14:tracePt t="24523" x="1841500" y="1536700"/>
          <p14:tracePt t="24558" x="1847850" y="1536700"/>
          <p14:tracePt t="24586" x="1854200" y="1536700"/>
          <p14:tracePt t="24629" x="1860550" y="1536700"/>
          <p14:tracePt t="24635" x="1866900" y="1536700"/>
          <p14:tracePt t="24678" x="1873250" y="1543050"/>
          <p14:tracePt t="24685" x="1879600" y="1543050"/>
          <p14:tracePt t="24698" x="1885950" y="1543050"/>
          <p14:tracePt t="24706" x="1892300" y="1543050"/>
          <p14:tracePt t="24721" x="1905000" y="1543050"/>
          <p14:tracePt t="24734" x="1924050" y="1543050"/>
          <p14:tracePt t="24751" x="1987550" y="1549400"/>
          <p14:tracePt t="24767" x="2032000" y="1549400"/>
          <p14:tracePt t="24783" x="2184400" y="1555750"/>
          <p14:tracePt t="24800" x="2362200" y="1568450"/>
          <p14:tracePt t="24817" x="2463800" y="1574800"/>
          <p14:tracePt t="24833" x="2654300" y="1574800"/>
          <p14:tracePt t="24850" x="2819400" y="1574800"/>
          <p14:tracePt t="24867" x="2927350" y="1568450"/>
          <p14:tracePt t="24883" x="2965450" y="1568450"/>
          <p14:tracePt t="24900" x="3016250" y="1568450"/>
          <p14:tracePt t="24917" x="3041650" y="1568450"/>
          <p14:tracePt t="24933" x="3048000" y="1562100"/>
          <p14:tracePt t="24950" x="3054350" y="1562100"/>
          <p14:tracePt t="24966" x="3067050" y="1562100"/>
          <p14:tracePt t="24983" x="3073400" y="1562100"/>
          <p14:tracePt t="25000" x="3092450" y="1562100"/>
          <p14:tracePt t="25016" x="3105150" y="1562100"/>
          <p14:tracePt t="25033" x="3130550" y="1562100"/>
          <p14:tracePt t="25050" x="3143250" y="1562100"/>
          <p14:tracePt t="25066" x="3194050" y="1562100"/>
          <p14:tracePt t="25083" x="3213100" y="1562100"/>
          <p14:tracePt t="25099" x="3270250" y="1562100"/>
          <p14:tracePt t="25116" x="3327400" y="1568450"/>
          <p14:tracePt t="25133" x="3359150" y="1568450"/>
          <p14:tracePt t="25149" x="3416300" y="1574800"/>
          <p14:tracePt t="25166" x="3492500" y="1574800"/>
          <p14:tracePt t="25183" x="3517900" y="1581150"/>
          <p14:tracePt t="25199" x="3600450" y="1593850"/>
          <p14:tracePt t="25215" x="3657600" y="1600200"/>
          <p14:tracePt t="25232" x="3714750" y="1600200"/>
          <p14:tracePt t="25249" x="3733800" y="1600200"/>
          <p14:tracePt t="25265" x="3765550" y="1600200"/>
          <p14:tracePt t="25282" x="3835400" y="1619250"/>
          <p14:tracePt t="25298" x="3854450" y="1619250"/>
          <p14:tracePt t="25316" x="3873500" y="1619250"/>
          <p14:tracePt t="25332" x="3911600" y="1625600"/>
          <p14:tracePt t="25348" x="3949700" y="1625600"/>
          <p14:tracePt t="25366" x="4000500" y="1631950"/>
          <p14:tracePt t="25382" x="4025900" y="1631950"/>
          <p14:tracePt t="25398" x="4076700" y="1651000"/>
          <p14:tracePt t="25415" x="4133850" y="1651000"/>
          <p14:tracePt t="25431" x="4165600" y="1657350"/>
          <p14:tracePt t="25448" x="4222750" y="1657350"/>
          <p14:tracePt t="25465" x="4267200" y="1657350"/>
          <p14:tracePt t="25482" x="4292600" y="1657350"/>
          <p14:tracePt t="25499" x="4337050" y="1663700"/>
          <p14:tracePt t="25514" x="4381500" y="1670050"/>
          <p14:tracePt t="25531" x="4406900" y="1670050"/>
          <p14:tracePt t="25548" x="4457700" y="1676400"/>
          <p14:tracePt t="25564" x="4495800" y="1676400"/>
          <p14:tracePt t="25568" x="4527550" y="1676400"/>
          <p14:tracePt t="25581" x="4552950" y="1682750"/>
          <p14:tracePt t="25598" x="4610100" y="1682750"/>
          <p14:tracePt t="25614" x="4648200" y="1682750"/>
          <p14:tracePt t="25630" x="4699000" y="1682750"/>
          <p14:tracePt t="25647" x="4749800" y="1682750"/>
          <p14:tracePt t="25663" x="4768850" y="1682750"/>
          <p14:tracePt t="25681" x="4819650" y="1676400"/>
          <p14:tracePt t="25697" x="4857750" y="1670050"/>
          <p14:tracePt t="25713" x="4889500" y="1670050"/>
          <p14:tracePt t="25731" x="4921250" y="1670050"/>
          <p14:tracePt t="25747" x="4959350" y="1670050"/>
          <p14:tracePt t="25763" x="4991100" y="1670050"/>
          <p14:tracePt t="25780" x="5041900" y="1670050"/>
          <p14:tracePt t="25797" x="5080000" y="1670050"/>
          <p14:tracePt t="25813" x="5111750" y="1670050"/>
          <p14:tracePt t="25830" x="5149850" y="1663700"/>
          <p14:tracePt t="25846" x="5168900" y="1663700"/>
          <p14:tracePt t="25864" x="5232400" y="1663700"/>
          <p14:tracePt t="25879" x="5245100" y="1663700"/>
          <p14:tracePt t="25897" x="5264150" y="1663700"/>
          <p14:tracePt t="25913" x="5295900" y="1670050"/>
          <p14:tracePt t="25929" x="5314950" y="1676400"/>
          <p14:tracePt t="25946" x="5327650" y="1676400"/>
          <p14:tracePt t="25963" x="5346700" y="1682750"/>
          <p14:tracePt t="25979" x="5359400" y="1682750"/>
          <p14:tracePt t="26013" x="5378450" y="1682750"/>
          <p14:tracePt t="26029" x="5391150" y="1682750"/>
          <p14:tracePt t="26047" x="5410200" y="1682750"/>
          <p14:tracePt t="26079" x="5429250" y="1682750"/>
          <p14:tracePt t="26096" x="5448300" y="1689100"/>
          <p14:tracePt t="26112" x="5461000" y="1689100"/>
          <p14:tracePt t="26129" x="5473700" y="1689100"/>
          <p14:tracePt t="26146" x="5518150" y="1701800"/>
          <p14:tracePt t="26162" x="5537200" y="1714500"/>
          <p14:tracePt t="26179" x="5556250" y="1714500"/>
          <p14:tracePt t="26195" x="5619750" y="1727200"/>
          <p14:tracePt t="26212" x="5645150" y="1733550"/>
          <p14:tracePt t="26229" x="5683250" y="1752600"/>
          <p14:tracePt t="26245" x="5715000" y="1758950"/>
          <p14:tracePt t="26262" x="5753100" y="1778000"/>
          <p14:tracePt t="26279" x="5797550" y="1790700"/>
          <p14:tracePt t="26295" x="5816600" y="1790700"/>
          <p14:tracePt t="26312" x="5848350" y="1797050"/>
          <p14:tracePt t="26328" x="5880100" y="1797050"/>
          <p14:tracePt t="26345" x="5892800" y="1797050"/>
          <p14:tracePt t="26362" x="5911850" y="1797050"/>
          <p14:tracePt t="26378" x="5930900" y="1797050"/>
          <p14:tracePt t="26394" x="5943600" y="1797050"/>
          <p14:tracePt t="26412" x="5949950" y="1797050"/>
          <p14:tracePt t="26428" x="5962650" y="1797050"/>
          <p14:tracePt t="26444" x="5969000" y="1797050"/>
          <p14:tracePt t="26461" x="5981700" y="1797050"/>
          <p14:tracePt t="26494" x="5994400" y="1797050"/>
          <p14:tracePt t="26511" x="6007100" y="1790700"/>
          <p14:tracePt t="26527" x="6013450" y="1790700"/>
          <p14:tracePt t="26545" x="6019800" y="1784350"/>
          <p14:tracePt t="26560" x="6032500" y="1778000"/>
          <p14:tracePt t="26577" x="6045200" y="1778000"/>
          <p14:tracePt t="26594" x="6057900" y="1778000"/>
          <p14:tracePt t="26611" x="6070600" y="1778000"/>
          <p14:tracePt t="26627" x="6083300" y="1778000"/>
          <p14:tracePt t="26644" x="6096000" y="1771650"/>
          <p14:tracePt t="26660" x="6102350" y="1771650"/>
          <p14:tracePt t="26677" x="6108700" y="1765300"/>
          <p14:tracePt t="26694" x="6127750" y="1765300"/>
          <p14:tracePt t="26710" x="6140450" y="1765300"/>
          <p14:tracePt t="26727" x="6146800" y="1765300"/>
          <p14:tracePt t="26743" x="6153150" y="1765300"/>
          <p14:tracePt t="26760" x="6159500" y="1765300"/>
          <p14:tracePt t="26777" x="6184900" y="1765300"/>
          <p14:tracePt t="26793" x="6191250" y="1765300"/>
          <p14:tracePt t="26827" x="6203950" y="1765300"/>
          <p14:tracePt t="26843" x="6223000" y="1765300"/>
          <p14:tracePt t="26860" x="6229350" y="1765300"/>
          <p14:tracePt t="26876" x="6242050" y="1765300"/>
          <p14:tracePt t="26893" x="6254750" y="1765300"/>
          <p14:tracePt t="26910" x="6273800" y="1765300"/>
          <p14:tracePt t="26926" x="6286500" y="1765300"/>
          <p14:tracePt t="26943" x="6292850" y="1758950"/>
          <p14:tracePt t="26960" x="6311900" y="1758950"/>
          <p14:tracePt t="26976" x="6318250" y="1758950"/>
          <p14:tracePt t="26993" x="6324600" y="1758950"/>
          <p14:tracePt t="27009" x="6343650" y="1758950"/>
          <p14:tracePt t="27026" x="6350000" y="1758950"/>
          <p14:tracePt t="27043" x="6369050" y="1758950"/>
          <p14:tracePt t="27059" x="6381750" y="1752600"/>
          <p14:tracePt t="27075" x="6388100" y="1752600"/>
          <p14:tracePt t="27093" x="6407150" y="1752600"/>
          <p14:tracePt t="27109" x="6413500" y="1752600"/>
          <p14:tracePt t="27125" x="6419850" y="1752600"/>
          <p14:tracePt t="27143" x="6432550" y="1752600"/>
          <p14:tracePt t="27158" x="6445250" y="1752600"/>
          <p14:tracePt t="27175" x="6457950" y="1752600"/>
          <p14:tracePt t="27192" x="6464300" y="1752600"/>
          <p14:tracePt t="27208" x="6470650" y="1752600"/>
          <p14:tracePt t="27226" x="6483350" y="1758950"/>
          <p14:tracePt t="27242" x="6496050" y="1758950"/>
          <p14:tracePt t="27275" x="6502400" y="1758950"/>
          <p14:tracePt t="27304" x="6508750" y="1758950"/>
          <p14:tracePt t="27338" x="6515100" y="1758950"/>
          <p14:tracePt t="27374" x="6521450" y="1758950"/>
          <p14:tracePt t="27612" x="6527800" y="1758950"/>
          <p14:tracePt t="27640" x="6534150" y="1758950"/>
          <p14:tracePt t="27683" x="6540500" y="1758950"/>
          <p14:tracePt t="27689" x="6546850" y="1758950"/>
          <p14:tracePt t="27704" x="6553200" y="1758950"/>
          <p14:tracePt t="27725" x="6559550" y="1758950"/>
          <p14:tracePt t="27753" x="6572250" y="1758950"/>
          <p14:tracePt t="27781" x="6578600" y="1758950"/>
          <p14:tracePt t="27816" x="6584950" y="1758950"/>
          <p14:tracePt t="27830" x="6591300" y="1758950"/>
          <p14:tracePt t="27844" x="6597650" y="1758950"/>
          <p14:tracePt t="27871" x="6604000" y="1758950"/>
          <p14:tracePt t="27893" x="6610350" y="1758950"/>
          <p14:tracePt t="27942" x="6616700" y="1758950"/>
          <p14:tracePt t="27964" x="6623050" y="1758950"/>
          <p14:tracePt t="28006" x="6629400" y="1758950"/>
          <p14:tracePt t="28034" x="6635750" y="1758950"/>
          <p14:tracePt t="28111" x="6629400" y="1758950"/>
          <p14:tracePt t="28118" x="6623050" y="1758950"/>
          <p14:tracePt t="28140" x="6616700" y="1752600"/>
          <p14:tracePt t="28606" x="6623050" y="1752600"/>
          <p14:tracePt t="28613" x="6654800" y="1752600"/>
          <p14:tracePt t="28627" x="6692900" y="1758950"/>
          <p14:tracePt t="28636" x="6724650" y="1771650"/>
          <p14:tracePt t="28653" x="6769100" y="1778000"/>
          <p14:tracePt t="28671" x="6858000" y="1784350"/>
          <p14:tracePt t="28687" x="6959600" y="1784350"/>
          <p14:tracePt t="28705" x="7067550" y="1797050"/>
          <p14:tracePt t="28720" x="7105650" y="1797050"/>
          <p14:tracePt t="28736" x="7232650" y="1797050"/>
          <p14:tracePt t="28754" x="7353300" y="1797050"/>
          <p14:tracePt t="28770" x="7404100" y="1803400"/>
          <p14:tracePt t="28787" x="7442200" y="1803400"/>
          <p14:tracePt t="28803" x="7499350" y="1809750"/>
          <p14:tracePt t="28819" x="7531100" y="1809750"/>
          <p14:tracePt t="28836" x="7550150" y="1809750"/>
          <p14:tracePt t="28853" x="7600950" y="1809750"/>
          <p14:tracePt t="28869" x="7626350" y="1809750"/>
          <p14:tracePt t="28887" x="7639050" y="1809750"/>
          <p14:tracePt t="28903" x="7683500" y="1809750"/>
          <p14:tracePt t="28919" x="7702550" y="1809750"/>
          <p14:tracePt t="28936" x="7740650" y="1809750"/>
          <p14:tracePt t="28952" x="7759700" y="1809750"/>
          <p14:tracePt t="28969" x="7785100" y="1803400"/>
          <p14:tracePt t="28986" x="7797800" y="1803400"/>
          <p14:tracePt t="29003" x="7804150" y="1803400"/>
          <p14:tracePt t="29019" x="7816850" y="1797050"/>
          <p14:tracePt t="29063" x="7816850" y="1790700"/>
          <p14:tracePt t="29077" x="7810500" y="1790700"/>
          <p14:tracePt t="29091" x="7797800" y="1790700"/>
          <p14:tracePt t="29102" x="7785100" y="1790700"/>
          <p14:tracePt t="29119" x="7772400" y="1790700"/>
          <p14:tracePt t="29135" x="7747000" y="1797050"/>
          <p14:tracePt t="29152" x="7727950" y="1797050"/>
          <p14:tracePt t="29168" x="7708900" y="1797050"/>
          <p14:tracePt t="29185" x="7620000" y="1809750"/>
          <p14:tracePt t="29202" x="7543800" y="1809750"/>
          <p14:tracePt t="29218" x="7327900" y="1816100"/>
          <p14:tracePt t="29235" x="7188200" y="1816100"/>
          <p14:tracePt t="29252" x="6800850" y="1809750"/>
          <p14:tracePt t="29268" x="6318250" y="1784350"/>
          <p14:tracePt t="29285" x="6083300" y="1771650"/>
          <p14:tracePt t="29301" x="5454650" y="1752600"/>
          <p14:tracePt t="29318" x="4857750" y="1752600"/>
          <p14:tracePt t="29335" x="4597400" y="1752600"/>
          <p14:tracePt t="29351" x="4159250" y="1752600"/>
          <p14:tracePt t="29368" x="3841750" y="1752600"/>
          <p14:tracePt t="29385" x="3702050" y="1752600"/>
          <p14:tracePt t="29400" x="3473450" y="1758950"/>
          <p14:tracePt t="29417" x="3371850" y="1765300"/>
          <p14:tracePt t="29435" x="3067050" y="1797050"/>
          <p14:tracePt t="29451" x="2965450" y="1809750"/>
          <p14:tracePt t="29467" x="2863850" y="1809750"/>
          <p14:tracePt t="29484" x="2628900" y="1847850"/>
          <p14:tracePt t="29500" x="2552700" y="1847850"/>
          <p14:tracePt t="29517" x="2463800" y="1854200"/>
          <p14:tracePt t="29534" x="2254250" y="1879600"/>
          <p14:tracePt t="29550" x="2051050" y="1898650"/>
          <p14:tracePt t="29568" x="1873250" y="1930400"/>
          <p14:tracePt t="29583" x="1803400" y="1936750"/>
          <p14:tracePt t="29600" x="1689100" y="1955800"/>
          <p14:tracePt t="29617" x="1638300" y="1955800"/>
          <p14:tracePt t="29621" x="1593850" y="1955800"/>
          <p14:tracePt t="29633" x="1568450" y="1955800"/>
          <p14:tracePt t="29650" x="1543050" y="1955800"/>
          <p14:tracePt t="29667" x="1536700" y="1955800"/>
          <p14:tracePt t="29730" x="1536700" y="1949450"/>
          <p14:tracePt t="29779" x="1543050" y="1949450"/>
          <p14:tracePt t="29807" x="1549400" y="1949450"/>
          <p14:tracePt t="29842" x="1555750" y="1955800"/>
          <p14:tracePt t="29850" x="1562100" y="1955800"/>
          <p14:tracePt t="29856" x="1568450" y="1955800"/>
          <p14:tracePt t="29870" x="1581150" y="1962150"/>
          <p14:tracePt t="29882" x="1593850" y="1962150"/>
          <p14:tracePt t="29899" x="1625600" y="1962150"/>
          <p14:tracePt t="29916" x="1657350" y="1962150"/>
          <p14:tracePt t="29933" x="1746250" y="1962150"/>
          <p14:tracePt t="29949" x="1898650" y="1981200"/>
          <p14:tracePt t="29966" x="1993900" y="1993900"/>
          <p14:tracePt t="29983" x="2197100" y="2012950"/>
          <p14:tracePt t="29999" x="2387600" y="2012950"/>
          <p14:tracePt t="30015" x="2463800" y="2019300"/>
          <p14:tracePt t="30032" x="2540000" y="2019300"/>
          <p14:tracePt t="30049" x="2584450" y="2019300"/>
          <p14:tracePt t="30066" x="2597150" y="2019300"/>
          <p14:tracePt t="30082" x="2603500" y="2019300"/>
          <p14:tracePt t="30186" x="2609850" y="2019300"/>
          <p14:tracePt t="30200" x="2616200" y="2019300"/>
          <p14:tracePt t="30222" x="2628900" y="2019300"/>
          <p14:tracePt t="30228" x="2635250" y="2019300"/>
          <p14:tracePt t="30242" x="2647950" y="2019300"/>
          <p14:tracePt t="30263" x="2660650" y="2019300"/>
          <p14:tracePt t="30271" x="2673350" y="2019300"/>
          <p14:tracePt t="30281" x="2686050" y="2019300"/>
          <p14:tracePt t="30298" x="2736850" y="2019300"/>
          <p14:tracePt t="30314" x="2774950" y="2012950"/>
          <p14:tracePt t="30331" x="2800350" y="2012950"/>
          <p14:tracePt t="30348" x="2933700" y="2006600"/>
          <p14:tracePt t="30364" x="2971800" y="2000250"/>
          <p14:tracePt t="30381" x="3016250" y="1987550"/>
          <p14:tracePt t="30397" x="3092450" y="1987550"/>
          <p14:tracePt t="30414" x="3162300" y="1987550"/>
          <p14:tracePt t="30431" x="3187700" y="1987550"/>
          <p14:tracePt t="30447" x="3244850" y="1987550"/>
          <p14:tracePt t="30464" x="3289300" y="1987550"/>
          <p14:tracePt t="30481" x="3308350" y="1987550"/>
          <p14:tracePt t="30497" x="3314700" y="1987550"/>
          <p14:tracePt t="30513" x="3327400" y="1987550"/>
          <p14:tracePt t="30531" x="3340100" y="1987550"/>
          <p14:tracePt t="30563" x="3352800" y="1981200"/>
          <p14:tracePt t="30580" x="3365500" y="1981200"/>
          <p14:tracePt t="30614" x="3371850" y="1981200"/>
          <p14:tracePt t="30617" x="3378200" y="1981200"/>
          <p14:tracePt t="30630" x="3384550" y="1981200"/>
          <p14:tracePt t="30650" x="3390900" y="1981200"/>
          <p14:tracePt t="30692" x="3397250" y="1981200"/>
          <p14:tracePt t="30734" x="3403600" y="1981200"/>
          <p14:tracePt t="30741" x="3409950" y="1981200"/>
          <p14:tracePt t="30762" x="3416300" y="1981200"/>
          <p14:tracePt t="30783" x="3422650" y="1981200"/>
          <p14:tracePt t="30811" x="3429000" y="1981200"/>
          <p14:tracePt t="30825" x="3435350" y="1981200"/>
          <p14:tracePt t="30832" x="3441700" y="1981200"/>
          <p14:tracePt t="30846" x="3448050" y="1981200"/>
          <p14:tracePt t="30862" x="3467100" y="1981200"/>
          <p14:tracePt t="30879" x="3473450" y="1981200"/>
          <p14:tracePt t="30896" x="3517900" y="1981200"/>
          <p14:tracePt t="30913" x="3568700" y="1981200"/>
          <p14:tracePt t="30929" x="3587750" y="1981200"/>
          <p14:tracePt t="30946" x="3644900" y="1993900"/>
          <p14:tracePt t="30962" x="3663950" y="1993900"/>
          <p14:tracePt t="30979" x="3714750" y="1993900"/>
          <p14:tracePt t="30995" x="3721100" y="1993900"/>
          <p14:tracePt t="31012" x="3733800" y="1993900"/>
          <p14:tracePt t="31029" x="3740150" y="1993900"/>
          <p14:tracePt t="31045" x="3746500" y="1993900"/>
          <p14:tracePt t="31062" x="3752850" y="1993900"/>
          <p14:tracePt t="31078" x="3759200" y="1993900"/>
          <p14:tracePt t="31106" x="3765550" y="1993900"/>
          <p14:tracePt t="31115" x="3771900" y="1993900"/>
          <p14:tracePt t="31129" x="3778250" y="1993900"/>
          <p14:tracePt t="31145" x="3784600" y="1993900"/>
          <p14:tracePt t="31164" x="3790950" y="1993900"/>
          <p14:tracePt t="31178" x="3797300" y="1993900"/>
          <p14:tracePt t="31213" x="3810000" y="1993900"/>
          <p14:tracePt t="31232" x="3816350" y="2000250"/>
          <p14:tracePt t="31247" x="3822700" y="2000250"/>
          <p14:tracePt t="31260" x="3829050" y="2000250"/>
          <p14:tracePt t="31275" x="3835400" y="2000250"/>
          <p14:tracePt t="31282" x="3835400" y="2006600"/>
          <p14:tracePt t="31317" x="3841750" y="2006600"/>
          <p14:tracePt t="31324" x="3848100" y="2006600"/>
          <p14:tracePt t="31345" x="3854450" y="2006600"/>
          <p14:tracePt t="31365" x="3860800" y="2006600"/>
          <p14:tracePt t="31373" x="3867150" y="2006600"/>
          <p14:tracePt t="31387" x="3867150" y="2012950"/>
          <p14:tracePt t="31396" x="3873500" y="2012950"/>
          <p14:tracePt t="31422" x="3879850" y="2012950"/>
          <p14:tracePt t="31436" x="3892550" y="2012950"/>
          <p14:tracePt t="31444" x="3898900" y="2019300"/>
          <p14:tracePt t="31460" x="3905250" y="2019300"/>
          <p14:tracePt t="31478" x="3930650" y="2019300"/>
          <p14:tracePt t="31494" x="3962400" y="2025650"/>
          <p14:tracePt t="31510" x="3981450" y="2025650"/>
          <p14:tracePt t="31527" x="4013200" y="2032000"/>
          <p14:tracePt t="31543" x="4044950" y="2032000"/>
          <p14:tracePt t="31561" x="4057650" y="2038350"/>
          <p14:tracePt t="31577" x="4083050" y="2038350"/>
          <p14:tracePt t="31594" x="4089400" y="2038350"/>
          <p14:tracePt t="31610" x="4108450" y="2044700"/>
          <p14:tracePt t="31627" x="4114800" y="2044700"/>
          <p14:tracePt t="31643" x="4121150" y="2044700"/>
          <p14:tracePt t="31668" x="4127500" y="2044700"/>
          <p14:tracePt t="31676" x="4133850" y="2044700"/>
          <p14:tracePt t="31703" x="4146550" y="2044700"/>
          <p14:tracePt t="31717" x="4152900" y="2044700"/>
          <p14:tracePt t="31726" x="4159250" y="2044700"/>
          <p14:tracePt t="31746" x="4171950" y="2044700"/>
          <p14:tracePt t="31759" x="4184650" y="2044700"/>
          <p14:tracePt t="31776" x="4229100" y="2044700"/>
          <p14:tracePt t="31795" x="4305300" y="2044700"/>
          <p14:tracePt t="31809" x="4356100" y="2044700"/>
          <p14:tracePt t="31826" x="4470400" y="2044700"/>
          <p14:tracePt t="31843" x="4641850" y="2044700"/>
          <p14:tracePt t="31859" x="4743450" y="2032000"/>
          <p14:tracePt t="31876" x="4832350" y="2032000"/>
          <p14:tracePt t="31893" x="5060950" y="2012950"/>
          <p14:tracePt t="31909" x="5124450" y="2012950"/>
          <p14:tracePt t="31925" x="5194300" y="2006600"/>
          <p14:tracePt t="31942" x="5308600" y="1993900"/>
          <p14:tracePt t="31959" x="5391150" y="1981200"/>
          <p14:tracePt t="31975" x="5429250" y="1981200"/>
          <p14:tracePt t="31992" x="5492750" y="1974850"/>
          <p14:tracePt t="32009" x="5530850" y="1974850"/>
          <p14:tracePt t="32026" x="5562600" y="1962150"/>
          <p14:tracePt t="32042" x="5581650" y="1955800"/>
          <p14:tracePt t="32058" x="5600700" y="1955800"/>
          <p14:tracePt t="32076" x="5638800" y="1955800"/>
          <p14:tracePt t="32092" x="5651500" y="1955800"/>
          <p14:tracePt t="32108" x="5670550" y="1955800"/>
          <p14:tracePt t="32125" x="5695950" y="1962150"/>
          <p14:tracePt t="32141" x="5708650" y="1962150"/>
          <p14:tracePt t="32145" x="5727700" y="1962150"/>
          <p14:tracePt t="32161" x="5753100" y="1974850"/>
          <p14:tracePt t="32174" x="5791200" y="1974850"/>
          <p14:tracePt t="32191" x="5822950" y="1974850"/>
          <p14:tracePt t="32208" x="5842000" y="1981200"/>
          <p14:tracePt t="32224" x="5899150" y="1987550"/>
          <p14:tracePt t="32241" x="5956300" y="1993900"/>
          <p14:tracePt t="32258" x="6013450" y="2000250"/>
          <p14:tracePt t="32274" x="6045200" y="2000250"/>
          <p14:tracePt t="32291" x="6096000" y="2006600"/>
          <p14:tracePt t="32308" x="6134100" y="2012950"/>
          <p14:tracePt t="32324" x="6153150" y="2019300"/>
          <p14:tracePt t="32341" x="6203950" y="2038350"/>
          <p14:tracePt t="32357" x="6248400" y="2044700"/>
          <p14:tracePt t="32374" x="6273800" y="2044700"/>
          <p14:tracePt t="32391" x="6324600" y="2044700"/>
          <p14:tracePt t="32407" x="6369050" y="2051050"/>
          <p14:tracePt t="32424" x="6388100" y="2051050"/>
          <p14:tracePt t="32441" x="6426200" y="2057400"/>
          <p14:tracePt t="32456" x="6457950" y="2057400"/>
          <p14:tracePt t="32474" x="6470650" y="2057400"/>
          <p14:tracePt t="32490" x="6496050" y="2057400"/>
          <p14:tracePt t="32507" x="6508750" y="2057400"/>
          <p14:tracePt t="32524" x="6521450" y="2057400"/>
          <p14:tracePt t="32540" x="6540500" y="2057400"/>
          <p14:tracePt t="32557" x="6553200" y="2057400"/>
          <p14:tracePt t="32574" x="6565900" y="2057400"/>
          <p14:tracePt t="32590" x="6584950" y="2057400"/>
          <p14:tracePt t="32606" x="6591300" y="2057400"/>
          <p14:tracePt t="32623" x="6604000" y="2057400"/>
          <p14:tracePt t="32640" x="6616700" y="2057400"/>
          <p14:tracePt t="32656" x="6623050" y="2057400"/>
          <p14:tracePt t="32673" x="6642100" y="2057400"/>
          <p14:tracePt t="32689" x="6661150" y="2057400"/>
          <p14:tracePt t="32707" x="6686550" y="2063750"/>
          <p14:tracePt t="32722" x="6705600" y="2063750"/>
          <p14:tracePt t="32739" x="6737350" y="2063750"/>
          <p14:tracePt t="32757" x="6775450" y="2063750"/>
          <p14:tracePt t="32772" x="6794500" y="2063750"/>
          <p14:tracePt t="32789" x="6819900" y="2063750"/>
          <p14:tracePt t="32806" x="6877050" y="2063750"/>
          <p14:tracePt t="32822" x="6889750" y="2063750"/>
          <p14:tracePt t="32839" x="6902450" y="2063750"/>
          <p14:tracePt t="32856" x="6927850" y="2063750"/>
          <p14:tracePt t="32872" x="6940550" y="2063750"/>
          <p14:tracePt t="32889" x="6953250" y="2063750"/>
          <p14:tracePt t="32905" x="6959600" y="2063750"/>
          <p14:tracePt t="32922" x="6978650" y="2063750"/>
          <p14:tracePt t="32939" x="6991350" y="2063750"/>
          <p14:tracePt t="32955" x="6997700" y="2063750"/>
          <p14:tracePt t="32988" x="7010400" y="2063750"/>
          <p14:tracePt t="33005" x="7016750" y="2063750"/>
          <p14:tracePt t="33022" x="7029450" y="2063750"/>
          <p14:tracePt t="33039" x="7035800" y="2063750"/>
          <p14:tracePt t="33055" x="7042150" y="2063750"/>
          <p14:tracePt t="33072" x="7048500" y="2063750"/>
          <p14:tracePt t="33088" x="7061200" y="2063750"/>
          <p14:tracePt t="33150" x="7067550" y="2063750"/>
          <p14:tracePt t="33157" x="7073900" y="2063750"/>
          <p14:tracePt t="36366" x="7105650" y="2051050"/>
          <p14:tracePt t="36380" x="7175500" y="2006600"/>
          <p14:tracePt t="36387" x="7245350" y="1981200"/>
          <p14:tracePt t="36401" x="7315200" y="1943100"/>
          <p14:tracePt t="36410" x="7372350" y="1905000"/>
          <p14:tracePt t="36426" x="7423150" y="1873250"/>
          <p14:tracePt t="36443" x="7524750" y="1822450"/>
          <p14:tracePt t="36460" x="7607300" y="1758950"/>
          <p14:tracePt t="36476" x="7651750" y="1720850"/>
          <p14:tracePt t="36493" x="7740650" y="1638300"/>
          <p14:tracePt t="36510" x="7829550" y="1543050"/>
          <p14:tracePt t="36527" x="7905750" y="1428750"/>
          <p14:tracePt t="36542" x="7943850" y="1371600"/>
          <p14:tracePt t="36559" x="7981950" y="1314450"/>
          <p14:tracePt t="36577" x="8058150" y="1206500"/>
          <p14:tracePt t="36592" x="8070850" y="1174750"/>
          <p14:tracePt t="36609" x="8089900" y="1155700"/>
          <p14:tracePt t="36626" x="8115300" y="1123950"/>
          <p14:tracePt t="36642" x="8134350" y="1098550"/>
          <p14:tracePt t="36659" x="8140700" y="1098550"/>
          <p14:tracePt t="36676" x="8147050" y="1085850"/>
          <p14:tracePt t="36693" x="8153400" y="1085850"/>
          <p14:tracePt t="36738" x="8147050" y="1092200"/>
          <p14:tracePt t="36752" x="8140700" y="1092200"/>
          <p14:tracePt t="36761" x="8128000" y="1104900"/>
          <p14:tracePt t="36775" x="8115300" y="1117600"/>
          <p14:tracePt t="36792" x="8089900" y="1130300"/>
          <p14:tracePt t="36809" x="8070850" y="1149350"/>
          <p14:tracePt t="36825" x="8051800" y="1155700"/>
          <p14:tracePt t="36842" x="8039100" y="1162050"/>
          <p14:tracePt t="36858" x="7988300" y="1200150"/>
          <p14:tracePt t="36875" x="7950200" y="1212850"/>
          <p14:tracePt t="36893" x="7861300" y="1270000"/>
          <p14:tracePt t="36908" x="7804150" y="1295400"/>
          <p14:tracePt t="36925" x="7689850" y="1339850"/>
          <p14:tracePt t="36942" x="7607300" y="1365250"/>
          <p14:tracePt t="36958" x="7581900" y="1371600"/>
          <p14:tracePt t="36975" x="7543800" y="1384300"/>
          <p14:tracePt t="36991" x="7531100" y="1384300"/>
          <p14:tracePt t="37024" x="7524750" y="1384300"/>
          <p14:tracePt t="37068" x="7531100" y="1384300"/>
          <p14:tracePt t="37082" x="7537450" y="1384300"/>
          <p14:tracePt t="37089" x="7550150" y="1384300"/>
          <p14:tracePt t="37103" x="7556500" y="1384300"/>
          <p14:tracePt t="37111" x="7575550" y="1384300"/>
          <p14:tracePt t="37127" x="7588250" y="1384300"/>
          <p14:tracePt t="37141" x="7620000" y="1384300"/>
          <p14:tracePt t="37157" x="7639050" y="1384300"/>
          <p14:tracePt t="37175" x="7702550" y="1384300"/>
          <p14:tracePt t="37191" x="7747000" y="1384300"/>
          <p14:tracePt t="37208" x="7874000" y="1384300"/>
          <p14:tracePt t="37223" x="8013700" y="1384300"/>
          <p14:tracePt t="37240" x="8077200" y="1384300"/>
          <p14:tracePt t="37258" x="8216900" y="1384300"/>
          <p14:tracePt t="37274" x="8369300" y="1377950"/>
          <p14:tracePt t="37290" x="8439150" y="1377950"/>
          <p14:tracePt t="37307" x="8578850" y="1371600"/>
          <p14:tracePt t="37323" x="8667750" y="1358900"/>
          <p14:tracePt t="37340" x="8712200" y="1352550"/>
          <p14:tracePt t="37358" x="8769350" y="1352550"/>
          <p14:tracePt t="37373" x="8794750" y="1352550"/>
          <p14:tracePt t="37412" x="8788400" y="1352550"/>
          <p14:tracePt t="37423" x="8775700" y="1352550"/>
          <p14:tracePt t="37440" x="8731250" y="1352550"/>
          <p14:tracePt t="37457" x="8712200" y="1352550"/>
          <p14:tracePt t="37473" x="8693150" y="1352550"/>
          <p14:tracePt t="37490" x="8509000" y="1371600"/>
          <p14:tracePt t="37506" x="8382000" y="1390650"/>
          <p14:tracePt t="37523" x="8204200" y="1390650"/>
          <p14:tracePt t="37540" x="7607300" y="1409700"/>
          <p14:tracePt t="37557" x="6781800" y="1409700"/>
          <p14:tracePt t="37574" x="5949950" y="1397000"/>
          <p14:tracePt t="37589" x="5480050" y="1377950"/>
          <p14:tracePt t="37606" x="4686300" y="1308100"/>
          <p14:tracePt t="37623" x="4038600" y="1295400"/>
          <p14:tracePt t="37640" x="3816350" y="1270000"/>
          <p14:tracePt t="37657" x="3492500" y="1219200"/>
          <p14:tracePt t="37672" x="3302000" y="1187450"/>
          <p14:tracePt t="37689" x="3232150" y="1181100"/>
          <p14:tracePt t="37706" x="3155950" y="1181100"/>
          <p14:tracePt t="37722" x="3111500" y="1181100"/>
          <p14:tracePt t="37739" x="3098800" y="1181100"/>
          <p14:tracePt t="37757" x="3086100" y="1181100"/>
          <p14:tracePt t="37771" x="3067050" y="1181100"/>
          <p14:tracePt t="37788" x="3054350" y="1181100"/>
          <p14:tracePt t="37806" x="3022600" y="1174750"/>
          <p14:tracePt t="37822" x="3003550" y="1174750"/>
          <p14:tracePt t="37839" x="2959100" y="1168400"/>
          <p14:tracePt t="37856" x="2908300" y="1168400"/>
          <p14:tracePt t="37872" x="2870200" y="1168400"/>
          <p14:tracePt t="37888" x="2781300" y="1168400"/>
          <p14:tracePt t="37904" x="2673350" y="1181100"/>
          <p14:tracePt t="37921" x="2622550" y="1181100"/>
          <p14:tracePt t="37939" x="2501900" y="1193800"/>
          <p14:tracePt t="37955" x="2400300" y="1206500"/>
          <p14:tracePt t="37971" x="2343150" y="1225550"/>
          <p14:tracePt t="37988" x="2273300" y="1244600"/>
          <p14:tracePt t="38004" x="2209800" y="1270000"/>
          <p14:tracePt t="38021" x="2190750" y="1282700"/>
          <p14:tracePt t="38038" x="2152650" y="1314450"/>
          <p14:tracePt t="38055" x="2101850" y="1352550"/>
          <p14:tracePt t="38072" x="2070100" y="1371600"/>
          <p14:tracePt t="38087" x="2012950" y="1409700"/>
          <p14:tracePt t="38104" x="1993900" y="1435100"/>
          <p14:tracePt t="38121" x="1924050" y="1492250"/>
          <p14:tracePt t="38137" x="1905000" y="1504950"/>
          <p14:tracePt t="38154" x="1892300" y="1517650"/>
          <p14:tracePt t="38171" x="1866900" y="1536700"/>
          <p14:tracePt t="38187" x="1841500" y="1555750"/>
          <p14:tracePt t="38206" x="1835150" y="1562100"/>
          <p14:tracePt t="38221" x="1835150" y="1568450"/>
          <p14:tracePt t="38237" x="1828800" y="1568450"/>
          <p14:tracePt t="38458" x="1816100" y="1568450"/>
          <p14:tracePt t="38466" x="1797050" y="1568450"/>
          <p14:tracePt t="38473" x="1765300" y="1568450"/>
          <p14:tracePt t="38489" x="1727200" y="1568450"/>
          <p14:tracePt t="38503" x="1689100" y="1568450"/>
          <p14:tracePt t="38519" x="1574800" y="1562100"/>
          <p14:tracePt t="38536" x="1466850" y="1562100"/>
          <p14:tracePt t="38553" x="1416050" y="1562100"/>
          <p14:tracePt t="38569" x="1352550" y="1562100"/>
          <p14:tracePt t="38586" x="1308100" y="1568450"/>
          <p14:tracePt t="38603" x="1289050" y="1568450"/>
          <p14:tracePt t="38620" x="1276350" y="1574800"/>
          <p14:tracePt t="38636" x="1270000" y="1574800"/>
          <p14:tracePt t="38788" x="1276350" y="1574800"/>
          <p14:tracePt t="83086" x="1333500" y="1574800"/>
          <p14:tracePt t="83093" x="1441450" y="1562100"/>
          <p14:tracePt t="83102" x="1555750" y="1543050"/>
          <p14:tracePt t="83115" x="1784350" y="1498600"/>
          <p14:tracePt t="83132" x="2038350" y="1479550"/>
          <p14:tracePt t="83149" x="2381250" y="1447800"/>
          <p14:tracePt t="83165" x="2622550" y="1428750"/>
          <p14:tracePt t="83182" x="2863850" y="1428750"/>
          <p14:tracePt t="83199" x="3181350" y="1416050"/>
          <p14:tracePt t="83215" x="3435350" y="1403350"/>
          <p14:tracePt t="83232" x="3625850" y="1384300"/>
          <p14:tracePt t="83249" x="3937000" y="1333500"/>
          <p14:tracePt t="83265" x="4140200" y="1320800"/>
          <p14:tracePt t="83282" x="4324350" y="1270000"/>
          <p14:tracePt t="83298" x="4660900" y="1187450"/>
          <p14:tracePt t="83314" x="4889500" y="1155700"/>
          <p14:tracePt t="83332" x="5194300" y="1104900"/>
          <p14:tracePt t="83348" x="5403850" y="1066800"/>
          <p14:tracePt t="83366" x="5594350" y="1035050"/>
          <p14:tracePt t="83381" x="5861050" y="1022350"/>
          <p14:tracePt t="83398" x="6038850" y="1022350"/>
          <p14:tracePt t="83414" x="6197600" y="1016000"/>
          <p14:tracePt t="83431" x="6419850" y="984250"/>
          <p14:tracePt t="83448" x="6508750" y="984250"/>
          <p14:tracePt t="83466" x="6635750" y="984250"/>
          <p14:tracePt t="83480" x="6699250" y="977900"/>
          <p14:tracePt t="83497" x="6743700" y="977900"/>
          <p14:tracePt t="83514" x="6794500" y="996950"/>
          <p14:tracePt t="83530" x="6838950" y="990600"/>
          <p14:tracePt t="83547" x="6864350" y="990600"/>
          <p14:tracePt t="83564" x="6883400" y="990600"/>
          <p14:tracePt t="83581" x="6908800" y="996950"/>
          <p14:tracePt t="83597" x="6921500" y="996950"/>
          <p14:tracePt t="83613" x="6940550" y="1003300"/>
          <p14:tracePt t="83630" x="6953250" y="1016000"/>
          <p14:tracePt t="83648" x="6985000" y="1028700"/>
          <p14:tracePt t="83663" x="7010400" y="1041400"/>
          <p14:tracePt t="83680" x="7029450" y="1060450"/>
          <p14:tracePt t="83697" x="7092950" y="1085850"/>
          <p14:tracePt t="83713" x="7137400" y="1117600"/>
          <p14:tracePt t="83730" x="7188200" y="1155700"/>
          <p14:tracePt t="83747" x="7289800" y="1200150"/>
          <p14:tracePt t="83763" x="7359650" y="1244600"/>
          <p14:tracePt t="83767" x="7378700" y="1257300"/>
          <p14:tracePt t="83780" x="7410450" y="1270000"/>
          <p14:tracePt t="83797" x="7461250" y="1295400"/>
          <p14:tracePt t="83813" x="7473950" y="1295400"/>
          <p14:tracePt t="83830" x="7480300" y="1295400"/>
          <p14:tracePt t="83887" x="7480300" y="1289050"/>
          <p14:tracePt t="83908" x="7480300" y="1282700"/>
          <p14:tracePt t="83922" x="7473950" y="1282700"/>
          <p14:tracePt t="83928" x="7467600" y="1282700"/>
          <p14:tracePt t="83936" x="7467600" y="1276350"/>
          <p14:tracePt t="83971" x="7461250" y="1270000"/>
          <p14:tracePt t="84006" x="7454900" y="1270000"/>
          <p14:tracePt t="84534" x="7448550" y="1276350"/>
          <p14:tracePt t="84541" x="7423150" y="1282700"/>
          <p14:tracePt t="84548" x="7404100" y="1289050"/>
          <p14:tracePt t="84560" x="7385050" y="1295400"/>
          <p14:tracePt t="84577" x="7283450" y="1320800"/>
          <p14:tracePt t="84593" x="7188200" y="1339850"/>
          <p14:tracePt t="84611" x="6978650" y="1384300"/>
          <p14:tracePt t="84626" x="6819900" y="1435100"/>
          <p14:tracePt t="84643" x="6648450" y="1485900"/>
          <p14:tracePt t="84660" x="6324600" y="1549400"/>
          <p14:tracePt t="84676" x="6127750" y="1612900"/>
          <p14:tracePt t="84693" x="5899150" y="1631950"/>
          <p14:tracePt t="84710" x="5518150" y="1695450"/>
          <p14:tracePt t="84726" x="5289550" y="1739900"/>
          <p14:tracePt t="84743" x="5022850" y="1758950"/>
          <p14:tracePt t="84760" x="4679950" y="1835150"/>
          <p14:tracePt t="84776" x="4464050" y="1841500"/>
          <p14:tracePt t="84794" x="4152900" y="1873250"/>
          <p14:tracePt t="84809" x="3962400" y="1892300"/>
          <p14:tracePt t="84826" x="3841750" y="1905000"/>
          <p14:tracePt t="84843" x="3638550" y="1892300"/>
          <p14:tracePt t="84859" x="3486150" y="1892300"/>
          <p14:tracePt t="84876" x="3378200" y="1873250"/>
          <p14:tracePt t="84892" x="3282950" y="1841500"/>
          <p14:tracePt t="84909" x="3219450" y="1847850"/>
          <p14:tracePt t="84926" x="3168650" y="1822450"/>
          <p14:tracePt t="84942" x="3073400" y="1790700"/>
          <p14:tracePt t="84959" x="3022600" y="1778000"/>
          <p14:tracePt t="84976" x="2978150" y="1790700"/>
          <p14:tracePt t="84992" x="2952750" y="1790700"/>
          <p14:tracePt t="85009" x="2946400" y="1790700"/>
          <p14:tracePt t="85026" x="2940050" y="1790700"/>
          <p14:tracePt t="85042" x="2940050" y="1784350"/>
          <p14:tracePt t="85075" x="2933700" y="1784350"/>
          <p14:tracePt t="85092" x="2927350" y="1778000"/>
          <p14:tracePt t="85109" x="2908300" y="1765300"/>
          <p14:tracePt t="85125" x="2851150" y="1727200"/>
          <p14:tracePt t="85142" x="2813050" y="1714500"/>
          <p14:tracePt t="85159" x="2736850" y="1689100"/>
          <p14:tracePt t="85175" x="2686050" y="1663700"/>
          <p14:tracePt t="85192" x="2635250" y="1651000"/>
          <p14:tracePt t="85208" x="2571750" y="1631950"/>
          <p14:tracePt t="85225" x="2540000" y="1612900"/>
          <p14:tracePt t="85242" x="2495550" y="1600200"/>
          <p14:tracePt t="85245" x="2476500" y="1600200"/>
          <p14:tracePt t="85258" x="2444750" y="1593850"/>
          <p14:tracePt t="85274" x="2419350" y="1587500"/>
          <p14:tracePt t="85292" x="2374900" y="1587500"/>
          <p14:tracePt t="85307" x="2355850" y="1587500"/>
          <p14:tracePt t="85324" x="2324100" y="1587500"/>
          <p14:tracePt t="85341" x="2305050" y="1587500"/>
          <p14:tracePt t="85357" x="2286000" y="1593850"/>
          <p14:tracePt t="85374" x="2273300" y="1600200"/>
          <p14:tracePt t="85390" x="2254250" y="1600200"/>
          <p14:tracePt t="85407" x="2247900" y="1606550"/>
          <p14:tracePt t="85424" x="2241550" y="1606550"/>
          <p14:tracePt t="85441" x="2235200" y="1612900"/>
          <p14:tracePt t="85488" x="2235200" y="1619250"/>
          <p14:tracePt t="85918" x="2209800" y="1619250"/>
          <p14:tracePt t="85924" x="2171700" y="1619250"/>
          <p14:tracePt t="85939" x="2095500" y="1593850"/>
          <p14:tracePt t="85955" x="2025650" y="1568450"/>
          <p14:tracePt t="85972" x="1974850" y="1555750"/>
          <p14:tracePt t="85989" x="1860550" y="1524000"/>
          <p14:tracePt t="86005" x="1809750" y="1498600"/>
          <p14:tracePt t="86022" x="1771650" y="1485900"/>
          <p14:tracePt t="86038" x="1720850" y="1466850"/>
          <p14:tracePt t="86055" x="1708150" y="1466850"/>
          <p14:tracePt t="86088" x="1701800" y="1466850"/>
          <p14:tracePt t="86123" x="1695450" y="1473200"/>
          <p14:tracePt t="86178" x="1695450" y="1479550"/>
          <p14:tracePt t="86206" x="1695450" y="1485900"/>
          <p14:tracePt t="86248" x="1701800" y="1485900"/>
          <p14:tracePt t="86325" x="1708150" y="1485900"/>
          <p14:tracePt t="86339" x="1714500" y="1485900"/>
          <p14:tracePt t="86346" x="1720850" y="1485900"/>
          <p14:tracePt t="86355" x="1727200" y="1485900"/>
          <p14:tracePt t="86371" x="1733550" y="1485900"/>
          <p14:tracePt t="86388" x="1739900" y="1485900"/>
          <p14:tracePt t="86404" x="1752600" y="1485900"/>
          <p14:tracePt t="86420" x="1771650" y="1479550"/>
          <p14:tracePt t="86437" x="1822450" y="1466850"/>
          <p14:tracePt t="86454" x="1873250" y="1454150"/>
          <p14:tracePt t="86471" x="1930400" y="1447800"/>
          <p14:tracePt t="86488" x="2051050" y="1441450"/>
          <p14:tracePt t="86503" x="2165350" y="1441450"/>
          <p14:tracePt t="86522" x="2362200" y="1435100"/>
          <p14:tracePt t="86536" x="2501900" y="1435100"/>
          <p14:tracePt t="86553" x="2635250" y="1447800"/>
          <p14:tracePt t="86571" x="2838450" y="1454150"/>
          <p14:tracePt t="86587" x="2984500" y="1485900"/>
          <p14:tracePt t="86603" x="3111500" y="1504950"/>
          <p14:tracePt t="86620" x="3263900" y="1536700"/>
          <p14:tracePt t="86636" x="3333750" y="1562100"/>
          <p14:tracePt t="86653" x="3384550" y="1568450"/>
          <p14:tracePt t="86670" x="3448050" y="1574800"/>
          <p14:tracePt t="86686" x="3473450" y="1574800"/>
          <p14:tracePt t="86704" x="3511550" y="1581150"/>
          <p14:tracePt t="86719" x="3517900" y="1581150"/>
          <p14:tracePt t="86736" x="3524250" y="1581150"/>
          <p14:tracePt t="86753" x="3536950" y="1581150"/>
          <p14:tracePt t="86770" x="3543300" y="1574800"/>
          <p14:tracePt t="86787" x="3549650" y="1574800"/>
          <p14:tracePt t="86803" x="3556000" y="1574800"/>
          <p14:tracePt t="86819" x="3556000" y="1568450"/>
          <p14:tracePt t="86844" x="3556000" y="1562100"/>
          <p14:tracePt t="86865" x="3549650" y="1555750"/>
          <p14:tracePt t="86887" x="3543300" y="1555750"/>
          <p14:tracePt t="87280" x="3575050" y="1555750"/>
          <p14:tracePt t="87286" x="3651250" y="1555750"/>
          <p14:tracePt t="87303" x="3746500" y="1543050"/>
          <p14:tracePt t="87318" x="3822700" y="1536700"/>
          <p14:tracePt t="87335" x="3987800" y="1524000"/>
          <p14:tracePt t="87351" x="4121150" y="1504950"/>
          <p14:tracePt t="87367" x="4184650" y="1498600"/>
          <p14:tracePt t="87384" x="4267200" y="1492250"/>
          <p14:tracePt t="87401" x="4318000" y="1485900"/>
          <p14:tracePt t="87417" x="4330700" y="1485900"/>
          <p14:tracePt t="87434" x="4343400" y="1485900"/>
          <p14:tracePt t="87476" x="4343400" y="1479550"/>
          <p14:tracePt t="87490" x="4343400" y="1473200"/>
          <p14:tracePt t="87609" x="4349750" y="1473200"/>
          <p14:tracePt t="87617" x="4356100" y="1473200"/>
          <p14:tracePt t="87631" x="4368800" y="1473200"/>
          <p14:tracePt t="87637" x="4381500" y="1473200"/>
          <p14:tracePt t="87653" x="4394200" y="1473200"/>
          <p14:tracePt t="87666" x="4432300" y="1473200"/>
          <p14:tracePt t="87683" x="4464050" y="1473200"/>
          <p14:tracePt t="87701" x="4527550" y="1466850"/>
          <p14:tracePt t="87716" x="4578350" y="1466850"/>
          <p14:tracePt t="87733" x="4737100" y="1447800"/>
          <p14:tracePt t="87750" x="4927600" y="1435100"/>
          <p14:tracePt t="87766" x="5029200" y="1422400"/>
          <p14:tracePt t="87770" x="5118100" y="1416050"/>
          <p14:tracePt t="87782" x="5207000" y="1416050"/>
          <p14:tracePt t="87799" x="5365750" y="1397000"/>
          <p14:tracePt t="87816" x="5429250" y="1384300"/>
          <p14:tracePt t="87833" x="5530850" y="1384300"/>
          <p14:tracePt t="87849" x="5638800" y="1384300"/>
          <p14:tracePt t="87865" x="5676900" y="1384300"/>
          <p14:tracePt t="87883" x="5727700" y="1384300"/>
          <p14:tracePt t="87898" x="5753100" y="1390650"/>
          <p14:tracePt t="87915" x="5772150" y="1390650"/>
          <p14:tracePt t="87933" x="5791200" y="1397000"/>
          <p14:tracePt t="87948" x="5797550" y="1397000"/>
          <p14:tracePt t="87965" x="5822950" y="1397000"/>
          <p14:tracePt t="87982" x="5848350" y="1397000"/>
          <p14:tracePt t="87998" x="5861050" y="1397000"/>
          <p14:tracePt t="88015" x="5886450" y="1397000"/>
          <p14:tracePt t="88032" x="5905500" y="1397000"/>
          <p14:tracePt t="88048" x="5918200" y="1397000"/>
          <p14:tracePt t="88065" x="5924550" y="1397000"/>
          <p14:tracePt t="88081" x="5937250" y="1397000"/>
          <p14:tracePt t="88115" x="5937250" y="1390650"/>
          <p14:tracePt t="88504" x="5962650" y="1390650"/>
          <p14:tracePt t="88511" x="6013450" y="1377950"/>
          <p14:tracePt t="88524" x="6089650" y="1365250"/>
          <p14:tracePt t="88533" x="6191250" y="1346200"/>
          <p14:tracePt t="88546" x="6318250" y="1333500"/>
          <p14:tracePt t="88563" x="6546850" y="1308100"/>
          <p14:tracePt t="88580" x="6680200" y="1282700"/>
          <p14:tracePt t="88596" x="6927850" y="1276350"/>
          <p14:tracePt t="88613" x="7156450" y="1263650"/>
          <p14:tracePt t="88631" x="7353300" y="1257300"/>
          <p14:tracePt t="88646" x="7442200" y="1257300"/>
          <p14:tracePt t="88663" x="7518400" y="1263650"/>
          <p14:tracePt t="88680" x="7664450" y="1276350"/>
          <p14:tracePt t="88696" x="7689850" y="1276350"/>
          <p14:tracePt t="88712" x="7702550" y="1276350"/>
          <p14:tracePt t="88729" x="7715250" y="1282700"/>
          <p14:tracePt t="88806" x="7727950" y="1289050"/>
          <p14:tracePt t="88820" x="7734300" y="1289050"/>
          <p14:tracePt t="88834" x="7740650" y="1289050"/>
          <p14:tracePt t="88840" x="7747000" y="1301750"/>
          <p14:tracePt t="88855" x="7772400" y="1308100"/>
          <p14:tracePt t="88863" x="7791450" y="1320800"/>
          <p14:tracePt t="88879" x="7810500" y="1327150"/>
          <p14:tracePt t="88895" x="7854950" y="1346200"/>
          <p14:tracePt t="88912" x="7886700" y="1358900"/>
          <p14:tracePt t="88928" x="7912100" y="1371600"/>
          <p14:tracePt t="88946" x="7943850" y="1377950"/>
          <p14:tracePt t="88962" x="7962900" y="1384300"/>
          <p14:tracePt t="88978" x="7969250" y="1384300"/>
          <p14:tracePt t="89030" x="7962900" y="1384300"/>
          <p14:tracePt t="89052" x="7956550" y="1384300"/>
          <p14:tracePt t="89073" x="7950200" y="1384300"/>
          <p14:tracePt t="89094" x="7943850" y="1384300"/>
          <p14:tracePt t="89129" x="7937500" y="1384300"/>
          <p14:tracePt t="89584" x="7924800" y="1384300"/>
          <p14:tracePt t="89598" x="7886700" y="1384300"/>
          <p14:tracePt t="89605" x="7829550" y="1384300"/>
          <p14:tracePt t="89613" x="7766050" y="1384300"/>
          <p14:tracePt t="89629" x="7689850" y="1384300"/>
          <p14:tracePt t="89643" x="7588250" y="1384300"/>
          <p14:tracePt t="89659" x="7340600" y="1384300"/>
          <p14:tracePt t="89676" x="6959600" y="1384300"/>
          <p14:tracePt t="89693" x="6673850" y="1384300"/>
          <p14:tracePt t="89710" x="6102350" y="1384300"/>
          <p14:tracePt t="89725" x="5556250" y="1384300"/>
          <p14:tracePt t="89743" x="5270500" y="1384300"/>
          <p14:tracePt t="89759" x="4718050" y="1365250"/>
          <p14:tracePt t="89776" x="4165600" y="1371600"/>
          <p14:tracePt t="89792" x="3898900" y="1365250"/>
          <p14:tracePt t="89809" x="3429000" y="1346200"/>
          <p14:tracePt t="89825" x="3054350" y="1352550"/>
          <p14:tracePt t="89843" x="2800350" y="1377950"/>
          <p14:tracePt t="89859" x="2698750" y="1384300"/>
          <p14:tracePt t="89876" x="2622550" y="1403350"/>
          <p14:tracePt t="89893" x="2413000" y="1435100"/>
          <p14:tracePt t="89909" x="2355850" y="1441450"/>
          <p14:tracePt t="89925" x="2305050" y="1460500"/>
          <p14:tracePt t="89942" x="2228850" y="1504950"/>
          <p14:tracePt t="89958" x="2165350" y="1524000"/>
          <p14:tracePt t="89975" x="2146300" y="1530350"/>
          <p14:tracePt t="89992" x="2095500" y="1555750"/>
          <p14:tracePt t="90008" x="2051050" y="1568450"/>
          <p14:tracePt t="90026" x="2012950" y="1581150"/>
          <p14:tracePt t="90041" x="2000250" y="1581150"/>
          <p14:tracePt t="90058" x="1968500" y="1587500"/>
          <p14:tracePt t="90075" x="1930400" y="1587500"/>
          <p14:tracePt t="90091" x="1924050" y="1587500"/>
          <p14:tracePt t="90108" x="1866900" y="1587500"/>
          <p14:tracePt t="90125" x="1797050" y="1587500"/>
          <p14:tracePt t="90141" x="1765300" y="1587500"/>
          <p14:tracePt t="90157" x="1739900" y="1587500"/>
          <p14:tracePt t="90175" x="1670050" y="1587500"/>
          <p14:tracePt t="90191" x="1638300" y="1593850"/>
          <p14:tracePt t="90208" x="1593850" y="1612900"/>
          <p14:tracePt t="90224" x="1568450" y="1619250"/>
          <p14:tracePt t="90241" x="1536700" y="1631950"/>
          <p14:tracePt t="90258" x="1492250" y="1644650"/>
          <p14:tracePt t="90274" x="1473200" y="1657350"/>
          <p14:tracePt t="90277" x="1460500" y="1663700"/>
          <p14:tracePt t="90290" x="1441450" y="1670050"/>
          <p14:tracePt t="90307" x="1397000" y="1701800"/>
          <p14:tracePt t="90324" x="1365250" y="1708150"/>
          <p14:tracePt t="90341" x="1327150" y="1727200"/>
          <p14:tracePt t="90357" x="1276350" y="1752600"/>
          <p14:tracePt t="90373" x="1250950" y="1758950"/>
          <p14:tracePt t="90391" x="1219200" y="1771650"/>
          <p14:tracePt t="90407" x="1200150" y="1784350"/>
          <p14:tracePt t="90423" x="1187450" y="1790700"/>
          <p14:tracePt t="90440" x="1181100" y="1797050"/>
          <p14:tracePt t="90476" x="1181100" y="1803400"/>
          <p14:tracePt t="90609" x="1181100" y="1797050"/>
          <p14:tracePt t="91119" x="1181100" y="1790700"/>
          <p14:tracePt t="91125" x="1187450" y="1784350"/>
          <p14:tracePt t="91141" x="1200150" y="1784350"/>
          <p14:tracePt t="91154" x="1212850" y="1778000"/>
          <p14:tracePt t="91171" x="1238250" y="1758950"/>
          <p14:tracePt t="91187" x="1250950" y="1752600"/>
          <p14:tracePt t="91204" x="1270000" y="1727200"/>
          <p14:tracePt t="91220" x="1301750" y="1682750"/>
          <p14:tracePt t="91239" x="1346200" y="1638300"/>
          <p14:tracePt t="91253" x="1371600" y="1606550"/>
          <p14:tracePt t="91270" x="1403350" y="1562100"/>
          <p14:tracePt t="91287" x="1435100" y="1517650"/>
          <p14:tracePt t="91303" x="1441450" y="1504950"/>
          <p14:tracePt t="91320" x="1454150" y="1492250"/>
          <p14:tracePt t="91337" x="1466850" y="1473200"/>
          <p14:tracePt t="91353" x="1466850" y="1466850"/>
          <p14:tracePt t="91370" x="1466850" y="1460500"/>
          <p14:tracePt t="91387" x="1473200" y="1460500"/>
          <p14:tracePt t="91442" x="1466850" y="1460500"/>
          <p14:tracePt t="91478" x="1460500" y="1460500"/>
          <p14:tracePt t="91497" x="1454150" y="1460500"/>
          <p14:tracePt t="91512" x="1447800" y="1460500"/>
          <p14:tracePt t="91518" x="1447800" y="1466850"/>
          <p14:tracePt t="92458" x="1441450" y="1479550"/>
          <p14:tracePt t="92478" x="1441450" y="1485900"/>
          <p14:tracePt t="92486" x="1441450" y="1492250"/>
          <p14:tracePt t="92501" x="1441450" y="1498600"/>
          <p14:tracePt t="92506" x="1435100" y="1498600"/>
          <p14:tracePt t="92528" x="1428750" y="1498600"/>
          <p14:tracePt t="92550" x="1428750" y="1504950"/>
          <p14:tracePt t="92556" x="1422400" y="1504950"/>
          <p14:tracePt t="92577" x="1422400" y="1511300"/>
          <p14:tracePt t="92598" x="1416050" y="1517650"/>
          <p14:tracePt t="92612" x="1409700" y="1524000"/>
          <p14:tracePt t="92626" x="1403350" y="1530350"/>
          <p14:tracePt t="92647" x="1403350" y="1536700"/>
          <p14:tracePt t="92661" x="1397000" y="1536700"/>
          <p14:tracePt t="92669" x="1390650" y="1543050"/>
          <p14:tracePt t="92684" x="1377950" y="1549400"/>
          <p14:tracePt t="92699" x="1339850" y="1581150"/>
          <p14:tracePt t="92715" x="1314450" y="1593850"/>
          <p14:tracePt t="92732" x="1270000" y="1631950"/>
          <p14:tracePt t="92748" x="1244600" y="1644650"/>
          <p14:tracePt t="92766" x="1181100" y="1689100"/>
          <p14:tracePt t="92782" x="1168400" y="1701800"/>
          <p14:tracePt t="92799" x="1155700" y="1714500"/>
          <p14:tracePt t="92815" x="1130300" y="1739900"/>
          <p14:tracePt t="92832" x="1111250" y="1765300"/>
          <p14:tracePt t="93288" x="1117600" y="1765300"/>
          <p14:tracePt t="93302" x="1149350" y="1765300"/>
          <p14:tracePt t="93309" x="1174750" y="1765300"/>
          <p14:tracePt t="93323" x="1212850" y="1765300"/>
          <p14:tracePt t="93331" x="1257300" y="1765300"/>
          <p14:tracePt t="93346" x="1282700" y="1765300"/>
          <p14:tracePt t="93364" x="1352550" y="1765300"/>
          <p14:tracePt t="93380" x="1403350" y="1765300"/>
          <p14:tracePt t="93396" x="1435100" y="1765300"/>
          <p14:tracePt t="93414" x="1485900" y="1765300"/>
          <p14:tracePt t="93429" x="1530350" y="1765300"/>
          <p14:tracePt t="93446" x="1555750" y="1765300"/>
          <p14:tracePt t="93463" x="1574800" y="1765300"/>
          <p14:tracePt t="93480" x="1587500" y="1765300"/>
          <p14:tracePt t="93496" x="1606550" y="1765300"/>
          <p14:tracePt t="93513" x="1619250" y="1765300"/>
          <p14:tracePt t="93554" x="1625600" y="1765300"/>
          <p14:tracePt t="93638" x="1625600" y="1758950"/>
          <p14:tracePt t="93660" x="1625600" y="1752600"/>
          <p14:tracePt t="93695" x="1625600" y="1746250"/>
          <p14:tracePt t="93709" x="1625600" y="1739900"/>
          <p14:tracePt t="93730" x="1625600" y="1733550"/>
          <p14:tracePt t="93751" x="1625600" y="1727200"/>
          <p14:tracePt t="93764" x="1625600" y="1720850"/>
          <p14:tracePt t="93772" x="1625600" y="1714500"/>
          <p14:tracePt t="93782" x="1625600" y="1701800"/>
          <p14:tracePt t="93795" x="1619250" y="1689100"/>
          <p14:tracePt t="93812" x="1619250" y="1670050"/>
          <p14:tracePt t="93828" x="1612900" y="1638300"/>
          <p14:tracePt t="93845" x="1606550" y="1593850"/>
          <p14:tracePt t="93861" x="1600200" y="1574800"/>
          <p14:tracePt t="93878" x="1587500" y="1530350"/>
          <p14:tracePt t="93895" x="1587500" y="1511300"/>
          <p14:tracePt t="93913" x="1587500" y="1485900"/>
          <p14:tracePt t="93928" x="1587500" y="1479550"/>
          <p14:tracePt t="93944" x="1587500" y="1460500"/>
          <p14:tracePt t="93962" x="1581150" y="1447800"/>
          <p14:tracePt t="93978" x="1574800" y="1447800"/>
          <p14:tracePt t="93994" x="1574800" y="1428750"/>
          <p14:tracePt t="94011" x="1568450" y="1422400"/>
          <p14:tracePt t="94029" x="1568450" y="1416050"/>
          <p14:tracePt t="94060" x="1568450" y="1409700"/>
          <p14:tracePt t="94116" x="1568450" y="1403350"/>
          <p14:tracePt t="94151" x="1581150" y="1403350"/>
          <p14:tracePt t="94172" x="1581150" y="1409700"/>
          <p14:tracePt t="94186" x="1587500" y="1409700"/>
          <p14:tracePt t="94214" x="1593850" y="1416050"/>
          <p14:tracePt t="94221" x="1600200" y="1422400"/>
          <p14:tracePt t="94235" x="1612900" y="1435100"/>
          <p14:tracePt t="94243" x="1625600" y="1447800"/>
          <p14:tracePt t="94260" x="1638300" y="1466850"/>
          <p14:tracePt t="94277" x="1695450" y="1504950"/>
          <p14:tracePt t="94293" x="1758950" y="1555750"/>
          <p14:tracePt t="94310" x="1797050" y="1593850"/>
          <p14:tracePt t="94327" x="1860550" y="1631950"/>
          <p14:tracePt t="94343" x="1924050" y="1663700"/>
          <p14:tracePt t="94360" x="1943100" y="1670050"/>
          <p14:tracePt t="94376" x="1987550" y="1689100"/>
          <p14:tracePt t="94393" x="2012950" y="1701800"/>
          <p14:tracePt t="94411" x="2076450" y="1720850"/>
          <p14:tracePt t="94426" x="2095500" y="1727200"/>
          <p14:tracePt t="94443" x="2127250" y="1733550"/>
          <p14:tracePt t="94460" x="2184400" y="1739900"/>
          <p14:tracePt t="94476" x="2260600" y="1739900"/>
          <p14:tracePt t="94493" x="2317750" y="1739900"/>
          <p14:tracePt t="94509" x="2419350" y="1739900"/>
          <p14:tracePt t="94526" x="2533650" y="1739900"/>
          <p14:tracePt t="94543" x="2597150" y="1739900"/>
          <p14:tracePt t="94559" x="2730500" y="1727200"/>
          <p14:tracePt t="94576" x="2857500" y="1720850"/>
          <p14:tracePt t="94593" x="2927350" y="1714500"/>
          <p14:tracePt t="94609" x="3054350" y="1714500"/>
          <p14:tracePt t="94625" x="3181350" y="1714500"/>
          <p14:tracePt t="94642" x="3276600" y="1701800"/>
          <p14:tracePt t="94659" x="3314700" y="1701800"/>
          <p14:tracePt t="94675" x="3352800" y="1701800"/>
          <p14:tracePt t="94692" x="3511550" y="1708150"/>
          <p14:tracePt t="94708" x="3575050" y="1714500"/>
          <p14:tracePt t="94726" x="3651250" y="1727200"/>
          <p14:tracePt t="94742" x="3829050" y="1733550"/>
          <p14:tracePt t="94758" x="3994150" y="1733550"/>
          <p14:tracePt t="94776" x="4191000" y="1752600"/>
          <p14:tracePt t="94791" x="4292600" y="1778000"/>
          <p14:tracePt t="94795" x="4394200" y="1778000"/>
          <p14:tracePt t="94808" x="4495800" y="1784350"/>
          <p14:tracePt t="94825" x="4673600" y="1797050"/>
          <p14:tracePt t="94841" x="4749800" y="1797050"/>
          <p14:tracePt t="94858" x="4902200" y="1803400"/>
          <p14:tracePt t="94875" x="4997450" y="1816100"/>
          <p14:tracePt t="94891" x="5029200" y="1816100"/>
          <p14:tracePt t="94908" x="5086350" y="1822450"/>
          <p14:tracePt t="94924" x="5105400" y="1822450"/>
          <p14:tracePt t="94941" x="5118100" y="1822450"/>
          <p14:tracePt t="94958" x="5137150" y="1822450"/>
          <p14:tracePt t="94974" x="5143500" y="1822450"/>
          <p14:tracePt t="94991" x="5149850" y="1822450"/>
          <p14:tracePt t="95007" x="5156200" y="1822450"/>
          <p14:tracePt t="95105" x="5149850" y="1822450"/>
          <p14:tracePt t="95112" x="5143500" y="1828800"/>
          <p14:tracePt t="95127" x="5130800" y="1835150"/>
          <p14:tracePt t="95141" x="5111750" y="1841500"/>
          <p14:tracePt t="95157" x="5105400" y="1841500"/>
          <p14:tracePt t="95174" x="5086350" y="1847850"/>
          <p14:tracePt t="95190" x="5067300" y="1860550"/>
          <p14:tracePt t="95503" x="5111750" y="1860550"/>
          <p14:tracePt t="95518" x="5175250" y="1854200"/>
          <p14:tracePt t="95525" x="5251450" y="1847850"/>
          <p14:tracePt t="95541" x="5327650" y="1847850"/>
          <p14:tracePt t="95556" x="5397500" y="1835150"/>
          <p14:tracePt t="95574" x="5619750" y="1797050"/>
          <p14:tracePt t="95589" x="5695950" y="1784350"/>
          <p14:tracePt t="95605" x="5772150" y="1765300"/>
          <p14:tracePt t="95622" x="5892800" y="1739900"/>
          <p14:tracePt t="95638" x="5988050" y="1720850"/>
          <p14:tracePt t="95655" x="6019800" y="1714500"/>
          <p14:tracePt t="95672" x="6051550" y="1714500"/>
          <p14:tracePt t="95688" x="6076950" y="1701800"/>
          <p14:tracePt t="95705" x="6083300" y="1701800"/>
          <p14:tracePt t="95722" x="6096000" y="1695450"/>
          <p14:tracePt t="95738" x="6102350" y="1695450"/>
          <p14:tracePt t="95756" x="6108700" y="1695450"/>
          <p14:tracePt t="95771" x="6115050" y="1695450"/>
          <p14:tracePt t="95788" x="6121400" y="1695450"/>
          <p14:tracePt t="95821" x="6127750" y="1695450"/>
          <p14:tracePt t="95856" x="6134100" y="1695450"/>
          <p14:tracePt t="95890" x="6140450" y="1695450"/>
          <p14:tracePt t="95925" x="6140450" y="1701800"/>
          <p14:tracePt t="95967" x="6153150" y="1701800"/>
          <p14:tracePt t="95989" x="6159500" y="1701800"/>
          <p14:tracePt t="95994" x="6159500" y="1708150"/>
          <p14:tracePt t="96009" x="6165850" y="1708150"/>
          <p14:tracePt t="96020" x="6172200" y="1708150"/>
          <p14:tracePt t="96058" x="6178550" y="1708150"/>
          <p14:tracePt t="96100" x="6184900" y="1708150"/>
          <p14:tracePt t="96128" x="6191250" y="1708150"/>
          <p14:tracePt t="96156" x="6197600" y="1708150"/>
          <p14:tracePt t="96177" x="6203950" y="1708150"/>
          <p14:tracePt t="96206" x="6210300" y="1708150"/>
          <p14:tracePt t="96297" x="6210300" y="1701800"/>
          <p14:tracePt t="96642" x="6134100" y="1701800"/>
          <p14:tracePt t="96649" x="6070600" y="1701800"/>
          <p14:tracePt t="96663" x="6000750" y="1701800"/>
          <p14:tracePt t="96671" x="5905500" y="1701800"/>
          <p14:tracePt t="96685" x="5803900" y="1701800"/>
          <p14:tracePt t="96701" x="5562600" y="1714500"/>
          <p14:tracePt t="96719" x="5334000" y="1739900"/>
          <p14:tracePt t="96734" x="5187950" y="1758950"/>
          <p14:tracePt t="96751" x="4832350" y="1835150"/>
          <p14:tracePt t="96769" x="4489450" y="1898650"/>
          <p14:tracePt t="96785" x="4267200" y="1924050"/>
          <p14:tracePt t="96801" x="4038600" y="1981200"/>
          <p14:tracePt t="96805" x="3854450" y="2032000"/>
          <p14:tracePt t="96818" x="3492500" y="2139950"/>
          <p14:tracePt t="96834" x="3314700" y="2178050"/>
          <p14:tracePt t="96852" x="3003550" y="2209800"/>
          <p14:tracePt t="96868" x="2787650" y="2235200"/>
          <p14:tracePt t="96885" x="2698750" y="2241550"/>
          <p14:tracePt t="96902" x="2565400" y="2241550"/>
          <p14:tracePt t="96917" x="2463800" y="2247900"/>
          <p14:tracePt t="96934" x="2425700" y="2247900"/>
          <p14:tracePt t="96951" x="2362200" y="2260600"/>
          <p14:tracePt t="96968" x="2349500" y="2260600"/>
          <p14:tracePt t="96985" x="2317750" y="2260600"/>
          <p14:tracePt t="97001" x="2292350" y="2266950"/>
          <p14:tracePt t="97017" x="2279650" y="2266950"/>
          <p14:tracePt t="97034" x="2266950" y="2266950"/>
          <p14:tracePt t="97050" x="2247900" y="2266950"/>
          <p14:tracePt t="97067" x="2228850" y="2266950"/>
          <p14:tracePt t="97084" x="2197100" y="2266950"/>
          <p14:tracePt t="97100" x="2152650" y="2260600"/>
          <p14:tracePt t="97117" x="2133600" y="2260600"/>
          <p14:tracePt t="97134" x="2082800" y="2241550"/>
          <p14:tracePt t="97150" x="2044700" y="2235200"/>
          <p14:tracePt t="97167" x="1962150" y="2216150"/>
          <p14:tracePt t="97184" x="1892300" y="2203450"/>
          <p14:tracePt t="97200" x="1854200" y="2197100"/>
          <p14:tracePt t="97217" x="1803400" y="2178050"/>
          <p14:tracePt t="97233" x="1739900" y="2146300"/>
          <p14:tracePt t="97250" x="1720850" y="2139950"/>
          <p14:tracePt t="97266" x="1682750" y="2120900"/>
          <p14:tracePt t="97283" x="1657350" y="2108200"/>
          <p14:tracePt t="97300" x="1657350" y="2101850"/>
          <p14:tracePt t="97303" x="1651000" y="2095500"/>
          <p14:tracePt t="97365" x="1651000" y="2089150"/>
          <p14:tracePt t="97379" x="1657350" y="2089150"/>
          <p14:tracePt t="97401" x="1663700" y="2089150"/>
          <p14:tracePt t="97421" x="1670050" y="2089150"/>
          <p14:tracePt t="97449" x="1676400" y="2089150"/>
          <p14:tracePt t="97470" x="1682750" y="2089150"/>
          <p14:tracePt t="97491" x="1695450" y="2089150"/>
          <p14:tracePt t="97505" x="1701800" y="2089150"/>
          <p14:tracePt t="97512" x="1714500" y="2082800"/>
          <p14:tracePt t="97519" x="1739900" y="2082800"/>
          <p14:tracePt t="97536" x="1778000" y="2070100"/>
          <p14:tracePt t="97549" x="1847850" y="2063750"/>
          <p14:tracePt t="97565" x="2038350" y="2044700"/>
          <p14:tracePt t="97583" x="2324100" y="2019300"/>
          <p14:tracePt t="97598" x="2489200" y="2012950"/>
          <p14:tracePt t="97616" x="2832100" y="2000250"/>
          <p14:tracePt t="97632" x="3155950" y="1987550"/>
          <p14:tracePt t="97648" x="3295650" y="1974850"/>
          <p14:tracePt t="97665" x="3511550" y="1955800"/>
          <p14:tracePt t="97682" x="3644900" y="1936750"/>
          <p14:tracePt t="97698" x="3683000" y="1936750"/>
          <p14:tracePt t="97716" x="3733800" y="1930400"/>
          <p14:tracePt t="97732" x="3752850" y="1930400"/>
          <p14:tracePt t="97748" x="3759200" y="1930400"/>
          <p14:tracePt t="97765" x="3771900" y="1930400"/>
          <p14:tracePt t="97781" x="3790950" y="1930400"/>
          <p14:tracePt t="97798" x="3803650" y="1936750"/>
          <p14:tracePt t="97815" x="3835400" y="1943100"/>
          <p14:tracePt t="97831" x="3854450" y="1943100"/>
          <p14:tracePt t="97848" x="3898900" y="1955800"/>
          <p14:tracePt t="97864" x="3975100" y="1962150"/>
          <p14:tracePt t="97881" x="4006850" y="1962150"/>
          <p14:tracePt t="97898" x="4070350" y="1981200"/>
          <p14:tracePt t="97914" x="4114800" y="1987550"/>
          <p14:tracePt t="97931" x="4127500" y="1987550"/>
          <p14:tracePt t="97948" x="4140200" y="1993900"/>
          <p14:tracePt t="97998" x="4133850" y="1993900"/>
          <p14:tracePt t="98004" x="4127500" y="1993900"/>
          <p14:tracePt t="98013" x="4121150" y="1993900"/>
          <p14:tracePt t="98030" x="4114800" y="1993900"/>
          <p14:tracePt t="98047" x="4102100" y="1993900"/>
          <p14:tracePt t="98067" x="4095750" y="1993900"/>
          <p14:tracePt t="98081" x="4083050" y="1993900"/>
          <p14:tracePt t="98097" x="4076700" y="1993900"/>
          <p14:tracePt t="98130" x="4070350" y="1993900"/>
          <p14:tracePt t="98146" x="4057650" y="1993900"/>
          <p14:tracePt t="98163" x="4051300" y="1993900"/>
          <p14:tracePt t="98180" x="4032250" y="1993900"/>
          <p14:tracePt t="98197" x="3987800" y="1987550"/>
          <p14:tracePt t="98214" x="3860800" y="1974850"/>
          <p14:tracePt t="98230" x="3771900" y="1968500"/>
          <p14:tracePt t="98246" x="3556000" y="1955800"/>
          <p14:tracePt t="98264" x="3314700" y="1936750"/>
          <p14:tracePt t="98279" x="3200400" y="1924050"/>
          <p14:tracePt t="98296" x="2978150" y="1905000"/>
          <p14:tracePt t="98313" x="2800350" y="1892300"/>
          <p14:tracePt t="98329" x="2736850" y="1892300"/>
          <p14:tracePt t="98346" x="2686050" y="1892300"/>
          <p14:tracePt t="98362" x="2603500" y="1898650"/>
          <p14:tracePt t="98379" x="2590800" y="1898650"/>
          <p14:tracePt t="98397" x="2578100" y="1898650"/>
          <p14:tracePt t="98429" x="2565400" y="1898650"/>
          <p14:tracePt t="98446" x="2559050" y="1898650"/>
          <p14:tracePt t="98462" x="2552700" y="1898650"/>
          <p14:tracePt t="98479" x="2546350" y="1898650"/>
          <p14:tracePt t="98497" x="2546350" y="1892300"/>
          <p14:tracePt t="98512" x="2533650" y="1885950"/>
          <p14:tracePt t="98529" x="2514600" y="1879600"/>
          <p14:tracePt t="98545" x="2508250" y="1873250"/>
          <p14:tracePt t="98837" x="2470150" y="1873250"/>
          <p14:tracePt t="98846" x="2413000" y="1873250"/>
          <p14:tracePt t="98852" x="2387600" y="1873250"/>
          <p14:tracePt t="98866" x="2336800" y="1885950"/>
          <p14:tracePt t="98877" x="2305050" y="1885950"/>
          <p14:tracePt t="98894" x="2209800" y="1885950"/>
          <p14:tracePt t="98911" x="2165350" y="1885950"/>
          <p14:tracePt t="98927" x="2101850" y="1905000"/>
          <p14:tracePt t="98944" x="1949450" y="1949450"/>
          <p14:tracePt t="98960" x="1917700" y="1955800"/>
          <p14:tracePt t="98977" x="1892300" y="1962150"/>
          <p14:tracePt t="98993" x="1860550" y="1962150"/>
          <p14:tracePt t="99010" x="1841500" y="1962150"/>
          <p14:tracePt t="99027" x="1822450" y="1968500"/>
          <p14:tracePt t="99043" x="1816100" y="1968500"/>
          <p14:tracePt t="99060" x="1816100" y="1974850"/>
          <p14:tracePt t="99077" x="1803400" y="1981200"/>
          <p14:tracePt t="99110" x="1797050" y="1981200"/>
          <p14:tracePt t="99127" x="1790700" y="1981200"/>
          <p14:tracePt t="99146" x="1784350" y="1981200"/>
          <p14:tracePt t="99189" x="1778000" y="1981200"/>
          <p14:tracePt t="99406" x="1778000" y="1987550"/>
          <p14:tracePt t="99421" x="1771650" y="1993900"/>
          <p14:tracePt t="99435" x="1771650" y="2000250"/>
          <p14:tracePt t="99456" x="1771650" y="2006600"/>
          <p14:tracePt t="99463" x="1771650" y="2012950"/>
          <p14:tracePt t="99478" x="1771650" y="2019300"/>
          <p14:tracePt t="99492" x="1765300" y="2019300"/>
          <p14:tracePt t="99508" x="1765300" y="2032000"/>
          <p14:tracePt t="99547" x="1765300" y="2038350"/>
          <p14:tracePt t="99568" x="1765300" y="2044700"/>
          <p14:tracePt t="99617" x="1758950" y="2051050"/>
          <p14:tracePt t="99638" x="1752600" y="2051050"/>
          <p14:tracePt t="99645" x="1746250" y="2051050"/>
          <p14:tracePt t="99661" x="1739900" y="2051050"/>
          <p14:tracePt t="99680" x="1733550" y="2051050"/>
          <p14:tracePt t="99702" x="1727200" y="2051050"/>
          <p14:tracePt t="99711" x="1714500" y="2051050"/>
          <p14:tracePt t="99724" x="1708150" y="2051050"/>
          <p14:tracePt t="99741" x="1682750" y="2038350"/>
          <p14:tracePt t="99758" x="1651000" y="2038350"/>
          <p14:tracePt t="99774" x="1638300" y="2032000"/>
          <p14:tracePt t="99792" x="1619250" y="2032000"/>
          <p14:tracePt t="99808" x="1600200" y="2032000"/>
          <p14:tracePt t="99919" x="1606550" y="2032000"/>
          <p14:tracePt t="99926" x="1612900" y="2032000"/>
          <p14:tracePt t="99943" x="1619250" y="2038350"/>
          <p14:tracePt t="99961" x="1625600" y="2038350"/>
          <p14:tracePt t="99982" x="1631950" y="2038350"/>
          <p14:tracePt t="99996" x="1638300" y="2044700"/>
          <p14:tracePt t="100214" x="1638300" y="2051050"/>
          <p14:tracePt t="100291" x="1644650" y="2051050"/>
          <p14:tracePt t="100312" x="1657350" y="2051050"/>
          <p14:tracePt t="100326" x="1670050" y="2051050"/>
          <p14:tracePt t="100341" x="1682750" y="2051050"/>
          <p14:tracePt t="100347" x="1695450" y="2057400"/>
          <p14:tracePt t="100361" x="1714500" y="2057400"/>
          <p14:tracePt t="100375" x="1727200" y="2063750"/>
          <p14:tracePt t="100392" x="1752600" y="2063750"/>
          <p14:tracePt t="100405" x="1758950" y="2063750"/>
          <p14:tracePt t="100422" x="1778000" y="2076450"/>
          <p14:tracePt t="100439" x="1790700" y="2076450"/>
          <p14:tracePt t="100495" x="1778000" y="2076450"/>
          <p14:tracePt t="100509" x="1765300" y="2082800"/>
          <p14:tracePt t="100516" x="1752600" y="2082800"/>
          <p14:tracePt t="100525" x="1733550" y="2082800"/>
          <p14:tracePt t="100539" x="1708150" y="2089150"/>
          <p14:tracePt t="100554" x="1689100" y="2089150"/>
          <p14:tracePt t="100572" x="1651000" y="2101850"/>
          <p14:tracePt t="100588" x="1638300" y="2101850"/>
          <p14:tracePt t="100605" x="1625600" y="2101850"/>
          <p14:tracePt t="100622" x="1619250" y="2101850"/>
          <p14:tracePt t="100656" x="1625600" y="2095500"/>
          <p14:tracePt t="100670" x="1631950" y="2095500"/>
          <p14:tracePt t="100677" x="1638300" y="2095500"/>
          <p14:tracePt t="100687" x="1657350" y="2089150"/>
          <p14:tracePt t="100705" x="1695450" y="2082800"/>
          <p14:tracePt t="100721" x="1752600" y="2076450"/>
          <p14:tracePt t="100738" x="1784350" y="2076450"/>
          <p14:tracePt t="100755" x="1822450" y="2063750"/>
          <p14:tracePt t="100771" x="1847850" y="2057400"/>
          <p14:tracePt t="100787" x="1854200" y="2057400"/>
          <p14:tracePt t="100804" x="1854200" y="2051050"/>
          <p14:tracePt t="100821" x="1847850" y="2051050"/>
          <p14:tracePt t="100838" x="1828800" y="2044700"/>
          <p14:tracePt t="100854" x="1816100" y="2044700"/>
          <p14:tracePt t="100870" x="1797050" y="2044700"/>
          <p14:tracePt t="100888" x="1752600" y="2044700"/>
          <p14:tracePt t="100904" x="1695450" y="2044700"/>
          <p14:tracePt t="100920" x="1676400" y="2044700"/>
          <p14:tracePt t="100937" x="1625600" y="2044700"/>
          <p14:tracePt t="100953" x="1606550" y="2044700"/>
          <p14:tracePt t="100993" x="1606550" y="2051050"/>
          <p14:tracePt t="101014" x="1612900" y="2051050"/>
          <p14:tracePt t="101023" x="1619250" y="2051050"/>
          <p14:tracePt t="101037" x="1631950" y="2051050"/>
          <p14:tracePt t="101053" x="1651000" y="2051050"/>
          <p14:tracePt t="101070" x="1657350" y="2051050"/>
          <p14:tracePt t="101086" x="1676400" y="2044700"/>
          <p14:tracePt t="101103" x="1682750" y="2044700"/>
          <p14:tracePt t="101120" x="1695450" y="2038350"/>
          <p14:tracePt t="101176" x="1689100" y="2038350"/>
          <p14:tracePt t="101190" x="1682750" y="2038350"/>
          <p14:tracePt t="101204" x="1676400" y="2038350"/>
          <p14:tracePt t="101225" x="1670050" y="2038350"/>
          <p14:tracePt t="101232" x="1657350" y="2038350"/>
          <p14:tracePt t="101246" x="1644650" y="2038350"/>
          <p14:tracePt t="101256" x="1625600" y="2038350"/>
          <p14:tracePt t="101269" x="1612900" y="2044700"/>
          <p14:tracePt t="101286" x="1600200" y="2044700"/>
          <p14:tracePt t="101303" x="1574800" y="2057400"/>
          <p14:tracePt t="101319" x="1568450" y="2063750"/>
          <p14:tracePt t="101352" x="1574800" y="2070100"/>
          <p14:tracePt t="101369" x="1619250" y="2070100"/>
          <p14:tracePt t="101386" x="1682750" y="2070100"/>
          <p14:tracePt t="101402" x="1727200" y="2070100"/>
          <p14:tracePt t="101418" x="1771650" y="2057400"/>
          <p14:tracePt t="101436" x="1803400" y="2044700"/>
          <p14:tracePt t="101452" x="1809750" y="2038350"/>
          <p14:tracePt t="101469" x="1809750" y="2025650"/>
          <p14:tracePt t="101485" x="1803400" y="2025650"/>
          <p14:tracePt t="101502" x="1790700" y="2019300"/>
          <p14:tracePt t="101519" x="1771650" y="2012950"/>
          <p14:tracePt t="101534" x="1752600" y="2012950"/>
          <p14:tracePt t="101551" x="1746250" y="2012950"/>
          <p14:tracePt t="101569" x="1727200" y="2012950"/>
          <p14:tracePt t="101585" x="1708150" y="2012950"/>
          <p14:tracePt t="101618" x="1701800" y="2012950"/>
          <p14:tracePt t="101674" x="1695450" y="2012950"/>
          <p14:tracePt t="101723" x="1695450" y="2019300"/>
          <p14:tracePt t="101752" x="1689100" y="2019300"/>
          <p14:tracePt t="101808" x="1682750" y="2019300"/>
          <p14:tracePt t="101843" x="1676400" y="2025650"/>
          <p14:tracePt t="101906" x="1676400" y="2032000"/>
          <p14:tracePt t="101948" x="1682750" y="2032000"/>
          <p14:tracePt t="101962" x="1689100" y="2032000"/>
          <p14:tracePt t="101985" x="1701800" y="2038350"/>
          <p14:tracePt t="101997" x="1733550" y="2038350"/>
          <p14:tracePt t="102012" x="1758950" y="2038350"/>
          <p14:tracePt t="102020" x="1816100" y="2038350"/>
          <p14:tracePt t="102034" x="1898650" y="2044700"/>
          <p14:tracePt t="102049" x="2000250" y="2044700"/>
          <p14:tracePt t="102067" x="2139950" y="2057400"/>
          <p14:tracePt t="102083" x="2520950" y="2057400"/>
          <p14:tracePt t="102099" x="2806700" y="2057400"/>
          <p14:tracePt t="102117" x="3403600" y="2076450"/>
          <p14:tracePt t="102133" x="3740150" y="2076450"/>
          <p14:tracePt t="102149" x="4051300" y="2076450"/>
          <p14:tracePt t="102166" x="5086350" y="2000250"/>
          <p14:tracePt t="102183" x="5327650" y="1968500"/>
          <p14:tracePt t="102199" x="5734050" y="1873250"/>
          <p14:tracePt t="102216" x="6013450" y="1803400"/>
          <p14:tracePt t="102233" x="6102350" y="1771650"/>
          <p14:tracePt t="102250" x="6261100" y="1727200"/>
          <p14:tracePt t="102266" x="6400800" y="1663700"/>
          <p14:tracePt t="102282" x="6464300" y="1657350"/>
          <p14:tracePt t="102299" x="6572250" y="1631950"/>
          <p14:tracePt t="102316" x="6667500" y="1606550"/>
          <p14:tracePt t="102332" x="6711950" y="1587500"/>
          <p14:tracePt t="102349" x="6769100" y="1581150"/>
          <p14:tracePt t="102365" x="6788150" y="1574800"/>
          <p14:tracePt t="102369" x="6807200" y="1574800"/>
          <p14:tracePt t="102382" x="6832600" y="1562100"/>
          <p14:tracePt t="102398" x="6851650" y="1562100"/>
          <p14:tracePt t="102415" x="6858000" y="1562100"/>
          <p14:tracePt t="102432" x="6864350" y="1555750"/>
          <p14:tracePt t="102448" x="6870700" y="1549400"/>
          <p14:tracePt t="102489" x="6858000" y="1549400"/>
          <p14:tracePt t="102510" x="6845300" y="1549400"/>
          <p14:tracePt t="102517" x="6826250" y="1549400"/>
          <p14:tracePt t="102524" x="6813550" y="1549400"/>
          <p14:tracePt t="102538" x="6800850" y="1555750"/>
          <p14:tracePt t="102548" x="6769100" y="1562100"/>
          <p14:tracePt t="102564" x="6724650" y="1581150"/>
          <p14:tracePt t="102581" x="6591300" y="1606550"/>
          <p14:tracePt t="102598" x="6419850" y="1657350"/>
          <p14:tracePt t="102615" x="6254750" y="1695450"/>
          <p14:tracePt t="102631" x="6197600" y="1708150"/>
          <p14:tracePt t="102648" x="6134100" y="1727200"/>
          <p14:tracePt t="102665" x="6070600" y="1739900"/>
          <p14:tracePt t="102681" x="6057900" y="1746250"/>
          <p14:tracePt t="102728" x="6076950" y="1746250"/>
          <p14:tracePt t="102735" x="6102350" y="1746250"/>
          <p14:tracePt t="102751" x="6115050" y="1739900"/>
          <p14:tracePt t="102764" x="6134100" y="1739900"/>
          <p14:tracePt t="102781" x="6184900" y="1739900"/>
          <p14:tracePt t="102798" x="6223000" y="1727200"/>
          <p14:tracePt t="102813" x="6242050" y="1720850"/>
          <p14:tracePt t="102830" x="6254750" y="1714500"/>
          <p14:tracePt t="102847" x="6261100" y="1714500"/>
          <p14:tracePt t="102880" x="6235700" y="1714500"/>
          <p14:tracePt t="102897" x="6210300" y="1714500"/>
          <p14:tracePt t="102913" x="6203950" y="1714500"/>
          <p14:tracePt t="102931" x="6159500" y="1720850"/>
          <p14:tracePt t="102946" x="6064250" y="1727200"/>
          <p14:tracePt t="102963" x="6026150" y="1727200"/>
          <p14:tracePt t="102980" x="5943600" y="1733550"/>
          <p14:tracePt t="102997" x="5918200" y="1733550"/>
          <p14:tracePt t="103013" x="5892800" y="1733550"/>
          <p14:tracePt t="103030" x="5880100" y="1733550"/>
          <p14:tracePt t="103051" x="5892800" y="1727200"/>
          <p14:tracePt t="103063" x="5905500" y="1720850"/>
          <p14:tracePt t="103080" x="5956300" y="1714500"/>
          <p14:tracePt t="103097" x="5994400" y="1714500"/>
          <p14:tracePt t="103114" x="6121400" y="1695450"/>
          <p14:tracePt t="103129" x="6242050" y="1676400"/>
          <p14:tracePt t="103146" x="6286500" y="1663700"/>
          <p14:tracePt t="103163" x="6318250" y="1657350"/>
          <p14:tracePt t="103179" x="6318250" y="1651000"/>
          <p14:tracePt t="103196" x="6311900" y="1651000"/>
          <p14:tracePt t="103213" x="6292850" y="1651000"/>
          <p14:tracePt t="103229" x="6248400" y="1663700"/>
          <p14:tracePt t="103245" x="6203950" y="1670050"/>
          <p14:tracePt t="103262" x="6051550" y="1689100"/>
          <p14:tracePt t="103279" x="5949950" y="1689100"/>
          <p14:tracePt t="103297" x="5492750" y="1746250"/>
          <p14:tracePt t="103312" x="5270500" y="1778000"/>
          <p14:tracePt t="103329" x="5022850" y="1803400"/>
          <p14:tracePt t="103346" x="4502150" y="1879600"/>
          <p14:tracePt t="103362" x="3968750" y="1924050"/>
          <p14:tracePt t="103365" x="3702050" y="1955800"/>
          <p14:tracePt t="103395" x="3276600" y="1968500"/>
          <p14:tracePt t="103412" x="2927350" y="1993900"/>
          <p14:tracePt t="103429" x="2743200" y="1993900"/>
          <p14:tracePt t="103445" x="2489200" y="2012950"/>
          <p14:tracePt t="103462" x="2317750" y="2038350"/>
          <p14:tracePt t="103479" x="2190750" y="2057400"/>
          <p14:tracePt t="103495" x="2146300" y="2063750"/>
          <p14:tracePt t="103512" x="2089150" y="2070100"/>
          <p14:tracePt t="103528" x="2032000" y="2070100"/>
          <p14:tracePt t="103545" x="2012950" y="2070100"/>
          <p14:tracePt t="103561" x="1993900" y="2076450"/>
          <p14:tracePt t="103578" x="1936750" y="2076450"/>
          <p14:tracePt t="103594" x="1930400" y="2076450"/>
          <p14:tracePt t="103611" x="1924050" y="2076450"/>
          <p14:tracePt t="103628" x="1905000" y="2076450"/>
          <p14:tracePt t="103644" x="1898650" y="2076450"/>
          <p14:tracePt t="103661" x="1892300" y="2076450"/>
          <p14:tracePt t="103690" x="1885950" y="2076450"/>
          <p14:tracePt t="103753" x="1885950" y="2070100"/>
          <p14:tracePt t="103788" x="1892300" y="2070100"/>
          <p14:tracePt t="103802" x="1898650" y="2070100"/>
          <p14:tracePt t="103808" x="1917700" y="2070100"/>
          <p14:tracePt t="103823" x="1930400" y="2070100"/>
          <p14:tracePt t="103830" x="1974850" y="2070100"/>
          <p14:tracePt t="103847" x="2051050" y="2070100"/>
          <p14:tracePt t="103860" x="2165350" y="2070100"/>
          <p14:tracePt t="103877" x="2578100" y="2070100"/>
          <p14:tracePt t="103893" x="3276600" y="2070100"/>
          <p14:tracePt t="103910" x="3689350" y="2070100"/>
          <p14:tracePt t="103927" x="4572000" y="2051050"/>
          <p14:tracePt t="103944" x="5353050" y="2012950"/>
          <p14:tracePt t="103960" x="5670550" y="2000250"/>
          <p14:tracePt t="103977" x="6108700" y="1955800"/>
          <p14:tracePt t="103993" x="6311900" y="1917700"/>
          <p14:tracePt t="104010" x="6369050" y="1905000"/>
          <p14:tracePt t="104026" x="6432550" y="1873250"/>
          <p14:tracePt t="104043" x="6445250" y="1860550"/>
          <p14:tracePt t="104060" x="6445250" y="1854200"/>
          <p14:tracePt t="104076" x="6445250" y="1841500"/>
          <p14:tracePt t="104093" x="6438900" y="1822450"/>
          <p14:tracePt t="104110" x="6438900" y="1816100"/>
          <p14:tracePt t="104125" x="6426200" y="1816100"/>
          <p14:tracePt t="104143" x="6413500" y="1816100"/>
          <p14:tracePt t="104160" x="6394450" y="1816100"/>
          <p14:tracePt t="104176" x="6388100" y="1816100"/>
          <p14:tracePt t="104192" x="6375400" y="1816100"/>
          <p14:tracePt t="104209" x="6356350" y="1822450"/>
          <p14:tracePt t="104251" x="6362700" y="1822450"/>
          <p14:tracePt t="104265" x="6369050" y="1822450"/>
          <p14:tracePt t="104275" x="6381750" y="1822450"/>
          <p14:tracePt t="104293" x="6394450" y="1816100"/>
          <p14:tracePt t="104325" x="6407150" y="1809750"/>
          <p14:tracePt t="104384" x="6394450" y="1816100"/>
          <p14:tracePt t="104391" x="6369050" y="1816100"/>
          <p14:tracePt t="104405" x="6343650" y="1822450"/>
          <p14:tracePt t="104412" x="6299200" y="1828800"/>
          <p14:tracePt t="104425" x="6248400" y="1847850"/>
          <p14:tracePt t="104442" x="6115050" y="1866900"/>
          <p14:tracePt t="104458" x="6051550" y="1885950"/>
          <p14:tracePt t="104476" x="5956300" y="1905000"/>
          <p14:tracePt t="104491" x="5911850" y="1917700"/>
          <p14:tracePt t="104508" x="5905500" y="1917700"/>
          <p14:tracePt t="104525" x="5918200" y="1917700"/>
          <p14:tracePt t="104541" x="5943600" y="1917700"/>
          <p14:tracePt t="104558" x="6070600" y="1898650"/>
          <p14:tracePt t="104574" x="6229350" y="1879600"/>
          <p14:tracePt t="104591" x="6292850" y="1873250"/>
          <p14:tracePt t="104608" x="6356350" y="1854200"/>
          <p14:tracePt t="104624" x="6369050" y="1847850"/>
          <p14:tracePt t="104658" x="6343650" y="1847850"/>
          <p14:tracePt t="104674" x="6273800" y="1847850"/>
          <p14:tracePt t="104691" x="6197600" y="1847850"/>
          <p14:tracePt t="104707" x="6019800" y="1816100"/>
          <p14:tracePt t="104724" x="5861050" y="1797050"/>
          <p14:tracePt t="104741" x="5810250" y="1778000"/>
          <p14:tracePt t="104757" x="5759450" y="1765300"/>
          <p14:tracePt t="104773" x="5753100" y="1758950"/>
          <p14:tracePt t="104806" x="5784850" y="1752600"/>
          <p14:tracePt t="104823" x="5803900" y="1752600"/>
          <p14:tracePt t="104841" x="5829300" y="1746250"/>
          <p14:tracePt t="104897" x="5810250" y="1746250"/>
          <p14:tracePt t="104903" x="5791200" y="1746250"/>
          <p14:tracePt t="104911" x="5740400" y="1739900"/>
          <p14:tracePt t="104926" x="5651500" y="1727200"/>
          <p14:tracePt t="104940" x="5524500" y="1714500"/>
          <p14:tracePt t="104956" x="5194300" y="1682750"/>
          <p14:tracePt t="104974" x="4743450" y="1670050"/>
          <p14:tracePt t="104989" x="4425950" y="1670050"/>
          <p14:tracePt t="105006" x="4298950" y="1670050"/>
          <p14:tracePt t="105285" x="4171950" y="1695450"/>
          <p14:tracePt t="105292" x="4006850" y="1727200"/>
          <p14:tracePt t="105308" x="3803650" y="1765300"/>
          <p14:tracePt t="105322" x="3549650" y="1828800"/>
          <p14:tracePt t="105338" x="3092450" y="1930400"/>
          <p14:tracePt t="105355" x="2654300" y="2057400"/>
          <p14:tracePt t="105372" x="2533650" y="2101850"/>
          <p14:tracePt t="105388" x="2317750" y="2139950"/>
          <p14:tracePt t="105405" x="2133600" y="2190750"/>
          <p14:tracePt t="105422" x="2057400" y="2190750"/>
          <p14:tracePt t="105439" x="1962150" y="2209800"/>
          <p14:tracePt t="105454" x="1917700" y="2216150"/>
          <p14:tracePt t="105471" x="1905000" y="2222500"/>
          <p14:tracePt t="105488" x="1898650" y="2222500"/>
          <p14:tracePt t="105504" x="1885950" y="2228850"/>
          <p14:tracePt t="105521" x="1879600" y="2228850"/>
          <p14:tracePt t="105538" x="1860550" y="2235200"/>
          <p14:tracePt t="105571" x="1828800" y="2235200"/>
          <p14:tracePt t="105588" x="1784350" y="2235200"/>
          <p14:tracePt t="105604" x="1758950" y="2228850"/>
          <p14:tracePt t="105621" x="1663700" y="2228850"/>
          <p14:tracePt t="105637" x="1574800" y="2228850"/>
          <p14:tracePt t="105654" x="1530350" y="2228850"/>
          <p14:tracePt t="105671" x="1492250" y="2228850"/>
          <p14:tracePt t="105687" x="1473200" y="2222500"/>
          <p14:tracePt t="105703" x="1473200" y="2216150"/>
          <p14:tracePt t="105737" x="1498600" y="2203450"/>
          <p14:tracePt t="105753" x="1517650" y="2203450"/>
          <p14:tracePt t="105770" x="1574800" y="2190750"/>
          <p14:tracePt t="105787" x="1708150" y="2171700"/>
          <p14:tracePt t="105804" x="1911350" y="2152650"/>
          <p14:tracePt t="105820" x="2038350" y="2139950"/>
          <p14:tracePt t="105837" x="2305050" y="2133600"/>
          <p14:tracePt t="105854" x="2546350" y="2133600"/>
          <p14:tracePt t="105870" x="2647950" y="2133600"/>
          <p14:tracePt t="105886" x="2736850" y="2133600"/>
          <p14:tracePt t="105904" x="2901950" y="2146300"/>
          <p14:tracePt t="105919" x="3067050" y="2146300"/>
          <p14:tracePt t="105937" x="3168650" y="2146300"/>
          <p14:tracePt t="105953" x="3333750" y="2152650"/>
          <p14:tracePt t="105969" x="3549650" y="2178050"/>
          <p14:tracePt t="105987" x="3790950" y="2178050"/>
          <p14:tracePt t="106003" x="3892550" y="2197100"/>
          <p14:tracePt t="106019" x="4051300" y="2203450"/>
          <p14:tracePt t="106036" x="4140200" y="2203450"/>
          <p14:tracePt t="106053" x="4159250" y="2203450"/>
          <p14:tracePt t="106069" x="4184650" y="2203450"/>
          <p14:tracePt t="106121" x="4171950" y="2203450"/>
          <p14:tracePt t="106127" x="4159250" y="2203450"/>
          <p14:tracePt t="106136" x="4133850" y="2203450"/>
          <p14:tracePt t="106152" x="4108450" y="2209800"/>
          <p14:tracePt t="106169" x="4057650" y="2209800"/>
          <p14:tracePt t="106185" x="4006850" y="2203450"/>
          <p14:tracePt t="106203" x="3752850" y="2184400"/>
          <p14:tracePt t="106219" x="3359150" y="2146300"/>
          <p14:tracePt t="106235" x="3060700" y="2114550"/>
          <p14:tracePt t="106253" x="2527300" y="2070100"/>
          <p14:tracePt t="106269" x="2146300" y="2032000"/>
          <p14:tracePt t="106285" x="2012950" y="2012950"/>
          <p14:tracePt t="106302" x="1860550" y="1993900"/>
          <p14:tracePt t="106319" x="1790700" y="1981200"/>
          <p14:tracePt t="106335" x="1778000" y="1981200"/>
          <p14:tracePt t="106352" x="1771650" y="1987550"/>
          <p14:tracePt t="106368" x="1771650" y="1993900"/>
          <p14:tracePt t="106384" x="1778000" y="2000250"/>
          <p14:tracePt t="106402" x="1790700" y="2006600"/>
          <p14:tracePt t="106418" x="1841500" y="2000250"/>
          <p14:tracePt t="106435" x="1885950" y="1993900"/>
          <p14:tracePt t="106452" x="2012950" y="1993900"/>
          <p14:tracePt t="106468" x="2114550" y="1993900"/>
          <p14:tracePt t="106485" x="2641600" y="1981200"/>
          <p14:tracePt t="106501" x="2857500" y="1987550"/>
          <p14:tracePt t="106518" x="3060700" y="1987550"/>
          <p14:tracePt t="106535" x="3384550" y="1987550"/>
          <p14:tracePt t="106552" x="3638550" y="1987550"/>
          <p14:tracePt t="106567" x="3727450" y="1987550"/>
          <p14:tracePt t="106584" x="3816350" y="1993900"/>
          <p14:tracePt t="106601" x="3848100" y="1993900"/>
          <p14:tracePt t="106618" x="3873500" y="1993900"/>
          <p14:tracePt t="106634" x="3886200" y="1993900"/>
          <p14:tracePt t="106668" x="3867150" y="1993900"/>
          <p14:tracePt t="106684" x="3860800" y="1993900"/>
          <p14:tracePt t="106700" x="3835400" y="1993900"/>
          <p14:tracePt t="106718" x="3810000" y="1993900"/>
          <p14:tracePt t="106734" x="3790950" y="2000250"/>
          <p14:tracePt t="106751" x="3752850" y="2000250"/>
          <p14:tracePt t="107052" x="3740150" y="2000250"/>
          <p14:tracePt t="107059" x="3727450" y="1993900"/>
          <p14:tracePt t="107069" x="3695700" y="1974850"/>
          <p14:tracePt t="107082" x="3663950" y="1949450"/>
          <p14:tracePt t="107099" x="3556000" y="1841500"/>
          <p14:tracePt t="107116" x="3448050" y="1733550"/>
          <p14:tracePt t="107132" x="3352800" y="1651000"/>
          <p14:tracePt t="107149" x="3308350" y="1606550"/>
          <p14:tracePt t="107166" x="3194050" y="1530350"/>
          <p14:tracePt t="107182" x="3079750" y="1473200"/>
          <p14:tracePt t="107199" x="3016250" y="1422400"/>
          <p14:tracePt t="107215" x="2984500" y="1403350"/>
          <p14:tracePt t="107232" x="2952750" y="1371600"/>
          <p14:tracePt t="107249" x="2933700" y="1352550"/>
          <p14:tracePt t="107265" x="2927350" y="1339850"/>
          <p14:tracePt t="107282" x="2927350" y="1333500"/>
          <p14:tracePt t="107298" x="2927350" y="1327150"/>
          <p14:tracePt t="107331" x="2927350" y="1320800"/>
          <p14:tracePt t="107403" x="2927350" y="1314450"/>
          <p14:tracePt t="107481" x="2933700" y="1314450"/>
          <p14:tracePt t="107501" x="2940050" y="1320800"/>
          <p14:tracePt t="107523" x="2946400" y="1320800"/>
          <p14:tracePt t="107529" x="2952750" y="1327150"/>
          <p14:tracePt t="107544" x="2959100" y="1327150"/>
          <p14:tracePt t="107550" x="2965450" y="1327150"/>
          <p14:tracePt t="107567" x="2971800" y="1327150"/>
          <p14:tracePt t="107580" x="3035300" y="1327150"/>
          <p14:tracePt t="107597" x="3073400" y="1327150"/>
          <p14:tracePt t="107614" x="3200400" y="1327150"/>
          <p14:tracePt t="107630" x="3276600" y="1327150"/>
          <p14:tracePt t="107647" x="3448050" y="1308100"/>
          <p14:tracePt t="107664" x="3600450" y="1295400"/>
          <p14:tracePt t="107680" x="3651250" y="1295400"/>
          <p14:tracePt t="107697" x="3733800" y="1289050"/>
          <p14:tracePt t="107713" x="3771900" y="1282700"/>
          <p14:tracePt t="107730" x="3778250" y="1282700"/>
          <p14:tracePt t="107747" x="3790950" y="1282700"/>
          <p14:tracePt t="107895" x="3784600" y="1282700"/>
          <p14:tracePt t="107902" x="3778250" y="1282700"/>
          <p14:tracePt t="107944" x="3771900" y="1282700"/>
          <p14:tracePt t="107951" x="3765550" y="1289050"/>
          <p14:tracePt t="108314" x="3746500" y="1308100"/>
          <p14:tracePt t="108321" x="3714750" y="1333500"/>
          <p14:tracePt t="108335" x="3670300" y="1358900"/>
          <p14:tracePt t="108344" x="3619500" y="1397000"/>
          <p14:tracePt t="108361" x="3562350" y="1435100"/>
          <p14:tracePt t="108378" x="3403600" y="1517650"/>
          <p14:tracePt t="108394" x="3206750" y="1600200"/>
          <p14:tracePt t="108413" x="3022600" y="1651000"/>
          <p14:tracePt t="108427" x="2927350" y="1682750"/>
          <p14:tracePt t="108444" x="2851150" y="1689100"/>
          <p14:tracePt t="108462" x="2660650" y="1758950"/>
          <p14:tracePt t="108478" x="2616200" y="1771650"/>
          <p14:tracePt t="108494" x="2565400" y="1790700"/>
          <p14:tracePt t="108511" x="2527300" y="1816100"/>
          <p14:tracePt t="108527" x="2520950" y="1816100"/>
          <p14:tracePt t="108544" x="2520950" y="1822450"/>
          <p14:tracePt t="108561" x="2520950" y="1835150"/>
          <p14:tracePt t="108577" x="2520950" y="1841500"/>
          <p14:tracePt t="108595" x="2540000" y="1841500"/>
          <p14:tracePt t="108610" x="2552700" y="1847850"/>
          <p14:tracePt t="108627" x="2603500" y="1860550"/>
          <p14:tracePt t="108644" x="2673350" y="1892300"/>
          <p14:tracePt t="108660" x="2730500" y="1905000"/>
          <p14:tracePt t="108677" x="2813050" y="1930400"/>
          <p14:tracePt t="108694" x="2908300" y="1955800"/>
          <p14:tracePt t="108710" x="2940050" y="1962150"/>
          <p14:tracePt t="108727" x="2984500" y="1968500"/>
          <p14:tracePt t="108743" x="3035300" y="1987550"/>
          <p14:tracePt t="108760" x="3041650" y="1987550"/>
          <p14:tracePt t="108777" x="3041650" y="1993900"/>
          <p14:tracePt t="108805" x="3035300" y="2000250"/>
          <p14:tracePt t="108813" x="3028950" y="2000250"/>
          <p14:tracePt t="108834" x="3022600" y="2000250"/>
          <p14:tracePt t="108848" x="3016250" y="2006600"/>
          <p14:tracePt t="108859" x="3009900" y="2006600"/>
          <p14:tracePt t="108876" x="2990850" y="2012950"/>
          <p14:tracePt t="108893" x="2984500" y="2019300"/>
          <p14:tracePt t="108910" x="2971800" y="2025650"/>
          <p14:tracePt t="108926" x="2946400" y="2038350"/>
          <p14:tracePt t="108943" x="2933700" y="2038350"/>
          <p14:tracePt t="108960" x="2889250" y="2044700"/>
          <p14:tracePt t="108976" x="2844800" y="2051050"/>
          <p14:tracePt t="108993" x="2800350" y="2051050"/>
          <p14:tracePt t="109009" x="2698750" y="2044700"/>
          <p14:tracePt t="109026" x="2565400" y="2038350"/>
          <p14:tracePt t="109042" x="2489200" y="2025650"/>
          <p14:tracePt t="109059" x="2355850" y="2012950"/>
          <p14:tracePt t="109075" x="2305050" y="2000250"/>
          <p14:tracePt t="109093" x="2197100" y="1987550"/>
          <p14:tracePt t="109109" x="2171700" y="1987550"/>
          <p14:tracePt t="109125" x="2152650" y="1987550"/>
          <p14:tracePt t="109142" x="2133600" y="1987550"/>
          <p14:tracePt t="109158" x="2127250" y="1987550"/>
          <p14:tracePt t="109175" x="2120900" y="1987550"/>
          <p14:tracePt t="109290" x="2127250" y="1987550"/>
          <p14:tracePt t="109304" x="2133600" y="1987550"/>
          <p14:tracePt t="109318" x="2139950" y="1987550"/>
          <p14:tracePt t="109328" x="2146300" y="1987550"/>
          <p14:tracePt t="109341" x="2152650" y="1987550"/>
          <p14:tracePt t="109358" x="2171700" y="1981200"/>
          <p14:tracePt t="109375" x="2336800" y="1981200"/>
          <p14:tracePt t="109391" x="2425700" y="1981200"/>
          <p14:tracePt t="109408" x="2540000" y="1974850"/>
          <p14:tracePt t="109424" x="2832100" y="1962150"/>
          <p14:tracePt t="109441" x="3175000" y="1962150"/>
          <p14:tracePt t="109458" x="3549650" y="1968500"/>
          <p14:tracePt t="109474" x="3702050" y="1968500"/>
          <p14:tracePt t="109491" x="3956050" y="1981200"/>
          <p14:tracePt t="109509" x="4095750" y="1987550"/>
          <p14:tracePt t="109524" x="4140200" y="1987550"/>
          <p14:tracePt t="109541" x="4191000" y="2000250"/>
          <p14:tracePt t="109558" x="4197350" y="2000250"/>
          <p14:tracePt t="109599" x="4197350" y="2006600"/>
          <p14:tracePt t="109697" x="4191000" y="2006600"/>
          <p14:tracePt t="109725" x="4184650" y="2006600"/>
          <p14:tracePt t="109740" x="4178300" y="2006600"/>
          <p14:tracePt t="109760" x="4171950" y="2006600"/>
          <p14:tracePt t="120916" x="4171950" y="2012950"/>
          <p14:tracePt t="120923" x="4171950" y="2044700"/>
          <p14:tracePt t="120935" x="4171950" y="2057400"/>
          <p14:tracePt t="120951" x="4222750" y="2146300"/>
          <p14:tracePt t="120968" x="4267200" y="2203450"/>
          <p14:tracePt t="120984" x="4337050" y="2286000"/>
          <p14:tracePt t="121001" x="4445000" y="2387600"/>
          <p14:tracePt t="121017" x="4521200" y="2438400"/>
          <p14:tracePt t="121035" x="4572000" y="2495550"/>
          <p14:tracePt t="121051" x="4597400" y="2508250"/>
          <p14:tracePt t="121067" x="4603750" y="2520950"/>
          <p14:tracePt t="121085" x="4610100" y="2533650"/>
          <p14:tracePt t="121121" x="4616450" y="2540000"/>
          <p14:tracePt t="121239" x="4610100" y="2540000"/>
          <p14:tracePt t="125236" x="4597400" y="2540000"/>
          <p14:tracePt t="125242" x="4559300" y="2546350"/>
          <p14:tracePt t="125252" x="4514850" y="2552700"/>
          <p14:tracePt t="125269" x="4406900" y="2603500"/>
          <p14:tracePt t="125286" x="4191000" y="2667000"/>
          <p14:tracePt t="125303" x="4083050" y="2698750"/>
          <p14:tracePt t="125320" x="3994150" y="2717800"/>
          <p14:tracePt t="125336" x="3930650" y="2736850"/>
          <p14:tracePt t="125352" x="3860800" y="2749550"/>
          <p14:tracePt t="125370" x="3746500" y="2781300"/>
          <p14:tracePt t="125386" x="3689350" y="2806700"/>
          <p14:tracePt t="125402" x="3625850" y="2832100"/>
          <p14:tracePt t="125419" x="3562350" y="2844800"/>
          <p14:tracePt t="125436" x="3530600" y="2851150"/>
          <p14:tracePt t="125453" x="3505200" y="2870200"/>
          <p14:tracePt t="125468" x="3486150" y="2876550"/>
          <p14:tracePt t="125485" x="3486150" y="2882900"/>
          <p14:tracePt t="125503" x="3467100" y="2889250"/>
          <p14:tracePt t="125519" x="3460750" y="2895600"/>
          <p14:tracePt t="125522" x="3454400" y="2901950"/>
          <p14:tracePt t="125535" x="3448050" y="2908300"/>
          <p14:tracePt t="125552" x="3441700" y="2921000"/>
          <p14:tracePt t="125584" x="3429000" y="2927350"/>
          <p14:tracePt t="125602" x="3416300" y="2933700"/>
          <p14:tracePt t="125618" x="3409950" y="2946400"/>
          <p14:tracePt t="125636" x="3384550" y="2952750"/>
          <p14:tracePt t="125651" x="3359150" y="2959100"/>
          <p14:tracePt t="125668" x="3333750" y="2971800"/>
          <p14:tracePt t="125685" x="3302000" y="2990850"/>
          <p14:tracePt t="138769" x="3314700" y="2990850"/>
          <p14:tracePt t="138776" x="3352800" y="2990850"/>
          <p14:tracePt t="138792" x="3390900" y="2990850"/>
          <p14:tracePt t="138807" x="3498850" y="2978150"/>
          <p14:tracePt t="138823" x="3562350" y="2978150"/>
          <p14:tracePt t="138841" x="3714750" y="2978150"/>
          <p14:tracePt t="138856" x="3803650" y="2984500"/>
          <p14:tracePt t="138873" x="3981450" y="2984500"/>
          <p14:tracePt t="138890" x="4184650" y="2984500"/>
          <p14:tracePt t="138906" x="4286250" y="2984500"/>
          <p14:tracePt t="138923" x="4451350" y="2990850"/>
          <p14:tracePt t="138940" x="4610100" y="3016250"/>
          <p14:tracePt t="138956" x="4686300" y="3022600"/>
          <p14:tracePt t="138973" x="4838700" y="3035300"/>
          <p14:tracePt t="138989" x="5003800" y="3041650"/>
          <p14:tracePt t="139006" x="5080000" y="3041650"/>
          <p14:tracePt t="139022" x="5238750" y="3041650"/>
          <p14:tracePt t="139039" x="5365750" y="3041650"/>
          <p14:tracePt t="139059" x="5461000" y="3022600"/>
          <p14:tracePt t="139075" x="5511800" y="3022600"/>
          <p14:tracePt t="139089" x="5607050" y="3016250"/>
          <p14:tracePt t="139108" x="5695950" y="3016250"/>
          <p14:tracePt t="139122" x="5753100" y="3022600"/>
          <p14:tracePt t="139139" x="5816600" y="3035300"/>
          <p14:tracePt t="139156" x="5943600" y="3035300"/>
          <p14:tracePt t="139172" x="6089650" y="3028950"/>
          <p14:tracePt t="139188" x="6178550" y="3022600"/>
          <p14:tracePt t="139205" x="6356350" y="3022600"/>
          <p14:tracePt t="139221" x="6521450" y="3022600"/>
          <p14:tracePt t="139238" x="6597650" y="3022600"/>
          <p14:tracePt t="139255" x="6718300" y="3009900"/>
          <p14:tracePt t="139272" x="6788150" y="3003550"/>
          <p14:tracePt t="139287" x="6807200" y="2997200"/>
          <p14:tracePt t="139304" x="6838950" y="2990850"/>
          <p14:tracePt t="139321" x="6845300" y="2984500"/>
          <p14:tracePt t="139338" x="6851650" y="2978150"/>
          <p14:tracePt t="139354" x="6851650" y="2971800"/>
          <p14:tracePt t="139371" x="6851650" y="2965450"/>
          <p14:tracePt t="139409" x="6845300" y="2959100"/>
          <p14:tracePt t="139430" x="6845300" y="2952750"/>
          <p14:tracePt t="139440" x="6845300" y="2946400"/>
          <p14:tracePt t="139458" x="6845300" y="2940050"/>
          <p14:tracePt t="139479" x="6845300" y="2933700"/>
          <p14:tracePt t="139500" x="6845300" y="2927350"/>
          <p14:tracePt t="139563" x="6838950" y="2927350"/>
          <p14:tracePt t="139571" x="6838950" y="2921000"/>
          <p14:tracePt t="139578" x="6832600" y="2921000"/>
          <p14:tracePt t="139592" x="6819900" y="2921000"/>
          <p14:tracePt t="139603" x="6794500" y="2921000"/>
          <p14:tracePt t="139620" x="6737350" y="2921000"/>
          <p14:tracePt t="139636" x="6686550" y="2914650"/>
          <p14:tracePt t="139640" x="6610350" y="2914650"/>
          <p14:tracePt t="139654" x="6527800" y="2908300"/>
          <p14:tracePt t="139670" x="6318250" y="2908300"/>
          <p14:tracePt t="139686" x="6203950" y="2908300"/>
          <p14:tracePt t="139704" x="5988050" y="2889250"/>
          <p14:tracePt t="139719" x="5784850" y="2876550"/>
          <p14:tracePt t="139736" x="5689600" y="2863850"/>
          <p14:tracePt t="139753" x="5562600" y="2863850"/>
          <p14:tracePt t="139769" x="5524500" y="2863850"/>
          <p14:tracePt t="139786" x="5473700" y="2863850"/>
          <p14:tracePt t="139803" x="5448300" y="2863850"/>
          <p14:tracePt t="139836" x="5429250" y="2863850"/>
          <p14:tracePt t="139852" x="5410200" y="2863850"/>
          <p14:tracePt t="139869" x="5397500" y="2863850"/>
          <p14:tracePt t="139886" x="5384800" y="2863850"/>
          <p14:tracePt t="139902" x="5340350" y="2863850"/>
          <p14:tracePt t="139919" x="5334000" y="2863850"/>
          <p14:tracePt t="139936" x="5276850" y="2863850"/>
          <p14:tracePt t="139952" x="5207000" y="2863850"/>
          <p14:tracePt t="139969" x="5168900" y="2863850"/>
          <p14:tracePt t="139985" x="5073650" y="2863850"/>
          <p14:tracePt t="140002" x="4959350" y="2863850"/>
          <p14:tracePt t="140019" x="4845050" y="2870200"/>
          <p14:tracePt t="140035" x="4775200" y="2876550"/>
          <p14:tracePt t="140052" x="4699000" y="2895600"/>
          <p14:tracePt t="140068" x="4641850" y="2914650"/>
          <p14:tracePt t="140622" x="4616450" y="2914650"/>
          <p14:tracePt t="140636" x="4584700" y="2914650"/>
          <p14:tracePt t="140643" x="4540250" y="2914650"/>
          <p14:tracePt t="140653" x="4495800" y="2914650"/>
          <p14:tracePt t="140666" x="4457700" y="2901950"/>
          <p14:tracePt t="140683" x="4387850" y="2908300"/>
          <p14:tracePt t="140699" x="4222750" y="2901950"/>
          <p14:tracePt t="140716" x="3994150" y="2870200"/>
          <p14:tracePt t="140733" x="3867150" y="2870200"/>
          <p14:tracePt t="140750" x="3575050" y="2870200"/>
          <p14:tracePt t="140766" x="3295650" y="2851150"/>
          <p14:tracePt t="140784" x="3054350" y="2832100"/>
          <p14:tracePt t="140799" x="2940050" y="2819400"/>
          <p14:tracePt t="140816" x="2724150" y="2819400"/>
          <p14:tracePt t="140833" x="2520950" y="2787650"/>
          <p14:tracePt t="140849" x="2432050" y="2781300"/>
          <p14:tracePt t="140866" x="2286000" y="2762250"/>
          <p14:tracePt t="140883" x="2108200" y="2736850"/>
          <p14:tracePt t="140899" x="2019300" y="2730500"/>
          <p14:tracePt t="140915" x="1917700" y="2730500"/>
          <p14:tracePt t="140933" x="1720850" y="2711450"/>
          <p14:tracePt t="140948" x="1670050" y="2705100"/>
          <p14:tracePt t="140966" x="1587500" y="2692400"/>
          <p14:tracePt t="140982" x="1549400" y="2692400"/>
          <p14:tracePt t="140998" x="1485900" y="2692400"/>
          <p14:tracePt t="141016" x="1454150" y="2692400"/>
          <p14:tracePt t="141032" x="1447800" y="2692400"/>
          <p14:tracePt t="141048" x="1441450" y="2698750"/>
          <p14:tracePt t="141081" x="1441450" y="2705100"/>
          <p14:tracePt t="141098" x="1441450" y="2711450"/>
          <p14:tracePt t="141135" x="1441450" y="2717800"/>
          <p14:tracePt t="141177" x="1441450" y="2724150"/>
          <p14:tracePt t="141205" x="1441450" y="2730500"/>
          <p14:tracePt t="141233" x="1441450" y="2736850"/>
          <p14:tracePt t="141268" x="1447800" y="2736850"/>
          <p14:tracePt t="141275" x="1454150" y="2743200"/>
          <p14:tracePt t="141284" x="1460500" y="2743200"/>
          <p14:tracePt t="141299" x="1473200" y="2749550"/>
          <p14:tracePt t="141314" x="1479550" y="2755900"/>
          <p14:tracePt t="141331" x="1498600" y="2762250"/>
          <p14:tracePt t="141347" x="1536700" y="2762250"/>
          <p14:tracePt t="141364" x="1555750" y="2762250"/>
          <p14:tracePt t="141381" x="1606550" y="2768600"/>
          <p14:tracePt t="141397" x="1651000" y="2774950"/>
          <p14:tracePt t="141413" x="1682750" y="2781300"/>
          <p14:tracePt t="141431" x="1739900" y="2794000"/>
          <p14:tracePt t="141447" x="1809750" y="2800350"/>
          <p14:tracePt t="141464" x="1879600" y="2819400"/>
          <p14:tracePt t="141480" x="1924050" y="2825750"/>
          <p14:tracePt t="141497" x="2000250" y="2838450"/>
          <p14:tracePt t="141514" x="2082800" y="2832100"/>
          <p14:tracePt t="141530" x="2120900" y="2832100"/>
          <p14:tracePt t="141546" x="2159000" y="2832100"/>
          <p14:tracePt t="141563" x="2266950" y="2832100"/>
          <p14:tracePt t="141580" x="2324100" y="2832100"/>
          <p14:tracePt t="141596" x="2374900" y="2832100"/>
          <p14:tracePt t="141614" x="2463800" y="2832100"/>
          <p14:tracePt t="141629" x="2533650" y="2832100"/>
          <p14:tracePt t="141634" x="2546350" y="2832100"/>
          <p14:tracePt t="141649" x="2565400" y="2832100"/>
          <p14:tracePt t="141663" x="2578100" y="2832100"/>
          <p14:tracePt t="141679" x="2590800" y="2832100"/>
          <p14:tracePt t="141696" x="2597150" y="2832100"/>
          <p14:tracePt t="141713" x="2603500" y="2832100"/>
          <p14:tracePt t="141844" x="2597150" y="2832100"/>
          <p14:tracePt t="141914" x="2590800" y="2832100"/>
          <p14:tracePt t="141929" x="2584450" y="2832100"/>
          <p14:tracePt t="141935" x="2571750" y="2832100"/>
          <p14:tracePt t="141949" x="2565400" y="2832100"/>
          <p14:tracePt t="141963" x="2546350" y="2832100"/>
          <p14:tracePt t="141979" x="2489200" y="2832100"/>
          <p14:tracePt t="141995" x="2451100" y="2825750"/>
          <p14:tracePt t="142012" x="2362200" y="2825750"/>
          <p14:tracePt t="142028" x="2241550" y="2819400"/>
          <p14:tracePt t="142045" x="2190750" y="2819400"/>
          <p14:tracePt t="142062" x="2063750" y="2819400"/>
          <p14:tracePt t="142078" x="1968500" y="2819400"/>
          <p14:tracePt t="142095" x="1917700" y="2819400"/>
          <p14:tracePt t="142112" x="1828800" y="2819400"/>
          <p14:tracePt t="142128" x="1771650" y="2825750"/>
          <p14:tracePt t="142146" x="1714500" y="2825750"/>
          <p14:tracePt t="142161" x="1701800" y="2825750"/>
          <p14:tracePt t="142178" x="1682750" y="2825750"/>
          <p14:tracePt t="142195" x="1651000" y="2825750"/>
          <p14:tracePt t="142211" x="1619250" y="2825750"/>
          <p14:tracePt t="142228" x="1606550" y="2825750"/>
          <p14:tracePt t="142244" x="1593850" y="2832100"/>
          <p14:tracePt t="142261" x="1581150" y="2832100"/>
          <p14:tracePt t="142277" x="1574800" y="2832100"/>
          <p14:tracePt t="142546" x="1581150" y="2832100"/>
          <p14:tracePt t="142567" x="1587500" y="2832100"/>
          <p14:tracePt t="142609" x="1600200" y="2832100"/>
          <p14:tracePt t="142616" x="1606550" y="2832100"/>
          <p14:tracePt t="142636" x="1612900" y="2832100"/>
          <p14:tracePt t="142650" x="1619250" y="2832100"/>
          <p14:tracePt t="142660" x="1625600" y="2825750"/>
          <p14:tracePt t="142680" x="1631950" y="2825750"/>
          <p14:tracePt t="142707" x="1638300" y="2825750"/>
          <p14:tracePt t="142722" x="1644650" y="2825750"/>
          <p14:tracePt t="142749" x="1651000" y="2825750"/>
          <p14:tracePt t="142757" x="1657350" y="2825750"/>
          <p14:tracePt t="142799" x="1663700" y="2819400"/>
          <p14:tracePt t="142827" x="1670050" y="2819400"/>
          <p14:tracePt t="142869" x="1676400" y="2819400"/>
          <p14:tracePt t="142897" x="1682750" y="2813050"/>
          <p14:tracePt t="142988" x="1682750" y="2806700"/>
          <p14:tracePt t="143010" x="1676400" y="2806700"/>
          <p14:tracePt t="143052" x="1670050" y="2800350"/>
          <p14:tracePt t="143059" x="1663700" y="2800350"/>
          <p14:tracePt t="143108" x="1657350" y="2794000"/>
          <p14:tracePt t="143122" x="1651000" y="2794000"/>
          <p14:tracePt t="143128" x="1644650" y="2794000"/>
          <p14:tracePt t="143164" x="1638300" y="2794000"/>
          <p14:tracePt t="143178" x="1638300" y="2787650"/>
          <p14:tracePt t="143199" x="1631950" y="2787650"/>
          <p14:tracePt t="143220" x="1631950" y="2781300"/>
          <p14:tracePt t="143234" x="1625600" y="2781300"/>
          <p14:tracePt t="143262" x="1619250" y="2781300"/>
          <p14:tracePt t="143269" x="1612900" y="2781300"/>
          <p14:tracePt t="143303" x="1606550" y="2781300"/>
          <p14:tracePt t="143318" x="1600200" y="2781300"/>
          <p14:tracePt t="143339" x="1593850" y="2781300"/>
          <p14:tracePt t="143353" x="1587500" y="2781300"/>
          <p14:tracePt t="143360" x="1568450" y="2781300"/>
          <p14:tracePt t="143377" x="1555750" y="2781300"/>
          <p14:tracePt t="143390" x="1504950" y="2781300"/>
          <p14:tracePt t="143407" x="1466850" y="2781300"/>
          <p14:tracePt t="143424" x="1403350" y="2781300"/>
          <p14:tracePt t="143440" x="1365250" y="2781300"/>
          <p14:tracePt t="143457" x="1282700" y="2781300"/>
          <p14:tracePt t="143473" x="1212850" y="2781300"/>
          <p14:tracePt t="143490" x="1174750" y="2781300"/>
          <p14:tracePt t="143507" x="1130300" y="2781300"/>
          <p14:tracePt t="143523" x="1085850" y="2787650"/>
          <p14:tracePt t="143540" x="1073150" y="2787650"/>
          <p14:tracePt t="143557" x="1047750" y="2787650"/>
          <p14:tracePt t="143573" x="1041400" y="2794000"/>
          <p14:tracePt t="143590" x="1028700" y="2794000"/>
          <p14:tracePt t="143606" x="1016000" y="2794000"/>
          <p14:tracePt t="143623" x="1003300" y="2800350"/>
          <p14:tracePt t="143662" x="996950" y="2800350"/>
          <p14:tracePt t="143673" x="990600" y="2800350"/>
          <p14:tracePt t="143692" x="984250" y="2800350"/>
          <p14:tracePt t="143740" x="984250" y="2806700"/>
          <p14:tracePt t="143782" x="977900" y="2806700"/>
          <p14:tracePt t="143873" x="971550" y="2806700"/>
          <p14:tracePt t="143922" x="965200" y="2806700"/>
          <p14:tracePt t="143971" x="952500" y="2806700"/>
          <p14:tracePt t="143985" x="952500" y="2800350"/>
          <p14:tracePt t="143992" x="946150" y="2800350"/>
          <p14:tracePt t="144008" x="939800" y="2800350"/>
          <p14:tracePt t="144022" x="927100" y="2794000"/>
          <p14:tracePt t="144058" x="914400" y="2794000"/>
          <p14:tracePt t="144071" x="908050" y="2787650"/>
          <p14:tracePt t="144088" x="895350" y="2787650"/>
          <p14:tracePt t="144105" x="876300" y="2787650"/>
          <p14:tracePt t="144138" x="857250" y="2781300"/>
          <p14:tracePt t="144154" x="844550" y="2774950"/>
          <p14:tracePt t="144171" x="838200" y="2774950"/>
          <p14:tracePt t="144188" x="831850" y="2774950"/>
          <p14:tracePt t="144217" x="831850" y="2768600"/>
          <p14:tracePt t="144456" x="838200" y="2768600"/>
          <p14:tracePt t="144462" x="844550" y="2768600"/>
          <p14:tracePt t="144477" x="850900" y="2768600"/>
          <p14:tracePt t="144498" x="863600" y="2768600"/>
          <p14:tracePt t="144507" x="869950" y="2768600"/>
          <p14:tracePt t="144520" x="876300" y="2768600"/>
          <p14:tracePt t="144536" x="914400" y="2768600"/>
          <p14:tracePt t="144554" x="946150" y="2768600"/>
          <p14:tracePt t="144569" x="965200" y="2768600"/>
          <p14:tracePt t="144586" x="1003300" y="2768600"/>
          <p14:tracePt t="144603" x="1047750" y="2768600"/>
          <p14:tracePt t="144619" x="1066800" y="2768600"/>
          <p14:tracePt t="144636" x="1085850" y="2768600"/>
          <p14:tracePt t="144653" x="1174750" y="2768600"/>
          <p14:tracePt t="144669" x="1212850" y="2768600"/>
          <p14:tracePt t="144686" x="1250950" y="2768600"/>
          <p14:tracePt t="144689" x="1289050" y="2768600"/>
          <p14:tracePt t="144703" x="1327150" y="2768600"/>
          <p14:tracePt t="144719" x="1397000" y="2768600"/>
          <p14:tracePt t="144736" x="1454150" y="2768600"/>
          <p14:tracePt t="144752" x="1473200" y="2762250"/>
          <p14:tracePt t="144769" x="1511300" y="2755900"/>
          <p14:tracePt t="144786" x="1536700" y="2749550"/>
          <p14:tracePt t="144802" x="1543050" y="2749550"/>
          <p14:tracePt t="144819" x="1549400" y="2749550"/>
          <p14:tracePt t="144835" x="1555750" y="2749550"/>
          <p14:tracePt t="144869" x="1562100" y="2749550"/>
          <p14:tracePt t="144885" x="1574800" y="2743200"/>
          <p14:tracePt t="144919" x="1581150" y="2743200"/>
          <p14:tracePt t="144935" x="1587500" y="2743200"/>
          <p14:tracePt t="144952" x="1593850" y="2743200"/>
          <p14:tracePt t="144968" x="1612900" y="2743200"/>
          <p14:tracePt t="144985" x="1625600" y="2743200"/>
          <p14:tracePt t="145001" x="1663700" y="2743200"/>
          <p14:tracePt t="145018" x="1720850" y="2749550"/>
          <p14:tracePt t="145035" x="1758950" y="2749550"/>
          <p14:tracePt t="145052" x="1854200" y="2768600"/>
          <p14:tracePt t="145067" x="1949450" y="2787650"/>
          <p14:tracePt t="145084" x="1993900" y="2794000"/>
          <p14:tracePt t="145101" x="2070100" y="2800350"/>
          <p14:tracePt t="145117" x="2133600" y="2819400"/>
          <p14:tracePt t="145134" x="2171700" y="2825750"/>
          <p14:tracePt t="145151" x="2222500" y="2832100"/>
          <p14:tracePt t="145168" x="2273300" y="2844800"/>
          <p14:tracePt t="145184" x="2292350" y="2844800"/>
          <p14:tracePt t="145201" x="2336800" y="2863850"/>
          <p14:tracePt t="145217" x="2368550" y="2863850"/>
          <p14:tracePt t="145234" x="2387600" y="2863850"/>
          <p14:tracePt t="145251" x="2393950" y="2863850"/>
          <p14:tracePt t="145284" x="2406650" y="2863850"/>
          <p14:tracePt t="145317" x="2406650" y="2870200"/>
          <p14:tracePt t="145334" x="2413000" y="2870200"/>
          <p14:tracePt t="145354" x="2425700" y="2876550"/>
          <p14:tracePt t="145375" x="2432050" y="2876550"/>
          <p14:tracePt t="145389" x="2432050" y="2882900"/>
          <p14:tracePt t="145400" x="2438400" y="2882900"/>
          <p14:tracePt t="145424" x="2444750" y="2889250"/>
          <p14:tracePt t="145445" x="2451100" y="2889250"/>
          <p14:tracePt t="145459" x="2457450" y="2889250"/>
          <p14:tracePt t="145469" x="2457450" y="2895600"/>
          <p14:tracePt t="145483" x="2463800" y="2895600"/>
          <p14:tracePt t="145500" x="2470150" y="2895600"/>
          <p14:tracePt t="145516" x="2476500" y="2895600"/>
          <p14:tracePt t="145537" x="2482850" y="2895600"/>
          <p14:tracePt t="145564" x="2489200" y="2895600"/>
          <p14:tracePt t="145586" x="2501900" y="2901950"/>
          <p14:tracePt t="145601" x="2501900" y="2908300"/>
          <p14:tracePt t="145606" x="2514600" y="2914650"/>
          <p14:tracePt t="145615" x="2520950" y="2914650"/>
          <p14:tracePt t="145632" x="2533650" y="2927350"/>
          <p14:tracePt t="155039" x="2546350" y="2927350"/>
          <p14:tracePt t="155045" x="2571750" y="2927350"/>
          <p14:tracePt t="155059" x="2597150" y="2927350"/>
          <p14:tracePt t="155069" x="2635250" y="2927350"/>
          <p14:tracePt t="155083" x="2667000" y="2927350"/>
          <p14:tracePt t="155100" x="2730500" y="2927350"/>
          <p14:tracePt t="155116" x="2781300" y="2927350"/>
          <p14:tracePt t="155133" x="2800350" y="2927350"/>
          <p14:tracePt t="155150" x="2844800" y="2927350"/>
          <p14:tracePt t="155166" x="2889250" y="2927350"/>
          <p14:tracePt t="155183" x="2921000" y="2921000"/>
          <p14:tracePt t="155200" x="2971800" y="2921000"/>
          <p14:tracePt t="155216" x="3016250" y="2921000"/>
          <p14:tracePt t="155233" x="3041650" y="2921000"/>
          <p14:tracePt t="155250" x="3067050" y="2921000"/>
          <p14:tracePt t="155266" x="3079750" y="2921000"/>
          <p14:tracePt t="155283" x="3086100" y="2921000"/>
          <p14:tracePt t="155299" x="3092450" y="2921000"/>
          <p14:tracePt t="155973" x="3048000" y="2921000"/>
          <p14:tracePt t="155980" x="2959100" y="2933700"/>
          <p14:tracePt t="155987" x="2844800" y="2940050"/>
          <p14:tracePt t="156001" x="2743200" y="2952750"/>
          <p14:tracePt t="156013" x="2641600" y="2971800"/>
          <p14:tracePt t="156030" x="2463800" y="2984500"/>
          <p14:tracePt t="156046" x="2368550" y="2990850"/>
          <p14:tracePt t="156064" x="2165350" y="3022600"/>
          <p14:tracePt t="156080" x="2019300" y="3009900"/>
          <p14:tracePt t="156096" x="1955800" y="3003550"/>
          <p14:tracePt t="156113" x="1828800" y="3003550"/>
          <p14:tracePt t="156129" x="1708150" y="3003550"/>
          <p14:tracePt t="156146" x="1644650" y="3003550"/>
          <p14:tracePt t="156163" x="1543050" y="3022600"/>
          <p14:tracePt t="156179" x="1473200" y="3022600"/>
          <p14:tracePt t="156197" x="1365250" y="3009900"/>
          <p14:tracePt t="156212" x="1346200" y="3009900"/>
          <p14:tracePt t="156229" x="1327150" y="3009900"/>
          <p14:tracePt t="156246" x="1295400" y="3009900"/>
          <p14:tracePt t="156262" x="1276350" y="3009900"/>
          <p14:tracePt t="156279" x="1270000" y="3009900"/>
          <p14:tracePt t="156296" x="1263650" y="3009900"/>
          <p14:tracePt t="156312" x="1250950" y="3009900"/>
          <p14:tracePt t="156345" x="1238250" y="3016250"/>
          <p14:tracePt t="156362" x="1212850" y="3016250"/>
          <p14:tracePt t="156379" x="1187450" y="2997200"/>
          <p14:tracePt t="156395" x="1168400" y="2997200"/>
          <p14:tracePt t="156412" x="1111250" y="2965450"/>
          <p14:tracePt t="156429" x="1041400" y="2946400"/>
          <p14:tracePt t="156445" x="1009650" y="2933700"/>
          <p14:tracePt t="156462" x="971550" y="2921000"/>
          <p14:tracePt t="156478" x="908050" y="2908300"/>
          <p14:tracePt t="156495" x="895350" y="2908300"/>
          <p14:tracePt t="156512" x="882650" y="2895600"/>
          <p14:tracePt t="156528" x="863600" y="2895600"/>
          <p14:tracePt t="156640" x="869950" y="2895600"/>
          <p14:tracePt t="156661" x="876300" y="2895600"/>
          <p14:tracePt t="156682" x="882650" y="2895600"/>
          <p14:tracePt t="156702" x="889000" y="2889250"/>
          <p14:tracePt t="156710" x="895350" y="2889250"/>
          <p14:tracePt t="156724" x="901700" y="2882900"/>
          <p14:tracePt t="156731" x="914400" y="2882900"/>
          <p14:tracePt t="156747" x="927100" y="2876550"/>
          <p14:tracePt t="156760" x="958850" y="2863850"/>
          <p14:tracePt t="156777" x="990600" y="2857500"/>
          <p14:tracePt t="156794" x="1047750" y="2832100"/>
          <p14:tracePt t="156811" x="1079500" y="2825750"/>
          <p14:tracePt t="156827" x="1162050" y="2806700"/>
          <p14:tracePt t="156844" x="1263650" y="2800350"/>
          <p14:tracePt t="156860" x="1308100" y="2794000"/>
          <p14:tracePt t="156877" x="1422400" y="2794000"/>
          <p14:tracePt t="156893" x="1530350" y="2781300"/>
          <p14:tracePt t="156911" x="1581150" y="2781300"/>
          <p14:tracePt t="156927" x="1663700" y="2774950"/>
          <p14:tracePt t="156943" x="1720850" y="2762250"/>
          <p14:tracePt t="156960" x="1739900" y="2755900"/>
          <p14:tracePt t="156977" x="1784350" y="2736850"/>
          <p14:tracePt t="156993" x="1803400" y="2730500"/>
          <p14:tracePt t="157011" x="1809750" y="2730500"/>
          <p14:tracePt t="157061" x="1809750" y="2724150"/>
          <p14:tracePt t="157110" x="1803400" y="2724150"/>
          <p14:tracePt t="157123" x="1797050" y="2717800"/>
          <p14:tracePt t="157130" x="1790700" y="2717800"/>
          <p14:tracePt t="157146" x="1778000" y="2717800"/>
          <p14:tracePt t="157160" x="1771650" y="2717800"/>
          <p14:tracePt t="157176" x="1727200" y="2717800"/>
          <p14:tracePt t="157193" x="1701800" y="2717800"/>
          <p14:tracePt t="157210" x="1619250" y="2711450"/>
          <p14:tracePt t="157226" x="1504950" y="2692400"/>
          <p14:tracePt t="157243" x="1397000" y="2692400"/>
          <p14:tracePt t="157259" x="1346200" y="2692400"/>
          <p14:tracePt t="157276" x="1282700" y="2679700"/>
          <p14:tracePt t="157293" x="1244600" y="2679700"/>
          <p14:tracePt t="157309" x="1231900" y="2679700"/>
          <p14:tracePt t="157326" x="1219200" y="2679700"/>
          <p14:tracePt t="157426" x="1219200" y="2686050"/>
          <p14:tracePt t="157482" x="1219200" y="2692400"/>
          <p14:tracePt t="157496" x="1219200" y="2698750"/>
          <p14:tracePt t="157509" x="1212850" y="2705100"/>
          <p14:tracePt t="158142" x="1219200" y="2705100"/>
          <p14:tracePt t="158157" x="1231900" y="2705100"/>
          <p14:tracePt t="158163" x="1238250" y="2705100"/>
          <p14:tracePt t="158185" x="1250950" y="2711450"/>
          <p14:tracePt t="158199" x="1257300" y="2711450"/>
          <p14:tracePt t="158208" x="1263650" y="2711450"/>
          <p14:tracePt t="158222" x="1289050" y="2717800"/>
          <p14:tracePt t="158239" x="1339850" y="2730500"/>
          <p14:tracePt t="158256" x="1397000" y="2743200"/>
          <p14:tracePt t="158272" x="1428750" y="2762250"/>
          <p14:tracePt t="158289" x="1485900" y="2774950"/>
          <p14:tracePt t="158305" x="1536700" y="2787650"/>
          <p14:tracePt t="158322" x="1555750" y="2800350"/>
          <p14:tracePt t="158339" x="1574800" y="2800350"/>
          <p14:tracePt t="158355" x="1587500" y="2806700"/>
          <p14:tracePt t="158372" x="1593850" y="2806700"/>
          <p14:tracePt t="158405" x="1593850" y="2813050"/>
          <p14:tracePt t="158425" x="1593850" y="2819400"/>
          <p14:tracePt t="158515" x="1587500" y="2819400"/>
          <p14:tracePt t="158550" x="1581150" y="2819400"/>
          <p14:tracePt t="158564" x="1574800" y="2819400"/>
          <p14:tracePt t="158585" x="1568450" y="2819400"/>
          <p14:tracePt t="158606" x="1562100" y="2819400"/>
          <p14:tracePt t="158648" x="1555750" y="2819400"/>
          <p14:tracePt t="158655" x="1549400" y="2825750"/>
          <p14:tracePt t="158676" x="1543050" y="2825750"/>
          <p14:tracePt t="158697" x="1536700" y="2832100"/>
          <p14:tracePt t="158705" x="1530350" y="2832100"/>
          <p14:tracePt t="158718" x="1524000" y="2832100"/>
          <p14:tracePt t="158739" x="1511300" y="2832100"/>
          <p14:tracePt t="158746" x="1498600" y="2838450"/>
          <p14:tracePt t="158760" x="1479550" y="2838450"/>
          <p14:tracePt t="158770" x="1454150" y="2844800"/>
          <p14:tracePt t="158787" x="1428750" y="2844800"/>
          <p14:tracePt t="158804" x="1377950" y="2851150"/>
          <p14:tracePt t="158820" x="1339850" y="2851150"/>
          <p14:tracePt t="158838" x="1301750" y="2851150"/>
          <p14:tracePt t="158853" x="1295400" y="2851150"/>
          <p14:tracePt t="158870" x="1289050" y="2857500"/>
          <p14:tracePt t="158957" x="1295400" y="2857500"/>
          <p14:tracePt t="158972" x="1308100" y="2857500"/>
          <p14:tracePt t="158978" x="1314450" y="2857500"/>
          <p14:tracePt t="158986" x="1327150" y="2857500"/>
          <p14:tracePt t="159002" x="1339850" y="2851150"/>
          <p14:tracePt t="159020" x="1390650" y="2844800"/>
          <p14:tracePt t="159036" x="1416050" y="2844800"/>
          <p14:tracePt t="159040" x="1454150" y="2832100"/>
          <p14:tracePt t="159053" x="1511300" y="2825750"/>
          <p14:tracePt t="159070" x="1619250" y="2800350"/>
          <p14:tracePt t="159086" x="1670050" y="2787650"/>
          <p14:tracePt t="159103" x="1765300" y="2774950"/>
          <p14:tracePt t="159119" x="1822450" y="2762250"/>
          <p14:tracePt t="159136" x="1835150" y="2762250"/>
          <p14:tracePt t="159153" x="1854200" y="2755900"/>
          <p14:tracePt t="159169" x="1860550" y="2755900"/>
          <p14:tracePt t="159399" x="1854200" y="2755900"/>
          <p14:tracePt t="159406" x="1847850" y="2755900"/>
          <p14:tracePt t="159421" x="1835150" y="2755900"/>
          <p14:tracePt t="159434" x="1828800" y="2755900"/>
          <p14:tracePt t="159451" x="1778000" y="2762250"/>
          <p14:tracePt t="159469" x="1739900" y="2762250"/>
          <p14:tracePt t="159485" x="1606550" y="2781300"/>
          <p14:tracePt t="159501" x="1466850" y="2787650"/>
          <p14:tracePt t="159518" x="1333500" y="2794000"/>
          <p14:tracePt t="159534" x="1295400" y="2794000"/>
          <p14:tracePt t="159538" x="1270000" y="2806700"/>
          <p14:tracePt t="159551" x="1238250" y="2806700"/>
          <p14:tracePt t="159568" x="1225550" y="2806700"/>
          <p14:tracePt t="159584" x="1219200" y="2806700"/>
          <p14:tracePt t="159617" x="1212850" y="2800350"/>
          <p14:tracePt t="159634" x="1200150" y="2800350"/>
          <p14:tracePt t="159651" x="1193800" y="2794000"/>
          <p14:tracePt t="159667" x="1187450" y="2787650"/>
          <p14:tracePt t="159684" x="1181100" y="2787650"/>
          <p14:tracePt t="159701" x="1168400" y="2787650"/>
          <p14:tracePt t="159717" x="1162050" y="2787650"/>
          <p14:tracePt t="159734" x="1149350" y="2787650"/>
          <p14:tracePt t="159778" x="1149350" y="2794000"/>
          <p14:tracePt t="159912" x="1162050" y="2794000"/>
          <p14:tracePt t="159919" x="1168400" y="2794000"/>
          <p14:tracePt t="159935" x="1187450" y="2794000"/>
          <p14:tracePt t="159950" x="1206500" y="2794000"/>
          <p14:tracePt t="159966" x="1295400" y="2794000"/>
          <p14:tracePt t="159983" x="1460500" y="2781300"/>
          <p14:tracePt t="159999" x="1549400" y="2781300"/>
          <p14:tracePt t="160017" x="1739900" y="2781300"/>
          <p14:tracePt t="160032" x="1892300" y="2781300"/>
          <p14:tracePt t="160049" x="1943100" y="2781300"/>
          <p14:tracePt t="160066" x="2006600" y="2781300"/>
          <p14:tracePt t="160082" x="2038350" y="2781300"/>
          <p14:tracePt t="160099" x="2051050" y="2781300"/>
          <p14:tracePt t="160117" x="2057400" y="2781300"/>
          <p14:tracePt t="160340" x="2051050" y="2787650"/>
          <p14:tracePt t="160363" x="2057400" y="2781300"/>
          <p14:tracePt t="160754" x="2070100" y="2781300"/>
          <p14:tracePt t="160761" x="2108200" y="2781300"/>
          <p14:tracePt t="160775" x="2159000" y="2781300"/>
          <p14:tracePt t="160783" x="2222500" y="2781300"/>
          <p14:tracePt t="160798" x="2273300" y="2781300"/>
          <p14:tracePt t="160813" x="2393950" y="2781300"/>
          <p14:tracePt t="160831" x="2444750" y="2781300"/>
          <p14:tracePt t="160847" x="2546350" y="2781300"/>
          <p14:tracePt t="160864" x="2590800" y="2774950"/>
          <p14:tracePt t="160881" x="2686050" y="2755900"/>
          <p14:tracePt t="160896" x="2717800" y="2755900"/>
          <p14:tracePt t="160913" x="2730500" y="2749550"/>
          <p14:tracePt t="160930" x="2762250" y="2749550"/>
          <p14:tracePt t="160946" x="2787650" y="2749550"/>
          <p14:tracePt t="160964" x="2800350" y="2749550"/>
          <p14:tracePt t="160980" x="2806700" y="2749550"/>
          <p14:tracePt t="160996" x="2825750" y="2749550"/>
          <p14:tracePt t="161014" x="2844800" y="2749550"/>
          <p14:tracePt t="161046" x="2851150" y="2749550"/>
          <p14:tracePt t="161064" x="2857500" y="2755900"/>
          <p14:tracePt t="161079" x="2863850" y="2755900"/>
          <p14:tracePt t="161096" x="2870200" y="2762250"/>
          <p14:tracePt t="161128" x="2876550" y="2762250"/>
          <p14:tracePt t="161146" x="2882900" y="2762250"/>
          <p14:tracePt t="161163" x="2889250" y="2768600"/>
          <p14:tracePt t="161196" x="2895600" y="2774950"/>
          <p14:tracePt t="161212" x="2921000" y="2774950"/>
          <p14:tracePt t="161229" x="2965450" y="2787650"/>
          <p14:tracePt t="161246" x="3035300" y="2800350"/>
          <p14:tracePt t="161263" x="3073400" y="2813050"/>
          <p14:tracePt t="161279" x="3168650" y="2825750"/>
          <p14:tracePt t="161295" x="3238500" y="2844800"/>
          <p14:tracePt t="161312" x="3282950" y="2851150"/>
          <p14:tracePt t="161328" x="3314700" y="2857500"/>
          <p14:tracePt t="161345" x="3333750" y="2863850"/>
          <p14:tracePt t="161362" x="3340100" y="2863850"/>
          <p14:tracePt t="161379" x="3346450" y="2870200"/>
          <p14:tracePt t="161414" x="3346450" y="2876550"/>
          <p14:tracePt t="161434" x="3352800" y="2882900"/>
          <p14:tracePt t="161442" x="3365500" y="2882900"/>
          <p14:tracePt t="161456" x="3378200" y="2882900"/>
          <p14:tracePt t="161464" x="3390900" y="2889250"/>
          <p14:tracePt t="161479" x="3409950" y="2889250"/>
          <p14:tracePt t="161495" x="3441700" y="2889250"/>
          <p14:tracePt t="161511" x="3530600" y="2889250"/>
          <p14:tracePt t="161527" x="3670300" y="2889250"/>
          <p14:tracePt t="161544" x="3733800" y="2895600"/>
          <p14:tracePt t="161548" x="3810000" y="2895600"/>
          <p14:tracePt t="161561" x="3879850" y="2908300"/>
          <p14:tracePt t="161578" x="3981450" y="2908300"/>
          <p14:tracePt t="161594" x="4019550" y="2908300"/>
          <p14:tracePt t="161611" x="4076700" y="2908300"/>
          <p14:tracePt t="161627" x="4108450" y="2908300"/>
          <p14:tracePt t="161644" x="4114800" y="2908300"/>
          <p14:tracePt t="161660" x="4133850" y="2908300"/>
          <p14:tracePt t="161677" x="4146550" y="2908300"/>
          <p14:tracePt t="161710" x="4165600" y="2908300"/>
          <p14:tracePt t="161727" x="4191000" y="2908300"/>
          <p14:tracePt t="161744" x="4216400" y="2908300"/>
          <p14:tracePt t="161760" x="4235450" y="2914650"/>
          <p14:tracePt t="161777" x="4248150" y="2914650"/>
          <p14:tracePt t="161793" x="4260850" y="2914650"/>
          <p14:tracePt t="161810" x="4267200" y="2914650"/>
          <p14:tracePt t="161898" x="4260850" y="2914650"/>
          <p14:tracePt t="161905" x="4254500" y="2908300"/>
          <p14:tracePt t="161919" x="4248150" y="2908300"/>
          <p14:tracePt t="161929" x="4241800" y="2901950"/>
          <p14:tracePt t="161943" x="4229100" y="2901950"/>
          <p14:tracePt t="161959" x="4159250" y="2889250"/>
          <p14:tracePt t="161976" x="4019550" y="2857500"/>
          <p14:tracePt t="161992" x="3911600" y="2838450"/>
          <p14:tracePt t="162009" x="3651250" y="2781300"/>
          <p14:tracePt t="162026" x="3314700" y="2736850"/>
          <p14:tracePt t="162042" x="3143250" y="2711450"/>
          <p14:tracePt t="162046" x="3016250" y="2686050"/>
          <p14:tracePt t="162062" x="2889250" y="2679700"/>
          <p14:tracePt t="162076" x="2698750" y="2654300"/>
          <p14:tracePt t="162092" x="2628900" y="2647950"/>
          <p14:tracePt t="162109" x="2552700" y="2647950"/>
          <p14:tracePt t="162125" x="2527300" y="2647950"/>
          <p14:tracePt t="162142" x="2514600" y="2647950"/>
          <p14:tracePt t="162159" x="2508250" y="2647950"/>
          <p14:tracePt t="162228" x="2514600" y="2647950"/>
          <p14:tracePt t="162256" x="2508250" y="2647950"/>
          <p14:tracePt t="162278" x="2501900" y="2654300"/>
          <p14:tracePt t="163371" x="2527300" y="2647950"/>
          <p14:tracePt t="163377" x="2540000" y="2641600"/>
          <p14:tracePt t="163392" x="2552700" y="2641600"/>
          <p14:tracePt t="163404" x="2565400" y="2635250"/>
          <p14:tracePt t="163421" x="2603500" y="2622550"/>
          <p14:tracePt t="163438" x="2635250" y="2616200"/>
          <p14:tracePt t="163455" x="2705100" y="2609850"/>
          <p14:tracePt t="163471" x="2800350" y="2590800"/>
          <p14:tracePt t="163487" x="2851150" y="2571750"/>
          <p14:tracePt t="163504" x="2946400" y="2559050"/>
          <p14:tracePt t="163520" x="3067050" y="2527300"/>
          <p14:tracePt t="163537" x="3124200" y="2508250"/>
          <p14:tracePt t="163554" x="3232150" y="2482850"/>
          <p14:tracePt t="163570" x="3276600" y="2463800"/>
          <p14:tracePt t="163574" x="3314700" y="2451100"/>
          <p14:tracePt t="163588" x="3378200" y="2432050"/>
          <p14:tracePt t="163604" x="3390900" y="2425700"/>
          <p14:tracePt t="163620" x="3409950" y="2419350"/>
          <p14:tracePt t="163637" x="3435350" y="2413000"/>
          <p14:tracePt t="163653" x="3441700" y="2413000"/>
          <p14:tracePt t="163670" x="3448050" y="2413000"/>
          <p14:tracePt t="163686" x="3454400" y="2413000"/>
          <p14:tracePt t="163703" x="3460750" y="2419350"/>
          <p14:tracePt t="163720" x="3460750" y="2432050"/>
          <p14:tracePt t="163737" x="3460750" y="2444750"/>
          <p14:tracePt t="163753" x="3460750" y="2451100"/>
          <p14:tracePt t="163770" x="3460750" y="2463800"/>
          <p14:tracePt t="163786" x="3460750" y="2470150"/>
          <p14:tracePt t="163803" x="3448050" y="2482850"/>
          <p14:tracePt t="163841" x="3441700" y="2489200"/>
          <p14:tracePt t="163862" x="3441700" y="2495550"/>
          <p14:tracePt t="163890" x="3435350" y="2495550"/>
          <p14:tracePt t="163911" x="3435350" y="2501900"/>
          <p14:tracePt t="163932" x="3435350" y="2508250"/>
          <p14:tracePt t="163939" x="3435350" y="2514600"/>
          <p14:tracePt t="164094" x="3441700" y="2514600"/>
          <p14:tracePt t="164100" x="3441700" y="2508250"/>
          <p14:tracePt t="164115" x="3441700" y="2501900"/>
          <p14:tracePt t="164137" x="3454400" y="2495550"/>
          <p14:tracePt t="164143" x="3460750" y="2482850"/>
          <p14:tracePt t="164152" x="3486150" y="2463800"/>
          <p14:tracePt t="164168" x="3517900" y="2438400"/>
          <p14:tracePt t="164185" x="3644900" y="2336800"/>
          <p14:tracePt t="164202" x="3740150" y="2266950"/>
          <p14:tracePt t="164220" x="4025900" y="2063750"/>
          <p14:tracePt t="164235" x="4210050" y="1936750"/>
          <p14:tracePt t="164252" x="4419600" y="1784350"/>
          <p14:tracePt t="164269" x="4864100" y="1479550"/>
          <p14:tracePt t="164285" x="5073650" y="1314450"/>
          <p14:tracePt t="164301" x="5467350" y="1035050"/>
          <p14:tracePt t="164318" x="5740400" y="844550"/>
          <p14:tracePt t="164335" x="5905500" y="717550"/>
          <p14:tracePt t="164352" x="5962650" y="679450"/>
          <p14:tracePt t="164369" x="6038850" y="628650"/>
          <p14:tracePt t="164384" x="6089650" y="609600"/>
          <p14:tracePt t="164401" x="6115050" y="596900"/>
          <p14:tracePt t="164418" x="6146800" y="577850"/>
          <p14:tracePt t="164434" x="6197600" y="558800"/>
          <p14:tracePt t="164451" x="6248400" y="546100"/>
          <p14:tracePt t="164468" x="6267450" y="539750"/>
          <p14:tracePt t="164484" x="6311900" y="520700"/>
          <p14:tracePt t="164501" x="6451600" y="469900"/>
          <p14:tracePt t="164517" x="6521450" y="438150"/>
          <p14:tracePt t="164534" x="6584950" y="400050"/>
          <p14:tracePt t="164551" x="6756400" y="336550"/>
          <p14:tracePt t="164568" x="6921500" y="266700"/>
          <p14:tracePt t="164583" x="6997700" y="234950"/>
          <p14:tracePt t="164600" x="7105650" y="209550"/>
          <p14:tracePt t="164617" x="7162800" y="196850"/>
          <p14:tracePt t="164651" x="7169150" y="196850"/>
          <p14:tracePt t="164676" x="7162800" y="196850"/>
          <p14:tracePt t="164686" x="7156450" y="196850"/>
          <p14:tracePt t="164700" x="7150100" y="196850"/>
          <p14:tracePt t="164717" x="7137400" y="196850"/>
          <p14:tracePt t="164733" x="7137400" y="203200"/>
          <p14:tracePt t="164775" x="7124700" y="203200"/>
          <p14:tracePt t="164803" x="7118350" y="209550"/>
          <p14:tracePt t="164824" x="7112000" y="209550"/>
          <p14:tracePt t="164845" x="7105650" y="209550"/>
          <p14:tracePt t="164852" x="7099300" y="215900"/>
          <p14:tracePt t="164869" x="7092950" y="222250"/>
          <p14:tracePt t="164883" x="7092950" y="228600"/>
          <p14:tracePt t="164900" x="7067550" y="241300"/>
          <p14:tracePt t="164916" x="7023100" y="260350"/>
          <p14:tracePt t="164932" x="6991350" y="285750"/>
          <p14:tracePt t="164950" x="6889750" y="330200"/>
          <p14:tracePt t="164966" x="6788150" y="387350"/>
          <p14:tracePt t="164983" x="6731000" y="406400"/>
          <p14:tracePt t="164999" x="6661150" y="438150"/>
          <p14:tracePt t="165015" x="6604000" y="469900"/>
          <p14:tracePt t="165032" x="6584950" y="476250"/>
          <p14:tracePt t="165049" x="6565900" y="488950"/>
          <p14:tracePt t="165065" x="6565900" y="495300"/>
          <p14:tracePt t="165098" x="6578600" y="501650"/>
          <p14:tracePt t="165115" x="6591300" y="501650"/>
          <p14:tracePt t="165132" x="6661150" y="508000"/>
          <p14:tracePt t="165148" x="6724650" y="520700"/>
          <p14:tracePt t="165165" x="6794500" y="539750"/>
          <p14:tracePt t="165182" x="6959600" y="546100"/>
          <p14:tracePt t="165198" x="7150100" y="571500"/>
          <p14:tracePt t="165215" x="7258050" y="590550"/>
          <p14:tracePt t="165231" x="7423150" y="596900"/>
          <p14:tracePt t="165248" x="7531100" y="615950"/>
          <p14:tracePt t="165266" x="7581900" y="622300"/>
          <p14:tracePt t="165281" x="7588250" y="622300"/>
          <p14:tracePt t="165298" x="7594600" y="622300"/>
          <p14:tracePt t="165315" x="7588250" y="622300"/>
          <p14:tracePt t="165331" x="7569200" y="622300"/>
          <p14:tracePt t="165348" x="7562850" y="622300"/>
          <p14:tracePt t="165364" x="7518400" y="622300"/>
          <p14:tracePt t="165381" x="7480300" y="622300"/>
          <p14:tracePt t="165398" x="7416800" y="622300"/>
          <p14:tracePt t="165414" x="7251700" y="622300"/>
          <p14:tracePt t="165431" x="7137400" y="622300"/>
          <p14:tracePt t="165448" x="6921500" y="628650"/>
          <p14:tracePt t="165464" x="6819900" y="628650"/>
          <p14:tracePt t="165481" x="6667500" y="628650"/>
          <p14:tracePt t="165497" x="6572250" y="628650"/>
          <p14:tracePt t="165514" x="6553200" y="628650"/>
          <p14:tracePt t="165530" x="6540500" y="628650"/>
          <p14:tracePt t="165547" x="6534150" y="628650"/>
          <p14:tracePt t="165563" x="6534150" y="635000"/>
          <p14:tracePt t="165580" x="6553200" y="635000"/>
          <p14:tracePt t="165597" x="6648450" y="641350"/>
          <p14:tracePt t="165613" x="6699250" y="641350"/>
          <p14:tracePt t="165617" x="6775450" y="641350"/>
          <p14:tracePt t="165630" x="6851650" y="654050"/>
          <p14:tracePt t="165646" x="6953250" y="666750"/>
          <p14:tracePt t="165663" x="7156450" y="666750"/>
          <p14:tracePt t="165680" x="7245350" y="660400"/>
          <p14:tracePt t="165696" x="7321550" y="660400"/>
          <p14:tracePt t="165713" x="7391400" y="654050"/>
          <p14:tracePt t="165730" x="7404100" y="654050"/>
          <p14:tracePt t="165746" x="7410450" y="654050"/>
          <p14:tracePt t="165779" x="7397750" y="654050"/>
          <p14:tracePt t="165796" x="7372350" y="647700"/>
          <p14:tracePt t="165813" x="7366000" y="647700"/>
          <p14:tracePt t="165829" x="7334250" y="647700"/>
          <p14:tracePt t="165846" x="7264400" y="654050"/>
          <p14:tracePt t="165863" x="7213600" y="654050"/>
          <p14:tracePt t="165879" x="7112000" y="654050"/>
          <p14:tracePt t="165896" x="7080250" y="654050"/>
          <p14:tracePt t="165913" x="7054850" y="654050"/>
          <p14:tracePt t="165929" x="7023100" y="654050"/>
          <p14:tracePt t="165946" x="7016750" y="654050"/>
          <p14:tracePt t="165978" x="7035800" y="654050"/>
          <p14:tracePt t="165996" x="7092950" y="654050"/>
          <p14:tracePt t="166012" x="7156450" y="654050"/>
          <p14:tracePt t="166029" x="7245350" y="654050"/>
          <p14:tracePt t="166045" x="7435850" y="654050"/>
          <p14:tracePt t="166062" x="7537450" y="654050"/>
          <p14:tracePt t="166079" x="7715250" y="654050"/>
          <p14:tracePt t="166095" x="7766050" y="654050"/>
          <p14:tracePt t="166112" x="7785100" y="654050"/>
          <p14:tracePt t="166115" x="7797800" y="654050"/>
          <p14:tracePt t="166136" x="7791450" y="654050"/>
          <p14:tracePt t="166150" x="7778750" y="660400"/>
          <p14:tracePt t="166161" x="7759700" y="660400"/>
          <p14:tracePt t="166178" x="7740650" y="660400"/>
          <p14:tracePt t="166195" x="7689850" y="654050"/>
          <p14:tracePt t="166212" x="7588250" y="647700"/>
          <p14:tracePt t="166228" x="7518400" y="635000"/>
          <p14:tracePt t="166244" x="7454900" y="635000"/>
          <p14:tracePt t="166262" x="7327900" y="615950"/>
          <p14:tracePt t="166277" x="7270750" y="609600"/>
          <p14:tracePt t="166294" x="7213600" y="609600"/>
          <p14:tracePt t="166312" x="7200900" y="609600"/>
          <p14:tracePt t="166328" x="7194550" y="609600"/>
          <p14:tracePt t="166344" x="7200900" y="609600"/>
          <p14:tracePt t="166361" x="7207250" y="609600"/>
          <p14:tracePt t="166377" x="7245350" y="615950"/>
          <p14:tracePt t="166394" x="7277100" y="622300"/>
          <p14:tracePt t="166411" x="7353300" y="622300"/>
          <p14:tracePt t="166428" x="7385050" y="622300"/>
          <p14:tracePt t="166446" x="7442200" y="622300"/>
          <p14:tracePt t="166460" x="7454900" y="622300"/>
          <p14:tracePt t="166477" x="7461250" y="622300"/>
          <p14:tracePt t="166495" x="7461250" y="628650"/>
          <p14:tracePt t="166510" x="7448550" y="628650"/>
          <p14:tracePt t="166527" x="7435850" y="628650"/>
          <p14:tracePt t="166544" x="7366000" y="628650"/>
          <p14:tracePt t="166560" x="7289800" y="615950"/>
          <p14:tracePt t="166577" x="7200900" y="615950"/>
          <p14:tracePt t="166593" x="7010400" y="609600"/>
          <p14:tracePt t="166610" x="6896100" y="596900"/>
          <p14:tracePt t="166614" x="6807200" y="596900"/>
          <p14:tracePt t="166630" x="6731000" y="590550"/>
          <p14:tracePt t="166643" x="6654800" y="590550"/>
          <p14:tracePt t="166661" x="6616700" y="590550"/>
          <p14:tracePt t="166677" x="6578600" y="590550"/>
          <p14:tracePt t="166693" x="6584950" y="590550"/>
          <p14:tracePt t="166710" x="6616700" y="590550"/>
          <p14:tracePt t="166728" x="6667500" y="596900"/>
          <p14:tracePt t="166743" x="6718300" y="596900"/>
          <p14:tracePt t="166759" x="6851650" y="603250"/>
          <p14:tracePt t="166777" x="7054850" y="615950"/>
          <p14:tracePt t="166793" x="7156450" y="628650"/>
          <p14:tracePt t="166809" x="7270750" y="647700"/>
          <p14:tracePt t="166826" x="7416800" y="666750"/>
          <p14:tracePt t="166843" x="7442200" y="673100"/>
          <p14:tracePt t="166859" x="7454900" y="673100"/>
          <p14:tracePt t="166876" x="7461250" y="673100"/>
          <p14:tracePt t="166892" x="7454900" y="673100"/>
          <p14:tracePt t="166909" x="7423150" y="673100"/>
          <p14:tracePt t="166926" x="7277100" y="666750"/>
          <p14:tracePt t="166942" x="7181850" y="654050"/>
          <p14:tracePt t="166959" x="7029450" y="654050"/>
          <p14:tracePt t="167461" x="7054850" y="641350"/>
          <p14:tracePt t="167475" x="7099300" y="609600"/>
          <p14:tracePt t="167482" x="7143750" y="596900"/>
          <p14:tracePt t="167497" x="7207250" y="565150"/>
          <p14:tracePt t="167511" x="7277100" y="539750"/>
          <p14:tracePt t="167523" x="7359650" y="508000"/>
          <p14:tracePt t="167540" x="7448550" y="476250"/>
          <p14:tracePt t="167557" x="7518400" y="444500"/>
          <p14:tracePt t="167575" x="7613650" y="412750"/>
          <p14:tracePt t="167590" x="7639050" y="412750"/>
          <p14:tracePt t="167626" x="7639050" y="419100"/>
          <p14:tracePt t="167639" x="7639050" y="425450"/>
          <p14:tracePt t="167656" x="7632700" y="450850"/>
          <p14:tracePt t="167673" x="7562850" y="577850"/>
          <p14:tracePt t="167690" x="7537450" y="622300"/>
          <p14:tracePt t="167707" x="7461250" y="736600"/>
          <p14:tracePt t="167723" x="7366000" y="831850"/>
          <p14:tracePt t="167739" x="7308850" y="882650"/>
          <p14:tracePt t="167757" x="7175500" y="952500"/>
          <p14:tracePt t="167773" x="7150100" y="958850"/>
          <p14:tracePt t="167789" x="7131050" y="958850"/>
          <p14:tracePt t="167806" x="7092950" y="958850"/>
          <p14:tracePt t="167822" x="7086600" y="958850"/>
          <p14:tracePt t="167839" x="7080250" y="946150"/>
          <p14:tracePt t="167856" x="7080250" y="933450"/>
          <p14:tracePt t="167872" x="7080250" y="895350"/>
          <p14:tracePt t="167890" x="7086600" y="857250"/>
          <p14:tracePt t="167905" x="7112000" y="825500"/>
          <p14:tracePt t="167922" x="7162800" y="762000"/>
          <p14:tracePt t="167939" x="7207250" y="711200"/>
          <p14:tracePt t="167955" x="7308850" y="647700"/>
          <p14:tracePt t="167972" x="7378700" y="609600"/>
          <p14:tracePt t="167988" x="7435850" y="590550"/>
          <p14:tracePt t="168005" x="7543800" y="546100"/>
          <p14:tracePt t="168023" x="7575550" y="533400"/>
          <p14:tracePt t="168038" x="7607300" y="533400"/>
          <p14:tracePt t="168055" x="7607300" y="539750"/>
          <p14:tracePt t="168072" x="7607300" y="596900"/>
          <p14:tracePt t="168088" x="7588250" y="635000"/>
          <p14:tracePt t="168105" x="7569200" y="704850"/>
          <p14:tracePt t="168122" x="7512050" y="793750"/>
          <p14:tracePt t="168138" x="7486650" y="831850"/>
          <p14:tracePt t="168155" x="7410450" y="901700"/>
          <p14:tracePt t="168171" x="7321550" y="933450"/>
          <p14:tracePt t="168188" x="7283450" y="933450"/>
          <p14:tracePt t="168205" x="7219950" y="933450"/>
          <p14:tracePt t="168221" x="7169150" y="901700"/>
          <p14:tracePt t="168238" x="7150100" y="869950"/>
          <p14:tracePt t="168255" x="7112000" y="800100"/>
          <p14:tracePt t="168271" x="7092950" y="730250"/>
          <p14:tracePt t="168287" x="7092950" y="641350"/>
          <p14:tracePt t="168304" x="7105650" y="584200"/>
          <p14:tracePt t="168321" x="7150100" y="501650"/>
          <p14:tracePt t="168337" x="7188200" y="463550"/>
          <p14:tracePt t="168354" x="7232650" y="425450"/>
          <p14:tracePt t="168370" x="7308850" y="393700"/>
          <p14:tracePt t="168388" x="7346950" y="393700"/>
          <p14:tracePt t="168403" x="7404100" y="393700"/>
          <p14:tracePt t="168420" x="7423150" y="393700"/>
          <p14:tracePt t="168437" x="7435850" y="393700"/>
          <p14:tracePt t="168453" x="7448550" y="400050"/>
          <p14:tracePt t="168470" x="7448550" y="406400"/>
          <p14:tracePt t="168487" x="7442200" y="425450"/>
          <p14:tracePt t="168504" x="7429500" y="438150"/>
          <p14:tracePt t="168520" x="7397750" y="488950"/>
          <p14:tracePt t="168537" x="7353300" y="533400"/>
          <p14:tracePt t="168553" x="7321550" y="546100"/>
          <p14:tracePt t="168571" x="7239000" y="584200"/>
          <p14:tracePt t="168586" x="7219950" y="596900"/>
          <p14:tracePt t="168603" x="7194550" y="590550"/>
          <p14:tracePt t="168620" x="7175500" y="584200"/>
          <p14:tracePt t="168636" x="7169150" y="577850"/>
          <p14:tracePt t="168653" x="7169150" y="571500"/>
          <p14:tracePt t="168669" x="7181850" y="558800"/>
          <p14:tracePt t="168686" x="7188200" y="552450"/>
          <p14:tracePt t="168704" x="7194550" y="546100"/>
          <p14:tracePt t="168719" x="7251700" y="527050"/>
          <p14:tracePt t="168736" x="7302500" y="508000"/>
          <p14:tracePt t="168753" x="7359650" y="501650"/>
          <p14:tracePt t="168769" x="7454900" y="469900"/>
          <p14:tracePt t="168785" x="7493000" y="469900"/>
          <p14:tracePt t="168802" x="7524750" y="469900"/>
          <p14:tracePt t="168819" x="7531100" y="469900"/>
          <p14:tracePt t="168852" x="7524750" y="488950"/>
          <p14:tracePt t="168869" x="7467600" y="558800"/>
          <p14:tracePt t="168886" x="7359650" y="641350"/>
          <p14:tracePt t="168902" x="7219950" y="730250"/>
          <p14:tracePt t="168918" x="7137400" y="787400"/>
          <p14:tracePt t="168936" x="6965950" y="857250"/>
          <p14:tracePt t="168952" x="6737350" y="895350"/>
          <p14:tracePt t="168968" x="6635750" y="895350"/>
          <p14:tracePt t="168985" x="6477000" y="876300"/>
          <p14:tracePt t="169002" x="6400800" y="831850"/>
          <p14:tracePt t="169018" x="6388100" y="819150"/>
          <p14:tracePt t="169900" x="6369050" y="825500"/>
          <p14:tracePt t="169914" x="6324600" y="844550"/>
          <p14:tracePt t="169921" x="6261100" y="863600"/>
          <p14:tracePt t="169936" x="6178550" y="901700"/>
          <p14:tracePt t="169952" x="6070600" y="946150"/>
          <p14:tracePt t="169965" x="5956300" y="984250"/>
          <p14:tracePt t="169982" x="5803900" y="1047750"/>
          <p14:tracePt t="169999" x="5181600" y="1282700"/>
          <p14:tracePt t="170015" x="4965700" y="1371600"/>
          <p14:tracePt t="170032" x="4648200" y="1524000"/>
          <p14:tracePt t="170048" x="4438650" y="1619250"/>
          <p14:tracePt t="170064" x="4356100" y="1670050"/>
          <p14:tracePt t="170082" x="4210050" y="1758950"/>
          <p14:tracePt t="170098" x="4095750" y="1835150"/>
          <p14:tracePt t="170114" x="4044950" y="1873250"/>
          <p14:tracePt t="170132" x="3886200" y="2006600"/>
          <p14:tracePt t="170148" x="3822700" y="2063750"/>
          <p14:tracePt t="170164" x="3778250" y="2114550"/>
          <p14:tracePt t="170181" x="3683000" y="2241550"/>
          <p14:tracePt t="170198" x="3556000" y="2419350"/>
          <p14:tracePt t="170214" x="3505200" y="2489200"/>
          <p14:tracePt t="170231" x="3416300" y="2641600"/>
          <p14:tracePt t="170248" x="3302000" y="2794000"/>
          <p14:tracePt t="170265" x="3194050" y="2946400"/>
          <p14:tracePt t="170281" x="3117850" y="3016250"/>
          <p14:tracePt t="170297" x="2990850" y="3124200"/>
          <p14:tracePt t="170314" x="2876550" y="3181350"/>
          <p14:tracePt t="170330" x="2825750" y="3200400"/>
          <p14:tracePt t="170347" x="2743200" y="3219450"/>
          <p14:tracePt t="170364" x="2667000" y="3213100"/>
          <p14:tracePt t="170944" x="2660650" y="3213100"/>
          <p14:tracePt t="170958" x="2654300" y="3213100"/>
          <p14:tracePt t="170965" x="2628900" y="3206750"/>
          <p14:tracePt t="170981" x="2609850" y="3200400"/>
          <p14:tracePt t="170995" x="2578100" y="3187700"/>
          <p14:tracePt t="171012" x="2495550" y="3149600"/>
          <p14:tracePt t="171028" x="2362200" y="3124200"/>
          <p14:tracePt t="171045" x="2279650" y="3105150"/>
          <p14:tracePt t="171061" x="2089150" y="3073400"/>
          <p14:tracePt t="171078" x="1892300" y="3009900"/>
          <p14:tracePt t="171094" x="1803400" y="2990850"/>
          <p14:tracePt t="171112" x="1593850" y="2952750"/>
          <p14:tracePt t="171127" x="1460500" y="2921000"/>
          <p14:tracePt t="171144" x="1409700" y="2914650"/>
          <p14:tracePt t="171161" x="1358900" y="2901950"/>
          <p14:tracePt t="171177" x="1346200" y="2901950"/>
          <p14:tracePt t="171194" x="1339850" y="2901950"/>
          <p14:tracePt t="171225" x="1346200" y="2901950"/>
          <p14:tracePt t="171246" x="1352550" y="2901950"/>
          <p14:tracePt t="171267" x="1365250" y="2901950"/>
          <p14:tracePt t="171281" x="1377950" y="2895600"/>
          <p14:tracePt t="171288" x="1390650" y="2895600"/>
          <p14:tracePt t="171296" x="1390650" y="2889250"/>
          <p14:tracePt t="171311" x="1409700" y="2889250"/>
          <p14:tracePt t="171327" x="1435100" y="2889250"/>
          <p14:tracePt t="171344" x="1479550" y="2870200"/>
          <p14:tracePt t="171360" x="1574800" y="2863850"/>
          <p14:tracePt t="171377" x="1631950" y="2844800"/>
          <p14:tracePt t="171393" x="1758950" y="2825750"/>
          <p14:tracePt t="171410" x="1930400" y="2819400"/>
          <p14:tracePt t="171427" x="2032000" y="2806700"/>
          <p14:tracePt t="171443" x="2197100" y="2800350"/>
          <p14:tracePt t="171460" x="2349500" y="2787650"/>
          <p14:tracePt t="171477" x="2451100" y="2787650"/>
          <p14:tracePt t="171493" x="2495550" y="2781300"/>
          <p14:tracePt t="171510" x="2533650" y="2781300"/>
          <p14:tracePt t="171527" x="2552700" y="2781300"/>
          <p14:tracePt t="171543" x="2559050" y="2781300"/>
          <p14:tracePt t="171560" x="2565400" y="2781300"/>
          <p14:tracePt t="171576" x="2578100" y="2781300"/>
          <p14:tracePt t="171610" x="2584450" y="2781300"/>
          <p14:tracePt t="171625" x="2590800" y="2781300"/>
          <p14:tracePt t="171688" x="2584450" y="2787650"/>
          <p14:tracePt t="171694" x="2584450" y="2794000"/>
          <p14:tracePt t="172238" x="2603500" y="2794000"/>
          <p14:tracePt t="172260" x="2654300" y="2800350"/>
          <p14:tracePt t="172267" x="2673350" y="2800350"/>
          <p14:tracePt t="172281" x="2692400" y="2806700"/>
          <p14:tracePt t="172290" x="2717800" y="2819400"/>
          <p14:tracePt t="172307" x="2743200" y="2825750"/>
          <p14:tracePt t="172324" x="2794000" y="2838450"/>
          <p14:tracePt t="172340" x="2851150" y="2851150"/>
          <p14:tracePt t="172357" x="2895600" y="2851150"/>
          <p14:tracePt t="172374" x="2959100" y="2851150"/>
          <p14:tracePt t="172390" x="2990850" y="2851150"/>
          <p14:tracePt t="172408" x="3041650" y="2851150"/>
          <p14:tracePt t="172423" x="3054350" y="2851150"/>
          <p14:tracePt t="172440" x="3060700" y="2851150"/>
          <p14:tracePt t="172457" x="3073400" y="2851150"/>
          <p14:tracePt t="172473" x="3079750" y="2851150"/>
          <p14:tracePt t="172541" x="3073400" y="2851150"/>
          <p14:tracePt t="172569" x="3067050" y="2851150"/>
          <p14:tracePt t="172597" x="3060700" y="2851150"/>
          <p14:tracePt t="172612" x="3060700" y="2857500"/>
          <p14:tracePt t="172618" x="3054350" y="2870200"/>
          <p14:tracePt t="173523" x="3016250" y="2870200"/>
          <p14:tracePt t="173537" x="2965450" y="2870200"/>
          <p14:tracePt t="173544" x="2914650" y="2870200"/>
          <p14:tracePt t="173553" x="2863850" y="2870200"/>
          <p14:tracePt t="173569" x="2800350" y="2870200"/>
          <p14:tracePt t="173586" x="2679700" y="2870200"/>
          <p14:tracePt t="173602" x="2628900" y="2870200"/>
          <p14:tracePt t="173619" x="2501900" y="2882900"/>
          <p14:tracePt t="173636" x="2374900" y="2882900"/>
          <p14:tracePt t="173653" x="2324100" y="2882900"/>
          <p14:tracePt t="173670" x="2216150" y="2876550"/>
          <p14:tracePt t="173686" x="2159000" y="2876550"/>
          <p14:tracePt t="173702" x="2133600" y="2876550"/>
          <p14:tracePt t="173719" x="2089150" y="2876550"/>
          <p14:tracePt t="173735" x="2032000" y="2876550"/>
          <p14:tracePt t="173752" x="1993900" y="2876550"/>
          <p14:tracePt t="173769" x="1930400" y="2870200"/>
          <p14:tracePt t="173785" x="1854200" y="2857500"/>
          <p14:tracePt t="173802" x="1828800" y="2844800"/>
          <p14:tracePt t="173818" x="1771650" y="2832100"/>
          <p14:tracePt t="173835" x="1708150" y="2825750"/>
          <p14:tracePt t="173852" x="1682750" y="2819400"/>
          <p14:tracePt t="173868" x="1612900" y="2813050"/>
          <p14:tracePt t="173886" x="1581150" y="2800350"/>
          <p14:tracePt t="173902" x="1524000" y="2787650"/>
          <p14:tracePt t="173904" x="1504950" y="2787650"/>
          <p14:tracePt t="173918" x="1492250" y="2781300"/>
          <p14:tracePt t="173935" x="1479550" y="2781300"/>
          <p14:tracePt t="173951" x="1466850" y="2774950"/>
          <p14:tracePt t="173968" x="1460500" y="2774950"/>
          <p14:tracePt t="174028" x="1466850" y="2774950"/>
          <p14:tracePt t="174036" x="1473200" y="2774950"/>
          <p14:tracePt t="174042" x="1479550" y="2774950"/>
          <p14:tracePt t="174057" x="1498600" y="2774950"/>
          <p14:tracePt t="174067" x="1511300" y="2774950"/>
          <p14:tracePt t="174086" x="1574800" y="2774950"/>
          <p14:tracePt t="174101" x="1638300" y="2774950"/>
          <p14:tracePt t="174117" x="1822450" y="2762250"/>
          <p14:tracePt t="174134" x="2044700" y="2762250"/>
          <p14:tracePt t="174150" x="2184400" y="2762250"/>
          <p14:tracePt t="174168" x="2324100" y="2762250"/>
          <p14:tracePt t="174184" x="2724150" y="2743200"/>
          <p14:tracePt t="174201" x="2813050" y="2743200"/>
          <p14:tracePt t="174219" x="2940050" y="2743200"/>
          <p14:tracePt t="174234" x="2965450" y="2743200"/>
          <p14:tracePt t="174250" x="3009900" y="2743200"/>
          <p14:tracePt t="174267" x="3022600" y="2749550"/>
          <p14:tracePt t="174323" x="3016250" y="2749550"/>
          <p14:tracePt t="174344" x="3009900" y="2743200"/>
          <p14:tracePt t="174358" x="2997200" y="2743200"/>
          <p14:tracePt t="174365" x="2990850" y="2743200"/>
          <p14:tracePt t="174379" x="2965450" y="2743200"/>
          <p14:tracePt t="174386" x="2927350" y="2743200"/>
          <p14:tracePt t="174400" x="2876550" y="2743200"/>
          <p14:tracePt t="174417" x="2736850" y="2749550"/>
          <p14:tracePt t="174433" x="2635250" y="2749550"/>
          <p14:tracePt t="174450" x="2444750" y="2749550"/>
          <p14:tracePt t="174466" x="2279650" y="2743200"/>
          <p14:tracePt t="174483" x="2209800" y="2736850"/>
          <p14:tracePt t="174499" x="2146300" y="2736850"/>
          <p14:tracePt t="174516" x="2127250" y="2736850"/>
          <p14:tracePt t="174534" x="2101850" y="2743200"/>
          <p14:tracePt t="174549" x="2095500" y="2743200"/>
          <p14:tracePt t="174597" x="2101850" y="2743200"/>
          <p14:tracePt t="174625" x="2101850" y="2749550"/>
          <p14:tracePt t="174744" x="2108200" y="2749550"/>
          <p14:tracePt t="174779" x="2120900" y="2749550"/>
          <p14:tracePt t="174786" x="2127250" y="2749550"/>
          <p14:tracePt t="174801" x="2139950" y="2749550"/>
          <p14:tracePt t="174815" x="2190750" y="2749550"/>
          <p14:tracePt t="174832" x="2247900" y="2762250"/>
          <p14:tracePt t="174848" x="2336800" y="2762250"/>
          <p14:tracePt t="174864" x="2565400" y="2781300"/>
          <p14:tracePt t="174881" x="2914650" y="2806700"/>
          <p14:tracePt t="174899" x="3270250" y="2844800"/>
          <p14:tracePt t="174914" x="3435350" y="2851150"/>
          <p14:tracePt t="174931" x="3651250" y="2882900"/>
          <p14:tracePt t="174948" x="3810000" y="2895600"/>
          <p14:tracePt t="174964" x="3848100" y="2895600"/>
          <p14:tracePt t="174981" x="3898900" y="2895600"/>
          <p14:tracePt t="174998" x="3917950" y="2895600"/>
          <p14:tracePt t="175014" x="3924300" y="2895600"/>
          <p14:tracePt t="175032" x="3924300" y="2901950"/>
          <p14:tracePt t="175049" x="3937000" y="2901950"/>
          <p14:tracePt t="175064" x="3943350" y="2901950"/>
          <p14:tracePt t="175867" x="3930650" y="2901950"/>
          <p14:tracePt t="175881" x="3911600" y="2901950"/>
          <p14:tracePt t="175888" x="3873500" y="2889250"/>
          <p14:tracePt t="175902" x="3829050" y="2882900"/>
          <p14:tracePt t="175911" x="3778250" y="2882900"/>
          <p14:tracePt t="175928" x="3727450" y="2863850"/>
          <p14:tracePt t="175944" x="3594100" y="2838450"/>
          <p14:tracePt t="175961" x="3435350" y="2819400"/>
          <p14:tracePt t="175978" x="3321050" y="2806700"/>
          <p14:tracePt t="175994" x="3117850" y="2755900"/>
          <p14:tracePt t="176011" x="2908300" y="2705100"/>
          <p14:tracePt t="176029" x="2774950" y="2673350"/>
          <p14:tracePt t="176044" x="2730500" y="2667000"/>
          <p14:tracePt t="176061" x="2705100" y="2660650"/>
          <p14:tracePt t="176078" x="2660650" y="2641600"/>
          <p14:tracePt t="176094" x="2654300" y="2635250"/>
          <p14:tracePt t="176111" x="2647950" y="2635250"/>
          <p14:tracePt t="176127" x="2641600" y="2635250"/>
          <p14:tracePt t="176148" x="2635250" y="2635250"/>
          <p14:tracePt t="176169" x="2628900" y="2635250"/>
          <p14:tracePt t="176183" x="2622550" y="2635250"/>
          <p14:tracePt t="176204" x="2609850" y="2635250"/>
          <p14:tracePt t="176213" x="2584450" y="2641600"/>
          <p14:tracePt t="176227" x="2565400" y="2641600"/>
          <p14:tracePt t="176243" x="2508250" y="2647950"/>
          <p14:tracePt t="176260" x="2413000" y="2667000"/>
          <p14:tracePt t="176277" x="2362200" y="2673350"/>
          <p14:tracePt t="176293" x="2266950" y="2692400"/>
          <p14:tracePt t="176310" x="2171700" y="2705100"/>
          <p14:tracePt t="176326" x="2127250" y="2717800"/>
          <p14:tracePt t="176343" x="2101850" y="2717800"/>
          <p14:tracePt t="176360" x="2044700" y="2730500"/>
          <p14:tracePt t="176394" x="2038350" y="2736850"/>
          <p14:tracePt t="176409" x="2032000" y="2736850"/>
          <p14:tracePt t="176446" x="2032000" y="2743200"/>
          <p14:tracePt t="176459" x="2038350" y="2743200"/>
          <p14:tracePt t="176476" x="2057400" y="2743200"/>
          <p14:tracePt t="176494" x="2101850" y="2743200"/>
          <p14:tracePt t="176509" x="2139950" y="2743200"/>
          <p14:tracePt t="176527" x="2235200" y="2724150"/>
          <p14:tracePt t="176542" x="2400300" y="2711450"/>
          <p14:tracePt t="176559" x="2501900" y="2711450"/>
          <p14:tracePt t="176576" x="2730500" y="2679700"/>
          <p14:tracePt t="176592" x="2933700" y="2660650"/>
          <p14:tracePt t="176609" x="3022600" y="2654300"/>
          <p14:tracePt t="176625" x="3194050" y="2641600"/>
          <p14:tracePt t="176642" x="3308350" y="2635250"/>
          <p14:tracePt t="176659" x="3340100" y="2635250"/>
          <p14:tracePt t="176676" x="3378200" y="2628900"/>
          <p14:tracePt t="176692" x="3384550" y="2628900"/>
          <p14:tracePt t="176801" x="3378200" y="2628900"/>
          <p14:tracePt t="176850" x="3371850" y="2628900"/>
          <p14:tracePt t="176906" x="3359150" y="2628900"/>
          <p14:tracePt t="176913" x="3352800" y="2628900"/>
          <p14:tracePt t="176924" x="3340100" y="2628900"/>
          <p14:tracePt t="176941" x="3282950" y="2628900"/>
          <p14:tracePt t="176957" x="3238500" y="2628900"/>
          <p14:tracePt t="176974" x="3162300" y="2628900"/>
          <p14:tracePt t="176991" x="2851150" y="2641600"/>
          <p14:tracePt t="177007" x="2743200" y="2641600"/>
          <p14:tracePt t="177024" x="2622550" y="2654300"/>
          <p14:tracePt t="177041" x="2432050" y="2660650"/>
          <p14:tracePt t="177058" x="2266950" y="2679700"/>
          <p14:tracePt t="177075" x="2184400" y="2692400"/>
          <p14:tracePt t="177091" x="2159000" y="2692400"/>
          <p14:tracePt t="177107" x="2133600" y="2698750"/>
          <p14:tracePt t="177124" x="2120900" y="2705100"/>
          <p14:tracePt t="177140" x="2114550" y="2705100"/>
          <p14:tracePt t="177157" x="2108200" y="2705100"/>
          <p14:tracePt t="177201" x="2101850" y="2705100"/>
          <p14:tracePt t="177222" x="2095500" y="2705100"/>
          <p14:tracePt t="177236" x="2089150" y="2711450"/>
          <p14:tracePt t="177243" x="2082800" y="2711450"/>
          <p14:tracePt t="177260" x="2076450" y="2717800"/>
          <p14:tracePt t="177273" x="2057400" y="2717800"/>
          <p14:tracePt t="177290" x="2057400" y="2724150"/>
          <p14:tracePt t="177306" x="2051050" y="2724150"/>
          <p14:tracePt t="177323" x="2044700" y="2730500"/>
          <p14:tracePt t="177339" x="2038350" y="2730500"/>
          <p14:tracePt t="177362" x="2032000" y="2730500"/>
          <p14:tracePt t="177383" x="2025650" y="2730500"/>
          <p14:tracePt t="177404" x="2019300" y="2736850"/>
          <p14:tracePt t="177453" x="2012950" y="2736850"/>
          <p14:tracePt t="177482" x="2006600" y="2736850"/>
          <p14:tracePt t="177524" x="2000250" y="2743200"/>
          <p14:tracePt t="177545" x="1993900" y="2743200"/>
          <p14:tracePt t="177552" x="1987550" y="2743200"/>
          <p14:tracePt t="177594" x="1981200" y="2743200"/>
          <p14:tracePt t="177636" x="1974850" y="2743200"/>
          <p14:tracePt t="177643" x="1968500" y="2743200"/>
          <p14:tracePt t="177658" x="1962150" y="2743200"/>
          <p14:tracePt t="177672" x="1949450" y="2743200"/>
          <p14:tracePt t="177688" x="1936750" y="2743200"/>
          <p14:tracePt t="177706" x="1911350" y="2743200"/>
          <p14:tracePt t="177721" x="1847850" y="2743200"/>
          <p14:tracePt t="177738" x="1752600" y="2755900"/>
          <p14:tracePt t="177756" x="1663700" y="2755900"/>
          <p14:tracePt t="177772" x="1612900" y="2755900"/>
          <p14:tracePt t="177788" x="1530350" y="2755900"/>
          <p14:tracePt t="177805" x="1485900" y="2755900"/>
          <p14:tracePt t="177821" x="1466850" y="2755900"/>
          <p14:tracePt t="177838" x="1447800" y="2755900"/>
          <p14:tracePt t="177855" x="1435100" y="2755900"/>
          <p14:tracePt t="178036" x="1441450" y="2762250"/>
          <p14:tracePt t="178064" x="1447800" y="2762250"/>
          <p14:tracePt t="178113" x="1454150" y="2762250"/>
          <p14:tracePt t="178135" x="1460500" y="2762250"/>
          <p14:tracePt t="178177" x="1466850" y="2762250"/>
          <p14:tracePt t="178184" x="1473200" y="2762250"/>
          <p14:tracePt t="178198" x="1479550" y="2762250"/>
          <p14:tracePt t="178206" x="1485900" y="2762250"/>
          <p14:tracePt t="178220" x="1492250" y="2762250"/>
          <p14:tracePt t="178236" x="1504950" y="2762250"/>
          <p14:tracePt t="178254" x="1587500" y="2762250"/>
          <p14:tracePt t="178270" x="1612900" y="2768600"/>
          <p14:tracePt t="178287" x="1657350" y="2781300"/>
          <p14:tracePt t="178303" x="1733550" y="2787650"/>
          <p14:tracePt t="178320" x="1816100" y="2806700"/>
          <p14:tracePt t="178337" x="1847850" y="2813050"/>
          <p14:tracePt t="178353" x="1898650" y="2825750"/>
          <p14:tracePt t="178371" x="1930400" y="2825750"/>
          <p14:tracePt t="178387" x="1943100" y="2825750"/>
          <p14:tracePt t="178816" x="1949450" y="2825750"/>
          <p14:tracePt t="178879" x="1955800" y="2825750"/>
          <p14:tracePt t="178907" x="1962150" y="2825750"/>
          <p14:tracePt t="178928" x="1968500" y="2825750"/>
          <p14:tracePt t="178949" x="1974850" y="2825750"/>
          <p14:tracePt t="178956" x="1981200" y="2825750"/>
          <p14:tracePt t="178971" x="1987550" y="2819400"/>
          <p14:tracePt t="178992" x="1993900" y="2819400"/>
          <p14:tracePt t="179000" x="2000250" y="2819400"/>
          <p14:tracePt t="179017" x="2012950" y="2813050"/>
          <p14:tracePt t="179034" x="2044700" y="2800350"/>
          <p14:tracePt t="179050" x="2082800" y="2794000"/>
          <p14:tracePt t="179067" x="2101850" y="2787650"/>
          <p14:tracePt t="179084" x="2133600" y="2774950"/>
          <p14:tracePt t="179100" x="2159000" y="2768600"/>
          <p14:tracePt t="179118" x="2178050" y="2762250"/>
          <p14:tracePt t="179150" x="2184400" y="2762250"/>
          <p14:tracePt t="179202" x="2190750" y="2762250"/>
          <p14:tracePt t="179328" x="2197100" y="2762250"/>
          <p14:tracePt t="179343" x="2203450" y="2762250"/>
          <p14:tracePt t="179352" x="2209800" y="2762250"/>
          <p14:tracePt t="179370" x="2216150" y="2762250"/>
          <p14:tracePt t="179382" x="2222500" y="2762250"/>
          <p14:tracePt t="179399" x="2228850" y="2768600"/>
          <p14:tracePt t="179415" x="2235200" y="2774950"/>
          <p14:tracePt t="179433" x="2247900" y="2774950"/>
          <p14:tracePt t="179448" x="2266950" y="2781300"/>
          <p14:tracePt t="179465" x="2279650" y="2781300"/>
          <p14:tracePt t="179483" x="2298700" y="2794000"/>
          <p14:tracePt t="179499" x="2305050" y="2794000"/>
          <p14:tracePt t="179515" x="2317750" y="2800350"/>
          <p14:tracePt t="179532" x="2330450" y="2806700"/>
          <p14:tracePt t="179549" x="2336800" y="2806700"/>
          <p14:tracePt t="179565" x="2349500" y="2813050"/>
          <p14:tracePt t="179582" x="2374900" y="2819400"/>
          <p14:tracePt t="179598" x="2387600" y="2819400"/>
          <p14:tracePt t="179616" x="2438400" y="2825750"/>
          <p14:tracePt t="179631" x="2495550" y="2844800"/>
          <p14:tracePt t="179648" x="2540000" y="2857500"/>
          <p14:tracePt t="179665" x="2622550" y="2876550"/>
          <p14:tracePt t="179682" x="2705100" y="2895600"/>
          <p14:tracePt t="179698" x="2749550" y="2901950"/>
          <p14:tracePt t="179715" x="2819400" y="2927350"/>
          <p14:tracePt t="179731" x="2908300" y="2971800"/>
          <p14:tracePt t="179748" x="2965450" y="3009900"/>
          <p14:tracePt t="179764" x="3028950" y="3048000"/>
          <p14:tracePt t="179781" x="3035300" y="3060700"/>
          <p14:tracePt t="202741" x="3028950" y="3048000"/>
          <p14:tracePt t="202748" x="3009900" y="3041650"/>
          <p14:tracePt t="202755" x="2990850" y="3028950"/>
          <p14:tracePt t="202769" x="2933700" y="2997200"/>
          <p14:tracePt t="202785" x="2882900" y="2971800"/>
          <p14:tracePt t="202802" x="2819400" y="2940050"/>
          <p14:tracePt t="202818" x="2705100" y="2876550"/>
          <p14:tracePt t="202835" x="2603500" y="2851150"/>
          <p14:tracePt t="202852" x="2495550" y="2813050"/>
          <p14:tracePt t="202868" x="2324100" y="2781300"/>
          <p14:tracePt t="202884" x="2228850" y="2755900"/>
          <p14:tracePt t="202902" x="2114550" y="2717800"/>
          <p14:tracePt t="202918" x="2063750" y="2705100"/>
          <p14:tracePt t="202934" x="2019300" y="2698750"/>
          <p14:tracePt t="202951" x="1981200" y="2698750"/>
          <p14:tracePt t="202968" x="1968500" y="2698750"/>
          <p14:tracePt t="202984" x="1962150" y="2692400"/>
          <p14:tracePt t="203017" x="1955800" y="2692400"/>
          <p14:tracePt t="203057" x="1943100" y="2692400"/>
          <p14:tracePt t="203063" x="1936750" y="2692400"/>
          <p14:tracePt t="203078" x="1930400" y="2698750"/>
          <p14:tracePt t="203087" x="1924050" y="2705100"/>
          <p14:tracePt t="203106" x="1917700" y="2705100"/>
          <p14:tracePt t="203117" x="1911350" y="2711450"/>
          <p14:tracePt t="203137" x="1911350" y="2717800"/>
          <p14:tracePt t="203197" x="1917700" y="2717800"/>
          <p14:tracePt t="203232" x="1924050" y="2724150"/>
          <p14:tracePt t="203239" x="1930400" y="2724150"/>
          <p14:tracePt t="203253" x="1936750" y="2724150"/>
          <p14:tracePt t="203267" x="1949450" y="2730500"/>
          <p14:tracePt t="203915" x="1962150" y="2730500"/>
          <p14:tracePt t="203922" x="1987550" y="2730500"/>
          <p14:tracePt t="203931" x="2012950" y="2730500"/>
          <p14:tracePt t="203948" x="2070100" y="2730500"/>
          <p14:tracePt t="203964" x="2184400" y="2730500"/>
          <p14:tracePt t="203981" x="2292350" y="2724150"/>
          <p14:tracePt t="203998" x="2413000" y="2711450"/>
          <p14:tracePt t="204014" x="2603500" y="2711450"/>
          <p14:tracePt t="204031" x="2705100" y="2705100"/>
          <p14:tracePt t="204048" x="2819400" y="2705100"/>
          <p14:tracePt t="204064" x="2857500" y="2724150"/>
          <p14:tracePt t="204080" x="2882900" y="2724150"/>
          <p14:tracePt t="204097" x="2901950" y="2736850"/>
          <p14:tracePt t="204114" x="2908300" y="2743200"/>
          <p14:tracePt t="204131" x="2908300" y="2749550"/>
          <p14:tracePt t="204147" x="2914650" y="2749550"/>
          <p14:tracePt t="204196" x="2921000" y="2749550"/>
          <p14:tracePt t="204216" x="2927350" y="2749550"/>
          <p14:tracePt t="204232" x="2940050" y="2749550"/>
          <p14:tracePt t="204237" x="2952750" y="2755900"/>
          <p14:tracePt t="204252" x="2965450" y="2762250"/>
          <p14:tracePt t="204263" x="2971800" y="2768600"/>
          <p14:tracePt t="204280" x="2990850" y="2781300"/>
          <p14:tracePt t="204296" x="3003550" y="2787650"/>
          <p14:tracePt t="204313" x="3022600" y="2794000"/>
          <p14:tracePt t="204330" x="3041650" y="2806700"/>
          <p14:tracePt t="204346" x="3054350" y="2806700"/>
          <p14:tracePt t="204364" x="3060700" y="2813050"/>
          <p14:tracePt t="204396" x="3067050" y="2819400"/>
          <p14:tracePt t="204434" x="3067050" y="2825750"/>
          <p14:tracePt t="222407" x="3073400" y="2832100"/>
          <p14:tracePt t="222414" x="3079750" y="2838450"/>
          <p14:tracePt t="222421" x="3086100" y="2851150"/>
          <p14:tracePt t="222433" x="3105150" y="2863850"/>
          <p14:tracePt t="222450" x="3149600" y="2876550"/>
          <p14:tracePt t="222467" x="3181350" y="2895600"/>
          <p14:tracePt t="222484" x="3244850" y="2914650"/>
          <p14:tracePt t="222500" x="3289300" y="2921000"/>
          <p14:tracePt t="222517" x="3346450" y="2933700"/>
          <p14:tracePt t="222533" x="3448050" y="2965450"/>
          <p14:tracePt t="222550" x="3505200" y="2978150"/>
          <p14:tracePt t="222567" x="3594100" y="3003550"/>
          <p14:tracePt t="222583" x="3721100" y="3048000"/>
          <p14:tracePt t="222599" x="3816350" y="3067050"/>
          <p14:tracePt t="222617" x="3975100" y="3092450"/>
          <p14:tracePt t="222633" x="4083050" y="3111500"/>
          <p14:tracePt t="222650" x="4165600" y="3124200"/>
          <p14:tracePt t="222667" x="4298950" y="3149600"/>
          <p14:tracePt t="222683" x="4425950" y="3149600"/>
          <p14:tracePt t="222700" x="4521200" y="3149600"/>
          <p14:tracePt t="222716" x="4667250" y="3168650"/>
          <p14:tracePt t="222733" x="4730750" y="3168650"/>
          <p14:tracePt t="222750" x="4826000" y="3187700"/>
          <p14:tracePt t="222766" x="4959350" y="3200400"/>
          <p14:tracePt t="222783" x="5041900" y="3219450"/>
          <p14:tracePt t="222800" x="5118100" y="3219450"/>
          <p14:tracePt t="222816" x="5162550" y="3232150"/>
          <p14:tracePt t="222833" x="5175250" y="3244850"/>
          <p14:tracePt t="222850" x="5187950" y="3263900"/>
          <p14:tracePt t="222866" x="5187950" y="3276600"/>
          <p14:tracePt t="222897" x="5181600" y="3276600"/>
          <p14:tracePt t="222904" x="5175250" y="3276600"/>
          <p14:tracePt t="222919" x="5162550" y="3276600"/>
          <p14:tracePt t="222935" x="5156200" y="3276600"/>
          <p14:tracePt t="222949" x="5149850" y="3276600"/>
          <p14:tracePt t="222967" x="5137150" y="3282950"/>
          <p14:tracePt t="222983" x="5105400" y="3282950"/>
          <p14:tracePt t="222999" x="5092700" y="3295650"/>
          <p14:tracePt t="223017" x="5029200" y="3302000"/>
          <p14:tracePt t="223033" x="4978400" y="3314700"/>
          <p14:tracePt t="223049" x="4908550" y="3327400"/>
          <p14:tracePt t="223066" x="4800600" y="3352800"/>
          <p14:tracePt t="223082" x="4679950" y="3365500"/>
          <p14:tracePt t="223100" x="4546600" y="3378200"/>
          <p14:tracePt t="223115" x="4318000" y="3384550"/>
          <p14:tracePt t="223131" x="4152900" y="3384550"/>
          <p14:tracePt t="223148" x="3975100" y="3384550"/>
          <p14:tracePt t="223165" x="3708400" y="3365500"/>
          <p14:tracePt t="223181" x="3524250" y="3365500"/>
          <p14:tracePt t="223198" x="3308350" y="3365500"/>
          <p14:tracePt t="223215" x="3162300" y="3333750"/>
          <p14:tracePt t="223231" x="3041650" y="3308350"/>
          <p14:tracePt t="223249" x="2908300" y="3282950"/>
          <p14:tracePt t="223265" x="2851150" y="3282950"/>
          <p14:tracePt t="223281" x="2800350" y="3282950"/>
          <p14:tracePt t="223298" x="2749550" y="3270250"/>
          <p14:tracePt t="223315" x="2724150" y="3257550"/>
          <p14:tracePt t="223333" x="2698750" y="3251200"/>
          <p14:tracePt t="223348" x="2686050" y="3251200"/>
          <p14:tracePt t="223364" x="2679700" y="3251200"/>
          <p14:tracePt t="223381" x="2667000" y="3251200"/>
          <p14:tracePt t="223397" x="2660650" y="3251200"/>
          <p14:tracePt t="223413" x="2654300" y="3251200"/>
          <p14:tracePt t="223431" x="2647950" y="3244850"/>
          <p14:tracePt t="223500" x="2647950" y="3232150"/>
          <p14:tracePt t="223507" x="2647950" y="3225800"/>
          <p14:tracePt t="223529" x="2654300" y="3225800"/>
          <p14:tracePt t="223542" x="2654300" y="3219450"/>
          <p14:tracePt t="223550" x="2660650" y="3219450"/>
          <p14:tracePt t="223563" x="2667000" y="3213100"/>
          <p14:tracePt t="223580" x="2679700" y="3206750"/>
          <p14:tracePt t="223597" x="2692400" y="3200400"/>
          <p14:tracePt t="223614" x="2724150" y="3187700"/>
          <p14:tracePt t="223630" x="2743200" y="3175000"/>
          <p14:tracePt t="223648" x="2768600" y="3162300"/>
          <p14:tracePt t="223664" x="2806700" y="3143250"/>
          <p14:tracePt t="223679" x="2832100" y="3136900"/>
          <p14:tracePt t="223697" x="2857500" y="3124200"/>
          <p14:tracePt t="223714" x="2882900" y="3105150"/>
          <p14:tracePt t="223730" x="2901950" y="3098800"/>
          <p14:tracePt t="223748" x="2921000" y="3092450"/>
          <p14:tracePt t="223763" x="2921000" y="3086100"/>
          <p14:tracePt t="223780" x="2933700" y="3079750"/>
          <p14:tracePt t="223796" x="2940050" y="3073400"/>
          <p14:tracePt t="223813" x="2952750" y="3073400"/>
          <p14:tracePt t="223830" x="2959100" y="3067050"/>
          <p14:tracePt t="223846" x="2959100" y="3060700"/>
          <p14:tracePt t="223880" x="2965450" y="3060700"/>
          <p14:tracePt t="223907" x="2971800" y="3060700"/>
          <p14:tracePt t="223943" x="2978150" y="3060700"/>
          <p14:tracePt t="223993" x="2984500" y="3060700"/>
          <p14:tracePt t="224083" x="2984500" y="3067050"/>
          <p14:tracePt t="224111" x="2990850" y="3067050"/>
          <p14:tracePt t="224118" x="2997200" y="3067050"/>
          <p14:tracePt t="224160" x="3003550" y="3067050"/>
          <p14:tracePt t="224181" x="3009900" y="3067050"/>
          <p14:tracePt t="224188" x="3016250" y="3067050"/>
          <p14:tracePt t="224202" x="3022600" y="3067050"/>
          <p14:tracePt t="224223" x="3035300" y="3067050"/>
          <p14:tracePt t="224231" x="3048000" y="3067050"/>
          <p14:tracePt t="224247" x="3060700" y="3067050"/>
          <p14:tracePt t="224261" x="3098800" y="3060700"/>
          <p14:tracePt t="224278" x="3130550" y="3060700"/>
          <p14:tracePt t="224295" x="3194050" y="3060700"/>
          <p14:tracePt t="224311" x="3219450" y="3060700"/>
          <p14:tracePt t="224327" x="3308350" y="3060700"/>
          <p14:tracePt t="224344" x="3416300" y="3060700"/>
          <p14:tracePt t="224360" x="3467100" y="3060700"/>
          <p14:tracePt t="224364" x="3530600" y="3060700"/>
          <p14:tracePt t="224377" x="3581400" y="3067050"/>
          <p14:tracePt t="224394" x="3676650" y="3073400"/>
          <p14:tracePt t="224410" x="3714750" y="3079750"/>
          <p14:tracePt t="224427" x="3784600" y="3079750"/>
          <p14:tracePt t="224443" x="3816350" y="3079750"/>
          <p14:tracePt t="224460" x="3835400" y="3079750"/>
          <p14:tracePt t="224477" x="3860800" y="3079750"/>
          <p14:tracePt t="224493" x="3879850" y="3086100"/>
          <p14:tracePt t="224509" x="3892550" y="3086100"/>
          <p14:tracePt t="224527" x="3905250" y="3086100"/>
          <p14:tracePt t="224543" x="3930650" y="3092450"/>
          <p14:tracePt t="224562" x="3956050" y="3092450"/>
          <p14:tracePt t="224576" x="3962400" y="3092450"/>
          <p14:tracePt t="224593" x="3975100" y="3092450"/>
          <p14:tracePt t="224610" x="3981450" y="3086100"/>
          <p14:tracePt t="224962" x="4064000" y="3086100"/>
          <p14:tracePt t="224976" x="4114800" y="3086100"/>
          <p14:tracePt t="224982" x="4191000" y="3086100"/>
          <p14:tracePt t="224997" x="4267200" y="3086100"/>
          <p14:tracePt t="225008" x="4356100" y="3086100"/>
          <p14:tracePt t="225025" x="4559300" y="3079750"/>
          <p14:tracePt t="225041" x="4673600" y="3067050"/>
          <p14:tracePt t="225058" x="4940300" y="3060700"/>
          <p14:tracePt t="225074" x="5187950" y="3060700"/>
          <p14:tracePt t="225091" x="5327650" y="3060700"/>
          <p14:tracePt t="225108" x="5581650" y="3060700"/>
          <p14:tracePt t="225124" x="5746750" y="3048000"/>
          <p14:tracePt t="225141" x="5797550" y="3041650"/>
          <p14:tracePt t="225158" x="5854700" y="3041650"/>
          <p14:tracePt t="225174" x="5880100" y="3022600"/>
          <p14:tracePt t="225191" x="5886450" y="3022600"/>
          <p14:tracePt t="225208" x="5892800" y="3022600"/>
          <p14:tracePt t="225263" x="5886450" y="3022600"/>
          <p14:tracePt t="225298" x="5873750" y="3022600"/>
          <p14:tracePt t="225313" x="5861050" y="3022600"/>
          <p14:tracePt t="225327" x="5854700" y="3022600"/>
          <p14:tracePt t="225333" x="5835650" y="3028950"/>
          <p14:tracePt t="225347" x="5822950" y="3028950"/>
          <p14:tracePt t="225357" x="5803900" y="3041650"/>
          <p14:tracePt t="225374" x="5765800" y="3048000"/>
          <p14:tracePt t="225390" x="5632450" y="3054350"/>
          <p14:tracePt t="225407" x="5454650" y="3054350"/>
          <p14:tracePt t="225424" x="5365750" y="3054350"/>
          <p14:tracePt t="225440" x="5175250" y="3054350"/>
          <p14:tracePt t="225457" x="4997450" y="3054350"/>
          <p14:tracePt t="225474" x="4908550" y="3054350"/>
          <p14:tracePt t="225490" x="4889500" y="3054350"/>
          <p14:tracePt t="225506" x="4883150" y="3054350"/>
          <p14:tracePt t="225523" x="4895850" y="3054350"/>
          <p14:tracePt t="225540" x="4933950" y="3054350"/>
          <p14:tracePt t="225556" x="5029200" y="3041650"/>
          <p14:tracePt t="225573" x="5283200" y="3041650"/>
          <p14:tracePt t="225589" x="5670550" y="3041650"/>
          <p14:tracePt t="225606" x="5962650" y="3054350"/>
          <p14:tracePt t="225623" x="6489700" y="3067050"/>
          <p14:tracePt t="225639" x="6883400" y="3060700"/>
          <p14:tracePt t="225657" x="7112000" y="3048000"/>
          <p14:tracePt t="225672" x="7169150" y="3041650"/>
          <p14:tracePt t="225689" x="7207250" y="3028950"/>
          <p14:tracePt t="225705" x="7207250" y="3022600"/>
          <p14:tracePt t="225722" x="7207250" y="3016250"/>
          <p14:tracePt t="225739" x="7188200" y="3009900"/>
          <p14:tracePt t="225756" x="7137400" y="3009900"/>
          <p14:tracePt t="225772" x="7092950" y="3009900"/>
          <p14:tracePt t="225790" x="6946900" y="3003550"/>
          <p14:tracePt t="225806" x="6794500" y="2990850"/>
          <p14:tracePt t="225822" x="6705600" y="2984500"/>
          <p14:tracePt t="225839" x="6559550" y="2971800"/>
          <p14:tracePt t="225855" x="6521450" y="2971800"/>
          <p14:tracePt t="225872" x="6483350" y="2971800"/>
          <p14:tracePt t="225876" x="6470650" y="2971800"/>
          <p14:tracePt t="225891" x="6464300" y="2971800"/>
          <p14:tracePt t="225916" x="6477000" y="2971800"/>
          <p14:tracePt t="225930" x="6489700" y="2971800"/>
          <p14:tracePt t="225939" x="6515100" y="2971800"/>
          <p14:tracePt t="225955" x="6565900" y="2971800"/>
          <p14:tracePt t="225972" x="6731000" y="2971800"/>
          <p14:tracePt t="225988" x="6959600" y="2959100"/>
          <p14:tracePt t="226005" x="7086600" y="2965450"/>
          <p14:tracePt t="226022" x="7289800" y="2971800"/>
          <p14:tracePt t="226038" x="7404100" y="2971800"/>
          <p14:tracePt t="226055" x="7435850" y="2971800"/>
          <p14:tracePt t="226071" x="7448550" y="2965450"/>
          <p14:tracePt t="226087" x="7442200" y="2959100"/>
          <p14:tracePt t="226106" x="7416800" y="2952750"/>
          <p14:tracePt t="226121" x="7385050" y="2952750"/>
          <p14:tracePt t="226138" x="7340600" y="2952750"/>
          <p14:tracePt t="226155" x="7086600" y="2952750"/>
          <p14:tracePt t="226171" x="6985000" y="2946400"/>
          <p14:tracePt t="226187" x="6858000" y="2946400"/>
          <p14:tracePt t="226205" x="6642100" y="2946400"/>
          <p14:tracePt t="226221" x="6489700" y="2959100"/>
          <p14:tracePt t="226237" x="6426200" y="2959100"/>
          <p14:tracePt t="226254" x="6356350" y="2959100"/>
          <p14:tracePt t="226270" x="6330950" y="2971800"/>
          <p14:tracePt t="226317" x="6330950" y="2978150"/>
          <p14:tracePt t="226331" x="6343650" y="2978150"/>
          <p14:tracePt t="226340" x="6356350" y="2984500"/>
          <p14:tracePt t="226353" x="6388100" y="2984500"/>
          <p14:tracePt t="226370" x="6426200" y="2997200"/>
          <p14:tracePt t="226387" x="6470650" y="3003550"/>
          <p14:tracePt t="226403" x="6483350" y="3016250"/>
          <p14:tracePt t="226420" x="6489700" y="3022600"/>
          <p14:tracePt t="226437" x="6489700" y="3028950"/>
          <p14:tracePt t="226453" x="6477000" y="3035300"/>
          <p14:tracePt t="226810" x="6413500" y="3054350"/>
          <p14:tracePt t="226816" x="6324600" y="3086100"/>
          <p14:tracePt t="226831" x="6210300" y="3117850"/>
          <p14:tracePt t="226838" x="6070600" y="3168650"/>
          <p14:tracePt t="226853" x="5911850" y="3219450"/>
          <p14:tracePt t="226868" x="5772150" y="3276600"/>
          <p14:tracePt t="226885" x="5505450" y="3378200"/>
          <p14:tracePt t="226902" x="5200650" y="3498850"/>
          <p14:tracePt t="226918" x="5048250" y="3536950"/>
          <p14:tracePt t="226921" x="4946650" y="3568700"/>
          <p14:tracePt t="226935" x="4864100" y="3587750"/>
          <p14:tracePt t="226952" x="4724400" y="3613150"/>
          <p14:tracePt t="226968" x="4679950" y="3613150"/>
          <p14:tracePt t="226985" x="4641850" y="3613150"/>
          <p14:tracePt t="227001" x="4622800" y="3613150"/>
          <p14:tracePt t="227035" x="4616450" y="3619500"/>
          <p14:tracePt t="227140" x="4622800" y="3619500"/>
          <p14:tracePt t="227167" x="4629150" y="3625850"/>
          <p14:tracePt t="227203" x="4635500" y="3625850"/>
          <p14:tracePt t="227231" x="4641850" y="3632200"/>
          <p14:tracePt t="227252" x="4641850" y="3638550"/>
          <p14:tracePt t="227259" x="4641850" y="3644900"/>
          <p14:tracePt t="230390" x="4578350" y="3663950"/>
          <p14:tracePt t="230405" x="4457700" y="3695700"/>
          <p14:tracePt t="230412" x="4311650" y="3740150"/>
          <p14:tracePt t="230423" x="4191000" y="3771900"/>
          <p14:tracePt t="230441" x="4013200" y="3816350"/>
          <p14:tracePt t="230456" x="3924300" y="3816350"/>
          <p14:tracePt t="230473" x="3721100" y="3810000"/>
          <p14:tracePt t="230490" x="3473450" y="3759200"/>
          <p14:tracePt t="230506" x="3384550" y="3746500"/>
          <p14:tracePt t="230523" x="3213100" y="3695700"/>
          <p14:tracePt t="230539" x="2978150" y="3651250"/>
          <p14:tracePt t="230555" x="2863850" y="3613150"/>
          <p14:tracePt t="230572" x="2641600" y="3549650"/>
          <p14:tracePt t="230589" x="2425700" y="3505200"/>
          <p14:tracePt t="230605" x="2298700" y="3486150"/>
          <p14:tracePt t="230623" x="1993900" y="3416300"/>
          <p14:tracePt t="230639" x="1746250" y="3327400"/>
          <p14:tracePt t="230656" x="1568450" y="3289300"/>
          <p14:tracePt t="230672" x="1155700" y="3181350"/>
          <p14:tracePt t="230688" x="876300" y="3105150"/>
          <p14:tracePt t="230705" x="711200" y="3041650"/>
          <p14:tracePt t="230722" x="438150" y="2940050"/>
          <p14:tracePt t="230739" x="342900" y="2908300"/>
          <p14:tracePt t="230756" x="177800" y="2851150"/>
          <p14:tracePt t="230771" x="139700" y="2832100"/>
          <p14:tracePt t="230788" x="133350" y="2832100"/>
          <p14:tracePt t="230805" x="127000" y="2825750"/>
          <p14:tracePt t="230848" x="127000" y="2832100"/>
          <p14:tracePt t="230862" x="133350" y="2832100"/>
          <p14:tracePt t="230871" x="139700" y="2838450"/>
          <p14:tracePt t="230887" x="146050" y="2838450"/>
          <p14:tracePt t="230904" x="165100" y="2838450"/>
          <p14:tracePt t="230921" x="177800" y="2838450"/>
          <p14:tracePt t="230939" x="203200" y="2832100"/>
          <p14:tracePt t="230954" x="215900" y="2825750"/>
          <p14:tracePt t="230971" x="260350" y="2825750"/>
          <p14:tracePt t="230988" x="330200" y="2825750"/>
          <p14:tracePt t="231004" x="368300" y="2832100"/>
          <p14:tracePt t="231021" x="431800" y="2832100"/>
          <p14:tracePt t="231038" x="577850" y="2832100"/>
          <p14:tracePt t="231054" x="755650" y="2838450"/>
          <p14:tracePt t="231070" x="882650" y="2851150"/>
          <p14:tracePt t="231087" x="1162050" y="2851150"/>
          <p14:tracePt t="231104" x="1428750" y="2870200"/>
          <p14:tracePt t="231121" x="1670050" y="2901950"/>
          <p14:tracePt t="231137" x="1784350" y="2901950"/>
          <p14:tracePt t="231154" x="2000250" y="2933700"/>
          <p14:tracePt t="231170" x="2165350" y="2952750"/>
          <p14:tracePt t="231186" x="2209800" y="2965450"/>
          <p14:tracePt t="231203" x="2266950" y="2971800"/>
          <p14:tracePt t="231220" x="2292350" y="2978150"/>
          <p14:tracePt t="231237" x="2298700" y="2978150"/>
          <p14:tracePt t="231254" x="2305050" y="2984500"/>
          <p14:tracePt t="231270" x="2311400" y="2984500"/>
          <p14:tracePt t="231290" x="2305050" y="2984500"/>
          <p14:tracePt t="231306" x="2298700" y="2984500"/>
          <p14:tracePt t="231320" x="2292350" y="2984500"/>
          <p14:tracePt t="231336" x="2279650" y="2984500"/>
          <p14:tracePt t="231353" x="2247900" y="2990850"/>
          <p14:tracePt t="231370" x="2222500" y="2997200"/>
          <p14:tracePt t="231386" x="2127250" y="3003550"/>
          <p14:tracePt t="231403" x="1962150" y="3016250"/>
          <p14:tracePt t="231419" x="1860550" y="3009900"/>
          <p14:tracePt t="231423" x="1758950" y="3009900"/>
          <p14:tracePt t="231436" x="1657350" y="2997200"/>
          <p14:tracePt t="231452" x="1441450" y="2978150"/>
          <p14:tracePt t="231469" x="1327150" y="2971800"/>
          <p14:tracePt t="231486" x="1104900" y="2940050"/>
          <p14:tracePt t="231502" x="958850" y="2908300"/>
          <p14:tracePt t="231519" x="920750" y="2901950"/>
          <p14:tracePt t="231536" x="895350" y="2895600"/>
          <p14:tracePt t="231552" x="882650" y="2889250"/>
          <p14:tracePt t="231586" x="889000" y="2876550"/>
          <p14:tracePt t="231602" x="895350" y="2876550"/>
          <p14:tracePt t="231619" x="1054100" y="2851150"/>
          <p14:tracePt t="231635" x="1155700" y="2832100"/>
          <p14:tracePt t="231652" x="1270000" y="2819400"/>
          <p14:tracePt t="231669" x="1536700" y="2800350"/>
          <p14:tracePt t="231685" x="1854200" y="2774950"/>
          <p14:tracePt t="231702" x="2012950" y="2774950"/>
          <p14:tracePt t="231718" x="2266950" y="2781300"/>
          <p14:tracePt t="231735" x="2444750" y="2787650"/>
          <p14:tracePt t="231752" x="2508250" y="2787650"/>
          <p14:tracePt t="231768" x="2622550" y="2787650"/>
          <p14:tracePt t="231784" x="2705100" y="2800350"/>
          <p14:tracePt t="231802" x="2781300" y="2819400"/>
          <p14:tracePt t="231818" x="2806700" y="2832100"/>
          <p14:tracePt t="231834" x="2844800" y="2844800"/>
          <p14:tracePt t="231852" x="2863850" y="2851150"/>
          <p14:tracePt t="231884" x="2870200" y="2851150"/>
          <p14:tracePt t="231901" x="2876550" y="2851150"/>
          <p14:tracePt t="231921" x="2882900" y="2851150"/>
          <p14:tracePt t="231937" x="2889250" y="2851150"/>
          <p14:tracePt t="231951" x="2901950" y="2851150"/>
          <p14:tracePt t="231967" x="2952750" y="2851150"/>
          <p14:tracePt t="231985" x="3016250" y="2851150"/>
          <p14:tracePt t="232001" x="3067050" y="2851150"/>
          <p14:tracePt t="232017" x="3175000" y="2863850"/>
          <p14:tracePt t="232034" x="3251200" y="2870200"/>
          <p14:tracePt t="232050" x="3295650" y="2870200"/>
          <p14:tracePt t="232067" x="3333750" y="2876550"/>
          <p14:tracePt t="232084" x="3365500" y="2876550"/>
          <p14:tracePt t="232100" x="3378200" y="2876550"/>
          <p14:tracePt t="232118" x="3390900" y="2876550"/>
          <p14:tracePt t="232133" x="3397250" y="2876550"/>
          <p14:tracePt t="232167" x="3403600" y="2876550"/>
          <p14:tracePt t="232392" x="3403600" y="2882900"/>
          <p14:tracePt t="232415" x="3403600" y="2876550"/>
          <p14:tracePt t="234207" x="3454400" y="2870200"/>
          <p14:tracePt t="234221" x="3549650" y="2844800"/>
          <p14:tracePt t="234229" x="3625850" y="2819400"/>
          <p14:tracePt t="234243" x="3708400" y="2781300"/>
          <p14:tracePt t="234260" x="3803650" y="2743200"/>
          <p14:tracePt t="234277" x="4006850" y="2622550"/>
          <p14:tracePt t="234293" x="4089400" y="2584450"/>
          <p14:tracePt t="234309" x="4159250" y="2533650"/>
          <p14:tracePt t="234326" x="4279900" y="2425700"/>
          <p14:tracePt t="234342" x="4368800" y="2343150"/>
          <p14:tracePt t="234361" x="4406900" y="2305050"/>
          <p14:tracePt t="234375" x="4483100" y="2235200"/>
          <p14:tracePt t="234393" x="4552950" y="2178050"/>
          <p14:tracePt t="234410" x="4578350" y="2146300"/>
          <p14:tracePt t="234426" x="4603750" y="2108200"/>
          <p14:tracePt t="234442" x="4616450" y="2076450"/>
          <p14:tracePt t="234460" x="4622800" y="2057400"/>
          <p14:tracePt t="234475" x="4622800" y="2051050"/>
          <p14:tracePt t="234492" x="4616450" y="2051050"/>
          <p14:tracePt t="234509" x="4597400" y="2038350"/>
          <p14:tracePt t="234525" x="4591050" y="2038350"/>
          <p14:tracePt t="234542" x="4578350" y="2025650"/>
          <p14:tracePt t="234559" x="4502150" y="1981200"/>
          <p14:tracePt t="234575" x="4470400" y="1968500"/>
          <p14:tracePt t="234593" x="4394200" y="1911350"/>
          <p14:tracePt t="234608" x="4337050" y="1885950"/>
          <p14:tracePt t="234625" x="4216400" y="1828800"/>
          <p14:tracePt t="234642" x="4064000" y="1771650"/>
          <p14:tracePt t="234658" x="3975100" y="1739900"/>
          <p14:tracePt t="234675" x="3829050" y="1701800"/>
          <p14:tracePt t="234692" x="3733800" y="1676400"/>
          <p14:tracePt t="234708" x="3689350" y="1663700"/>
          <p14:tracePt t="234725" x="3670300" y="1657350"/>
          <p14:tracePt t="234741" x="3619500" y="1638300"/>
          <p14:tracePt t="234758" x="3587750" y="1619250"/>
          <p14:tracePt t="234775" x="3556000" y="1593850"/>
          <p14:tracePt t="234791" x="3556000" y="1581150"/>
          <p14:tracePt t="234808" x="3556000" y="1568450"/>
          <p14:tracePt t="234824" x="3556000" y="1562100"/>
          <p14:tracePt t="234841" x="3568700" y="1543050"/>
          <p14:tracePt t="234858" x="3581400" y="1536700"/>
          <p14:tracePt t="234874" x="3606800" y="1524000"/>
          <p14:tracePt t="234891" x="3625850" y="1511300"/>
          <p14:tracePt t="234908" x="3733800" y="1447800"/>
          <p14:tracePt t="234923" x="3790950" y="1416050"/>
          <p14:tracePt t="234940" x="3860800" y="1390650"/>
          <p14:tracePt t="234944" x="3937000" y="1365250"/>
          <p14:tracePt t="234957" x="4019550" y="1339850"/>
          <p14:tracePt t="234974" x="4165600" y="1301750"/>
          <p14:tracePt t="234990" x="4222750" y="1282700"/>
          <p14:tracePt t="235007" x="4292600" y="1263650"/>
          <p14:tracePt t="235023" x="4330700" y="1257300"/>
          <p14:tracePt t="235040" x="4343400" y="1257300"/>
          <p14:tracePt t="235057" x="4356100" y="1250950"/>
          <p14:tracePt t="235073" x="4362450" y="1250950"/>
          <p14:tracePt t="235182" x="4356100" y="1257300"/>
          <p14:tracePt t="235232" x="4356100" y="1263650"/>
          <p14:tracePt t="235316" x="4349750" y="1263650"/>
          <p14:tracePt t="235351" x="4343400" y="1263650"/>
          <p14:tracePt t="235372" x="4337050" y="1270000"/>
          <p14:tracePt t="235442" x="4330700" y="1270000"/>
          <p14:tracePt t="235457" x="4324350" y="1276350"/>
          <p14:tracePt t="235463" x="4318000" y="1276350"/>
          <p14:tracePt t="235473" x="4311650" y="1276350"/>
          <p14:tracePt t="235488" x="4305300" y="1282700"/>
          <p14:tracePt t="235506" x="4279900" y="1295400"/>
          <p14:tracePt t="235522" x="4254500" y="1308100"/>
          <p14:tracePt t="235538" x="4178300" y="1339850"/>
          <p14:tracePt t="235555" x="4083050" y="1371600"/>
          <p14:tracePt t="235572" x="4025900" y="1390650"/>
          <p14:tracePt t="235589" x="3937000" y="1428750"/>
          <p14:tracePt t="235604" x="3879850" y="1441450"/>
          <p14:tracePt t="235622" x="3854450" y="1454150"/>
          <p14:tracePt t="235638" x="3822700" y="1460500"/>
          <p14:tracePt t="235655" x="3810000" y="1466850"/>
          <p14:tracePt t="235672" x="3803650" y="1466850"/>
          <p14:tracePt t="235688" x="3803650" y="1473200"/>
          <p14:tracePt t="235709" x="3797300" y="1473200"/>
          <p14:tracePt t="235724" x="3797300" y="1460500"/>
          <p14:tracePt t="236207" x="3803650" y="1498600"/>
          <p14:tracePt t="236214" x="3835400" y="1543050"/>
          <p14:tracePt t="236228" x="3860800" y="1600200"/>
          <p14:tracePt t="236236" x="3886200" y="1651000"/>
          <p14:tracePt t="236253" x="3905250" y="1708150"/>
          <p14:tracePt t="236270" x="3956050" y="1822450"/>
          <p14:tracePt t="236285" x="3994150" y="1905000"/>
          <p14:tracePt t="236302" x="4019550" y="1943100"/>
          <p14:tracePt t="236319" x="4057650" y="1987550"/>
          <p14:tracePt t="236336" x="4089400" y="2012950"/>
          <p14:tracePt t="236352" x="4095750" y="2019300"/>
          <p14:tracePt t="236369" x="4102100" y="2019300"/>
          <p14:tracePt t="236385" x="4108450" y="2025650"/>
          <p14:tracePt t="236419" x="4114800" y="2025650"/>
          <p14:tracePt t="236435" x="4121150" y="2019300"/>
          <p14:tracePt t="236452" x="4133850" y="2012950"/>
          <p14:tracePt t="236474" x="4146550" y="2006600"/>
          <p14:tracePt t="236489" x="4152900" y="2000250"/>
          <p14:tracePt t="236502" x="4165600" y="2000250"/>
          <p14:tracePt t="236518" x="4191000" y="1993900"/>
          <p14:tracePt t="236535" x="4210050" y="1987550"/>
          <p14:tracePt t="236552" x="4267200" y="1981200"/>
          <p14:tracePt t="236568" x="4362450" y="1949450"/>
          <p14:tracePt t="236586" x="4495800" y="1936750"/>
          <p14:tracePt t="236601" x="4572000" y="1924050"/>
          <p14:tracePt t="236618" x="4749800" y="1911350"/>
          <p14:tracePt t="236635" x="4826000" y="1911350"/>
          <p14:tracePt t="236651" x="4902200" y="1911350"/>
          <p14:tracePt t="236668" x="5022850" y="1917700"/>
          <p14:tracePt t="236685" x="5092700" y="1924050"/>
          <p14:tracePt t="236701" x="5111750" y="1930400"/>
          <p14:tracePt t="236718" x="5111750" y="1936750"/>
          <p14:tracePt t="236734" x="5086350" y="1949450"/>
          <p14:tracePt t="236751" x="5060950" y="1955800"/>
          <p14:tracePt t="236768" x="4927600" y="1955800"/>
          <p14:tracePt t="236784" x="4838700" y="1943100"/>
          <p14:tracePt t="236801" x="4635500" y="1911350"/>
          <p14:tracePt t="236818" x="4387850" y="1873250"/>
          <p14:tracePt t="236834" x="4260850" y="1847850"/>
          <p14:tracePt t="236850" x="3975100" y="1803400"/>
          <p14:tracePt t="236867" x="3740150" y="1765300"/>
          <p14:tracePt t="236883" x="3651250" y="1739900"/>
          <p14:tracePt t="236900" x="3473450" y="1720850"/>
          <p14:tracePt t="236917" x="3289300" y="1714500"/>
          <p14:tracePt t="236933" x="3213100" y="1714500"/>
          <p14:tracePt t="236951" x="3048000" y="1701800"/>
          <p14:tracePt t="236967" x="2882900" y="1701800"/>
          <p14:tracePt t="236983" x="2781300" y="1701800"/>
          <p14:tracePt t="237000" x="2616200" y="1701800"/>
          <p14:tracePt t="237017" x="2476500" y="1689100"/>
          <p14:tracePt t="237033" x="2425700" y="1689100"/>
          <p14:tracePt t="237050" x="2343150" y="1682750"/>
          <p14:tracePt t="237066" x="2305050" y="1676400"/>
          <p14:tracePt t="237083" x="2247900" y="1676400"/>
          <p14:tracePt t="237100" x="2184400" y="1670050"/>
          <p14:tracePt t="237116" x="2159000" y="1663700"/>
          <p14:tracePt t="237133" x="2108200" y="1663700"/>
          <p14:tracePt t="237149" x="2070100" y="1663700"/>
          <p14:tracePt t="237166" x="2044700" y="1663700"/>
          <p14:tracePt t="237183" x="1993900" y="1676400"/>
          <p14:tracePt t="237199" x="1955800" y="1689100"/>
          <p14:tracePt t="237216" x="1936750" y="1689100"/>
          <p14:tracePt t="237233" x="1905000" y="1708150"/>
          <p14:tracePt t="237249" x="1892300" y="1714500"/>
          <p14:tracePt t="237267" x="1873250" y="1727200"/>
          <p14:tracePt t="237282" x="1860550" y="1733550"/>
          <p14:tracePt t="237299" x="1847850" y="1746250"/>
          <p14:tracePt t="237316" x="1828800" y="1758950"/>
          <p14:tracePt t="237332" x="1822450" y="1765300"/>
          <p14:tracePt t="237349" x="1816100" y="1778000"/>
          <p14:tracePt t="237365" x="1809750" y="1797050"/>
          <p14:tracePt t="237382" x="1809750" y="1803400"/>
          <p14:tracePt t="237399" x="1809750" y="1809750"/>
          <p14:tracePt t="237415" x="1809750" y="1822450"/>
          <p14:tracePt t="237432" x="1809750" y="1841500"/>
          <p14:tracePt t="237449" x="1816100" y="1860550"/>
          <p14:tracePt t="237465" x="1828800" y="1879600"/>
          <p14:tracePt t="237482" x="1847850" y="1930400"/>
          <p14:tracePt t="237499" x="1873250" y="1981200"/>
          <p14:tracePt t="237515" x="1885950" y="2012950"/>
          <p14:tracePt t="237532" x="1917700" y="2057400"/>
          <p14:tracePt t="237548" x="1949450" y="2101850"/>
          <p14:tracePt t="237565" x="1974850" y="2114550"/>
          <p14:tracePt t="237582" x="2051050" y="2120900"/>
          <p14:tracePt t="237598" x="2222500" y="2120900"/>
          <p14:tracePt t="237615" x="2324100" y="2108200"/>
          <p14:tracePt t="237632" x="2540000" y="2089150"/>
          <p14:tracePt t="237648" x="2819400" y="2063750"/>
          <p14:tracePt t="237664" x="2959100" y="2044700"/>
          <p14:tracePt t="237681" x="3213100" y="2025650"/>
          <p14:tracePt t="237697" x="3327400" y="2025650"/>
          <p14:tracePt t="237714" x="3556000" y="2012950"/>
          <p14:tracePt t="237731" x="3702050" y="1993900"/>
          <p14:tracePt t="237748" x="3740150" y="1987550"/>
          <p14:tracePt t="237765" x="3765550" y="1981200"/>
          <p14:tracePt t="237797" x="3759200" y="1981200"/>
          <p14:tracePt t="237814" x="3746500" y="1981200"/>
          <p14:tracePt t="237830" x="3727450" y="1981200"/>
          <p14:tracePt t="237847" x="3721100" y="1981200"/>
          <p14:tracePt t="237864" x="3689350" y="1981200"/>
          <p14:tracePt t="237880" x="3619500" y="1987550"/>
          <p14:tracePt t="237901" x="3492500" y="1987550"/>
          <p14:tracePt t="237915" x="3429000" y="1987550"/>
          <p14:tracePt t="237930" x="3219450" y="1974850"/>
          <p14:tracePt t="237947" x="3092450" y="1981200"/>
          <p14:tracePt t="237950" x="2971800" y="1981200"/>
          <p14:tracePt t="237963" x="2857500" y="1974850"/>
          <p14:tracePt t="237980" x="2743200" y="1962150"/>
          <p14:tracePt t="237997" x="2470150" y="1924050"/>
          <p14:tracePt t="238013" x="2381250" y="1924050"/>
          <p14:tracePt t="238030" x="2305050" y="1911350"/>
          <p14:tracePt t="238047" x="2114550" y="1905000"/>
          <p14:tracePt t="238063" x="1981200" y="1885950"/>
          <p14:tracePt t="238080" x="1936750" y="1879600"/>
          <p14:tracePt t="238096" x="1911350" y="1873250"/>
          <p14:tracePt t="238113" x="1905000" y="1873250"/>
          <p14:tracePt t="238159" x="1911350" y="1873250"/>
          <p14:tracePt t="238173" x="1917700" y="1873250"/>
          <p14:tracePt t="238183" x="1930400" y="1873250"/>
          <p14:tracePt t="238195" x="1968500" y="1873250"/>
          <p14:tracePt t="238213" x="2120900" y="1873250"/>
          <p14:tracePt t="238229" x="2349500" y="1866900"/>
          <p14:tracePt t="238246" x="2476500" y="1866900"/>
          <p14:tracePt t="238263" x="2616200" y="1854200"/>
          <p14:tracePt t="238279" x="3136900" y="1828800"/>
          <p14:tracePt t="238296" x="3263900" y="1822450"/>
          <p14:tracePt t="238313" x="3454400" y="1822450"/>
          <p14:tracePt t="238329" x="3517900" y="1822450"/>
          <p14:tracePt t="238345" x="3625850" y="1822450"/>
          <p14:tracePt t="238363" x="3657600" y="1828800"/>
          <p14:tracePt t="238404" x="3651250" y="1835150"/>
          <p14:tracePt t="238413" x="3644900" y="1841500"/>
          <p14:tracePt t="238428" x="3632200" y="1841500"/>
          <p14:tracePt t="238446" x="3600450" y="1854200"/>
          <p14:tracePt t="238462" x="3511550" y="1860550"/>
          <p14:tracePt t="238479" x="3441700" y="1866900"/>
          <p14:tracePt t="238495" x="3263900" y="1892300"/>
          <p14:tracePt t="238512" x="3035300" y="1930400"/>
          <p14:tracePt t="238528" x="2908300" y="1943100"/>
          <p14:tracePt t="238545" x="2692400" y="1943100"/>
          <p14:tracePt t="238562" x="2476500" y="1936750"/>
          <p14:tracePt t="238578" x="2387600" y="1943100"/>
          <p14:tracePt t="238594" x="2216150" y="1949450"/>
          <p14:tracePt t="238612" x="2178050" y="1962150"/>
          <p14:tracePt t="238630" x="2114550" y="1968500"/>
          <p14:tracePt t="238692" x="2127250" y="1968500"/>
          <p14:tracePt t="238699" x="2178050" y="1968500"/>
          <p14:tracePt t="238714" x="2292350" y="1968500"/>
          <p14:tracePt t="238727" x="2419350" y="1974850"/>
          <p14:tracePt t="238744" x="2800350" y="1974850"/>
          <p14:tracePt t="238760" x="3067050" y="2006600"/>
          <p14:tracePt t="238777" x="3625850" y="2038350"/>
          <p14:tracePt t="238794" x="3994150" y="2051050"/>
          <p14:tracePt t="238811" x="4305300" y="2044700"/>
          <p14:tracePt t="238827" x="4419600" y="2044700"/>
          <p14:tracePt t="238844" x="4559300" y="2051050"/>
          <p14:tracePt t="238861" x="4692650" y="2057400"/>
          <p14:tracePt t="238877" x="4743450" y="2044700"/>
          <p14:tracePt t="238894" x="4787900" y="2038350"/>
          <p14:tracePt t="243248" x="4781550" y="2051050"/>
          <p14:tracePt t="243263" x="4756150" y="2082800"/>
          <p14:tracePt t="243269" x="4730750" y="2114550"/>
          <p14:tracePt t="243283" x="4692650" y="2165350"/>
          <p14:tracePt t="243295" x="4648200" y="2222500"/>
          <p14:tracePt t="243312" x="4527550" y="2330450"/>
          <p14:tracePt t="243328" x="4457700" y="2387600"/>
          <p14:tracePt t="243345" x="4311650" y="2520950"/>
          <p14:tracePt t="243361" x="4229100" y="2584450"/>
          <p14:tracePt t="243378" x="4171950" y="2641600"/>
          <p14:tracePt t="243396" x="3949700" y="2838450"/>
          <p14:tracePt t="243411" x="3879850" y="2889250"/>
          <p14:tracePt t="243428" x="3746500" y="2984500"/>
          <p14:tracePt t="243445" x="3644900" y="3079750"/>
          <p14:tracePt t="243461" x="3562350" y="3149600"/>
          <p14:tracePt t="243478" x="3536950" y="3187700"/>
          <p14:tracePt t="243494" x="3498850" y="3213100"/>
          <p14:tracePt t="243511" x="3492500" y="3225800"/>
          <p14:tracePt t="243515" x="3467100" y="3232150"/>
          <p14:tracePt t="243528" x="3441700" y="3238500"/>
          <p14:tracePt t="243544" x="3429000" y="3238500"/>
          <p14:tracePt t="243561" x="3409950" y="3257550"/>
          <p14:tracePt t="243577" x="3365500" y="3282950"/>
          <p14:tracePt t="243594" x="3302000" y="3333750"/>
          <p14:tracePt t="243611" x="3270250" y="3365500"/>
          <p14:tracePt t="243627" x="3181350" y="3416300"/>
          <p14:tracePt t="243644" x="3067050" y="3498850"/>
          <p14:tracePt t="243662" x="2933700" y="3594100"/>
          <p14:tracePt t="243676" x="2876550" y="3651250"/>
          <p14:tracePt t="243693" x="2762250" y="3759200"/>
          <p14:tracePt t="243711" x="2667000" y="3822700"/>
          <p14:tracePt t="243727" x="2622550" y="3848100"/>
          <p14:tracePt t="243743" x="2584450" y="3873500"/>
          <p14:tracePt t="243760" x="2533650" y="3892550"/>
          <p14:tracePt t="243777" x="2508250" y="3898900"/>
          <p14:tracePt t="243793" x="2457450" y="3924300"/>
          <p14:tracePt t="243810" x="2406650" y="3943350"/>
          <p14:tracePt t="243826" x="2387600" y="3962400"/>
          <p14:tracePt t="243844" x="2362200" y="3975100"/>
          <p14:tracePt t="243860" x="2324100" y="3994150"/>
          <p14:tracePt t="243876" x="2311400" y="4000500"/>
          <p14:tracePt t="243893" x="2279650" y="4019550"/>
          <p14:tracePt t="243909" x="2266950" y="4025900"/>
          <p14:tracePt t="243926" x="2241550" y="4032250"/>
          <p14:tracePt t="243943" x="2228850" y="4038600"/>
          <p14:tracePt t="243959" x="2222500" y="4038600"/>
          <p14:tracePt t="243976" x="2216150" y="4038600"/>
          <p14:tracePt t="244160" x="2222500" y="4038600"/>
          <p14:tracePt t="244174" x="2228850" y="4038600"/>
          <p14:tracePt t="244181" x="2235200" y="4038600"/>
          <p14:tracePt t="244195" x="2247900" y="4038600"/>
          <p14:tracePt t="244209" x="2260600" y="4038600"/>
          <p14:tracePt t="244225" x="2305050" y="4032250"/>
          <p14:tracePt t="244242" x="2374900" y="4019550"/>
          <p14:tracePt t="244258" x="2540000" y="4013200"/>
          <p14:tracePt t="244275" x="2717800" y="3994150"/>
          <p14:tracePt t="244292" x="2825750" y="3981450"/>
          <p14:tracePt t="244308" x="2990850" y="3975100"/>
          <p14:tracePt t="244325" x="3117850" y="3975100"/>
          <p14:tracePt t="244342" x="3232150" y="3975100"/>
          <p14:tracePt t="244357" x="3263900" y="3975100"/>
          <p14:tracePt t="244374" x="3308350" y="3975100"/>
          <p14:tracePt t="244392" x="3327400" y="3975100"/>
          <p14:tracePt t="244424" x="3333750" y="3975100"/>
          <p14:tracePt t="244440" x="3346450" y="3975100"/>
          <p14:tracePt t="244483" x="3352800" y="3975100"/>
          <p14:tracePt t="244503" x="3359150" y="3975100"/>
          <p14:tracePt t="244546" x="3365500" y="3975100"/>
          <p14:tracePt t="244574" x="3371850" y="3975100"/>
          <p14:tracePt t="244595" x="3378200" y="3975100"/>
          <p14:tracePt t="244601" x="3384550" y="3975100"/>
          <p14:tracePt t="244651" x="3390900" y="3975100"/>
          <p14:tracePt t="244687" x="3397250" y="3975100"/>
          <p14:tracePt t="245369" x="3429000" y="3975100"/>
          <p14:tracePt t="245376" x="3473450" y="3975100"/>
          <p14:tracePt t="245387" x="3511550" y="3975100"/>
          <p14:tracePt t="245405" x="3587750" y="3975100"/>
          <p14:tracePt t="245421" x="3632200" y="3994150"/>
          <p14:tracePt t="245438" x="3670300" y="4000500"/>
          <p14:tracePt t="245455" x="3771900" y="4025900"/>
          <p14:tracePt t="245470" x="3803650" y="4038600"/>
          <p14:tracePt t="245488" x="3860800" y="4051300"/>
          <p14:tracePt t="245504" x="3905250" y="4057650"/>
          <p14:tracePt t="245521" x="3987800" y="4076700"/>
          <p14:tracePt t="245524" x="4025900" y="4083050"/>
          <p14:tracePt t="245540" x="4070350" y="4083050"/>
          <p14:tracePt t="245554" x="4095750" y="4089400"/>
          <p14:tracePt t="245570" x="4165600" y="4102100"/>
          <p14:tracePt t="245587" x="4235450" y="4114800"/>
          <p14:tracePt t="245604" x="4267200" y="4121150"/>
          <p14:tracePt t="245620" x="4324350" y="4127500"/>
          <p14:tracePt t="245637" x="4400550" y="4133850"/>
          <p14:tracePt t="245654" x="4445000" y="4146550"/>
          <p14:tracePt t="245671" x="4559300" y="4152900"/>
          <p14:tracePt t="245687" x="4679950" y="4152900"/>
          <p14:tracePt t="245703" x="4718050" y="4159250"/>
          <p14:tracePt t="245720" x="4806950" y="4159250"/>
          <p14:tracePt t="245737" x="4870450" y="4159250"/>
          <p14:tracePt t="245754" x="4895850" y="4159250"/>
          <p14:tracePt t="245770" x="4946650" y="4159250"/>
          <p14:tracePt t="245786" x="4965700" y="4159250"/>
          <p14:tracePt t="245804" x="5010150" y="4159250"/>
          <p14:tracePt t="245819" x="5029200" y="4165600"/>
          <p14:tracePt t="245836" x="5035550" y="4165600"/>
          <p14:tracePt t="245854" x="5041900" y="4165600"/>
          <p14:tracePt t="245886" x="5041900" y="4171950"/>
          <p14:tracePt t="245945" x="5041900" y="4178300"/>
          <p14:tracePt t="246490" x="5054600" y="4178300"/>
          <p14:tracePt t="246497" x="5073650" y="4184650"/>
          <p14:tracePt t="246511" x="5099050" y="4191000"/>
          <p14:tracePt t="246520" x="5124450" y="4191000"/>
          <p14:tracePt t="246534" x="5156200" y="4191000"/>
          <p14:tracePt t="246550" x="5226050" y="4184650"/>
          <p14:tracePt t="246568" x="5314950" y="4184650"/>
          <p14:tracePt t="246583" x="5353050" y="4178300"/>
          <p14:tracePt t="246600" x="5397500" y="4165600"/>
          <p14:tracePt t="246617" x="5568950" y="4159250"/>
          <p14:tracePt t="246634" x="5619750" y="4159250"/>
          <p14:tracePt t="246650" x="5670550" y="4159250"/>
          <p14:tracePt t="246667" x="5810250" y="4146550"/>
          <p14:tracePt t="246683" x="5988050" y="4140200"/>
          <p14:tracePt t="246701" x="6191250" y="4140200"/>
          <p14:tracePt t="246717" x="6280150" y="4140200"/>
          <p14:tracePt t="246733" x="6438900" y="4121150"/>
          <p14:tracePt t="246750" x="6572250" y="4089400"/>
          <p14:tracePt t="246766" x="6635750" y="4083050"/>
          <p14:tracePt t="246783" x="6743700" y="4064000"/>
          <p14:tracePt t="246799" x="6845300" y="4064000"/>
          <p14:tracePt t="246816" x="6877050" y="4064000"/>
          <p14:tracePt t="246834" x="6915150" y="4064000"/>
          <p14:tracePt t="246849" x="6946900" y="4064000"/>
          <p14:tracePt t="246866" x="6965950" y="4064000"/>
          <p14:tracePt t="246883" x="6978650" y="4064000"/>
          <p14:tracePt t="246899" x="7029450" y="4057650"/>
          <p14:tracePt t="246916" x="7042150" y="4057650"/>
          <p14:tracePt t="246933" x="7073900" y="4038600"/>
          <p14:tracePt t="246949" x="7086600" y="4032250"/>
          <p14:tracePt t="246965" x="7118350" y="4006850"/>
          <p14:tracePt t="246982" x="7143750" y="4000500"/>
          <p14:tracePt t="246999" x="7156450" y="3994150"/>
          <p14:tracePt t="247016" x="7175500" y="3987800"/>
          <p14:tracePt t="247032" x="7188200" y="3981450"/>
          <p14:tracePt t="247049" x="7194550" y="3975100"/>
          <p14:tracePt t="247066" x="7200900" y="3962400"/>
          <p14:tracePt t="247081" x="7207250" y="3956050"/>
          <p14:tracePt t="247178" x="7207250" y="3949700"/>
          <p14:tracePt t="247692" x="7169150" y="3949700"/>
          <p14:tracePt t="247699" x="7105650" y="3949700"/>
          <p14:tracePt t="247715" x="7035800" y="3962400"/>
          <p14:tracePt t="247730" x="6972300" y="3968750"/>
          <p14:tracePt t="247746" x="6781800" y="3987800"/>
          <p14:tracePt t="247763" x="6540500" y="4000500"/>
          <p14:tracePt t="247779" x="6400800" y="4013200"/>
          <p14:tracePt t="247797" x="6134100" y="4013200"/>
          <p14:tracePt t="247813" x="5822950" y="4013200"/>
          <p14:tracePt t="247829" x="5638800" y="4025900"/>
          <p14:tracePt t="247846" x="5359400" y="4032250"/>
          <p14:tracePt t="247863" x="5048250" y="4032250"/>
          <p14:tracePt t="247879" x="4908550" y="4044950"/>
          <p14:tracePt t="247896" x="4667250" y="4057650"/>
          <p14:tracePt t="247912" x="4565650" y="4057650"/>
          <p14:tracePt t="247930" x="4235450" y="4076700"/>
          <p14:tracePt t="247945" x="4146550" y="4076700"/>
          <p14:tracePt t="247962" x="4083050" y="4076700"/>
          <p14:tracePt t="247979" x="3924300" y="4095750"/>
          <p14:tracePt t="247995" x="3771900" y="4108450"/>
          <p14:tracePt t="248012" x="3683000" y="4127500"/>
          <p14:tracePt t="248029" x="3524250" y="4133850"/>
          <p14:tracePt t="248045" x="3384550" y="4121150"/>
          <p14:tracePt t="248061" x="3333750" y="4121150"/>
          <p14:tracePt t="248078" x="3225800" y="4114800"/>
          <p14:tracePt t="248095" x="3124200" y="4114800"/>
          <p14:tracePt t="248113" x="3022600" y="4114800"/>
          <p14:tracePt t="248128" x="2978150" y="4114800"/>
          <p14:tracePt t="248145" x="2895600" y="4108450"/>
          <p14:tracePt t="248162" x="2825750" y="4095750"/>
          <p14:tracePt t="248178" x="2800350" y="4095750"/>
          <p14:tracePt t="248195" x="2768600" y="4095750"/>
          <p14:tracePt t="248211" x="2698750" y="4089400"/>
          <p14:tracePt t="248228" x="2679700" y="4089400"/>
          <p14:tracePt t="248244" x="2660650" y="4089400"/>
          <p14:tracePt t="248261" x="2635250" y="4089400"/>
          <p14:tracePt t="248278" x="2609850" y="4089400"/>
          <p14:tracePt t="248295" x="2590800" y="4089400"/>
          <p14:tracePt t="248311" x="2584450" y="4089400"/>
          <p14:tracePt t="248327" x="2578100" y="4089400"/>
          <p14:tracePt t="248365" x="2578100" y="4095750"/>
          <p14:tracePt t="248393" x="2578100" y="4102100"/>
          <p14:tracePt t="248415" x="2584450" y="4108450"/>
          <p14:tracePt t="248421" x="2590800" y="4108450"/>
          <p14:tracePt t="248435" x="2603500" y="4108450"/>
          <p14:tracePt t="248444" x="2609850" y="4108450"/>
          <p14:tracePt t="248460" x="2616200" y="4108450"/>
          <p14:tracePt t="248478" x="2654300" y="4114800"/>
          <p14:tracePt t="248493" x="2724150" y="4127500"/>
          <p14:tracePt t="248510" x="2781300" y="4146550"/>
          <p14:tracePt t="248527" x="2921000" y="4178300"/>
          <p14:tracePt t="248543" x="3016250" y="4197350"/>
          <p14:tracePt t="248561" x="3206750" y="4229100"/>
          <p14:tracePt t="248564" x="3321050" y="4235450"/>
          <p14:tracePt t="248577" x="3422650" y="4260850"/>
          <p14:tracePt t="248593" x="3536950" y="4267200"/>
          <p14:tracePt t="248611" x="3905250" y="4292600"/>
          <p14:tracePt t="248626" x="4019550" y="4298950"/>
          <p14:tracePt t="248643" x="4146550" y="4298950"/>
          <p14:tracePt t="248660" x="4400550" y="4298950"/>
          <p14:tracePt t="248676" x="4679950" y="4260850"/>
          <p14:tracePt t="248693" x="4800600" y="4241800"/>
          <p14:tracePt t="248710" x="5041900" y="4210050"/>
          <p14:tracePt t="248726" x="5283200" y="4191000"/>
          <p14:tracePt t="248743" x="5397500" y="4178300"/>
          <p14:tracePt t="248760" x="5562600" y="4159250"/>
          <p14:tracePt t="248776" x="5702300" y="4159250"/>
          <p14:tracePt t="248794" x="5784850" y="4159250"/>
          <p14:tracePt t="248809" x="5810250" y="4152900"/>
          <p14:tracePt t="248826" x="5835650" y="4152900"/>
          <p14:tracePt t="248843" x="5899150" y="4152900"/>
          <p14:tracePt t="248859" x="5905500" y="4152900"/>
          <p14:tracePt t="248876" x="5918200" y="4152900"/>
          <p14:tracePt t="248892" x="5924550" y="4146550"/>
          <p14:tracePt t="248909" x="5930900" y="4133850"/>
          <p14:tracePt t="248926" x="5937250" y="4127500"/>
          <p14:tracePt t="248942" x="5943600" y="4127500"/>
          <p14:tracePt t="248997" x="5949950" y="4127500"/>
          <p14:tracePt t="249004" x="5962650" y="4127500"/>
          <p14:tracePt t="249018" x="5975350" y="4133850"/>
          <p14:tracePt t="249028" x="5988050" y="4133850"/>
          <p14:tracePt t="249042" x="6000750" y="4140200"/>
          <p14:tracePt t="249059" x="6032500" y="4159250"/>
          <p14:tracePt t="249075" x="6070600" y="4178300"/>
          <p14:tracePt t="249092" x="6089650" y="4191000"/>
          <p14:tracePt t="249109" x="6115050" y="4203700"/>
          <p14:tracePt t="249125" x="6159500" y="4235450"/>
          <p14:tracePt t="249142" x="6172200" y="4248150"/>
          <p14:tracePt t="249159" x="6191250" y="4267200"/>
          <p14:tracePt t="249175" x="6197600" y="4267200"/>
          <p14:tracePt t="249191" x="6210300" y="4273550"/>
          <p14:tracePt t="249209" x="6216650" y="4279900"/>
          <p14:tracePt t="249224" x="6229350" y="4279900"/>
          <p14:tracePt t="249241" x="6242050" y="4279900"/>
          <p14:tracePt t="249258" x="6261100" y="4279900"/>
          <p14:tracePt t="249274" x="6273800" y="4279900"/>
          <p14:tracePt t="249292" x="6299200" y="4273550"/>
          <p14:tracePt t="249308" x="6337300" y="4267200"/>
          <p14:tracePt t="249324" x="6375400" y="4267200"/>
          <p14:tracePt t="249341" x="6445250" y="4279900"/>
          <p14:tracePt t="249357" x="6540500" y="4286250"/>
          <p14:tracePt t="249374" x="6591300" y="4286250"/>
          <p14:tracePt t="249391" x="6705600" y="4292600"/>
          <p14:tracePt t="249407" x="6819900" y="4292600"/>
          <p14:tracePt t="249424" x="6877050" y="4292600"/>
          <p14:tracePt t="249440" x="6953250" y="4286250"/>
          <p14:tracePt t="249457" x="6997700" y="4286250"/>
          <p14:tracePt t="249475" x="7092950" y="4267200"/>
          <p14:tracePt t="249490" x="7118350" y="4267200"/>
          <p14:tracePt t="249507" x="7137400" y="4267200"/>
          <p14:tracePt t="249524" x="7169150" y="4260850"/>
          <p14:tracePt t="249540" x="7200900" y="4254500"/>
          <p14:tracePt t="249557" x="7219950" y="4254500"/>
          <p14:tracePt t="249573" x="7270750" y="4241800"/>
          <p14:tracePt t="249590" x="7327900" y="4235450"/>
          <p14:tracePt t="249607" x="7372350" y="4235450"/>
          <p14:tracePt t="249624" x="7429500" y="4222750"/>
          <p14:tracePt t="249640" x="7486650" y="4216400"/>
          <p14:tracePt t="249657" x="7543800" y="4216400"/>
          <p14:tracePt t="249673" x="7562850" y="4210050"/>
          <p14:tracePt t="249689" x="7613650" y="4210050"/>
          <p14:tracePt t="249707" x="7645400" y="4210050"/>
          <p14:tracePt t="249723" x="7658100" y="4210050"/>
          <p14:tracePt t="249740" x="7677150" y="4203700"/>
          <p14:tracePt t="249756" x="7702550" y="4203700"/>
          <p14:tracePt t="249789" x="7708900" y="4203700"/>
          <p14:tracePt t="249806" x="7721600" y="4203700"/>
          <p14:tracePt t="249839" x="7727950" y="4203700"/>
          <p14:tracePt t="249856" x="7734300" y="4197350"/>
          <p14:tracePt t="249890" x="7747000" y="4197350"/>
          <p14:tracePt t="251906" x="7670800" y="4191000"/>
          <p14:tracePt t="251912" x="7562850" y="4171950"/>
          <p14:tracePt t="251927" x="7461250" y="4152900"/>
          <p14:tracePt t="251935" x="7359650" y="4152900"/>
          <p14:tracePt t="251949" x="7245350" y="4127500"/>
          <p14:tracePt t="251965" x="6940550" y="4108450"/>
          <p14:tracePt t="251982" x="6800850" y="4108450"/>
          <p14:tracePt t="251998" x="6527800" y="4121150"/>
          <p14:tracePt t="252015" x="6115050" y="4146550"/>
          <p14:tracePt t="252032" x="5778500" y="4184650"/>
          <p14:tracePt t="252048" x="5588000" y="4197350"/>
          <p14:tracePt t="252064" x="5403850" y="4210050"/>
          <p14:tracePt t="252068" x="5194300" y="4210050"/>
          <p14:tracePt t="252082" x="5029200" y="4216400"/>
          <p14:tracePt t="252098" x="4692650" y="4254500"/>
          <p14:tracePt t="252114" x="4495800" y="4279900"/>
          <p14:tracePt t="252131" x="4197350" y="4305300"/>
          <p14:tracePt t="252148" x="3911600" y="4324350"/>
          <p14:tracePt t="252165" x="3568700" y="4375150"/>
          <p14:tracePt t="252181" x="3441700" y="4375150"/>
          <p14:tracePt t="252197" x="3200400" y="4413250"/>
          <p14:tracePt t="252215" x="3009900" y="4445000"/>
          <p14:tracePt t="252231" x="2914650" y="4457700"/>
          <p14:tracePt t="252248" x="2774950" y="4483100"/>
          <p14:tracePt t="252265" x="2654300" y="4514850"/>
          <p14:tracePt t="252280" x="2584450" y="4521200"/>
          <p14:tracePt t="252297" x="2533650" y="4521200"/>
          <p14:tracePt t="252314" x="2298700" y="4552950"/>
          <p14:tracePt t="252330" x="2222500" y="4552950"/>
          <p14:tracePt t="252348" x="2095500" y="4552950"/>
          <p14:tracePt t="252364" x="2044700" y="4552950"/>
          <p14:tracePt t="252380" x="1917700" y="4552950"/>
          <p14:tracePt t="252397" x="1790700" y="4552950"/>
          <p14:tracePt t="252413" x="1714500" y="4552950"/>
          <p14:tracePt t="252430" x="1600200" y="4552950"/>
          <p14:tracePt t="252447" x="1530350" y="4552950"/>
          <p14:tracePt t="252464" x="1511300" y="4552950"/>
          <p14:tracePt t="252481" x="1485900" y="4559300"/>
          <p14:tracePt t="252496" x="1454150" y="4559300"/>
          <p14:tracePt t="252513" x="1441450" y="4552950"/>
          <p14:tracePt t="252530" x="1428750" y="4552950"/>
          <p14:tracePt t="252546" x="1422400" y="4552950"/>
          <p14:tracePt t="252580" x="1416050" y="4552950"/>
          <p14:tracePt t="252596" x="1409700" y="4552950"/>
          <p14:tracePt t="252797" x="1416050" y="4552950"/>
          <p14:tracePt t="252839" x="1416050" y="4559300"/>
          <p14:tracePt t="252867" x="1416050" y="4565650"/>
          <p14:tracePt t="252909" x="1422400" y="4572000"/>
          <p14:tracePt t="252945" x="1422400" y="4578350"/>
          <p14:tracePt t="252965" x="1435100" y="4584700"/>
          <p14:tracePt t="252986" x="1435100" y="4591050"/>
          <p14:tracePt t="253008" x="1441450" y="4591050"/>
          <p14:tracePt t="253036" x="1447800" y="4597400"/>
          <p14:tracePt t="253057" x="1454150" y="4603750"/>
          <p14:tracePt t="253079" x="1460500" y="4603750"/>
          <p14:tracePt t="253084" x="1466850" y="4603750"/>
          <p14:tracePt t="253106" x="1466850" y="4610100"/>
          <p14:tracePt t="253127" x="1473200" y="4610100"/>
          <p14:tracePt t="253148" x="1479550" y="4616450"/>
          <p14:tracePt t="253211" x="1485900" y="4616450"/>
          <p14:tracePt t="253218" x="1492250" y="4616450"/>
          <p14:tracePt t="253227" x="1492250" y="4622800"/>
          <p14:tracePt t="253247" x="1498600" y="4622800"/>
          <p14:tracePt t="253274" x="1504950" y="4622800"/>
          <p14:tracePt t="253338" x="1511300" y="4622800"/>
          <p14:tracePt t="254000" x="1517650" y="4622800"/>
          <p14:tracePt t="254007" x="1524000" y="4622800"/>
          <p14:tracePt t="254021" x="1549400" y="4622800"/>
          <p14:tracePt t="254028" x="1562100" y="4616450"/>
          <p14:tracePt t="254044" x="1581150" y="4610100"/>
          <p14:tracePt t="254058" x="1600200" y="4610100"/>
          <p14:tracePt t="254074" x="1644650" y="4597400"/>
          <p14:tracePt t="254092" x="1708150" y="4584700"/>
          <p14:tracePt t="254107" x="1765300" y="4584700"/>
          <p14:tracePt t="254124" x="1879600" y="4584700"/>
          <p14:tracePt t="254141" x="2019300" y="4584700"/>
          <p14:tracePt t="254157" x="2095500" y="4584700"/>
          <p14:tracePt t="254174" x="2235200" y="4578350"/>
          <p14:tracePt t="254191" x="2374900" y="4578350"/>
          <p14:tracePt t="254207" x="2451100" y="4578350"/>
          <p14:tracePt t="254224" x="2584450" y="4578350"/>
          <p14:tracePt t="254240" x="2692400" y="4597400"/>
          <p14:tracePt t="254257" x="2743200" y="4603750"/>
          <p14:tracePt t="254274" x="2825750" y="4616450"/>
          <p14:tracePt t="254290" x="2895600" y="4622800"/>
          <p14:tracePt t="254307" x="2933700" y="4622800"/>
          <p14:tracePt t="254324" x="2990850" y="4641850"/>
          <p14:tracePt t="254340" x="3028950" y="4648200"/>
          <p14:tracePt t="254357" x="3111500" y="4660900"/>
          <p14:tracePt t="254373" x="3194050" y="4679950"/>
          <p14:tracePt t="254390" x="3238500" y="4679950"/>
          <p14:tracePt t="254407" x="3333750" y="4699000"/>
          <p14:tracePt t="254423" x="3435350" y="4711700"/>
          <p14:tracePt t="254440" x="3492500" y="4711700"/>
          <p14:tracePt t="254457" x="3606800" y="4724400"/>
          <p14:tracePt t="254473" x="3702050" y="4743450"/>
          <p14:tracePt t="254490" x="3752850" y="4743450"/>
          <p14:tracePt t="254506" x="3810000" y="4756150"/>
          <p14:tracePt t="254523" x="3854450" y="4762500"/>
          <p14:tracePt t="254540" x="3873500" y="4762500"/>
          <p14:tracePt t="254556" x="3905250" y="4768850"/>
          <p14:tracePt t="254573" x="3937000" y="4775200"/>
          <p14:tracePt t="254590" x="3981450" y="4775200"/>
          <p14:tracePt t="254606" x="4000500" y="4775200"/>
          <p14:tracePt t="254610" x="4038600" y="4775200"/>
          <p14:tracePt t="254639" x="4184650" y="4775200"/>
          <p14:tracePt t="254656" x="4260850" y="4775200"/>
          <p14:tracePt t="254672" x="4311650" y="4775200"/>
          <p14:tracePt t="254689" x="4451350" y="4775200"/>
          <p14:tracePt t="254705" x="4610100" y="4762500"/>
          <p14:tracePt t="254723" x="4787900" y="4756150"/>
          <p14:tracePt t="254739" x="4864100" y="4743450"/>
          <p14:tracePt t="254755" x="5016500" y="4737100"/>
          <p14:tracePt t="254773" x="5124450" y="4724400"/>
          <p14:tracePt t="254788" x="5162550" y="4724400"/>
          <p14:tracePt t="254805" x="5289550" y="4724400"/>
          <p14:tracePt t="254822" x="5422900" y="4705350"/>
          <p14:tracePt t="254838" x="5473700" y="4705350"/>
          <p14:tracePt t="254855" x="5594350" y="4699000"/>
          <p14:tracePt t="254872" x="5676900" y="4679950"/>
          <p14:tracePt t="254888" x="5702300" y="4679950"/>
          <p14:tracePt t="254905" x="5734050" y="4679950"/>
          <p14:tracePt t="254921" x="5803900" y="4673600"/>
          <p14:tracePt t="254938" x="5822950" y="4673600"/>
          <p14:tracePt t="254955" x="5861050" y="4673600"/>
          <p14:tracePt t="254972" x="5880100" y="4673600"/>
          <p14:tracePt t="254988" x="5924550" y="4673600"/>
          <p14:tracePt t="255005" x="5962650" y="4673600"/>
          <p14:tracePt t="255021" x="5981700" y="4673600"/>
          <p14:tracePt t="255038" x="6038850" y="4673600"/>
          <p14:tracePt t="255054" x="6108700" y="4673600"/>
          <p14:tracePt t="255071" x="6140450" y="4667250"/>
          <p14:tracePt t="255088" x="6223000" y="4660900"/>
          <p14:tracePt t="255104" x="6305550" y="4641850"/>
          <p14:tracePt t="255121" x="6356350" y="4635500"/>
          <p14:tracePt t="255138" x="6438900" y="4616450"/>
          <p14:tracePt t="255154" x="6521450" y="4597400"/>
          <p14:tracePt t="255171" x="6565900" y="4584700"/>
          <p14:tracePt t="255187" x="6629400" y="4552950"/>
          <p14:tracePt t="255204" x="6680200" y="4527550"/>
          <p14:tracePt t="255221" x="6699250" y="4514850"/>
          <p14:tracePt t="255237" x="6724650" y="4495800"/>
          <p14:tracePt t="255253" x="6737350" y="4483100"/>
          <p14:tracePt t="255271" x="6762750" y="4464050"/>
          <p14:tracePt t="255286" x="6769100" y="4464050"/>
          <p14:tracePt t="255303" x="6775450" y="4464050"/>
          <p14:tracePt t="255320" x="6781800" y="4457700"/>
          <p14:tracePt t="255354" x="6788150" y="4457700"/>
          <p14:tracePt t="255370" x="6794500" y="4457700"/>
          <p14:tracePt t="255405" x="6800850" y="4457700"/>
          <p14:tracePt t="255433" x="6807200" y="4457700"/>
          <p14:tracePt t="255447" x="6813550" y="4457700"/>
          <p14:tracePt t="255456" x="6819900" y="4457700"/>
          <p14:tracePt t="255475" x="6826250" y="4457700"/>
          <p14:tracePt t="255486" x="6832600" y="4457700"/>
          <p14:tracePt t="255503" x="6858000" y="4457700"/>
          <p14:tracePt t="255519" x="6870700" y="4457700"/>
          <p14:tracePt t="255536" x="6896100" y="4457700"/>
          <p14:tracePt t="255552" x="6985000" y="4457700"/>
          <p14:tracePt t="255570" x="7023100" y="4457700"/>
          <p14:tracePt t="255587" x="7131050" y="4476750"/>
          <p14:tracePt t="255603" x="7289800" y="4527550"/>
          <p14:tracePt t="255619" x="7366000" y="4540250"/>
          <p14:tracePt t="262588" x="7334250" y="4540250"/>
          <p14:tracePt t="262596" x="7296150" y="4540250"/>
          <p14:tracePt t="262602" x="7245350" y="4540250"/>
          <p14:tracePt t="262612" x="7169150" y="4559300"/>
          <p14:tracePt t="262628" x="7035800" y="4584700"/>
          <p14:tracePt t="262645" x="6826250" y="4603750"/>
          <p14:tracePt t="262662" x="6692900" y="4635500"/>
          <p14:tracePt t="262679" x="6540500" y="4654550"/>
          <p14:tracePt t="262695" x="6343650" y="4679950"/>
          <p14:tracePt t="262711" x="6223000" y="4718050"/>
          <p14:tracePt t="262729" x="6051550" y="4781550"/>
          <p14:tracePt t="262744" x="5943600" y="4838700"/>
          <p14:tracePt t="262761" x="5797550" y="4889500"/>
          <p14:tracePt t="262778" x="5607050" y="4953000"/>
          <p14:tracePt t="262794" x="5505450" y="5003800"/>
          <p14:tracePt t="262811" x="5397500" y="5016500"/>
          <p14:tracePt t="262827" x="5200650" y="5035550"/>
          <p14:tracePt t="262844" x="5035550" y="5035550"/>
          <p14:tracePt t="262861" x="4908550" y="5022850"/>
          <p14:tracePt t="262878" x="4730750" y="5022850"/>
          <p14:tracePt t="262894" x="4584700" y="5022850"/>
          <p14:tracePt t="262911" x="4432300" y="5022850"/>
          <p14:tracePt t="262928" x="4343400" y="5022850"/>
          <p14:tracePt t="262944" x="4260850" y="5010150"/>
          <p14:tracePt t="262961" x="4070350" y="4953000"/>
          <p14:tracePt t="262977" x="3911600" y="4889500"/>
          <p14:tracePt t="262994" x="3702050" y="4857750"/>
          <p14:tracePt t="263010" x="3467100" y="4768850"/>
          <p14:tracePt t="263027" x="3295650" y="4730750"/>
          <p14:tracePt t="263044" x="3124200" y="4692650"/>
          <p14:tracePt t="263060" x="2990850" y="4679950"/>
          <p14:tracePt t="263077" x="2908300" y="4667250"/>
          <p14:tracePt t="263094" x="2825750" y="4667250"/>
          <p14:tracePt t="263110" x="2698750" y="4667250"/>
          <p14:tracePt t="263113" x="2641600" y="4667250"/>
          <p14:tracePt t="263127" x="2616200" y="4667250"/>
          <p14:tracePt t="263143" x="2552700" y="4667250"/>
          <p14:tracePt t="263160" x="2520950" y="4673600"/>
          <p14:tracePt t="263176" x="2495550" y="4679950"/>
          <p14:tracePt t="263193" x="2470150" y="4686300"/>
          <p14:tracePt t="263210" x="2438400" y="4699000"/>
          <p14:tracePt t="263228" x="2406650" y="4705350"/>
          <p14:tracePt t="263242" x="2381250" y="4718050"/>
          <p14:tracePt t="263259" x="2336800" y="4730750"/>
          <p14:tracePt t="263276" x="2292350" y="4749800"/>
          <p14:tracePt t="263292" x="2222500" y="4768850"/>
          <p14:tracePt t="263310" x="2184400" y="4787900"/>
          <p14:tracePt t="263326" x="2133600" y="4806950"/>
          <p14:tracePt t="263342" x="2108200" y="4826000"/>
          <p14:tracePt t="263360" x="2095500" y="4845050"/>
          <p14:tracePt t="263376" x="2076450" y="4864100"/>
          <p14:tracePt t="263392" x="2063750" y="4889500"/>
          <p14:tracePt t="263410" x="2044700" y="4940300"/>
          <p14:tracePt t="263426" x="2032000" y="4972050"/>
          <p14:tracePt t="263442" x="2032000" y="4997450"/>
          <p14:tracePt t="263459" x="2025650" y="5067300"/>
          <p14:tracePt t="263475" x="2025650" y="5105400"/>
          <p14:tracePt t="263492" x="2025650" y="5156200"/>
          <p14:tracePt t="263509" x="2038350" y="5219700"/>
          <p14:tracePt t="263525" x="2038350" y="5257800"/>
          <p14:tracePt t="263542" x="2038350" y="5283200"/>
          <p14:tracePt t="263558" x="2063750" y="5321300"/>
          <p14:tracePt t="263575" x="2076450" y="5334000"/>
          <p14:tracePt t="263592" x="2089150" y="5346700"/>
          <p14:tracePt t="264085" x="2114550" y="5346700"/>
          <p14:tracePt t="264091" x="2152650" y="5346700"/>
          <p14:tracePt t="264099" x="2190750" y="5346700"/>
          <p14:tracePt t="264107" x="2254250" y="5353050"/>
          <p14:tracePt t="264123" x="2387600" y="5372100"/>
          <p14:tracePt t="264141" x="2635250" y="5391150"/>
          <p14:tracePt t="264156" x="2749550" y="5410200"/>
          <p14:tracePt t="264173" x="2870200" y="5429250"/>
          <p14:tracePt t="264190" x="3086100" y="5429250"/>
          <p14:tracePt t="264206" x="3232150" y="5416550"/>
          <p14:tracePt t="264223" x="3346450" y="5416550"/>
          <p14:tracePt t="264239" x="3454400" y="5410200"/>
          <p14:tracePt t="264256" x="3543300" y="5410200"/>
          <p14:tracePt t="264273" x="3594100" y="5410200"/>
          <p14:tracePt t="264289" x="3702050" y="5403850"/>
          <p14:tracePt t="264305" x="3752850" y="5403850"/>
          <p14:tracePt t="264323" x="3803650" y="5391150"/>
          <p14:tracePt t="264339" x="3835400" y="5384800"/>
          <p14:tracePt t="264355" x="3873500" y="5384800"/>
          <p14:tracePt t="264373" x="3917950" y="5384800"/>
          <p14:tracePt t="264389" x="3956050" y="5391150"/>
          <p14:tracePt t="264405" x="4000500" y="5391150"/>
          <p14:tracePt t="264422" x="4057650" y="5391150"/>
          <p14:tracePt t="264438" x="4114800" y="5391150"/>
          <p14:tracePt t="264455" x="4159250" y="5384800"/>
          <p14:tracePt t="264472" x="4216400" y="5384800"/>
          <p14:tracePt t="264488" x="4260850" y="5372100"/>
          <p14:tracePt t="264506" x="4305300" y="5365750"/>
          <p14:tracePt t="264521" x="4337050" y="5365750"/>
          <p14:tracePt t="264538" x="4368800" y="5365750"/>
          <p14:tracePt t="264555" x="4432300" y="5365750"/>
          <p14:tracePt t="264572" x="4470400" y="5359400"/>
          <p14:tracePt t="264587" x="4533900" y="5353050"/>
          <p14:tracePt t="264604" x="4603750" y="5359400"/>
          <p14:tracePt t="264621" x="4641850" y="5359400"/>
          <p14:tracePt t="264625" x="4660900" y="5359400"/>
          <p14:tracePt t="264638" x="4686300" y="5359400"/>
          <p14:tracePt t="264655" x="4718050" y="5353050"/>
          <p14:tracePt t="264671" x="4743450" y="5346700"/>
          <p14:tracePt t="264689" x="4775200" y="5353050"/>
          <p14:tracePt t="264704" x="4806950" y="5372100"/>
          <p14:tracePt t="264721" x="4838700" y="5391150"/>
          <p14:tracePt t="265237" x="4864100" y="5391150"/>
          <p14:tracePt t="265244" x="4895850" y="5391150"/>
          <p14:tracePt t="265252" x="4921250" y="5384800"/>
          <p14:tracePt t="265269" x="5003800" y="5378450"/>
          <p14:tracePt t="265286" x="5124450" y="5378450"/>
          <p14:tracePt t="265302" x="5181600" y="5378450"/>
          <p14:tracePt t="265319" x="5245100" y="5378450"/>
          <p14:tracePt t="265336" x="5334000" y="5365750"/>
          <p14:tracePt t="265352" x="5397500" y="5365750"/>
          <p14:tracePt t="265369" x="5441950" y="5365750"/>
          <p14:tracePt t="265385" x="5499100" y="5353050"/>
          <p14:tracePt t="265402" x="5530850" y="5346700"/>
          <p14:tracePt t="265419" x="5568950" y="5346700"/>
          <p14:tracePt t="265435" x="5588000" y="5346700"/>
          <p14:tracePt t="265452" x="5594350" y="5346700"/>
          <p14:tracePt t="265469" x="5619750" y="5340350"/>
          <p14:tracePt t="265485" x="5632450" y="5340350"/>
          <p14:tracePt t="265502" x="5645150" y="5340350"/>
          <p14:tracePt t="265518" x="5670550" y="5340350"/>
          <p14:tracePt t="265534" x="5689600" y="5340350"/>
          <p14:tracePt t="265552" x="5702300" y="5340350"/>
          <p14:tracePt t="265568" x="5727700" y="5340350"/>
          <p14:tracePt t="265585" x="5778500" y="5340350"/>
          <p14:tracePt t="265602" x="5835650" y="5334000"/>
          <p14:tracePt t="265618" x="5873750" y="5334000"/>
          <p14:tracePt t="265635" x="5956300" y="5334000"/>
          <p14:tracePt t="265651" x="6045200" y="5334000"/>
          <p14:tracePt t="265668" x="6083300" y="5334000"/>
          <p14:tracePt t="265685" x="6134100" y="5334000"/>
          <p14:tracePt t="265701" x="6184900" y="5334000"/>
          <p14:tracePt t="265717" x="6203950" y="5334000"/>
          <p14:tracePt t="265735" x="6223000" y="5334000"/>
          <p14:tracePt t="265750" x="6280150" y="5340350"/>
          <p14:tracePt t="265767" x="6299200" y="5340350"/>
          <p14:tracePt t="265784" x="6337300" y="5346700"/>
          <p14:tracePt t="265800" x="6356350" y="5353050"/>
          <p14:tracePt t="265817" x="6394450" y="5353050"/>
          <p14:tracePt t="265834" x="6426200" y="5359400"/>
          <p14:tracePt t="265850" x="6445250" y="5365750"/>
          <p14:tracePt t="265867" x="6470650" y="5365750"/>
          <p14:tracePt t="265883" x="6502400" y="5365750"/>
          <p14:tracePt t="265900" x="6515100" y="5365750"/>
          <p14:tracePt t="265917" x="6559550" y="5372100"/>
          <p14:tracePt t="265933" x="6597650" y="5372100"/>
          <p14:tracePt t="265950" x="6616700" y="5372100"/>
          <p14:tracePt t="265967" x="6661150" y="5372100"/>
          <p14:tracePt t="265983" x="6699250" y="5378450"/>
          <p14:tracePt t="266000" x="6724650" y="5384800"/>
          <p14:tracePt t="266017" x="6769100" y="5384800"/>
          <p14:tracePt t="266033" x="6826250" y="5384800"/>
          <p14:tracePt t="266050" x="6858000" y="5384800"/>
          <p14:tracePt t="266066" x="6915150" y="5384800"/>
          <p14:tracePt t="266083" x="6940550" y="5384800"/>
          <p14:tracePt t="266101" x="7035800" y="5384800"/>
          <p14:tracePt t="266116" x="7061200" y="5384800"/>
          <p14:tracePt t="266133" x="7086600" y="5384800"/>
          <p14:tracePt t="266136" x="7118350" y="5384800"/>
          <p14:tracePt t="266150" x="7143750" y="5384800"/>
          <p14:tracePt t="266166" x="7213600" y="5384800"/>
          <p14:tracePt t="266183" x="7251700" y="5384800"/>
          <p14:tracePt t="266199" x="7334250" y="5397500"/>
          <p14:tracePt t="266216" x="7423150" y="5397500"/>
          <p14:tracePt t="266232" x="7461250" y="5397500"/>
          <p14:tracePt t="266249" x="7531100" y="5391150"/>
          <p14:tracePt t="266265" x="7581900" y="5391150"/>
          <p14:tracePt t="266283" x="7620000" y="5391150"/>
          <p14:tracePt t="266299" x="7632700" y="5391150"/>
          <p14:tracePt t="266315" x="7651750" y="5384800"/>
          <p14:tracePt t="266333" x="7664450" y="5384800"/>
          <p14:tracePt t="266348" x="7670800" y="5384800"/>
          <p14:tracePt t="266365" x="7708900" y="5397500"/>
          <p14:tracePt t="276510" x="7721600" y="5365750"/>
          <p14:tracePt t="276517" x="7734300" y="5327650"/>
          <p14:tracePt t="276531" x="7747000" y="5295900"/>
          <p14:tracePt t="276546" x="7778750" y="5232400"/>
          <p14:tracePt t="276563" x="7797800" y="5187950"/>
          <p14:tracePt t="276580" x="7854950" y="5067300"/>
          <p14:tracePt t="276596" x="7969250" y="4895850"/>
          <p14:tracePt t="276613" x="8083550" y="4730750"/>
          <p14:tracePt t="276630" x="8337550" y="4464050"/>
          <p14:tracePt t="276646" x="8502650" y="4305300"/>
          <p14:tracePt t="276663" x="8699500" y="4127500"/>
          <p14:tracePt t="276680" x="8985250" y="3892550"/>
          <p14:tracePt t="276696" x="9124950" y="3771900"/>
          <p14:tracePt t="276928" x="9029700" y="2336800"/>
          <p14:tracePt t="276946" x="8775700" y="2171700"/>
          <p14:tracePt t="276962" x="8585200" y="2044700"/>
          <p14:tracePt t="276979" x="8445500" y="1962150"/>
          <p14:tracePt t="276995" x="8293100" y="1841500"/>
          <p14:tracePt t="277012" x="8261350" y="1809750"/>
          <p14:tracePt t="277029" x="8204200" y="1778000"/>
          <p14:tracePt t="277045" x="8178800" y="1752600"/>
          <p14:tracePt t="277062" x="8159750" y="1739900"/>
          <p14:tracePt t="277079" x="8070850" y="1727200"/>
          <p14:tracePt t="277095" x="7962900" y="1708150"/>
          <p14:tracePt t="277111" x="7810500" y="1708150"/>
          <p14:tracePt t="277128" x="7708900" y="1733550"/>
          <p14:tracePt t="277507" x="7683500" y="1720850"/>
          <p14:tracePt t="277514" x="7645400" y="1689100"/>
          <p14:tracePt t="277526" x="7607300" y="1657350"/>
          <p14:tracePt t="277543" x="7448550" y="1511300"/>
          <p14:tracePt t="277560" x="7359650" y="1397000"/>
          <p14:tracePt t="277577" x="7258050" y="1257300"/>
          <p14:tracePt t="277592" x="7226300" y="1193800"/>
          <p14:tracePt t="277610" x="7207250" y="1143000"/>
          <p14:tracePt t="277626" x="7200900" y="1123950"/>
          <p14:tracePt t="277643" x="7194550" y="1098550"/>
          <p14:tracePt t="277660" x="7188200" y="1092200"/>
          <p14:tracePt t="277676" x="7188200" y="1079500"/>
          <p14:tracePt t="277717" x="7188200" y="1073150"/>
          <p14:tracePt t="277759" x="7188200" y="1066800"/>
          <p14:tracePt t="277787" x="7188200" y="1060450"/>
          <p14:tracePt t="277802" x="7188200" y="1054100"/>
          <p14:tracePt t="277809" x="7181850" y="1041400"/>
          <p14:tracePt t="277823" x="7169150" y="1022350"/>
          <p14:tracePt t="277836" x="7156450" y="990600"/>
          <p14:tracePt t="277850" x="7143750" y="958850"/>
          <p14:tracePt t="277859" x="7124700" y="914400"/>
          <p14:tracePt t="277875" x="7099300" y="882650"/>
          <p14:tracePt t="277893" x="7042150" y="762000"/>
          <p14:tracePt t="277909" x="7023100" y="730250"/>
          <p14:tracePt t="277925" x="7010400" y="711200"/>
          <p14:tracePt t="277942" x="6978650" y="666750"/>
          <p14:tracePt t="277958" x="6959600" y="641350"/>
          <p14:tracePt t="277975" x="6959600" y="635000"/>
          <p14:tracePt t="277992" x="6940550" y="609600"/>
          <p14:tracePt t="278009" x="6927850" y="603250"/>
          <p14:tracePt t="278026" x="6915150" y="584200"/>
          <p14:tracePt t="278042" x="6908800" y="577850"/>
          <p14:tracePt t="278058" x="6889750" y="558800"/>
          <p14:tracePt t="278075" x="6883400" y="552450"/>
          <p14:tracePt t="278108" x="6877050" y="546100"/>
          <p14:tracePt t="278167" x="6877050" y="552450"/>
          <p14:tracePt t="278181" x="6877050" y="558800"/>
          <p14:tracePt t="278194" x="6877050" y="565150"/>
          <p14:tracePt t="278201" x="6870700" y="577850"/>
          <p14:tracePt t="278211" x="6864350" y="596900"/>
          <p14:tracePt t="278224" x="6858000" y="635000"/>
          <p14:tracePt t="278241" x="6832600" y="768350"/>
          <p14:tracePt t="278258" x="6750050" y="1022350"/>
          <p14:tracePt t="278274" x="6705600" y="1181100"/>
          <p14:tracePt t="278291" x="6546850" y="1606550"/>
          <p14:tracePt t="278308" x="6343650" y="2139950"/>
          <p14:tracePt t="278324" x="6216650" y="2413000"/>
          <p14:tracePt t="278341" x="5988050" y="2882900"/>
          <p14:tracePt t="278357" x="5740400" y="3289300"/>
          <p14:tracePt t="278374" x="5607050" y="3498850"/>
          <p14:tracePt t="278391" x="5359400" y="3803650"/>
          <p14:tracePt t="278407" x="5105400" y="4019550"/>
          <p14:tracePt t="278423" x="5010150" y="4095750"/>
          <p14:tracePt t="278441" x="4845050" y="4210050"/>
          <p14:tracePt t="278457" x="4718050" y="4318000"/>
          <p14:tracePt t="278473" x="4667250" y="4375150"/>
          <p14:tracePt t="278490" x="4559300" y="4483100"/>
          <p14:tracePt t="278507" x="4514850" y="4540250"/>
          <p14:tracePt t="278524" x="4394200" y="4667250"/>
          <p14:tracePt t="278540" x="4343400" y="4724400"/>
          <p14:tracePt t="278556" x="4318000" y="4768850"/>
          <p14:tracePt t="278574" x="4229100" y="4908550"/>
          <p14:tracePt t="278590" x="4210050" y="4933950"/>
          <p14:tracePt t="279006" x="4146550" y="4933950"/>
          <p14:tracePt t="279020" x="4057650" y="4933950"/>
          <p14:tracePt t="279027" x="3968750" y="4933950"/>
          <p14:tracePt t="279041" x="3841750" y="4933950"/>
          <p14:tracePt t="279057" x="3708400" y="4933950"/>
          <p14:tracePt t="279071" x="3549650" y="4940300"/>
          <p14:tracePt t="279088" x="3390900" y="4940300"/>
          <p14:tracePt t="279104" x="3149600" y="4946650"/>
          <p14:tracePt t="279121" x="3060700" y="4959350"/>
          <p14:tracePt t="279138" x="2927350" y="4972050"/>
          <p14:tracePt t="279154" x="2889250" y="4972050"/>
          <p14:tracePt t="279171" x="2870200" y="4972050"/>
          <p14:tracePt t="279189" x="2857500" y="4972050"/>
          <p14:tracePt t="279279" x="2863850" y="4972050"/>
          <p14:tracePt t="279301" x="2851150" y="4972050"/>
          <p14:tracePt t="279314" x="2838450" y="4972050"/>
          <p14:tracePt t="279328" x="2825750" y="4978400"/>
          <p14:tracePt t="279739" x="2806700" y="4978400"/>
          <p14:tracePt t="279754" x="2762250" y="4978400"/>
          <p14:tracePt t="279759" x="2736850" y="4972050"/>
          <p14:tracePt t="279774" x="2692400" y="4965700"/>
          <p14:tracePt t="279785" x="2654300" y="4953000"/>
          <p14:tracePt t="279802" x="2546350" y="4940300"/>
          <p14:tracePt t="279819" x="2489200" y="4927600"/>
          <p14:tracePt t="279836" x="2368550" y="4889500"/>
          <p14:tracePt t="279852" x="2254250" y="4870450"/>
          <p14:tracePt t="279868" x="2184400" y="4864100"/>
          <p14:tracePt t="279885" x="2070100" y="4864100"/>
          <p14:tracePt t="279902" x="1949450" y="4857750"/>
          <p14:tracePt t="279918" x="1898650" y="4857750"/>
          <p14:tracePt t="279935" x="1771650" y="4845050"/>
          <p14:tracePt t="279952" x="1651000" y="4851400"/>
          <p14:tracePt t="279968" x="1612900" y="4851400"/>
          <p14:tracePt t="279985" x="1524000" y="4851400"/>
          <p14:tracePt t="280001" x="1466850" y="4851400"/>
          <p14:tracePt t="280019" x="1447800" y="4851400"/>
          <p14:tracePt t="280034" x="1416050" y="4851400"/>
          <p14:tracePt t="280051" x="1403350" y="4851400"/>
          <p14:tracePt t="280068" x="1365250" y="4845050"/>
          <p14:tracePt t="280084" x="1352550" y="4845050"/>
          <p14:tracePt t="280101" x="1346200" y="4845050"/>
          <p14:tracePt t="280118" x="1333500" y="4845050"/>
          <p14:tracePt t="280134" x="1327150" y="4845050"/>
          <p14:tracePt t="280300" x="1333500" y="4851400"/>
          <p14:tracePt t="280314" x="1339850" y="4851400"/>
          <p14:tracePt t="280321" x="1346200" y="4851400"/>
          <p14:tracePt t="280336" x="1358900" y="4851400"/>
          <p14:tracePt t="280350" x="1397000" y="4851400"/>
          <p14:tracePt t="280367" x="1435100" y="4857750"/>
          <p14:tracePt t="280384" x="1593850" y="4876800"/>
          <p14:tracePt t="280400" x="1682750" y="4902200"/>
          <p14:tracePt t="280417" x="1885950" y="4927600"/>
          <p14:tracePt t="280434" x="2070100" y="4959350"/>
          <p14:tracePt t="280450" x="2133600" y="4972050"/>
          <p14:tracePt t="280466" x="2241550" y="4984750"/>
          <p14:tracePt t="280483" x="2292350" y="4984750"/>
          <p14:tracePt t="280499" x="2305050" y="4984750"/>
          <p14:tracePt t="280517" x="2311400" y="4991100"/>
          <p14:tracePt t="280532" x="2324100" y="4991100"/>
          <p14:tracePt t="280569" x="2330450" y="4991100"/>
          <p14:tracePt t="287830" x="2406650" y="5016500"/>
          <p14:tracePt t="287836" x="2527300" y="5048250"/>
          <p14:tracePt t="287850" x="2641600" y="5080000"/>
          <p14:tracePt t="287860" x="2755900" y="5111750"/>
          <p14:tracePt t="287874" x="2851150" y="5149850"/>
          <p14:tracePt t="287891" x="3048000" y="5194300"/>
          <p14:tracePt t="287907" x="3225800" y="5232400"/>
          <p14:tracePt t="287924" x="3308350" y="5264150"/>
          <p14:tracePt t="287941" x="3479800" y="5327650"/>
          <p14:tracePt t="287957" x="3644900" y="5346700"/>
          <p14:tracePt t="287974" x="3714750" y="5353050"/>
          <p14:tracePt t="287991" x="3829050" y="5372100"/>
          <p14:tracePt t="288007" x="3937000" y="5391150"/>
          <p14:tracePt t="288024" x="3975100" y="5391150"/>
          <p14:tracePt t="288040" x="4038600" y="5397500"/>
          <p14:tracePt t="288057" x="4064000" y="5397500"/>
          <p14:tracePt t="288074" x="4121150" y="5403850"/>
          <p14:tracePt t="288090" x="4178300" y="5422900"/>
          <p14:tracePt t="288107" x="4210050" y="5422900"/>
          <p14:tracePt t="288124" x="4279900" y="5435600"/>
          <p14:tracePt t="288140" x="4298950" y="5448300"/>
          <p14:tracePt t="288156" x="4343400" y="5461000"/>
          <p14:tracePt t="288173" x="4356100" y="5461000"/>
          <p14:tracePt t="288190" x="4356100" y="5467350"/>
          <p14:tracePt t="288243" x="4349750" y="5467350"/>
          <p14:tracePt t="288258" x="4343400" y="5467350"/>
          <p14:tracePt t="288264" x="4330700" y="5461000"/>
          <p14:tracePt t="288279" x="4318000" y="5454650"/>
          <p14:tracePt t="288289" x="4311650" y="5454650"/>
          <p14:tracePt t="288307" x="4273550" y="5448300"/>
          <p14:tracePt t="288323" x="4235450" y="5441950"/>
          <p14:tracePt t="288339" x="4127500" y="5435600"/>
          <p14:tracePt t="288343" x="4064000" y="5435600"/>
          <p14:tracePt t="288359" x="3975100" y="5422900"/>
          <p14:tracePt t="288372" x="3797300" y="5422900"/>
          <p14:tracePt t="288389" x="3708400" y="5422900"/>
          <p14:tracePt t="288406" x="3530600" y="5422900"/>
          <p14:tracePt t="288422" x="3378200" y="5429250"/>
          <p14:tracePt t="288440" x="3295650" y="5435600"/>
          <p14:tracePt t="288456" x="3276600" y="5435600"/>
          <p14:tracePt t="288472" x="3244850" y="5435600"/>
          <p14:tracePt t="288489" x="3225800" y="5435600"/>
          <p14:tracePt t="288505" x="3213100" y="5435600"/>
          <p14:tracePt t="288522" x="3187700" y="5441950"/>
          <p14:tracePt t="288539" x="3155950" y="5448300"/>
          <p14:tracePt t="288555" x="3143250" y="5454650"/>
          <p14:tracePt t="288572" x="3092450" y="5461000"/>
          <p14:tracePt t="288588" x="3003550" y="5486400"/>
          <p14:tracePt t="288605" x="2933700" y="5499100"/>
          <p14:tracePt t="288622" x="2787650" y="5537200"/>
          <p14:tracePt t="288638" x="2603500" y="5588000"/>
          <p14:tracePt t="288655" x="2514600" y="5607050"/>
          <p14:tracePt t="288672" x="2355850" y="5657850"/>
          <p14:tracePt t="288688" x="2266950" y="5676900"/>
          <p14:tracePt t="288704" x="2152650" y="5715000"/>
          <p14:tracePt t="288721" x="2082800" y="5721350"/>
          <p14:tracePt t="288738" x="2063750" y="5721350"/>
          <p14:tracePt t="288755" x="2032000" y="5721350"/>
          <p14:tracePt t="288771" x="2012950" y="5721350"/>
          <p14:tracePt t="288840" x="2006600" y="5721350"/>
          <p14:tracePt t="288889" x="2006600" y="5715000"/>
          <p14:tracePt t="288980" x="2012950" y="5715000"/>
          <p14:tracePt t="289008" x="2019300" y="5715000"/>
          <p14:tracePt t="289029" x="2019300" y="5702300"/>
          <p14:tracePt t="289043" x="2025650" y="5702300"/>
          <p14:tracePt t="289050" x="2032000" y="5695950"/>
          <p14:tracePt t="289072" x="2038350" y="5683250"/>
          <p14:tracePt t="289078" x="2044700" y="5676900"/>
          <p14:tracePt t="289092" x="2051050" y="5664200"/>
          <p14:tracePt t="289103" x="2063750" y="5645150"/>
          <p14:tracePt t="289120" x="2089150" y="5600700"/>
          <p14:tracePt t="289136" x="2114550" y="5562600"/>
          <p14:tracePt t="289153" x="2146300" y="5499100"/>
          <p14:tracePt t="289170" x="2190750" y="5422900"/>
          <p14:tracePt t="289186" x="2203450" y="5391150"/>
          <p14:tracePt t="289204" x="2228850" y="5353050"/>
          <p14:tracePt t="289220" x="2235200" y="5334000"/>
          <p14:tracePt t="289236" x="2235200" y="5327650"/>
          <p14:tracePt t="289254" x="2235200" y="5314950"/>
          <p14:tracePt t="289269" x="2235200" y="5308600"/>
          <p14:tracePt t="289303" x="2235200" y="5302250"/>
          <p14:tracePt t="289324" x="2235200" y="5295900"/>
          <p14:tracePt t="289351" x="2228850" y="5295900"/>
          <p14:tracePt t="289359" x="2222500" y="5295900"/>
          <p14:tracePt t="289380" x="2216150" y="5289550"/>
          <p14:tracePt t="289394" x="2209800" y="5283200"/>
          <p14:tracePt t="289402" x="2203450" y="5276850"/>
          <p14:tracePt t="289419" x="2203450" y="5270500"/>
          <p14:tracePt t="289436" x="2190750" y="5251450"/>
          <p14:tracePt t="289453" x="2178050" y="5232400"/>
          <p14:tracePt t="289469" x="2146300" y="5187950"/>
          <p14:tracePt t="289486" x="2101850" y="5137150"/>
          <p14:tracePt t="289502" x="2044700" y="5067300"/>
          <p14:tracePt t="289518" x="2019300" y="5054600"/>
          <p14:tracePt t="289535" x="1987550" y="5041900"/>
          <p14:tracePt t="289974" x="1987550" y="5029200"/>
          <p14:tracePt t="289981" x="1993900" y="5029200"/>
          <p14:tracePt t="289995" x="2000250" y="5022850"/>
          <p14:tracePt t="290003" x="2006600" y="5016500"/>
          <p14:tracePt t="290017" x="2019300" y="5003800"/>
          <p14:tracePt t="290033" x="2025650" y="4991100"/>
          <p14:tracePt t="290050" x="2032000" y="4984750"/>
          <p14:tracePt t="290066" x="2032000" y="4978400"/>
          <p14:tracePt t="290083" x="2038350" y="4972050"/>
          <p14:tracePt t="290101" x="2057400" y="4946650"/>
          <p14:tracePt t="290116" x="2063750" y="4933950"/>
          <p14:tracePt t="290133" x="2063750" y="4921250"/>
          <p14:tracePt t="290150" x="2076450" y="4914900"/>
          <p14:tracePt t="290166" x="2076450" y="4908550"/>
          <p14:tracePt t="290183" x="2082800" y="4902200"/>
          <p14:tracePt t="290200" x="2089150" y="4895850"/>
          <p14:tracePt t="290236" x="2089150" y="4889500"/>
          <p14:tracePt t="290262" x="2095500" y="4883150"/>
          <p14:tracePt t="290285" x="2108200" y="4883150"/>
          <p14:tracePt t="290304" x="2114550" y="4883150"/>
          <p14:tracePt t="290311" x="2120900" y="4883150"/>
          <p14:tracePt t="290325" x="2120900" y="4876800"/>
          <p14:tracePt t="290353" x="2127250" y="4870450"/>
          <p14:tracePt t="290374" x="2139950" y="4870450"/>
          <p14:tracePt t="290395" x="2146300" y="4864100"/>
          <p14:tracePt t="290402" x="2152650" y="4864100"/>
          <p14:tracePt t="290418" x="2152650" y="4857750"/>
          <p14:tracePt t="290432" x="2159000" y="4857750"/>
          <p14:tracePt t="290449" x="2178050" y="4851400"/>
          <p14:tracePt t="290466" x="2216150" y="4832350"/>
          <p14:tracePt t="290482" x="2241550" y="4832350"/>
          <p14:tracePt t="290498" x="2305050" y="4806950"/>
          <p14:tracePt t="290516" x="2374900" y="4794250"/>
          <p14:tracePt t="290532" x="2406650" y="4787900"/>
          <p14:tracePt t="290549" x="2451100" y="4781550"/>
          <p14:tracePt t="290565" x="2501900" y="4775200"/>
          <p14:tracePt t="290582" x="2520950" y="4762500"/>
          <p14:tracePt t="290598" x="2559050" y="4749800"/>
          <p14:tracePt t="290615" x="2590800" y="4743450"/>
          <p14:tracePt t="290631" x="2609850" y="4743450"/>
          <p14:tracePt t="290648" x="2635250" y="4730750"/>
          <p14:tracePt t="290664" x="2660650" y="4718050"/>
          <p14:tracePt t="290681" x="2673350" y="4718050"/>
          <p14:tracePt t="290698" x="2711450" y="4705350"/>
          <p14:tracePt t="290714" x="2724150" y="4699000"/>
          <p14:tracePt t="290732" x="2781300" y="4686300"/>
          <p14:tracePt t="290748" x="2806700" y="4679950"/>
          <p14:tracePt t="290764" x="2832100" y="4679950"/>
          <p14:tracePt t="290781" x="2901950" y="4673600"/>
          <p14:tracePt t="290797" x="2952750" y="4673600"/>
          <p14:tracePt t="290814" x="2978150" y="4673600"/>
          <p14:tracePt t="290831" x="3009900" y="4673600"/>
          <p14:tracePt t="290847" x="3035300" y="4673600"/>
          <p14:tracePt t="290864" x="3041650" y="4673600"/>
          <p14:tracePt t="290880" x="3054350" y="4673600"/>
          <p14:tracePt t="290897" x="3054350" y="4679950"/>
          <p14:tracePt t="290936" x="3054350" y="4686300"/>
          <p14:tracePt t="290963" x="3054350" y="4692650"/>
          <p14:tracePt t="290999" x="3054350" y="4699000"/>
          <p14:tracePt t="291027" x="3054350" y="4705350"/>
          <p14:tracePt t="291055" x="3054350" y="4711700"/>
          <p14:tracePt t="291069" x="3060700" y="4718050"/>
          <p14:tracePt t="291076" x="3067050" y="4718050"/>
          <p14:tracePt t="291838" x="3079750" y="4718050"/>
          <p14:tracePt t="291845" x="3098800" y="4724400"/>
          <p14:tracePt t="291859" x="3111500" y="4730750"/>
          <p14:tracePt t="291866" x="3130550" y="4730750"/>
          <p14:tracePt t="291880" x="3143250" y="4737100"/>
          <p14:tracePt t="291894" x="3155950" y="4743450"/>
          <p14:tracePt t="291910" x="3194050" y="4756150"/>
          <p14:tracePt t="291927" x="3194050" y="4762500"/>
          <p14:tracePt t="291943" x="3206750" y="4768850"/>
          <p14:tracePt t="291960" x="3213100" y="4768850"/>
          <p14:tracePt t="292034" x="3206750" y="4768850"/>
          <p14:tracePt t="292049" x="3200400" y="4768850"/>
          <p14:tracePt t="292070" x="3194050" y="4768850"/>
          <p14:tracePt t="292078" x="3187700" y="4768850"/>
          <p14:tracePt t="292091" x="3175000" y="4768850"/>
          <p14:tracePt t="292097" x="3162300" y="4768850"/>
          <p14:tracePt t="292113" x="3143250" y="4768850"/>
          <p14:tracePt t="292126" x="3086100" y="4781550"/>
          <p14:tracePt t="292143" x="3048000" y="4781550"/>
          <p14:tracePt t="292160" x="2990850" y="4787900"/>
          <p14:tracePt t="292176" x="2876550" y="4794250"/>
          <p14:tracePt t="292193" x="2755900" y="4813300"/>
          <p14:tracePt t="292210" x="2692400" y="4826000"/>
          <p14:tracePt t="292226" x="2571750" y="4851400"/>
          <p14:tracePt t="292242" x="2438400" y="4889500"/>
          <p14:tracePt t="292259" x="2305050" y="4940300"/>
          <p14:tracePt t="292276" x="2235200" y="4959350"/>
          <p14:tracePt t="292292" x="2089150" y="5010150"/>
          <p14:tracePt t="292309" x="1943100" y="5054600"/>
          <p14:tracePt t="292326" x="1885950" y="5086350"/>
          <p14:tracePt t="292343" x="1771650" y="5143500"/>
          <p14:tracePt t="292359" x="1708150" y="5168900"/>
          <p14:tracePt t="292375" x="1689100" y="5194300"/>
          <p14:tracePt t="292393" x="1670050" y="5213350"/>
          <p14:tracePt t="292409" x="1670050" y="5232400"/>
          <p14:tracePt t="292425" x="1670050" y="5245100"/>
          <p14:tracePt t="292442" x="1670050" y="5257800"/>
          <p14:tracePt t="292459" x="1670050" y="5264150"/>
          <p14:tracePt t="292475" x="1670050" y="5276850"/>
          <p14:tracePt t="292492" x="1676400" y="5276850"/>
          <p14:tracePt t="292525" x="1682750" y="5283200"/>
          <p14:tracePt t="292561" x="1682750" y="5289550"/>
          <p14:tracePt t="292631" x="1689100" y="5295900"/>
          <p14:tracePt t="292680" x="1695450" y="5295900"/>
          <p14:tracePt t="292708" x="1695450" y="5302250"/>
          <p14:tracePt t="292729" x="1701800" y="5308600"/>
          <p14:tracePt t="292743" x="1701800" y="5314950"/>
          <p14:tracePt t="292750" x="1708150" y="5321300"/>
          <p14:tracePt t="292779" x="1708150" y="5327650"/>
          <p14:tracePt t="292813" x="1708150" y="5334000"/>
          <p14:tracePt t="292820" x="1714500" y="5334000"/>
          <p14:tracePt t="292863" x="1720850" y="5340350"/>
          <p14:tracePt t="292869" x="1727200" y="5346700"/>
          <p14:tracePt t="304586" x="1739900" y="5346700"/>
          <p14:tracePt t="304593" x="1778000" y="5340350"/>
          <p14:tracePt t="304602" x="1822450" y="5334000"/>
          <p14:tracePt t="304616" x="1924050" y="5321300"/>
          <p14:tracePt t="304633" x="2057400" y="5314950"/>
          <p14:tracePt t="304650" x="2374900" y="5295900"/>
          <p14:tracePt t="304666" x="2667000" y="5295900"/>
          <p14:tracePt t="304683" x="3067050" y="5295900"/>
          <p14:tracePt t="304699" x="3454400" y="5283200"/>
          <p14:tracePt t="304716" x="3746500" y="5257800"/>
          <p14:tracePt t="304733" x="4286250" y="5264150"/>
          <p14:tracePt t="304749" x="4616450" y="5289550"/>
          <p14:tracePt t="304766" x="5035550" y="5302250"/>
          <p14:tracePt t="304783" x="5588000" y="5353050"/>
          <p14:tracePt t="304799" x="5949950" y="5353050"/>
          <p14:tracePt t="304816" x="6216650" y="5378450"/>
          <p14:tracePt t="304832" x="6559550" y="5359400"/>
          <p14:tracePt t="304849" x="6756400" y="5321300"/>
          <p14:tracePt t="304866" x="6978650" y="5257800"/>
          <p14:tracePt t="304882" x="7124700" y="5213350"/>
          <p14:tracePt t="304899" x="7258050" y="5194300"/>
          <p14:tracePt t="304916" x="7423150" y="5099050"/>
          <p14:tracePt t="304932" x="7486650" y="5073650"/>
          <p14:tracePt t="304949" x="7543800" y="5060950"/>
          <p14:tracePt t="304965" x="7594600" y="5035550"/>
          <p14:tracePt t="304982" x="7613650" y="5016500"/>
          <p14:tracePt t="304999" x="7639050" y="4991100"/>
          <p14:tracePt t="305015" x="7651750" y="4965700"/>
          <p14:tracePt t="305032" x="7651750" y="4959350"/>
          <p14:tracePt t="305049" x="7658100" y="4953000"/>
          <p14:tracePt t="305070" x="7664450" y="4953000"/>
          <p14:tracePt t="305085" x="7664450" y="4946650"/>
          <p14:tracePt t="305098" x="7670800" y="4946650"/>
          <p14:tracePt t="305114" x="7677150" y="4940300"/>
          <p14:tracePt t="305134" x="7683500" y="4940300"/>
          <p14:tracePt t="305148" x="7683500" y="4933950"/>
          <p14:tracePt t="305273" x="7677150" y="4933950"/>
          <p14:tracePt t="305294" x="7670800" y="4933950"/>
          <p14:tracePt t="305301" x="7664450" y="4933950"/>
          <p14:tracePt t="305317" x="7658100" y="4933950"/>
          <p14:tracePt t="305344" x="7645400" y="4933950"/>
          <p14:tracePt t="305351" x="7639050" y="4940300"/>
          <p14:tracePt t="305365" x="7613650" y="4940300"/>
          <p14:tracePt t="305380" x="7562850" y="4946650"/>
          <p14:tracePt t="305397" x="7486650" y="4953000"/>
          <p14:tracePt t="305414" x="7226300" y="4984750"/>
          <p14:tracePt t="305430" x="7010400" y="5003800"/>
          <p14:tracePt t="305447" x="6724650" y="5016500"/>
          <p14:tracePt t="305463" x="6159500" y="5054600"/>
          <p14:tracePt t="305480" x="5689600" y="5054600"/>
          <p14:tracePt t="305497" x="4984750" y="5067300"/>
          <p14:tracePt t="305513" x="4483100" y="5080000"/>
          <p14:tracePt t="305530" x="4070350" y="5080000"/>
          <p14:tracePt t="305547" x="3511550" y="5092700"/>
          <p14:tracePt t="305563" x="3282950" y="5080000"/>
          <p14:tracePt t="305580" x="3079750" y="5035550"/>
          <p14:tracePt t="305597" x="2844800" y="5010150"/>
          <p14:tracePt t="305612" x="2711450" y="4991100"/>
          <p14:tracePt t="305629" x="2635250" y="4984750"/>
          <p14:tracePt t="305646" x="2584450" y="4972050"/>
          <p14:tracePt t="305662" x="2571750" y="4972050"/>
          <p14:tracePt t="305737" x="2565400" y="4972050"/>
          <p14:tracePt t="305751" x="2559050" y="4972050"/>
          <p14:tracePt t="305786" x="2559050" y="4984750"/>
          <p14:tracePt t="305793" x="2552700" y="4984750"/>
          <p14:tracePt t="305807" x="2552700" y="4991100"/>
          <p14:tracePt t="305815" x="2546350" y="4997450"/>
          <p14:tracePt t="305828" x="2540000" y="5010150"/>
          <p14:tracePt t="305845" x="2533650" y="5029200"/>
          <p14:tracePt t="305863" x="2527300" y="5029200"/>
          <p14:tracePt t="305878" x="2520950" y="5048250"/>
          <p14:tracePt t="305895" x="2508250" y="5060950"/>
          <p14:tracePt t="305912" x="2482850" y="5080000"/>
          <p14:tracePt t="305928" x="2470150" y="5080000"/>
          <p14:tracePt t="305945" x="2432050" y="5099050"/>
          <p14:tracePt t="305962" x="2362200" y="5118100"/>
          <p14:tracePt t="305978" x="2305050" y="5130800"/>
          <p14:tracePt t="305995" x="2273300" y="5143500"/>
          <p14:tracePt t="306012" x="2216150" y="5156200"/>
          <p14:tracePt t="306028" x="2184400" y="5168900"/>
          <p14:tracePt t="306045" x="2133600" y="5181600"/>
          <p14:tracePt t="306062" x="2114550" y="5181600"/>
          <p14:tracePt t="306078" x="2089150" y="5194300"/>
          <p14:tracePt t="306095" x="2051050" y="5207000"/>
          <p14:tracePt t="306111" x="2012950" y="5219700"/>
          <p14:tracePt t="306128" x="1993900" y="5238750"/>
          <p14:tracePt t="306145" x="1968500" y="5251450"/>
          <p14:tracePt t="306162" x="1955800" y="5264150"/>
          <p14:tracePt t="306178" x="1943100" y="5276850"/>
          <p14:tracePt t="306194" x="1936750" y="5276850"/>
          <p14:tracePt t="306235" x="1936750" y="5283200"/>
          <p14:tracePt t="306256" x="1936750" y="5289550"/>
          <p14:tracePt t="306710" x="1962150" y="5295900"/>
          <p14:tracePt t="306717" x="2025650" y="5302250"/>
          <p14:tracePt t="306726" x="2095500" y="5334000"/>
          <p14:tracePt t="306743" x="2197100" y="5365750"/>
          <p14:tracePt t="306759" x="2393950" y="5416550"/>
          <p14:tracePt t="306775" x="2508250" y="5448300"/>
          <p14:tracePt t="306792" x="2768600" y="5511800"/>
          <p14:tracePt t="306809" x="3079750" y="5568950"/>
          <p14:tracePt t="306825" x="3257550" y="5607050"/>
          <p14:tracePt t="306842" x="3562350" y="5638800"/>
          <p14:tracePt t="306859" x="3816350" y="5651500"/>
          <p14:tracePt t="306875" x="3930650" y="5664200"/>
          <p14:tracePt t="306892" x="4108450" y="5664200"/>
          <p14:tracePt t="306909" x="4222750" y="5664200"/>
          <p14:tracePt t="306925" x="4311650" y="5664200"/>
          <p14:tracePt t="306942" x="4489450" y="5664200"/>
          <p14:tracePt t="306958" x="4654550" y="5664200"/>
          <p14:tracePt t="306975" x="4730750" y="5664200"/>
          <p14:tracePt t="306992" x="4813300" y="5664200"/>
          <p14:tracePt t="307008" x="4876800" y="5645150"/>
          <p14:tracePt t="307026" x="4914900" y="5638800"/>
          <p14:tracePt t="307043" x="4946650" y="5632450"/>
          <p14:tracePt t="307046" x="4965700" y="5632450"/>
          <p14:tracePt t="307075" x="5048250" y="5600700"/>
          <p14:tracePt t="307091" x="5073650" y="5594350"/>
          <p14:tracePt t="307108" x="5105400" y="5588000"/>
          <p14:tracePt t="307125" x="5175250" y="5581650"/>
          <p14:tracePt t="307141" x="5238750" y="5562600"/>
          <p14:tracePt t="307158" x="5270500" y="5556250"/>
          <p14:tracePt t="307174" x="5302250" y="5543550"/>
          <p14:tracePt t="307191" x="5340350" y="5530850"/>
          <p14:tracePt t="307208" x="5365750" y="5524500"/>
          <p14:tracePt t="307224" x="5378450" y="5524500"/>
          <p14:tracePt t="307241" x="5378450" y="5518150"/>
          <p14:tracePt t="307927" x="5327650" y="5511800"/>
          <p14:tracePt t="307933" x="5238750" y="5467350"/>
          <p14:tracePt t="307948" x="5130800" y="5416550"/>
          <p14:tracePt t="307957" x="4997450" y="5372100"/>
          <p14:tracePt t="307971" x="4864100" y="5327650"/>
          <p14:tracePt t="307989" x="4756150" y="5283200"/>
          <p14:tracePt t="308005" x="4387850" y="5143500"/>
          <p14:tracePt t="308022" x="4286250" y="5092700"/>
          <p14:tracePt t="308038" x="4102100" y="5016500"/>
          <p14:tracePt t="308054" x="4019550" y="4991100"/>
          <p14:tracePt t="308071" x="3879850" y="4927600"/>
          <p14:tracePt t="308088" x="3759200" y="4870450"/>
          <p14:tracePt t="308104" x="3714750" y="4864100"/>
          <p14:tracePt t="308121" x="3663950" y="4851400"/>
          <p14:tracePt t="308138" x="3625850" y="4838700"/>
          <p14:tracePt t="308154" x="3619500" y="4838700"/>
          <p14:tracePt t="308171" x="3606800" y="4832350"/>
          <p14:tracePt t="308235" x="3613150" y="4832350"/>
          <p14:tracePt t="308277" x="3613150" y="4838700"/>
          <p14:tracePt t="321049" x="3644900" y="4826000"/>
          <p14:tracePt t="321056" x="3702050" y="4775200"/>
          <p14:tracePt t="321063" x="3759200" y="4749800"/>
          <p14:tracePt t="321076" x="3898900" y="4667250"/>
          <p14:tracePt t="321093" x="4070350" y="4578350"/>
          <p14:tracePt t="321109" x="4197350" y="4489450"/>
          <p14:tracePt t="321126" x="4457700" y="4343400"/>
          <p14:tracePt t="321143" x="4629150" y="4241800"/>
          <p14:tracePt t="321159" x="4826000" y="4057650"/>
          <p14:tracePt t="321176" x="5054600" y="3778250"/>
          <p14:tracePt t="321192" x="5213350" y="3511550"/>
          <p14:tracePt t="321209" x="5372100" y="3105150"/>
          <p14:tracePt t="321226" x="5410200" y="2730500"/>
          <p14:tracePt t="321242" x="5403850" y="2241550"/>
          <p14:tracePt t="321259" x="5295900" y="1428750"/>
          <p14:tracePt t="321275" x="5137150" y="889000"/>
          <p14:tracePt t="321292" x="4972050" y="387350"/>
          <p14:tracePt t="321309" x="4679950" y="0"/>
          <p14:tracePt t="321325" x="4394200" y="0"/>
          <p14:tracePt t="321343" x="4152900" y="0"/>
          <p14:tracePt t="321358" x="3816350" y="0"/>
          <p14:tracePt t="321375" x="3676650" y="0"/>
          <p14:tracePt t="321393" x="3486150" y="0"/>
          <p14:tracePt t="321408" x="3435350" y="0"/>
          <p14:tracePt t="321425" x="3416300" y="0"/>
          <p14:tracePt t="321442" x="3409950" y="0"/>
          <p14:tracePt t="321463" x="3409950" y="6350"/>
          <p14:tracePt t="321474" x="3416300" y="12700"/>
          <p14:tracePt t="321491" x="3422650" y="31750"/>
          <p14:tracePt t="321508" x="3429000" y="50800"/>
          <p14:tracePt t="321525" x="3429000" y="57150"/>
          <p14:tracePt t="321541" x="3486150" y="107950"/>
          <p14:tracePt t="321558" x="3536950" y="177800"/>
          <p14:tracePt t="321575" x="3740150" y="425450"/>
          <p14:tracePt t="321591" x="3943350" y="781050"/>
          <p14:tracePt t="321607" x="4057650" y="984250"/>
          <p14:tracePt t="321624" x="4292600" y="1384300"/>
          <p14:tracePt t="321641" x="4502150" y="1765300"/>
          <p14:tracePt t="321657" x="4584700" y="1955800"/>
          <p14:tracePt t="321674" x="4699000" y="2324100"/>
          <p14:tracePt t="321691" x="4730750" y="2546350"/>
          <p14:tracePt t="321709" x="4794250" y="3149600"/>
          <p14:tracePt t="321724" x="4787900" y="3314700"/>
          <p14:tracePt t="321740" x="4781550" y="3441700"/>
          <p14:tracePt t="321758" x="4686300" y="3752850"/>
          <p14:tracePt t="321774" x="4654550" y="3835400"/>
          <p14:tracePt t="321790" x="4641850" y="3879850"/>
          <p14:tracePt t="341673" x="4572000" y="3905250"/>
          <p14:tracePt t="341679" x="4483100" y="3937000"/>
          <p14:tracePt t="341688" x="4413250" y="3962400"/>
          <p14:tracePt t="341705" x="4254500" y="4013200"/>
          <p14:tracePt t="341722" x="4044950" y="4076700"/>
          <p14:tracePt t="341738" x="3727450" y="4203700"/>
          <p14:tracePt t="341755" x="3460750" y="4305300"/>
          <p14:tracePt t="341771" x="3111500" y="4438650"/>
          <p14:tracePt t="341788" x="2927350" y="4489450"/>
          <p14:tracePt t="341804" x="2768600" y="4527550"/>
          <p14:tracePt t="341822" x="2647950" y="4533900"/>
          <p14:tracePt t="341838" x="2622550" y="4533900"/>
          <p14:tracePt t="341855" x="2597150" y="4552950"/>
          <p14:tracePt t="341871" x="2565400" y="4578350"/>
          <p14:tracePt t="341887" x="2533650" y="4616450"/>
          <p14:tracePt t="341905" x="2482850" y="4648200"/>
          <p14:tracePt t="341921" x="2463800" y="4667250"/>
          <p14:tracePt t="341937" x="2457450" y="4679950"/>
          <p14:tracePt t="341954" x="2451100" y="4686300"/>
          <p14:tracePt t="341987" x="2457450" y="4705350"/>
          <p14:tracePt t="342004" x="2470150" y="4711700"/>
          <p14:tracePt t="342020" x="2476500" y="4718050"/>
          <p14:tracePt t="342038" x="2527300" y="4724400"/>
          <p14:tracePt t="342054" x="2603500" y="4756150"/>
          <p14:tracePt t="342070" x="2749550" y="4794250"/>
          <p14:tracePt t="342087" x="3067050" y="4832350"/>
          <p14:tracePt t="342103" x="3308350" y="4857750"/>
          <p14:tracePt t="342120" x="3536950" y="4864100"/>
          <p14:tracePt t="342137" x="3841750" y="4864100"/>
          <p14:tracePt t="342153" x="3994150" y="4851400"/>
          <p14:tracePt t="342170" x="4089400" y="4851400"/>
          <p14:tracePt t="342187" x="4133850" y="4838700"/>
          <p14:tracePt t="342203" x="4140200" y="4838700"/>
          <p14:tracePt t="342220" x="4140200" y="4832350"/>
          <p14:tracePt t="342236" x="4133850" y="4826000"/>
          <p14:tracePt t="342253" x="4121150" y="4826000"/>
          <p14:tracePt t="342270" x="4102100" y="4819650"/>
          <p14:tracePt t="342286" x="4083050" y="4819650"/>
          <p14:tracePt t="342303" x="4070350" y="4819650"/>
          <p14:tracePt t="342319" x="4064000" y="4819650"/>
          <p14:tracePt t="342336" x="4057650" y="4819650"/>
          <p14:tracePt t="342353" x="4057650" y="4826000"/>
          <p14:tracePt t="342386" x="4038600" y="4832350"/>
          <p14:tracePt t="342403" x="4032250" y="4838700"/>
          <p14:tracePt t="348471" x="4013200" y="4838700"/>
          <p14:tracePt t="348478" x="3975100" y="4851400"/>
          <p14:tracePt t="348485" x="3917950" y="4864100"/>
          <p14:tracePt t="348498" x="3867150" y="4883150"/>
          <p14:tracePt t="348515" x="3683000" y="4889500"/>
          <p14:tracePt t="348531" x="3581400" y="4902200"/>
          <p14:tracePt t="348548" x="3473450" y="4914900"/>
          <p14:tracePt t="348564" x="3251200" y="4965700"/>
          <p14:tracePt t="348581" x="3117850" y="4984750"/>
          <p14:tracePt t="348599" x="2933700" y="5016500"/>
          <p14:tracePt t="348614" x="2838450" y="5029200"/>
          <p14:tracePt t="348631" x="2717800" y="5048250"/>
          <p14:tracePt t="348648" x="2540000" y="5060950"/>
          <p14:tracePt t="348664" x="2432050" y="5067300"/>
          <p14:tracePt t="348681" x="2362200" y="5073650"/>
          <p14:tracePt t="348698" x="2292350" y="5067300"/>
          <p14:tracePt t="348714" x="2260600" y="5060950"/>
          <p14:tracePt t="348731" x="2241550" y="5060950"/>
          <p14:tracePt t="348734" x="2235200" y="5054600"/>
          <p14:tracePt t="348747" x="2222500" y="5054600"/>
          <p14:tracePt t="348764" x="2216150" y="5054600"/>
          <p14:tracePt t="348781" x="2184400" y="5048250"/>
          <p14:tracePt t="348797" x="2165350" y="5048250"/>
          <p14:tracePt t="348814" x="2139950" y="5041900"/>
          <p14:tracePt t="348830" x="2070100" y="5016500"/>
          <p14:tracePt t="348847" x="2012950" y="5010150"/>
          <p14:tracePt t="348864" x="1955800" y="5003800"/>
          <p14:tracePt t="348880" x="1892300" y="4991100"/>
          <p14:tracePt t="348897" x="1860550" y="4991100"/>
          <p14:tracePt t="348914" x="1828800" y="4991100"/>
          <p14:tracePt t="348930" x="1822450" y="4991100"/>
          <p14:tracePt t="348947" x="1816100" y="4991100"/>
          <p14:tracePt t="349012" x="1822450" y="4997450"/>
          <p14:tracePt t="349040" x="1828800" y="4997450"/>
          <p14:tracePt t="349054" x="1835150" y="4997450"/>
          <p14:tracePt t="349061" x="1847850" y="5003800"/>
          <p14:tracePt t="349068" x="1860550" y="5003800"/>
          <p14:tracePt t="349079" x="1873250" y="5010150"/>
          <p14:tracePt t="349097" x="1943100" y="5035550"/>
          <p14:tracePt t="349113" x="2000250" y="5041900"/>
          <p14:tracePt t="349129" x="2095500" y="5060950"/>
          <p14:tracePt t="349146" x="2203450" y="5073650"/>
          <p14:tracePt t="349162" x="2273300" y="5080000"/>
          <p14:tracePt t="349179" x="2324100" y="5099050"/>
          <p14:tracePt t="349196" x="2374900" y="5099050"/>
          <p14:tracePt t="349212" x="2400300" y="5105400"/>
          <p14:tracePt t="349229" x="2413000" y="5105400"/>
          <p14:tracePt t="349245" x="2419350" y="5105400"/>
          <p14:tracePt t="349271" x="2413000" y="5105400"/>
          <p14:tracePt t="349281" x="2406650" y="5105400"/>
          <p14:tracePt t="349295" x="2400300" y="5105400"/>
          <p14:tracePt t="349312" x="2393950" y="5105400"/>
          <p14:tracePt t="349329" x="2368550" y="5099050"/>
          <p14:tracePt t="349345" x="2343150" y="5092700"/>
          <p14:tracePt t="349362" x="2292350" y="5073650"/>
          <p14:tracePt t="349379" x="2190750" y="5060950"/>
          <p14:tracePt t="349395" x="2108200" y="5041900"/>
          <p14:tracePt t="349412" x="1968500" y="5010150"/>
          <p14:tracePt t="349429" x="1885950" y="4984750"/>
          <p14:tracePt t="349446" x="1822450" y="4959350"/>
          <p14:tracePt t="349462" x="1695450" y="4933950"/>
          <p14:tracePt t="349478" x="1606550" y="4921250"/>
          <p14:tracePt t="349496" x="1511300" y="4902200"/>
          <p14:tracePt t="349512" x="1397000" y="4895850"/>
          <p14:tracePt t="349528" x="1339850" y="4889500"/>
          <p14:tracePt t="349545" x="1308100" y="4883150"/>
          <p14:tracePt t="349561" x="1263650" y="4883150"/>
          <p14:tracePt t="349578" x="1238250" y="4876800"/>
          <p14:tracePt t="349595" x="1200150" y="4870450"/>
          <p14:tracePt t="349611" x="1174750" y="4870450"/>
          <p14:tracePt t="349628" x="1149350" y="4870450"/>
          <p14:tracePt t="349645" x="1130300" y="4870450"/>
          <p14:tracePt t="349661" x="1111250" y="4870450"/>
          <p14:tracePt t="349677" x="1098550" y="4870450"/>
          <p14:tracePt t="349694" x="1073150" y="4870450"/>
          <p14:tracePt t="349711" x="1060450" y="4870450"/>
          <p14:tracePt t="349728" x="1054100" y="4870450"/>
          <p14:tracePt t="349744" x="1047750" y="4864100"/>
          <p14:tracePt t="349783" x="1047750" y="4857750"/>
          <p14:tracePt t="349861" x="1054100" y="4857750"/>
          <p14:tracePt t="349875" x="1060450" y="4857750"/>
          <p14:tracePt t="349882" x="1066800" y="4857750"/>
          <p14:tracePt t="349894" x="1073150" y="4857750"/>
          <p14:tracePt t="349910" x="1092200" y="4857750"/>
          <p14:tracePt t="349926" x="1123950" y="4864100"/>
          <p14:tracePt t="349944" x="1162050" y="4864100"/>
          <p14:tracePt t="349960" x="1238250" y="4876800"/>
          <p14:tracePt t="349976" x="1282700" y="4883150"/>
          <p14:tracePt t="349993" x="1371600" y="4908550"/>
          <p14:tracePt t="350010" x="1517650" y="4946650"/>
          <p14:tracePt t="350027" x="1612900" y="4972050"/>
          <p14:tracePt t="350045" x="1739900" y="5003800"/>
          <p14:tracePt t="350059" x="1790700" y="5010150"/>
          <p14:tracePt t="350076" x="1816100" y="5010150"/>
          <p14:tracePt t="350093" x="1822450" y="5010150"/>
          <p14:tracePt t="350163" x="1816100" y="5010150"/>
          <p14:tracePt t="350177" x="1809750" y="5010150"/>
          <p14:tracePt t="350184" x="1803400" y="5010150"/>
          <p14:tracePt t="350193" x="1797050" y="5010150"/>
          <p14:tracePt t="350226" x="1790700" y="5010150"/>
          <p14:tracePt t="350233" x="1784350" y="5010150"/>
          <p14:tracePt t="350254" x="1778000" y="5010150"/>
          <p14:tracePt t="350276" x="1771650" y="5010150"/>
          <p14:tracePt t="350289" x="1765300" y="5003800"/>
          <p14:tracePt t="350816" x="1784350" y="5003800"/>
          <p14:tracePt t="350824" x="1828800" y="5010150"/>
          <p14:tracePt t="350830" x="1854200" y="5010150"/>
          <p14:tracePt t="350840" x="1898650" y="5029200"/>
          <p14:tracePt t="350857" x="1949450" y="5041900"/>
          <p14:tracePt t="350873" x="2000250" y="5067300"/>
          <p14:tracePt t="350890" x="2032000" y="5073650"/>
          <p14:tracePt t="350906" x="2057400" y="5073650"/>
          <p14:tracePt t="350923" x="2108200" y="5086350"/>
          <p14:tracePt t="350940" x="2139950" y="5092700"/>
          <p14:tracePt t="350957" x="2165350" y="5092700"/>
          <p14:tracePt t="350973" x="2190750" y="5092700"/>
          <p14:tracePt t="350989" x="2203450" y="5092700"/>
          <p14:tracePt t="351006" x="2222500" y="5092700"/>
          <p14:tracePt t="351023" x="2235200" y="5092700"/>
          <p14:tracePt t="351039" x="2254250" y="5092700"/>
          <p14:tracePt t="351056" x="2273300" y="5092700"/>
          <p14:tracePt t="351073" x="2298700" y="5086350"/>
          <p14:tracePt t="351089" x="2336800" y="5060950"/>
          <p14:tracePt t="351106" x="2400300" y="5041900"/>
          <p14:tracePt t="351122" x="2451100" y="5022850"/>
          <p14:tracePt t="351139" x="2540000" y="5003800"/>
          <p14:tracePt t="351156" x="2635250" y="4972050"/>
          <p14:tracePt t="351172" x="2730500" y="4946650"/>
          <p14:tracePt t="351189" x="2870200" y="4889500"/>
          <p14:tracePt t="351205" x="2959100" y="4845050"/>
          <p14:tracePt t="351224" x="3067050" y="4800600"/>
          <p14:tracePt t="351239" x="3130550" y="4781550"/>
          <p14:tracePt t="351255" x="3162300" y="4756150"/>
          <p14:tracePt t="351258" x="3168650" y="4756150"/>
          <p14:tracePt t="351273" x="3187700" y="4743450"/>
          <p14:tracePt t="351288" x="3200400" y="4737100"/>
          <p14:tracePt t="351324" x="3200400" y="4743450"/>
          <p14:tracePt t="351338" x="3200400" y="4749800"/>
          <p14:tracePt t="351355" x="3187700" y="4756150"/>
          <p14:tracePt t="351372" x="3175000" y="4775200"/>
          <p14:tracePt t="351388" x="3175000" y="4794250"/>
          <p14:tracePt t="351405" x="3175000" y="4832350"/>
          <p14:tracePt t="351422" x="3175000" y="4889500"/>
          <p14:tracePt t="351438" x="3175000" y="4933950"/>
          <p14:tracePt t="351455" x="3175000" y="4984750"/>
          <p14:tracePt t="351471" x="3175000" y="5003800"/>
          <p14:tracePt t="351488" x="3181350" y="5022850"/>
          <p14:tracePt t="351505" x="3213100" y="5041900"/>
          <p14:tracePt t="351522" x="3232150" y="5041900"/>
          <p14:tracePt t="351538" x="3333750" y="5035550"/>
          <p14:tracePt t="351555" x="3467100" y="5016500"/>
          <p14:tracePt t="351571" x="3543300" y="5010150"/>
          <p14:tracePt t="351587" x="3746500" y="4978400"/>
          <p14:tracePt t="351604" x="4006850" y="4921250"/>
          <p14:tracePt t="351621" x="4121150" y="4902200"/>
          <p14:tracePt t="351638" x="4286250" y="4870450"/>
          <p14:tracePt t="351654" x="4356100" y="4845050"/>
          <p14:tracePt t="351670" x="4368800" y="4838700"/>
          <p14:tracePt t="351688" x="4368800" y="4832350"/>
          <p14:tracePt t="351704" x="4349750" y="4832350"/>
          <p14:tracePt t="351720" x="4330700" y="4832350"/>
          <p14:tracePt t="351738" x="4222750" y="4819650"/>
          <p14:tracePt t="351754" x="3994150" y="4813300"/>
          <p14:tracePt t="351771" x="3721100" y="4813300"/>
          <p14:tracePt t="351787" x="3581400" y="4826000"/>
          <p14:tracePt t="351804" x="3467100" y="4826000"/>
          <p14:tracePt t="351821" x="3270250" y="4876800"/>
          <p14:tracePt t="351837" x="3175000" y="4902200"/>
          <p14:tracePt t="351853" x="3155950" y="4902200"/>
          <p14:tracePt t="351870" x="3143250" y="4902200"/>
          <p14:tracePt t="351886" x="3162300" y="4902200"/>
          <p14:tracePt t="351904" x="3251200" y="4902200"/>
          <p14:tracePt t="351920" x="3340100" y="4914900"/>
          <p14:tracePt t="351936" x="3568700" y="4927600"/>
          <p14:tracePt t="351953" x="3708400" y="4921250"/>
          <p14:tracePt t="351970" x="4064000" y="4921250"/>
          <p14:tracePt t="351986" x="4375150" y="4908550"/>
          <p14:tracePt t="352004" x="4552950" y="4895850"/>
          <p14:tracePt t="352019" x="4610100" y="4895850"/>
          <p14:tracePt t="352036" x="4635500" y="4895850"/>
          <p14:tracePt t="352053" x="4629150" y="4895850"/>
          <p14:tracePt t="352069" x="4610100" y="4895850"/>
          <p14:tracePt t="352086" x="4597400" y="4895850"/>
          <p14:tracePt t="352103" x="4495800" y="4902200"/>
          <p14:tracePt t="352119" x="4318000" y="4902200"/>
          <p14:tracePt t="352137" x="4051300" y="4902200"/>
          <p14:tracePt t="352152" x="3937000" y="4908550"/>
          <p14:tracePt t="352169" x="3784600" y="4921250"/>
          <p14:tracePt t="352186" x="3714750" y="4927600"/>
          <p14:tracePt t="352202" x="3702050" y="4933950"/>
          <p14:tracePt t="352235" x="3702050" y="4940300"/>
          <p14:tracePt t="352252" x="3708400" y="4940300"/>
          <p14:tracePt t="352268" x="3752850" y="4940300"/>
          <p14:tracePt t="352286" x="3867150" y="4921250"/>
          <p14:tracePt t="352302" x="3968750" y="4921250"/>
          <p14:tracePt t="352319" x="4216400" y="4876800"/>
          <p14:tracePt t="352335" x="4432300" y="4838700"/>
          <p14:tracePt t="352351" x="4502150" y="4819650"/>
          <p14:tracePt t="352368" x="4572000" y="4787900"/>
          <p14:tracePt t="352385" x="4578350" y="4781550"/>
          <p14:tracePt t="352401" x="4572000" y="4775200"/>
          <p14:tracePt t="352419" x="4565650" y="4775200"/>
          <p14:tracePt t="353921" x="4527550" y="4775200"/>
          <p14:tracePt t="353928" x="4457700" y="4794250"/>
          <p14:tracePt t="353941" x="4406900" y="4806950"/>
          <p14:tracePt t="353949" x="4349750" y="4819650"/>
          <p14:tracePt t="353965" x="4273550" y="4845050"/>
          <p14:tracePt t="353979" x="4178300" y="4851400"/>
          <p14:tracePt t="353996" x="4025900" y="4883150"/>
          <p14:tracePt t="354013" x="3892550" y="4902200"/>
          <p14:tracePt t="354029" x="3841750" y="4902200"/>
          <p14:tracePt t="354045" x="3784600" y="4902200"/>
          <p14:tracePt t="354062" x="3765550" y="4902200"/>
          <p14:tracePt t="354079" x="3759200" y="4902200"/>
          <p14:tracePt t="354096" x="3752850" y="4902200"/>
          <p14:tracePt t="354314" x="3797300" y="4902200"/>
          <p14:tracePt t="354321" x="3886200" y="4914900"/>
          <p14:tracePt t="354335" x="3994150" y="4933950"/>
          <p14:tracePt t="354344" x="4108450" y="4953000"/>
          <p14:tracePt t="354361" x="4235450" y="4972050"/>
          <p14:tracePt t="354377" x="4489450" y="5016500"/>
          <p14:tracePt t="354394" x="4673600" y="5035550"/>
          <p14:tracePt t="354412" x="4737100" y="5048250"/>
          <p14:tracePt t="354427" x="4787900" y="5054600"/>
          <p14:tracePt t="354444" x="4794250" y="5054600"/>
          <p14:tracePt t="354461" x="4794250" y="5048250"/>
          <p14:tracePt t="354477" x="4787900" y="5048250"/>
          <p14:tracePt t="354494" x="4737100" y="5029200"/>
          <p14:tracePt t="354511" x="4616450" y="5003800"/>
          <p14:tracePt t="354527" x="4552950" y="4991100"/>
          <p14:tracePt t="354544" x="4489450" y="4984750"/>
          <p14:tracePt t="354560" x="4305300" y="4972050"/>
          <p14:tracePt t="354577" x="4279900" y="4972050"/>
          <p14:tracePt t="354594" x="4248150" y="4972050"/>
          <p14:tracePt t="354610" x="4222750" y="4978400"/>
          <p14:tracePt t="354646" x="4229100" y="4984750"/>
          <p14:tracePt t="354659" x="4248150" y="4997450"/>
          <p14:tracePt t="354677" x="4337050" y="5016500"/>
          <p14:tracePt t="354694" x="4495800" y="5060950"/>
          <p14:tracePt t="354709" x="4572000" y="5067300"/>
          <p14:tracePt t="354726" x="4737100" y="5099050"/>
          <p14:tracePt t="354743" x="4832350" y="5105400"/>
          <p14:tracePt t="354760" x="4851400" y="5105400"/>
          <p14:tracePt t="354764" x="4857750" y="5105400"/>
          <p14:tracePt t="354778" x="4864100" y="5105400"/>
          <p14:tracePt t="354805" x="4851400" y="5105400"/>
          <p14:tracePt t="354813" x="4832350" y="5105400"/>
          <p14:tracePt t="354829" x="4781550" y="5105400"/>
          <p14:tracePt t="354843" x="4641850" y="5105400"/>
          <p14:tracePt t="354859" x="4565650" y="5105400"/>
          <p14:tracePt t="354876" x="4438650" y="5105400"/>
          <p14:tracePt t="354892" x="4387850" y="5105400"/>
          <p14:tracePt t="354909" x="4337050" y="5105400"/>
          <p14:tracePt t="354926" x="4318000" y="5105400"/>
          <p14:tracePt t="354974" x="4337050" y="5105400"/>
          <p14:tracePt t="354981" x="4368800" y="5105400"/>
          <p14:tracePt t="354996" x="4425950" y="5105400"/>
          <p14:tracePt t="355009" x="4514850" y="5105400"/>
          <p14:tracePt t="355025" x="4730750" y="5111750"/>
          <p14:tracePt t="355044" x="4946650" y="5092700"/>
          <p14:tracePt t="355058" x="5041900" y="5073650"/>
          <p14:tracePt t="355075" x="5175250" y="5035550"/>
          <p14:tracePt t="355092" x="5194300" y="5016500"/>
          <p14:tracePt t="355108" x="5232400" y="4984750"/>
          <p14:tracePt t="355125" x="5232400" y="4965700"/>
          <p14:tracePt t="355142" x="5226050" y="4940300"/>
          <p14:tracePt t="355158" x="5207000" y="4927600"/>
          <p14:tracePt t="355175" x="5200650" y="4914900"/>
          <p14:tracePt t="355192" x="5149850" y="4876800"/>
          <p14:tracePt t="355208" x="5137150" y="4876800"/>
          <p14:tracePt t="355225" x="5124450" y="4864100"/>
          <p14:tracePt t="355895" x="5029200" y="4870450"/>
          <p14:tracePt t="355909" x="4902200" y="4876800"/>
          <p14:tracePt t="355924" x="4775200" y="4902200"/>
          <p14:tracePt t="355930" x="4648200" y="4908550"/>
          <p14:tracePt t="355944" x="4521200" y="4921250"/>
          <p14:tracePt t="355956" x="4419600" y="4933950"/>
          <p14:tracePt t="355972" x="4216400" y="4940300"/>
          <p14:tracePt t="355989" x="4025900" y="4940300"/>
          <p14:tracePt t="356006" x="3937000" y="4940300"/>
          <p14:tracePt t="356022" x="3810000" y="4953000"/>
          <p14:tracePt t="356039" x="3676650" y="4972050"/>
          <p14:tracePt t="356056" x="3524250" y="4972050"/>
          <p14:tracePt t="356073" x="3435350" y="4972050"/>
          <p14:tracePt t="356088" x="3270250" y="4997450"/>
          <p14:tracePt t="356106" x="3149600" y="4997450"/>
          <p14:tracePt t="356122" x="3098800" y="4997450"/>
          <p14:tracePt t="356138" x="3060700" y="5010150"/>
          <p14:tracePt t="356155" x="2978150" y="5010150"/>
          <p14:tracePt t="356172" x="2959100" y="5010150"/>
          <p14:tracePt t="356188" x="2952750" y="5010150"/>
          <p14:tracePt t="356205" x="2940050" y="4997450"/>
          <p14:tracePt t="356222" x="2933700" y="4991100"/>
          <p14:tracePt t="356239" x="2908300" y="4978400"/>
          <p14:tracePt t="356254" x="2876550" y="4965700"/>
          <p14:tracePt t="356271" x="2819400" y="4927600"/>
          <p14:tracePt t="356288" x="2781300" y="4908550"/>
          <p14:tracePt t="356304" x="2755900" y="4895850"/>
          <p14:tracePt t="356321" x="2730500" y="4883150"/>
          <p14:tracePt t="356338" x="2711450" y="4870450"/>
          <p14:tracePt t="356354" x="2698750" y="4857750"/>
          <p14:tracePt t="356372" x="2692400" y="4851400"/>
          <p14:tracePt t="356387" x="2679700" y="4845050"/>
          <p14:tracePt t="356456" x="2686050" y="4845050"/>
          <p14:tracePt t="356472" x="2692400" y="4845050"/>
          <p14:tracePt t="356491" x="2711450" y="4845050"/>
          <p14:tracePt t="356499" x="2724150" y="4845050"/>
          <p14:tracePt t="356507" x="2755900" y="4845050"/>
          <p14:tracePt t="356521" x="2794000" y="4845050"/>
          <p14:tracePt t="356537" x="2844800" y="4845050"/>
          <p14:tracePt t="356553" x="2971800" y="4845050"/>
          <p14:tracePt t="356570" x="3098800" y="4845050"/>
          <p14:tracePt t="356587" x="3168650" y="4838700"/>
          <p14:tracePt t="356604" x="3263900" y="4819650"/>
          <p14:tracePt t="356620" x="3314700" y="4813300"/>
          <p14:tracePt t="356637" x="3321050" y="4813300"/>
          <p14:tracePt t="356653" x="3333750" y="4813300"/>
          <p14:tracePt t="356686" x="3327400" y="4806950"/>
          <p14:tracePt t="356703" x="3314700" y="4806950"/>
          <p14:tracePt t="356719" x="3295650" y="4806950"/>
          <p14:tracePt t="356737" x="3257550" y="4800600"/>
          <p14:tracePt t="356753" x="3225800" y="4787900"/>
          <p14:tracePt t="356769" x="3181350" y="4781550"/>
          <p14:tracePt t="356786" x="3022600" y="4756150"/>
          <p14:tracePt t="356803" x="2997200" y="4756150"/>
          <p14:tracePt t="356819" x="2965450" y="4749800"/>
          <p14:tracePt t="356835" x="2940050" y="4743450"/>
          <p14:tracePt t="356853" x="2933700" y="4737100"/>
          <p14:tracePt t="356869" x="2933700" y="4730750"/>
          <p14:tracePt t="356886" x="2952750" y="4724400"/>
          <p14:tracePt t="356902" x="2978150" y="4718050"/>
          <p14:tracePt t="356920" x="3016250" y="4711700"/>
          <p14:tracePt t="356935" x="3048000" y="4705350"/>
          <p14:tracePt t="356952" x="3111500" y="4699000"/>
          <p14:tracePt t="356969" x="3194050" y="4686300"/>
          <p14:tracePt t="356985" x="3225800" y="4679950"/>
          <p14:tracePt t="357002" x="3257550" y="4679950"/>
          <p14:tracePt t="357019" x="3270250" y="4673600"/>
          <p14:tracePt t="357052" x="3270250" y="4667250"/>
          <p14:tracePt t="357068" x="3232150" y="4660900"/>
          <p14:tracePt t="357085" x="3200400" y="4654550"/>
          <p14:tracePt t="357102" x="3073400" y="4648200"/>
          <p14:tracePt t="357118" x="2984500" y="4648200"/>
          <p14:tracePt t="357135" x="2819400" y="4648200"/>
          <p14:tracePt t="357152" x="2698750" y="4641850"/>
          <p14:tracePt t="357168" x="2673350" y="4641850"/>
          <p14:tracePt t="357185" x="2654300" y="4641850"/>
          <p14:tracePt t="357221" x="2667000" y="4641850"/>
          <p14:tracePt t="357234" x="2679700" y="4641850"/>
          <p14:tracePt t="357250" x="2724150" y="4635500"/>
          <p14:tracePt t="357268" x="2768600" y="4622800"/>
          <p14:tracePt t="357285" x="2882900" y="4616450"/>
          <p14:tracePt t="357301" x="3028950" y="4597400"/>
          <p14:tracePt t="357317" x="3105150" y="4578350"/>
          <p14:tracePt t="357334" x="3238500" y="4559300"/>
          <p14:tracePt t="357351" x="3340100" y="4546600"/>
          <p14:tracePt t="357367" x="3371850" y="4540250"/>
          <p14:tracePt t="357384" x="3441700" y="4540250"/>
          <p14:tracePt t="357401" x="3448050" y="4540250"/>
          <p14:tracePt t="357418" x="3486150" y="4540250"/>
          <p14:tracePt t="357502" x="3479800" y="4540250"/>
          <p14:tracePt t="357509" x="3473450" y="4540250"/>
          <p14:tracePt t="357524" x="3467100" y="4540250"/>
          <p14:tracePt t="357533" x="3460750" y="4546600"/>
          <p14:tracePt t="357559" x="3454400" y="4552950"/>
          <p14:tracePt t="357954" x="3479800" y="4572000"/>
          <p14:tracePt t="357961" x="3524250" y="4622800"/>
          <p14:tracePt t="357975" x="3568700" y="4648200"/>
          <p14:tracePt t="357985" x="3613150" y="4673600"/>
          <p14:tracePt t="357998" x="3657600" y="4699000"/>
          <p14:tracePt t="358015" x="3708400" y="4730750"/>
          <p14:tracePt t="358032" x="3759200" y="4749800"/>
          <p14:tracePt t="358048" x="3784600" y="4756150"/>
          <p14:tracePt t="358066" x="3810000" y="4768850"/>
          <p14:tracePt t="358081" x="3835400" y="4775200"/>
          <p14:tracePt t="358098" x="3841750" y="4775200"/>
          <p14:tracePt t="358115" x="3854450" y="4775200"/>
          <p14:tracePt t="358131" x="3867150" y="4781550"/>
          <p14:tracePt t="358148" x="3905250" y="4794250"/>
          <p14:tracePt t="359186" x="3867150" y="4806950"/>
          <p14:tracePt t="359193" x="3829050" y="4813300"/>
          <p14:tracePt t="359207" x="3771900" y="4832350"/>
          <p14:tracePt t="359214" x="3721100" y="4845050"/>
          <p14:tracePt t="359231" x="3663950" y="4864100"/>
          <p14:tracePt t="359244" x="3613150" y="4870450"/>
          <p14:tracePt t="359261" x="3467100" y="4895850"/>
          <p14:tracePt t="359278" x="3321050" y="4927600"/>
          <p14:tracePt t="359294" x="3270250" y="4933950"/>
          <p14:tracePt t="359311" x="3175000" y="4953000"/>
          <p14:tracePt t="359328" x="3117850" y="4965700"/>
          <p14:tracePt t="359344" x="3048000" y="4997450"/>
          <p14:tracePt t="359361" x="2959100" y="5029200"/>
          <p14:tracePt t="359377" x="2876550" y="5054600"/>
          <p14:tracePt t="359394" x="2832100" y="5060950"/>
          <p14:tracePt t="359411" x="2724150" y="5080000"/>
          <p14:tracePt t="359427" x="2641600" y="5099050"/>
          <p14:tracePt t="359443" x="2603500" y="5105400"/>
          <p14:tracePt t="359460" x="2552700" y="5118100"/>
          <p14:tracePt t="359477" x="2520950" y="5124450"/>
          <p14:tracePt t="359493" x="2514600" y="5130800"/>
          <p14:tracePt t="359511" x="2508250" y="5137150"/>
          <p14:tracePt t="359558" x="2514600" y="5130800"/>
          <p14:tracePt t="359565" x="2520950" y="5118100"/>
          <p14:tracePt t="359580" x="2533650" y="5111750"/>
          <p14:tracePt t="359601" x="2540000" y="5099050"/>
          <p14:tracePt t="359609" x="2559050" y="5086350"/>
          <p14:tracePt t="359627" x="2571750" y="5067300"/>
          <p14:tracePt t="359643" x="2603500" y="5035550"/>
          <p14:tracePt t="359659" x="2692400" y="4991100"/>
          <p14:tracePt t="359676" x="2749550" y="4959350"/>
          <p14:tracePt t="359692" x="2882900" y="4902200"/>
          <p14:tracePt t="359709" x="3022600" y="4857750"/>
          <p14:tracePt t="359726" x="3067050" y="4826000"/>
          <p14:tracePt t="359742" x="3117850" y="4813300"/>
          <p14:tracePt t="359759" x="3155950" y="4806950"/>
          <p14:tracePt t="359776" x="3181350" y="4800600"/>
          <p14:tracePt t="359793" x="3194050" y="4800600"/>
          <p14:tracePt t="359809" x="3200400" y="4800600"/>
          <p14:tracePt t="359826" x="3206750" y="4800600"/>
          <p14:tracePt t="359846" x="3200400" y="4794250"/>
          <p14:tracePt t="359862" x="3194050" y="4794250"/>
          <p14:tracePt t="359875" x="3187700" y="4794250"/>
          <p14:tracePt t="359892" x="3168650" y="4800600"/>
          <p14:tracePt t="359910" x="3136900" y="4806950"/>
          <p14:tracePt t="359925" x="3124200" y="4806950"/>
          <p14:tracePt t="359942" x="3067050" y="4819650"/>
          <p14:tracePt t="359959" x="2997200" y="4819650"/>
          <p14:tracePt t="359975" x="2959100" y="4832350"/>
          <p14:tracePt t="359992" x="2914650" y="4832350"/>
          <p14:tracePt t="360008" x="2889250" y="4832350"/>
          <p14:tracePt t="360025" x="2882900" y="4832350"/>
          <p14:tracePt t="360042" x="2889250" y="4826000"/>
          <p14:tracePt t="360058" x="2933700" y="4813300"/>
          <p14:tracePt t="360074" x="2959100" y="4813300"/>
          <p14:tracePt t="360092" x="3073400" y="4813300"/>
          <p14:tracePt t="360108" x="3232150" y="4794250"/>
          <p14:tracePt t="360124" x="3308350" y="4787900"/>
          <p14:tracePt t="360141" x="3416300" y="4768850"/>
          <p14:tracePt t="360158" x="3454400" y="4762500"/>
          <p14:tracePt t="360174" x="3479800" y="4756150"/>
          <p14:tracePt t="360191" x="3479800" y="4749800"/>
          <p14:tracePt t="360211" x="3467100" y="4749800"/>
          <p14:tracePt t="360224" x="3454400" y="4749800"/>
          <p14:tracePt t="360241" x="3409950" y="4762500"/>
          <p14:tracePt t="360257" x="3365500" y="4762500"/>
          <p14:tracePt t="360274" x="3263900" y="4775200"/>
          <p14:tracePt t="360291" x="3098800" y="4775200"/>
          <p14:tracePt t="360307" x="3009900" y="4775200"/>
          <p14:tracePt t="360324" x="2870200" y="4775200"/>
          <p14:tracePt t="360340" x="2800350" y="4775200"/>
          <p14:tracePt t="360357" x="2787650" y="4775200"/>
          <p14:tracePt t="360374" x="2774950" y="4775200"/>
          <p14:tracePt t="360407" x="2794000" y="4768850"/>
          <p14:tracePt t="360423" x="2813050" y="4768850"/>
          <p14:tracePt t="360440" x="2832100" y="4768850"/>
          <p14:tracePt t="360457" x="3016250" y="4768850"/>
          <p14:tracePt t="360473" x="3105150" y="4781550"/>
          <p14:tracePt t="360490" x="3181350" y="4781550"/>
          <p14:tracePt t="360506" x="3295650" y="4787900"/>
          <p14:tracePt t="360523" x="3359150" y="4787900"/>
          <p14:tracePt t="360556" x="3365500" y="4787900"/>
          <p14:tracePt t="360573" x="3359150" y="4787900"/>
          <p14:tracePt t="360590" x="3346450" y="4794250"/>
          <p14:tracePt t="360606" x="3327400" y="4794250"/>
          <p14:tracePt t="360623" x="3295650" y="4794250"/>
          <p14:tracePt t="360640" x="3251200" y="4794250"/>
          <p14:tracePt t="360656" x="3200400" y="4794250"/>
          <p14:tracePt t="360673" x="3098800" y="4794250"/>
          <p14:tracePt t="360689" x="2978150" y="4794250"/>
          <p14:tracePt t="360706" x="2952750" y="4794250"/>
          <p14:tracePt t="360724" x="2914650" y="4794250"/>
          <p14:tracePt t="360739" x="2901950" y="4794250"/>
          <p14:tracePt t="360775" x="2914650" y="4794250"/>
          <p14:tracePt t="360789" x="2927350" y="4794250"/>
          <p14:tracePt t="360805" x="2978150" y="4787900"/>
          <p14:tracePt t="360822" x="3067050" y="4787900"/>
          <p14:tracePt t="360839" x="3105150" y="4787900"/>
          <p14:tracePt t="360855" x="3200400" y="4800600"/>
          <p14:tracePt t="360872" x="3232150" y="4800600"/>
          <p14:tracePt t="360888" x="3244850" y="4800600"/>
          <p14:tracePt t="360906" x="3251200" y="4800600"/>
          <p14:tracePt t="360934" x="3251200" y="4806950"/>
          <p14:tracePt t="360941" x="3244850" y="4813300"/>
          <p14:tracePt t="360955" x="3238500" y="4813300"/>
          <p14:tracePt t="360971" x="3232150" y="4813300"/>
          <p14:tracePt t="360991" x="3225800" y="4813300"/>
          <p14:tracePt t="361018" x="3219450" y="4819650"/>
          <p14:tracePt t="361040" x="3213100" y="4819650"/>
          <p14:tracePt t="361082" x="3206750" y="4819650"/>
          <p14:tracePt t="361089" x="3200400" y="4826000"/>
          <p14:tracePt t="361110" x="3194050" y="4832350"/>
          <p14:tracePt t="361124" x="3181350" y="4832350"/>
          <p14:tracePt t="361131" x="3162300" y="4838700"/>
          <p14:tracePt t="361145" x="3117850" y="4857750"/>
          <p14:tracePt t="361154" x="3060700" y="4883150"/>
          <p14:tracePt t="361171" x="3009900" y="4902200"/>
          <p14:tracePt t="361187" x="2813050" y="4984750"/>
          <p14:tracePt t="361204" x="2571750" y="5092700"/>
          <p14:tracePt t="361221" x="2324100" y="5181600"/>
          <p14:tracePt t="361237" x="2222500" y="5219700"/>
          <p14:tracePt t="361254" x="2038350" y="5270500"/>
          <p14:tracePt t="361271" x="1930400" y="5295900"/>
          <p14:tracePt t="361287" x="1898650" y="5308600"/>
          <p14:tracePt t="361304" x="1866900" y="5314950"/>
          <p14:tracePt t="361321" x="1854200" y="5321300"/>
          <p14:tracePt t="361354" x="1847850" y="5321300"/>
          <p14:tracePt t="361503" x="1841500" y="5327650"/>
          <p14:tracePt t="361524" x="1835150" y="5334000"/>
          <p14:tracePt t="361531" x="1828800" y="5334000"/>
          <p14:tracePt t="361545" x="1828800" y="5340350"/>
          <p14:tracePt t="361554" x="1822450" y="5340350"/>
          <p14:tracePt t="361580" x="1816100" y="5346700"/>
          <p14:tracePt t="361601" x="1809750" y="5346700"/>
          <p14:tracePt t="361636" x="1809750" y="5353050"/>
          <p14:tracePt t="361650" x="1809750" y="5359400"/>
          <p14:tracePt t="361671" x="1803400" y="5359400"/>
          <p14:tracePt t="361692" x="1803400" y="5365750"/>
          <p14:tracePt t="361721" x="1797050" y="5372100"/>
          <p14:tracePt t="361755" x="1797050" y="5378450"/>
          <p14:tracePt t="361791" x="1803400" y="5378450"/>
          <p14:tracePt t="361812" x="1803400" y="5384800"/>
          <p14:tracePt t="361847" x="1809750" y="5384800"/>
          <p14:tracePt t="361931" x="1809750" y="5391150"/>
          <p14:tracePt t="361973" x="1803400" y="5391150"/>
          <p14:tracePt t="361994" x="1797050" y="5391150"/>
          <p14:tracePt t="362003" x="1790700" y="5391150"/>
          <p14:tracePt t="362015" x="1784350" y="5391150"/>
          <p14:tracePt t="362022" x="1778000" y="5391150"/>
          <p14:tracePt t="362038" x="1771650" y="5391150"/>
          <p14:tracePt t="362057" x="1765300" y="5391150"/>
          <p14:tracePt t="362071" x="1758950" y="5391150"/>
          <p14:tracePt t="362093" x="1752600" y="5391150"/>
          <p14:tracePt t="362114" x="1746250" y="5391150"/>
          <p14:tracePt t="362177" x="1752600" y="5391150"/>
          <p14:tracePt t="362185" x="1758950" y="5391150"/>
          <p14:tracePt t="362190" x="1765300" y="5391150"/>
          <p14:tracePt t="362205" x="1771650" y="5391150"/>
          <p14:tracePt t="362218" x="1784350" y="5397500"/>
          <p14:tracePt t="362234" x="1809750" y="5397500"/>
          <p14:tracePt t="362250" x="1822450" y="5403850"/>
          <p14:tracePt t="362268" x="1841500" y="5403850"/>
          <p14:tracePt t="362284" x="1854200" y="5410200"/>
          <p14:tracePt t="362324" x="1847850" y="5410200"/>
          <p14:tracePt t="362338" x="1841500" y="5410200"/>
          <p14:tracePt t="362350" x="1828800" y="5416550"/>
          <p14:tracePt t="362367" x="1809750" y="5416550"/>
          <p14:tracePt t="362383" x="1797050" y="5416550"/>
          <p14:tracePt t="362386" x="1771650" y="5416550"/>
          <p14:tracePt t="362401" x="1752600" y="5416550"/>
          <p14:tracePt t="362417" x="1720850" y="5416550"/>
          <p14:tracePt t="362433" x="1708150" y="5416550"/>
          <p14:tracePt t="362450" x="1689100" y="5416550"/>
          <p14:tracePt t="362466" x="1682750" y="5416550"/>
          <p14:tracePt t="362500" x="1682750" y="5410200"/>
          <p14:tracePt t="362516" x="1695450" y="5410200"/>
          <p14:tracePt t="362533" x="1701800" y="5403850"/>
          <p14:tracePt t="362550" x="1733550" y="5403850"/>
          <p14:tracePt t="362566" x="1790700" y="5403850"/>
          <p14:tracePt t="362583" x="1873250" y="5403850"/>
          <p14:tracePt t="362599" x="1924050" y="5403850"/>
          <p14:tracePt t="362616" x="1949450" y="5397500"/>
          <p14:tracePt t="362633" x="2038350" y="5397500"/>
          <p14:tracePt t="362649" x="2051050" y="5397500"/>
          <p14:tracePt t="362666" x="2063750" y="5397500"/>
          <p14:tracePt t="362683" x="2070100" y="5397500"/>
          <p14:tracePt t="362704" x="2063750" y="5397500"/>
          <p14:tracePt t="362718" x="2057400" y="5397500"/>
          <p14:tracePt t="362739" x="2051050" y="5397500"/>
          <p14:tracePt t="362753" x="2044700" y="5397500"/>
          <p14:tracePt t="362809" x="2038350" y="5397500"/>
          <p14:tracePt t="362844" x="2032000" y="5397500"/>
          <p14:tracePt t="362886" x="2025650" y="5397500"/>
          <p14:tracePt t="362914" x="2019300" y="5403850"/>
          <p14:tracePt t="363400" x="2038350" y="5403850"/>
          <p14:tracePt t="363406" x="2089150" y="5403850"/>
          <p14:tracePt t="363420" x="2127250" y="5410200"/>
          <p14:tracePt t="363429" x="2184400" y="5422900"/>
          <p14:tracePt t="363446" x="2235200" y="5422900"/>
          <p14:tracePt t="363463" x="2330450" y="5429250"/>
          <p14:tracePt t="363479" x="2406650" y="5429250"/>
          <p14:tracePt t="363496" x="2457450" y="5429250"/>
          <p14:tracePt t="363513" x="2578100" y="5422900"/>
          <p14:tracePt t="363529" x="2673350" y="5410200"/>
          <p14:tracePt t="363547" x="2736850" y="5410200"/>
          <p14:tracePt t="363563" x="2755900" y="5410200"/>
          <p14:tracePt t="363579" x="2794000" y="5403850"/>
          <p14:tracePt t="363596" x="2819400" y="5397500"/>
          <p14:tracePt t="363629" x="2832100" y="5391150"/>
          <p14:tracePt t="363646" x="2863850" y="5372100"/>
          <p14:tracePt t="363662" x="2876550" y="5365750"/>
          <p14:tracePt t="363679" x="2895600" y="5359400"/>
          <p14:tracePt t="363695" x="2940050" y="5346700"/>
          <p14:tracePt t="363712" x="2990850" y="5314950"/>
          <p14:tracePt t="363730" x="3092450" y="5270500"/>
          <p14:tracePt t="363745" x="3162300" y="5245100"/>
          <p14:tracePt t="363762" x="3282950" y="5194300"/>
          <p14:tracePt t="363779" x="3371850" y="5143500"/>
          <p14:tracePt t="363795" x="3416300" y="5118100"/>
          <p14:tracePt t="363812" x="3492500" y="5073650"/>
          <p14:tracePt t="363828" x="3536950" y="5054600"/>
          <p14:tracePt t="363845" x="3549650" y="5041900"/>
          <p14:tracePt t="363863" x="3568700" y="5029200"/>
          <p14:tracePt t="363878" x="3575050" y="5016500"/>
          <p14:tracePt t="363898" x="3575050" y="5010150"/>
          <p14:tracePt t="363968" x="3575050" y="5016500"/>
          <p14:tracePt t="363975" x="3575050" y="5022850"/>
          <p14:tracePt t="365528" x="3556000" y="5022850"/>
          <p14:tracePt t="365535" x="3524250" y="5022850"/>
          <p14:tracePt t="365542" x="3486150" y="5022850"/>
          <p14:tracePt t="365559" x="3460750" y="5022850"/>
          <p14:tracePt t="365573" x="3409950" y="5016500"/>
          <p14:tracePt t="365589" x="3308350" y="5016500"/>
          <p14:tracePt t="365605" x="3168650" y="5022850"/>
          <p14:tracePt t="365622" x="3098800" y="5022850"/>
          <p14:tracePt t="365639" x="2933700" y="5022850"/>
          <p14:tracePt t="365655" x="2768600" y="5010150"/>
          <p14:tracePt t="365672" x="2692400" y="5010150"/>
          <p14:tracePt t="365689" x="2489200" y="5003800"/>
          <p14:tracePt t="365705" x="2286000" y="5022850"/>
          <p14:tracePt t="365722" x="2184400" y="5022850"/>
          <p14:tracePt t="365739" x="2051050" y="5035550"/>
          <p14:tracePt t="365755" x="1949450" y="5041900"/>
          <p14:tracePt t="365772" x="1879600" y="5060950"/>
          <p14:tracePt t="365789" x="1809750" y="5073650"/>
          <p14:tracePt t="365805" x="1790700" y="5080000"/>
          <p14:tracePt t="365823" x="1746250" y="5099050"/>
          <p14:tracePt t="366435" x="1790700" y="5111750"/>
          <p14:tracePt t="366448" x="1854200" y="5111750"/>
          <p14:tracePt t="366456" x="1930400" y="5111750"/>
          <p14:tracePt t="366472" x="1993900" y="5111750"/>
          <p14:tracePt t="366486" x="2070100" y="5105400"/>
          <p14:tracePt t="366503" x="2235200" y="5105400"/>
          <p14:tracePt t="366519" x="2393950" y="5086350"/>
          <p14:tracePt t="366536" x="2457450" y="5067300"/>
          <p14:tracePt t="366554" x="2578100" y="5016500"/>
          <p14:tracePt t="366569" x="2597150" y="5010150"/>
          <p14:tracePt t="366585" x="2609850" y="5003800"/>
          <p14:tracePt t="366603" x="2622550" y="4997450"/>
          <p14:tracePt t="366619" x="2628900" y="4991100"/>
          <p14:tracePt t="366708" x="2616200" y="4991100"/>
          <p14:tracePt t="366729" x="2609850" y="4991100"/>
          <p14:tracePt t="366736" x="2603500" y="4991100"/>
          <p14:tracePt t="366750" x="2597150" y="4991100"/>
          <p14:tracePt t="366758" x="2597150" y="4997450"/>
          <p14:tracePt t="366772" x="2584450" y="4997450"/>
          <p14:tracePt t="366785" x="2546350" y="5003800"/>
          <p14:tracePt t="366801" x="2527300" y="5003800"/>
          <p14:tracePt t="366818" x="2489200" y="5010150"/>
          <p14:tracePt t="366835" x="2368550" y="5029200"/>
          <p14:tracePt t="366851" x="2203450" y="5067300"/>
          <p14:tracePt t="366868" x="2108200" y="5099050"/>
          <p14:tracePt t="366884" x="1936750" y="5149850"/>
          <p14:tracePt t="366901" x="1765300" y="5200650"/>
          <p14:tracePt t="366917" x="1701800" y="5219700"/>
          <p14:tracePt t="366934" x="1593850" y="5245100"/>
          <p14:tracePt t="366951" x="1530350" y="5270500"/>
          <p14:tracePt t="366968" x="1504950" y="5276850"/>
          <p14:tracePt t="366984" x="1485900" y="5289550"/>
          <p14:tracePt t="367214" x="1492250" y="5283200"/>
          <p14:tracePt t="367235" x="1504950" y="5283200"/>
          <p14:tracePt t="367249" x="1485900" y="5289550"/>
          <p14:tracePt t="367513" x="1473200" y="5270500"/>
          <p14:tracePt t="367520" x="1441450" y="5238750"/>
          <p14:tracePt t="367535" x="1390650" y="5207000"/>
          <p14:tracePt t="367549" x="1327150" y="5156200"/>
          <p14:tracePt t="367566" x="1295400" y="5130800"/>
          <p14:tracePt t="367583" x="1238250" y="5073650"/>
          <p14:tracePt t="367599" x="1200150" y="5048250"/>
          <p14:tracePt t="367615" x="1149350" y="4991100"/>
          <p14:tracePt t="367632" x="1092200" y="4953000"/>
          <p14:tracePt t="367648" x="1047750" y="4914900"/>
          <p14:tracePt t="367665" x="971550" y="4864100"/>
          <p14:tracePt t="367682" x="895350" y="4813300"/>
          <p14:tracePt t="367698" x="857250" y="4787900"/>
          <p14:tracePt t="367715" x="819150" y="4768850"/>
          <p14:tracePt t="367731" x="774700" y="4743450"/>
          <p14:tracePt t="367748" x="762000" y="4737100"/>
          <p14:tracePt t="367765" x="730250" y="4730750"/>
          <p14:tracePt t="367781" x="711200" y="4718050"/>
          <p14:tracePt t="367798" x="704850" y="4718050"/>
          <p14:tracePt t="367815" x="685800" y="4711700"/>
          <p14:tracePt t="367831" x="679450" y="4711700"/>
          <p14:tracePt t="367885" x="673100" y="4711700"/>
          <p14:tracePt t="367913" x="666750" y="4711700"/>
          <p14:tracePt t="367920" x="660400" y="4711700"/>
          <p14:tracePt t="367941" x="654050" y="4705350"/>
          <p14:tracePt t="367955" x="647700" y="4705350"/>
          <p14:tracePt t="368011" x="641350" y="4705350"/>
          <p14:tracePt t="368032" x="635000" y="4705350"/>
          <p14:tracePt t="368096" x="641350" y="4705350"/>
          <p14:tracePt t="368110" x="647700" y="4705350"/>
          <p14:tracePt t="368124" x="673100" y="4705350"/>
          <p14:tracePt t="368133" x="692150" y="4705350"/>
          <p14:tracePt t="368147" x="736600" y="4705350"/>
          <p14:tracePt t="368164" x="787400" y="4705350"/>
          <p14:tracePt t="368180" x="1022350" y="4705350"/>
          <p14:tracePt t="368196" x="1098550" y="4705350"/>
          <p14:tracePt t="368213" x="1162050" y="4705350"/>
          <p14:tracePt t="368230" x="1276350" y="4718050"/>
          <p14:tracePt t="368246" x="1358900" y="4724400"/>
          <p14:tracePt t="368264" x="1409700" y="4724400"/>
          <p14:tracePt t="368280" x="1428750" y="4724400"/>
          <p14:tracePt t="368296" x="1460500" y="4730750"/>
          <p14:tracePt t="368313" x="1485900" y="4730750"/>
          <p14:tracePt t="368329" x="1492250" y="4730750"/>
          <p14:tracePt t="368346" x="1504950" y="4730750"/>
          <p14:tracePt t="368363" x="1504950" y="4737100"/>
          <p14:tracePt t="368396" x="1511300" y="4737100"/>
          <p14:tracePt t="368615" x="1530350" y="4737100"/>
          <p14:tracePt t="368622" x="1562100" y="4743450"/>
          <p14:tracePt t="368636" x="1593850" y="4756150"/>
          <p14:tracePt t="368644" x="1644650" y="4768850"/>
          <p14:tracePt t="368662" x="1701800" y="4775200"/>
          <p14:tracePt t="368679" x="1822450" y="4806950"/>
          <p14:tracePt t="368695" x="1974850" y="4845050"/>
          <p14:tracePt t="368712" x="2044700" y="4864100"/>
          <p14:tracePt t="368728" x="2178050" y="4902200"/>
          <p14:tracePt t="368745" x="2273300" y="4933950"/>
          <p14:tracePt t="368763" x="2336800" y="4959350"/>
          <p14:tracePt t="368778" x="2362200" y="4959350"/>
          <p14:tracePt t="368795" x="2393950" y="4965700"/>
          <p14:tracePt t="368812" x="2425700" y="4972050"/>
          <p14:tracePt t="374675" x="2413000" y="4972050"/>
          <p14:tracePt t="374682" x="2393950" y="4972050"/>
          <p14:tracePt t="374690" x="2362200" y="4972050"/>
          <p14:tracePt t="374707" x="2311400" y="4978400"/>
          <p14:tracePt t="374724" x="2228850" y="4978400"/>
          <p14:tracePt t="374740" x="2171700" y="4978400"/>
          <p14:tracePt t="374757" x="2114550" y="4978400"/>
          <p14:tracePt t="374774" x="2006600" y="4978400"/>
          <p14:tracePt t="374790" x="1930400" y="4965700"/>
          <p14:tracePt t="374808" x="1797050" y="4946650"/>
          <p14:tracePt t="374823" x="1695450" y="4921250"/>
          <p14:tracePt t="374840" x="1625600" y="4902200"/>
          <p14:tracePt t="374857" x="1549400" y="4883150"/>
          <p14:tracePt t="374873" x="1504950" y="4870450"/>
          <p14:tracePt t="374890" x="1485900" y="4864100"/>
          <p14:tracePt t="374907" x="1479550" y="4857750"/>
          <p14:tracePt t="375257" x="1473200" y="4857750"/>
          <p14:tracePt t="375342" x="1473200" y="4864100"/>
          <p14:tracePt t="375369" x="1473200" y="4870450"/>
          <p14:tracePt t="375377" x="1479550" y="4876800"/>
          <p14:tracePt t="375398" x="1492250" y="4883150"/>
          <p14:tracePt t="375412" x="1498600" y="4889500"/>
          <p14:tracePt t="375421" x="1511300" y="4895850"/>
          <p14:tracePt t="375438" x="1524000" y="4902200"/>
          <p14:tracePt t="375455" x="1587500" y="4940300"/>
          <p14:tracePt t="375471" x="1695450" y="4984750"/>
          <p14:tracePt t="375489" x="1822450" y="5041900"/>
          <p14:tracePt t="375505" x="1892300" y="5073650"/>
          <p14:tracePt t="375522" x="2012950" y="5118100"/>
          <p14:tracePt t="375538" x="2108200" y="5156200"/>
          <p14:tracePt t="375554" x="2139950" y="5175250"/>
          <p14:tracePt t="375571" x="2190750" y="5187950"/>
          <p14:tracePt t="375588" x="2222500" y="5194300"/>
          <p14:tracePt t="375604" x="2241550" y="5207000"/>
          <p14:tracePt t="375621" x="2279650" y="5226050"/>
          <p14:tracePt t="375637" x="2292350" y="5251450"/>
          <p14:tracePt t="379808" x="2254250" y="5245100"/>
          <p14:tracePt t="379822" x="2184400" y="5238750"/>
          <p14:tracePt t="379830" x="2120900" y="5219700"/>
          <p14:tracePt t="379843" x="2025650" y="5187950"/>
          <p14:tracePt t="379856" x="1936750" y="5156200"/>
          <p14:tracePt t="379873" x="1778000" y="5130800"/>
          <p14:tracePt t="379890" x="1714500" y="5130800"/>
          <p14:tracePt t="379906" x="1593850" y="5111750"/>
          <p14:tracePt t="379923" x="1536700" y="5086350"/>
          <p14:tracePt t="379939" x="1492250" y="5067300"/>
          <p14:tracePt t="379956" x="1422400" y="5054600"/>
          <p14:tracePt t="379973" x="1327150" y="5035550"/>
          <p14:tracePt t="379991" x="1257300" y="5010150"/>
          <p14:tracePt t="380006" x="1225550" y="4997450"/>
          <p14:tracePt t="380022" x="1162050" y="4972050"/>
          <p14:tracePt t="380040" x="1130300" y="4965700"/>
          <p14:tracePt t="380055" x="1117600" y="4959350"/>
          <p14:tracePt t="380072" x="1104900" y="4959350"/>
          <p14:tracePt t="380076" x="1098550" y="4953000"/>
          <p14:tracePt t="380090" x="1092200" y="4946650"/>
          <p14:tracePt t="380122" x="1085850" y="4946650"/>
          <p14:tracePt t="380139" x="1085850" y="4940300"/>
          <p14:tracePt t="380194" x="1085850" y="4933950"/>
          <p14:tracePt t="380461" x="1092200" y="4933950"/>
          <p14:tracePt t="380481" x="1098550" y="4933950"/>
          <p14:tracePt t="380510" x="1104900" y="4933950"/>
          <p14:tracePt t="380595" x="1111250" y="4933950"/>
          <p14:tracePt t="380644" x="1117600" y="4933950"/>
          <p14:tracePt t="380672" x="1130300" y="4940300"/>
          <p14:tracePt t="380686" x="1136650" y="4940300"/>
          <p14:tracePt t="380692" x="1136650" y="4946650"/>
          <p14:tracePt t="380707" x="1149350" y="4946650"/>
          <p14:tracePt t="380721" x="1168400" y="4959350"/>
          <p14:tracePt t="380736" x="1187450" y="4965700"/>
          <p14:tracePt t="380753" x="1206500" y="4972050"/>
          <p14:tracePt t="380770" x="1270000" y="4997450"/>
          <p14:tracePt t="380786" x="1352550" y="5022850"/>
          <p14:tracePt t="380803" x="1384300" y="5035550"/>
          <p14:tracePt t="380819" x="1479550" y="5073650"/>
          <p14:tracePt t="380836" x="1555750" y="5099050"/>
          <p14:tracePt t="380854" x="1600200" y="5111750"/>
          <p14:tracePt t="380869" x="1670050" y="5137150"/>
          <p14:tracePt t="380886" x="1727200" y="5156200"/>
          <p14:tracePt t="380903" x="1758950" y="5156200"/>
          <p14:tracePt t="380919" x="1765300" y="5156200"/>
          <p14:tracePt t="380936" x="1771650" y="5156200"/>
          <p14:tracePt t="380995" x="1771650" y="5162550"/>
          <p14:tracePt t="381001" x="1778000" y="5168900"/>
          <p14:tracePt t="381009" x="1778000" y="5175250"/>
          <p14:tracePt t="381023" x="1784350" y="5181600"/>
          <p14:tracePt t="381648" x="1822450" y="5181600"/>
          <p14:tracePt t="381654" x="1892300" y="5175250"/>
          <p14:tracePt t="381670" x="1968500" y="5168900"/>
          <p14:tracePt t="381683" x="2044700" y="5156200"/>
          <p14:tracePt t="381700" x="2203450" y="5137150"/>
          <p14:tracePt t="381717" x="2368550" y="5118100"/>
          <p14:tracePt t="381733" x="2470150" y="5099050"/>
          <p14:tracePt t="381750" x="2654300" y="5048250"/>
          <p14:tracePt t="381767" x="2825750" y="4997450"/>
          <p14:tracePt t="381783" x="2927350" y="4953000"/>
          <p14:tracePt t="381800" x="2978150" y="4965700"/>
          <p14:tracePt t="383860" x="3009900" y="4965700"/>
          <p14:tracePt t="383874" x="3028950" y="4965700"/>
          <p14:tracePt t="383881" x="3048000" y="4965700"/>
          <p14:tracePt t="383896" x="3060700" y="4965700"/>
          <p14:tracePt t="383909" x="3079750" y="4965700"/>
          <p14:tracePt t="383926" x="3105150" y="4965700"/>
          <p14:tracePt t="383944" x="3124200" y="4965700"/>
          <p14:tracePt t="383959" x="3130550" y="4965700"/>
          <p14:tracePt t="383975" x="3149600" y="4959350"/>
          <p14:tracePt t="383992" x="3155950" y="4959350"/>
          <p14:tracePt t="384009" x="3162300" y="4953000"/>
          <p14:tracePt t="384025" x="3168650" y="4940300"/>
          <p14:tracePt t="384043" x="3168650" y="4933950"/>
          <p14:tracePt t="384075" x="3155950" y="4927600"/>
          <p14:tracePt t="384092" x="3149600" y="4927600"/>
          <p14:tracePt t="384108" x="3143250" y="4927600"/>
          <p14:tracePt t="384125" x="3136900" y="4921250"/>
          <p14:tracePt t="384142" x="3098800" y="4914900"/>
          <p14:tracePt t="384158" x="3079750" y="4914900"/>
          <p14:tracePt t="384176" x="3022600" y="4902200"/>
          <p14:tracePt t="384191" x="2990850" y="4902200"/>
          <p14:tracePt t="384208" x="2933700" y="4895850"/>
          <p14:tracePt t="384225" x="2889250" y="4889500"/>
          <p14:tracePt t="384242" x="2882900" y="4889500"/>
          <p14:tracePt t="384258" x="2863850" y="4889500"/>
          <p14:tracePt t="384291" x="2863850" y="4883150"/>
          <p14:tracePt t="384308" x="2882900" y="4883150"/>
          <p14:tracePt t="384325" x="2952750" y="4889500"/>
          <p14:tracePt t="384341" x="2997200" y="4889500"/>
          <p14:tracePt t="384358" x="3168650" y="4889500"/>
          <p14:tracePt t="384374" x="3378200" y="4883150"/>
          <p14:tracePt t="384391" x="3479800" y="4870450"/>
          <p14:tracePt t="384407" x="3606800" y="4851400"/>
          <p14:tracePt t="384424" x="3670300" y="4838700"/>
          <p14:tracePt t="384441" x="3683000" y="4832350"/>
          <p14:tracePt t="384457" x="3683000" y="4826000"/>
          <p14:tracePt t="384474" x="3683000" y="4819650"/>
          <p14:tracePt t="384491" x="3676650" y="4819650"/>
          <p14:tracePt t="384507" x="3619500" y="4819650"/>
          <p14:tracePt t="384523" x="3530600" y="4826000"/>
          <p14:tracePt t="384541" x="3511550" y="4826000"/>
          <p14:tracePt t="385239" x="3511550" y="4883150"/>
          <p14:tracePt t="385252" x="3511550" y="4946650"/>
          <p14:tracePt t="385260" x="3511550" y="5035550"/>
          <p14:tracePt t="385271" x="3524250" y="5130800"/>
          <p14:tracePt t="385288" x="3581400" y="5276850"/>
          <p14:tracePt t="385304" x="3613150" y="5334000"/>
          <p14:tracePt t="385321" x="3676650" y="5422900"/>
          <p14:tracePt t="385337" x="3765550" y="5499100"/>
          <p14:tracePt t="385354" x="3822700" y="5537200"/>
          <p14:tracePt t="385370" x="3956050" y="5575300"/>
          <p14:tracePt t="385387" x="4127500" y="5607050"/>
          <p14:tracePt t="385403" x="4216400" y="5607050"/>
          <p14:tracePt t="385421" x="4368800" y="5600700"/>
          <p14:tracePt t="385437" x="4540250" y="5537200"/>
          <p14:tracePt t="385453" x="4635500" y="5499100"/>
          <p14:tracePt t="385471" x="4826000" y="5372100"/>
          <p14:tracePt t="385487" x="4921250" y="5295900"/>
          <p14:tracePt t="385503" x="5003800" y="5238750"/>
          <p14:tracePt t="385520" x="5143500" y="5137150"/>
          <p14:tracePt t="385536" x="5308600" y="5022850"/>
          <p14:tracePt t="385554" x="5441950" y="4965700"/>
          <p14:tracePt t="385570" x="5530850" y="4914900"/>
          <p14:tracePt t="385586" x="5575300" y="4883150"/>
          <p14:tracePt t="385590" x="5607050" y="4857750"/>
          <p14:tracePt t="385604" x="5670550" y="4826000"/>
          <p14:tracePt t="385620" x="5702300" y="4813300"/>
          <p14:tracePt t="385636" x="5721350" y="4800600"/>
          <p14:tracePt t="385653" x="5759450" y="4800600"/>
          <p14:tracePt t="385669" x="5791200" y="4794250"/>
          <p14:tracePt t="385686" x="5803900" y="4787900"/>
          <p14:tracePt t="385703" x="5829300" y="4775200"/>
          <p14:tracePt t="385719" x="5861050" y="4756150"/>
          <p14:tracePt t="385736" x="5886450" y="4743450"/>
          <p14:tracePt t="385752" x="5943600" y="4705350"/>
          <p14:tracePt t="385769" x="6026150" y="4654550"/>
          <p14:tracePt t="385787" x="6102350" y="4610100"/>
          <p14:tracePt t="385803" x="6134100" y="4578350"/>
          <p14:tracePt t="385819" x="6165850" y="4559300"/>
          <p14:tracePt t="385836" x="6261100" y="4495800"/>
          <p14:tracePt t="385852" x="6292850" y="4483100"/>
          <p14:tracePt t="385869" x="6318250" y="4464050"/>
          <p14:tracePt t="385886" x="6381750" y="4425950"/>
          <p14:tracePt t="385902" x="6407150" y="4400550"/>
          <p14:tracePt t="385920" x="6419850" y="4381500"/>
          <p14:tracePt t="385935" x="6419850" y="4375150"/>
          <p14:tracePt t="385952" x="6381750" y="4368800"/>
          <p14:tracePt t="385969" x="6286500" y="4349750"/>
          <p14:tracePt t="385985" x="6184900" y="4343400"/>
          <p14:tracePt t="386002" x="5873750" y="4292600"/>
          <p14:tracePt t="386018" x="5467350" y="4254500"/>
          <p14:tracePt t="386035" x="5200650" y="4241800"/>
          <p14:tracePt t="386052" x="4749800" y="4229100"/>
          <p14:tracePt t="386068" x="4413250" y="4229100"/>
          <p14:tracePt t="386085" x="4241800" y="4241800"/>
          <p14:tracePt t="386088" x="4114800" y="4254500"/>
          <p14:tracePt t="386105" x="4013200" y="4254500"/>
          <p14:tracePt t="386118" x="3873500" y="4267200"/>
          <p14:tracePt t="386134" x="3841750" y="4267200"/>
          <p14:tracePt t="386152" x="3810000" y="4273550"/>
          <p14:tracePt t="386168" x="3810000" y="4279900"/>
          <p14:tracePt t="386184" x="3803650" y="4279900"/>
          <p14:tracePt t="386201" x="3810000" y="4279900"/>
          <p14:tracePt t="386218" x="3822700" y="4279900"/>
          <p14:tracePt t="386235" x="3873500" y="4260850"/>
          <p14:tracePt t="386250" x="4000500" y="4241800"/>
          <p14:tracePt t="386267" x="4102100" y="4222750"/>
          <p14:tracePt t="386284" x="4324350" y="4184650"/>
          <p14:tracePt t="386300" x="4629150" y="4133850"/>
          <p14:tracePt t="386317" x="4768850" y="4127500"/>
          <p14:tracePt t="386334" x="5010150" y="4095750"/>
          <p14:tracePt t="386350" x="5200650" y="4083050"/>
          <p14:tracePt t="386367" x="5276850" y="4076700"/>
          <p14:tracePt t="386384" x="5454650" y="4064000"/>
          <p14:tracePt t="386400" x="5607050" y="4064000"/>
          <p14:tracePt t="386417" x="5753100" y="4064000"/>
          <p14:tracePt t="386433" x="5816600" y="4064000"/>
          <p14:tracePt t="386450" x="5854700" y="4064000"/>
          <p14:tracePt t="386467" x="6000750" y="4064000"/>
          <p14:tracePt t="386483" x="6038850" y="4064000"/>
          <p14:tracePt t="386500" x="6070600" y="4064000"/>
          <p14:tracePt t="386517" x="6134100" y="4064000"/>
          <p14:tracePt t="386533" x="6159500" y="4057650"/>
          <p14:tracePt t="386550" x="6165850" y="4057650"/>
          <p14:tracePt t="386629" x="6159500" y="4057650"/>
          <p14:tracePt t="386664" x="6153150" y="4057650"/>
          <p14:tracePt t="386678" x="6146800" y="4064000"/>
          <p14:tracePt t="386713" x="6140450" y="4064000"/>
          <p14:tracePt t="386720" x="6140450" y="4070350"/>
          <p14:tracePt t="386741" x="6134100" y="4076700"/>
          <p14:tracePt t="386749" x="6127750" y="4076700"/>
          <p14:tracePt t="386765" x="6121400" y="4076700"/>
          <p14:tracePt t="386783" x="6115050" y="4095750"/>
          <p14:tracePt t="386799" x="6108700" y="4108450"/>
          <p14:tracePt t="386815" x="6102350" y="4140200"/>
          <p14:tracePt t="386833" x="6096000" y="4191000"/>
          <p14:tracePt t="386849" x="6089650" y="4222750"/>
          <p14:tracePt t="386865" x="6083300" y="4292600"/>
          <p14:tracePt t="386883" x="6083300" y="4330700"/>
          <p14:tracePt t="386898" x="6083300" y="4343400"/>
          <p14:tracePt t="386915" x="6083300" y="4368800"/>
          <p14:tracePt t="386980" x="6076950" y="4375150"/>
          <p14:tracePt t="387354" x="6076950" y="4381500"/>
          <p14:tracePt t="387361" x="6089650" y="4387850"/>
          <p14:tracePt t="387375" x="6096000" y="4394200"/>
          <p14:tracePt t="387384" x="6102350" y="4406900"/>
          <p14:tracePt t="387398" x="6115050" y="4419600"/>
          <p14:tracePt t="387414" x="6127750" y="4438650"/>
          <p14:tracePt t="387430" x="6134100" y="4438650"/>
          <p14:tracePt t="387474" x="6165850" y="4438650"/>
          <p14:tracePt t="387483" x="6172200" y="4438650"/>
          <p14:tracePt t="387496" x="6178550" y="4438650"/>
          <p14:tracePt t="387513" x="6184900" y="4438650"/>
          <p14:tracePt t="387530" x="6184900" y="4432300"/>
          <p14:tracePt t="387551" x="6191250" y="4432300"/>
          <p14:tracePt t="387572" x="6191250" y="4425950"/>
          <p14:tracePt t="387586" x="6191250" y="4419600"/>
          <p14:tracePt t="387607" x="6191250" y="4413250"/>
          <p14:tracePt t="387616" x="6191250" y="4406900"/>
          <p14:tracePt t="387630" x="6184900" y="4406900"/>
          <p14:tracePt t="387646" x="6184900" y="4400550"/>
          <p14:tracePt t="387677" x="6178550" y="4400550"/>
          <p14:tracePt t="387684" x="6178550" y="4394200"/>
          <p14:tracePt t="387696" x="6172200" y="4394200"/>
          <p14:tracePt t="387715" x="6165850" y="4394200"/>
          <p14:tracePt t="387853" x="6172200" y="4394200"/>
          <p14:tracePt t="387874" x="6178550" y="4394200"/>
          <p14:tracePt t="387881" x="6184900" y="4400550"/>
          <p14:tracePt t="387896" x="6184900" y="4406900"/>
          <p14:tracePt t="387901" x="6203950" y="4413250"/>
          <p14:tracePt t="387916" x="6229350" y="4419600"/>
          <p14:tracePt t="387928" x="6254750" y="4432300"/>
          <p14:tracePt t="387945" x="6394450" y="4483100"/>
          <p14:tracePt t="387962" x="6483350" y="4514850"/>
          <p14:tracePt t="387979" x="6705600" y="4565650"/>
          <p14:tracePt t="387995" x="6972300" y="4597400"/>
          <p14:tracePt t="388011" x="7112000" y="4597400"/>
          <p14:tracePt t="388028" x="7366000" y="4597400"/>
          <p14:tracePt t="388045" x="7581900" y="4565650"/>
          <p14:tracePt t="388062" x="7651750" y="4546600"/>
          <p14:tracePt t="388078" x="7747000" y="4508500"/>
          <p14:tracePt t="388094" x="7766050" y="4502150"/>
          <p14:tracePt t="388098" x="7785100" y="4483100"/>
          <p14:tracePt t="388111" x="7797800" y="4476750"/>
          <p14:tracePt t="388127" x="7804150" y="4457700"/>
          <p14:tracePt t="388144" x="7804150" y="4451350"/>
          <p14:tracePt t="388182" x="7804150" y="4445000"/>
          <p14:tracePt t="388295" x="7797800" y="4445000"/>
          <p14:tracePt t="388379" x="7791450" y="4445000"/>
          <p14:tracePt t="388407" x="7785100" y="4451350"/>
          <p14:tracePt t="388414" x="7778750" y="4457700"/>
          <p14:tracePt t="388430" x="7772400" y="4464050"/>
          <p14:tracePt t="388443" x="7766050" y="4464050"/>
          <p14:tracePt t="388460" x="7727950" y="4476750"/>
          <p14:tracePt t="388477" x="7632700" y="4508500"/>
          <p14:tracePt t="388493" x="7569200" y="4527550"/>
          <p14:tracePt t="388510" x="7359650" y="4572000"/>
          <p14:tracePt t="388527" x="7118350" y="4603750"/>
          <p14:tracePt t="388543" x="6978650" y="4610100"/>
          <p14:tracePt t="388559" x="6718300" y="4610100"/>
          <p14:tracePt t="388576" x="6496050" y="4597400"/>
          <p14:tracePt t="388593" x="6407150" y="4578350"/>
          <p14:tracePt t="388597" x="6318250" y="4565650"/>
          <p14:tracePt t="388610" x="6254750" y="4559300"/>
          <p14:tracePt t="388625" x="6165850" y="4540250"/>
          <p14:tracePt t="388642" x="6127750" y="4540250"/>
          <p14:tracePt t="388660" x="6089650" y="4533900"/>
          <p14:tracePt t="388676" x="6064250" y="4521200"/>
          <p14:tracePt t="388692" x="6057900" y="4521200"/>
          <p14:tracePt t="388709" x="6045200" y="4514850"/>
          <p14:tracePt t="388725" x="6038850" y="4514850"/>
          <p14:tracePt t="388927" x="6057900" y="4514850"/>
          <p14:tracePt t="388940" x="6108700" y="4514850"/>
          <p14:tracePt t="388948" x="6184900" y="4514850"/>
          <p14:tracePt t="388958" x="6286500" y="4508500"/>
          <p14:tracePt t="388974" x="6413500" y="4508500"/>
          <p14:tracePt t="388992" x="6692900" y="4483100"/>
          <p14:tracePt t="389008" x="6845300" y="4476750"/>
          <p14:tracePt t="389026" x="7226300" y="4445000"/>
          <p14:tracePt t="389041" x="7334250" y="4432300"/>
          <p14:tracePt t="389058" x="7397750" y="4413250"/>
          <p14:tracePt t="389074" x="7505700" y="4387850"/>
          <p14:tracePt t="389091" x="7550150" y="4381500"/>
          <p14:tracePt t="389095" x="7562850" y="4375150"/>
          <p14:tracePt t="389111" x="7569200" y="4375150"/>
          <p14:tracePt t="389124" x="7569200" y="4368800"/>
          <p14:tracePt t="389187" x="7562850" y="4368800"/>
          <p14:tracePt t="389222" x="7556500" y="4368800"/>
          <p14:tracePt t="389236" x="7550150" y="4368800"/>
          <p14:tracePt t="389258" x="7543800" y="4368800"/>
          <p14:tracePt t="389292" x="7537450" y="4368800"/>
          <p14:tracePt t="389299" x="7531100" y="4375150"/>
          <p14:tracePt t="389307" x="7518400" y="4375150"/>
          <p14:tracePt t="389323" x="7486650" y="4381500"/>
          <p14:tracePt t="389341" x="7359650" y="4381500"/>
          <p14:tracePt t="389357" x="7258050" y="4400550"/>
          <p14:tracePt t="389373" x="6985000" y="4432300"/>
          <p14:tracePt t="389390" x="6572250" y="4489450"/>
          <p14:tracePt t="389406" x="6356350" y="4502150"/>
          <p14:tracePt t="389423" x="6000750" y="4521200"/>
          <p14:tracePt t="389440" x="5791200" y="4521200"/>
          <p14:tracePt t="389456" x="5715000" y="4521200"/>
          <p14:tracePt t="389474" x="5632450" y="4521200"/>
          <p14:tracePt t="389490" x="5588000" y="4521200"/>
          <p14:tracePt t="389523" x="5581650" y="4521200"/>
          <p14:tracePt t="389657" x="5581650" y="4533900"/>
          <p14:tracePt t="390083" x="5511800" y="4540250"/>
          <p14:tracePt t="390090" x="5397500" y="4552950"/>
          <p14:tracePt t="390106" x="5283200" y="4584700"/>
          <p14:tracePt t="390121" x="4927600" y="4686300"/>
          <p14:tracePt t="390137" x="4724400" y="4743450"/>
          <p14:tracePt t="390154" x="4387850" y="4826000"/>
          <p14:tracePt t="390171" x="4210050" y="4864100"/>
          <p14:tracePt t="390188" x="3765550" y="4953000"/>
          <p14:tracePt t="390204" x="3676650" y="4959350"/>
          <p14:tracePt t="390220" x="3587750" y="4972050"/>
          <p14:tracePt t="390237" x="3403600" y="4991100"/>
          <p14:tracePt t="390254" x="3263900" y="5010150"/>
          <p14:tracePt t="390270" x="3194050" y="5016500"/>
          <p14:tracePt t="390287" x="3124200" y="5029200"/>
          <p14:tracePt t="390304" x="3067050" y="5035550"/>
          <p14:tracePt t="390320" x="3041650" y="5041900"/>
          <p14:tracePt t="390337" x="2990850" y="5054600"/>
          <p14:tracePt t="390353" x="2940050" y="5060950"/>
          <p14:tracePt t="390371" x="2889250" y="5086350"/>
          <p14:tracePt t="390387" x="2870200" y="5086350"/>
          <p14:tracePt t="390403" x="2838450" y="5092700"/>
          <p14:tracePt t="390420" x="2819400" y="5092700"/>
          <p14:tracePt t="390436" x="2806700" y="5092700"/>
          <p14:tracePt t="390453" x="2800350" y="5092700"/>
          <p14:tracePt t="390470" x="2794000" y="5092700"/>
          <p14:tracePt t="390504" x="2794000" y="5086350"/>
          <p14:tracePt t="390512" x="2794000" y="5080000"/>
          <p14:tracePt t="390526" x="2800350" y="5073650"/>
          <p14:tracePt t="390536" x="2813050" y="5067300"/>
          <p14:tracePt t="390553" x="2882900" y="5054600"/>
          <p14:tracePt t="390569" x="2927350" y="5035550"/>
          <p14:tracePt t="390586" x="3048000" y="4997450"/>
          <p14:tracePt t="390604" x="3162300" y="4953000"/>
          <p14:tracePt t="390619" x="3219450" y="4927600"/>
          <p14:tracePt t="390623" x="3251200" y="4908550"/>
          <p14:tracePt t="390636" x="3282950" y="4895850"/>
          <p14:tracePt t="390652" x="3302000" y="4876800"/>
          <p14:tracePt t="390701" x="3295650" y="4876800"/>
          <p14:tracePt t="390715" x="3289300" y="4876800"/>
          <p14:tracePt t="390722" x="3282950" y="4876800"/>
          <p14:tracePt t="390739" x="3276600" y="4876800"/>
          <p14:tracePt t="390752" x="3263900" y="4883150"/>
          <p14:tracePt t="390768" x="3263900" y="4889500"/>
          <p14:tracePt t="390786" x="3244850" y="4895850"/>
          <p14:tracePt t="390802" x="3238500" y="4895850"/>
          <p14:tracePt t="390819" x="3219450" y="4902200"/>
          <p14:tracePt t="390836" x="3194050" y="4908550"/>
          <p14:tracePt t="390852" x="3187700" y="4908550"/>
          <p14:tracePt t="390869" x="3168650" y="4914900"/>
          <p14:tracePt t="390884" x="3155950" y="4914900"/>
          <p14:tracePt t="390918" x="3162300" y="4914900"/>
          <p14:tracePt t="390935" x="3175000" y="4908550"/>
          <p14:tracePt t="390951" x="3175000" y="4902200"/>
          <p14:tracePt t="390968" x="3219450" y="4895850"/>
          <p14:tracePt t="390984" x="3257550" y="4883150"/>
          <p14:tracePt t="391001" x="3289300" y="4870450"/>
          <p14:tracePt t="391018" x="3314700" y="4851400"/>
          <p14:tracePt t="391035" x="3327400" y="4838700"/>
          <p14:tracePt t="391067" x="3321050" y="4838700"/>
          <p14:tracePt t="391084" x="3314700" y="4838700"/>
          <p14:tracePt t="391101" x="3263900" y="4838700"/>
          <p14:tracePt t="391117" x="3238500" y="4838700"/>
          <p14:tracePt t="391121" x="3206750" y="4838700"/>
          <p14:tracePt t="391151" x="3117850" y="4845050"/>
          <p14:tracePt t="391167" x="3022600" y="4864100"/>
          <p14:tracePt t="391184" x="2971800" y="4864100"/>
          <p14:tracePt t="391201" x="2908300" y="4870450"/>
          <p14:tracePt t="391217" x="2882900" y="4876800"/>
          <p14:tracePt t="391251" x="2889250" y="4870450"/>
          <p14:tracePt t="391267" x="2940050" y="4870450"/>
          <p14:tracePt t="391284" x="2978150" y="4864100"/>
          <p14:tracePt t="391300" x="3098800" y="4857750"/>
          <p14:tracePt t="391317" x="3200400" y="4845050"/>
          <p14:tracePt t="391334" x="3263900" y="4832350"/>
          <p14:tracePt t="391350" x="3276600" y="4826000"/>
          <p14:tracePt t="391383" x="3263900" y="4826000"/>
          <p14:tracePt t="391400" x="3251200" y="4826000"/>
          <p14:tracePt t="391418" x="3168650" y="4806950"/>
          <p14:tracePt t="391433" x="3086100" y="4800600"/>
          <p14:tracePt t="391450" x="2895600" y="4768850"/>
          <p14:tracePt t="391467" x="2730500" y="4756150"/>
          <p14:tracePt t="391483" x="2673350" y="4749800"/>
          <p14:tracePt t="391499" x="2616200" y="4749800"/>
          <p14:tracePt t="391516" x="2597150" y="4749800"/>
          <p14:tracePt t="391549" x="2622550" y="4756150"/>
          <p14:tracePt t="391566" x="2698750" y="4756150"/>
          <p14:tracePt t="391583" x="2774950" y="4756150"/>
          <p14:tracePt t="391600" x="2921000" y="4756150"/>
          <p14:tracePt t="391616" x="3035300" y="4756150"/>
          <p14:tracePt t="391633" x="3060700" y="4756150"/>
          <p14:tracePt t="391649" x="3079750" y="4756150"/>
          <p14:tracePt t="391685" x="3067050" y="4749800"/>
          <p14:tracePt t="391700" x="3060700" y="4749800"/>
          <p14:tracePt t="391715" x="3054350" y="4749800"/>
          <p14:tracePt t="391733" x="3028950" y="4749800"/>
          <p14:tracePt t="391748" x="2997200" y="4749800"/>
          <p14:tracePt t="391765" x="2984500" y="4749800"/>
          <p14:tracePt t="391782" x="2959100" y="4749800"/>
          <p14:tracePt t="391798" x="2952750" y="4749800"/>
          <p14:tracePt t="391839" x="2971800" y="4756150"/>
          <p14:tracePt t="391848" x="2997200" y="4756150"/>
          <p14:tracePt t="391865" x="3041650" y="4768850"/>
          <p14:tracePt t="391882" x="3175000" y="4794250"/>
          <p14:tracePt t="391898" x="3327400" y="4819650"/>
          <p14:tracePt t="391916" x="3460750" y="4838700"/>
          <p14:tracePt t="391931" x="3486150" y="4845050"/>
          <p14:tracePt t="391948" x="3530600" y="4857750"/>
          <p14:tracePt t="391981" x="3530600" y="4864100"/>
          <p14:tracePt t="391998" x="3530600" y="4870450"/>
          <p14:tracePt t="392015" x="3429000" y="4870450"/>
          <p14:tracePt t="392031" x="3384550" y="4876800"/>
          <p14:tracePt t="392047" x="3346450" y="4876800"/>
          <p14:tracePt t="392510" x="3365500" y="4883150"/>
          <p14:tracePt t="392517" x="3390900" y="4889500"/>
          <p14:tracePt t="392532" x="3422650" y="4895850"/>
          <p14:tracePt t="392546" x="3473450" y="4908550"/>
          <p14:tracePt t="392562" x="3581400" y="4914900"/>
          <p14:tracePt t="392580" x="3683000" y="4927600"/>
          <p14:tracePt t="392596" x="3740150" y="4933950"/>
          <p14:tracePt t="392612" x="3803650" y="4933950"/>
          <p14:tracePt t="392629" x="3829050" y="4933950"/>
          <p14:tracePt t="392645" x="3841750" y="4933950"/>
          <p14:tracePt t="392681" x="3835400" y="4933950"/>
          <p14:tracePt t="392699" x="3822700" y="4933950"/>
          <p14:tracePt t="392720" x="3810000" y="4933950"/>
          <p14:tracePt t="392729" x="3784600" y="4940300"/>
          <p14:tracePt t="392744" x="3746500" y="4946650"/>
          <p14:tracePt t="392763" x="3651250" y="4978400"/>
          <p14:tracePt t="392778" x="3517900" y="5022850"/>
          <p14:tracePt t="392795" x="3448050" y="5054600"/>
          <p14:tracePt t="392812" x="3340100" y="5099050"/>
          <p14:tracePt t="392828" x="3314700" y="5124450"/>
          <p14:tracePt t="392845" x="3282950" y="5143500"/>
          <p14:tracePt t="392861" x="3276600" y="5149850"/>
          <p14:tracePt t="392878" x="3276600" y="5156200"/>
          <p14:tracePt t="392895" x="3289300" y="5162550"/>
          <p14:tracePt t="392911" x="3302000" y="5168900"/>
          <p14:tracePt t="392928" x="3321050" y="5168900"/>
          <p14:tracePt t="392945" x="3403600" y="5168900"/>
          <p14:tracePt t="392961" x="3492500" y="5168900"/>
          <p14:tracePt t="392978" x="3543300" y="5168900"/>
          <p14:tracePt t="392994" x="3606800" y="5149850"/>
          <p14:tracePt t="393010" x="3632200" y="5137150"/>
          <p14:tracePt t="393027" x="3638550" y="5137150"/>
          <p14:tracePt t="393060" x="3625850" y="5137150"/>
          <p14:tracePt t="393078" x="3613150" y="5137150"/>
          <p14:tracePt t="393093" x="3594100" y="5137150"/>
          <p14:tracePt t="393110" x="3575050" y="5149850"/>
          <p14:tracePt t="393128" x="3473450" y="5168900"/>
          <p14:tracePt t="393144" x="3429000" y="5187950"/>
          <p14:tracePt t="393160" x="3390900" y="5207000"/>
          <p14:tracePt t="393177" x="3314700" y="5245100"/>
          <p14:tracePt t="393193" x="3225800" y="5302250"/>
          <p14:tracePt t="393210" x="3200400" y="5321300"/>
          <p14:tracePt t="393227" x="3168650" y="5353050"/>
          <p14:tracePt t="393243" x="3155950" y="5372100"/>
          <p14:tracePt t="393260" x="3149600" y="5372100"/>
          <p14:tracePt t="393276" x="3149600" y="5378450"/>
          <p14:tracePt t="393293" x="3168650" y="5378450"/>
          <p14:tracePt t="393310" x="3206750" y="5372100"/>
          <p14:tracePt t="393326" x="3251200" y="5353050"/>
          <p14:tracePt t="393343" x="3365500" y="5308600"/>
          <p14:tracePt t="393360" x="3524250" y="5251450"/>
          <p14:tracePt t="393376" x="3594100" y="5207000"/>
          <p14:tracePt t="393393" x="3644900" y="5181600"/>
          <p14:tracePt t="393409" x="3727450" y="5143500"/>
          <p14:tracePt t="393465" x="3708400" y="5149850"/>
          <p14:tracePt t="393472" x="3676650" y="5156200"/>
          <p14:tracePt t="393479" x="3638550" y="5162550"/>
          <p14:tracePt t="393495" x="3556000" y="5181600"/>
          <p14:tracePt t="393509" x="3454400" y="5207000"/>
          <p14:tracePt t="393526" x="3238500" y="5245100"/>
          <p14:tracePt t="393543" x="2971800" y="5321300"/>
          <p14:tracePt t="393559" x="2844800" y="5353050"/>
          <p14:tracePt t="393576" x="2686050" y="5403850"/>
          <p14:tracePt t="393592" x="2609850" y="5422900"/>
          <p14:tracePt t="393609" x="2597150" y="5429250"/>
          <p14:tracePt t="393642" x="2609850" y="5422900"/>
          <p14:tracePt t="393658" x="2641600" y="5397500"/>
          <p14:tracePt t="393662" x="2686050" y="5378450"/>
          <p14:tracePt t="393678" x="2768600" y="5340350"/>
          <p14:tracePt t="393692" x="2978150" y="5257800"/>
          <p14:tracePt t="393709" x="3098800" y="5200650"/>
          <p14:tracePt t="393725" x="3270250" y="5111750"/>
          <p14:tracePt t="393742" x="3327400" y="5080000"/>
          <p14:tracePt t="393759" x="3371850" y="5035550"/>
          <p14:tracePt t="393774" x="3378200" y="5016500"/>
          <p14:tracePt t="393792" x="3378200" y="5003800"/>
          <p14:tracePt t="393809" x="3346450" y="4959350"/>
          <p14:tracePt t="393825" x="3257550" y="4832350"/>
          <p14:tracePt t="393841" x="3219450" y="4775200"/>
          <p14:tracePt t="393858" x="3181350" y="4629150"/>
          <p14:tracePt t="393874" x="3168650" y="4546600"/>
          <p14:tracePt t="393892" x="3175000" y="4508500"/>
          <p14:tracePt t="393908" x="3181350" y="4502150"/>
          <p14:tracePt t="393925" x="3187700" y="4495800"/>
          <p14:tracePt t="393957" x="3194050" y="4495800"/>
          <p14:tracePt t="393974" x="3194050" y="4502150"/>
          <p14:tracePt t="393991" x="3187700" y="4502150"/>
          <p14:tracePt t="394008" x="3175000" y="4521200"/>
          <p14:tracePt t="394024" x="3175000" y="4527550"/>
          <p14:tracePt t="394041" x="3124200" y="4584700"/>
          <p14:tracePt t="394057" x="3092450" y="4610100"/>
          <p14:tracePt t="394074" x="3054350" y="4654550"/>
          <p14:tracePt t="394090" x="2851150" y="4838700"/>
          <p14:tracePt t="394107" x="2781300" y="4908550"/>
          <p14:tracePt t="394125" x="2647950" y="5035550"/>
          <p14:tracePt t="394140" x="2578100" y="5086350"/>
          <p14:tracePt t="394157" x="2476500" y="5181600"/>
          <p14:tracePt t="394174" x="2406650" y="5232400"/>
          <p14:tracePt t="394190" x="2387600" y="5251450"/>
          <p14:tracePt t="394207" x="2368550" y="5257800"/>
          <p14:tracePt t="394224" x="2362200" y="5270500"/>
          <p14:tracePt t="394257" x="2355850" y="5276850"/>
          <p14:tracePt t="394286" x="2355850" y="5283200"/>
          <p14:tracePt t="394293" x="2343150" y="5283200"/>
          <p14:tracePt t="394314" x="2330450" y="5289550"/>
          <p14:tracePt t="394323" x="2311400" y="5289550"/>
          <p14:tracePt t="394339" x="2279650" y="5295900"/>
          <p14:tracePt t="394357" x="2209800" y="5308600"/>
          <p14:tracePt t="394373" x="2171700" y="5308600"/>
          <p14:tracePt t="394389" x="2076450" y="5327650"/>
          <p14:tracePt t="394406" x="1993900" y="5327650"/>
          <p14:tracePt t="394422" x="1955800" y="5327650"/>
          <p14:tracePt t="394440" x="1898650" y="5327650"/>
          <p14:tracePt t="394456" x="1860550" y="5321300"/>
          <p14:tracePt t="394473" x="1835150" y="5314950"/>
          <p14:tracePt t="394490" x="1803400" y="5308600"/>
          <p14:tracePt t="394506" x="1784350" y="5308600"/>
          <p14:tracePt t="394539" x="1778000" y="5308600"/>
          <p14:tracePt t="394588" x="1778000" y="5302250"/>
          <p14:tracePt t="394595" x="1784350" y="5302250"/>
          <p14:tracePt t="394605" x="1790700" y="5302250"/>
          <p14:tracePt t="394622" x="1797050" y="5302250"/>
          <p14:tracePt t="394638" x="1809750" y="5302250"/>
          <p14:tracePt t="394672" x="1841500" y="5302250"/>
          <p14:tracePt t="394688" x="1854200" y="5302250"/>
          <p14:tracePt t="394705" x="1866900" y="5302250"/>
          <p14:tracePt t="394722" x="1892300" y="5302250"/>
          <p14:tracePt t="394738" x="1905000" y="5302250"/>
          <p14:tracePt t="394771" x="1911350" y="5302250"/>
          <p14:tracePt t="394973" x="1968500" y="5289550"/>
          <p14:tracePt t="394989" x="2044700" y="5251450"/>
          <p14:tracePt t="394995" x="2127250" y="5219700"/>
          <p14:tracePt t="395003" x="2203450" y="5187950"/>
          <p14:tracePt t="395020" x="2273300" y="5149850"/>
          <p14:tracePt t="395037" x="2387600" y="5092700"/>
          <p14:tracePt t="395054" x="2432050" y="5067300"/>
          <p14:tracePt t="395070" x="2482850" y="5048250"/>
          <p14:tracePt t="395087" x="2508250" y="5022850"/>
          <p14:tracePt t="395103" x="2514600" y="5022850"/>
          <p14:tracePt t="395120" x="2520950" y="5022850"/>
          <p14:tracePt t="395234" x="2514600" y="5022850"/>
          <p14:tracePt t="395816" x="2508250" y="5022850"/>
          <p14:tracePt t="395830" x="2476500" y="5022850"/>
          <p14:tracePt t="395838" x="2451100" y="5022850"/>
          <p14:tracePt t="395854" x="2413000" y="5022850"/>
          <p14:tracePt t="395868" x="2298700" y="4997450"/>
          <p14:tracePt t="395884" x="2222500" y="4984750"/>
          <p14:tracePt t="395901" x="2044700" y="4959350"/>
          <p14:tracePt t="395918" x="1962150" y="4933950"/>
          <p14:tracePt t="395937" x="1701800" y="4857750"/>
          <p14:tracePt t="395951" x="1619250" y="4813300"/>
          <p14:tracePt t="395967" x="1549400" y="4787900"/>
          <p14:tracePt t="395984" x="1447800" y="4768850"/>
          <p14:tracePt t="396001" x="1365250" y="4749800"/>
          <p14:tracePt t="396017" x="1339850" y="4749800"/>
          <p14:tracePt t="396034" x="1314450" y="4737100"/>
          <p14:tracePt t="396050" x="1308100" y="4730750"/>
          <p14:tracePt t="396083" x="1301750" y="4724400"/>
          <p14:tracePt t="396111" x="1301750" y="4730750"/>
          <p14:tracePt t="396140" x="1301750" y="4737100"/>
          <p14:tracePt t="396182" x="1295400" y="4737100"/>
          <p14:tracePt t="396188" x="1289050" y="4737100"/>
          <p14:tracePt t="396427" x="1289050" y="4743450"/>
          <p14:tracePt t="396448" x="1295400" y="4743450"/>
          <p14:tracePt t="396483" x="1295400" y="4749800"/>
          <p14:tracePt t="396519" x="1301750" y="4749800"/>
          <p14:tracePt t="396561" x="1308100" y="4756150"/>
          <p14:tracePt t="396568" x="1308100" y="4762500"/>
          <p14:tracePt t="396585" x="1314450" y="4762500"/>
          <p14:tracePt t="396599" x="1314450" y="4768850"/>
          <p14:tracePt t="396615" x="1327150" y="4775200"/>
          <p14:tracePt t="396632" x="1339850" y="4794250"/>
          <p14:tracePt t="396648" x="1352550" y="4806950"/>
          <p14:tracePt t="396665" x="1384300" y="4832350"/>
          <p14:tracePt t="396681" x="1416050" y="4876800"/>
          <p14:tracePt t="396698" x="1441450" y="4902200"/>
          <p14:tracePt t="396702" x="1460500" y="4921250"/>
          <p14:tracePt t="396715" x="1473200" y="4933950"/>
          <p14:tracePt t="396731" x="1511300" y="4965700"/>
          <p14:tracePt t="396748" x="1524000" y="4978400"/>
          <p14:tracePt t="396765" x="1549400" y="4997450"/>
          <p14:tracePt t="396781" x="1568450" y="5003800"/>
          <p14:tracePt t="396798" x="1574800" y="5010150"/>
          <p14:tracePt t="396815" x="1581150" y="5010150"/>
          <p14:tracePt t="396831" x="1587500" y="5016500"/>
          <p14:tracePt t="396848" x="1600200" y="5022850"/>
          <p14:tracePt t="396864" x="1606550" y="5029200"/>
          <p14:tracePt t="396881" x="1612900" y="5035550"/>
          <p14:tracePt t="396898" x="1619250" y="5048250"/>
          <p14:tracePt t="396914" x="1625600" y="5048250"/>
          <p14:tracePt t="396931" x="1631950" y="5054600"/>
          <p14:tracePt t="396947" x="1638300" y="5054600"/>
          <p14:tracePt t="396981" x="1638300" y="5060950"/>
          <p14:tracePt t="397059" x="1644650" y="5060950"/>
          <p14:tracePt t="397101" x="1638300" y="5054600"/>
          <p14:tracePt t="397172" x="1631950" y="5048250"/>
          <p14:tracePt t="397200" x="1625600" y="5048250"/>
          <p14:tracePt t="397220" x="1625600" y="5041900"/>
          <p14:tracePt t="397242" x="1619250" y="5041900"/>
          <p14:tracePt t="397263" x="1619250" y="5035550"/>
          <p14:tracePt t="397284" x="1612900" y="5029200"/>
          <p14:tracePt t="397291" x="1606550" y="5029200"/>
          <p14:tracePt t="397326" x="1600200" y="5022850"/>
          <p14:tracePt t="397332" x="1593850" y="5022850"/>
          <p14:tracePt t="397346" x="1593850" y="5016500"/>
          <p14:tracePt t="397375" x="1587500" y="5016500"/>
          <p14:tracePt t="397403" x="1587500" y="5010150"/>
          <p14:tracePt t="397431" x="1587500" y="5003800"/>
          <p14:tracePt t="397466" x="1587500" y="4997450"/>
          <p14:tracePt t="397480" x="1587500" y="4991100"/>
          <p14:tracePt t="397515" x="1587500" y="4984750"/>
          <p14:tracePt t="397564" x="1593850" y="4984750"/>
          <p14:tracePt t="397572" x="1600200" y="4984750"/>
          <p14:tracePt t="397586" x="1606550" y="4984750"/>
          <p14:tracePt t="397595" x="1612900" y="4978400"/>
          <p14:tracePt t="397611" x="1619250" y="4978400"/>
          <p14:tracePt t="397628" x="1682750" y="4959350"/>
          <p14:tracePt t="397645" x="1822450" y="4940300"/>
          <p14:tracePt t="397663" x="2025650" y="4933950"/>
          <p14:tracePt t="397678" x="2152650" y="4921250"/>
          <p14:tracePt t="397695" x="2438400" y="4889500"/>
          <p14:tracePt t="397712" x="2692400" y="4876800"/>
          <p14:tracePt t="397728" x="2806700" y="4870450"/>
          <p14:tracePt t="397744" x="2908300" y="4857750"/>
          <p14:tracePt t="397761" x="3124200" y="4857750"/>
          <p14:tracePt t="397778" x="3168650" y="4857750"/>
          <p14:tracePt t="397794" x="3194050" y="4857750"/>
          <p14:tracePt t="397811" x="3225800" y="4864100"/>
          <p14:tracePt t="397827" x="3251200" y="4864100"/>
          <p14:tracePt t="397845" x="3263900" y="4870450"/>
          <p14:tracePt t="397877" x="3270250" y="4870450"/>
          <p14:tracePt t="397897" x="3276600" y="4870450"/>
          <p14:tracePt t="397923" x="3276600" y="4864100"/>
          <p14:tracePt t="397958" x="3276600" y="4857750"/>
          <p14:tracePt t="398014" x="3282950" y="4857750"/>
          <p14:tracePt t="398126" x="3276600" y="4857750"/>
          <p14:tracePt t="398133" x="3270250" y="4857750"/>
          <p14:tracePt t="398154" x="3263900" y="4864100"/>
          <p14:tracePt t="398168" x="3257550" y="4864100"/>
          <p14:tracePt t="398176" x="3257550" y="4870450"/>
          <p14:tracePt t="398197" x="3251200" y="4870450"/>
          <p14:tracePt t="398210" x="3244850" y="4870450"/>
          <p14:tracePt t="398226" x="3232150" y="4876800"/>
          <p14:tracePt t="398243" x="3225800" y="4883150"/>
          <p14:tracePt t="398260" x="3213100" y="4889500"/>
          <p14:tracePt t="398276" x="3181350" y="4902200"/>
          <p14:tracePt t="398293" x="3162300" y="4902200"/>
          <p14:tracePt t="398309" x="3136900" y="4908550"/>
          <p14:tracePt t="398326" x="3117850" y="4914900"/>
          <p14:tracePt t="398344" x="3105150" y="4921250"/>
          <p14:tracePt t="398359" x="3098800" y="4921250"/>
          <p14:tracePt t="398392" x="3092450" y="4921250"/>
          <p14:tracePt t="398428" x="3086100" y="4914900"/>
          <p14:tracePt t="398484" x="3079750" y="4914900"/>
          <p14:tracePt t="398519" x="3079750" y="4921250"/>
          <p14:tracePt t="398547" x="3073400" y="4921250"/>
          <p14:tracePt t="398576" x="3073400" y="4927600"/>
          <p14:tracePt t="398604" x="3073400" y="4933950"/>
          <p14:tracePt t="398639" x="3067050" y="4933950"/>
          <p14:tracePt t="398744" x="3067050" y="4927600"/>
          <p14:tracePt t="398786" x="3073400" y="4921250"/>
          <p14:tracePt t="398809" x="3079750" y="4908550"/>
          <p14:tracePt t="398814" x="3086100" y="4908550"/>
          <p14:tracePt t="398835" x="3092450" y="4902200"/>
          <p14:tracePt t="398849" x="3098800" y="4895850"/>
          <p14:tracePt t="398857" x="3105150" y="4889500"/>
          <p14:tracePt t="398873" x="3111500" y="4883150"/>
          <p14:tracePt t="398891" x="3130550" y="4864100"/>
          <p14:tracePt t="398907" x="3155950" y="4845050"/>
          <p14:tracePt t="398924" x="3175000" y="4832350"/>
          <p14:tracePt t="398941" x="3194050" y="4813300"/>
          <p14:tracePt t="398957" x="3206750" y="4800600"/>
          <p14:tracePt t="398990" x="3206750" y="4794250"/>
          <p14:tracePt t="399007" x="3206750" y="4787900"/>
          <p14:tracePt t="399023" x="3200400" y="4787900"/>
          <p14:tracePt t="399040" x="3187700" y="4787900"/>
          <p14:tracePt t="399056" x="3181350" y="4787900"/>
          <p14:tracePt t="399074" x="3175000" y="4787900"/>
          <p14:tracePt t="399090" x="3155950" y="4794250"/>
          <p14:tracePt t="399107" x="3149600" y="4794250"/>
          <p14:tracePt t="399124" x="3117850" y="4800600"/>
          <p14:tracePt t="399140" x="3092450" y="4800600"/>
          <p14:tracePt t="399156" x="3073400" y="4800600"/>
          <p14:tracePt t="399173" x="3048000" y="4806950"/>
          <p14:tracePt t="399189" x="3041650" y="4806950"/>
          <p14:tracePt t="399221" x="3048000" y="4806950"/>
          <p14:tracePt t="399228" x="3054350" y="4806950"/>
          <p14:tracePt t="399239" x="3067050" y="4806950"/>
          <p14:tracePt t="399256" x="3086100" y="4806950"/>
          <p14:tracePt t="399273" x="3098800" y="4806950"/>
          <p14:tracePt t="399289" x="3111500" y="4813300"/>
          <p14:tracePt t="399306" x="3187700" y="4826000"/>
          <p14:tracePt t="399322" x="3206750" y="4832350"/>
          <p14:tracePt t="399338" x="3225800" y="4832350"/>
          <p14:tracePt t="399355" x="3257550" y="4838700"/>
          <p14:tracePt t="399372" x="3276600" y="4845050"/>
          <p14:tracePt t="399405" x="3276600" y="4851400"/>
          <p14:tracePt t="399422" x="3270250" y="4851400"/>
          <p14:tracePt t="399439" x="3263900" y="4857750"/>
          <p14:tracePt t="399455" x="3251200" y="4857750"/>
          <p14:tracePt t="399472" x="3238500" y="4857750"/>
          <p14:tracePt t="399488" x="3219450" y="4857750"/>
          <p14:tracePt t="399522" x="3206750" y="4864100"/>
          <p14:tracePt t="399538" x="3194050" y="4870450"/>
          <p14:tracePt t="399572" x="3187700" y="4870450"/>
          <p14:tracePt t="399588" x="3187700" y="4883150"/>
          <p14:tracePt t="399605" x="3181350" y="4883150"/>
          <p14:tracePt t="400093" x="3168650" y="4883150"/>
          <p14:tracePt t="400100" x="3124200" y="4889500"/>
          <p14:tracePt t="400114" x="3073400" y="4895850"/>
          <p14:tracePt t="400122" x="3028950" y="4914900"/>
          <p14:tracePt t="400136" x="2984500" y="4933950"/>
          <p14:tracePt t="400153" x="2946400" y="4946650"/>
          <p14:tracePt t="400170" x="2921000" y="4953000"/>
          <p14:tracePt t="400186" x="2908300" y="4953000"/>
          <p14:tracePt t="400203" x="2901950" y="4959350"/>
          <p14:tracePt t="400240" x="2901950" y="4965700"/>
          <p14:tracePt t="400268" x="2901950" y="4972050"/>
          <p14:tracePt t="400282" x="2908300" y="4972050"/>
          <p14:tracePt t="400289" x="2914650" y="4978400"/>
          <p14:tracePt t="400305" x="2921000" y="4978400"/>
          <p14:tracePt t="400324" x="2933700" y="4978400"/>
          <p14:tracePt t="400335" x="2940050" y="4978400"/>
          <p14:tracePt t="400353" x="2965450" y="4972050"/>
          <p14:tracePt t="400370" x="2978150" y="4965700"/>
          <p14:tracePt t="400385" x="3016250" y="4959350"/>
          <p14:tracePt t="400402" x="3067050" y="4940300"/>
          <p14:tracePt t="400418" x="3079750" y="4933950"/>
          <p14:tracePt t="400436" x="3117850" y="4914900"/>
          <p14:tracePt t="400452" x="3136900" y="4895850"/>
          <p14:tracePt t="400485" x="3136900" y="4889500"/>
          <p14:tracePt t="400502" x="3136900" y="4883150"/>
          <p14:tracePt t="400517" x="3130550" y="4883150"/>
          <p14:tracePt t="400535" x="3117850" y="4883150"/>
          <p14:tracePt t="400552" x="3105150" y="4883150"/>
          <p14:tracePt t="400568" x="3098800" y="4883150"/>
          <p14:tracePt t="400585" x="3086100" y="4883150"/>
          <p14:tracePt t="400601" x="3079750" y="4883150"/>
          <p14:tracePt t="400618" x="3054350" y="4889500"/>
          <p14:tracePt t="400634" x="3016250" y="4895850"/>
          <p14:tracePt t="400651" x="2984500" y="4902200"/>
          <p14:tracePt t="400668" x="2908300" y="4946650"/>
          <p14:tracePt t="400684" x="2813050" y="4991100"/>
          <p14:tracePt t="400701" x="2755900" y="5022850"/>
          <p14:tracePt t="400718" x="2616200" y="5080000"/>
          <p14:tracePt t="400734" x="2495550" y="5143500"/>
          <p14:tracePt t="400751" x="2425700" y="5175250"/>
          <p14:tracePt t="400768" x="2298700" y="5232400"/>
          <p14:tracePt t="400784" x="2203450" y="5276850"/>
          <p14:tracePt t="400801" x="2159000" y="5302250"/>
          <p14:tracePt t="400817" x="2108200" y="5327650"/>
          <p14:tracePt t="400834" x="2089150" y="5334000"/>
          <p14:tracePt t="400851" x="2076450" y="5334000"/>
          <p14:tracePt t="400883" x="2070100" y="5334000"/>
          <p14:tracePt t="400900" x="2063750" y="5334000"/>
          <p14:tracePt t="401097" x="2070100" y="5334000"/>
          <p14:tracePt t="401111" x="2076450" y="5334000"/>
          <p14:tracePt t="401131" x="2082800" y="5327650"/>
          <p14:tracePt t="401146" x="2089150" y="5327650"/>
          <p14:tracePt t="401153" x="2101850" y="5321300"/>
          <p14:tracePt t="401169" x="2114550" y="5314950"/>
          <p14:tracePt t="401183" x="2184400" y="5283200"/>
          <p14:tracePt t="401199" x="2241550" y="5251450"/>
          <p14:tracePt t="401216" x="2406650" y="5168900"/>
          <p14:tracePt t="401232" x="2482850" y="5118100"/>
          <p14:tracePt t="401249" x="2647950" y="5016500"/>
          <p14:tracePt t="401266" x="2762250" y="4933950"/>
          <p14:tracePt t="401282" x="2806700" y="4902200"/>
          <p14:tracePt t="401299" x="2863850" y="4883150"/>
          <p14:tracePt t="401315" x="2882900" y="4870450"/>
          <p14:tracePt t="401349" x="2895600" y="4870450"/>
          <p14:tracePt t="401385" x="2895600" y="4876800"/>
          <p14:tracePt t="401398" x="2901950" y="4876800"/>
          <p14:tracePt t="401433" x="2908300" y="4883150"/>
          <p14:tracePt t="401454" x="2914650" y="4889500"/>
          <p14:tracePt t="401461" x="2921000" y="4895850"/>
          <p14:tracePt t="401476" x="2921000" y="4902200"/>
          <p14:tracePt t="401485" x="2927350" y="4908550"/>
          <p14:tracePt t="401498" x="2946400" y="4921250"/>
          <p14:tracePt t="401515" x="2965450" y="4927600"/>
          <p14:tracePt t="401532" x="3079750" y="4984750"/>
          <p14:tracePt t="401548" x="3149600" y="5016500"/>
          <p14:tracePt t="401565" x="3206750" y="5041900"/>
          <p14:tracePt t="401582" x="3416300" y="5124450"/>
          <p14:tracePt t="401598" x="3663950" y="5187950"/>
          <p14:tracePt t="401615" x="3810000" y="5226050"/>
          <p14:tracePt t="401631" x="4108450" y="5283200"/>
          <p14:tracePt t="401648" x="4349750" y="5289550"/>
          <p14:tracePt t="401665" x="4514850" y="5289550"/>
          <p14:tracePt t="401681" x="4552950" y="5289550"/>
          <p14:tracePt t="401697" x="4584700" y="5276850"/>
          <p14:tracePt t="401714" x="4591050" y="5270500"/>
          <p14:tracePt t="401747" x="4584700" y="5257800"/>
          <p14:tracePt t="401764" x="4565650" y="5257800"/>
          <p14:tracePt t="401780" x="4559300" y="5257800"/>
          <p14:tracePt t="401784" x="4546600" y="5257800"/>
          <p14:tracePt t="401800" x="4527550" y="5257800"/>
          <p14:tracePt t="401814" x="4451350" y="5257800"/>
          <p14:tracePt t="401830" x="4387850" y="5251450"/>
          <p14:tracePt t="401848" x="4178300" y="5226050"/>
          <p14:tracePt t="401863" x="4051300" y="5219700"/>
          <p14:tracePt t="401880" x="3784600" y="5194300"/>
          <p14:tracePt t="401897" x="3530600" y="5162550"/>
          <p14:tracePt t="401913" x="3416300" y="5162550"/>
          <p14:tracePt t="401930" x="3213100" y="5156200"/>
          <p14:tracePt t="401947" x="3086100" y="5156200"/>
          <p14:tracePt t="401963" x="3035300" y="5156200"/>
          <p14:tracePt t="401980" x="2984500" y="5168900"/>
          <p14:tracePt t="401996" x="2952750" y="5175250"/>
          <p14:tracePt t="402013" x="2940050" y="5181600"/>
          <p14:tracePt t="402031" x="2921000" y="5194300"/>
          <p14:tracePt t="402046" x="2914650" y="5194300"/>
          <p14:tracePt t="402149" x="2914650" y="5200650"/>
          <p14:tracePt t="402156" x="2914650" y="5207000"/>
          <p14:tracePt t="402165" x="2921000" y="5207000"/>
          <p14:tracePt t="402179" x="2927350" y="5213350"/>
          <p14:tracePt t="402196" x="2927350" y="5219700"/>
          <p14:tracePt t="404555" x="2901950" y="5226050"/>
          <p14:tracePt t="404562" x="2838450" y="5232400"/>
          <p14:tracePt t="404570" x="2781300" y="5245100"/>
          <p14:tracePt t="404587" x="2755900" y="5251450"/>
          <p14:tracePt t="404604" x="2679700" y="5264150"/>
          <p14:tracePt t="404620" x="2641600" y="5283200"/>
          <p14:tracePt t="404637" x="2590800" y="5302250"/>
          <p14:tracePt t="404654" x="2540000" y="5314950"/>
          <p14:tracePt t="404670" x="2514600" y="5321300"/>
          <p14:tracePt t="404688" x="2482850" y="5327650"/>
          <p14:tracePt t="404703" x="2451100" y="5340350"/>
          <p14:tracePt t="404720" x="2432050" y="5340350"/>
          <p14:tracePt t="404737" x="2393950" y="5359400"/>
          <p14:tracePt t="404753" x="2374900" y="5365750"/>
          <p14:tracePt t="404770" x="2355850" y="5372100"/>
          <p14:tracePt t="404787" x="2330450" y="5378450"/>
          <p14:tracePt t="404806" x="2286000" y="5391150"/>
          <p14:tracePt t="404820" x="2260600" y="5391150"/>
          <p14:tracePt t="404837" x="2203450" y="5410200"/>
          <p14:tracePt t="404853" x="2159000" y="5422900"/>
          <p14:tracePt t="404871" x="2025650" y="5441950"/>
          <p14:tracePt t="404886" x="1974850" y="5448300"/>
          <p14:tracePt t="404903" x="1930400" y="5461000"/>
          <p14:tracePt t="404920" x="1847850" y="5473700"/>
          <p14:tracePt t="404936" x="1797050" y="5492750"/>
          <p14:tracePt t="404953" x="1778000" y="5492750"/>
          <p14:tracePt t="404970" x="1733550" y="5499100"/>
          <p14:tracePt t="404986" x="1720850" y="5499100"/>
          <p14:tracePt t="405004" x="1714500" y="5505450"/>
          <p14:tracePt t="405046" x="1708150" y="5505450"/>
          <p14:tracePt t="405165" x="1708150" y="5511800"/>
          <p14:tracePt t="405221" x="1708150" y="5518150"/>
          <p14:tracePt t="405237" x="1714500" y="5518150"/>
          <p14:tracePt t="405243" x="1720850" y="5524500"/>
          <p14:tracePt t="405257" x="1727200" y="5524500"/>
          <p14:tracePt t="405268" x="1727200" y="5530850"/>
          <p14:tracePt t="405285" x="1746250" y="5537200"/>
          <p14:tracePt t="405302" x="1758950" y="5543550"/>
          <p14:tracePt t="405319" x="1797050" y="5562600"/>
          <p14:tracePt t="405335" x="1854200" y="5600700"/>
          <p14:tracePt t="405352" x="1898650" y="5638800"/>
          <p14:tracePt t="405369" x="1968500" y="5695950"/>
          <p14:tracePt t="405385" x="2032000" y="5746750"/>
          <p14:tracePt t="405402" x="2051050" y="5759450"/>
          <p14:tracePt t="405418" x="2089150" y="5797550"/>
          <p14:tracePt t="405434" x="2114550" y="5803900"/>
          <p14:tracePt t="405451" x="2120900" y="5810250"/>
          <p14:tracePt t="405468" x="2133600" y="5810250"/>
          <p14:tracePt t="405516" x="2139950" y="5810250"/>
          <p14:tracePt t="405559" x="2146300" y="5803900"/>
          <p14:tracePt t="405565" x="2152650" y="5803900"/>
          <p14:tracePt t="405594" x="2152650" y="5797550"/>
          <p14:tracePt t="405629" x="2159000" y="5791200"/>
          <p14:tracePt t="405643" x="2159000" y="5784850"/>
          <p14:tracePt t="405678" x="2165350" y="5784850"/>
          <p14:tracePt t="405713" x="2171700" y="5784850"/>
          <p14:tracePt t="405735" x="2171700" y="5778500"/>
          <p14:tracePt t="405769" x="2171700" y="5772150"/>
          <p14:tracePt t="405784" x="2178050" y="5765800"/>
          <p14:tracePt t="405818" x="2178050" y="5759450"/>
          <p14:tracePt t="405825" x="2184400" y="5759450"/>
          <p14:tracePt t="405853" x="2190750" y="5759450"/>
          <p14:tracePt t="405874" x="2197100" y="5759450"/>
          <p14:tracePt t="405889" x="2203450" y="5759450"/>
          <p14:tracePt t="405910" x="2209800" y="5759450"/>
          <p14:tracePt t="405924" x="2209800" y="5753100"/>
          <p14:tracePt t="405938" x="2216150" y="5753100"/>
          <p14:tracePt t="405944" x="2222500" y="5753100"/>
          <p14:tracePt t="405959" x="2228850" y="5753100"/>
          <p14:tracePt t="405967" x="2241550" y="5753100"/>
          <p14:tracePt t="405982" x="2254250" y="5753100"/>
          <p14:tracePt t="406000" x="2298700" y="5753100"/>
          <p14:tracePt t="406016" x="2368550" y="5753100"/>
          <p14:tracePt t="406033" x="2406650" y="5759450"/>
          <p14:tracePt t="406050" x="2514600" y="5759450"/>
          <p14:tracePt t="406066" x="2616200" y="5753100"/>
          <p14:tracePt t="406082" x="2673350" y="5746750"/>
          <p14:tracePt t="406099" x="2749550" y="5746750"/>
          <p14:tracePt t="406115" x="2781300" y="5740400"/>
          <p14:tracePt t="406132" x="2819400" y="5740400"/>
          <p14:tracePt t="406149" x="2844800" y="5734050"/>
          <p14:tracePt t="406166" x="2851150" y="5734050"/>
          <p14:tracePt t="406182" x="2857500" y="5734050"/>
          <p14:tracePt t="406275" x="2851150" y="5734050"/>
          <p14:tracePt t="406295" x="2844800" y="5734050"/>
          <p14:tracePt t="406310" x="2838450" y="5734050"/>
          <p14:tracePt t="406330" x="2825750" y="5734050"/>
          <p14:tracePt t="406358" x="2819400" y="5734050"/>
          <p14:tracePt t="406366" x="2813050" y="5734050"/>
          <p14:tracePt t="406379" x="2806700" y="5734050"/>
          <p14:tracePt t="406387" x="2794000" y="5734050"/>
          <p14:tracePt t="406402" x="2781300" y="5740400"/>
          <p14:tracePt t="406415" x="2743200" y="5740400"/>
          <p14:tracePt t="406431" x="2705100" y="5746750"/>
          <p14:tracePt t="406448" x="2660650" y="5746750"/>
          <p14:tracePt t="406464" x="2571750" y="5753100"/>
          <p14:tracePt t="406481" x="2451100" y="5765800"/>
          <p14:tracePt t="406498" x="2387600" y="5772150"/>
          <p14:tracePt t="406514" x="2279650" y="5778500"/>
          <p14:tracePt t="406531" x="2216150" y="5791200"/>
          <p14:tracePt t="406548" x="2171700" y="5797550"/>
          <p14:tracePt t="406564" x="2152650" y="5797550"/>
          <p14:tracePt t="406581" x="2133600" y="5797550"/>
          <p14:tracePt t="406597" x="2127250" y="5797550"/>
          <p14:tracePt t="406614" x="2120900" y="5797550"/>
          <p14:tracePt t="406630" x="2114550" y="5797550"/>
          <p14:tracePt t="406668" x="2108200" y="5797550"/>
          <p14:tracePt t="406696" x="2101850" y="5797550"/>
          <p14:tracePt t="406759" x="2101850" y="5803900"/>
          <p14:tracePt t="406857" x="2095500" y="5803900"/>
          <p14:tracePt t="406899" x="2089150" y="5803900"/>
          <p14:tracePt t="406927" x="2089150" y="5810250"/>
          <p14:tracePt t="406977" x="2089150" y="5816600"/>
          <p14:tracePt t="406991" x="2089150" y="5822950"/>
          <p14:tracePt t="406999" x="2095500" y="5822950"/>
          <p14:tracePt t="407013" x="2095500" y="5829300"/>
          <p14:tracePt t="407327" x="2082800" y="5822950"/>
          <p14:tracePt t="407341" x="2051050" y="5816600"/>
          <p14:tracePt t="407348" x="2025650" y="5797550"/>
          <p14:tracePt t="407364" x="1993900" y="5791200"/>
          <p14:tracePt t="407378" x="1949450" y="5772150"/>
          <p14:tracePt t="407395" x="1841500" y="5746750"/>
          <p14:tracePt t="407411" x="1727200" y="5746750"/>
          <p14:tracePt t="407428" x="1663700" y="5740400"/>
          <p14:tracePt t="407444" x="1555750" y="5740400"/>
          <p14:tracePt t="407461" x="1485900" y="5740400"/>
          <p14:tracePt t="407477" x="1460500" y="5740400"/>
          <p14:tracePt t="407495" x="1428750" y="5746750"/>
          <p14:tracePt t="407510" x="1390650" y="5759450"/>
          <p14:tracePt t="407527" x="1377950" y="5765800"/>
          <p14:tracePt t="407545" x="1339850" y="5772150"/>
          <p14:tracePt t="407560" x="1276350" y="5803900"/>
          <p14:tracePt t="407577" x="1244600" y="5810250"/>
          <p14:tracePt t="407594" x="1181100" y="5816600"/>
          <p14:tracePt t="407610" x="1155700" y="5835650"/>
          <p14:tracePt t="407627" x="1117600" y="5842000"/>
          <p14:tracePt t="407644" x="1085850" y="5848350"/>
          <p14:tracePt t="407660" x="1073150" y="5848350"/>
          <p14:tracePt t="407677" x="1060450" y="5848350"/>
          <p14:tracePt t="407693" x="1054100" y="5848350"/>
          <p14:tracePt t="407710" x="1047750" y="5848350"/>
          <p14:tracePt t="407743" x="1041400" y="5848350"/>
          <p14:tracePt t="407923" x="1041400" y="5842000"/>
          <p14:tracePt t="407972" x="1047750" y="5842000"/>
          <p14:tracePt t="408015" x="1054100" y="5842000"/>
          <p14:tracePt t="408042" x="1060450" y="5835650"/>
          <p14:tracePt t="408050" x="1066800" y="5835650"/>
          <p14:tracePt t="408071" x="1073150" y="5835650"/>
          <p14:tracePt t="408093" x="1079500" y="5835650"/>
          <p14:tracePt t="408106" x="1098550" y="5835650"/>
          <p14:tracePt t="408112" x="1111250" y="5829300"/>
          <p14:tracePt t="408125" x="1143000" y="5829300"/>
          <p14:tracePt t="408142" x="1219200" y="5829300"/>
          <p14:tracePt t="408158" x="1282700" y="5829300"/>
          <p14:tracePt t="408175" x="1358900" y="5829300"/>
          <p14:tracePt t="408191" x="1600200" y="5829300"/>
          <p14:tracePt t="408208" x="1676400" y="5829300"/>
          <p14:tracePt t="408225" x="1816100" y="5835650"/>
          <p14:tracePt t="408241" x="1873250" y="5842000"/>
          <p14:tracePt t="408258" x="1936750" y="5842000"/>
          <p14:tracePt t="408275" x="1987550" y="5848350"/>
          <p14:tracePt t="408291" x="2000250" y="5848350"/>
          <p14:tracePt t="408308" x="2019300" y="5848350"/>
          <p14:tracePt t="408311" x="2025650" y="5848350"/>
          <p14:tracePt t="408352" x="2038350" y="5848350"/>
          <p14:tracePt t="408380" x="2044700" y="5842000"/>
          <p14:tracePt t="408422" x="2051050" y="5842000"/>
          <p14:tracePt t="408485" x="2051050" y="5835650"/>
          <p14:tracePt t="408527" x="2063750" y="5829300"/>
          <p14:tracePt t="408542" x="2070100" y="5829300"/>
          <p14:tracePt t="408555" x="2076450" y="5822950"/>
          <p14:tracePt t="408562" x="2082800" y="5822950"/>
          <p14:tracePt t="408577" x="2089150" y="5816600"/>
          <p14:tracePt t="408590" x="2095500" y="5816600"/>
          <p14:tracePt t="408607" x="2133600" y="5803900"/>
          <p14:tracePt t="408624" x="2146300" y="5797550"/>
          <p14:tracePt t="408640" x="2228850" y="5772150"/>
          <p14:tracePt t="408657" x="2343150" y="5734050"/>
          <p14:tracePt t="408674" x="2393950" y="5715000"/>
          <p14:tracePt t="408689" x="2527300" y="5676900"/>
          <p14:tracePt t="408707" x="2635250" y="5651500"/>
          <p14:tracePt t="408724" x="2717800" y="5638800"/>
          <p14:tracePt t="408740" x="2749550" y="5626100"/>
          <p14:tracePt t="408756" x="2774950" y="5613400"/>
          <p14:tracePt t="408773" x="2787650" y="5607050"/>
          <p14:tracePt t="408806" x="2806700" y="5626100"/>
          <p14:tracePt t="408823" x="2806700" y="5638800"/>
          <p14:tracePt t="410015" x="2857500" y="5626100"/>
          <p14:tracePt t="410029" x="2933700" y="5619750"/>
          <p14:tracePt t="410038" x="3035300" y="5607050"/>
          <p14:tracePt t="410052" x="3143250" y="5600700"/>
          <p14:tracePt t="410068" x="3257550" y="5588000"/>
          <p14:tracePt t="410086" x="3632200" y="5588000"/>
          <p14:tracePt t="410102" x="3771900" y="5588000"/>
          <p14:tracePt t="410118" x="3911600" y="5600700"/>
          <p14:tracePt t="410135" x="4159250" y="5645150"/>
          <p14:tracePt t="410152" x="4445000" y="5689600"/>
          <p14:tracePt t="410168" x="4622800" y="5727700"/>
          <p14:tracePt t="410185" x="4819650" y="5791200"/>
          <p14:tracePt t="410202" x="4946650" y="5854700"/>
          <p14:tracePt t="410219" x="5016500" y="5892800"/>
          <p14:tracePt t="410234" x="5041900" y="5905500"/>
          <p14:tracePt t="410251" x="5067300" y="5911850"/>
          <p14:tracePt t="410268" x="5073650" y="5911850"/>
          <p14:tracePt t="410367" x="5073650" y="5905500"/>
          <p14:tracePt t="410388" x="5073650" y="5899150"/>
          <p14:tracePt t="410458" x="5080000" y="5899150"/>
          <p14:tracePt t="410479" x="5092700" y="5899150"/>
          <p14:tracePt t="410499" x="5099050" y="5899150"/>
          <p14:tracePt t="410521" x="5105400" y="5899150"/>
          <p14:tracePt t="410528" x="5111750" y="5892800"/>
          <p14:tracePt t="410542" x="5118100" y="5892800"/>
          <p14:tracePt t="410550" x="5137150" y="5886450"/>
          <p14:tracePt t="410567" x="5156200" y="5873750"/>
          <p14:tracePt t="410584" x="5226050" y="5861050"/>
          <p14:tracePt t="410600" x="5391150" y="5842000"/>
          <p14:tracePt t="410617" x="5505450" y="5829300"/>
          <p14:tracePt t="410634" x="5829300" y="5810250"/>
          <p14:tracePt t="410650" x="6254750" y="5816600"/>
          <p14:tracePt t="410667" x="6515100" y="5816600"/>
          <p14:tracePt t="410683" x="6946900" y="5854700"/>
          <p14:tracePt t="410700" x="7143750" y="5880100"/>
          <p14:tracePt t="410717" x="7429500" y="5892800"/>
          <p14:tracePt t="410732" x="7613650" y="5892800"/>
          <p14:tracePt t="410749" x="7670800" y="5892800"/>
          <p14:tracePt t="410766" x="7721600" y="5867400"/>
          <p14:tracePt t="410783" x="7734300" y="5854700"/>
          <p14:tracePt t="410799" x="7734300" y="5848350"/>
          <p14:tracePt t="410832" x="7734300" y="5842000"/>
          <p14:tracePt t="410852" x="7727950" y="5842000"/>
          <p14:tracePt t="410866" x="7727950" y="5835650"/>
          <p14:tracePt t="410893" x="7727950" y="5829300"/>
          <p14:tracePt t="410928" x="7727950" y="5822950"/>
          <p14:tracePt t="410942" x="7727950" y="5816600"/>
          <p14:tracePt t="410952" x="7727950" y="5810250"/>
          <p14:tracePt t="410970" x="7734300" y="5803900"/>
          <p14:tracePt t="410986" x="7740650" y="5803900"/>
          <p14:tracePt t="410998" x="7753350" y="5797550"/>
          <p14:tracePt t="411032" x="7759700" y="5791200"/>
          <p14:tracePt t="411050" x="7785100" y="5784850"/>
          <p14:tracePt t="411065" x="7823200" y="5759450"/>
          <p14:tracePt t="411083" x="7861300" y="5734050"/>
          <p14:tracePt t="411098" x="7874000" y="5721350"/>
          <p14:tracePt t="411115" x="7893050" y="5702300"/>
          <p14:tracePt t="411132" x="7905750" y="5702300"/>
          <p14:tracePt t="411164" x="7899400" y="5702300"/>
          <p14:tracePt t="411195" x="7893050" y="5702300"/>
          <p14:tracePt t="411202" x="7886700" y="5702300"/>
          <p14:tracePt t="411214" x="7880350" y="5702300"/>
          <p14:tracePt t="411232" x="7874000" y="5702300"/>
          <p14:tracePt t="411247" x="7867650" y="5702300"/>
          <p14:tracePt t="411265" x="7861300" y="5708650"/>
          <p14:tracePt t="411281" x="7854950" y="5708650"/>
          <p14:tracePt t="411297" x="7848600" y="5715000"/>
          <p14:tracePt t="411315" x="7835900" y="5715000"/>
          <p14:tracePt t="411406" x="7835900" y="5721350"/>
          <p14:tracePt t="411412" x="7848600" y="5721350"/>
          <p14:tracePt t="411434" x="7861300" y="5721350"/>
          <p14:tracePt t="411441" x="7867650" y="5715000"/>
          <p14:tracePt t="411455" x="7874000" y="5715000"/>
          <p14:tracePt t="411463" x="7899400" y="5708650"/>
          <p14:tracePt t="411480" x="7912100" y="5702300"/>
          <p14:tracePt t="411497" x="7943850" y="5689600"/>
          <p14:tracePt t="411513" x="7962900" y="5676900"/>
          <p14:tracePt t="411531" x="7969250" y="5676900"/>
          <p14:tracePt t="411563" x="7962900" y="5676900"/>
          <p14:tracePt t="411581" x="7943850" y="5676900"/>
          <p14:tracePt t="411596" x="7937500" y="5676900"/>
          <p14:tracePt t="411630" x="7918450" y="5670550"/>
          <p14:tracePt t="411646" x="7912100" y="5670550"/>
          <p14:tracePt t="411663" x="7912100" y="5664200"/>
          <p14:tracePt t="411696" x="7905750" y="5657850"/>
          <p14:tracePt t="411729" x="7912100" y="5651500"/>
          <p14:tracePt t="411746" x="7924800" y="5638800"/>
          <p14:tracePt t="411763" x="7956550" y="5613400"/>
          <p14:tracePt t="411779" x="7975600" y="5600700"/>
          <p14:tracePt t="411796" x="8020050" y="5562600"/>
          <p14:tracePt t="411813" x="8058150" y="5524500"/>
          <p14:tracePt t="411829" x="8070850" y="5511800"/>
          <p14:tracePt t="411833" x="8083550" y="5505450"/>
          <p14:tracePt t="411846" x="8089900" y="5492750"/>
          <p14:tracePt t="411864" x="8096250" y="5492750"/>
          <p14:tracePt t="411879" x="8102600" y="5499100"/>
          <p14:tracePt t="419316" x="8020050" y="5499100"/>
          <p14:tracePt t="419329" x="7880350" y="5492750"/>
          <p14:tracePt t="419339" x="7740650" y="5480050"/>
          <p14:tracePt t="419353" x="7562850" y="5461000"/>
          <p14:tracePt t="419371" x="6959600" y="5365750"/>
          <p14:tracePt t="419386" x="6356350" y="5251450"/>
          <p14:tracePt t="419402" x="6032500" y="5200650"/>
          <p14:tracePt t="419421" x="5511800" y="5111750"/>
          <p14:tracePt t="419436" x="5238750" y="5086350"/>
          <p14:tracePt t="419453" x="4743450" y="5010150"/>
          <p14:tracePt t="419471" x="4286250" y="4965700"/>
          <p14:tracePt t="419486" x="4025900" y="4965700"/>
          <p14:tracePt t="419503" x="3670300" y="4946650"/>
          <p14:tracePt t="419519" x="3295650" y="4953000"/>
          <p14:tracePt t="419535" x="3143250" y="4953000"/>
          <p14:tracePt t="419553" x="2927350" y="4972050"/>
          <p14:tracePt t="419569" x="2768600" y="5010150"/>
          <p14:tracePt t="419586" x="2698750" y="5016500"/>
          <p14:tracePt t="419603" x="2578100" y="5048250"/>
          <p14:tracePt t="419619" x="2470150" y="5073650"/>
          <p14:tracePt t="419635" x="2432050" y="5092700"/>
          <p14:tracePt t="419652" x="2368550" y="5099050"/>
          <p14:tracePt t="419669" x="2311400" y="5105400"/>
          <p14:tracePt t="419686" x="2292350" y="5111750"/>
          <p14:tracePt t="419702" x="2260600" y="5111750"/>
          <p14:tracePt t="419718" x="2241550" y="5118100"/>
          <p14:tracePt t="419736" x="2203450" y="5124450"/>
          <p14:tracePt t="419752" x="2165350" y="5137150"/>
          <p14:tracePt t="419768" x="2133600" y="5137150"/>
          <p14:tracePt t="419785" x="2089150" y="5143500"/>
          <p14:tracePt t="419802" x="1993900" y="5156200"/>
          <p14:tracePt t="419819" x="1962150" y="5168900"/>
          <p14:tracePt t="419835" x="1879600" y="5181600"/>
          <p14:tracePt t="419851" x="1771650" y="5232400"/>
          <p14:tracePt t="419868" x="1701800" y="5257800"/>
          <p14:tracePt t="419871" x="1619250" y="5276850"/>
          <p14:tracePt t="419885" x="1530350" y="5327650"/>
          <p14:tracePt t="419902" x="1352550" y="5435600"/>
          <p14:tracePt t="419919" x="1162050" y="5562600"/>
          <p14:tracePt t="419934" x="1079500" y="5613400"/>
          <p14:tracePt t="419951" x="952500" y="5708650"/>
          <p14:tracePt t="419968" x="863600" y="5753100"/>
          <p14:tracePt t="419984" x="844550" y="5759450"/>
          <p14:tracePt t="420001" x="825500" y="5765800"/>
          <p14:tracePt t="420018" x="812800" y="5772150"/>
          <p14:tracePt t="420080" x="806450" y="5772150"/>
          <p14:tracePt t="420136" x="806450" y="5765800"/>
          <p14:tracePt t="420179" x="812800" y="5765800"/>
          <p14:tracePt t="420199" x="819150" y="5765800"/>
          <p14:tracePt t="420206" x="825500" y="5765800"/>
          <p14:tracePt t="420228" x="831850" y="5765800"/>
          <p14:tracePt t="420242" x="838200" y="5765800"/>
          <p14:tracePt t="420250" x="844550" y="5765800"/>
          <p14:tracePt t="420270" x="850900" y="5765800"/>
          <p14:tracePt t="420284" x="857250" y="5765800"/>
          <p14:tracePt t="420300" x="876300" y="5765800"/>
          <p14:tracePt t="420316" x="882650" y="5765800"/>
          <p14:tracePt t="420334" x="914400" y="5759450"/>
          <p14:tracePt t="420350" x="933450" y="5759450"/>
          <p14:tracePt t="420366" x="1003300" y="5746750"/>
          <p14:tracePt t="420370" x="1041400" y="5734050"/>
          <p14:tracePt t="420383" x="1098550" y="5727700"/>
          <p14:tracePt t="420399" x="1149350" y="5721350"/>
          <p14:tracePt t="420417" x="1295400" y="5702300"/>
          <p14:tracePt t="420433" x="1416050" y="5683250"/>
          <p14:tracePt t="420449" x="1466850" y="5683250"/>
          <p14:tracePt t="420466" x="1562100" y="5664200"/>
          <p14:tracePt t="420482" x="1619250" y="5664200"/>
          <p14:tracePt t="420499" x="1644650" y="5664200"/>
          <p14:tracePt t="420516" x="1695450" y="5657850"/>
          <p14:tracePt t="420532" x="1746250" y="5651500"/>
          <p14:tracePt t="420549" x="1765300" y="5645150"/>
          <p14:tracePt t="420565" x="1816100" y="5645150"/>
          <p14:tracePt t="420582" x="1854200" y="5645150"/>
          <p14:tracePt t="420599" x="1879600" y="5645150"/>
          <p14:tracePt t="420615" x="1892300" y="5645150"/>
          <p14:tracePt t="420632" x="1898650" y="5645150"/>
          <p14:tracePt t="420649" x="1905000" y="5645150"/>
          <p14:tracePt t="420691" x="1911350" y="5645150"/>
          <p14:tracePt t="420775" x="1911350" y="5651500"/>
          <p14:tracePt t="420803" x="1917700" y="5651500"/>
          <p14:tracePt t="420810" x="1924050" y="5651500"/>
          <p14:tracePt t="420823" x="1936750" y="5651500"/>
          <p14:tracePt t="420834" x="1949450" y="5651500"/>
          <p14:tracePt t="420848" x="1968500" y="5664200"/>
          <p14:tracePt t="420865" x="2051050" y="5670550"/>
          <p14:tracePt t="420881" x="2209800" y="5695950"/>
          <p14:tracePt t="420898" x="2311400" y="5708650"/>
          <p14:tracePt t="420915" x="2489200" y="5740400"/>
          <p14:tracePt t="420931" x="2622550" y="5759450"/>
          <p14:tracePt t="420947" x="2673350" y="5759450"/>
          <p14:tracePt t="420965" x="2724150" y="5759450"/>
          <p14:tracePt t="420981" x="2736850" y="5765800"/>
          <p14:tracePt t="420997" x="2743200" y="5765800"/>
          <p14:tracePt t="421042" x="2743200" y="5759450"/>
          <p14:tracePt t="421063" x="2743200" y="5753100"/>
          <p14:tracePt t="421091" x="2730500" y="5746750"/>
          <p14:tracePt t="421112" x="2717800" y="5746750"/>
          <p14:tracePt t="421126" x="2711450" y="5746750"/>
          <p14:tracePt t="421140" x="2705100" y="5746750"/>
          <p14:tracePt t="421154" x="2698750" y="5746750"/>
          <p14:tracePt t="421182" x="2692400" y="5746750"/>
          <p14:tracePt t="421197" x="2686050" y="5746750"/>
          <p14:tracePt t="421203" x="2679700" y="5746750"/>
          <p14:tracePt t="421213" x="2673350" y="5746750"/>
          <p14:tracePt t="421230" x="2667000" y="5746750"/>
          <p14:tracePt t="421246" x="2635250" y="5746750"/>
          <p14:tracePt t="421263" x="2616200" y="5746750"/>
          <p14:tracePt t="421280" x="2508250" y="5746750"/>
          <p14:tracePt t="421296" x="2470150" y="5746750"/>
          <p14:tracePt t="421313" x="2432050" y="5746750"/>
          <p14:tracePt t="421330" x="2362200" y="5746750"/>
          <p14:tracePt t="421346" x="2317750" y="5746750"/>
          <p14:tracePt t="421363" x="2298700" y="5746750"/>
          <p14:tracePt t="421367" x="2292350" y="5746750"/>
          <p14:tracePt t="421379" x="2279650" y="5746750"/>
          <p14:tracePt t="421396" x="2266950" y="5746750"/>
          <p14:tracePt t="421414" x="2260600" y="5746750"/>
          <p14:tracePt t="421561" x="2266950" y="5746750"/>
          <p14:tracePt t="421582" x="2273300" y="5746750"/>
          <p14:tracePt t="421597" x="2279650" y="5746750"/>
          <p14:tracePt t="421603" x="2286000" y="5740400"/>
          <p14:tracePt t="421624" x="2298700" y="5740400"/>
          <p14:tracePt t="421632" x="2330450" y="5734050"/>
          <p14:tracePt t="421648" x="2355850" y="5734050"/>
          <p14:tracePt t="421662" x="2406650" y="5727700"/>
          <p14:tracePt t="421678" x="2527300" y="5708650"/>
          <p14:tracePt t="421695" x="2667000" y="5689600"/>
          <p14:tracePt t="421711" x="2736850" y="5683250"/>
          <p14:tracePt t="421729" x="2870200" y="5645150"/>
          <p14:tracePt t="421744" x="2978150" y="5613400"/>
          <p14:tracePt t="421761" x="3016250" y="5613400"/>
          <p14:tracePt t="421779" x="3105150" y="5613400"/>
          <p14:tracePt t="421794" x="3136900" y="5613400"/>
          <p14:tracePt t="423803" x="3105150" y="5613400"/>
          <p14:tracePt t="423810" x="3054350" y="5613400"/>
          <p14:tracePt t="423820" x="3003550" y="5613400"/>
          <p14:tracePt t="423839" x="2921000" y="5613400"/>
          <p14:tracePt t="423854" x="2870200" y="5613400"/>
          <p14:tracePt t="423871" x="2819400" y="5613400"/>
          <p14:tracePt t="423888" x="2660650" y="5626100"/>
          <p14:tracePt t="423904" x="2597150" y="5626100"/>
          <p14:tracePt t="423921" x="2520950" y="5626100"/>
          <p14:tracePt t="423937" x="2381250" y="5626100"/>
          <p14:tracePt t="423954" x="2286000" y="5632450"/>
          <p14:tracePt t="423970" x="2260600" y="5632450"/>
          <p14:tracePt t="423987" x="2209800" y="5638800"/>
          <p14:tracePt t="424004" x="2165350" y="5651500"/>
          <p14:tracePt t="424021" x="2139950" y="5651500"/>
          <p14:tracePt t="424037" x="2057400" y="5670550"/>
          <p14:tracePt t="424054" x="1968500" y="5715000"/>
          <p14:tracePt t="424071" x="1873250" y="5759450"/>
          <p14:tracePt t="424087" x="1828800" y="5791200"/>
          <p14:tracePt t="424103" x="1758950" y="5829300"/>
          <p14:tracePt t="424120" x="1727200" y="5854700"/>
          <p14:tracePt t="424136" x="1708150" y="5861050"/>
          <p14:tracePt t="424154" x="1689100" y="5867400"/>
          <p14:tracePt t="424169" x="1663700" y="5880100"/>
          <p14:tracePt t="424186" x="1657350" y="5886450"/>
          <p14:tracePt t="424204" x="1644650" y="5892800"/>
          <p14:tracePt t="424220" x="1638300" y="5899150"/>
          <p14:tracePt t="424330" x="1644650" y="5899150"/>
          <p14:tracePt t="424351" x="1651000" y="5899150"/>
          <p14:tracePt t="424442" x="1657350" y="5899150"/>
          <p14:tracePt t="424512" x="1663700" y="5899150"/>
          <p14:tracePt t="424554" x="1670050" y="5899150"/>
          <p14:tracePt t="424561" x="1670050" y="5905500"/>
          <p14:tracePt t="424582" x="1676400" y="5905500"/>
          <p14:tracePt t="424589" x="1682750" y="5911850"/>
          <p14:tracePt t="424605" x="1689100" y="5911850"/>
          <p14:tracePt t="424618" x="1701800" y="5918200"/>
          <p14:tracePt t="424635" x="1746250" y="5943600"/>
          <p14:tracePt t="424652" x="1797050" y="5962650"/>
          <p14:tracePt t="424668" x="1816100" y="5988050"/>
          <p14:tracePt t="424685" x="1879600" y="6007100"/>
          <p14:tracePt t="424702" x="1911350" y="6026150"/>
          <p14:tracePt t="424718" x="1924050" y="6045200"/>
          <p14:tracePt t="424734" x="1943100" y="6057900"/>
          <p14:tracePt t="424751" x="1955800" y="6057900"/>
          <p14:tracePt t="424768" x="1962150" y="6057900"/>
          <p14:tracePt t="424785" x="1968500" y="6057900"/>
          <p14:tracePt t="424856" x="1974850" y="6057900"/>
          <p14:tracePt t="424891" x="1981200" y="6057900"/>
          <p14:tracePt t="424905" x="1987550" y="6057900"/>
          <p14:tracePt t="424912" x="2000250" y="6057900"/>
          <p14:tracePt t="424926" x="2006600" y="6057900"/>
          <p14:tracePt t="424934" x="2012950" y="6057900"/>
          <p14:tracePt t="424950" x="2019300" y="6057900"/>
          <p14:tracePt t="424967" x="2070100" y="6057900"/>
          <p14:tracePt t="424984" x="2171700" y="6051550"/>
          <p14:tracePt t="425000" x="2241550" y="6051550"/>
          <p14:tracePt t="425017" x="2355850" y="6051550"/>
          <p14:tracePt t="425033" x="2457450" y="6051550"/>
          <p14:tracePt t="425050" x="2501900" y="6051550"/>
          <p14:tracePt t="425067" x="2559050" y="6051550"/>
          <p14:tracePt t="425083" x="2590800" y="6064250"/>
          <p14:tracePt t="425100" x="2597150" y="6064250"/>
          <p14:tracePt t="425116" x="2616200" y="6064250"/>
          <p14:tracePt t="425256" x="2609850" y="6064250"/>
          <p14:tracePt t="425291" x="2603500" y="6064250"/>
          <p14:tracePt t="425312" x="2597150" y="6064250"/>
          <p14:tracePt t="425334" x="2590800" y="6064250"/>
          <p14:tracePt t="425354" x="2584450" y="6064250"/>
          <p14:tracePt t="425361" x="2571750" y="6064250"/>
          <p14:tracePt t="425375" x="2559050" y="6070600"/>
          <p14:tracePt t="425385" x="2540000" y="6070600"/>
          <p14:tracePt t="425399" x="2495550" y="6076950"/>
          <p14:tracePt t="425415" x="2457450" y="6076950"/>
          <p14:tracePt t="425432" x="2311400" y="6102350"/>
          <p14:tracePt t="425449" x="2247900" y="6102350"/>
          <p14:tracePt t="425467" x="2152650" y="6121400"/>
          <p14:tracePt t="425482" x="2108200" y="6127750"/>
          <p14:tracePt t="425498" x="2051050" y="6134100"/>
          <p14:tracePt t="425516" x="2019300" y="6134100"/>
          <p14:tracePt t="425532" x="1993900" y="6140450"/>
          <p14:tracePt t="425549" x="1987550" y="6140450"/>
          <p14:tracePt t="425566" x="1981200" y="6140450"/>
          <p14:tracePt t="425733" x="1968500" y="6134100"/>
          <p14:tracePt t="425747" x="1962150" y="6134100"/>
          <p14:tracePt t="425754" x="1949450" y="6134100"/>
          <p14:tracePt t="425768" x="1936750" y="6134100"/>
          <p14:tracePt t="425781" x="1917700" y="6127750"/>
          <p14:tracePt t="425797" x="1860550" y="6121400"/>
          <p14:tracePt t="425814" x="1809750" y="6115050"/>
          <p14:tracePt t="425831" x="1682750" y="6115050"/>
          <p14:tracePt t="425847" x="1536700" y="6115050"/>
          <p14:tracePt t="425864" x="1473200" y="6115050"/>
          <p14:tracePt t="425881" x="1358900" y="6115050"/>
          <p14:tracePt t="425897" x="1289050" y="6115050"/>
          <p14:tracePt t="425914" x="1263650" y="6115050"/>
          <p14:tracePt t="425917" x="1250950" y="6115050"/>
          <p14:tracePt t="425930" x="1238250" y="6115050"/>
          <p14:tracePt t="425947" x="1219200" y="6115050"/>
          <p14:tracePt t="425965" x="1212850" y="6115050"/>
          <p14:tracePt t="426316" x="1212850" y="6108700"/>
          <p14:tracePt t="426330" x="1219200" y="6108700"/>
          <p14:tracePt t="426336" x="1231900" y="6102350"/>
          <p14:tracePt t="426345" x="1250950" y="6102350"/>
          <p14:tracePt t="426362" x="1289050" y="6089650"/>
          <p14:tracePt t="426379" x="1390650" y="6032500"/>
          <p14:tracePt t="426395" x="1473200" y="6000750"/>
          <p14:tracePt t="426412" x="1612900" y="5905500"/>
          <p14:tracePt t="426429" x="1739900" y="5816600"/>
          <p14:tracePt t="426446" x="1784350" y="5759450"/>
          <p14:tracePt t="426463" x="1854200" y="5689600"/>
          <p14:tracePt t="426478" x="1873250" y="5581650"/>
          <p14:tracePt t="426495" x="1873250" y="5518150"/>
          <p14:tracePt t="426512" x="1822450" y="5378450"/>
          <p14:tracePt t="426528" x="1771650" y="5232400"/>
          <p14:tracePt t="426545" x="1746250" y="5162550"/>
          <p14:tracePt t="426562" x="1689100" y="5067300"/>
          <p14:tracePt t="426578" x="1638300" y="4978400"/>
          <p14:tracePt t="426595" x="1606550" y="4933950"/>
          <p14:tracePt t="426612" x="1536700" y="4826000"/>
          <p14:tracePt t="426628" x="1473200" y="4762500"/>
          <p14:tracePt t="426646" x="1428750" y="4724400"/>
          <p14:tracePt t="426661" x="1416050" y="4711700"/>
          <p14:tracePt t="426678" x="1409700" y="4705350"/>
          <p14:tracePt t="426695" x="1397000" y="4699000"/>
          <p14:tracePt t="426728" x="1390650" y="4699000"/>
          <p14:tracePt t="426765" x="1390650" y="4705350"/>
          <p14:tracePt t="426898" x="1390650" y="4711700"/>
          <p14:tracePt t="426926" x="1397000" y="4711700"/>
          <p14:tracePt t="426947" x="1403350" y="4711700"/>
          <p14:tracePt t="426968" x="1409700" y="4711700"/>
          <p14:tracePt t="426975" x="1416050" y="4711700"/>
          <p14:tracePt t="427018" x="1422400" y="4711700"/>
          <p14:tracePt t="427045" x="1428750" y="4711700"/>
          <p14:tracePt t="427088" x="1435100" y="4711700"/>
          <p14:tracePt t="427109" x="1441450" y="4711700"/>
          <p14:tracePt t="427115" x="1447800" y="4711700"/>
          <p14:tracePt t="427130" x="1454150" y="4711700"/>
          <p14:tracePt t="427228" x="1460500" y="4711700"/>
          <p14:tracePt t="427628" x="1454150" y="4711700"/>
          <p14:tracePt t="427649" x="1447800" y="4711700"/>
          <p14:tracePt t="427670" x="1441450" y="4711700"/>
          <p14:tracePt t="427719" x="1435100" y="4711700"/>
          <p14:tracePt t="427733" x="1428750" y="4711700"/>
          <p14:tracePt t="427747" x="1422400" y="4711700"/>
          <p14:tracePt t="427762" x="1409700" y="4711700"/>
          <p14:tracePt t="427774" x="1397000" y="4711700"/>
          <p14:tracePt t="427790" x="1327150" y="4711700"/>
          <p14:tracePt t="427807" x="1289050" y="4711700"/>
          <p14:tracePt t="427824" x="1174750" y="4711700"/>
          <p14:tracePt t="427840" x="1060450" y="4711700"/>
          <p14:tracePt t="427857" x="1003300" y="4711700"/>
          <p14:tracePt t="427874" x="889000" y="4711700"/>
          <p14:tracePt t="427890" x="812800" y="4718050"/>
          <p14:tracePt t="427907" x="781050" y="4718050"/>
          <p14:tracePt t="427923" x="749300" y="4718050"/>
          <p14:tracePt t="427940" x="736600" y="4724400"/>
          <p14:tracePt t="427957" x="723900" y="4724400"/>
          <p14:tracePt t="428000" x="723900" y="4730750"/>
          <p14:tracePt t="428260" x="717550" y="4730750"/>
          <p14:tracePt t="428281" x="711200" y="4730750"/>
          <p14:tracePt t="428288" x="704850" y="4730750"/>
          <p14:tracePt t="428309" x="692150" y="4730750"/>
          <p14:tracePt t="428330" x="679450" y="4730750"/>
          <p14:tracePt t="428344" x="666750" y="4730750"/>
          <p14:tracePt t="428351" x="654050" y="4730750"/>
          <p14:tracePt t="428358" x="641350" y="4730750"/>
          <p14:tracePt t="428373" x="622300" y="4730750"/>
          <p14:tracePt t="428388" x="603250" y="4730750"/>
          <p14:tracePt t="428405" x="558800" y="4730750"/>
          <p14:tracePt t="428422" x="520700" y="4730750"/>
          <p14:tracePt t="428438" x="501650" y="4730750"/>
          <p14:tracePt t="428456" x="457200" y="4730750"/>
          <p14:tracePt t="428472" x="431800" y="4737100"/>
          <p14:tracePt t="428488" x="425450" y="4737100"/>
          <p14:tracePt t="428505" x="419100" y="4743450"/>
          <p14:tracePt t="428521" x="412750" y="4743450"/>
          <p14:tracePt t="428557" x="412750" y="4749800"/>
          <p14:tracePt t="428771" x="400050" y="4749800"/>
          <p14:tracePt t="428786" x="393700" y="4749800"/>
          <p14:tracePt t="428793" x="387350" y="4749800"/>
          <p14:tracePt t="428803" x="381000" y="4749800"/>
          <p14:tracePt t="428823" x="374650" y="4749800"/>
          <p14:tracePt t="428837" x="361950" y="4749800"/>
          <p14:tracePt t="428854" x="349250" y="4749800"/>
          <p14:tracePt t="428871" x="298450" y="4749800"/>
          <p14:tracePt t="428887" x="273050" y="4749800"/>
          <p14:tracePt t="428903" x="254000" y="4749800"/>
          <p14:tracePt t="428920" x="222250" y="4743450"/>
          <p14:tracePt t="428937" x="196850" y="4737100"/>
          <p14:tracePt t="428954" x="171450" y="4730750"/>
          <p14:tracePt t="428970" x="171450" y="4724400"/>
          <p14:tracePt t="428987" x="158750" y="4724400"/>
          <p14:tracePt t="429004" x="152400" y="4724400"/>
          <p14:tracePt t="429474" x="158750" y="4724400"/>
          <p14:tracePt t="429503" x="165100" y="4724400"/>
          <p14:tracePt t="429537" x="171450" y="4724400"/>
          <p14:tracePt t="429587" x="177800" y="4724400"/>
          <p14:tracePt t="429593" x="184150" y="4724400"/>
          <p14:tracePt t="429635" x="184150" y="4718050"/>
          <p14:tracePt t="429663" x="190500" y="4718050"/>
          <p14:tracePt t="429727" x="196850" y="4711700"/>
          <p14:tracePt t="429748" x="203200" y="4711700"/>
          <p14:tracePt t="429783" x="209550" y="4711700"/>
          <p14:tracePt t="429818" x="215900" y="4711700"/>
          <p14:tracePt t="429846" x="222250" y="4711700"/>
          <p14:tracePt t="429868" x="234950" y="4711700"/>
          <p14:tracePt t="429874" x="247650" y="4711700"/>
          <p14:tracePt t="429888" x="279400" y="4718050"/>
          <p14:tracePt t="429900" x="317500" y="4724400"/>
          <p14:tracePt t="429917" x="476250" y="4775200"/>
          <p14:tracePt t="429934" x="609600" y="4819650"/>
          <p14:tracePt t="429951" x="958850" y="4946650"/>
          <p14:tracePt t="429966" x="1416050" y="5124450"/>
          <p14:tracePt t="429983" x="1657350" y="5213350"/>
          <p14:tracePt t="430000" x="2044700" y="5378450"/>
          <p14:tracePt t="430016" x="2311400" y="5486400"/>
          <p14:tracePt t="430033" x="2419350" y="5537200"/>
          <p14:tracePt t="430050" x="2565400" y="5607050"/>
          <p14:tracePt t="430066" x="2679700" y="5657850"/>
          <p14:tracePt t="430083" x="2711450" y="5676900"/>
          <p14:tracePt t="430099" x="2774950" y="5708650"/>
          <p14:tracePt t="430116" x="2800350" y="5721350"/>
          <p14:tracePt t="430134" x="2844800" y="5734050"/>
          <p14:tracePt t="430149" x="2857500" y="5734050"/>
          <p14:tracePt t="430166" x="2863850" y="5734050"/>
          <p14:tracePt t="430183" x="2882900" y="5734050"/>
          <p14:tracePt t="430199" x="2908300" y="5746750"/>
          <p14:tracePt t="430216" x="2921000" y="5746750"/>
          <p14:tracePt t="430232" x="2946400" y="5753100"/>
          <p14:tracePt t="430249" x="2984500" y="5759450"/>
          <p14:tracePt t="430265" x="2997200" y="5765800"/>
          <p14:tracePt t="430282" x="3028950" y="5778500"/>
          <p14:tracePt t="430298" x="3048000" y="5784850"/>
          <p14:tracePt t="430316" x="3060700" y="5791200"/>
          <p14:tracePt t="430331" x="3067050" y="5791200"/>
          <p14:tracePt t="430348" x="3073400" y="5791200"/>
          <p14:tracePt t="430381" x="3079750" y="5797550"/>
          <p14:tracePt t="430428" x="3079750" y="5803900"/>
          <p14:tracePt t="430520" x="3079750" y="5816600"/>
          <p14:tracePt t="430541" x="3073400" y="5829300"/>
          <p14:tracePt t="430549" x="3073400" y="5835650"/>
          <p14:tracePt t="430554" x="3067050" y="5848350"/>
          <p14:tracePt t="430569" x="3060700" y="5861050"/>
          <p14:tracePt t="430581" x="3054350" y="5880100"/>
          <p14:tracePt t="430598" x="3041650" y="5949950"/>
          <p14:tracePt t="430614" x="3022600" y="5994400"/>
          <p14:tracePt t="430631" x="2984500" y="6083300"/>
          <p14:tracePt t="430647" x="2971800" y="6153150"/>
          <p14:tracePt t="430664" x="2952750" y="6184900"/>
          <p14:tracePt t="430681" x="2946400" y="6223000"/>
          <p14:tracePt t="430697" x="2940050" y="6242050"/>
          <p14:tracePt t="430714" x="2940050" y="6248400"/>
          <p14:tracePt t="430765" x="2940050" y="6242050"/>
          <p14:tracePt t="430779" x="2940050" y="6229350"/>
          <p14:tracePt t="430786" x="2946400" y="6223000"/>
          <p14:tracePt t="430801" x="2952750" y="6223000"/>
          <p14:tracePt t="430814" x="2959100" y="6216650"/>
          <p14:tracePt t="430830" x="2959100" y="6191250"/>
          <p14:tracePt t="430847" x="2965450" y="6178550"/>
          <p14:tracePt t="430863" x="2971800" y="6127750"/>
          <p14:tracePt t="430880" x="2984500" y="6057900"/>
          <p14:tracePt t="430897" x="2984500" y="6007100"/>
          <p14:tracePt t="430913" x="2997200" y="5886450"/>
          <p14:tracePt t="430930" x="3003550" y="5772150"/>
          <p14:tracePt t="430946" x="3003550" y="5721350"/>
          <p14:tracePt t="430963" x="3003550" y="5670550"/>
          <p14:tracePt t="430980" x="3009900" y="5638800"/>
          <p14:tracePt t="430997" x="3009900" y="5626100"/>
          <p14:tracePt t="431013" x="3009900" y="5619750"/>
          <p14:tracePt t="431029" x="3009900" y="5613400"/>
          <p14:tracePt t="431088" x="3003550" y="5619750"/>
          <p14:tracePt t="431109" x="2997200" y="5626100"/>
          <p14:tracePt t="431116" x="2990850" y="5632450"/>
          <p14:tracePt t="431132" x="2990850" y="5638800"/>
          <p14:tracePt t="431145" x="2990850" y="5645150"/>
          <p14:tracePt t="431162" x="2984500" y="5651500"/>
          <p14:tracePt t="431180" x="2978150" y="5664200"/>
          <p14:tracePt t="431212" x="2959100" y="5689600"/>
          <p14:tracePt t="431229" x="2940050" y="5734050"/>
          <p14:tracePt t="431245" x="2927350" y="5759450"/>
          <p14:tracePt t="431262" x="2876550" y="5829300"/>
          <p14:tracePt t="431278" x="2832100" y="5905500"/>
          <p14:tracePt t="431295" x="2806700" y="5937250"/>
          <p14:tracePt t="431313" x="2755900" y="6026150"/>
          <p14:tracePt t="431328" x="2711450" y="6115050"/>
          <p14:tracePt t="431345" x="2686050" y="6159500"/>
          <p14:tracePt t="431362" x="2641600" y="6261100"/>
          <p14:tracePt t="431378" x="2622550" y="6286500"/>
          <p14:tracePt t="431395" x="2609850" y="6337300"/>
          <p14:tracePt t="431412" x="2603500" y="6356350"/>
          <p14:tracePt t="431428" x="2597150" y="6362700"/>
          <p14:tracePt t="431531" x="2597150" y="6356350"/>
          <p14:tracePt t="431538" x="2603500" y="6350000"/>
          <p14:tracePt t="431552" x="2603500" y="6343650"/>
          <p14:tracePt t="431601" x="2603500" y="6337300"/>
          <p14:tracePt t="431629" x="2609850" y="6330950"/>
          <p14:tracePt t="431650" x="2609850" y="6324600"/>
          <p14:tracePt t="431664" x="2609850" y="6318250"/>
          <p14:tracePt t="431679" x="2609850" y="6311900"/>
          <p14:tracePt t="431699" x="2609850" y="6305550"/>
          <p14:tracePt t="431713" x="2603500" y="6292850"/>
          <p14:tracePt t="431720" x="2590800" y="6280150"/>
          <p14:tracePt t="431734" x="2571750" y="6248400"/>
          <p14:tracePt t="431743" x="2540000" y="6210300"/>
          <p14:tracePt t="431760" x="2495550" y="6165850"/>
          <p14:tracePt t="431777" x="2362200" y="6057900"/>
          <p14:tracePt t="431793" x="2209800" y="5924550"/>
          <p14:tracePt t="431811" x="2127250" y="5861050"/>
          <p14:tracePt t="431826" x="1974850" y="5759450"/>
          <p14:tracePt t="431843" x="1873250" y="5695950"/>
          <p14:tracePt t="431861" x="1809750" y="5664200"/>
          <p14:tracePt t="431877" x="1790700" y="5657850"/>
          <p14:tracePt t="431893" x="1771650" y="5651500"/>
          <p14:tracePt t="431910" x="1758950" y="5651500"/>
          <p14:tracePt t="431926" x="1752600" y="5651500"/>
          <p14:tracePt t="431960" x="1752600" y="5657850"/>
          <p14:tracePt t="431976" x="1746250" y="5664200"/>
          <p14:tracePt t="431994" x="1733550" y="5664200"/>
          <p14:tracePt t="432010" x="1720850" y="5670550"/>
          <p14:tracePt t="432026" x="1708150" y="5683250"/>
          <p14:tracePt t="432043" x="1695450" y="5695950"/>
          <p14:tracePt t="432059" x="1689100" y="5702300"/>
          <p14:tracePt t="432076" x="1657350" y="5727700"/>
          <p14:tracePt t="432093" x="1612900" y="5765800"/>
          <p14:tracePt t="432109" x="1587500" y="5778500"/>
          <p14:tracePt t="432126" x="1555750" y="5810250"/>
          <p14:tracePt t="432142" x="1517650" y="5848350"/>
          <p14:tracePt t="432159" x="1511300" y="5854700"/>
          <p14:tracePt t="432176" x="1498600" y="5880100"/>
          <p14:tracePt t="432192" x="1485900" y="5886450"/>
          <p14:tracePt t="432209" x="1485900" y="5892800"/>
          <p14:tracePt t="432226" x="1479550" y="5905500"/>
          <p14:tracePt t="432242" x="1473200" y="5918200"/>
          <p14:tracePt t="432258" x="1466850" y="5930900"/>
          <p14:tracePt t="432275" x="1454150" y="5956300"/>
          <p14:tracePt t="432292" x="1447800" y="5988050"/>
          <p14:tracePt t="432310" x="1435100" y="6019800"/>
          <p14:tracePt t="432326" x="1428750" y="6045200"/>
          <p14:tracePt t="432342" x="1422400" y="6064250"/>
          <p14:tracePt t="432359" x="1403350" y="6096000"/>
          <p14:tracePt t="432375" x="1403350" y="6108700"/>
          <p14:tracePt t="432408" x="1397000" y="6108700"/>
          <p14:tracePt t="432521" x="1397000" y="6102350"/>
          <p14:tracePt t="432543" x="1397000" y="6096000"/>
          <p14:tracePt t="432563" x="1397000" y="6089650"/>
          <p14:tracePt t="432569" x="1397000" y="6083300"/>
          <p14:tracePt t="432584" x="1397000" y="6076950"/>
          <p14:tracePt t="432612" x="1397000" y="6070600"/>
          <p14:tracePt t="432618" x="1397000" y="6057900"/>
          <p14:tracePt t="432633" x="1397000" y="6045200"/>
          <p14:tracePt t="432641" x="1397000" y="6032500"/>
          <p14:tracePt t="432657" x="1397000" y="6019800"/>
          <p14:tracePt t="432675" x="1397000" y="5981700"/>
          <p14:tracePt t="432690" x="1397000" y="5962650"/>
          <p14:tracePt t="432707" x="1397000" y="5911850"/>
          <p14:tracePt t="432724" x="1397000" y="5867400"/>
          <p14:tracePt t="432740" x="1403350" y="5842000"/>
          <p14:tracePt t="432757" x="1409700" y="5791200"/>
          <p14:tracePt t="432773" x="1409700" y="5753100"/>
          <p14:tracePt t="432790" x="1409700" y="5740400"/>
          <p14:tracePt t="432806" x="1409700" y="5708650"/>
          <p14:tracePt t="432823" x="1409700" y="5695950"/>
          <p14:tracePt t="432840" x="1409700" y="5689600"/>
          <p14:tracePt t="432886" x="1409700" y="5695950"/>
          <p14:tracePt t="432893" x="1409700" y="5702300"/>
          <p14:tracePt t="432914" x="1409700" y="5715000"/>
          <p14:tracePt t="432935" x="1409700" y="5721350"/>
          <p14:tracePt t="432943" x="1403350" y="5727700"/>
          <p14:tracePt t="432958" x="1403350" y="5740400"/>
          <p14:tracePt t="432973" x="1403350" y="5746750"/>
          <p14:tracePt t="432990" x="1403350" y="5753100"/>
          <p14:tracePt t="433006" x="1397000" y="5772150"/>
          <p14:tracePt t="433023" x="1397000" y="5784850"/>
          <p14:tracePt t="433040" x="1390650" y="5803900"/>
          <p14:tracePt t="433056" x="1384300" y="5822950"/>
          <p14:tracePt t="433072" x="1384300" y="5829300"/>
          <p14:tracePt t="433089" x="1377950" y="5854700"/>
          <p14:tracePt t="433106" x="1371600" y="5873750"/>
          <p14:tracePt t="433139" x="1371600" y="5880100"/>
          <p14:tracePt t="433155" x="1365250" y="5892800"/>
          <p14:tracePt t="433189" x="1365250" y="5899150"/>
          <p14:tracePt t="433257" x="1365250" y="5905500"/>
          <p14:tracePt t="433293" x="1365250" y="5911850"/>
          <p14:tracePt t="433440" x="1365250" y="5899150"/>
          <p14:tracePt t="433803" x="1352550" y="5899150"/>
          <p14:tracePt t="433817" x="1339850" y="5905500"/>
          <p14:tracePt t="433824" x="1327150" y="5911850"/>
          <p14:tracePt t="433840" x="1314450" y="5911850"/>
          <p14:tracePt t="433853" x="1301750" y="5911850"/>
          <p14:tracePt t="433870" x="1282700" y="5924550"/>
          <p14:tracePt t="433887" x="1270000" y="5930900"/>
          <p14:tracePt t="433902" x="1263650" y="5937250"/>
          <p14:tracePt t="433919" x="1244600" y="5943600"/>
          <p14:tracePt t="433937" x="1231900" y="5949950"/>
          <p14:tracePt t="433969" x="1225550" y="5956300"/>
          <p14:tracePt t="433988" x="1219200" y="5956300"/>
          <p14:tracePt t="434028" x="1219200" y="5962650"/>
          <p14:tracePt t="434070" x="1219200" y="5969000"/>
          <p14:tracePt t="434077" x="1219200" y="5975350"/>
          <p14:tracePt t="434098" x="1219200" y="5981700"/>
          <p14:tracePt t="434126" x="1219200" y="5988050"/>
          <p14:tracePt t="434189" x="1219200" y="5994400"/>
          <p14:tracePt t="434211" x="1219200" y="6000750"/>
          <p14:tracePt t="434217" x="1219200" y="6007100"/>
          <p14:tracePt t="434239" x="1219200" y="6013450"/>
          <p14:tracePt t="434267" x="1219200" y="6019800"/>
          <p14:tracePt t="434301" x="1219200" y="6026150"/>
          <p14:tracePt t="434337" x="1219200" y="6032500"/>
          <p14:tracePt t="434358" x="1219200" y="6038850"/>
          <p14:tracePt t="434386" x="1219200" y="6045200"/>
          <p14:tracePt t="434407" x="1219200" y="6051550"/>
          <p14:tracePt t="434428" x="1212850" y="6057900"/>
          <p14:tracePt t="434449" x="1212850" y="6064250"/>
          <p14:tracePt t="434519" x="1212850" y="6070600"/>
          <p14:tracePt t="434548" x="1219200" y="6070600"/>
          <p14:tracePt t="434590" x="1225550" y="6070600"/>
          <p14:tracePt t="434709" x="1231900" y="6070600"/>
          <p14:tracePt t="434751" x="1238250" y="6070600"/>
          <p14:tracePt t="434758" x="1244600" y="6070600"/>
          <p14:tracePt t="434800" x="1250950" y="6070600"/>
          <p14:tracePt t="434828" x="1257300" y="6070600"/>
          <p14:tracePt t="434849" x="1263650" y="6070600"/>
          <p14:tracePt t="434856" x="1263650" y="6064250"/>
          <p14:tracePt t="434878" x="1270000" y="6064250"/>
          <p14:tracePt t="434898" x="1276350" y="6064250"/>
          <p14:tracePt t="434913" x="1282700" y="6064250"/>
          <p14:tracePt t="434919" x="1289050" y="6064250"/>
          <p14:tracePt t="434935" x="1295400" y="6064250"/>
          <p14:tracePt t="434949" x="1308100" y="6064250"/>
          <p14:tracePt t="434966" x="1320800" y="6064250"/>
          <p14:tracePt t="434983" x="1358900" y="6070600"/>
          <p14:tracePt t="434999" x="1384300" y="6070600"/>
          <p14:tracePt t="435003" x="1416050" y="6076950"/>
          <p14:tracePt t="435015" x="1441450" y="6076950"/>
          <p14:tracePt t="435032" x="1511300" y="6083300"/>
          <p14:tracePt t="435049" x="1543050" y="6089650"/>
          <p14:tracePt t="435066" x="1587500" y="6089650"/>
          <p14:tracePt t="435083" x="1612900" y="6096000"/>
          <p14:tracePt t="435099" x="1625600" y="6096000"/>
          <p14:tracePt t="435116" x="1644650" y="6102350"/>
          <p14:tracePt t="435215" x="1644650" y="6108700"/>
          <p14:tracePt t="435299" x="1638300" y="6108700"/>
          <p14:tracePt t="435390" x="1644650" y="6108700"/>
          <p14:tracePt t="435404" x="1651000" y="6108700"/>
          <p14:tracePt t="435411" x="1663700" y="6108700"/>
          <p14:tracePt t="435433" x="1676400" y="6108700"/>
          <p14:tracePt t="435439" x="1689100" y="6108700"/>
          <p14:tracePt t="435453" x="1708150" y="6108700"/>
          <p14:tracePt t="435464" x="1746250" y="6108700"/>
          <p14:tracePt t="435482" x="1828800" y="6127750"/>
          <p14:tracePt t="435497" x="1885950" y="6134100"/>
          <p14:tracePt t="435514" x="1993900" y="6153150"/>
          <p14:tracePt t="435531" x="2057400" y="6153150"/>
          <p14:tracePt t="435547" x="2089150" y="6153150"/>
          <p14:tracePt t="435565" x="2114550" y="6153150"/>
          <p14:tracePt t="435580" x="2171700" y="6153150"/>
          <p14:tracePt t="435597" x="2184400" y="6153150"/>
          <p14:tracePt t="435616" x="2203450" y="6146800"/>
          <p14:tracePt t="435646" x="2203450" y="6140450"/>
          <p14:tracePt t="435692" x="2209800" y="6140450"/>
          <p14:tracePt t="435720" x="2216150" y="6140450"/>
          <p14:tracePt t="435741" x="2222500" y="6140450"/>
          <p14:tracePt t="435755" x="2228850" y="6140450"/>
          <p14:tracePt t="435761" x="2235200" y="6140450"/>
          <p14:tracePt t="435783" x="2241550" y="6140450"/>
          <p14:tracePt t="435804" x="2247900" y="6140450"/>
          <p14:tracePt t="435832" x="2260600" y="6140450"/>
          <p14:tracePt t="435853" x="2273300" y="6140450"/>
          <p14:tracePt t="435860" x="2279650" y="6140450"/>
          <p14:tracePt t="435874" x="2292350" y="6140450"/>
          <p14:tracePt t="435883" x="2311400" y="6140450"/>
          <p14:tracePt t="435896" x="2330450" y="6140450"/>
          <p14:tracePt t="435912" x="2362200" y="6140450"/>
          <p14:tracePt t="435930" x="2425700" y="6146800"/>
          <p14:tracePt t="435946" x="2508250" y="6146800"/>
          <p14:tracePt t="435963" x="2559050" y="6146800"/>
          <p14:tracePt t="435979" x="2641600" y="6153150"/>
          <p14:tracePt t="435995" x="2711450" y="6165850"/>
          <p14:tracePt t="436012" x="2749550" y="6165850"/>
          <p14:tracePt t="436016" x="2768600" y="6172200"/>
          <p14:tracePt t="436029" x="2794000" y="6172200"/>
          <p14:tracePt t="436045" x="2844800" y="6178550"/>
          <p14:tracePt t="436062" x="2857500" y="6184900"/>
          <p14:tracePt t="436079" x="2882900" y="6191250"/>
          <p14:tracePt t="436095" x="2895600" y="6191250"/>
          <p14:tracePt t="436113" x="2901950" y="6191250"/>
          <p14:tracePt t="436145" x="2914650" y="6191250"/>
          <p14:tracePt t="436275" x="2914650" y="6184900"/>
          <p14:tracePt t="436759" x="2927350" y="6184900"/>
          <p14:tracePt t="436766" x="2965450" y="6184900"/>
          <p14:tracePt t="436776" x="3016250" y="6184900"/>
          <p14:tracePt t="436794" x="3168650" y="6184900"/>
          <p14:tracePt t="436809" x="3244850" y="6178550"/>
          <p14:tracePt t="436826" x="3321050" y="6178550"/>
          <p14:tracePt t="436843" x="3587750" y="6159500"/>
          <p14:tracePt t="436859" x="3676650" y="6159500"/>
          <p14:tracePt t="436876" x="3752850" y="6159500"/>
          <p14:tracePt t="436893" x="3917950" y="6159500"/>
          <p14:tracePt t="436909" x="4038600" y="6146800"/>
          <p14:tracePt t="436926" x="4089400" y="6146800"/>
          <p14:tracePt t="436942" x="4159250" y="6140450"/>
          <p14:tracePt t="436959" x="4210050" y="6134100"/>
          <p14:tracePt t="436976" x="4254500" y="6134100"/>
          <p14:tracePt t="436992" x="4267200" y="6134100"/>
          <p14:tracePt t="437009" x="4311650" y="6134100"/>
          <p14:tracePt t="437026" x="4343400" y="6127750"/>
          <p14:tracePt t="437042" x="4362450" y="6127750"/>
          <p14:tracePt t="437059" x="4419600" y="6121400"/>
          <p14:tracePt t="437075" x="4451350" y="6121400"/>
          <p14:tracePt t="437092" x="4476750" y="6121400"/>
          <p14:tracePt t="437109" x="4489450" y="6121400"/>
          <p14:tracePt t="437125" x="4521200" y="6115050"/>
          <p14:tracePt t="437141" x="4533900" y="6108700"/>
          <p14:tracePt t="437159" x="4559300" y="6102350"/>
          <p14:tracePt t="437175" x="4572000" y="6102350"/>
          <p14:tracePt t="437192" x="4610100" y="6083300"/>
          <p14:tracePt t="437208" x="4641850" y="6070600"/>
          <p14:tracePt t="437225" x="4660900" y="6064250"/>
          <p14:tracePt t="437241" x="4705350" y="6051550"/>
          <p14:tracePt t="437258" x="4730750" y="6051550"/>
          <p14:tracePt t="437274" x="4743450" y="6045200"/>
          <p14:tracePt t="437292" x="4781550" y="6045200"/>
          <p14:tracePt t="437307" x="4832350" y="6045200"/>
          <p14:tracePt t="437324" x="4864100" y="6038850"/>
          <p14:tracePt t="437341" x="4921250" y="6032500"/>
          <p14:tracePt t="437357" x="4984750" y="6026150"/>
          <p14:tracePt t="437374" x="5016500" y="6013450"/>
          <p14:tracePt t="437391" x="5073650" y="6000750"/>
          <p14:tracePt t="437408" x="5143500" y="5988050"/>
          <p14:tracePt t="437424" x="5187950" y="5975350"/>
          <p14:tracePt t="437441" x="5283200" y="5956300"/>
          <p14:tracePt t="437457" x="5334000" y="5956300"/>
          <p14:tracePt t="437475" x="5518150" y="5943600"/>
          <p14:tracePt t="437490" x="5568950" y="5943600"/>
          <p14:tracePt t="437507" x="5619750" y="5943600"/>
          <p14:tracePt t="437524" x="5708650" y="5943600"/>
          <p14:tracePt t="437541" x="5803900" y="5949950"/>
          <p14:tracePt t="437558" x="5842000" y="5949950"/>
          <p14:tracePt t="437574" x="5899150" y="5956300"/>
          <p14:tracePt t="437591" x="5956300" y="5969000"/>
          <p14:tracePt t="437609" x="6007100" y="5975350"/>
          <p14:tracePt t="437624" x="6032500" y="5981700"/>
          <p14:tracePt t="437641" x="6076950" y="5988050"/>
          <p14:tracePt t="437659" x="6121400" y="5988050"/>
          <p14:tracePt t="437674" x="6146800" y="5988050"/>
          <p14:tracePt t="437690" x="6191250" y="5988050"/>
          <p14:tracePt t="437707" x="6229350" y="5988050"/>
          <p14:tracePt t="437723" x="6261100" y="5981700"/>
          <p14:tracePt t="437741" x="6280150" y="5981700"/>
          <p14:tracePt t="437757" x="6343650" y="5975350"/>
          <p14:tracePt t="437773" x="6362700" y="5975350"/>
          <p14:tracePt t="437791" x="6400800" y="5975350"/>
          <p14:tracePt t="437806" x="6413500" y="5975350"/>
          <p14:tracePt t="437823" x="6457950" y="5962650"/>
          <p14:tracePt t="437840" x="6496050" y="5956300"/>
          <p14:tracePt t="437856" x="6527800" y="5956300"/>
          <p14:tracePt t="437873" x="6559550" y="5962650"/>
          <p14:tracePt t="437890" x="6604000" y="5962650"/>
          <p14:tracePt t="437906" x="6623050" y="5962650"/>
          <p14:tracePt t="437922" x="6661150" y="5975350"/>
          <p14:tracePt t="437939" x="6705600" y="5988050"/>
          <p14:tracePt t="437956" x="6731000" y="5988050"/>
          <p14:tracePt t="437973" x="6781800" y="5988050"/>
          <p14:tracePt t="437989" x="6832600" y="6000750"/>
          <p14:tracePt t="438006" x="6864350" y="6007100"/>
          <p14:tracePt t="438023" x="6902450" y="6013450"/>
          <p14:tracePt t="438039" x="6953250" y="6032500"/>
          <p14:tracePt t="438055" x="6972300" y="6032500"/>
          <p14:tracePt t="438072" x="7016750" y="6045200"/>
          <p14:tracePt t="438088" x="7048500" y="6051550"/>
          <p14:tracePt t="438106" x="7061200" y="6051550"/>
          <p14:tracePt t="438122" x="7086600" y="6057900"/>
          <p14:tracePt t="438138" x="7092950" y="6064250"/>
          <p14:tracePt t="438156" x="7105650" y="6064250"/>
          <p14:tracePt t="438188" x="7112000" y="6064250"/>
          <p14:tracePt t="438219" x="7118350" y="6064250"/>
          <p14:tracePt t="438409" x="7112000" y="6064250"/>
          <p14:tracePt t="438443" x="7105650" y="6064250"/>
          <p14:tracePt t="438479" x="7099300" y="6057900"/>
          <p14:tracePt t="438514" x="7092950" y="6057900"/>
          <p14:tracePt t="438549" x="7080250" y="6057900"/>
          <p14:tracePt t="438563" x="7073900" y="6057900"/>
          <p14:tracePt t="438573" x="7067550" y="6057900"/>
          <p14:tracePt t="438586" x="7054850" y="6051550"/>
          <p14:tracePt t="438603" x="7010400" y="6051550"/>
          <p14:tracePt t="438620" x="6908800" y="6045200"/>
          <p14:tracePt t="438637" x="6845300" y="6032500"/>
          <p14:tracePt t="438655" x="6686550" y="6026150"/>
          <p14:tracePt t="438669" x="6483350" y="6013450"/>
          <p14:tracePt t="438686" x="6394450" y="6013450"/>
          <p14:tracePt t="438703" x="6191250" y="6019800"/>
          <p14:tracePt t="438719" x="6115050" y="6019800"/>
          <p14:tracePt t="438736" x="5962650" y="6026150"/>
          <p14:tracePt t="438753" x="5816600" y="6045200"/>
          <p14:tracePt t="438769" x="5753100" y="6057900"/>
          <p14:tracePt t="438786" x="5619750" y="6083300"/>
          <p14:tracePt t="438802" x="5486400" y="6115050"/>
          <p14:tracePt t="438819" x="5435600" y="6127750"/>
          <p14:tracePt t="438836" x="5359400" y="6146800"/>
          <p14:tracePt t="438853" x="5327650" y="6165850"/>
          <p14:tracePt t="438869" x="5314950" y="6172200"/>
          <p14:tracePt t="438886" x="5295900" y="6178550"/>
          <p14:tracePt t="438902" x="5276850" y="6184900"/>
          <p14:tracePt t="438919" x="5270500" y="6184900"/>
          <p14:tracePt t="438935" x="5264150" y="6184900"/>
          <p14:tracePt t="438952" x="5251450" y="6191250"/>
          <p14:tracePt t="438969" x="5245100" y="6191250"/>
          <p14:tracePt t="438985" x="5238750" y="6197600"/>
          <p14:tracePt t="439002" x="5232400" y="6197600"/>
          <p14:tracePt t="439019" x="5226050" y="6197600"/>
          <p14:tracePt t="439040" x="5219700" y="6203950"/>
          <p14:tracePt t="439062" x="5213350" y="6203950"/>
          <p14:tracePt t="439083" x="5207000" y="6203950"/>
          <p14:tracePt t="439089" x="5200650" y="6203950"/>
          <p14:tracePt t="439111" x="5200650" y="6210300"/>
          <p14:tracePt t="439132" x="5194300" y="6210300"/>
          <p14:tracePt t="439153" x="5187950" y="6210300"/>
          <p14:tracePt t="439174" x="5181600" y="6210300"/>
          <p14:tracePt t="439181" x="5175250" y="6210300"/>
          <p14:tracePt t="439203" x="5168900" y="6210300"/>
          <p14:tracePt t="439223" x="5162550" y="6216650"/>
          <p14:tracePt t="439230" x="5156200" y="6223000"/>
          <p14:tracePt t="439253" x="5149850" y="6229350"/>
          <p14:tracePt t="439265" x="5137150" y="6229350"/>
          <p14:tracePt t="439272" x="5124450" y="6235700"/>
          <p14:tracePt t="439284" x="5105400" y="6242050"/>
          <p14:tracePt t="439301" x="5060950" y="6261100"/>
          <p14:tracePt t="439317" x="5029200" y="6273800"/>
          <p14:tracePt t="439335" x="4978400" y="6292850"/>
          <p14:tracePt t="439350" x="4940300" y="6305550"/>
          <p14:tracePt t="439367" x="4908550" y="6305550"/>
          <p14:tracePt t="439384" x="4876800" y="6318250"/>
          <p14:tracePt t="439400" x="4857750" y="6324600"/>
          <p14:tracePt t="439417" x="4832350" y="6324600"/>
          <p14:tracePt t="439434" x="4806950" y="6330950"/>
          <p14:tracePt t="439450" x="4800600" y="6337300"/>
          <p14:tracePt t="439467" x="4787900" y="6337300"/>
          <p14:tracePt t="439484" x="4781550" y="6343650"/>
          <p14:tracePt t="439525" x="4775200" y="6343650"/>
          <p14:tracePt t="439595" x="4768850" y="6350000"/>
          <p14:tracePt t="439876" x="4762500" y="6350000"/>
          <p14:tracePt t="439883" x="4756150" y="6350000"/>
          <p14:tracePt t="439904" x="4749800" y="6350000"/>
          <p14:tracePt t="439918" x="4743450" y="6350000"/>
          <p14:tracePt t="439924" x="4737100" y="6350000"/>
          <p14:tracePt t="439946" x="4724400" y="6350000"/>
          <p14:tracePt t="439953" x="4718050" y="6350000"/>
          <p14:tracePt t="439969" x="4699000" y="6350000"/>
          <p14:tracePt t="439982" x="4686300" y="6350000"/>
          <p14:tracePt t="439998" x="4641850" y="6362700"/>
          <p14:tracePt t="440016" x="4603750" y="6362700"/>
          <p14:tracePt t="440032" x="4584700" y="6362700"/>
          <p14:tracePt t="440048" x="4540250" y="6375400"/>
          <p14:tracePt t="440065" x="4489450" y="6388100"/>
          <p14:tracePt t="440081" x="4470400" y="6394450"/>
          <p14:tracePt t="440098" x="4432300" y="6394450"/>
          <p14:tracePt t="440115" x="4381500" y="6400800"/>
          <p14:tracePt t="440131" x="4362450" y="6400800"/>
          <p14:tracePt t="440148" x="4305300" y="6400800"/>
          <p14:tracePt t="440164" x="4260850" y="6400800"/>
          <p14:tracePt t="440181" x="4248150" y="6400800"/>
          <p14:tracePt t="440199" x="4216400" y="6407150"/>
          <p14:tracePt t="440214" x="4191000" y="6407150"/>
          <p14:tracePt t="440231" x="4178300" y="6407150"/>
          <p14:tracePt t="440248" x="4146550" y="6413500"/>
          <p14:tracePt t="440264" x="4133850" y="6413500"/>
          <p14:tracePt t="440281" x="4121150" y="6413500"/>
          <p14:tracePt t="440297" x="4108450" y="6413500"/>
          <p14:tracePt t="440330" x="4102100" y="6413500"/>
          <p14:tracePt t="440487" x="4108450" y="6413500"/>
          <p14:tracePt t="440514" x="4114800" y="6413500"/>
          <p14:tracePt t="440536" x="4114800" y="6407150"/>
          <p14:tracePt t="440557" x="4127500" y="6407150"/>
          <p14:tracePt t="440565" x="4133850" y="6407150"/>
          <p14:tracePt t="440585" x="4140200" y="6400800"/>
          <p14:tracePt t="440599" x="4152900" y="6400800"/>
          <p14:tracePt t="440606" x="4171950" y="6400800"/>
          <p14:tracePt t="440620" x="4191000" y="6394450"/>
          <p14:tracePt t="440629" x="4222750" y="6394450"/>
          <p14:tracePt t="440646" x="4260850" y="6388100"/>
          <p14:tracePt t="440663" x="4368800" y="6369050"/>
          <p14:tracePt t="440679" x="4470400" y="6362700"/>
          <p14:tracePt t="440697" x="4578350" y="6362700"/>
          <p14:tracePt t="440713" x="4603750" y="6356350"/>
          <p14:tracePt t="440729" x="4667250" y="6356350"/>
          <p14:tracePt t="440747" x="4699000" y="6356350"/>
          <p14:tracePt t="440762" x="4705350" y="6356350"/>
          <p14:tracePt t="440779" x="4711700" y="6356350"/>
          <p14:tracePt t="440796" x="4724400" y="6356350"/>
          <p14:tracePt t="440813" x="4730750" y="6356350"/>
          <p14:tracePt t="440845" x="4743450" y="6356350"/>
          <p14:tracePt t="440887" x="4749800" y="6356350"/>
          <p14:tracePt t="440908" x="4756150" y="6356350"/>
          <p14:tracePt t="440936" x="4762500" y="6356350"/>
          <p14:tracePt t="440957" x="4768850" y="6356350"/>
          <p14:tracePt t="440979" x="4775200" y="6362700"/>
          <p14:tracePt t="440985" x="4781550" y="6362700"/>
          <p14:tracePt t="441055" x="4787900" y="6369050"/>
          <p14:tracePt t="441076" x="4794250" y="6369050"/>
          <p14:tracePt t="441090" x="4800600" y="6369050"/>
          <p14:tracePt t="441098" x="4806950" y="6369050"/>
          <p14:tracePt t="441114" x="4813300" y="6375400"/>
          <p14:tracePt t="441128" x="4832350" y="6375400"/>
          <p14:tracePt t="441144" x="4864100" y="6375400"/>
          <p14:tracePt t="441161" x="4927600" y="6375400"/>
          <p14:tracePt t="441178" x="4984750" y="6375400"/>
          <p14:tracePt t="441195" x="5086350" y="6381750"/>
          <p14:tracePt t="441211" x="5175250" y="6381750"/>
          <p14:tracePt t="441228" x="5232400" y="6381750"/>
          <p14:tracePt t="441245" x="5321300" y="6381750"/>
          <p14:tracePt t="441261" x="5397500" y="6381750"/>
          <p14:tracePt t="441277" x="5429250" y="6381750"/>
          <p14:tracePt t="441294" x="5486400" y="6388100"/>
          <p14:tracePt t="441311" x="5537200" y="6388100"/>
          <p14:tracePt t="441328" x="5556250" y="6388100"/>
          <p14:tracePt t="441344" x="5588000" y="6400800"/>
          <p14:tracePt t="441360" x="5619750" y="6407150"/>
          <p14:tracePt t="441378" x="5645150" y="6407150"/>
          <p14:tracePt t="441393" x="5664200" y="6407150"/>
          <p14:tracePt t="441410" x="5689600" y="6407150"/>
          <p14:tracePt t="441428" x="5708650" y="6413500"/>
          <p14:tracePt t="441443" x="5715000" y="6413500"/>
          <p14:tracePt t="441460" x="5727700" y="6419850"/>
          <p14:tracePt t="441477" x="5746750" y="6419850"/>
          <p14:tracePt t="441493" x="5759450" y="6419850"/>
          <p14:tracePt t="441527" x="5778500" y="6419850"/>
          <p14:tracePt t="441544" x="5784850" y="6419850"/>
          <p14:tracePt t="441576" x="5797550" y="6426200"/>
          <p14:tracePt t="441593" x="5803900" y="6426200"/>
          <p14:tracePt t="441613" x="5810250" y="6426200"/>
          <p14:tracePt t="441638" x="5816600" y="6426200"/>
          <p14:tracePt t="441661" x="5822950" y="6426200"/>
          <p14:tracePt t="441680" x="5822950" y="6432550"/>
          <p14:tracePt t="441722" x="5829300" y="6432550"/>
          <p14:tracePt t="442273" x="5854700" y="6432550"/>
          <p14:tracePt t="442279" x="5930900" y="6438900"/>
          <p14:tracePt t="442294" x="5994400" y="6445250"/>
          <p14:tracePt t="442308" x="6178550" y="6457950"/>
          <p14:tracePt t="442324" x="6254750" y="6457950"/>
          <p14:tracePt t="442340" x="6330950" y="6464300"/>
          <p14:tracePt t="442357" x="6470650" y="6477000"/>
          <p14:tracePt t="442373" x="6623050" y="6477000"/>
          <p14:tracePt t="442390" x="6686550" y="6477000"/>
          <p14:tracePt t="442407" x="6838950" y="6477000"/>
          <p14:tracePt t="442423" x="6972300" y="6477000"/>
          <p14:tracePt t="442441" x="7010400" y="6483350"/>
          <p14:tracePt t="442456" x="7067550" y="6483350"/>
          <p14:tracePt t="442473" x="7099300" y="6483350"/>
          <p14:tracePt t="442490" x="7112000" y="6483350"/>
          <p14:tracePt t="442506" x="7143750" y="6489700"/>
          <p14:tracePt t="442523" x="7156450" y="6489700"/>
          <p14:tracePt t="442540" x="7188200" y="6489700"/>
          <p14:tracePt t="442556" x="7194550" y="6489700"/>
          <p14:tracePt t="442573" x="7200900" y="6489700"/>
          <p14:tracePt t="442590" x="7200900" y="6496050"/>
          <p14:tracePt t="442605" x="7213600" y="6496050"/>
          <p14:tracePt t="442645" x="7219950" y="6496050"/>
          <p14:tracePt t="442673" x="7226300" y="6496050"/>
          <p14:tracePt t="442694" x="7232650" y="6496050"/>
          <p14:tracePt t="442700" x="7239000" y="6496050"/>
          <p14:tracePt t="442716" x="7245350" y="6496050"/>
          <p14:tracePt t="442725" x="7251700" y="6496050"/>
          <p14:tracePt t="442739" x="7264400" y="6496050"/>
          <p14:tracePt t="442755" x="7277100" y="6496050"/>
          <p14:tracePt t="442773" x="7283450" y="6496050"/>
          <p14:tracePt t="442788" x="7289800" y="6496050"/>
          <p14:tracePt t="442806" x="7296150" y="6496050"/>
          <p14:tracePt t="442856" x="7302500" y="6496050"/>
          <p14:tracePt t="442862" x="7308850" y="6496050"/>
          <p14:tracePt t="442884" x="7315200" y="6496050"/>
          <p14:tracePt t="442892" x="7321550" y="6496050"/>
          <p14:tracePt t="442912" x="7327900" y="6489700"/>
          <p14:tracePt t="442933" x="7334250" y="6489700"/>
          <p14:tracePt t="442961" x="7340600" y="6483350"/>
          <p14:tracePt t="442982" x="7346950" y="6483350"/>
          <p14:tracePt t="443003" x="7353300" y="6483350"/>
          <p14:tracePt t="443031" x="7359650" y="6483350"/>
          <p14:tracePt t="443052" x="7366000" y="6483350"/>
          <p14:tracePt t="443073" x="7372350" y="6483350"/>
          <p14:tracePt t="443137" x="7372350" y="6477000"/>
          <p14:tracePt t="443143" x="7378700" y="6477000"/>
          <p14:tracePt t="443193" x="7378700" y="6470650"/>
          <p14:tracePt t="443255" x="7378700" y="6464300"/>
          <p14:tracePt t="443347" x="7372350" y="6457950"/>
          <p14:tracePt t="443382" x="7366000" y="6457950"/>
          <p14:tracePt t="443424" x="7359650" y="6457950"/>
          <p14:tracePt t="443453" x="7353300" y="6457950"/>
          <p14:tracePt t="443473" x="7346950" y="6457950"/>
          <p14:tracePt t="443494" x="7340600" y="6457950"/>
          <p14:tracePt t="443523" x="7334250" y="6457950"/>
          <p14:tracePt t="443544" x="7327900" y="6457950"/>
          <p14:tracePt t="443558" x="7321550" y="6457950"/>
          <p14:tracePt t="443564" x="7315200" y="6457950"/>
          <p14:tracePt t="443579" x="7308850" y="6457950"/>
          <p14:tracePt t="443587" x="7302500" y="6457950"/>
          <p14:tracePt t="443603" x="7289800" y="6457950"/>
          <p14:tracePt t="443620" x="7245350" y="6457950"/>
          <p14:tracePt t="443636" x="7188200" y="6457950"/>
          <p14:tracePt t="443652" x="7150100" y="6451600"/>
          <p14:tracePt t="443669" x="7054850" y="6432550"/>
          <p14:tracePt t="443686" x="6934200" y="6407150"/>
          <p14:tracePt t="443702" x="6870700" y="6388100"/>
          <p14:tracePt t="443719" x="6699250" y="6356350"/>
          <p14:tracePt t="443735" x="6527800" y="6324600"/>
          <p14:tracePt t="443752" x="6438900" y="6318250"/>
          <p14:tracePt t="443769" x="6273800" y="6286500"/>
          <p14:tracePt t="443785" x="6178550" y="6273800"/>
          <p14:tracePt t="443802" x="5975350" y="6267450"/>
          <p14:tracePt t="443818" x="5734050" y="6235700"/>
          <p14:tracePt t="443835" x="5619750" y="6223000"/>
          <p14:tracePt t="443852" x="5391150" y="6203950"/>
          <p14:tracePt t="443868" x="5162550" y="6172200"/>
          <p14:tracePt t="443885" x="5060950" y="6159500"/>
          <p14:tracePt t="443903" x="4889500" y="6134100"/>
          <p14:tracePt t="443918" x="4749800" y="6134100"/>
          <p14:tracePt t="443935" x="4686300" y="6121400"/>
          <p14:tracePt t="443952" x="4559300" y="6121400"/>
          <p14:tracePt t="443968" x="4425950" y="6102350"/>
          <p14:tracePt t="443985" x="4337050" y="6102350"/>
          <p14:tracePt t="444002" x="4292600" y="6096000"/>
          <p14:tracePt t="444018" x="4222750" y="6096000"/>
          <p14:tracePt t="444035" x="4184650" y="6096000"/>
          <p14:tracePt t="444051" x="4152900" y="6096000"/>
          <p14:tracePt t="444068" x="4127500" y="6096000"/>
          <p14:tracePt t="444085" x="3962400" y="6096000"/>
          <p14:tracePt t="444101" x="3898900" y="6096000"/>
          <p14:tracePt t="444104" x="3822700" y="6096000"/>
          <p14:tracePt t="444121" x="3759200" y="6108700"/>
          <p14:tracePt t="444134" x="3683000" y="6108700"/>
          <p14:tracePt t="444151" x="3524250" y="6102350"/>
          <p14:tracePt t="444168" x="3371850" y="6108700"/>
          <p14:tracePt t="444184" x="3282950" y="6102350"/>
          <p14:tracePt t="444201" x="3136900" y="6070600"/>
          <p14:tracePt t="444218" x="3016250" y="6045200"/>
          <p14:tracePt t="444233" x="2965450" y="6045200"/>
          <p14:tracePt t="444250" x="2851150" y="6045200"/>
          <p14:tracePt t="444267" x="2705100" y="6038850"/>
          <p14:tracePt t="444283" x="2628900" y="6038850"/>
          <p14:tracePt t="444301" x="2489200" y="6019800"/>
          <p14:tracePt t="444317" x="2368550" y="6007100"/>
          <p14:tracePt t="444333" x="2317750" y="6013450"/>
          <p14:tracePt t="444351" x="2222500" y="6019800"/>
          <p14:tracePt t="444366" x="2108200" y="6019800"/>
          <p14:tracePt t="444383" x="2057400" y="6026150"/>
          <p14:tracePt t="444400" x="1949450" y="6038850"/>
          <p14:tracePt t="444417" x="1911350" y="6038850"/>
          <p14:tracePt t="444433" x="1847850" y="6038850"/>
          <p14:tracePt t="444450" x="1816100" y="6038850"/>
          <p14:tracePt t="444483" x="1803400" y="6038850"/>
          <p14:tracePt t="444499" x="1797050" y="6038850"/>
          <p14:tracePt t="444575" x="1790700" y="6045200"/>
          <p14:tracePt t="444927" x="1784350" y="6045200"/>
          <p14:tracePt t="444948" x="1778000" y="6045200"/>
          <p14:tracePt t="445409" x="1771650" y="6045200"/>
          <p14:tracePt t="445423" x="1765300" y="6045200"/>
          <p14:tracePt t="445432" x="1758950" y="6045200"/>
          <p14:tracePt t="445446" x="1752600" y="6045200"/>
          <p14:tracePt t="445463" x="1746250" y="6045200"/>
          <p14:tracePt t="445480" x="1739900" y="6045200"/>
          <p14:tracePt t="445496" x="1727200" y="6045200"/>
          <p14:tracePt t="445513" x="1714500" y="6045200"/>
          <p14:tracePt t="445529" x="1644650" y="6045200"/>
          <p14:tracePt t="445546" x="1606550" y="6045200"/>
          <p14:tracePt t="445563" x="1536700" y="6045200"/>
          <p14:tracePt t="445579" x="1498600" y="6045200"/>
          <p14:tracePt t="445596" x="1409700" y="6045200"/>
          <p14:tracePt t="445613" x="1327150" y="6045200"/>
          <p14:tracePt t="445629" x="1301750" y="6045200"/>
          <p14:tracePt t="445632" x="1257300" y="6045200"/>
          <p14:tracePt t="445646" x="1238250" y="6045200"/>
          <p14:tracePt t="445662" x="1187450" y="6051550"/>
          <p14:tracePt t="445679" x="1168400" y="6064250"/>
          <p14:tracePt t="445696" x="1143000" y="6064250"/>
          <p14:tracePt t="445712" x="1130300" y="6064250"/>
          <p14:tracePt t="445729" x="1117600" y="6064250"/>
          <p14:tracePt t="445746" x="1098550" y="6070600"/>
          <p14:tracePt t="445762" x="1079500" y="6076950"/>
          <p14:tracePt t="445778" x="1066800" y="6083300"/>
          <p14:tracePt t="445795" x="1060450" y="6083300"/>
          <p14:tracePt t="445812" x="1054100" y="6089650"/>
          <p14:tracePt t="445851" x="1054100" y="6096000"/>
          <p14:tracePt t="445914" x="1054100" y="6102350"/>
          <p14:tracePt t="445942" x="1060450" y="6102350"/>
          <p14:tracePt t="445950" x="1066800" y="6102350"/>
          <p14:tracePt t="445964" x="1073150" y="6102350"/>
          <p14:tracePt t="445992" x="1079500" y="6102350"/>
          <p14:tracePt t="446012" x="1085850" y="6102350"/>
          <p14:tracePt t="446020" x="1092200" y="6102350"/>
          <p14:tracePt t="446083" x="1098550" y="6102350"/>
          <p14:tracePt t="446111" x="1104900" y="6102350"/>
          <p14:tracePt t="446132" x="1111250" y="6102350"/>
          <p14:tracePt t="446148" x="1117600" y="6102350"/>
          <p14:tracePt t="446171" x="1123950" y="6102350"/>
          <p14:tracePt t="446179" x="1130300" y="6102350"/>
          <p14:tracePt t="446206" x="1136650" y="6102350"/>
          <p14:tracePt t="446228" x="1143000" y="6102350"/>
          <p14:tracePt t="446241" x="1149350" y="6102350"/>
          <p14:tracePt t="446248" x="1162050" y="6102350"/>
          <p14:tracePt t="446264" x="1174750" y="6102350"/>
          <p14:tracePt t="446276" x="1231900" y="6102350"/>
          <p14:tracePt t="446293" x="1270000" y="6102350"/>
          <p14:tracePt t="446310" x="1333500" y="6096000"/>
          <p14:tracePt t="446327" x="1473200" y="6096000"/>
          <p14:tracePt t="446343" x="1663700" y="6089650"/>
          <p14:tracePt t="446360" x="1879600" y="6089650"/>
          <p14:tracePt t="446376" x="1968500" y="6089650"/>
          <p14:tracePt t="446393" x="2171700" y="6076950"/>
          <p14:tracePt t="446410" x="2349500" y="6076950"/>
          <p14:tracePt t="446426" x="2413000" y="6076950"/>
          <p14:tracePt t="446443" x="2533650" y="6096000"/>
          <p14:tracePt t="446460" x="2616200" y="6108700"/>
          <p14:tracePt t="446476" x="2641600" y="6115050"/>
          <p14:tracePt t="446493" x="2686050" y="6115050"/>
          <p14:tracePt t="446509" x="2711450" y="6121400"/>
          <p14:tracePt t="446526" x="2724150" y="6127750"/>
          <p14:tracePt t="446543" x="2743200" y="6134100"/>
          <p14:tracePt t="446559" x="2762250" y="6140450"/>
          <p14:tracePt t="446576" x="2774950" y="6140450"/>
          <p14:tracePt t="446592" x="2794000" y="6146800"/>
          <p14:tracePt t="446608" x="2806700" y="6146800"/>
          <p14:tracePt t="446625" x="2819400" y="6146800"/>
          <p14:tracePt t="446629" x="2825750" y="6146800"/>
          <p14:tracePt t="446643" x="2832100" y="6146800"/>
          <p14:tracePt t="446662" x="2838450" y="6146800"/>
          <p14:tracePt t="446675" x="2844800" y="6146800"/>
          <p14:tracePt t="446692" x="2851150" y="6146800"/>
          <p14:tracePt t="446709" x="2857500" y="6146800"/>
          <p14:tracePt t="446761" x="2863850" y="6146800"/>
          <p14:tracePt t="446767" x="2870200" y="6146800"/>
          <p14:tracePt t="446923" x="2863850" y="6146800"/>
          <p14:tracePt t="446943" x="2857500" y="6146800"/>
          <p14:tracePt t="446950" x="2844800" y="6153150"/>
          <p14:tracePt t="446972" x="2832100" y="6153150"/>
          <p14:tracePt t="446978" x="2825750" y="6159500"/>
          <p14:tracePt t="446994" x="2806700" y="6165850"/>
          <p14:tracePt t="447008" x="2787650" y="6165850"/>
          <p14:tracePt t="447024" x="2692400" y="6178550"/>
          <p14:tracePt t="447042" x="2540000" y="6210300"/>
          <p14:tracePt t="447057" x="2425700" y="6223000"/>
          <p14:tracePt t="447074" x="2203450" y="6254750"/>
          <p14:tracePt t="447091" x="2012950" y="6273800"/>
          <p14:tracePt t="447108" x="1924050" y="6273800"/>
          <p14:tracePt t="447124" x="1784350" y="6273800"/>
          <p14:tracePt t="447140" x="1657350" y="6273800"/>
          <p14:tracePt t="447157" x="1606550" y="6273800"/>
          <p14:tracePt t="447175" x="1536700" y="6273800"/>
          <p14:tracePt t="447190" x="1504950" y="6273800"/>
          <p14:tracePt t="447207" x="1498600" y="6273800"/>
          <p14:tracePt t="447224" x="1492250" y="6273800"/>
          <p14:tracePt t="447259" x="1485900" y="6273800"/>
          <p14:tracePt t="447364" x="1485900" y="6267450"/>
          <p14:tracePt t="447392" x="1498600" y="6267450"/>
          <p14:tracePt t="447414" x="1511300" y="6267450"/>
          <p14:tracePt t="447420" x="1524000" y="6267450"/>
          <p14:tracePt t="447434" x="1562100" y="6267450"/>
          <p14:tracePt t="447443" x="1625600" y="6261100"/>
          <p14:tracePt t="447457" x="1739900" y="6248400"/>
          <p14:tracePt t="447472" x="2051050" y="6210300"/>
          <p14:tracePt t="447490" x="2241550" y="6184900"/>
          <p14:tracePt t="447506" x="2686050" y="6134100"/>
          <p14:tracePt t="447523" x="3067050" y="6096000"/>
          <p14:tracePt t="447540" x="3302000" y="6070600"/>
          <p14:tracePt t="447556" x="3378200" y="6064250"/>
          <p14:tracePt t="447572" x="3429000" y="6064250"/>
          <p14:tracePt t="447589" x="3492500" y="6057900"/>
          <p14:tracePt t="447771" x="3492500" y="6064250"/>
          <p14:tracePt t="447884" x="3486150" y="6064250"/>
          <p14:tracePt t="447912" x="3479800" y="6064250"/>
          <p14:tracePt t="450258" x="3473450" y="6064250"/>
          <p14:tracePt t="450273" x="3467100" y="6064250"/>
          <p14:tracePt t="450281" x="3454400" y="6057900"/>
          <p14:tracePt t="450294" x="3435350" y="6057900"/>
          <p14:tracePt t="450300" x="3416300" y="6051550"/>
          <p14:tracePt t="450312" x="3378200" y="6038850"/>
          <p14:tracePt t="450329" x="3257550" y="6032500"/>
          <p14:tracePt t="450346" x="3181350" y="6019800"/>
          <p14:tracePt t="450365" x="3003550" y="6019800"/>
          <p14:tracePt t="450379" x="2800350" y="6026150"/>
          <p14:tracePt t="450396" x="2698750" y="6038850"/>
          <p14:tracePt t="450413" x="2520950" y="6045200"/>
          <p14:tracePt t="450429" x="2432050" y="6057900"/>
          <p14:tracePt t="450445" x="2286000" y="6064250"/>
          <p14:tracePt t="450463" x="2171700" y="6083300"/>
          <p14:tracePt t="450479" x="2127250" y="6083300"/>
          <p14:tracePt t="450496" x="2051050" y="6089650"/>
          <p14:tracePt t="450512" x="1968500" y="6102350"/>
          <p14:tracePt t="450529" x="1924050" y="6096000"/>
          <p14:tracePt t="450546" x="1879600" y="6089650"/>
          <p14:tracePt t="450562" x="1847850" y="6089650"/>
          <p14:tracePt t="450578" x="1841500" y="6089650"/>
          <p14:tracePt t="450595" x="1816100" y="6089650"/>
          <p14:tracePt t="450613" x="1790700" y="6089650"/>
          <p14:tracePt t="450628" x="1771650" y="6089650"/>
          <p14:tracePt t="450632" x="1746250" y="6089650"/>
          <p14:tracePt t="450645" x="1727200" y="6089650"/>
          <p14:tracePt t="450662" x="1651000" y="6076950"/>
          <p14:tracePt t="450679" x="1555750" y="6057900"/>
          <p14:tracePt t="450695" x="1498600" y="6051550"/>
          <p14:tracePt t="450712" x="1460500" y="6038850"/>
          <p14:tracePt t="450728" x="1327150" y="6026150"/>
          <p14:tracePt t="450745" x="1301750" y="6026150"/>
          <p14:tracePt t="450761" x="1276350" y="6026150"/>
          <p14:tracePt t="450777" x="1231900" y="6026150"/>
          <p14:tracePt t="450794" x="1212850" y="6026150"/>
          <p14:tracePt t="450812" x="1206500" y="6026150"/>
          <p14:tracePt t="450827" x="1193800" y="6026150"/>
          <p14:tracePt t="450844" x="1187450" y="6026150"/>
          <p14:tracePt t="450861" x="1187450" y="6032500"/>
          <p14:tracePt t="450877" x="1181100" y="6032500"/>
          <p14:tracePt t="450894" x="1174750" y="6038850"/>
          <p14:tracePt t="450911" x="1174750" y="6045200"/>
          <p14:tracePt t="450944" x="1168400" y="6051550"/>
          <p14:tracePt t="450981" x="1168400" y="6057900"/>
          <p14:tracePt t="451009" x="1162050" y="6064250"/>
          <p14:tracePt t="451030" x="1155700" y="6064250"/>
          <p14:tracePt t="451072" x="1155700" y="6070600"/>
          <p14:tracePt t="451080" x="1155700" y="6076950"/>
          <p14:tracePt t="451114" x="1155700" y="6083300"/>
          <p14:tracePt t="451122" x="1162050" y="6083300"/>
          <p14:tracePt t="451144" x="1168400" y="6089650"/>
          <p14:tracePt t="451164" x="1168400" y="6096000"/>
          <p14:tracePt t="451170" x="1181100" y="6096000"/>
          <p14:tracePt t="451185" x="1187450" y="6096000"/>
          <p14:tracePt t="451193" x="1206500" y="6102350"/>
          <p14:tracePt t="451209" x="1225550" y="6108700"/>
          <p14:tracePt t="451227" x="1308100" y="6134100"/>
          <p14:tracePt t="451243" x="1454150" y="6153150"/>
          <p14:tracePt t="451260" x="1530350" y="6159500"/>
          <p14:tracePt t="451276" x="1720850" y="6172200"/>
          <p14:tracePt t="451293" x="1936750" y="6178550"/>
          <p14:tracePt t="451310" x="2063750" y="6178550"/>
          <p14:tracePt t="451326" x="2266950" y="6178550"/>
          <p14:tracePt t="451343" x="2444750" y="6165850"/>
          <p14:tracePt t="451360" x="2565400" y="6146800"/>
          <p14:tracePt t="451376" x="2603500" y="6140450"/>
          <p14:tracePt t="451392" x="2647950" y="6140450"/>
          <p14:tracePt t="451409" x="2692400" y="6134100"/>
          <p14:tracePt t="451425" x="2717800" y="6134100"/>
          <p14:tracePt t="451444" x="2724150" y="6134100"/>
          <p14:tracePt t="451459" x="2736850" y="6134100"/>
          <p14:tracePt t="451475" x="2743200" y="6127750"/>
          <p14:tracePt t="451515" x="2749550" y="6121400"/>
          <p14:tracePt t="451536" x="2743200" y="6121400"/>
          <p14:tracePt t="451557" x="2736850" y="6121400"/>
          <p14:tracePt t="451571" x="2724150" y="6121400"/>
          <p14:tracePt t="451585" x="2717800" y="6127750"/>
          <p14:tracePt t="451595" x="2711450" y="6127750"/>
          <p14:tracePt t="451608" x="2698750" y="6127750"/>
          <p14:tracePt t="451625" x="2692400" y="6127750"/>
          <p14:tracePt t="451642" x="2546350" y="6134100"/>
          <p14:tracePt t="451659" x="2470150" y="6134100"/>
          <p14:tracePt t="451675" x="2266950" y="6146800"/>
          <p14:tracePt t="451692" x="2152650" y="6159500"/>
          <p14:tracePt t="451708" x="1924050" y="6165850"/>
          <p14:tracePt t="451725" x="1708150" y="6165850"/>
          <p14:tracePt t="451741" x="1619250" y="6165850"/>
          <p14:tracePt t="451758" x="1466850" y="6165850"/>
          <p14:tracePt t="451775" x="1352550" y="6165850"/>
          <p14:tracePt t="451791" x="1314450" y="6165850"/>
          <p14:tracePt t="451808" x="1263650" y="6184900"/>
          <p14:tracePt t="451824" x="1225550" y="6191250"/>
          <p14:tracePt t="451841" x="1212850" y="6197600"/>
          <p14:tracePt t="451858" x="1181100" y="6203950"/>
          <p14:tracePt t="451874" x="1155700" y="6216650"/>
          <p14:tracePt t="451891" x="1143000" y="6216650"/>
          <p14:tracePt t="451908" x="1117600" y="6223000"/>
          <p14:tracePt t="451924" x="1066800" y="6235700"/>
          <p14:tracePt t="451940" x="1047750" y="6242050"/>
          <p14:tracePt t="451957" x="996950" y="6254750"/>
          <p14:tracePt t="451973" x="977900" y="6254750"/>
          <p14:tracePt t="451990" x="946150" y="6267450"/>
          <p14:tracePt t="452007" x="927100" y="6273800"/>
          <p14:tracePt t="452023" x="920750" y="6273800"/>
          <p14:tracePt t="452041" x="914400" y="6273800"/>
          <p14:tracePt t="452083" x="920750" y="6273800"/>
          <p14:tracePt t="452097" x="927100" y="6273800"/>
          <p14:tracePt t="452104" x="933450" y="6273800"/>
          <p14:tracePt t="452125" x="939800" y="6273800"/>
          <p14:tracePt t="452132" x="952500" y="6273800"/>
          <p14:tracePt t="452146" x="971550" y="6273800"/>
          <p14:tracePt t="452156" x="996950" y="6267450"/>
          <p14:tracePt t="452172" x="1035050" y="6261100"/>
          <p14:tracePt t="452189" x="1162050" y="6254750"/>
          <p14:tracePt t="452206" x="1346200" y="6229350"/>
          <p14:tracePt t="452223" x="1587500" y="6197600"/>
          <p14:tracePt t="452239" x="1701800" y="6191250"/>
          <p14:tracePt t="452256" x="1828800" y="6178550"/>
          <p14:tracePt t="452273" x="2171700" y="6140450"/>
          <p14:tracePt t="452289" x="2273300" y="6127750"/>
          <p14:tracePt t="452306" x="2362200" y="6115050"/>
          <p14:tracePt t="452322" x="2495550" y="6096000"/>
          <p14:tracePt t="452339" x="2559050" y="6089650"/>
          <p14:tracePt t="452356" x="2597150" y="6089650"/>
          <p14:tracePt t="452372" x="2603500" y="6089650"/>
          <p14:tracePt t="452389" x="2609850" y="6089650"/>
          <p14:tracePt t="452406" x="2616200" y="6089650"/>
          <p14:tracePt t="452422" x="2622550" y="6089650"/>
          <p14:tracePt t="452439" x="2628900" y="6089650"/>
          <p14:tracePt t="452456" x="2647950" y="6089650"/>
          <p14:tracePt t="452472" x="2654300" y="6096000"/>
          <p14:tracePt t="452488" x="2686050" y="6102350"/>
          <p14:tracePt t="452505" x="2717800" y="6108700"/>
          <p14:tracePt t="452522" x="2736850" y="6108700"/>
          <p14:tracePt t="452539" x="2774950" y="6115050"/>
          <p14:tracePt t="452555" x="2825750" y="6115050"/>
          <p14:tracePt t="452572" x="2838450" y="6115050"/>
          <p14:tracePt t="452589" x="2857500" y="6115050"/>
          <p14:tracePt t="452605" x="2863850" y="6115050"/>
          <p14:tracePt t="452638" x="2838450" y="6115050"/>
          <p14:tracePt t="452655" x="2832100" y="6115050"/>
          <p14:tracePt t="452672" x="2800350" y="6115050"/>
          <p14:tracePt t="452688" x="2755900" y="6115050"/>
          <p14:tracePt t="452704" x="2724150" y="6115050"/>
          <p14:tracePt t="452722" x="2584450" y="6102350"/>
          <p14:tracePt t="452738" x="2368550" y="6083300"/>
          <p14:tracePt t="452754" x="2254250" y="6070600"/>
          <p14:tracePt t="452771" x="2012950" y="6064250"/>
          <p14:tracePt t="452787" x="1809750" y="6051550"/>
          <p14:tracePt t="452804" x="1714500" y="6032500"/>
          <p14:tracePt t="452821" x="1574800" y="6019800"/>
          <p14:tracePt t="452837" x="1479550" y="6013450"/>
          <p14:tracePt t="452855" x="1435100" y="6013450"/>
          <p14:tracePt t="452870" x="1422400" y="6013450"/>
          <p14:tracePt t="452887" x="1409700" y="6013450"/>
          <p14:tracePt t="452904" x="1390650" y="6013450"/>
          <p14:tracePt t="452921" x="1371600" y="6019800"/>
          <p14:tracePt t="452937" x="1358900" y="6019800"/>
          <p14:tracePt t="452954" x="1352550" y="6019800"/>
          <p14:tracePt t="452970" x="1333500" y="6026150"/>
          <p14:tracePt t="452987" x="1320800" y="6026150"/>
          <p14:tracePt t="453003" x="1308100" y="6032500"/>
          <p14:tracePt t="453020" x="1289050" y="6038850"/>
          <p14:tracePt t="453037" x="1289050" y="6045200"/>
          <p14:tracePt t="453129" x="1301750" y="6045200"/>
          <p14:tracePt t="453137" x="1308100" y="6051550"/>
          <p14:tracePt t="453150" x="1314450" y="6051550"/>
          <p14:tracePt t="453157" x="1333500" y="6051550"/>
          <p14:tracePt t="453173" x="1358900" y="6051550"/>
          <p14:tracePt t="453186" x="1460500" y="6064250"/>
          <p14:tracePt t="453202" x="1549400" y="6064250"/>
          <p14:tracePt t="453220" x="1778000" y="6083300"/>
          <p14:tracePt t="453236" x="2101850" y="6102350"/>
          <p14:tracePt t="453253" x="2247900" y="6127750"/>
          <p14:tracePt t="453270" x="2533650" y="6153150"/>
          <p14:tracePt t="453286" x="2647950" y="6159500"/>
          <p14:tracePt t="453302" x="2819400" y="6178550"/>
          <p14:tracePt t="453319" x="2921000" y="6191250"/>
          <p14:tracePt t="453336" x="2965450" y="6191250"/>
          <p14:tracePt t="453353" x="3009900" y="6191250"/>
          <p14:tracePt t="453369" x="3028950" y="6191250"/>
          <p14:tracePt t="453385" x="3035300" y="6191250"/>
          <p14:tracePt t="453403" x="3048000" y="6191250"/>
          <p14:tracePt t="453508" x="3041650" y="6191250"/>
          <p14:tracePt t="453529" x="3035300" y="6191250"/>
          <p14:tracePt t="453557" x="3022600" y="6191250"/>
          <p14:tracePt t="453572" x="3016250" y="6191250"/>
          <p14:tracePt t="453607" x="3009900" y="6191250"/>
          <p14:tracePt t="453620" x="3003550" y="6191250"/>
          <p14:tracePt t="453628" x="2997200" y="6191250"/>
          <p14:tracePt t="453642" x="2990850" y="6191250"/>
          <p14:tracePt t="453651" x="2978150" y="6191250"/>
          <p14:tracePt t="453668" x="2959100" y="6191250"/>
          <p14:tracePt t="453685" x="2895600" y="6203950"/>
          <p14:tracePt t="453701" x="2762250" y="6203950"/>
          <p14:tracePt t="453719" x="2559050" y="6210300"/>
          <p14:tracePt t="453734" x="2457450" y="6210300"/>
          <p14:tracePt t="453751" x="2235200" y="6210300"/>
          <p14:tracePt t="453768" x="2044700" y="6210300"/>
          <p14:tracePt t="453784" x="1968500" y="6210300"/>
          <p14:tracePt t="453801" x="1917700" y="6210300"/>
          <p14:tracePt t="453818" x="1803400" y="6216650"/>
          <p14:tracePt t="453834" x="1784350" y="6223000"/>
          <p14:tracePt t="453850" x="1758950" y="6223000"/>
          <p14:tracePt t="453867" x="1752600" y="6223000"/>
          <p14:tracePt t="453884" x="1746250" y="6229350"/>
          <p14:tracePt t="453929" x="1739900" y="6229350"/>
          <p14:tracePt t="454119" x="1733550" y="6229350"/>
          <p14:tracePt t="454134" x="1727200" y="6229350"/>
          <p14:tracePt t="454140" x="1714500" y="6229350"/>
          <p14:tracePt t="454154" x="1714500" y="6223000"/>
          <p14:tracePt t="454166" x="1708150" y="6223000"/>
          <p14:tracePt t="454183" x="1670050" y="6223000"/>
          <p14:tracePt t="454199" x="1644650" y="6223000"/>
          <p14:tracePt t="454217" x="1600200" y="6223000"/>
          <p14:tracePt t="454233" x="1555750" y="6216650"/>
          <p14:tracePt t="454249" x="1536700" y="6216650"/>
          <p14:tracePt t="454266" x="1498600" y="6210300"/>
          <p14:tracePt t="454282" x="1479550" y="6210300"/>
          <p14:tracePt t="454299" x="1466850" y="6210300"/>
          <p14:tracePt t="454316" x="1460500" y="6203950"/>
          <p14:tracePt t="454332" x="1454150" y="6203950"/>
          <p14:tracePt t="454364" x="1447800" y="6203950"/>
          <p14:tracePt t="454400" x="1435100" y="6203950"/>
          <p14:tracePt t="454449" x="1428750" y="6203950"/>
          <p14:tracePt t="454484" x="1422400" y="6203950"/>
          <p14:tracePt t="454491" x="1416050" y="6203950"/>
          <p14:tracePt t="454589" x="1422400" y="6203950"/>
          <p14:tracePt t="454603" x="1428750" y="6203950"/>
          <p14:tracePt t="454610" x="1435100" y="6203950"/>
          <p14:tracePt t="454625" x="1447800" y="6203950"/>
          <p14:tracePt t="454634" x="1473200" y="6203950"/>
          <p14:tracePt t="454647" x="1511300" y="6203950"/>
          <p14:tracePt t="454665" x="1638300" y="6184900"/>
          <p14:tracePt t="454681" x="1835150" y="6153150"/>
          <p14:tracePt t="454698" x="1936750" y="6140450"/>
          <p14:tracePt t="454714" x="2025650" y="6134100"/>
          <p14:tracePt t="454731" x="2260600" y="6115050"/>
          <p14:tracePt t="454747" x="2324100" y="6102350"/>
          <p14:tracePt t="454765" x="2400300" y="6102350"/>
          <p14:tracePt t="454781" x="2419350" y="6102350"/>
          <p14:tracePt t="454797" x="2444750" y="6096000"/>
          <p14:tracePt t="454814" x="2457450" y="6096000"/>
          <p14:tracePt t="454831" x="2463800" y="6096000"/>
          <p14:tracePt t="454847" x="2470150" y="6096000"/>
          <p14:tracePt t="454976" x="2476500" y="6096000"/>
          <p14:tracePt t="454982" x="2482850" y="6096000"/>
          <p14:tracePt t="455003" x="2482850" y="6102350"/>
          <p14:tracePt t="455025" x="2489200" y="6102350"/>
          <p14:tracePt t="455033" x="2495550" y="6102350"/>
          <p14:tracePt t="455053" x="2501900" y="6108700"/>
          <p14:tracePt t="455063" x="2514600" y="6108700"/>
          <p14:tracePt t="455081" x="2540000" y="6108700"/>
          <p14:tracePt t="455096" x="2559050" y="6115050"/>
          <p14:tracePt t="455113" x="2590800" y="6127750"/>
          <p14:tracePt t="455130" x="2660650" y="6146800"/>
          <p14:tracePt t="455146" x="2736850" y="6153150"/>
          <p14:tracePt t="455163" x="2768600" y="6159500"/>
          <p14:tracePt t="455179" x="2825750" y="6165850"/>
          <p14:tracePt t="455196" x="2851150" y="6172200"/>
          <p14:tracePt t="455212" x="2857500" y="6178550"/>
          <p14:tracePt t="455229" x="2870200" y="6178550"/>
          <p14:tracePt t="455284" x="2870200" y="6184900"/>
          <p14:tracePt t="455305" x="2870200" y="6191250"/>
          <p14:tracePt t="457489" x="2800350" y="6191250"/>
          <p14:tracePt t="457505" x="2774950" y="6191250"/>
          <p14:tracePt t="457524" x="2717800" y="6191250"/>
          <p14:tracePt t="457538" x="2667000" y="6191250"/>
          <p14:tracePt t="457555" x="2647950" y="6197600"/>
          <p14:tracePt t="457573" x="2603500" y="6197600"/>
          <p14:tracePt t="457588" x="2590800" y="6203950"/>
          <p14:tracePt t="457605" x="2559050" y="6210300"/>
          <p14:tracePt t="457623" x="2514600" y="6216650"/>
          <p14:tracePt t="457638" x="2501900" y="6216650"/>
          <p14:tracePt t="457655" x="2482850" y="6216650"/>
          <p14:tracePt t="457671" x="2451100" y="6216650"/>
          <p14:tracePt t="457688" x="2425700" y="6216650"/>
          <p14:tracePt t="457706" x="2393950" y="6216650"/>
          <p14:tracePt t="457721" x="2362200" y="6216650"/>
          <p14:tracePt t="457738" x="2343150" y="6210300"/>
          <p14:tracePt t="457755" x="2305050" y="6203950"/>
          <p14:tracePt t="457771" x="2279650" y="6191250"/>
          <p14:tracePt t="457787" x="2266950" y="6191250"/>
          <p14:tracePt t="457791" x="2247900" y="6191250"/>
          <p14:tracePt t="457821" x="2228850" y="6184900"/>
          <p14:tracePt t="457838" x="2222500" y="6178550"/>
          <p14:tracePt t="457854" x="2203450" y="6178550"/>
          <p14:tracePt t="457872" x="2197100" y="6172200"/>
          <p14:tracePt t="457888" x="2184400" y="6172200"/>
          <p14:tracePt t="457939" x="2178050" y="6172200"/>
          <p14:tracePt t="457955" x="2171700" y="6172200"/>
          <p14:tracePt t="457987" x="2159000" y="6172200"/>
          <p14:tracePt t="458003" x="2152650" y="6172200"/>
          <p14:tracePt t="458021" x="2146300" y="6172200"/>
          <p14:tracePt t="458038" x="2146300" y="6165850"/>
          <p14:tracePt t="458055" x="2133600" y="6165850"/>
          <p14:tracePt t="458072" x="2120900" y="6159500"/>
          <p14:tracePt t="458105" x="2108200" y="6159500"/>
          <p14:tracePt t="458120" x="2082800" y="6153150"/>
          <p14:tracePt t="458136" x="2070100" y="6146800"/>
          <p14:tracePt t="458154" x="2044700" y="6146800"/>
          <p14:tracePt t="458171" x="2012950" y="6140450"/>
          <p14:tracePt t="458186" x="1981200" y="6140450"/>
          <p14:tracePt t="458205" x="1949450" y="6140450"/>
          <p14:tracePt t="458220" x="1930400" y="6140450"/>
          <p14:tracePt t="458236" x="1905000" y="6140450"/>
          <p14:tracePt t="458254" x="1885950" y="6140450"/>
          <p14:tracePt t="458270" x="1879600" y="6140450"/>
          <p14:tracePt t="458287" x="1873250" y="6146800"/>
          <p14:tracePt t="458320" x="1873250" y="6153150"/>
          <p14:tracePt t="458337" x="1860550" y="6153150"/>
          <p14:tracePt t="458369" x="1854200" y="6153150"/>
          <p14:tracePt t="458403" x="1847850" y="6153150"/>
          <p14:tracePt t="458452" x="1841500" y="6153150"/>
          <p14:tracePt t="458585" x="1854200" y="6153150"/>
          <p14:tracePt t="458618" x="1860550" y="6153150"/>
          <p14:tracePt t="458685" x="1866900" y="6153150"/>
          <p14:tracePt t="458718" x="1879600" y="6153150"/>
          <p14:tracePt t="458734" x="1885950" y="6153150"/>
          <p14:tracePt t="458752" x="1898650" y="6153150"/>
          <p14:tracePt t="458768" x="1911350" y="6153150"/>
          <p14:tracePt t="458784" x="1917700" y="6153150"/>
          <p14:tracePt t="458801" x="1962150" y="6153150"/>
          <p14:tracePt t="458818" x="2000250" y="6153150"/>
          <p14:tracePt t="458834" x="2032000" y="6153150"/>
          <p14:tracePt t="458851" x="2095500" y="6153150"/>
          <p14:tracePt t="458867" x="2152650" y="6146800"/>
          <p14:tracePt t="458885" x="2222500" y="6140450"/>
          <p14:tracePt t="458900" x="2254250" y="6140450"/>
          <p14:tracePt t="458917" x="2343150" y="6134100"/>
          <p14:tracePt t="458934" x="2444750" y="6134100"/>
          <p14:tracePt t="458950" x="2495550" y="6134100"/>
          <p14:tracePt t="458967" x="2590800" y="6134100"/>
          <p14:tracePt t="458983" x="2679700" y="6134100"/>
          <p14:tracePt t="459000" x="2717800" y="6134100"/>
          <p14:tracePt t="459017" x="2768600" y="6134100"/>
          <p14:tracePt t="459033" x="2870200" y="6121400"/>
          <p14:tracePt t="459050" x="2895600" y="6121400"/>
          <p14:tracePt t="459068" x="2959100" y="6096000"/>
          <p14:tracePt t="459083" x="2984500" y="6089650"/>
          <p14:tracePt t="459100" x="3035300" y="6083300"/>
          <p14:tracePt t="459117" x="3067050" y="6083300"/>
          <p14:tracePt t="459134" x="3092450" y="6076950"/>
          <p14:tracePt t="459151" x="3124200" y="6076950"/>
          <p14:tracePt t="459166" x="3155950" y="6057900"/>
          <p14:tracePt t="459183" x="3175000" y="6057900"/>
          <p14:tracePt t="459199" x="3206750" y="6045200"/>
          <p14:tracePt t="459216" x="3225800" y="6038850"/>
          <p14:tracePt t="459233" x="3232150" y="6038850"/>
          <p14:tracePt t="459249" x="3257550" y="6026150"/>
          <p14:tracePt t="459266" x="3282950" y="6019800"/>
          <p14:tracePt t="459282" x="3295650" y="6013450"/>
          <p14:tracePt t="459299" x="3308350" y="6007100"/>
          <p14:tracePt t="459315" x="3314700" y="5994400"/>
          <p14:tracePt t="459333" x="3314700" y="5981700"/>
          <p14:tracePt t="459349" x="3314700" y="5975350"/>
          <p14:tracePt t="459382" x="3295650" y="5937250"/>
          <p14:tracePt t="459399" x="3270250" y="5911850"/>
          <p14:tracePt t="459415" x="3257550" y="5892800"/>
          <p14:tracePt t="459433" x="3213100" y="5835650"/>
          <p14:tracePt t="459449" x="3175000" y="5784850"/>
          <p14:tracePt t="459465" x="3155950" y="5753100"/>
          <p14:tracePt t="459482" x="3136900" y="5721350"/>
          <p14:tracePt t="459498" x="3124200" y="5683250"/>
          <p14:tracePt t="459515" x="3124200" y="5670550"/>
          <p14:tracePt t="459533" x="3117850" y="5645150"/>
          <p14:tracePt t="459548" x="3117850" y="5632450"/>
          <p14:tracePt t="459566" x="3117850" y="5607050"/>
          <p14:tracePt t="459581" x="3117850" y="5600700"/>
          <p14:tracePt t="459600" x="3117850" y="5588000"/>
          <p14:tracePt t="459616" x="3117850" y="5581650"/>
          <p14:tracePt t="459632" x="3117850" y="5575300"/>
          <p14:tracePt t="459665" x="3117850" y="5562600"/>
          <p14:tracePt t="459715" x="3117850" y="5556250"/>
          <p14:tracePt t="459731" x="3117850" y="5549900"/>
          <p14:tracePt t="459814" x="3124200" y="5549900"/>
          <p14:tracePt t="459913" x="3130550" y="5549900"/>
          <p14:tracePt t="459944" x="3136900" y="5556250"/>
          <p14:tracePt t="459980" x="3143250" y="5556250"/>
          <p14:tracePt t="460029" x="3149600" y="5549900"/>
          <p14:tracePt t="460057" x="3155950" y="5537200"/>
          <p14:tracePt t="460071" x="3162300" y="5537200"/>
          <p14:tracePt t="460099" x="3162300" y="5530850"/>
          <p14:tracePt t="460106" x="3162300" y="5524500"/>
          <p14:tracePt t="460120" x="3168650" y="5518150"/>
          <p14:tracePt t="460129" x="3168650" y="5511800"/>
          <p14:tracePt t="460146" x="3175000" y="5505450"/>
          <p14:tracePt t="460162" x="3194050" y="5473700"/>
          <p14:tracePt t="460179" x="3219450" y="5429250"/>
          <p14:tracePt t="460195" x="3232150" y="5410200"/>
          <p14:tracePt t="460212" x="3251200" y="5353050"/>
          <p14:tracePt t="460229" x="3282950" y="5289550"/>
          <p14:tracePt t="460247" x="3314700" y="5238750"/>
          <p14:tracePt t="460261" x="3321050" y="5213350"/>
          <p14:tracePt t="460278" x="3333750" y="5181600"/>
          <p14:tracePt t="460296" x="3359150" y="5124450"/>
          <p14:tracePt t="460311" x="3365500" y="5111750"/>
          <p14:tracePt t="460329" x="3365500" y="5099050"/>
          <p14:tracePt t="460345" x="3371850" y="5073650"/>
          <p14:tracePt t="460362" x="3371850" y="5054600"/>
          <p14:tracePt t="460379" x="3371850" y="5035550"/>
          <p14:tracePt t="460395" x="3371850" y="5022850"/>
          <p14:tracePt t="460411" x="3371850" y="5010150"/>
          <p14:tracePt t="460428" x="3371850" y="5003800"/>
          <p14:tracePt t="460444" x="3378200" y="4984750"/>
          <p14:tracePt t="460461" x="3384550" y="4972050"/>
          <p14:tracePt t="460494" x="3384550" y="4959350"/>
          <p14:tracePt t="460511" x="3384550" y="4946650"/>
          <p14:tracePt t="460528" x="3390900" y="4940300"/>
          <p14:tracePt t="460544" x="3397250" y="4921250"/>
          <p14:tracePt t="460561" x="3403600" y="4921250"/>
          <p14:tracePt t="460577" x="3403600" y="4914900"/>
          <p14:tracePt t="460594" x="3409950" y="4902200"/>
          <p14:tracePt t="460611" x="3409950" y="4889500"/>
          <p14:tracePt t="460627" x="3416300" y="4876800"/>
          <p14:tracePt t="460668" x="3416300" y="4870450"/>
          <p14:tracePt t="460717" x="3422650" y="4864100"/>
          <p14:tracePt t="460759" x="3422650" y="4857750"/>
          <p14:tracePt t="461536" x="3416300" y="4876800"/>
          <p14:tracePt t="461543" x="3378200" y="4914900"/>
          <p14:tracePt t="461560" x="3365500" y="4959350"/>
          <p14:tracePt t="461574" x="3314700" y="5029200"/>
          <p14:tracePt t="461590" x="3295650" y="5060950"/>
          <p14:tracePt t="461607" x="3232150" y="5149850"/>
          <p14:tracePt t="461624" x="3149600" y="5264150"/>
          <p14:tracePt t="461641" x="3098800" y="5321300"/>
          <p14:tracePt t="461656" x="2971800" y="5454650"/>
          <p14:tracePt t="461673" x="2813050" y="5632450"/>
          <p14:tracePt t="461691" x="2654300" y="5797550"/>
          <p14:tracePt t="461707" x="2584450" y="5861050"/>
          <p14:tracePt t="461723" x="2514600" y="5924550"/>
          <p14:tracePt t="461740" x="2355850" y="6026150"/>
          <p14:tracePt t="461756" x="2298700" y="6045200"/>
          <p14:tracePt t="461773" x="2254250" y="6070600"/>
          <p14:tracePt t="461790" x="2171700" y="6083300"/>
          <p14:tracePt t="461806" x="2120900" y="6096000"/>
          <p14:tracePt t="461810" x="2101850" y="6102350"/>
          <p14:tracePt t="461826" x="2089150" y="6102350"/>
          <p14:tracePt t="461839" x="2076450" y="6102350"/>
          <p14:tracePt t="461856" x="2044700" y="6096000"/>
          <p14:tracePt t="461873" x="2006600" y="6096000"/>
          <p14:tracePt t="461889" x="1987550" y="6096000"/>
          <p14:tracePt t="461906" x="1955800" y="6096000"/>
          <p14:tracePt t="461923" x="1930400" y="6096000"/>
          <p14:tracePt t="461939" x="1917700" y="6096000"/>
          <p14:tracePt t="461957" x="1892300" y="6096000"/>
          <p14:tracePt t="461972" x="1873250" y="6096000"/>
          <p14:tracePt t="461989" x="1847850" y="6096000"/>
          <p14:tracePt t="462007" x="1809750" y="6096000"/>
          <p14:tracePt t="462022" x="1752600" y="6096000"/>
          <p14:tracePt t="462039" x="1727200" y="6096000"/>
          <p14:tracePt t="462056" x="1676400" y="6096000"/>
          <p14:tracePt t="462072" x="1644650" y="6096000"/>
          <p14:tracePt t="462089" x="1606550" y="6096000"/>
          <p14:tracePt t="462105" x="1574800" y="6083300"/>
          <p14:tracePt t="462122" x="1562100" y="6083300"/>
          <p14:tracePt t="462139" x="1543050" y="6083300"/>
          <p14:tracePt t="462155" x="1530350" y="6083300"/>
          <p14:tracePt t="462172" x="1517650" y="6083300"/>
          <p14:tracePt t="462189" x="1511300" y="6083300"/>
          <p14:tracePt t="462205" x="1504950" y="6083300"/>
          <p14:tracePt t="462222" x="1498600" y="6083300"/>
          <p14:tracePt t="462255" x="1492250" y="6083300"/>
          <p14:tracePt t="462294" x="1485900" y="6089650"/>
          <p14:tracePt t="462344" x="1479550" y="6089650"/>
          <p14:tracePt t="462456" x="1473200" y="6089650"/>
          <p14:tracePt t="462484" x="1466850" y="6089650"/>
          <p14:tracePt t="462533" x="1460500" y="6089650"/>
          <p14:tracePt t="462555" x="1454150" y="6089650"/>
          <p14:tracePt t="462575" x="1447800" y="6089650"/>
          <p14:tracePt t="462604" x="1441450" y="6089650"/>
          <p14:tracePt t="462688" x="1435100" y="6089650"/>
          <p14:tracePt t="462716" x="1428750" y="6089650"/>
          <p14:tracePt t="462758" x="1422400" y="6089650"/>
          <p14:tracePt t="462814" x="1416050" y="6089650"/>
          <p14:tracePt t="462884" x="1416050" y="6096000"/>
          <p14:tracePt t="462933" x="1422400" y="6096000"/>
          <p14:tracePt t="462954" x="1428750" y="6096000"/>
          <p14:tracePt t="462990" x="1435100" y="6096000"/>
          <p14:tracePt t="463025" x="1447800" y="6096000"/>
          <p14:tracePt t="463067" x="1460500" y="6096000"/>
          <p14:tracePt t="463095" x="1466850" y="6096000"/>
          <p14:tracePt t="463116" x="1473200" y="6096000"/>
          <p14:tracePt t="463137" x="1479550" y="6096000"/>
          <p14:tracePt t="463158" x="1485900" y="6096000"/>
          <p14:tracePt t="463186" x="1492250" y="6096000"/>
          <p14:tracePt t="463207" x="1498600" y="6096000"/>
          <p14:tracePt t="463228" x="1504950" y="6096000"/>
          <p14:tracePt t="463235" x="1511300" y="6096000"/>
          <p14:tracePt t="463249" x="1511300" y="6102350"/>
          <p14:tracePt t="463256" x="1517650" y="6102350"/>
          <p14:tracePt t="463271" x="1524000" y="6102350"/>
          <p14:tracePt t="463298" x="1530350" y="6102350"/>
          <p14:tracePt t="463305" x="1536700" y="6102350"/>
          <p14:tracePt t="463321" x="1543050" y="6102350"/>
          <p14:tracePt t="463334" x="1549400" y="6102350"/>
          <p14:tracePt t="463351" x="1562100" y="6108700"/>
          <p14:tracePt t="463355" x="1568450" y="6108700"/>
          <p14:tracePt t="463371" x="1574800" y="6108700"/>
          <p14:tracePt t="463384" x="1587500" y="6108700"/>
          <p14:tracePt t="463401" x="1606550" y="6115050"/>
          <p14:tracePt t="463418" x="1619250" y="6115050"/>
          <p14:tracePt t="463434" x="1619250" y="6121400"/>
          <p14:tracePt t="463451" x="1625600" y="6121400"/>
          <p14:tracePt t="463467" x="1631950" y="6121400"/>
          <p14:tracePt t="463500" x="1638300" y="6121400"/>
          <p14:tracePt t="463517" x="1644650" y="6121400"/>
          <p14:tracePt t="463537" x="1651000" y="6121400"/>
          <p14:tracePt t="463558" x="1657350" y="6121400"/>
          <p14:tracePt t="463586" x="1663700" y="6121400"/>
          <p14:tracePt t="463602" x="1670050" y="6121400"/>
          <p14:tracePt t="463607" x="1682750" y="6121400"/>
          <p14:tracePt t="463621" x="1695450" y="6121400"/>
          <p14:tracePt t="463634" x="1708150" y="6121400"/>
          <p14:tracePt t="463650" x="1746250" y="6121400"/>
          <p14:tracePt t="463666" x="1765300" y="6121400"/>
          <p14:tracePt t="463684" x="1822450" y="6134100"/>
          <p14:tracePt t="463700" x="1873250" y="6134100"/>
          <p14:tracePt t="463716" x="1892300" y="6134100"/>
          <p14:tracePt t="463734" x="1936750" y="6134100"/>
          <p14:tracePt t="463750" x="1968500" y="6134100"/>
          <p14:tracePt t="463766" x="1981200" y="6140450"/>
          <p14:tracePt t="463783" x="2000250" y="6146800"/>
          <p14:tracePt t="463799" x="2006600" y="6146800"/>
          <p14:tracePt t="463817" x="2019300" y="6146800"/>
          <p14:tracePt t="463833" x="2032000" y="6153150"/>
          <p14:tracePt t="463850" x="2044700" y="6153150"/>
          <p14:tracePt t="463867" x="2057400" y="6153150"/>
          <p14:tracePt t="463883" x="2063750" y="6153150"/>
          <p14:tracePt t="463899" x="2070100" y="6153150"/>
          <p14:tracePt t="463916" x="2101850" y="6159500"/>
          <p14:tracePt t="463932" x="2120900" y="6159500"/>
          <p14:tracePt t="463949" x="2139950" y="6159500"/>
          <p14:tracePt t="463965" x="2190750" y="6159500"/>
          <p14:tracePt t="463982" x="2235200" y="6159500"/>
          <p14:tracePt t="463999" x="2266950" y="6159500"/>
          <p14:tracePt t="464015" x="2317750" y="6159500"/>
          <p14:tracePt t="464032" x="2374900" y="6159500"/>
          <p14:tracePt t="464050" x="2438400" y="6159500"/>
          <p14:tracePt t="464066" x="2470150" y="6159500"/>
          <p14:tracePt t="464082" x="2527300" y="6159500"/>
          <p14:tracePt t="464099" x="2571750" y="6159500"/>
          <p14:tracePt t="464115" x="2603500" y="6159500"/>
          <p14:tracePt t="464132" x="2673350" y="6159500"/>
          <p14:tracePt t="464149" x="2736850" y="6153150"/>
          <p14:tracePt t="464165" x="2762250" y="6153150"/>
          <p14:tracePt t="464183" x="2825750" y="6146800"/>
          <p14:tracePt t="464198" x="2882900" y="6146800"/>
          <p14:tracePt t="464215" x="2921000" y="6146800"/>
          <p14:tracePt t="464232" x="3009900" y="6146800"/>
          <p14:tracePt t="464248" x="3079750" y="6146800"/>
          <p14:tracePt t="464265" x="3206750" y="6134100"/>
          <p14:tracePt t="464282" x="3314700" y="6115050"/>
          <p14:tracePt t="464298" x="3365500" y="6108700"/>
          <p14:tracePt t="464314" x="3435350" y="6096000"/>
          <p14:tracePt t="464331" x="3486150" y="6096000"/>
          <p14:tracePt t="464348" x="3505200" y="6083300"/>
          <p14:tracePt t="464365" x="3543300" y="6070600"/>
          <p14:tracePt t="464381" x="3575050" y="6057900"/>
          <p14:tracePt t="464398" x="3587750" y="6051550"/>
          <p14:tracePt t="464414" x="3613150" y="6032500"/>
          <p14:tracePt t="464431" x="3638550" y="6019800"/>
          <p14:tracePt t="464447" x="3644900" y="6013450"/>
          <p14:tracePt t="464464" x="3644900" y="6000750"/>
          <p14:tracePt t="464497" x="3632200" y="5994400"/>
          <p14:tracePt t="464514" x="3613150" y="5988050"/>
          <p14:tracePt t="464530" x="3594100" y="5988050"/>
          <p14:tracePt t="464548" x="3371850" y="5937250"/>
          <p14:tracePt t="464563" x="3225800" y="5905500"/>
          <p14:tracePt t="464580" x="3048000" y="5867400"/>
          <p14:tracePt t="464597" x="2673350" y="5791200"/>
          <p14:tracePt t="464613" x="2273300" y="5721350"/>
          <p14:tracePt t="464630" x="2146300" y="5702300"/>
          <p14:tracePt t="464646" x="1955800" y="5683250"/>
          <p14:tracePt t="464663" x="1854200" y="5683250"/>
          <p14:tracePt t="464680" x="1822450" y="5683250"/>
          <p14:tracePt t="464697" x="1790700" y="5683250"/>
          <p14:tracePt t="464713" x="1778000" y="5683250"/>
          <p14:tracePt t="464730" x="1771650" y="5683250"/>
          <p14:tracePt t="464763" x="1765300" y="5689600"/>
          <p14:tracePt t="464780" x="1746250" y="5695950"/>
          <p14:tracePt t="464796" x="1739900" y="5695950"/>
          <p14:tracePt t="464813" x="1727200" y="5695950"/>
          <p14:tracePt t="464829" x="1676400" y="5702300"/>
          <p14:tracePt t="464846" x="1657350" y="5702300"/>
          <p14:tracePt t="464864" x="1593850" y="5721350"/>
          <p14:tracePt t="464879" x="1574800" y="5727700"/>
          <p14:tracePt t="464896" x="1524000" y="5734050"/>
          <p14:tracePt t="464899" x="1498600" y="5734050"/>
          <p14:tracePt t="464916" x="1473200" y="5734050"/>
          <p14:tracePt t="464929" x="1454150" y="5734050"/>
          <p14:tracePt t="464945" x="1422400" y="5727700"/>
          <p14:tracePt t="464962" x="1403350" y="5727700"/>
          <p14:tracePt t="464995" x="1397000" y="5727700"/>
          <p14:tracePt t="465012" x="1397000" y="5721350"/>
          <p14:tracePt t="465032" x="1397000" y="5715000"/>
          <p14:tracePt t="465045" x="1397000" y="5708650"/>
          <p14:tracePt t="465062" x="1403350" y="5702300"/>
          <p14:tracePt t="465078" x="1409700" y="5695950"/>
          <p14:tracePt t="465096" x="1428750" y="5689600"/>
          <p14:tracePt t="465112" x="1441450" y="5683250"/>
          <p14:tracePt t="465128" x="1466850" y="5683250"/>
          <p14:tracePt t="465145" x="1536700" y="5657850"/>
          <p14:tracePt t="465162" x="1631950" y="5632450"/>
          <p14:tracePt t="465178" x="1701800" y="5613400"/>
          <p14:tracePt t="465195" x="1816100" y="5581650"/>
          <p14:tracePt t="465211" x="1873250" y="5562600"/>
          <p14:tracePt t="465228" x="1981200" y="5549900"/>
          <p14:tracePt t="465244" x="2076450" y="5537200"/>
          <p14:tracePt t="465261" x="2095500" y="5537200"/>
          <p14:tracePt t="465278" x="2133600" y="5530850"/>
          <p14:tracePt t="465294" x="2159000" y="5530850"/>
          <p14:tracePt t="465311" x="2165350" y="5530850"/>
          <p14:tracePt t="465327" x="2171700" y="5530850"/>
          <p14:tracePt t="465344" x="2184400" y="5530850"/>
          <p14:tracePt t="465361" x="2197100" y="5530850"/>
          <p14:tracePt t="465377" x="2209800" y="5537200"/>
          <p14:tracePt t="465393" x="2247900" y="5543550"/>
          <p14:tracePt t="465411" x="2305050" y="5543550"/>
          <p14:tracePt t="465427" x="2343150" y="5543550"/>
          <p14:tracePt t="465444" x="2381250" y="5543550"/>
          <p14:tracePt t="465461" x="2565400" y="5568950"/>
          <p14:tracePt t="465477" x="2654300" y="5581650"/>
          <p14:tracePt t="465494" x="2730500" y="5594350"/>
          <p14:tracePt t="465510" x="2921000" y="5600700"/>
          <p14:tracePt t="465527" x="3105150" y="5632450"/>
          <p14:tracePt t="465544" x="3194050" y="5651500"/>
          <p14:tracePt t="465560" x="3346450" y="5664200"/>
          <p14:tracePt t="465577" x="3479800" y="5683250"/>
          <p14:tracePt t="465594" x="3600450" y="5676900"/>
          <p14:tracePt t="465610" x="3651250" y="5670550"/>
          <p14:tracePt t="465626" x="3727450" y="5670550"/>
          <p14:tracePt t="465643" x="3778250" y="5670550"/>
          <p14:tracePt t="465660" x="3810000" y="5670550"/>
          <p14:tracePt t="465676" x="3854450" y="5670550"/>
          <p14:tracePt t="465693" x="3905250" y="5670550"/>
          <p14:tracePt t="465709" x="3924300" y="5664200"/>
          <p14:tracePt t="465727" x="3968750" y="5657850"/>
          <p14:tracePt t="465742" x="4000500" y="5651500"/>
          <p14:tracePt t="465759" x="4019550" y="5651500"/>
          <p14:tracePt t="465777" x="4051300" y="5651500"/>
          <p14:tracePt t="465793" x="4076700" y="5645150"/>
          <p14:tracePt t="465809" x="4108450" y="5645150"/>
          <p14:tracePt t="465826" x="4140200" y="5638800"/>
          <p14:tracePt t="465842" x="4159250" y="5638800"/>
          <p14:tracePt t="465859" x="4197350" y="5626100"/>
          <p14:tracePt t="465876" x="4254500" y="5607050"/>
          <p14:tracePt t="465892" x="4286250" y="5600700"/>
          <p14:tracePt t="465909" x="4368800" y="5581650"/>
          <p14:tracePt t="465925" x="4451350" y="5562600"/>
          <p14:tracePt t="465942" x="4514850" y="5556250"/>
          <p14:tracePt t="465959" x="4622800" y="5537200"/>
          <p14:tracePt t="465975" x="4724400" y="5530850"/>
          <p14:tracePt t="465992" x="4768850" y="5518150"/>
          <p14:tracePt t="466008" x="4826000" y="5511800"/>
          <p14:tracePt t="466025" x="4883150" y="5511800"/>
          <p14:tracePt t="466043" x="4933950" y="5499100"/>
          <p14:tracePt t="466058" x="4965700" y="5499100"/>
          <p14:tracePt t="466075" x="4978400" y="5492750"/>
          <p14:tracePt t="466092" x="5010150" y="5480050"/>
          <p14:tracePt t="466108" x="5029200" y="5473700"/>
          <p14:tracePt t="466125" x="5035550" y="5473700"/>
          <p14:tracePt t="466142" x="5035550" y="5461000"/>
          <p14:tracePt t="466174" x="5029200" y="5461000"/>
          <p14:tracePt t="466191" x="5016500" y="5454650"/>
          <p14:tracePt t="466208" x="5003800" y="5448300"/>
          <p14:tracePt t="466225" x="4991100" y="5448300"/>
          <p14:tracePt t="466241" x="4978400" y="5448300"/>
          <p14:tracePt t="466258" x="4940300" y="5448300"/>
          <p14:tracePt t="466275" x="4870450" y="5429250"/>
          <p14:tracePt t="466291" x="4787900" y="5410200"/>
          <p14:tracePt t="466307" x="4597400" y="5372100"/>
          <p14:tracePt t="466325" x="4387850" y="5295900"/>
          <p14:tracePt t="466341" x="4267200" y="5257800"/>
          <p14:tracePt t="466357" x="4165600" y="5213350"/>
          <p14:tracePt t="466374" x="3829050" y="5105400"/>
          <p14:tracePt t="466391" x="3727450" y="5099050"/>
          <p14:tracePt t="466394" x="3619500" y="5073650"/>
          <p14:tracePt t="466410" x="3530600" y="5054600"/>
          <p14:tracePt t="466424" x="3429000" y="5035550"/>
          <p14:tracePt t="466441" x="3232150" y="5016500"/>
          <p14:tracePt t="466457" x="3028950" y="5003800"/>
          <p14:tracePt t="466473" x="2940050" y="4997450"/>
          <p14:tracePt t="466491" x="2774950" y="4978400"/>
          <p14:tracePt t="466507" x="2616200" y="4959350"/>
          <p14:tracePt t="466523" x="2540000" y="4959350"/>
          <p14:tracePt t="466540" x="2387600" y="4946650"/>
          <p14:tracePt t="466557" x="2235200" y="4946650"/>
          <p14:tracePt t="466573" x="2171700" y="4940300"/>
          <p14:tracePt t="466590" x="2051050" y="4927600"/>
          <p14:tracePt t="466606" x="1949450" y="4927600"/>
          <p14:tracePt t="466623" x="1892300" y="4921250"/>
          <p14:tracePt t="466640" x="1778000" y="4921250"/>
          <p14:tracePt t="466657" x="1670050" y="4933950"/>
          <p14:tracePt t="466673" x="1644650" y="4933950"/>
          <p14:tracePt t="466689" x="1587500" y="4927600"/>
          <p14:tracePt t="466706" x="1536700" y="4914900"/>
          <p14:tracePt t="466723" x="1511300" y="4914900"/>
          <p14:tracePt t="466740" x="1473200" y="4908550"/>
          <p14:tracePt t="466756" x="1454150" y="4908550"/>
          <p14:tracePt t="466773" x="1422400" y="4908550"/>
          <p14:tracePt t="466789" x="1403350" y="4908550"/>
          <p14:tracePt t="466806" x="1390650" y="4908550"/>
          <p14:tracePt t="466823" x="1365250" y="4908550"/>
          <p14:tracePt t="466839" x="1333500" y="4908550"/>
          <p14:tracePt t="466856" x="1314450" y="4908550"/>
          <p14:tracePt t="466872" x="1263650" y="4902200"/>
          <p14:tracePt t="466889" x="1212850" y="4902200"/>
          <p14:tracePt t="466906" x="1193800" y="4902200"/>
          <p14:tracePt t="466922" x="1155700" y="4902200"/>
          <p14:tracePt t="466938" x="1130300" y="4902200"/>
          <p14:tracePt t="466956" x="1104900" y="4902200"/>
          <p14:tracePt t="466989" x="1098550" y="4902200"/>
          <p14:tracePt t="467132" x="1104900" y="4908550"/>
          <p14:tracePt t="467187" x="1111250" y="4908550"/>
          <p14:tracePt t="467216" x="1117600" y="4908550"/>
          <p14:tracePt t="467251" x="1130300" y="4908550"/>
          <p14:tracePt t="467272" x="1143000" y="4908550"/>
          <p14:tracePt t="467279" x="1149350" y="4908550"/>
          <p14:tracePt t="467288" x="1168400" y="4908550"/>
          <p14:tracePt t="467304" x="1181100" y="4908550"/>
          <p14:tracePt t="467321" x="1238250" y="4902200"/>
          <p14:tracePt t="467337" x="1308100" y="4902200"/>
          <p14:tracePt t="467354" x="1346200" y="4895850"/>
          <p14:tracePt t="467371" x="1409700" y="4895850"/>
          <p14:tracePt t="467387" x="1428750" y="4895850"/>
          <p14:tracePt t="467391" x="1460500" y="4895850"/>
          <p14:tracePt t="467404" x="1511300" y="4902200"/>
          <p14:tracePt t="467420" x="1530350" y="4902200"/>
          <p14:tracePt t="467437" x="1543050" y="4902200"/>
          <p14:tracePt t="467454" x="1574800" y="4914900"/>
          <p14:tracePt t="467470" x="1593850" y="4914900"/>
          <p14:tracePt t="467487" x="1600200" y="4914900"/>
          <p14:tracePt t="467504" x="1606550" y="4914900"/>
          <p14:tracePt t="467520" x="1631950" y="4914900"/>
          <p14:tracePt t="467537" x="1638300" y="4908550"/>
          <p14:tracePt t="467553" x="1663700" y="4908550"/>
          <p14:tracePt t="467570" x="1676400" y="4908550"/>
          <p14:tracePt t="467587" x="1695450" y="4902200"/>
          <p14:tracePt t="467603" x="1701800" y="4902200"/>
          <p14:tracePt t="467620" x="1714500" y="4902200"/>
          <p14:tracePt t="467637" x="1733550" y="4902200"/>
          <p14:tracePt t="467653" x="1739900" y="4902200"/>
          <p14:tracePt t="467669" x="1746250" y="4902200"/>
          <p14:tracePt t="467686" x="1752600" y="4902200"/>
          <p14:tracePt t="467703" x="1758950" y="4902200"/>
          <p14:tracePt t="467719" x="1765300" y="4902200"/>
          <p14:tracePt t="467736" x="1771650" y="4902200"/>
          <p14:tracePt t="467752" x="1784350" y="4908550"/>
          <p14:tracePt t="467771" x="1797050" y="4908550"/>
          <p14:tracePt t="467785" x="1803400" y="4908550"/>
          <p14:tracePt t="467802" x="1828800" y="4908550"/>
          <p14:tracePt t="467819" x="1866900" y="4914900"/>
          <p14:tracePt t="467835" x="1885950" y="4914900"/>
          <p14:tracePt t="467852" x="1924050" y="4921250"/>
          <p14:tracePt t="467869" x="1968500" y="4921250"/>
          <p14:tracePt t="467885" x="1981200" y="4921250"/>
          <p14:tracePt t="467902" x="2000250" y="4921250"/>
          <p14:tracePt t="467906" x="2012950" y="4921250"/>
          <p14:tracePt t="467919" x="2025650" y="4927600"/>
          <p14:tracePt t="467935" x="2032000" y="4927600"/>
          <p14:tracePt t="467952" x="2044700" y="4927600"/>
          <p14:tracePt t="467968" x="2063750" y="4927600"/>
          <p14:tracePt t="467985" x="2070100" y="4927600"/>
          <p14:tracePt t="468002" x="2082800" y="4927600"/>
          <p14:tracePt t="468018" x="2101850" y="4927600"/>
          <p14:tracePt t="468035" x="2133600" y="4927600"/>
          <p14:tracePt t="468052" x="2184400" y="4927600"/>
          <p14:tracePt t="468068" x="2209800" y="4927600"/>
          <p14:tracePt t="468085" x="2273300" y="4914900"/>
          <p14:tracePt t="468102" x="2324100" y="4914900"/>
          <p14:tracePt t="468118" x="2349500" y="4908550"/>
          <p14:tracePt t="468135" x="2393950" y="4902200"/>
          <p14:tracePt t="468151" x="2413000" y="4895850"/>
          <p14:tracePt t="468185" x="2425700" y="4895850"/>
          <p14:tracePt t="468241" x="2432050" y="4889500"/>
          <p14:tracePt t="468444" x="2438400" y="4889500"/>
          <p14:tracePt t="468451" x="2444750" y="4889500"/>
          <p14:tracePt t="468465" x="2444750" y="4883150"/>
          <p14:tracePt t="468480" x="2451100" y="4883150"/>
          <p14:tracePt t="468494" x="2457450" y="4883150"/>
          <p14:tracePt t="468515" x="2463800" y="4883150"/>
          <p14:tracePt t="468529" x="2470150" y="4883150"/>
          <p14:tracePt t="468543" x="2476500" y="4883150"/>
          <p14:tracePt t="468564" x="2489200" y="4876800"/>
          <p14:tracePt t="468592" x="2495550" y="4876800"/>
          <p14:tracePt t="468598" x="2514600" y="4870450"/>
          <p14:tracePt t="468613" x="2533650" y="4870450"/>
          <p14:tracePt t="468627" x="2559050" y="4870450"/>
          <p14:tracePt t="468641" x="2584450" y="4870450"/>
          <p14:tracePt t="468649" x="2616200" y="4864100"/>
          <p14:tracePt t="468666" x="2641600" y="4864100"/>
          <p14:tracePt t="468683" x="2717800" y="4864100"/>
          <p14:tracePt t="468699" x="2813050" y="4870450"/>
          <p14:tracePt t="468716" x="2851150" y="4870450"/>
          <p14:tracePt t="468733" x="2933700" y="4870450"/>
          <p14:tracePt t="468749" x="2971800" y="4870450"/>
          <p14:tracePt t="468766" x="2997200" y="4870450"/>
          <p14:tracePt t="468782" x="3054350" y="4870450"/>
          <p14:tracePt t="468799" x="3086100" y="4857750"/>
          <p14:tracePt t="468816" x="3124200" y="4857750"/>
          <p14:tracePt t="468832" x="3149600" y="4857750"/>
          <p14:tracePt t="468849" x="3168650" y="4857750"/>
          <p14:tracePt t="468866" x="3200400" y="4857750"/>
          <p14:tracePt t="468882" x="3213100" y="4857750"/>
          <p14:tracePt t="468899" x="3225800" y="4857750"/>
          <p14:tracePt t="468902" x="3232150" y="4857750"/>
          <p14:tracePt t="468915" x="3238500" y="4851400"/>
          <p14:tracePt t="468932" x="3251200" y="4851400"/>
          <p14:tracePt t="468948" x="3263900" y="4851400"/>
          <p14:tracePt t="468981" x="3270250" y="4851400"/>
          <p14:tracePt t="468999" x="3276600" y="4851400"/>
          <p14:tracePt t="469426" x="3308350" y="4851400"/>
          <p14:tracePt t="469432" x="3333750" y="4851400"/>
          <p14:tracePt t="469450" x="3371850" y="4851400"/>
          <p14:tracePt t="469463" x="3409950" y="4851400"/>
          <p14:tracePt t="469480" x="3473450" y="4838700"/>
          <p14:tracePt t="469497" x="3511550" y="4832350"/>
          <p14:tracePt t="469513" x="3530600" y="4826000"/>
          <p14:tracePt t="469530" x="3556000" y="4826000"/>
          <p14:tracePt t="469546" x="3575050" y="4826000"/>
          <p14:tracePt t="469580" x="3581400" y="4826000"/>
          <p14:tracePt t="469665" x="3587750" y="4832350"/>
          <p14:tracePt t="469693" x="3594100" y="4832350"/>
          <p14:tracePt t="469756" x="3600450" y="4832350"/>
          <p14:tracePt t="469784" x="3613150" y="4832350"/>
          <p14:tracePt t="469805" x="3619500" y="4832350"/>
          <p14:tracePt t="469813" x="3625850" y="4838700"/>
          <p14:tracePt t="469826" x="3632200" y="4838700"/>
          <p14:tracePt t="469833" x="3638550" y="4838700"/>
          <p14:tracePt t="469849" x="3651250" y="4838700"/>
          <p14:tracePt t="469862" x="3676650" y="4838700"/>
          <p14:tracePt t="469878" x="3733800" y="4845050"/>
          <p14:tracePt t="469895" x="3771900" y="4851400"/>
          <p14:tracePt t="469911" x="3879850" y="4870450"/>
          <p14:tracePt t="469928" x="4000500" y="4889500"/>
          <p14:tracePt t="469945" x="4064000" y="4902200"/>
          <p14:tracePt t="469962" x="4184650" y="4914900"/>
          <p14:tracePt t="469978" x="4286250" y="4927600"/>
          <p14:tracePt t="469995" x="4368800" y="4927600"/>
          <p14:tracePt t="470011" x="4394200" y="4927600"/>
          <p14:tracePt t="470028" x="4425950" y="4927600"/>
          <p14:tracePt t="470045" x="4514850" y="4921250"/>
          <p14:tracePt t="470061" x="4533900" y="4908550"/>
          <p14:tracePt t="470079" x="4597400" y="4908550"/>
          <p14:tracePt t="470094" x="4635500" y="4908550"/>
          <p14:tracePt t="470111" x="4718050" y="4908550"/>
          <p14:tracePt t="470128" x="4781550" y="4902200"/>
          <p14:tracePt t="470144" x="4813300" y="4902200"/>
          <p14:tracePt t="470161" x="4851400" y="4895850"/>
          <p14:tracePt t="470177" x="4895850" y="4895850"/>
          <p14:tracePt t="470194" x="4908550" y="4895850"/>
          <p14:tracePt t="470211" x="4933950" y="4889500"/>
          <p14:tracePt t="470227" x="4959350" y="4889500"/>
          <p14:tracePt t="470261" x="4984750" y="4889500"/>
          <p14:tracePt t="470277" x="5010150" y="4889500"/>
          <p14:tracePt t="470294" x="5016500" y="4889500"/>
          <p14:tracePt t="470311" x="5041900" y="4889500"/>
          <p14:tracePt t="470327" x="5054600" y="4889500"/>
          <p14:tracePt t="470344" x="5060950" y="4883150"/>
          <p14:tracePt t="470360" x="5073650" y="4883150"/>
          <p14:tracePt t="470377" x="5086350" y="4883150"/>
          <p14:tracePt t="470394" x="5092700" y="4883150"/>
          <p14:tracePt t="470410" x="5092700" y="4876800"/>
          <p14:tracePt t="470427" x="5099050" y="4876800"/>
          <p14:tracePt t="471290" x="5105400" y="4876800"/>
          <p14:tracePt t="471304" x="5124450" y="4876800"/>
          <p14:tracePt t="471310" x="5149850" y="4876800"/>
          <p14:tracePt t="471325" x="5181600" y="4876800"/>
          <p14:tracePt t="471340" x="5245100" y="4876800"/>
          <p14:tracePt t="471357" x="5276850" y="4876800"/>
          <p14:tracePt t="471374" x="5340350" y="4876800"/>
          <p14:tracePt t="471390" x="5429250" y="4883150"/>
          <p14:tracePt t="471407" x="5473700" y="4876800"/>
          <p14:tracePt t="471423" x="5556250" y="4876800"/>
          <p14:tracePt t="471440" x="5581650" y="4876800"/>
          <p14:tracePt t="471456" x="5638800" y="4876800"/>
          <p14:tracePt t="471473" x="5689600" y="4864100"/>
          <p14:tracePt t="471490" x="5708650" y="4864100"/>
          <p14:tracePt t="471507" x="5778500" y="4857750"/>
          <p14:tracePt t="471523" x="5797550" y="4851400"/>
          <p14:tracePt t="471539" x="5822950" y="4851400"/>
          <p14:tracePt t="471557" x="5861050" y="4845050"/>
          <p14:tracePt t="471573" x="5899150" y="4845050"/>
          <p14:tracePt t="471589" x="5911850" y="4845050"/>
          <p14:tracePt t="471606" x="5930900" y="4845050"/>
          <p14:tracePt t="471622" x="5949950" y="4845050"/>
          <p14:tracePt t="471639" x="5949950" y="4838700"/>
          <p14:tracePt t="471655" x="5956300" y="4838700"/>
          <p14:tracePt t="471893" x="5949950" y="4838700"/>
          <p14:tracePt t="471914" x="5943600" y="4838700"/>
          <p14:tracePt t="471923" x="5937250" y="4832350"/>
          <p14:tracePt t="471935" x="5930900" y="4832350"/>
          <p14:tracePt t="471949" x="5924550" y="4832350"/>
          <p14:tracePt t="471963" x="5905500" y="4832350"/>
          <p14:tracePt t="471971" x="5873750" y="4832350"/>
          <p14:tracePt t="471987" x="5835650" y="4832350"/>
          <p14:tracePt t="472005" x="5734050" y="4826000"/>
          <p14:tracePt t="472021" x="5581650" y="4826000"/>
          <p14:tracePt t="472038" x="5505450" y="4826000"/>
          <p14:tracePt t="472055" x="5372100" y="4826000"/>
          <p14:tracePt t="472071" x="5321300" y="4826000"/>
          <p14:tracePt t="472087" x="5245100" y="4826000"/>
          <p14:tracePt t="472104" x="5200650" y="4832350"/>
          <p14:tracePt t="472121" x="5194300" y="4832350"/>
          <p14:tracePt t="472138" x="5187950" y="4832350"/>
          <p14:tracePt t="472154" x="5200650" y="4838700"/>
          <p14:tracePt t="472171" x="5213350" y="4838700"/>
          <p14:tracePt t="472188" x="5283200" y="4838700"/>
          <p14:tracePt t="472204" x="5461000" y="4845050"/>
          <p14:tracePt t="472220" x="5575300" y="4845050"/>
          <p14:tracePt t="472237" x="5829300" y="4851400"/>
          <p14:tracePt t="472253" x="6102350" y="4864100"/>
          <p14:tracePt t="472270" x="6229350" y="4876800"/>
          <p14:tracePt t="472287" x="6419850" y="4883150"/>
          <p14:tracePt t="472303" x="6515100" y="4883150"/>
          <p14:tracePt t="472321" x="6546850" y="4883150"/>
          <p14:tracePt t="472337" x="6553200" y="4883150"/>
          <p14:tracePt t="472353" x="6559550" y="4883150"/>
          <p14:tracePt t="472391" x="6565900" y="4876800"/>
          <p14:tracePt t="472433" x="6572250" y="4876800"/>
          <p14:tracePt t="472440" x="6578600" y="4876800"/>
          <p14:tracePt t="472475" x="6584950" y="4876800"/>
          <p14:tracePt t="472496" x="6591300" y="4876800"/>
          <p14:tracePt t="472504" x="6597650" y="4876800"/>
          <p14:tracePt t="472510" x="6604000" y="4870450"/>
          <p14:tracePt t="472525" x="6610350" y="4870450"/>
          <p14:tracePt t="472546" x="6616700" y="4870450"/>
          <p14:tracePt t="472573" x="6623050" y="4870450"/>
          <p14:tracePt t="472580" x="6629400" y="4864100"/>
          <p14:tracePt t="472616" x="6635750" y="4864100"/>
          <p14:tracePt t="472644" x="6642100" y="4864100"/>
          <p14:tracePt t="472672" x="6648450" y="4857750"/>
          <p14:tracePt t="472721" x="6654800" y="4857750"/>
          <p14:tracePt t="472805" x="6654800" y="4851400"/>
          <p14:tracePt t="473156" x="6629400" y="4851400"/>
          <p14:tracePt t="473164" x="6584950" y="4832350"/>
          <p14:tracePt t="473178" x="6508750" y="4794250"/>
          <p14:tracePt t="473187" x="6426200" y="4775200"/>
          <p14:tracePt t="473200" x="6337300" y="4730750"/>
          <p14:tracePt t="473217" x="6115050" y="4667250"/>
          <p14:tracePt t="473234" x="5892800" y="4616450"/>
          <p14:tracePt t="473250" x="5734050" y="4597400"/>
          <p14:tracePt t="473267" x="5302250" y="4565650"/>
          <p14:tracePt t="473283" x="4768850" y="4521200"/>
          <p14:tracePt t="473300" x="4483100" y="4521200"/>
          <p14:tracePt t="473317" x="4191000" y="4508500"/>
          <p14:tracePt t="473333" x="3352800" y="4476750"/>
          <p14:tracePt t="473350" x="3117850" y="4476750"/>
          <p14:tracePt t="473368" x="2692400" y="4495800"/>
          <p14:tracePt t="473383" x="2457450" y="4495800"/>
          <p14:tracePt t="473400" x="2057400" y="4508500"/>
          <p14:tracePt t="473417" x="1682750" y="4533900"/>
          <p14:tracePt t="473433" x="1543050" y="4546600"/>
          <p14:tracePt t="473449" x="1276350" y="4578350"/>
          <p14:tracePt t="473466" x="1111250" y="4597400"/>
          <p14:tracePt t="473483" x="1054100" y="4610100"/>
          <p14:tracePt t="473486" x="1003300" y="4616450"/>
          <p14:tracePt t="473500" x="946150" y="4622800"/>
          <p14:tracePt t="473515" x="850900" y="4660900"/>
          <p14:tracePt t="473532" x="819150" y="4667250"/>
          <p14:tracePt t="473549" x="787400" y="4679950"/>
          <p14:tracePt t="473566" x="774700" y="4686300"/>
          <p14:tracePt t="473583" x="768350" y="4692650"/>
          <p14:tracePt t="473599" x="755650" y="4699000"/>
          <p14:tracePt t="473616" x="755650" y="4705350"/>
          <p14:tracePt t="473633" x="749300" y="4711700"/>
          <p14:tracePt t="473649" x="749300" y="4718050"/>
          <p14:tracePt t="473665" x="749300" y="4724400"/>
          <p14:tracePt t="473683" x="755650" y="4737100"/>
          <p14:tracePt t="473725" x="755650" y="4743450"/>
          <p14:tracePt t="473746" x="762000" y="4749800"/>
          <p14:tracePt t="473752" x="768350" y="4749800"/>
          <p14:tracePt t="473774" x="774700" y="4756150"/>
          <p14:tracePt t="473788" x="781050" y="4756150"/>
          <p14:tracePt t="473798" x="787400" y="4762500"/>
          <p14:tracePt t="473818" x="793750" y="4762500"/>
          <p14:tracePt t="473837" x="800100" y="4762500"/>
          <p14:tracePt t="473858" x="806450" y="4762500"/>
          <p14:tracePt t="473886" x="812800" y="4768850"/>
          <p14:tracePt t="473893" x="819150" y="4768850"/>
          <p14:tracePt t="473916" x="825500" y="4768850"/>
          <p14:tracePt t="473949" x="831850" y="4768850"/>
          <p14:tracePt t="474005" x="838200" y="4768850"/>
          <p14:tracePt t="474026" x="844550" y="4768850"/>
          <p14:tracePt t="474033" x="850900" y="4768850"/>
          <p14:tracePt t="474054" x="857250" y="4768850"/>
          <p14:tracePt t="474076" x="863600" y="4768850"/>
          <p14:tracePt t="474096" x="869950" y="4768850"/>
          <p14:tracePt t="474125" x="876300" y="4768850"/>
          <p14:tracePt t="474139" x="882650" y="4768850"/>
          <p14:tracePt t="474145" x="889000" y="4768850"/>
          <p14:tracePt t="474160" x="908050" y="4768850"/>
          <p14:tracePt t="474167" x="927100" y="4756150"/>
          <p14:tracePt t="474181" x="958850" y="4756150"/>
          <p14:tracePt t="474197" x="1047750" y="4756150"/>
          <p14:tracePt t="474213" x="1111250" y="4749800"/>
          <p14:tracePt t="474230" x="1263650" y="4749800"/>
          <p14:tracePt t="474247" x="1403350" y="4737100"/>
          <p14:tracePt t="474264" x="1473200" y="4730750"/>
          <p14:tracePt t="474280" x="1562100" y="4730750"/>
          <p14:tracePt t="474296" x="1593850" y="4730750"/>
          <p14:tracePt t="474315" x="1638300" y="4718050"/>
          <p14:tracePt t="474330" x="1651000" y="4718050"/>
          <p14:tracePt t="474346" x="1657350" y="4718050"/>
          <p14:tracePt t="474384" x="1663700" y="4718050"/>
          <p14:tracePt t="474447" x="1670050" y="4718050"/>
          <p14:tracePt t="474475" x="1676400" y="4718050"/>
          <p14:tracePt t="474497" x="1682750" y="4718050"/>
          <p14:tracePt t="474510" x="1689100" y="4718050"/>
          <p14:tracePt t="474518" x="1695450" y="4718050"/>
          <p14:tracePt t="474539" x="1701800" y="4718050"/>
          <p14:tracePt t="474549" x="1714500" y="4718050"/>
          <p14:tracePt t="474562" x="1733550" y="4711700"/>
          <p14:tracePt t="474579" x="1746250" y="4705350"/>
          <p14:tracePt t="474595" x="1809750" y="4699000"/>
          <p14:tracePt t="474612" x="1828800" y="4692650"/>
          <p14:tracePt t="474629" x="1866900" y="4686300"/>
          <p14:tracePt t="474645" x="1879600" y="4686300"/>
          <p14:tracePt t="474662" x="1898650" y="4673600"/>
          <p14:tracePt t="474679" x="1911350" y="4673600"/>
          <p14:tracePt t="474695" x="1911350" y="4667250"/>
          <p14:tracePt t="474712" x="1924050" y="4667250"/>
          <p14:tracePt t="474728" x="1930400" y="4660900"/>
          <p14:tracePt t="474777" x="1936750" y="4654550"/>
          <p14:tracePt t="475051" x="1930400" y="4654550"/>
          <p14:tracePt t="475079" x="1924050" y="4654550"/>
          <p14:tracePt t="475085" x="1917700" y="4654550"/>
          <p14:tracePt t="475504" x="1930400" y="4660900"/>
          <p14:tracePt t="475518" x="1949450" y="4673600"/>
          <p14:tracePt t="475532" x="1974850" y="4692650"/>
          <p14:tracePt t="475539" x="2012950" y="4705350"/>
          <p14:tracePt t="475546" x="2057400" y="4724400"/>
          <p14:tracePt t="475559" x="2101850" y="4743450"/>
          <p14:tracePt t="475575" x="2184400" y="4756150"/>
          <p14:tracePt t="475592" x="2203450" y="4775200"/>
          <p14:tracePt t="475609" x="2235200" y="4781550"/>
          <p14:tracePt t="475625" x="2241550" y="4787900"/>
          <p14:tracePt t="475642" x="2247900" y="4787900"/>
          <p14:tracePt t="475694" x="2247900" y="4794250"/>
          <p14:tracePt t="475770" x="2247900" y="4800600"/>
          <p14:tracePt t="475813" x="2241550" y="4800600"/>
          <p14:tracePt t="475882" x="2235200" y="4800600"/>
          <p14:tracePt t="475917" x="2228850" y="4800600"/>
          <p14:tracePt t="475939" x="2222500" y="4800600"/>
          <p14:tracePt t="475946" x="2216150" y="4794250"/>
          <p14:tracePt t="476570" x="2209800" y="4794250"/>
          <p14:tracePt t="476584" x="2203450" y="4800600"/>
          <p14:tracePt t="476592" x="2197100" y="4800600"/>
          <p14:tracePt t="476608" x="2190750" y="4806950"/>
          <p14:tracePt t="476622" x="2184400" y="4813300"/>
          <p14:tracePt t="476642" x="2184400" y="4819650"/>
          <p14:tracePt t="476661" x="2178050" y="4826000"/>
          <p14:tracePt t="476710" x="2178050" y="4832350"/>
          <p14:tracePt t="476753" x="2178050" y="4838700"/>
          <p14:tracePt t="476759" x="2178050" y="4845050"/>
          <p14:tracePt t="476781" x="2178050" y="4851400"/>
          <p14:tracePt t="476802" x="2178050" y="4857750"/>
          <p14:tracePt t="476830" x="2178050" y="4864100"/>
          <p14:tracePt t="476892" x="2184400" y="4870450"/>
          <p14:tracePt t="476899" x="2190750" y="4870450"/>
          <p14:tracePt t="476935" x="2197100" y="4870450"/>
          <p14:tracePt t="476963" x="2203450" y="4870450"/>
          <p14:tracePt t="476970" x="2209800" y="4876800"/>
          <p14:tracePt t="477040" x="2216150" y="4876800"/>
          <p14:tracePt t="477061" x="2222500" y="4876800"/>
          <p14:tracePt t="477082" x="2222500" y="4870450"/>
          <p14:tracePt t="477110" x="2222500" y="4864100"/>
          <p14:tracePt t="477131" x="2222500" y="4857750"/>
          <p14:tracePt t="477152" x="2216150" y="4851400"/>
          <p14:tracePt t="477180" x="2216150" y="4845050"/>
          <p14:tracePt t="477201" x="2209800" y="4845050"/>
          <p14:tracePt t="477215" x="2197100" y="4838700"/>
          <p14:tracePt t="477223" x="2184400" y="4832350"/>
          <p14:tracePt t="477237" x="2152650" y="4832350"/>
          <p14:tracePt t="477253" x="2070100" y="4819650"/>
          <p14:tracePt t="477270" x="1993900" y="4806950"/>
          <p14:tracePt t="477286" x="1841500" y="4800600"/>
          <p14:tracePt t="477303" x="1765300" y="4787900"/>
          <p14:tracePt t="477320" x="1485900" y="4775200"/>
          <p14:tracePt t="477336" x="1403350" y="4775200"/>
          <p14:tracePt t="477352" x="1327150" y="4775200"/>
          <p14:tracePt t="477369" x="1225550" y="4775200"/>
          <p14:tracePt t="477386" x="1149350" y="4775200"/>
          <p14:tracePt t="477402" x="1123950" y="4781550"/>
          <p14:tracePt t="477419" x="1111250" y="4787900"/>
          <p14:tracePt t="477436" x="1104900" y="4800600"/>
          <p14:tracePt t="477452" x="1104900" y="4806950"/>
          <p14:tracePt t="477469" x="1104900" y="4813300"/>
          <p14:tracePt t="477485" x="1104900" y="4826000"/>
          <p14:tracePt t="477524" x="1104900" y="4832350"/>
          <p14:tracePt t="477566" x="1111250" y="4838700"/>
          <p14:tracePt t="477594" x="1117600" y="4845050"/>
          <p14:tracePt t="477643" x="1130300" y="4845050"/>
          <p14:tracePt t="477664" x="1136650" y="4845050"/>
          <p14:tracePt t="477686" x="1143000" y="4845050"/>
          <p14:tracePt t="477692" x="1149350" y="4845050"/>
          <p14:tracePt t="477742" x="1155700" y="4845050"/>
          <p14:tracePt t="477762" x="1162050" y="4845050"/>
          <p14:tracePt t="477805" x="1168400" y="4845050"/>
          <p14:tracePt t="477812" x="1174750" y="4845050"/>
          <p14:tracePt t="477833" x="1187450" y="4845050"/>
          <p14:tracePt t="477854" x="1193800" y="4838700"/>
          <p14:tracePt t="477861" x="1212850" y="4838700"/>
          <p14:tracePt t="477875" x="1225550" y="4838700"/>
          <p14:tracePt t="477883" x="1244600" y="4832350"/>
          <p14:tracePt t="477900" x="1276350" y="4826000"/>
          <p14:tracePt t="477917" x="1358900" y="4819650"/>
          <p14:tracePt t="477934" x="1397000" y="4806950"/>
          <p14:tracePt t="477951" x="1504950" y="4800600"/>
          <p14:tracePt t="477967" x="1600200" y="4781550"/>
          <p14:tracePt t="477984" x="1638300" y="4781550"/>
          <p14:tracePt t="478001" x="1695450" y="4781550"/>
          <p14:tracePt t="478017" x="1733550" y="4781550"/>
          <p14:tracePt t="478033" x="1758950" y="4775200"/>
          <p14:tracePt t="478050" x="1797050" y="4775200"/>
          <p14:tracePt t="478067" x="1828800" y="4768850"/>
          <p14:tracePt t="478083" x="1841500" y="4768850"/>
          <p14:tracePt t="478100" x="1885950" y="4762500"/>
          <p14:tracePt t="478117" x="1905000" y="4762500"/>
          <p14:tracePt t="478134" x="1930400" y="4762500"/>
          <p14:tracePt t="478150" x="1943100" y="4762500"/>
          <p14:tracePt t="478166" x="1962150" y="4768850"/>
          <p14:tracePt t="478184" x="1981200" y="4775200"/>
          <p14:tracePt t="478226" x="1987550" y="4775200"/>
          <p14:tracePt t="478303" x="1981200" y="4775200"/>
          <p14:tracePt t="478324" x="1974850" y="4775200"/>
          <p14:tracePt t="478338" x="1968500" y="4775200"/>
          <p14:tracePt t="478359" x="1955800" y="4775200"/>
          <p14:tracePt t="478367" x="1943100" y="4775200"/>
          <p14:tracePt t="478373" x="1911350" y="4775200"/>
          <p14:tracePt t="478387" x="1885950" y="4775200"/>
          <p14:tracePt t="478398" x="1835150" y="4775200"/>
          <p14:tracePt t="478416" x="1708150" y="4768850"/>
          <p14:tracePt t="478432" x="1657350" y="4768850"/>
          <p14:tracePt t="478449" x="1524000" y="4768850"/>
          <p14:tracePt t="478465" x="1422400" y="4768850"/>
          <p14:tracePt t="478482" x="1384300" y="4768850"/>
          <p14:tracePt t="478499" x="1352550" y="4768850"/>
          <p14:tracePt t="478515" x="1295400" y="4768850"/>
          <p14:tracePt t="478532" x="1289050" y="4768850"/>
          <p14:tracePt t="478549" x="1282700" y="4775200"/>
          <p14:tracePt t="478570" x="1276350" y="4775200"/>
          <p14:tracePt t="478920" x="1282700" y="4775200"/>
          <p14:tracePt t="478927" x="1289050" y="4775200"/>
          <p14:tracePt t="478956" x="1295400" y="4775200"/>
          <p14:tracePt t="479026" x="1301750" y="4775200"/>
          <p14:tracePt t="479048" x="1308100" y="4775200"/>
          <p14:tracePt t="479068" x="1314450" y="4775200"/>
          <p14:tracePt t="479089" x="1320800" y="4775200"/>
          <p14:tracePt t="479117" x="1327150" y="4775200"/>
          <p14:tracePt t="479138" x="1339850" y="4775200"/>
          <p14:tracePt t="479166" x="1346200" y="4775200"/>
          <p14:tracePt t="479187" x="1352550" y="4775200"/>
          <p14:tracePt t="479201" x="1358900" y="4775200"/>
          <p14:tracePt t="479208" x="1371600" y="4775200"/>
          <p14:tracePt t="479216" x="1384300" y="4775200"/>
          <p14:tracePt t="479232" x="1409700" y="4775200"/>
          <p14:tracePt t="479246" x="1441450" y="4775200"/>
          <p14:tracePt t="479263" x="1536700" y="4800600"/>
          <p14:tracePt t="479279" x="1676400" y="4832350"/>
          <p14:tracePt t="479296" x="1765300" y="4838700"/>
          <p14:tracePt t="479313" x="1962150" y="4870450"/>
          <p14:tracePt t="479329" x="2165350" y="4908550"/>
          <p14:tracePt t="479346" x="2286000" y="4933950"/>
          <p14:tracePt t="479363" x="2476500" y="4965700"/>
          <p14:tracePt t="479379" x="2635250" y="4984750"/>
          <p14:tracePt t="479396" x="2698750" y="4984750"/>
          <p14:tracePt t="479412" x="2825750" y="4984750"/>
          <p14:tracePt t="479429" x="2940050" y="4984750"/>
          <p14:tracePt t="479446" x="3054350" y="4984750"/>
          <p14:tracePt t="479462" x="3092450" y="4984750"/>
          <p14:tracePt t="479479" x="3149600" y="4991100"/>
          <p14:tracePt t="479496" x="3282950" y="4997450"/>
          <p14:tracePt t="479512" x="3346450" y="4997450"/>
          <p14:tracePt t="479529" x="3409950" y="4997450"/>
          <p14:tracePt t="479545" x="3670300" y="5041900"/>
          <p14:tracePt t="479562" x="3752850" y="5067300"/>
          <p14:tracePt t="479578" x="3829050" y="5092700"/>
          <p14:tracePt t="479595" x="4000500" y="5118100"/>
          <p14:tracePt t="479612" x="4216400" y="5162550"/>
          <p14:tracePt t="479629" x="4425950" y="5194300"/>
          <p14:tracePt t="479645" x="4502150" y="5200650"/>
          <p14:tracePt t="479661" x="4635500" y="5232400"/>
          <p14:tracePt t="479678" x="4756150" y="5257800"/>
          <p14:tracePt t="479694" x="4806950" y="5264150"/>
          <p14:tracePt t="479711" x="4953000" y="5295900"/>
          <p14:tracePt t="479728" x="5048250" y="5302250"/>
          <p14:tracePt t="479744" x="5099050" y="5302250"/>
          <p14:tracePt t="479762" x="5137150" y="5308600"/>
          <p14:tracePt t="479777" x="5226050" y="5334000"/>
          <p14:tracePt t="479794" x="5257800" y="5346700"/>
          <p14:tracePt t="479812" x="5359400" y="5397500"/>
          <p14:tracePt t="479828" x="5403850" y="5429250"/>
          <p14:tracePt t="479844" x="5505450" y="5499100"/>
          <p14:tracePt t="479861" x="5632450" y="5562600"/>
          <p14:tracePt t="479877" x="5702300" y="5600700"/>
          <p14:tracePt t="479894" x="5803900" y="5670550"/>
          <p14:tracePt t="479910" x="5867400" y="5727700"/>
          <p14:tracePt t="479926" x="5899150" y="5740400"/>
          <p14:tracePt t="479944" x="5937250" y="5778500"/>
          <p14:tracePt t="479960" x="5969000" y="5803900"/>
          <p14:tracePt t="479977" x="5981700" y="5810250"/>
          <p14:tracePt t="479994" x="6007100" y="5842000"/>
          <p14:tracePt t="480010" x="6032500" y="5867400"/>
          <p14:tracePt t="480027" x="6045200" y="5880100"/>
          <p14:tracePt t="480044" x="6064250" y="5899150"/>
          <p14:tracePt t="480060" x="6089650" y="5905500"/>
          <p14:tracePt t="480077" x="6102350" y="5905500"/>
          <p14:tracePt t="480094" x="6108700" y="5905500"/>
          <p14:tracePt t="480110" x="6121400" y="5911850"/>
          <p14:tracePt t="480127" x="6153150" y="5930900"/>
          <p14:tracePt t="480143" x="6165850" y="5937250"/>
          <p14:tracePt t="480159" x="6184900" y="5943600"/>
          <p14:tracePt t="480177" x="6242050" y="5994400"/>
          <p14:tracePt t="480194" x="6254750" y="6000750"/>
          <p14:tracePt t="480209" x="6280150" y="6013450"/>
          <p14:tracePt t="480226" x="6305550" y="6038850"/>
          <p14:tracePt t="480243" x="6330950" y="6057900"/>
          <p14:tracePt t="480259" x="6337300" y="6070600"/>
          <p14:tracePt t="480275" x="6356350" y="6083300"/>
          <p14:tracePt t="480293" x="6369050" y="6089650"/>
          <p14:tracePt t="480310" x="6388100" y="6108700"/>
          <p14:tracePt t="480326" x="6400800" y="6115050"/>
          <p14:tracePt t="480342" x="6407150" y="6121400"/>
          <p14:tracePt t="480359" x="6438900" y="6134100"/>
          <p14:tracePt t="480376" x="6457950" y="6140450"/>
          <p14:tracePt t="480393" x="6508750" y="6146800"/>
          <p14:tracePt t="480409" x="6534150" y="6146800"/>
          <p14:tracePt t="480425" x="6565900" y="6159500"/>
          <p14:tracePt t="480442" x="6623050" y="6159500"/>
          <p14:tracePt t="480458" x="6654800" y="6159500"/>
          <p14:tracePt t="480475" x="6673850" y="6159500"/>
          <p14:tracePt t="480492" x="6705600" y="6159500"/>
          <p14:tracePt t="480509" x="6718300" y="6159500"/>
          <p14:tracePt t="480525" x="6743700" y="6159500"/>
          <p14:tracePt t="480558" x="6750050" y="6159500"/>
          <p14:tracePt t="480575" x="6775450" y="6159500"/>
          <p14:tracePt t="480591" x="6781800" y="6159500"/>
          <p14:tracePt t="480608" x="6800850" y="6159500"/>
          <p14:tracePt t="480641" x="6813550" y="6159500"/>
          <p14:tracePt t="480658" x="6832600" y="6159500"/>
          <p14:tracePt t="480675" x="6845300" y="6165850"/>
          <p14:tracePt t="480691" x="6858000" y="6165850"/>
          <p14:tracePt t="480708" x="6896100" y="6184900"/>
          <p14:tracePt t="480725" x="6921500" y="6197600"/>
          <p14:tracePt t="480742" x="6972300" y="6216650"/>
          <p14:tracePt t="480758" x="7004050" y="6235700"/>
          <p14:tracePt t="480774" x="7023100" y="6242050"/>
          <p14:tracePt t="480791" x="7054850" y="6254750"/>
          <p14:tracePt t="480808" x="7080250" y="6267450"/>
          <p14:tracePt t="480824" x="7092950" y="6273800"/>
          <p14:tracePt t="480841" x="7099300" y="6273800"/>
          <p14:tracePt t="480858" x="7112000" y="6280150"/>
          <p14:tracePt t="480874" x="7118350" y="6286500"/>
          <p14:tracePt t="480890" x="7124700" y="6286500"/>
          <p14:tracePt t="480907" x="7137400" y="6286500"/>
          <p14:tracePt t="480924" x="7143750" y="6286500"/>
          <p14:tracePt t="480957" x="7150100" y="6292850"/>
          <p14:tracePt t="480973" x="7156450" y="6299200"/>
          <p14:tracePt t="481011" x="7162800" y="6299200"/>
          <p14:tracePt t="481032" x="7169150" y="6305550"/>
          <p14:tracePt t="481042" x="7175500" y="6305550"/>
          <p14:tracePt t="481082" x="7181850" y="6311900"/>
          <p14:tracePt t="481103" x="7188200" y="6311900"/>
          <p14:tracePt t="481109" x="7194550" y="6311900"/>
          <p14:tracePt t="481145" x="7194550" y="6318250"/>
          <p14:tracePt t="481180" x="7200900" y="6324600"/>
          <p14:tracePt t="481222" x="7207250" y="6324600"/>
          <p14:tracePt t="481243" x="7213600" y="6330950"/>
          <p14:tracePt t="481271" x="7219950" y="6337300"/>
          <p14:tracePt t="481292" x="7219950" y="6343650"/>
          <p14:tracePt t="481313" x="7219950" y="6350000"/>
          <p14:tracePt t="481601" x="7213600" y="6350000"/>
          <p14:tracePt t="481671" x="7207250" y="6350000"/>
          <p14:tracePt t="481727" x="7200900" y="6350000"/>
          <p14:tracePt t="481776" x="7200900" y="6343650"/>
          <p14:tracePt t="481902" x="7194550" y="6337300"/>
          <p14:tracePt t="481938" x="7188200" y="6337300"/>
          <p14:tracePt t="481945" x="7181850" y="6330950"/>
          <p14:tracePt t="481994" x="7175500" y="6330950"/>
          <p14:tracePt t="482008" x="7169150" y="6330950"/>
          <p14:tracePt t="482014" x="7162800" y="6330950"/>
          <p14:tracePt t="482043" x="7156450" y="6324600"/>
          <p14:tracePt t="482057" x="7137400" y="6318250"/>
          <p14:tracePt t="482064" x="7112000" y="6311900"/>
          <p14:tracePt t="482078" x="7073900" y="6299200"/>
          <p14:tracePt t="482087" x="7023100" y="6286500"/>
          <p14:tracePt t="482103" x="6940550" y="6254750"/>
          <p14:tracePt t="482120" x="6756400" y="6203950"/>
          <p14:tracePt t="482136" x="6546850" y="6140450"/>
          <p14:tracePt t="482153" x="6432550" y="6096000"/>
          <p14:tracePt t="482169" x="6223000" y="6032500"/>
          <p14:tracePt t="482186" x="6026150" y="5975350"/>
          <p14:tracePt t="482203" x="5924550" y="5930900"/>
          <p14:tracePt t="482219" x="5753100" y="5880100"/>
          <p14:tracePt t="489907" x="5626100" y="5848350"/>
          <p14:tracePt t="489914" x="5518150" y="5816600"/>
          <p14:tracePt t="489929" x="5416550" y="5784850"/>
          <p14:tracePt t="489943" x="5270500" y="5734050"/>
          <p14:tracePt t="489959" x="5200650" y="5727700"/>
          <p14:tracePt t="489977" x="5124450" y="5708650"/>
          <p14:tracePt t="489992" x="4953000" y="5689600"/>
          <p14:tracePt t="490009" x="4787900" y="5657850"/>
          <p14:tracePt t="490026" x="4641850" y="5607050"/>
          <p14:tracePt t="490042" x="4572000" y="5588000"/>
          <p14:tracePt t="490059" x="4413250" y="5549900"/>
          <p14:tracePt t="490076" x="4203700" y="5486400"/>
          <p14:tracePt t="490092" x="4102100" y="5467350"/>
          <p14:tracePt t="490109" x="3924300" y="5429250"/>
          <p14:tracePt t="490125" x="3740150" y="5365750"/>
          <p14:tracePt t="490142" x="3644900" y="5334000"/>
          <p14:tracePt t="490159" x="3473450" y="5295900"/>
          <p14:tracePt t="490175" x="3314700" y="5245100"/>
          <p14:tracePt t="490192" x="3251200" y="5226050"/>
          <p14:tracePt t="490209" x="3098800" y="5168900"/>
          <p14:tracePt t="490225" x="2940050" y="5118100"/>
          <p14:tracePt t="490242" x="2863850" y="5099050"/>
          <p14:tracePt t="490245" x="2781300" y="5080000"/>
          <p14:tracePt t="490259" x="2730500" y="5060950"/>
          <p14:tracePt t="490275" x="2673350" y="5041900"/>
          <p14:tracePt t="490292" x="2565400" y="4997450"/>
          <p14:tracePt t="490307" x="2451100" y="4946650"/>
          <p14:tracePt t="490324" x="2406650" y="4933950"/>
          <p14:tracePt t="490342" x="2286000" y="4895850"/>
          <p14:tracePt t="490358" x="2178050" y="4857750"/>
          <p14:tracePt t="490374" x="2133600" y="4838700"/>
          <p14:tracePt t="490391" x="2070100" y="4813300"/>
          <p14:tracePt t="490407" x="2038350" y="4800600"/>
          <p14:tracePt t="490424" x="2025650" y="4800600"/>
          <p14:tracePt t="490441" x="2012950" y="4794250"/>
          <p14:tracePt t="490457" x="2000250" y="4794250"/>
          <p14:tracePt t="490496" x="1993900" y="4794250"/>
          <p14:tracePt t="490507" x="1981200" y="4794250"/>
          <p14:tracePt t="490524" x="1949450" y="4787900"/>
          <p14:tracePt t="490540" x="1924050" y="4781550"/>
          <p14:tracePt t="490557" x="1873250" y="4762500"/>
          <p14:tracePt t="490573" x="1784350" y="4749800"/>
          <p14:tracePt t="490590" x="1714500" y="4737100"/>
          <p14:tracePt t="490607" x="1651000" y="4718050"/>
          <p14:tracePt t="490624" x="1466850" y="4711700"/>
          <p14:tracePt t="490640" x="1416050" y="4699000"/>
          <p14:tracePt t="490657" x="1333500" y="4699000"/>
          <p14:tracePt t="490673" x="1301750" y="4699000"/>
          <p14:tracePt t="490690" x="1295400" y="4699000"/>
          <p14:tracePt t="490706" x="1282700" y="4699000"/>
          <p14:tracePt t="490723" x="1276350" y="4699000"/>
          <p14:tracePt t="490740" x="1276350" y="4705350"/>
          <p14:tracePt t="490756" x="1270000" y="4705350"/>
          <p14:tracePt t="490773" x="1263650" y="4705350"/>
          <p14:tracePt t="490798" x="1257300" y="4711700"/>
          <p14:tracePt t="490847" x="1257300" y="4718050"/>
          <p14:tracePt t="490882" x="1250950" y="4718050"/>
          <p14:tracePt t="490917" x="1244600" y="4718050"/>
          <p14:tracePt t="490945" x="1238250" y="4724400"/>
          <p14:tracePt t="490987" x="1238250" y="4730750"/>
          <p14:tracePt t="491015" x="1231900" y="4737100"/>
          <p14:tracePt t="491064" x="1225550" y="4737100"/>
          <p14:tracePt t="491085" x="1225550" y="4743450"/>
          <p14:tracePt t="491092" x="1225550" y="4749800"/>
          <p14:tracePt t="491108" x="1219200" y="4756150"/>
          <p14:tracePt t="491135" x="1212850" y="4756150"/>
          <p14:tracePt t="491148" x="1212850" y="4762500"/>
          <p14:tracePt t="491163" x="1206500" y="4768850"/>
          <p14:tracePt t="491177" x="1206500" y="4775200"/>
          <p14:tracePt t="491187" x="1206500" y="4781550"/>
          <p14:tracePt t="491206" x="1206500" y="4787900"/>
          <p14:tracePt t="491225" x="1206500" y="4794250"/>
          <p14:tracePt t="491253" x="1200150" y="4800600"/>
          <p14:tracePt t="491275" x="1200150" y="4806950"/>
          <p14:tracePt t="491296" x="1200150" y="4813300"/>
          <p14:tracePt t="491324" x="1193800" y="4819650"/>
          <p14:tracePt t="491345" x="1193800" y="4826000"/>
          <p14:tracePt t="491387" x="1193800" y="4832350"/>
          <p14:tracePt t="491450" x="1193800" y="4838700"/>
          <p14:tracePt t="491457" x="1193800" y="4845050"/>
          <p14:tracePt t="491485" x="1193800" y="4851400"/>
          <p14:tracePt t="491513" x="1200150" y="4857750"/>
          <p14:tracePt t="491555" x="1206500" y="4857750"/>
          <p14:tracePt t="491576" x="1212850" y="4857750"/>
          <p14:tracePt t="491590" x="1225550" y="4857750"/>
          <p14:tracePt t="491597" x="1231900" y="4857750"/>
          <p14:tracePt t="491607" x="1244600" y="4857750"/>
          <p14:tracePt t="491620" x="1263650" y="4857750"/>
          <p14:tracePt t="491637" x="1301750" y="4857750"/>
          <p14:tracePt t="491654" x="1428750" y="4851400"/>
          <p14:tracePt t="491670" x="1619250" y="4845050"/>
          <p14:tracePt t="491686" x="1733550" y="4845050"/>
          <p14:tracePt t="491704" x="1974850" y="4832350"/>
          <p14:tracePt t="491720" x="2190750" y="4800600"/>
          <p14:tracePt t="491737" x="2292350" y="4800600"/>
          <p14:tracePt t="491740" x="2368550" y="4794250"/>
          <p14:tracePt t="491753" x="2438400" y="4781550"/>
          <p14:tracePt t="491769" x="2508250" y="4775200"/>
          <p14:tracePt t="491787" x="2546350" y="4768850"/>
          <p14:tracePt t="491803" x="2559050" y="4768850"/>
          <p14:tracePt t="491820" x="2565400" y="4768850"/>
          <p14:tracePt t="491836" x="2578100" y="4762500"/>
          <p14:tracePt t="491869" x="2584450" y="4762500"/>
          <p14:tracePt t="491976" x="2578100" y="4762500"/>
          <p14:tracePt t="491997" x="2571750" y="4762500"/>
          <p14:tracePt t="492018" x="2565400" y="4762500"/>
          <p14:tracePt t="492032" x="2559050" y="4762500"/>
          <p14:tracePt t="492046" x="2546350" y="4762500"/>
          <p14:tracePt t="492067" x="2533650" y="4762500"/>
          <p14:tracePt t="492082" x="2508250" y="4768850"/>
          <p14:tracePt t="492088" x="2470150" y="4768850"/>
          <p14:tracePt t="492102" x="2419350" y="4775200"/>
          <p14:tracePt t="492118" x="2273300" y="4794250"/>
          <p14:tracePt t="492135" x="2171700" y="4806950"/>
          <p14:tracePt t="492152" x="1981200" y="4838700"/>
          <p14:tracePt t="492168" x="1790700" y="4857750"/>
          <p14:tracePt t="492185" x="1708150" y="4876800"/>
          <p14:tracePt t="492201" x="1581150" y="4889500"/>
          <p14:tracePt t="492218" x="1543050" y="4889500"/>
          <p14:tracePt t="492235" x="1492250" y="4889500"/>
          <p14:tracePt t="492238" x="1473200" y="4889500"/>
          <p14:tracePt t="492252" x="1460500" y="4889500"/>
          <p14:tracePt t="492268" x="1454150" y="4889500"/>
          <p14:tracePt t="492285" x="1447800" y="4889500"/>
          <p14:tracePt t="492305" x="1441450" y="4889500"/>
          <p14:tracePt t="492327" x="1435100" y="4889500"/>
          <p14:tracePt t="492397" x="1428750" y="4889500"/>
          <p14:tracePt t="492433" x="1422400" y="4889500"/>
          <p14:tracePt t="492439" x="1416050" y="4889500"/>
          <p14:tracePt t="492450" x="1409700" y="4889500"/>
          <p14:tracePt t="492531" x="1416050" y="4889500"/>
          <p14:tracePt t="492537" x="1428750" y="4889500"/>
          <p14:tracePt t="492553" x="1441450" y="4889500"/>
          <p14:tracePt t="492567" x="1479550" y="4889500"/>
          <p14:tracePt t="492583" x="1593850" y="4889500"/>
          <p14:tracePt t="492601" x="1771650" y="4889500"/>
          <p14:tracePt t="492616" x="1873250" y="4889500"/>
          <p14:tracePt t="492633" x="2051050" y="4889500"/>
          <p14:tracePt t="492650" x="2178050" y="4889500"/>
          <p14:tracePt t="492666" x="2216150" y="4889500"/>
          <p14:tracePt t="492683" x="2273300" y="4889500"/>
          <p14:tracePt t="492700" x="2298700" y="4889500"/>
          <p14:tracePt t="492716" x="2305050" y="4889500"/>
          <p14:tracePt t="492749" x="2311400" y="4889500"/>
          <p14:tracePt t="492860" x="2305050" y="4889500"/>
          <p14:tracePt t="492882" x="2298700" y="4889500"/>
          <p14:tracePt t="492916" x="2292350" y="4889500"/>
          <p14:tracePt t="493740" x="2336800" y="4895850"/>
          <p14:tracePt t="493754" x="2425700" y="4914900"/>
          <p14:tracePt t="493761" x="2520950" y="4953000"/>
          <p14:tracePt t="493775" x="2635250" y="4997450"/>
          <p14:tracePt t="493783" x="2743200" y="5054600"/>
          <p14:tracePt t="493799" x="2844800" y="5092700"/>
          <p14:tracePt t="493812" x="2984500" y="5149850"/>
          <p14:tracePt t="493829" x="3168650" y="5219700"/>
          <p14:tracePt t="493846" x="3276600" y="5257800"/>
          <p14:tracePt t="493862" x="3308350" y="5264150"/>
          <p14:tracePt t="493880" x="3340100" y="5270500"/>
          <p14:tracePt t="493895" x="3359150" y="5270500"/>
          <p14:tracePt t="493912" x="3371850" y="5270500"/>
          <p14:tracePt t="493929" x="3378200" y="5270500"/>
          <p14:tracePt t="493945" x="3403600" y="5270500"/>
          <p14:tracePt t="493962" x="3441700" y="5276850"/>
          <p14:tracePt t="493979" x="3549650" y="5283200"/>
          <p14:tracePt t="493995" x="3727450" y="5327650"/>
          <p14:tracePt t="494012" x="3854450" y="5346700"/>
          <p14:tracePt t="494028" x="4292600" y="5441950"/>
          <p14:tracePt t="494045" x="4876800" y="5568950"/>
          <p14:tracePt t="494062" x="5162550" y="5651500"/>
          <p14:tracePt t="494078" x="5778500" y="5791200"/>
          <p14:tracePt t="494095" x="6057900" y="5873750"/>
          <p14:tracePt t="494112" x="6578600" y="6007100"/>
          <p14:tracePt t="494128" x="6813550" y="6083300"/>
          <p14:tracePt t="494145" x="6997700" y="6146800"/>
          <p14:tracePt t="494161" x="7334250" y="6235700"/>
          <p14:tracePt t="494178" x="7505700" y="6305550"/>
          <p14:tracePt t="494195" x="7562850" y="6324600"/>
          <p14:tracePt t="494211" x="7600950" y="6350000"/>
          <p14:tracePt t="494227" x="7632700" y="6356350"/>
          <p14:tracePt t="494266" x="7632700" y="6362700"/>
          <p14:tracePt t="494314" x="7632700" y="6369050"/>
          <p14:tracePt t="494356" x="7632700" y="6375400"/>
          <p14:tracePt t="494434" x="7632700" y="6369050"/>
          <p14:tracePt t="494505" x="7639050" y="6362700"/>
          <p14:tracePt t="494526" x="7645400" y="6362700"/>
          <p14:tracePt t="494547" x="7651750" y="6362700"/>
          <p14:tracePt t="494553" x="7658100" y="6362700"/>
          <p14:tracePt t="494568" x="7670800" y="6362700"/>
          <p14:tracePt t="494576" x="7683500" y="6362700"/>
          <p14:tracePt t="494593" x="7696200" y="6362700"/>
          <p14:tracePt t="494610" x="7715250" y="6375400"/>
          <p14:tracePt t="494626" x="7753350" y="6381750"/>
          <p14:tracePt t="494643" x="7778750" y="6381750"/>
          <p14:tracePt t="494660" x="7810500" y="6394450"/>
          <p14:tracePt t="494676" x="7848600" y="6407150"/>
          <p14:tracePt t="494693" x="7854950" y="6407150"/>
          <p14:tracePt t="494709" x="7861300" y="6407150"/>
          <p14:tracePt t="494726" x="7867650" y="6413500"/>
          <p14:tracePt t="494743" x="7874000" y="6413500"/>
          <p14:tracePt t="494759" x="7874000" y="6419850"/>
          <p14:tracePt t="494799" x="7880350" y="6426200"/>
          <p14:tracePt t="494834" x="7880350" y="6432550"/>
          <p14:tracePt t="494876" x="7886700" y="6432550"/>
          <p14:tracePt t="494947" x="7886700" y="6438900"/>
          <p14:tracePt t="494974" x="7880350" y="6438900"/>
          <p14:tracePt t="494996" x="7874000" y="6438900"/>
          <p14:tracePt t="495017" x="7874000" y="6432550"/>
          <p14:tracePt t="495045" x="7867650" y="6432550"/>
          <p14:tracePt t="495348" x="7810500" y="6426200"/>
          <p14:tracePt t="495355" x="7727950" y="6407150"/>
          <p14:tracePt t="495370" x="7651750" y="6388100"/>
          <p14:tracePt t="495377" x="7569200" y="6356350"/>
          <p14:tracePt t="495390" x="7480300" y="6324600"/>
          <p14:tracePt t="495407" x="7308850" y="6261100"/>
          <p14:tracePt t="495424" x="7226300" y="6235700"/>
          <p14:tracePt t="495441" x="7067550" y="6165850"/>
          <p14:tracePt t="495457" x="6877050" y="6070600"/>
          <p14:tracePt t="495473" x="6781800" y="5994400"/>
          <p14:tracePt t="495490" x="6534150" y="5822950"/>
          <p14:tracePt t="495506" x="6426200" y="5746750"/>
          <p14:tracePt t="495524" x="6299200" y="5657850"/>
          <p14:tracePt t="495540" x="5924550" y="5435600"/>
          <p14:tracePt t="495557" x="5829300" y="5384800"/>
          <p14:tracePt t="495574" x="5537200" y="5226050"/>
          <p14:tracePt t="495590" x="5454650" y="5175250"/>
          <p14:tracePt t="495606" x="5384800" y="5124450"/>
          <p14:tracePt t="495623" x="5219700" y="5022850"/>
          <p14:tracePt t="495640" x="5035550" y="4895850"/>
          <p14:tracePt t="495656" x="4953000" y="4838700"/>
          <p14:tracePt t="495673" x="4806950" y="4737100"/>
          <p14:tracePt t="495689" x="4705350" y="4673600"/>
          <p14:tracePt t="495707" x="4641850" y="4610100"/>
          <p14:tracePt t="495722" x="4610100" y="4584700"/>
          <p14:tracePt t="495739" x="4572000" y="4572000"/>
          <p14:tracePt t="495756" x="4552950" y="4565650"/>
          <p14:tracePt t="495760" x="4540250" y="4565650"/>
          <p14:tracePt t="495773" x="4533900" y="4565650"/>
          <p14:tracePt t="495789" x="4527550" y="4565650"/>
          <p14:tracePt t="495805" x="4521200" y="4565650"/>
          <p14:tracePt t="495822" x="4514850" y="4565650"/>
          <p14:tracePt t="495847" x="4508500" y="4565650"/>
          <p14:tracePt t="495875" x="4502150" y="4565650"/>
          <p14:tracePt t="495910" x="4495800" y="4565650"/>
          <p14:tracePt t="495932" x="4489450" y="4565650"/>
          <p14:tracePt t="495940" x="4483100" y="4565650"/>
          <p14:tracePt t="495945" x="4470400" y="4565650"/>
          <p14:tracePt t="495959" x="4457700" y="4565650"/>
          <p14:tracePt t="495972" x="4425950" y="4572000"/>
          <p14:tracePt t="495988" x="4368800" y="4572000"/>
          <p14:tracePt t="496005" x="4337050" y="4572000"/>
          <p14:tracePt t="496022" x="4248150" y="4565650"/>
          <p14:tracePt t="496038" x="4159250" y="4565650"/>
          <p14:tracePt t="496055" x="4114800" y="4565650"/>
          <p14:tracePt t="496072" x="4013200" y="4565650"/>
          <p14:tracePt t="496088" x="3917950" y="4584700"/>
          <p14:tracePt t="496104" x="3867150" y="4584700"/>
          <p14:tracePt t="496122" x="3810000" y="4584700"/>
          <p14:tracePt t="496138" x="3790950" y="4584700"/>
          <p14:tracePt t="496154" x="3778250" y="4584700"/>
          <p14:tracePt t="496171" x="3771900" y="4584700"/>
          <p14:tracePt t="496240" x="3771900" y="4578350"/>
          <p14:tracePt t="496261" x="3778250" y="4578350"/>
          <p14:tracePt t="496268" x="3778250" y="4572000"/>
          <p14:tracePt t="496289" x="3784600" y="4572000"/>
          <p14:tracePt t="496296" x="3790950" y="4565650"/>
          <p14:tracePt t="496310" x="3797300" y="4559300"/>
          <p14:tracePt t="496320" x="3803650" y="4559300"/>
          <p14:tracePt t="496337" x="3816350" y="4559300"/>
          <p14:tracePt t="496354" x="3867150" y="4540250"/>
          <p14:tracePt t="496370" x="3949700" y="4514850"/>
          <p14:tracePt t="496388" x="4102100" y="4470400"/>
          <p14:tracePt t="496403" x="4203700" y="4445000"/>
          <p14:tracePt t="496420" x="4318000" y="4413250"/>
          <p14:tracePt t="496437" x="4762500" y="4337050"/>
          <p14:tracePt t="496453" x="4965700" y="4298950"/>
          <p14:tracePt t="496470" x="5187950" y="4267200"/>
          <p14:tracePt t="496486" x="5626100" y="4216400"/>
          <p14:tracePt t="496503" x="6000750" y="4184650"/>
          <p14:tracePt t="496521" x="6299200" y="4191000"/>
          <p14:tracePt t="496536" x="6426200" y="4210050"/>
          <p14:tracePt t="496553" x="6610350" y="4260850"/>
          <p14:tracePt t="496570" x="6711950" y="4298950"/>
          <p14:tracePt t="496586" x="6743700" y="4324350"/>
          <p14:tracePt t="496603" x="6769100" y="4349750"/>
          <p14:tracePt t="496619" x="6781800" y="4387850"/>
          <p14:tracePt t="496636" x="6788150" y="4387850"/>
          <p14:tracePt t="496653" x="6794500" y="4413250"/>
          <p14:tracePt t="496670" x="6807200" y="4438650"/>
          <p14:tracePt t="496686" x="6819900" y="4457700"/>
          <p14:tracePt t="496704" x="6838950" y="4508500"/>
          <p14:tracePt t="496719" x="6864350" y="4552950"/>
          <p14:tracePt t="496736" x="6877050" y="4565650"/>
          <p14:tracePt t="496753" x="6889750" y="4610100"/>
          <p14:tracePt t="496769" x="6896100" y="4629150"/>
          <p14:tracePt t="496772" x="6908800" y="4641850"/>
          <p14:tracePt t="496785" x="6915150" y="4654550"/>
          <p14:tracePt t="496802" x="6934200" y="4692650"/>
          <p14:tracePt t="496819" x="6934200" y="4699000"/>
          <p14:tracePt t="496836" x="6934200" y="4705350"/>
          <p14:tracePt t="496852" x="6946900" y="4718050"/>
          <p14:tracePt t="496885" x="6953250" y="4724400"/>
          <p14:tracePt t="496963" x="6959600" y="4724400"/>
          <p14:tracePt t="497082" x="6953250" y="4724400"/>
          <p14:tracePt t="497110" x="6946900" y="4718050"/>
          <p14:tracePt t="498301" x="6946900" y="4711700"/>
          <p14:tracePt t="502726" x="6927850" y="4730750"/>
          <p14:tracePt t="502733" x="6902450" y="4762500"/>
          <p14:tracePt t="502740" x="6877050" y="4794250"/>
          <p14:tracePt t="502754" x="6858000" y="4819650"/>
          <p14:tracePt t="502765" x="6845300" y="4838700"/>
          <p14:tracePt t="502782" x="6813550" y="4876800"/>
          <p14:tracePt t="502798" x="6807200" y="4895850"/>
          <p14:tracePt t="502815" x="6788150" y="4927600"/>
          <p14:tracePt t="502831" x="6775450" y="4972050"/>
          <p14:tracePt t="502848" x="6762750" y="5003800"/>
          <p14:tracePt t="502865" x="6750050" y="5041900"/>
          <p14:tracePt t="502868" x="6737350" y="5086350"/>
          <p14:tracePt t="502882" x="6705600" y="5168900"/>
          <p14:tracePt t="502898" x="6680200" y="5207000"/>
          <p14:tracePt t="502915" x="6654800" y="5289550"/>
          <p14:tracePt t="502931" x="6642100" y="5308600"/>
          <p14:tracePt t="502947" x="6616700" y="5372100"/>
          <p14:tracePt t="502965" x="6604000" y="5429250"/>
          <p14:tracePt t="502981" x="6584950" y="5486400"/>
          <p14:tracePt t="502997" x="6565900" y="5600700"/>
          <p14:tracePt t="503014" x="6540500" y="5734050"/>
          <p14:tracePt t="503031" x="6527800" y="5791200"/>
          <p14:tracePt t="503047" x="6521450" y="5880100"/>
          <p14:tracePt t="503064" x="6515100" y="5937250"/>
          <p14:tracePt t="503080" x="6515100" y="5962650"/>
          <p14:tracePt t="503098" x="6502400" y="6026150"/>
          <p14:tracePt t="503113" x="6502400" y="6083300"/>
          <p14:tracePt t="503130" x="6502400" y="6121400"/>
          <p14:tracePt t="503147" x="6502400" y="6191250"/>
          <p14:tracePt t="503163" x="6502400" y="6267450"/>
          <p14:tracePt t="503180" x="6502400" y="6299200"/>
          <p14:tracePt t="503197" x="6502400" y="6343650"/>
          <p14:tracePt t="503213" x="6502400" y="6369050"/>
          <p14:tracePt t="503230" x="6502400" y="6388100"/>
          <p14:tracePt t="503246" x="6502400" y="6400800"/>
          <p14:tracePt t="503263" x="6502400" y="6413500"/>
          <p14:tracePt t="503280" x="6502400" y="6426200"/>
          <p14:tracePt t="503296" x="6502400" y="6445250"/>
          <p14:tracePt t="503313" x="6502400" y="6451600"/>
          <p14:tracePt t="503330" x="6502400" y="6464300"/>
          <p14:tracePt t="503346" x="6502400" y="6470650"/>
          <p14:tracePt t="503379" x="6502400" y="6477000"/>
          <p14:tracePt t="503414" x="6502400" y="6483350"/>
          <p14:tracePt t="503435" x="6502400" y="6489700"/>
          <p14:tracePt t="503463" x="6508750" y="6496050"/>
          <p14:tracePt t="503483" x="6515100" y="6496050"/>
          <p14:tracePt t="503512" x="6521450" y="6496050"/>
          <p14:tracePt t="503554" x="6527800" y="6496050"/>
          <p14:tracePt t="503575" x="6540500" y="6496050"/>
          <p14:tracePt t="503597" x="6553200" y="6496050"/>
          <p14:tracePt t="503603" x="6553200" y="6489700"/>
          <p14:tracePt t="503617" x="6565900" y="6483350"/>
          <p14:tracePt t="503629" x="6591300" y="6477000"/>
          <p14:tracePt t="503645" x="6648450" y="6451600"/>
          <p14:tracePt t="503662" x="6680200" y="6426200"/>
          <p14:tracePt t="503678" x="6769100" y="6388100"/>
          <p14:tracePt t="503695" x="6870700" y="6330950"/>
          <p14:tracePt t="503712" x="6915150" y="6305550"/>
          <p14:tracePt t="503729" x="6991350" y="6242050"/>
          <p14:tracePt t="503745" x="7073900" y="6178550"/>
          <p14:tracePt t="503761" x="7118350" y="6153150"/>
          <p14:tracePt t="503779" x="7169150" y="6108700"/>
          <p14:tracePt t="503794" x="7188200" y="6089650"/>
          <p14:tracePt t="503812" x="7194550" y="6083300"/>
          <p14:tracePt t="503828" x="7194550" y="6076950"/>
          <p14:tracePt t="503883" x="7188200" y="6076950"/>
          <p14:tracePt t="503898" x="7181850" y="6076950"/>
          <p14:tracePt t="503904" x="7175500" y="6076950"/>
          <p14:tracePt t="503919" x="7162800" y="6083300"/>
          <p14:tracePt t="503927" x="7150100" y="6083300"/>
          <p14:tracePt t="503944" x="7137400" y="6089650"/>
          <p14:tracePt t="503961" x="7099300" y="6096000"/>
          <p14:tracePt t="503977" x="7016750" y="6115050"/>
          <p14:tracePt t="503994" x="6972300" y="6121400"/>
          <p14:tracePt t="504011" x="6883400" y="6127750"/>
          <p14:tracePt t="504027" x="6813550" y="6146800"/>
          <p14:tracePt t="504045" x="6769100" y="6153150"/>
          <p14:tracePt t="504060" x="6750050" y="6159500"/>
          <p14:tracePt t="504077" x="6737350" y="6165850"/>
          <p14:tracePt t="504094" x="6731000" y="6165850"/>
          <p14:tracePt t="504136" x="6731000" y="6172200"/>
          <p14:tracePt t="504164" x="6737350" y="6172200"/>
          <p14:tracePt t="504178" x="6743700" y="6172200"/>
          <p14:tracePt t="504185" x="6756400" y="6172200"/>
          <p14:tracePt t="504200" x="6769100" y="6172200"/>
          <p14:tracePt t="504209" x="6781800" y="6172200"/>
          <p14:tracePt t="504227" x="6826250" y="6178550"/>
          <p14:tracePt t="504243" x="6870700" y="6178550"/>
          <p14:tracePt t="504260" x="6972300" y="6197600"/>
          <p14:tracePt t="504277" x="7092950" y="6210300"/>
          <p14:tracePt t="504293" x="7156450" y="6223000"/>
          <p14:tracePt t="504309" x="7302500" y="6254750"/>
          <p14:tracePt t="504326" x="7397750" y="6267450"/>
          <p14:tracePt t="504343" x="7416800" y="6273800"/>
          <p14:tracePt t="504359" x="7448550" y="6280150"/>
          <p14:tracePt t="504424" x="7442200" y="6280150"/>
          <p14:tracePt t="504438" x="7435850" y="6280150"/>
          <p14:tracePt t="504460" x="7429500" y="6280150"/>
          <p14:tracePt t="504480" x="7423150" y="6280150"/>
          <p14:tracePt t="504515" x="7423150" y="6273800"/>
          <p14:tracePt t="504522" x="7416800" y="6273800"/>
          <p14:tracePt t="504544" x="7416800" y="626745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How hash() Works on a </a:t>
            </a:r>
            <a:r>
              <a:rPr lang="en-US" altLang="en-US" b="1" dirty="0" err="1"/>
              <a:t>Dataclass</a:t>
            </a:r>
            <a:endParaRPr lang="en-US" altLang="en-US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-228600" y="762000"/>
            <a:ext cx="937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spc="-60" dirty="0">
                <a:solidFill>
                  <a:srgbClr val="FF0000"/>
                </a:solidFill>
              </a:rPr>
              <a:t>Defining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_hash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__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()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implies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class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instances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are</a:t>
            </a:r>
            <a:r>
              <a:rPr lang="en-US" altLang="en-US" kern="0" spc="-60" dirty="0">
                <a:solidFill>
                  <a:srgbClr val="FF0000"/>
                </a:solidFill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immuta</a:t>
            </a:r>
            <a:r>
              <a:rPr lang="en-US" altLang="en-US" sz="2800" kern="0" spc="-100" dirty="0">
                <a:solidFill>
                  <a:srgbClr val="FF0000"/>
                </a:solidFill>
              </a:rPr>
              <a:t>bl</a:t>
            </a:r>
            <a:r>
              <a:rPr lang="en-US" altLang="en-US" sz="2800" kern="0" spc="-260" dirty="0">
                <a:solidFill>
                  <a:srgbClr val="FF0000"/>
                </a:solidFill>
              </a:rPr>
              <a:t>e</a:t>
            </a:r>
            <a:r>
              <a:rPr lang="en-US" altLang="en-US" sz="2800" kern="0" spc="-60" dirty="0">
                <a:solidFill>
                  <a:srgbClr val="FF0000"/>
                </a:solidFill>
              </a:rPr>
              <a:t>.</a:t>
            </a:r>
            <a:r>
              <a:rPr lang="en-US" altLang="en-US" sz="2800" kern="0" dirty="0">
                <a:solidFill>
                  <a:srgbClr val="FF0000"/>
                </a:solidFill>
              </a:rPr>
              <a:t> </a:t>
            </a:r>
          </a:p>
          <a:p>
            <a:pPr marL="747713" lvl="1" indent="-347663">
              <a:lnSpc>
                <a:spcPct val="90000"/>
              </a:lnSpc>
              <a:spcBef>
                <a:spcPts val="0"/>
              </a:spcBef>
            </a:pPr>
            <a:r>
              <a:rPr lang="en-US" altLang="en-US" kern="0" dirty="0">
                <a:solidFill>
                  <a:srgbClr val="FF0000"/>
                </a:solidFill>
              </a:rPr>
              <a:t>Mutability is a complex property that depends on programmer intent, the existence and behavior of </a:t>
            </a:r>
            <a:r>
              <a:rPr lang="en-US" altLang="en-US" kern="0" spc="-400" dirty="0">
                <a:solidFill>
                  <a:srgbClr val="FF0000"/>
                </a:solidFill>
              </a:rPr>
              <a:t>_</a:t>
            </a:r>
            <a:r>
              <a:rPr lang="en-US" altLang="en-US" kern="0" dirty="0">
                <a:solidFill>
                  <a:srgbClr val="FF0000"/>
                </a:solidFill>
              </a:rPr>
              <a:t>_</a:t>
            </a:r>
            <a:r>
              <a:rPr lang="en-US" altLang="en-US" kern="0" dirty="0" err="1">
                <a:solidFill>
                  <a:srgbClr val="FF0000"/>
                </a:solidFill>
              </a:rPr>
              <a:t>eq</a:t>
            </a:r>
            <a:r>
              <a:rPr lang="en-US" altLang="en-US" kern="0" spc="-400" dirty="0">
                <a:solidFill>
                  <a:srgbClr val="FF0000"/>
                </a:solidFill>
              </a:rPr>
              <a:t>_</a:t>
            </a:r>
            <a:r>
              <a:rPr lang="en-US" altLang="en-US" kern="0" dirty="0">
                <a:solidFill>
                  <a:srgbClr val="FF0000"/>
                </a:solidFill>
              </a:rPr>
              <a:t>_(), and the values of the </a:t>
            </a:r>
            <a:r>
              <a:rPr lang="en-US" altLang="en-US" kern="0" dirty="0" err="1">
                <a:solidFill>
                  <a:srgbClr val="FF0000"/>
                </a:solidFill>
              </a:rPr>
              <a:t>eq</a:t>
            </a:r>
            <a:r>
              <a:rPr lang="en-US" altLang="en-US" kern="0" dirty="0">
                <a:solidFill>
                  <a:srgbClr val="FF0000"/>
                </a:solidFill>
              </a:rPr>
              <a:t> and frozen flags in the </a:t>
            </a:r>
            <a:r>
              <a:rPr lang="en-US" altLang="en-US" kern="0" dirty="0" err="1">
                <a:solidFill>
                  <a:srgbClr val="FF0000"/>
                </a:solidFill>
              </a:rPr>
              <a:t>dataclass</a:t>
            </a:r>
            <a:r>
              <a:rPr lang="en-US" altLang="en-US" kern="0" dirty="0">
                <a:solidFill>
                  <a:srgbClr val="FF0000"/>
                </a:solidFill>
              </a:rPr>
              <a:t>() decorator.</a:t>
            </a: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800" kern="0" dirty="0">
              <a:solidFill>
                <a:srgbClr val="FF0000"/>
              </a:solidFill>
            </a:endParaRP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rgbClr val="FF0000"/>
                </a:solidFill>
              </a:rPr>
              <a:t>If </a:t>
            </a:r>
            <a:r>
              <a:rPr lang="en-US" altLang="en-US" sz="2800" kern="0" dirty="0" err="1">
                <a:solidFill>
                  <a:srgbClr val="FF0000"/>
                </a:solidFill>
              </a:rPr>
              <a:t>unsafe_hash</a:t>
            </a:r>
            <a:r>
              <a:rPr lang="en-US" altLang="en-US" sz="2800" kern="0" dirty="0">
                <a:solidFill>
                  <a:srgbClr val="FF0000"/>
                </a:solidFill>
              </a:rPr>
              <a:t>==True, 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</a:t>
            </a:r>
            <a:r>
              <a:rPr lang="en-US" altLang="en-US" sz="2800" kern="0" dirty="0">
                <a:solidFill>
                  <a:srgbClr val="FF0000"/>
                </a:solidFill>
              </a:rPr>
              <a:t>_hash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 _ </a:t>
            </a:r>
            <a:r>
              <a:rPr lang="en-US" altLang="en-US" sz="2800" kern="0" dirty="0">
                <a:solidFill>
                  <a:srgbClr val="FF0000"/>
                </a:solidFill>
              </a:rPr>
              <a:t>() is generated –</a:t>
            </a:r>
            <a:r>
              <a:rPr lang="en-US" altLang="en-US" sz="2800" i="1" kern="0" dirty="0">
                <a:solidFill>
                  <a:srgbClr val="FF0000"/>
                </a:solidFill>
              </a:rPr>
              <a:t> even if the type is </a:t>
            </a:r>
            <a:r>
              <a:rPr lang="en-US" altLang="en-US" sz="2800" i="1" kern="0" dirty="0" err="1">
                <a:solidFill>
                  <a:srgbClr val="FF0000"/>
                </a:solidFill>
              </a:rPr>
              <a:t>imutable</a:t>
            </a:r>
            <a:r>
              <a:rPr lang="en-US" altLang="en-US" sz="2800" i="1" kern="0" dirty="0">
                <a:solidFill>
                  <a:srgbClr val="FF0000"/>
                </a:solidFill>
              </a:rPr>
              <a:t> (so that hashing is unsafe)</a:t>
            </a:r>
            <a:r>
              <a:rPr lang="en-US" altLang="en-US" sz="2800" kern="0" dirty="0">
                <a:solidFill>
                  <a:srgbClr val="FF0000"/>
                </a:solidFill>
              </a:rPr>
              <a:t>.</a:t>
            </a: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en-US" sz="2800" kern="0" dirty="0">
              <a:solidFill>
                <a:srgbClr val="FF0000"/>
              </a:solidFill>
            </a:endParaRPr>
          </a:p>
          <a:p>
            <a:pPr marL="225425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rgbClr val="FF0000"/>
                </a:solidFill>
              </a:rPr>
              <a:t>If </a:t>
            </a:r>
            <a:r>
              <a:rPr lang="en-US" altLang="en-US" sz="2800" kern="0" dirty="0" err="1">
                <a:solidFill>
                  <a:srgbClr val="FF0000"/>
                </a:solidFill>
              </a:rPr>
              <a:t>unsafe_hash</a:t>
            </a:r>
            <a:r>
              <a:rPr lang="en-US" altLang="en-US" sz="2800" kern="0" dirty="0">
                <a:solidFill>
                  <a:srgbClr val="FF0000"/>
                </a:solidFill>
              </a:rPr>
              <a:t>==False (the default), 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</a:t>
            </a:r>
            <a:r>
              <a:rPr lang="en-US" altLang="en-US" sz="2800" kern="0" dirty="0">
                <a:solidFill>
                  <a:srgbClr val="FF0000"/>
                </a:solidFill>
              </a:rPr>
              <a:t>_hash</a:t>
            </a:r>
            <a:r>
              <a:rPr lang="en-US" altLang="en-US" sz="2800" kern="0" spc="-400" dirty="0">
                <a:solidFill>
                  <a:srgbClr val="FF0000"/>
                </a:solidFill>
              </a:rPr>
              <a:t>_ _ </a:t>
            </a:r>
            <a:r>
              <a:rPr lang="en-US" altLang="en-US" sz="2800" kern="0" dirty="0">
                <a:solidFill>
                  <a:srgbClr val="FF0000"/>
                </a:solidFill>
              </a:rPr>
              <a:t>() is generated --</a:t>
            </a:r>
            <a:r>
              <a:rPr lang="en-US" altLang="en-US" sz="2800" i="1" kern="0" dirty="0">
                <a:solidFill>
                  <a:srgbClr val="FF0000"/>
                </a:solidFill>
              </a:rPr>
              <a:t> based on the values of </a:t>
            </a:r>
            <a:r>
              <a:rPr lang="en-US" altLang="en-US" sz="2800" i="1" kern="0" dirty="0" err="1">
                <a:solidFill>
                  <a:srgbClr val="FF0000"/>
                </a:solidFill>
              </a:rPr>
              <a:t>eq</a:t>
            </a:r>
            <a:r>
              <a:rPr lang="en-US" altLang="en-US" sz="2800" i="1" kern="0" dirty="0">
                <a:solidFill>
                  <a:srgbClr val="FF0000"/>
                </a:solidFill>
              </a:rPr>
              <a:t> and frozen</a:t>
            </a:r>
            <a:r>
              <a:rPr lang="en-US" altLang="en-US" sz="2800" kern="0" dirty="0">
                <a:solidFill>
                  <a:srgbClr val="FF0000"/>
                </a:solidFill>
              </a:rPr>
              <a:t>:</a:t>
            </a:r>
          </a:p>
          <a:p>
            <a:pPr marL="795338" lvl="1" indent="-39528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1" kern="0" dirty="0" err="1">
                <a:solidFill>
                  <a:srgbClr val="00B0F0"/>
                </a:solidFill>
              </a:rPr>
              <a:t>eq</a:t>
            </a:r>
            <a:r>
              <a:rPr lang="en-US" altLang="en-US" sz="2800" b="1" kern="0" dirty="0">
                <a:solidFill>
                  <a:srgbClr val="00B0F0"/>
                </a:solidFill>
              </a:rPr>
              <a:t>==False</a:t>
            </a:r>
            <a:r>
              <a:rPr lang="en-US" altLang="en-US" sz="2800" kern="0" dirty="0">
                <a:solidFill>
                  <a:schemeClr val="tx1"/>
                </a:solidFill>
              </a:rPr>
              <a:t>: 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_hash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()</a:t>
            </a:r>
            <a:r>
              <a:rPr lang="en-US" altLang="en-US" sz="2800" kern="0" dirty="0">
                <a:solidFill>
                  <a:schemeClr val="tx1"/>
                </a:solidFill>
              </a:rPr>
              <a:t> will be left untouched meaning a superclass's method will be used (if that superclass is object, this means it will use id-based hashing).</a:t>
            </a:r>
          </a:p>
          <a:p>
            <a:pPr marL="795338" lvl="1" indent="-39528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1" kern="0" dirty="0">
                <a:solidFill>
                  <a:srgbClr val="00B050"/>
                </a:solidFill>
              </a:rPr>
              <a:t>frozen</a:t>
            </a:r>
            <a:r>
              <a:rPr lang="en-US" altLang="en-US" sz="2800" b="1" kern="0" dirty="0">
                <a:solidFill>
                  <a:schemeClr val="tx1"/>
                </a:solidFill>
              </a:rPr>
              <a:t>==</a:t>
            </a:r>
            <a:r>
              <a:rPr lang="en-US" altLang="en-US" sz="2800" b="1" kern="0" dirty="0" err="1">
                <a:solidFill>
                  <a:srgbClr val="00B0F0"/>
                </a:solidFill>
              </a:rPr>
              <a:t>eq</a:t>
            </a:r>
            <a:r>
              <a:rPr lang="en-US" altLang="en-US" sz="2800" b="1" kern="0" dirty="0">
                <a:solidFill>
                  <a:schemeClr val="tx1"/>
                </a:solidFill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</a:rPr>
              <a:t>True</a:t>
            </a:r>
            <a:r>
              <a:rPr lang="en-US" altLang="en-US" sz="2800" kern="0" dirty="0">
                <a:solidFill>
                  <a:schemeClr val="tx1"/>
                </a:solidFill>
              </a:rPr>
              <a:t>: </a:t>
            </a:r>
            <a:r>
              <a:rPr lang="en-US" altLang="en-US" sz="2800" kern="0" dirty="0" err="1">
                <a:solidFill>
                  <a:schemeClr val="tx1"/>
                </a:solidFill>
              </a:rPr>
              <a:t>dataclass</a:t>
            </a:r>
            <a:r>
              <a:rPr lang="en-US" altLang="en-US" sz="2800" kern="0" dirty="0">
                <a:solidFill>
                  <a:schemeClr val="tx1"/>
                </a:solidFill>
              </a:rPr>
              <a:t>() generates 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</a:t>
            </a:r>
            <a:r>
              <a:rPr lang="en-US" altLang="en-US" sz="2800" kern="0" dirty="0">
                <a:solidFill>
                  <a:schemeClr val="tx1"/>
                </a:solidFill>
              </a:rPr>
              <a:t>_hash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 _ </a:t>
            </a:r>
            <a:r>
              <a:rPr lang="en-US" altLang="en-US" sz="2800" kern="0" dirty="0">
                <a:solidFill>
                  <a:schemeClr val="tx1"/>
                </a:solidFill>
              </a:rPr>
              <a:t>() </a:t>
            </a:r>
          </a:p>
          <a:p>
            <a:pPr marL="795338" lvl="1" indent="-395288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1" kern="0" dirty="0">
                <a:solidFill>
                  <a:srgbClr val="00B050"/>
                </a:solidFill>
              </a:rPr>
              <a:t>frozen</a:t>
            </a:r>
            <a:r>
              <a:rPr lang="en-US" altLang="en-US" sz="2800" b="1" kern="0" dirty="0">
                <a:solidFill>
                  <a:schemeClr val="tx1"/>
                </a:solidFill>
              </a:rPr>
              <a:t>!=</a:t>
            </a:r>
            <a:r>
              <a:rPr lang="en-US" altLang="en-US" sz="2800" b="1" kern="0" dirty="0" err="1">
                <a:solidFill>
                  <a:srgbClr val="00B0F0"/>
                </a:solidFill>
              </a:rPr>
              <a:t>eq</a:t>
            </a:r>
            <a:r>
              <a:rPr lang="en-US" altLang="en-US" sz="2800" b="1" kern="0" dirty="0">
                <a:solidFill>
                  <a:schemeClr val="tx1"/>
                </a:solidFill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</a:rPr>
              <a:t>True</a:t>
            </a:r>
            <a:r>
              <a:rPr lang="en-US" altLang="en-US" sz="2800" kern="0" dirty="0">
                <a:solidFill>
                  <a:schemeClr val="tx1"/>
                </a:solidFill>
              </a:rPr>
              <a:t>: 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_hash</a:t>
            </a:r>
            <a:r>
              <a:rPr lang="en-US" altLang="en-US" sz="2800" kern="0" spc="-400" dirty="0">
                <a:solidFill>
                  <a:schemeClr val="tx1"/>
                </a:solidFill>
              </a:rPr>
              <a:t>__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()</a:t>
            </a:r>
            <a:r>
              <a:rPr lang="en-US" altLang="en-US" sz="2800" kern="0" dirty="0">
                <a:solidFill>
                  <a:schemeClr val="tx1"/>
                </a:solidFill>
              </a:rPr>
              <a:t> will be set to None, to mark it </a:t>
            </a:r>
            <a:r>
              <a:rPr lang="en-US" altLang="en-US" sz="2800" kern="0" dirty="0" err="1">
                <a:solidFill>
                  <a:schemeClr val="tx1"/>
                </a:solidFill>
              </a:rPr>
              <a:t>unhashable</a:t>
            </a:r>
            <a:r>
              <a:rPr lang="en-US" altLang="en-US" sz="2800" kern="0" dirty="0">
                <a:solidFill>
                  <a:schemeClr val="tx1"/>
                </a:solidFill>
              </a:rPr>
              <a:t> (which it is, since it is mutable). 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215288" y="4572000"/>
            <a:ext cx="7315200" cy="548640"/>
          </a:xfrm>
          <a:prstGeom prst="roundRect">
            <a:avLst/>
          </a:prstGeom>
          <a:solidFill>
            <a:srgbClr val="FFE7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80000"/>
              </a:lnSpc>
            </a:pPr>
            <a:r>
              <a:rPr lang="en-US" altLang="en-US" sz="2800" b="1" kern="0" dirty="0">
                <a:solidFill>
                  <a:srgbClr val="00B050"/>
                </a:solidFill>
                <a:latin typeface="Arial"/>
              </a:rPr>
              <a:t>frozen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==</a:t>
            </a:r>
            <a:r>
              <a:rPr lang="en-US" altLang="en-US" sz="2800" b="1" kern="0" dirty="0">
                <a:solidFill>
                  <a:srgbClr val="00B050"/>
                </a:solidFill>
                <a:latin typeface="Arial"/>
              </a:rPr>
              <a:t>False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and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b="1" kern="0" dirty="0" err="1">
                <a:solidFill>
                  <a:srgbClr val="00B0F0"/>
                </a:solidFill>
                <a:latin typeface="Arial"/>
              </a:rPr>
              <a:t>eq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  <a:latin typeface="Arial"/>
              </a:rPr>
              <a:t>True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sym typeface="Symbol" panose="05050102010706020507" pitchFamily="18" charset="2"/>
              </a:rPr>
              <a:t>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 err="1">
                <a:solidFill>
                  <a:srgbClr val="FF0000"/>
                </a:solidFill>
                <a:latin typeface="Arial"/>
              </a:rPr>
              <a:t>unhashable</a:t>
            </a:r>
            <a:endParaRPr lang="en-US" sz="280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215289" y="5934746"/>
            <a:ext cx="5486400" cy="548640"/>
          </a:xfrm>
          <a:prstGeom prst="roundRect">
            <a:avLst/>
          </a:prstGeom>
          <a:solidFill>
            <a:srgbClr val="FFE7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80000"/>
              </a:lnSpc>
            </a:pPr>
            <a:r>
              <a:rPr lang="en-US" altLang="en-US" sz="2800" b="1" kern="0" dirty="0">
                <a:solidFill>
                  <a:srgbClr val="00B050"/>
                </a:solidFill>
                <a:latin typeface="Arial"/>
              </a:rPr>
              <a:t>frozen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!=</a:t>
            </a:r>
            <a:r>
              <a:rPr lang="en-US" altLang="en-US" sz="2800" b="1" kern="0" dirty="0" err="1">
                <a:solidFill>
                  <a:srgbClr val="00B0F0"/>
                </a:solidFill>
                <a:latin typeface="Arial"/>
              </a:rPr>
              <a:t>eq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  <a:latin typeface="Arial"/>
              </a:rPr>
              <a:t>True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sym typeface="Symbol" panose="05050102010706020507" pitchFamily="18" charset="2"/>
              </a:rPr>
              <a:t>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 err="1">
                <a:solidFill>
                  <a:srgbClr val="FF0000"/>
                </a:solidFill>
                <a:latin typeface="Arial"/>
              </a:rPr>
              <a:t>unhashable</a:t>
            </a:r>
            <a:endParaRPr lang="en-US" sz="280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215289" y="5257800"/>
            <a:ext cx="7315200" cy="548640"/>
          </a:xfrm>
          <a:prstGeom prst="roundRect">
            <a:avLst/>
          </a:prstGeom>
          <a:solidFill>
            <a:srgbClr val="FFE7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80000"/>
              </a:lnSpc>
            </a:pPr>
            <a:r>
              <a:rPr lang="en-US" altLang="en-US" sz="2800" b="1" kern="0" dirty="0">
                <a:solidFill>
                  <a:srgbClr val="00B050"/>
                </a:solidFill>
                <a:latin typeface="Arial"/>
              </a:rPr>
              <a:t>Frozen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!=                  </a:t>
            </a:r>
            <a:r>
              <a:rPr lang="en-US" altLang="en-US" sz="2800" b="1" kern="0" dirty="0" err="1">
                <a:solidFill>
                  <a:srgbClr val="00B0F0"/>
                </a:solidFill>
                <a:latin typeface="Arial"/>
              </a:rPr>
              <a:t>eq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  <a:latin typeface="Arial"/>
              </a:rPr>
              <a:t>True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sym typeface="Symbol" panose="05050102010706020507" pitchFamily="18" charset="2"/>
              </a:rPr>
              <a:t>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 err="1">
                <a:solidFill>
                  <a:srgbClr val="FF0000"/>
                </a:solidFill>
                <a:latin typeface="Arial"/>
              </a:rPr>
              <a:t>unhashable</a:t>
            </a:r>
            <a:endParaRPr lang="en-US" sz="2800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16" name="Audio 1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236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463"/>
    </mc:Choice>
    <mc:Fallback xmlns="">
      <p:transition spd="slow" advTm="508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14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10" grpId="0" animBg="1"/>
      <p:bldP spid="12" grpId="0" animBg="1"/>
      <p:bldP spid="13" grpId="0" animBg="1"/>
    </p:bldLst>
  </p:timing>
  <p:extLst>
    <p:ext uri="{3A86A75C-4F4B-4683-9AE1-C65F6400EC91}">
      <p14:laserTraceLst xmlns:p14="http://schemas.microsoft.com/office/powerpoint/2010/main">
        <p14:tracePtLst>
          <p14:tracePt t="482" x="3314700" y="1136650"/>
          <p14:tracePt t="489" x="3289300" y="1130300"/>
          <p14:tracePt t="500" x="3257550" y="1130300"/>
          <p14:tracePt t="517" x="3149600" y="1117600"/>
          <p14:tracePt t="534" x="3079750" y="1098550"/>
          <p14:tracePt t="551" x="3022600" y="1079500"/>
          <p14:tracePt t="567" x="2895600" y="1041400"/>
          <p14:tracePt t="584" x="2794000" y="1009650"/>
          <p14:tracePt t="601" x="2660650" y="971550"/>
          <p14:tracePt t="617" x="2571750" y="939800"/>
          <p14:tracePt t="633" x="2520950" y="914400"/>
          <p14:tracePt t="651" x="2476500" y="901700"/>
          <p14:tracePt t="667" x="2451100" y="889000"/>
          <p14:tracePt t="683" x="2438400" y="882650"/>
          <p14:tracePt t="700" x="2419350" y="882650"/>
          <p14:tracePt t="733" x="2413000" y="876300"/>
          <p14:tracePt t="784" x="2413000" y="869950"/>
          <p14:tracePt t="826" x="2419350" y="869950"/>
          <p14:tracePt t="840" x="2425700" y="863600"/>
          <p14:tracePt t="847" x="2432050" y="863600"/>
          <p14:tracePt t="854" x="2438400" y="863600"/>
          <p14:tracePt t="870" x="2444750" y="863600"/>
          <p14:tracePt t="883" x="2451100" y="863600"/>
          <p14:tracePt t="899" x="2457450" y="863600"/>
          <p14:tracePt t="916" x="2470150" y="863600"/>
          <p14:tracePt t="932" x="2482850" y="863600"/>
          <p14:tracePt t="949" x="2501900" y="863600"/>
          <p14:tracePt t="966" x="2540000" y="863600"/>
          <p14:tracePt t="982" x="2597150" y="863600"/>
          <p14:tracePt t="999" x="2667000" y="863600"/>
          <p14:tracePt t="1016" x="2787650" y="857250"/>
          <p14:tracePt t="1032" x="2863850" y="857250"/>
          <p14:tracePt t="1049" x="2933700" y="844550"/>
          <p14:tracePt t="1066" x="3022600" y="844550"/>
          <p14:tracePt t="1082" x="3073400" y="831850"/>
          <p14:tracePt t="1100" x="3155950" y="819150"/>
          <p14:tracePt t="1115" x="3213100" y="819150"/>
          <p14:tracePt t="1132" x="3251200" y="819150"/>
          <p14:tracePt t="1149" x="3321050" y="819150"/>
          <p14:tracePt t="1165" x="3352800" y="819150"/>
          <p14:tracePt t="1182" x="3390900" y="819150"/>
          <p14:tracePt t="1198" x="3448050" y="806450"/>
          <p14:tracePt t="1215" x="3486150" y="806450"/>
          <p14:tracePt t="1233" x="3568700" y="781050"/>
          <p14:tracePt t="1248" x="3606800" y="781050"/>
          <p14:tracePt t="1265" x="3657600" y="781050"/>
          <p14:tracePt t="1282" x="3714750" y="781050"/>
          <p14:tracePt t="1299" x="3759200" y="781050"/>
          <p14:tracePt t="1315" x="3790950" y="774700"/>
          <p14:tracePt t="1332" x="3841750" y="774700"/>
          <p14:tracePt t="1348" x="3873500" y="774700"/>
          <p14:tracePt t="1364" x="3911600" y="774700"/>
          <p14:tracePt t="1382" x="3981450" y="774700"/>
          <p14:tracePt t="1397" x="4025900" y="774700"/>
          <p14:tracePt t="1416" x="4095750" y="774700"/>
          <p14:tracePt t="1431" x="4146550" y="774700"/>
          <p14:tracePt t="1447" x="4210050" y="774700"/>
          <p14:tracePt t="1465" x="4311650" y="781050"/>
          <p14:tracePt t="1481" x="4381500" y="800100"/>
          <p14:tracePt t="1497" x="4451350" y="800100"/>
          <p14:tracePt t="1514" x="4565650" y="806450"/>
          <p14:tracePt t="1531" x="4654550" y="806450"/>
          <p14:tracePt t="1547" x="4749800" y="806450"/>
          <p14:tracePt t="1564" x="4870450" y="806450"/>
          <p14:tracePt t="1581" x="4946650" y="812800"/>
          <p14:tracePt t="1598" x="5080000" y="825500"/>
          <p14:tracePt t="1613" x="5175250" y="819150"/>
          <p14:tracePt t="1630" x="5302250" y="819150"/>
          <p14:tracePt t="1647" x="5473700" y="850900"/>
          <p14:tracePt t="1663" x="5568950" y="850900"/>
          <p14:tracePt t="1680" x="5689600" y="831850"/>
          <p14:tracePt t="1697" x="5880100" y="819150"/>
          <p14:tracePt t="1713" x="6007100" y="819150"/>
          <p14:tracePt t="1730" x="6096000" y="819150"/>
          <p14:tracePt t="1746" x="6267450" y="825500"/>
          <p14:tracePt t="1763" x="6445250" y="819150"/>
          <p14:tracePt t="1781" x="6610350" y="819150"/>
          <p14:tracePt t="1796" x="6686550" y="800100"/>
          <p14:tracePt t="1813" x="6794500" y="800100"/>
          <p14:tracePt t="1830" x="6870700" y="800100"/>
          <p14:tracePt t="1846" x="6921500" y="800100"/>
          <p14:tracePt t="1863" x="6991350" y="793750"/>
          <p14:tracePt t="1879" x="7035800" y="787400"/>
          <p14:tracePt t="1896" x="7048500" y="787400"/>
          <p14:tracePt t="1913" x="7061200" y="781050"/>
          <p14:tracePt t="1929" x="7112000" y="774700"/>
          <p14:tracePt t="1963" x="7124700" y="768350"/>
          <p14:tracePt t="1979" x="7131050" y="762000"/>
          <p14:tracePt t="2111" x="7124700" y="762000"/>
          <p14:tracePt t="2139" x="7118350" y="762000"/>
          <p14:tracePt t="2160" x="7112000" y="755650"/>
          <p14:tracePt t="2174" x="7105650" y="755650"/>
          <p14:tracePt t="3433" x="7010400" y="755650"/>
          <p14:tracePt t="3446" x="6851650" y="781050"/>
          <p14:tracePt t="3453" x="6686550" y="793750"/>
          <p14:tracePt t="3468" x="6508750" y="831850"/>
          <p14:tracePt t="3477" x="6311900" y="857250"/>
          <p14:tracePt t="3490" x="6070600" y="882650"/>
          <p14:tracePt t="3507" x="5594350" y="971550"/>
          <p14:tracePt t="3524" x="5264150" y="1041400"/>
          <p14:tracePt t="3540" x="5067300" y="1066800"/>
          <p14:tracePt t="3557" x="4914900" y="1104900"/>
          <p14:tracePt t="3574" x="4559300" y="1200150"/>
          <p14:tracePt t="3590" x="4457700" y="1225550"/>
          <p14:tracePt t="3607" x="4356100" y="1250950"/>
          <p14:tracePt t="3623" x="4133850" y="1295400"/>
          <p14:tracePt t="3640" x="4064000" y="1301750"/>
          <p14:tracePt t="3657" x="3956050" y="1327150"/>
          <p14:tracePt t="3673" x="3905250" y="1339850"/>
          <p14:tracePt t="3690" x="3810000" y="1352550"/>
          <p14:tracePt t="3707" x="3721100" y="1352550"/>
          <p14:tracePt t="3723" x="3689350" y="1352550"/>
          <p14:tracePt t="3740" x="3638550" y="1352550"/>
          <p14:tracePt t="3756" x="3625850" y="1352550"/>
          <p14:tracePt t="4355" x="3479800" y="1352550"/>
          <p14:tracePt t="4372" x="3225800" y="1377950"/>
          <p14:tracePt t="4389" x="2927350" y="1403350"/>
          <p14:tracePt t="4405" x="2787650" y="1403350"/>
          <p14:tracePt t="4422" x="2559050" y="1409700"/>
          <p14:tracePt t="4438" x="2317750" y="1409700"/>
          <p14:tracePt t="4455" x="2203450" y="1409700"/>
          <p14:tracePt t="4473" x="1987550" y="1397000"/>
          <p14:tracePt t="4488" x="1784350" y="1377950"/>
          <p14:tracePt t="4505" x="1682750" y="1377950"/>
          <p14:tracePt t="4522" x="1517650" y="1365250"/>
          <p14:tracePt t="4537" x="1435100" y="1358900"/>
          <p14:tracePt t="4554" x="1416050" y="1358900"/>
          <p14:tracePt t="4571" x="1371600" y="1346200"/>
          <p14:tracePt t="4587" x="1352550" y="1320800"/>
          <p14:tracePt t="4604" x="1314450" y="1301750"/>
          <p14:tracePt t="4620" x="1282700" y="1276350"/>
          <p14:tracePt t="4637" x="1263650" y="1270000"/>
          <p14:tracePt t="4655" x="1231900" y="1238250"/>
          <p14:tracePt t="4670" x="1200150" y="1219200"/>
          <p14:tracePt t="4686" x="1187450" y="1206500"/>
          <p14:tracePt t="4703" x="1162050" y="1193800"/>
          <p14:tracePt t="4720" x="1143000" y="1174750"/>
          <p14:tracePt t="4737" x="1136650" y="1162050"/>
          <p14:tracePt t="4753" x="1130300" y="1149350"/>
          <p14:tracePt t="4803" x="1136650" y="1155700"/>
          <p14:tracePt t="4820" x="1155700" y="1162050"/>
          <p14:tracePt t="4838" x="1200150" y="1168400"/>
          <p14:tracePt t="4853" x="1225550" y="1168400"/>
          <p14:tracePt t="4869" x="1257300" y="1174750"/>
          <p14:tracePt t="4886" x="1365250" y="1193800"/>
          <p14:tracePt t="4903" x="1543050" y="1219200"/>
          <p14:tracePt t="4919" x="1644650" y="1244600"/>
          <p14:tracePt t="4936" x="1866900" y="1276350"/>
          <p14:tracePt t="4953" x="2044700" y="1301750"/>
          <p14:tracePt t="4970" x="2216150" y="1346200"/>
          <p14:tracePt t="4986" x="2305050" y="1365250"/>
          <p14:tracePt t="5002" x="2413000" y="1390650"/>
          <p14:tracePt t="5020" x="2476500" y="1409700"/>
          <p14:tracePt t="5038" x="2495550" y="1409700"/>
          <p14:tracePt t="5052" x="2520950" y="1416050"/>
          <p14:tracePt t="5069" x="2533650" y="1422400"/>
          <p14:tracePt t="5087" x="2540000" y="1422400"/>
          <p14:tracePt t="5119" x="2546350" y="1422400"/>
          <p14:tracePt t="5169" x="2546350" y="1416050"/>
          <p14:tracePt t="5584" x="2540000" y="1416050"/>
          <p14:tracePt t="5600" x="2533650" y="1416050"/>
          <p14:tracePt t="5617" x="2527300" y="1416050"/>
          <p14:tracePt t="5634" x="2546350" y="1416050"/>
          <p14:tracePt t="6051" x="2743200" y="1441450"/>
          <p14:tracePt t="6066" x="2851150" y="1441450"/>
          <p14:tracePt t="6082" x="2952750" y="1441450"/>
          <p14:tracePt t="6100" x="3155950" y="1435100"/>
          <p14:tracePt t="6115" x="3378200" y="1416050"/>
          <p14:tracePt t="6132" x="3492500" y="1397000"/>
          <p14:tracePt t="6150" x="3708400" y="1352550"/>
          <p14:tracePt t="6165" x="3829050" y="1327150"/>
          <p14:tracePt t="6182" x="3873500" y="1314450"/>
          <p14:tracePt t="6198" x="3930650" y="1295400"/>
          <p14:tracePt t="6215" x="3968750" y="1270000"/>
          <p14:tracePt t="6232" x="3994150" y="1257300"/>
          <p14:tracePt t="6248" x="4006850" y="1257300"/>
          <p14:tracePt t="6265" x="4013200" y="1257300"/>
          <p14:tracePt t="6283" x="4025900" y="1257300"/>
          <p14:tracePt t="6332" x="4032250" y="1257300"/>
          <p14:tracePt t="6364" x="4038600" y="1257300"/>
          <p14:tracePt t="6397" x="4044950" y="1257300"/>
          <p14:tracePt t="6465" x="4044950" y="1250950"/>
          <p14:tracePt t="6497" x="4044950" y="1244600"/>
          <p14:tracePt t="6530" x="4044950" y="1238250"/>
          <p14:tracePt t="6564" x="4032250" y="1231900"/>
          <p14:tracePt t="6630" x="4025900" y="1231900"/>
          <p14:tracePt t="6647" x="4019550" y="1231900"/>
          <p14:tracePt t="6680" x="4013200" y="1225550"/>
          <p14:tracePt t="6730" x="4019550" y="1225550"/>
          <p14:tracePt t="6748" x="4025900" y="1225550"/>
          <p14:tracePt t="6779" x="4032250" y="1225550"/>
          <p14:tracePt t="6796" x="4044950" y="1225550"/>
          <p14:tracePt t="6812" x="4057650" y="1225550"/>
          <p14:tracePt t="6830" x="4070350" y="1225550"/>
          <p14:tracePt t="6846" x="4108450" y="1225550"/>
          <p14:tracePt t="6863" x="4140200" y="1231900"/>
          <p14:tracePt t="6866" x="4165600" y="1231900"/>
          <p14:tracePt t="6896" x="4318000" y="1231900"/>
          <p14:tracePt t="6912" x="4368800" y="1231900"/>
          <p14:tracePt t="6929" x="4489450" y="1219200"/>
          <p14:tracePt t="6946" x="4552950" y="1219200"/>
          <p14:tracePt t="6964" x="4673600" y="1206500"/>
          <p14:tracePt t="6979" x="4705350" y="1206500"/>
          <p14:tracePt t="6995" x="4724400" y="1200150"/>
          <p14:tracePt t="7013" x="4762500" y="1193800"/>
          <p14:tracePt t="7029" x="4768850" y="1193800"/>
          <p14:tracePt t="7045" x="4775200" y="1193800"/>
          <p14:tracePt t="7062" x="4781550" y="1193800"/>
          <p14:tracePt t="7096" x="4787900" y="1187450"/>
          <p14:tracePt t="7179" x="4794250" y="1187450"/>
          <p14:tracePt t="7211" x="4800600" y="1193800"/>
          <p14:tracePt t="7229" x="4806950" y="1193800"/>
          <p14:tracePt t="7245" x="4826000" y="1193800"/>
          <p14:tracePt t="7262" x="4832350" y="1193800"/>
          <p14:tracePt t="7278" x="4838700" y="1193800"/>
          <p14:tracePt t="7294" x="4883150" y="1193800"/>
          <p14:tracePt t="7311" x="4946650" y="1193800"/>
          <p14:tracePt t="7329" x="5029200" y="1187450"/>
          <p14:tracePt t="7344" x="5080000" y="1187450"/>
          <p14:tracePt t="7362" x="5175250" y="1174750"/>
          <p14:tracePt t="7379" x="5264150" y="1174750"/>
          <p14:tracePt t="7394" x="5302250" y="1174750"/>
          <p14:tracePt t="7412" x="5372100" y="1162050"/>
          <p14:tracePt t="7427" x="5441950" y="1155700"/>
          <p14:tracePt t="7444" x="5473700" y="1155700"/>
          <p14:tracePt t="7462" x="5518150" y="1155700"/>
          <p14:tracePt t="7477" x="5568950" y="1155700"/>
          <p14:tracePt t="7494" x="5588000" y="1155700"/>
          <p14:tracePt t="7512" x="5619750" y="1155700"/>
          <p14:tracePt t="7527" x="5657850" y="1155700"/>
          <p14:tracePt t="7543" x="5664200" y="1155700"/>
          <p14:tracePt t="7560" x="5689600" y="1162050"/>
          <p14:tracePt t="7577" x="5702300" y="1162050"/>
          <p14:tracePt t="7593" x="5721350" y="1168400"/>
          <p14:tracePt t="7610" x="5740400" y="1168400"/>
          <p14:tracePt t="7627" x="5746750" y="1174750"/>
          <p14:tracePt t="7645" x="5765800" y="1174750"/>
          <p14:tracePt t="7660" x="5791200" y="1174750"/>
          <p14:tracePt t="7676" x="5797550" y="1181100"/>
          <p14:tracePt t="7694" x="5829300" y="1181100"/>
          <p14:tracePt t="7709" x="5854700" y="1181100"/>
          <p14:tracePt t="7726" x="5867400" y="1181100"/>
          <p14:tracePt t="7743" x="5899150" y="1187450"/>
          <p14:tracePt t="7759" x="5949950" y="1193800"/>
          <p14:tracePt t="7777" x="5975350" y="1193800"/>
          <p14:tracePt t="7793" x="6026150" y="1193800"/>
          <p14:tracePt t="7809" x="6064250" y="1193800"/>
          <p14:tracePt t="7828" x="6089650" y="1193800"/>
          <p14:tracePt t="7842" x="6102350" y="1193800"/>
          <p14:tracePt t="7859" x="6121400" y="1193800"/>
          <p14:tracePt t="7862" x="6134100" y="1193800"/>
          <p14:tracePt t="7877" x="6159500" y="1187450"/>
          <p14:tracePt t="7892" x="6172200" y="1187450"/>
          <p14:tracePt t="7910" x="6191250" y="1187450"/>
          <p14:tracePt t="7926" x="6216650" y="1187450"/>
          <p14:tracePt t="7942" x="6267450" y="1174750"/>
          <p14:tracePt t="7959" x="6286500" y="1168400"/>
          <p14:tracePt t="7975" x="6337300" y="1155700"/>
          <p14:tracePt t="7992" x="6388100" y="1149350"/>
          <p14:tracePt t="8010" x="6438900" y="1149350"/>
          <p14:tracePt t="8025" x="6464300" y="1143000"/>
          <p14:tracePt t="8044" x="6534150" y="1136650"/>
          <p14:tracePt t="8059" x="6591300" y="1123950"/>
          <p14:tracePt t="8075" x="6623050" y="1123950"/>
          <p14:tracePt t="8092" x="6680200" y="1117600"/>
          <p14:tracePt t="8109" x="6731000" y="1104900"/>
          <p14:tracePt t="8125" x="6756400" y="1104900"/>
          <p14:tracePt t="8142" x="6800850" y="1104900"/>
          <p14:tracePt t="8158" x="6838950" y="1104900"/>
          <p14:tracePt t="8175" x="6851650" y="1104900"/>
          <p14:tracePt t="8193" x="6870700" y="1104900"/>
          <p14:tracePt t="8210" x="6877050" y="1104900"/>
          <p14:tracePt t="8225" x="6883400" y="1104900"/>
          <p14:tracePt t="8257" x="6877050" y="1111250"/>
          <p14:tracePt t="8275" x="6858000" y="1123950"/>
          <p14:tracePt t="8292" x="6845300" y="1136650"/>
          <p14:tracePt t="8624" x="6851650" y="1136650"/>
          <p14:tracePt t="8640" x="6908800" y="1149350"/>
          <p14:tracePt t="8657" x="6946900" y="1149350"/>
          <p14:tracePt t="8673" x="7042150" y="1149350"/>
          <p14:tracePt t="8690" x="7124700" y="1149350"/>
          <p14:tracePt t="8706" x="7162800" y="1149350"/>
          <p14:tracePt t="8724" x="7232650" y="1149350"/>
          <p14:tracePt t="8739" x="7258050" y="1149350"/>
          <p14:tracePt t="8756" x="7315200" y="1149350"/>
          <p14:tracePt t="8774" x="7366000" y="1149350"/>
          <p14:tracePt t="8789" x="7404100" y="1149350"/>
          <p14:tracePt t="8806" x="7448550" y="1149350"/>
          <p14:tracePt t="8823" x="7499350" y="1143000"/>
          <p14:tracePt t="8839" x="7518400" y="1143000"/>
          <p14:tracePt t="8857" x="7562850" y="1143000"/>
          <p14:tracePt t="8873" x="7594600" y="1136650"/>
          <p14:tracePt t="8889" x="7607300" y="1136650"/>
          <p14:tracePt t="8906" x="7632700" y="1136650"/>
          <p14:tracePt t="8922" x="7651750" y="1136650"/>
          <p14:tracePt t="8939" x="7658100" y="1136650"/>
          <p14:tracePt t="8957" x="7664450" y="1136650"/>
          <p14:tracePt t="8972" x="7677150" y="1136650"/>
          <p14:tracePt t="8989" x="7683500" y="1136650"/>
          <p14:tracePt t="9005" x="7696200" y="1136650"/>
          <p14:tracePt t="9040" x="7708900" y="1136650"/>
          <p14:tracePt t="9056" x="7715250" y="1136650"/>
          <p14:tracePt t="9072" x="7721600" y="1136650"/>
          <p14:tracePt t="9089" x="7734300" y="1143000"/>
          <p14:tracePt t="9105" x="7740650" y="1143000"/>
          <p14:tracePt t="9121" x="7747000" y="1143000"/>
          <p14:tracePt t="9139" x="7772400" y="1143000"/>
          <p14:tracePt t="9156" x="7804150" y="1155700"/>
          <p14:tracePt t="9172" x="7854950" y="1155700"/>
          <p14:tracePt t="9188" x="7880350" y="1155700"/>
          <p14:tracePt t="9205" x="7950200" y="1162050"/>
          <p14:tracePt t="9221" x="8026400" y="1162050"/>
          <p14:tracePt t="9238" x="8070850" y="1168400"/>
          <p14:tracePt t="9254" x="8134350" y="1174750"/>
          <p14:tracePt t="9273" x="8197850" y="1181100"/>
          <p14:tracePt t="9288" x="8210550" y="1187450"/>
          <p14:tracePt t="9304" x="8229600" y="1187450"/>
          <p14:tracePt t="9321" x="8267700" y="1200150"/>
          <p14:tracePt t="9337" x="8274050" y="1200150"/>
          <p14:tracePt t="9356" x="8293100" y="1206500"/>
          <p14:tracePt t="9372" x="8312150" y="1225550"/>
          <p14:tracePt t="9387" x="8324850" y="1225550"/>
          <p14:tracePt t="9405" x="8343900" y="1231900"/>
          <p14:tracePt t="9420" x="8350250" y="1238250"/>
          <p14:tracePt t="9438" x="8356600" y="1238250"/>
          <p14:tracePt t="9454" x="8369300" y="1238250"/>
          <p14:tracePt t="9470" x="8375650" y="1238250"/>
          <p14:tracePt t="9520" x="8382000" y="1238250"/>
          <p14:tracePt t="11299" x="8312150" y="1238250"/>
          <p14:tracePt t="11314" x="8293100" y="1238250"/>
          <p14:tracePt t="11332" x="8261350" y="1244600"/>
          <p14:tracePt t="11347" x="8248650" y="1244600"/>
          <p14:tracePt t="11364" x="8229600" y="1244600"/>
          <p14:tracePt t="11381" x="8210550" y="1244600"/>
          <p14:tracePt t="11397" x="8197850" y="1244600"/>
          <p14:tracePt t="11400" x="8185150" y="1244600"/>
          <p14:tracePt t="11413" x="8159750" y="1244600"/>
          <p14:tracePt t="11430" x="8128000" y="1244600"/>
          <p14:tracePt t="11447" x="8108950" y="1238250"/>
          <p14:tracePt t="11465" x="8077200" y="1231900"/>
          <p14:tracePt t="11480" x="8039100" y="1225550"/>
          <p14:tracePt t="11497" x="8020050" y="1219200"/>
          <p14:tracePt t="11514" x="7988300" y="1212850"/>
          <p14:tracePt t="11530" x="7962900" y="1206500"/>
          <p14:tracePt t="11546" x="7950200" y="1200150"/>
          <p14:tracePt t="11564" x="7937500" y="1200150"/>
          <p14:tracePt t="11580" x="7918450" y="1193800"/>
          <p14:tracePt t="11630" x="7912100" y="1193800"/>
          <p14:tracePt t="11646" x="7905750" y="1193800"/>
          <p14:tracePt t="11862" x="7893050" y="1193800"/>
          <p14:tracePt t="11879" x="7886700" y="1193800"/>
          <p14:tracePt t="11928" x="7880350" y="1187450"/>
          <p14:tracePt t="11996" x="7874000" y="1187450"/>
          <p14:tracePt t="12047" x="7867650" y="1187450"/>
          <p14:tracePt t="12113" x="7861300" y="1187450"/>
          <p14:tracePt t="12676" x="7804150" y="1187450"/>
          <p14:tracePt t="12694" x="7569200" y="1244600"/>
          <p14:tracePt t="12709" x="7416800" y="1301750"/>
          <p14:tracePt t="12726" x="7054850" y="1390650"/>
          <p14:tracePt t="12744" x="6699250" y="1479550"/>
          <p14:tracePt t="12760" x="6451600" y="1524000"/>
          <p14:tracePt t="12776" x="6019800" y="1606550"/>
          <p14:tracePt t="12792" x="5607050" y="1663700"/>
          <p14:tracePt t="12809" x="5422900" y="1663700"/>
          <p14:tracePt t="12826" x="5105400" y="1695450"/>
          <p14:tracePt t="12842" x="4851400" y="1708150"/>
          <p14:tracePt t="12859" x="4730750" y="1708150"/>
          <p14:tracePt t="12877" x="4514850" y="1708150"/>
          <p14:tracePt t="12892" x="4438650" y="1708150"/>
          <p14:tracePt t="12908" x="4298950" y="1708150"/>
          <p14:tracePt t="12925" x="4165600" y="1708150"/>
          <p14:tracePt t="12942" x="4076700" y="1708150"/>
          <p14:tracePt t="12958" x="3924300" y="1701800"/>
          <p14:tracePt t="12975" x="3829050" y="1695450"/>
          <p14:tracePt t="12992" x="3797300" y="1689100"/>
          <p14:tracePt t="13009" x="3759200" y="1682750"/>
          <p14:tracePt t="13024" x="3714750" y="1670050"/>
          <p14:tracePt t="13041" x="3689350" y="1657350"/>
          <p14:tracePt t="13059" x="3600450" y="1631950"/>
          <p14:tracePt t="13074" x="3492500" y="1600200"/>
          <p14:tracePt t="13091" x="3441700" y="1581150"/>
          <p14:tracePt t="13108" x="3359150" y="1562100"/>
          <p14:tracePt t="13124" x="3263900" y="1543050"/>
          <p14:tracePt t="13141" x="3232150" y="1536700"/>
          <p14:tracePt t="13158" x="3149600" y="1511300"/>
          <p14:tracePt t="13174" x="3105150" y="1498600"/>
          <p14:tracePt t="13192" x="2990850" y="1473200"/>
          <p14:tracePt t="13207" x="2940050" y="1460500"/>
          <p14:tracePt t="13224" x="2895600" y="1454150"/>
          <p14:tracePt t="13241" x="2768600" y="1435100"/>
          <p14:tracePt t="13257" x="2647950" y="1409700"/>
          <p14:tracePt t="13274" x="2590800" y="1390650"/>
          <p14:tracePt t="13290" x="2482850" y="1371600"/>
          <p14:tracePt t="13307" x="2393950" y="1365250"/>
          <p14:tracePt t="13324" x="2311400" y="1365250"/>
          <p14:tracePt t="13340" x="2260600" y="1352550"/>
          <p14:tracePt t="13357" x="2190750" y="1352550"/>
          <p14:tracePt t="13375" x="2139950" y="1339850"/>
          <p14:tracePt t="13390" x="2127250" y="1339850"/>
          <p14:tracePt t="13407" x="2114550" y="1339850"/>
          <p14:tracePt t="13424" x="2108200" y="1333500"/>
          <p14:tracePt t="13456" x="2101850" y="1333500"/>
          <p14:tracePt t="13508" x="2095500" y="1333500"/>
          <p14:tracePt t="13606" x="2095500" y="1327150"/>
          <p14:tracePt t="13706" x="2095500" y="1320800"/>
          <p14:tracePt t="14105" x="2101850" y="1320800"/>
          <p14:tracePt t="14155" x="2108200" y="1320800"/>
          <p14:tracePt t="14222" x="2114550" y="1320800"/>
          <p14:tracePt t="14337" x="2114550" y="1327150"/>
          <p14:tracePt t="14669" x="2114550" y="1333500"/>
          <p14:tracePt t="14818" x="2114550" y="1339850"/>
          <p14:tracePt t="14835" x="2114550" y="1346200"/>
          <p14:tracePt t="14885" x="2114550" y="1352550"/>
          <p14:tracePt t="14901" x="2114550" y="1358900"/>
          <p14:tracePt t="14935" x="2114550" y="1365250"/>
          <p14:tracePt t="14952" x="2114550" y="1377950"/>
          <p14:tracePt t="14968" x="2120900" y="1384300"/>
          <p14:tracePt t="14984" x="2120900" y="1390650"/>
          <p14:tracePt t="15052" x="2120900" y="1397000"/>
          <p14:tracePt t="15084" x="2120900" y="1403350"/>
          <p14:tracePt t="15135" x="2127250" y="1403350"/>
          <p14:tracePt t="15167" x="2127250" y="1397000"/>
          <p14:tracePt t="15201" x="2127250" y="1384300"/>
          <p14:tracePt t="15234" x="2133600" y="1377950"/>
          <p14:tracePt t="15250" x="2133600" y="1371600"/>
          <p14:tracePt t="15284" x="2133600" y="1365250"/>
          <p14:tracePt t="15302" x="2133600" y="1352550"/>
          <p14:tracePt t="15351" x="2133600" y="1346200"/>
          <p14:tracePt t="15367" x="2133600" y="1339850"/>
          <p14:tracePt t="15418" x="2139950" y="1339850"/>
          <p14:tracePt t="15434" x="2139950" y="1333500"/>
          <p14:tracePt t="15466" x="2139950" y="1327150"/>
          <p14:tracePt t="15483" x="2146300" y="1320800"/>
          <p14:tracePt t="15517" x="2152650" y="1314450"/>
          <p14:tracePt t="15549" x="2152650" y="1308100"/>
          <p14:tracePt t="15583" x="2159000" y="1308100"/>
          <p14:tracePt t="15634" x="2165350" y="1308100"/>
          <p14:tracePt t="15649" x="2178050" y="1308100"/>
          <p14:tracePt t="15666" x="2184400" y="1308100"/>
          <p14:tracePt t="15683" x="2190750" y="1314450"/>
          <p14:tracePt t="15699" x="2190750" y="1320800"/>
          <p14:tracePt t="15715" x="2197100" y="1320800"/>
          <p14:tracePt t="15734" x="2209800" y="1327150"/>
          <p14:tracePt t="15748" x="2222500" y="1333500"/>
          <p14:tracePt t="15766" x="2260600" y="1339850"/>
          <p14:tracePt t="15783" x="2368550" y="1365250"/>
          <p14:tracePt t="15798" x="2451100" y="1384300"/>
          <p14:tracePt t="15815" x="2660650" y="1441450"/>
          <p14:tracePt t="15832" x="2908300" y="1517650"/>
          <p14:tracePt t="15848" x="3073400" y="1549400"/>
          <p14:tracePt t="15867" x="3454400" y="1644650"/>
          <p14:tracePt t="15881" x="3898900" y="1714500"/>
          <p14:tracePt t="15898" x="4121150" y="1739900"/>
          <p14:tracePt t="15916" x="4584700" y="1797050"/>
          <p14:tracePt t="15931" x="4965700" y="1822450"/>
          <p14:tracePt t="15949" x="5130800" y="1835150"/>
          <p14:tracePt t="15951" x="5289550" y="1841500"/>
          <p14:tracePt t="15981" x="5556250" y="1854200"/>
          <p14:tracePt t="15998" x="5784850" y="1854200"/>
          <p14:tracePt t="16014" x="6013450" y="1841500"/>
          <p14:tracePt t="16031" x="6127750" y="1822450"/>
          <p14:tracePt t="16048" x="6369050" y="1790700"/>
          <p14:tracePt t="16066" x="6565900" y="1746250"/>
          <p14:tracePt t="16083" x="6654800" y="1746250"/>
          <p14:tracePt t="16098" x="6813550" y="1695450"/>
          <p14:tracePt t="16114" x="6972300" y="1657350"/>
          <p14:tracePt t="16131" x="7061200" y="1638300"/>
          <p14:tracePt t="16147" x="7232650" y="1587500"/>
          <p14:tracePt t="16164" x="7366000" y="1562100"/>
          <p14:tracePt t="16182" x="7486650" y="1524000"/>
          <p14:tracePt t="16197" x="7556500" y="1492250"/>
          <p14:tracePt t="16213" x="7689850" y="1435100"/>
          <p14:tracePt t="16231" x="7791450" y="1390650"/>
          <p14:tracePt t="16247" x="7835900" y="1365250"/>
          <p14:tracePt t="16265" x="7854950" y="1346200"/>
          <p14:tracePt t="16282" x="7924800" y="1295400"/>
          <p14:tracePt t="16297" x="7937500" y="1289050"/>
          <p14:tracePt t="16313" x="7943850" y="1276350"/>
          <p14:tracePt t="16330" x="7962900" y="1257300"/>
          <p14:tracePt t="16346" x="7981950" y="1238250"/>
          <p14:tracePt t="16363" x="7988300" y="1231900"/>
          <p14:tracePt t="16380" x="8001000" y="1225550"/>
          <p14:tracePt t="16396" x="8007350" y="1212850"/>
          <p14:tracePt t="16414" x="8013700" y="1200150"/>
          <p14:tracePt t="16429" x="8020050" y="1200150"/>
          <p14:tracePt t="16779" x="8020050" y="1206500"/>
          <p14:tracePt t="16829" x="8020050" y="1212850"/>
          <p14:tracePt t="16861" x="8013700" y="1212850"/>
          <p14:tracePt t="16913" x="8007350" y="1219200"/>
          <p14:tracePt t="16995" x="8001000" y="1225550"/>
          <p14:tracePt t="19825" x="7861300" y="1238250"/>
          <p14:tracePt t="19831" x="7632700" y="1238250"/>
          <p14:tracePt t="19846" x="7385050" y="1263650"/>
          <p14:tracePt t="19854" x="7194550" y="1257300"/>
          <p14:tracePt t="19867" x="7029450" y="1244600"/>
          <p14:tracePt t="19884" x="6686550" y="1238250"/>
          <p14:tracePt t="19901" x="6477000" y="1238250"/>
          <p14:tracePt t="19917" x="6210300" y="1238250"/>
          <p14:tracePt t="19934" x="5962650" y="1238250"/>
          <p14:tracePt t="19951" x="5670550" y="1276350"/>
          <p14:tracePt t="19967" x="5543550" y="1282700"/>
          <p14:tracePt t="19983" x="5441950" y="1282700"/>
          <p14:tracePt t="19987" x="5340350" y="1295400"/>
          <p14:tracePt t="20000" x="5137150" y="1327150"/>
          <p14:tracePt t="20017" x="5048250" y="1333500"/>
          <p14:tracePt t="20033" x="4959350" y="1333500"/>
          <p14:tracePt t="20050" x="4838700" y="1333500"/>
          <p14:tracePt t="20066" x="4711700" y="1320800"/>
          <p14:tracePt t="20084" x="4578350" y="1320800"/>
          <p14:tracePt t="20099" x="4502150" y="1320800"/>
          <p14:tracePt t="20116" x="4324350" y="1327150"/>
          <p14:tracePt t="20133" x="4248150" y="1339850"/>
          <p14:tracePt t="20149" x="4076700" y="1346200"/>
          <p14:tracePt t="20166" x="3937000" y="1377950"/>
          <p14:tracePt t="20183" x="3778250" y="1397000"/>
          <p14:tracePt t="20199" x="3727450" y="1403350"/>
          <p14:tracePt t="20216" x="3625850" y="1441450"/>
          <p14:tracePt t="20233" x="3543300" y="1454150"/>
          <p14:tracePt t="20249" x="3505200" y="1466850"/>
          <p14:tracePt t="20267" x="3416300" y="1498600"/>
          <p14:tracePt t="20282" x="3359150" y="1517650"/>
          <p14:tracePt t="20299" x="3340100" y="1517650"/>
          <p14:tracePt t="20316" x="3257550" y="1536700"/>
          <p14:tracePt t="20332" x="3124200" y="1568450"/>
          <p14:tracePt t="20349" x="3054350" y="1587500"/>
          <p14:tracePt t="20365" x="2921000" y="1631950"/>
          <p14:tracePt t="20382" x="2774950" y="1676400"/>
          <p14:tracePt t="20399" x="2698750" y="1695450"/>
          <p14:tracePt t="20415" x="2540000" y="1720850"/>
          <p14:tracePt t="20432" x="2476500" y="1733550"/>
          <p14:tracePt t="20449" x="2400300" y="1739900"/>
          <p14:tracePt t="20465" x="2393950" y="1739900"/>
          <p14:tracePt t="20482" x="2387600" y="1739900"/>
          <p14:tracePt t="20540" x="2393950" y="1739900"/>
          <p14:tracePt t="20554" x="2400300" y="1733550"/>
          <p14:tracePt t="20561" x="2406650" y="1733550"/>
          <p14:tracePt t="20583" x="2413000" y="1733550"/>
          <p14:tracePt t="20603" x="2419350" y="1733550"/>
          <p14:tracePt t="20624" x="2425700" y="1733550"/>
          <p14:tracePt t="20633" x="2432050" y="1733550"/>
          <p14:tracePt t="20645" x="2438400" y="1733550"/>
          <p14:tracePt t="20652" x="2451100" y="1727200"/>
          <p14:tracePt t="20667" x="2457450" y="1727200"/>
          <p14:tracePt t="20681" x="2489200" y="1727200"/>
          <p14:tracePt t="20698" x="2508250" y="1720850"/>
          <p14:tracePt t="20716" x="2540000" y="1708150"/>
          <p14:tracePt t="20731" x="2641600" y="1695450"/>
          <p14:tracePt t="20748" x="2800350" y="1651000"/>
          <p14:tracePt t="20765" x="2997200" y="1600200"/>
          <p14:tracePt t="20781" x="3098800" y="1568450"/>
          <p14:tracePt t="20798" x="3282950" y="1543050"/>
          <p14:tracePt t="20815" x="3416300" y="1511300"/>
          <p14:tracePt t="20831" x="3454400" y="1504950"/>
          <p14:tracePt t="20848" x="3517900" y="1492250"/>
          <p14:tracePt t="20864" x="3556000" y="1473200"/>
          <p14:tracePt t="20881" x="3568700" y="1473200"/>
          <p14:tracePt t="20898" x="3575050" y="1473200"/>
          <p14:tracePt t="20914" x="3594100" y="1473200"/>
          <p14:tracePt t="20954" x="3600450" y="1473200"/>
          <p14:tracePt t="20983" x="3606800" y="1473200"/>
          <p14:tracePt t="21018" x="3613150" y="1473200"/>
          <p14:tracePt t="21067" x="3619500" y="1473200"/>
          <p14:tracePt t="21109" x="3625850" y="1479550"/>
          <p14:tracePt t="21123" x="3632200" y="1479550"/>
          <p14:tracePt t="21158" x="3632200" y="1485900"/>
          <p14:tracePt t="21165" x="3638550" y="1485900"/>
          <p14:tracePt t="21181" x="3644900" y="1485900"/>
          <p14:tracePt t="21196" x="3663950" y="1492250"/>
          <p14:tracePt t="21213" x="3670300" y="1492250"/>
          <p14:tracePt t="21229" x="3708400" y="1498600"/>
          <p14:tracePt t="21246" x="3727450" y="1504950"/>
          <p14:tracePt t="21264" x="3829050" y="1530350"/>
          <p14:tracePt t="21279" x="3848100" y="1536700"/>
          <p14:tracePt t="21296" x="3886200" y="1536700"/>
          <p14:tracePt t="21314" x="3937000" y="1549400"/>
          <p14:tracePt t="21328" x="3987800" y="1555750"/>
          <p14:tracePt t="21346" x="4000500" y="1555750"/>
          <p14:tracePt t="21362" x="4032250" y="1555750"/>
          <p14:tracePt t="21378" x="4044950" y="1555750"/>
          <p14:tracePt t="21412" x="4057650" y="1555750"/>
          <p14:tracePt t="21429" x="4070350" y="1555750"/>
          <p14:tracePt t="21445" x="4083050" y="1555750"/>
          <p14:tracePt t="21478" x="4102100" y="1562100"/>
          <p14:tracePt t="21495" x="4127500" y="1562100"/>
          <p14:tracePt t="21512" x="4146550" y="1568450"/>
          <p14:tracePt t="21529" x="4165600" y="1568450"/>
          <p14:tracePt t="21545" x="4248150" y="1581150"/>
          <p14:tracePt t="21561" x="4267200" y="1587500"/>
          <p14:tracePt t="21578" x="4324350" y="1600200"/>
          <p14:tracePt t="21595" x="4356100" y="1606550"/>
          <p14:tracePt t="21611" x="4368800" y="1612900"/>
          <p14:tracePt t="21629" x="4381500" y="1612900"/>
          <p14:tracePt t="21645" x="4394200" y="1619250"/>
          <p14:tracePt t="22150" x="4413250" y="1619250"/>
          <p14:tracePt t="22157" x="4451350" y="1619250"/>
          <p14:tracePt t="22171" x="4476750" y="1619250"/>
          <p14:tracePt t="22180" x="4514850" y="1631950"/>
          <p14:tracePt t="22193" x="4559300" y="1631950"/>
          <p14:tracePt t="22209" x="4648200" y="1625600"/>
          <p14:tracePt t="22226" x="4699000" y="1625600"/>
          <p14:tracePt t="22242" x="4819650" y="1625600"/>
          <p14:tracePt t="22259" x="4883150" y="1625600"/>
          <p14:tracePt t="22276" x="5099050" y="1619250"/>
          <p14:tracePt t="22292" x="5187950" y="1606550"/>
          <p14:tracePt t="22309" x="5264150" y="1606550"/>
          <p14:tracePt t="22325" x="5422900" y="1574800"/>
          <p14:tracePt t="22342" x="5588000" y="1568450"/>
          <p14:tracePt t="22358" x="5664200" y="1555750"/>
          <p14:tracePt t="22376" x="5772150" y="1549400"/>
          <p14:tracePt t="22392" x="5842000" y="1543050"/>
          <p14:tracePt t="22409" x="5867400" y="1543050"/>
          <p14:tracePt t="22424" x="5924550" y="1536700"/>
          <p14:tracePt t="22442" x="5994400" y="1536700"/>
          <p14:tracePt t="22459" x="6032500" y="1536700"/>
          <p14:tracePt t="22475" x="6089650" y="1536700"/>
          <p14:tracePt t="22492" x="6165850" y="1536700"/>
          <p14:tracePt t="22508" x="6216650" y="1536700"/>
          <p14:tracePt t="22525" x="6242050" y="1530350"/>
          <p14:tracePt t="22529" x="6267450" y="1530350"/>
          <p14:tracePt t="22545" x="6286500" y="1530350"/>
          <p14:tracePt t="22557" x="6305550" y="1530350"/>
          <p14:tracePt t="22574" x="6330950" y="1524000"/>
          <p14:tracePt t="22592" x="6362700" y="1511300"/>
          <p14:tracePt t="22608" x="6369050" y="1511300"/>
          <p14:tracePt t="22624" x="6388100" y="1511300"/>
          <p14:tracePt t="22642" x="6413500" y="1511300"/>
          <p14:tracePt t="22657" x="6432550" y="1511300"/>
          <p14:tracePt t="22674" x="6483350" y="1517650"/>
          <p14:tracePt t="22691" x="6572250" y="1517650"/>
          <p14:tracePt t="22707" x="6623050" y="1524000"/>
          <p14:tracePt t="22724" x="6769100" y="1530350"/>
          <p14:tracePt t="22741" x="6921500" y="1530350"/>
          <p14:tracePt t="22757" x="7010400" y="1530350"/>
          <p14:tracePt t="22774" x="7200900" y="1555750"/>
          <p14:tracePt t="22790" x="7391400" y="1574800"/>
          <p14:tracePt t="22807" x="7473950" y="1581150"/>
          <p14:tracePt t="22824" x="7626350" y="1593850"/>
          <p14:tracePt t="22840" x="7689850" y="1600200"/>
          <p14:tracePt t="22857" x="7810500" y="1612900"/>
          <p14:tracePt t="22873" x="7912100" y="1612900"/>
          <p14:tracePt t="22890" x="7950200" y="1612900"/>
          <p14:tracePt t="22907" x="8020050" y="1612900"/>
          <p14:tracePt t="22923" x="8064500" y="1612900"/>
          <p14:tracePt t="22940" x="8089900" y="1612900"/>
          <p14:tracePt t="22958" x="8115300" y="1612900"/>
          <p14:tracePt t="22973" x="8134350" y="1612900"/>
          <p14:tracePt t="22990" x="8147050" y="1612900"/>
          <p14:tracePt t="23007" x="8159750" y="1612900"/>
          <p14:tracePt t="23023" x="8166100" y="1612900"/>
          <p14:tracePt t="23040" x="8172450" y="1612900"/>
          <p14:tracePt t="23057" x="8172450" y="1606550"/>
          <p14:tracePt t="23091" x="8172450" y="1600200"/>
          <p14:tracePt t="23098" x="8166100" y="1600200"/>
          <p14:tracePt t="23126" x="8159750" y="1600200"/>
          <p14:tracePt t="23141" x="8147050" y="1600200"/>
          <p14:tracePt t="23147" x="8140700" y="1600200"/>
          <p14:tracePt t="23161" x="8128000" y="1600200"/>
          <p14:tracePt t="23176" x="8121650" y="1600200"/>
          <p14:tracePt t="23192" x="8115300" y="1593850"/>
          <p14:tracePt t="23206" x="8102600" y="1593850"/>
          <p14:tracePt t="23222" x="8089900" y="1593850"/>
          <p14:tracePt t="23239" x="8045450" y="1593850"/>
          <p14:tracePt t="23255" x="7943850" y="1593850"/>
          <p14:tracePt t="23272" x="7867650" y="1587500"/>
          <p14:tracePt t="23288" x="7651750" y="1574800"/>
          <p14:tracePt t="23305" x="7366000" y="1555750"/>
          <p14:tracePt t="23322" x="6997700" y="1504950"/>
          <p14:tracePt t="23338" x="6781800" y="1492250"/>
          <p14:tracePt t="23355" x="6356350" y="1460500"/>
          <p14:tracePt t="23372" x="5924550" y="1435100"/>
          <p14:tracePt t="23388" x="5708650" y="1409700"/>
          <p14:tracePt t="23405" x="5492750" y="1397000"/>
          <p14:tracePt t="23422" x="4883150" y="1377950"/>
          <p14:tracePt t="23438" x="4679950" y="1377950"/>
          <p14:tracePt t="23456" x="4349750" y="1365250"/>
          <p14:tracePt t="23471" x="4210050" y="1358900"/>
          <p14:tracePt t="23487" x="3956050" y="1346200"/>
          <p14:tracePt t="23505" x="3714750" y="1333500"/>
          <p14:tracePt t="23521" x="3606800" y="1333500"/>
          <p14:tracePt t="23525" x="3505200" y="1333500"/>
          <p14:tracePt t="23538" x="3390900" y="1333500"/>
          <p14:tracePt t="23555" x="3162300" y="1352550"/>
          <p14:tracePt t="23571" x="3035300" y="1352550"/>
          <p14:tracePt t="23588" x="2806700" y="1358900"/>
          <p14:tracePt t="23604" x="2667000" y="1358900"/>
          <p14:tracePt t="23621" x="2603500" y="1358900"/>
          <p14:tracePt t="23638" x="2508250" y="1358900"/>
          <p14:tracePt t="23654" x="2451100" y="1365250"/>
          <p14:tracePt t="23671" x="2400300" y="1365250"/>
          <p14:tracePt t="23688" x="2311400" y="1377950"/>
          <p14:tracePt t="23704" x="2228850" y="1384300"/>
          <p14:tracePt t="23721" x="2197100" y="1390650"/>
          <p14:tracePt t="23737" x="2146300" y="1397000"/>
          <p14:tracePt t="23753" x="2127250" y="1397000"/>
          <p14:tracePt t="23770" x="2095500" y="1416050"/>
          <p14:tracePt t="23787" x="2063750" y="1422400"/>
          <p14:tracePt t="23803" x="2038350" y="1428750"/>
          <p14:tracePt t="23822" x="2012950" y="1435100"/>
          <p14:tracePt t="23836" x="2000250" y="1441450"/>
          <p14:tracePt t="23853" x="1974850" y="1447800"/>
          <p14:tracePt t="23870" x="1930400" y="1466850"/>
          <p14:tracePt t="23887" x="1911350" y="1466850"/>
          <p14:tracePt t="23903" x="1898650" y="1473200"/>
          <p14:tracePt t="23920" x="1873250" y="1485900"/>
          <p14:tracePt t="23936" x="1854200" y="1492250"/>
          <p14:tracePt t="23954" x="1847850" y="1498600"/>
          <p14:tracePt t="23969" x="1835150" y="1504950"/>
          <p14:tracePt t="23986" x="1828800" y="1511300"/>
          <p14:tracePt t="24003" x="1816100" y="1511300"/>
          <p14:tracePt t="24036" x="1809750" y="1517650"/>
          <p14:tracePt t="24066" x="1803400" y="1517650"/>
          <p14:tracePt t="24116" x="1797050" y="1517650"/>
          <p14:tracePt t="24235" x="1797050" y="1524000"/>
          <p14:tracePt t="24284" x="1797050" y="1530350"/>
          <p14:tracePt t="24291" x="1803400" y="1530350"/>
          <p14:tracePt t="24333" x="1809750" y="1530350"/>
          <p14:tracePt t="24376" x="1816100" y="1530350"/>
          <p14:tracePt t="24418" x="1822450" y="1530350"/>
          <p14:tracePt t="24446" x="1828800" y="1530350"/>
          <p14:tracePt t="24502" x="1835150" y="1530350"/>
          <p14:tracePt t="24523" x="1841500" y="1536700"/>
          <p14:tracePt t="24558" x="1847850" y="1536700"/>
          <p14:tracePt t="24586" x="1854200" y="1536700"/>
          <p14:tracePt t="24629" x="1860550" y="1536700"/>
          <p14:tracePt t="24635" x="1866900" y="1536700"/>
          <p14:tracePt t="24678" x="1873250" y="1543050"/>
          <p14:tracePt t="24685" x="1879600" y="1543050"/>
          <p14:tracePt t="24698" x="1885950" y="1543050"/>
          <p14:tracePt t="24706" x="1892300" y="1543050"/>
          <p14:tracePt t="24721" x="1905000" y="1543050"/>
          <p14:tracePt t="24734" x="1924050" y="1543050"/>
          <p14:tracePt t="24751" x="1987550" y="1549400"/>
          <p14:tracePt t="24767" x="2032000" y="1549400"/>
          <p14:tracePt t="24783" x="2184400" y="1555750"/>
          <p14:tracePt t="24800" x="2362200" y="1568450"/>
          <p14:tracePt t="24817" x="2463800" y="1574800"/>
          <p14:tracePt t="24833" x="2654300" y="1574800"/>
          <p14:tracePt t="24850" x="2819400" y="1574800"/>
          <p14:tracePt t="24867" x="2927350" y="1568450"/>
          <p14:tracePt t="24883" x="2965450" y="1568450"/>
          <p14:tracePt t="24900" x="3016250" y="1568450"/>
          <p14:tracePt t="24917" x="3041650" y="1568450"/>
          <p14:tracePt t="24933" x="3048000" y="1562100"/>
          <p14:tracePt t="24950" x="3054350" y="1562100"/>
          <p14:tracePt t="24966" x="3067050" y="1562100"/>
          <p14:tracePt t="24983" x="3073400" y="1562100"/>
          <p14:tracePt t="25000" x="3092450" y="1562100"/>
          <p14:tracePt t="25016" x="3105150" y="1562100"/>
          <p14:tracePt t="25033" x="3130550" y="1562100"/>
          <p14:tracePt t="25050" x="3143250" y="1562100"/>
          <p14:tracePt t="25066" x="3194050" y="1562100"/>
          <p14:tracePt t="25083" x="3213100" y="1562100"/>
          <p14:tracePt t="25099" x="3270250" y="1562100"/>
          <p14:tracePt t="25116" x="3327400" y="1568450"/>
          <p14:tracePt t="25133" x="3359150" y="1568450"/>
          <p14:tracePt t="25149" x="3416300" y="1574800"/>
          <p14:tracePt t="25166" x="3492500" y="1574800"/>
          <p14:tracePt t="25183" x="3517900" y="1581150"/>
          <p14:tracePt t="25199" x="3600450" y="1593850"/>
          <p14:tracePt t="25215" x="3657600" y="1600200"/>
          <p14:tracePt t="25232" x="3714750" y="1600200"/>
          <p14:tracePt t="25249" x="3733800" y="1600200"/>
          <p14:tracePt t="25265" x="3765550" y="1600200"/>
          <p14:tracePt t="25282" x="3835400" y="1619250"/>
          <p14:tracePt t="25298" x="3854450" y="1619250"/>
          <p14:tracePt t="25316" x="3873500" y="1619250"/>
          <p14:tracePt t="25332" x="3911600" y="1625600"/>
          <p14:tracePt t="25348" x="3949700" y="1625600"/>
          <p14:tracePt t="25366" x="4000500" y="1631950"/>
          <p14:tracePt t="25382" x="4025900" y="1631950"/>
          <p14:tracePt t="25398" x="4076700" y="1651000"/>
          <p14:tracePt t="25415" x="4133850" y="1651000"/>
          <p14:tracePt t="25431" x="4165600" y="1657350"/>
          <p14:tracePt t="25448" x="4222750" y="1657350"/>
          <p14:tracePt t="25465" x="4267200" y="1657350"/>
          <p14:tracePt t="25482" x="4292600" y="1657350"/>
          <p14:tracePt t="25499" x="4337050" y="1663700"/>
          <p14:tracePt t="25514" x="4381500" y="1670050"/>
          <p14:tracePt t="25531" x="4406900" y="1670050"/>
          <p14:tracePt t="25548" x="4457700" y="1676400"/>
          <p14:tracePt t="25564" x="4495800" y="1676400"/>
          <p14:tracePt t="25568" x="4527550" y="1676400"/>
          <p14:tracePt t="25581" x="4552950" y="1682750"/>
          <p14:tracePt t="25598" x="4610100" y="1682750"/>
          <p14:tracePt t="25614" x="4648200" y="1682750"/>
          <p14:tracePt t="25630" x="4699000" y="1682750"/>
          <p14:tracePt t="25647" x="4749800" y="1682750"/>
          <p14:tracePt t="25663" x="4768850" y="1682750"/>
          <p14:tracePt t="25681" x="4819650" y="1676400"/>
          <p14:tracePt t="25697" x="4857750" y="1670050"/>
          <p14:tracePt t="25713" x="4889500" y="1670050"/>
          <p14:tracePt t="25731" x="4921250" y="1670050"/>
          <p14:tracePt t="25747" x="4959350" y="1670050"/>
          <p14:tracePt t="25763" x="4991100" y="1670050"/>
          <p14:tracePt t="25780" x="5041900" y="1670050"/>
          <p14:tracePt t="25797" x="5080000" y="1670050"/>
          <p14:tracePt t="25813" x="5111750" y="1670050"/>
          <p14:tracePt t="25830" x="5149850" y="1663700"/>
          <p14:tracePt t="25846" x="5168900" y="1663700"/>
          <p14:tracePt t="25864" x="5232400" y="1663700"/>
          <p14:tracePt t="25879" x="5245100" y="1663700"/>
          <p14:tracePt t="25897" x="5264150" y="1663700"/>
          <p14:tracePt t="25913" x="5295900" y="1670050"/>
          <p14:tracePt t="25929" x="5314950" y="1676400"/>
          <p14:tracePt t="25946" x="5327650" y="1676400"/>
          <p14:tracePt t="25963" x="5346700" y="1682750"/>
          <p14:tracePt t="25979" x="5359400" y="1682750"/>
          <p14:tracePt t="26013" x="5378450" y="1682750"/>
          <p14:tracePt t="26029" x="5391150" y="1682750"/>
          <p14:tracePt t="26047" x="5410200" y="1682750"/>
          <p14:tracePt t="26079" x="5429250" y="1682750"/>
          <p14:tracePt t="26096" x="5448300" y="1689100"/>
          <p14:tracePt t="26112" x="5461000" y="1689100"/>
          <p14:tracePt t="26129" x="5473700" y="1689100"/>
          <p14:tracePt t="26146" x="5518150" y="1701800"/>
          <p14:tracePt t="26162" x="5537200" y="1714500"/>
          <p14:tracePt t="26179" x="5556250" y="1714500"/>
          <p14:tracePt t="26195" x="5619750" y="1727200"/>
          <p14:tracePt t="26212" x="5645150" y="1733550"/>
          <p14:tracePt t="26229" x="5683250" y="1752600"/>
          <p14:tracePt t="26245" x="5715000" y="1758950"/>
          <p14:tracePt t="26262" x="5753100" y="1778000"/>
          <p14:tracePt t="26279" x="5797550" y="1790700"/>
          <p14:tracePt t="26295" x="5816600" y="1790700"/>
          <p14:tracePt t="26312" x="5848350" y="1797050"/>
          <p14:tracePt t="26328" x="5880100" y="1797050"/>
          <p14:tracePt t="26345" x="5892800" y="1797050"/>
          <p14:tracePt t="26362" x="5911850" y="1797050"/>
          <p14:tracePt t="26378" x="5930900" y="1797050"/>
          <p14:tracePt t="26394" x="5943600" y="1797050"/>
          <p14:tracePt t="26412" x="5949950" y="1797050"/>
          <p14:tracePt t="26428" x="5962650" y="1797050"/>
          <p14:tracePt t="26444" x="5969000" y="1797050"/>
          <p14:tracePt t="26461" x="5981700" y="1797050"/>
          <p14:tracePt t="26494" x="5994400" y="1797050"/>
          <p14:tracePt t="26511" x="6007100" y="1790700"/>
          <p14:tracePt t="26527" x="6013450" y="1790700"/>
          <p14:tracePt t="26545" x="6019800" y="1784350"/>
          <p14:tracePt t="26560" x="6032500" y="1778000"/>
          <p14:tracePt t="26577" x="6045200" y="1778000"/>
          <p14:tracePt t="26594" x="6057900" y="1778000"/>
          <p14:tracePt t="26611" x="6070600" y="1778000"/>
          <p14:tracePt t="26627" x="6083300" y="1778000"/>
          <p14:tracePt t="26644" x="6096000" y="1771650"/>
          <p14:tracePt t="26660" x="6102350" y="1771650"/>
          <p14:tracePt t="26677" x="6108700" y="1765300"/>
          <p14:tracePt t="26694" x="6127750" y="1765300"/>
          <p14:tracePt t="26710" x="6140450" y="1765300"/>
          <p14:tracePt t="26727" x="6146800" y="1765300"/>
          <p14:tracePt t="26743" x="6153150" y="1765300"/>
          <p14:tracePt t="26760" x="6159500" y="1765300"/>
          <p14:tracePt t="26777" x="6184900" y="1765300"/>
          <p14:tracePt t="26793" x="6191250" y="1765300"/>
          <p14:tracePt t="26827" x="6203950" y="1765300"/>
          <p14:tracePt t="26843" x="6223000" y="1765300"/>
          <p14:tracePt t="26860" x="6229350" y="1765300"/>
          <p14:tracePt t="26876" x="6242050" y="1765300"/>
          <p14:tracePt t="26893" x="6254750" y="1765300"/>
          <p14:tracePt t="26910" x="6273800" y="1765300"/>
          <p14:tracePt t="26926" x="6286500" y="1765300"/>
          <p14:tracePt t="26943" x="6292850" y="1758950"/>
          <p14:tracePt t="26960" x="6311900" y="1758950"/>
          <p14:tracePt t="26976" x="6318250" y="1758950"/>
          <p14:tracePt t="26993" x="6324600" y="1758950"/>
          <p14:tracePt t="27009" x="6343650" y="1758950"/>
          <p14:tracePt t="27026" x="6350000" y="1758950"/>
          <p14:tracePt t="27043" x="6369050" y="1758950"/>
          <p14:tracePt t="27059" x="6381750" y="1752600"/>
          <p14:tracePt t="27075" x="6388100" y="1752600"/>
          <p14:tracePt t="27093" x="6407150" y="1752600"/>
          <p14:tracePt t="27109" x="6413500" y="1752600"/>
          <p14:tracePt t="27125" x="6419850" y="1752600"/>
          <p14:tracePt t="27143" x="6432550" y="1752600"/>
          <p14:tracePt t="27158" x="6445250" y="1752600"/>
          <p14:tracePt t="27175" x="6457950" y="1752600"/>
          <p14:tracePt t="27192" x="6464300" y="1752600"/>
          <p14:tracePt t="27208" x="6470650" y="1752600"/>
          <p14:tracePt t="27226" x="6483350" y="1758950"/>
          <p14:tracePt t="27242" x="6496050" y="1758950"/>
          <p14:tracePt t="27275" x="6502400" y="1758950"/>
          <p14:tracePt t="27304" x="6508750" y="1758950"/>
          <p14:tracePt t="27338" x="6515100" y="1758950"/>
          <p14:tracePt t="27374" x="6521450" y="1758950"/>
          <p14:tracePt t="27612" x="6527800" y="1758950"/>
          <p14:tracePt t="27640" x="6534150" y="1758950"/>
          <p14:tracePt t="27683" x="6540500" y="1758950"/>
          <p14:tracePt t="27689" x="6546850" y="1758950"/>
          <p14:tracePt t="27704" x="6553200" y="1758950"/>
          <p14:tracePt t="27725" x="6559550" y="1758950"/>
          <p14:tracePt t="27753" x="6572250" y="1758950"/>
          <p14:tracePt t="27781" x="6578600" y="1758950"/>
          <p14:tracePt t="27816" x="6584950" y="1758950"/>
          <p14:tracePt t="27830" x="6591300" y="1758950"/>
          <p14:tracePt t="27844" x="6597650" y="1758950"/>
          <p14:tracePt t="27871" x="6604000" y="1758950"/>
          <p14:tracePt t="27893" x="6610350" y="1758950"/>
          <p14:tracePt t="27942" x="6616700" y="1758950"/>
          <p14:tracePt t="27964" x="6623050" y="1758950"/>
          <p14:tracePt t="28006" x="6629400" y="1758950"/>
          <p14:tracePt t="28034" x="6635750" y="1758950"/>
          <p14:tracePt t="28111" x="6629400" y="1758950"/>
          <p14:tracePt t="28118" x="6623050" y="1758950"/>
          <p14:tracePt t="28140" x="6616700" y="1752600"/>
          <p14:tracePt t="28606" x="6623050" y="1752600"/>
          <p14:tracePt t="28613" x="6654800" y="1752600"/>
          <p14:tracePt t="28627" x="6692900" y="1758950"/>
          <p14:tracePt t="28636" x="6724650" y="1771650"/>
          <p14:tracePt t="28653" x="6769100" y="1778000"/>
          <p14:tracePt t="28671" x="6858000" y="1784350"/>
          <p14:tracePt t="28687" x="6959600" y="1784350"/>
          <p14:tracePt t="28705" x="7067550" y="1797050"/>
          <p14:tracePt t="28720" x="7105650" y="1797050"/>
          <p14:tracePt t="28736" x="7232650" y="1797050"/>
          <p14:tracePt t="28754" x="7353300" y="1797050"/>
          <p14:tracePt t="28770" x="7404100" y="1803400"/>
          <p14:tracePt t="28787" x="7442200" y="1803400"/>
          <p14:tracePt t="28803" x="7499350" y="1809750"/>
          <p14:tracePt t="28819" x="7531100" y="1809750"/>
          <p14:tracePt t="28836" x="7550150" y="1809750"/>
          <p14:tracePt t="28853" x="7600950" y="1809750"/>
          <p14:tracePt t="28869" x="7626350" y="1809750"/>
          <p14:tracePt t="28887" x="7639050" y="1809750"/>
          <p14:tracePt t="28903" x="7683500" y="1809750"/>
          <p14:tracePt t="28919" x="7702550" y="1809750"/>
          <p14:tracePt t="28936" x="7740650" y="1809750"/>
          <p14:tracePt t="28952" x="7759700" y="1809750"/>
          <p14:tracePt t="28969" x="7785100" y="1803400"/>
          <p14:tracePt t="28986" x="7797800" y="1803400"/>
          <p14:tracePt t="29003" x="7804150" y="1803400"/>
          <p14:tracePt t="29019" x="7816850" y="1797050"/>
          <p14:tracePt t="29063" x="7816850" y="1790700"/>
          <p14:tracePt t="29077" x="7810500" y="1790700"/>
          <p14:tracePt t="29091" x="7797800" y="1790700"/>
          <p14:tracePt t="29102" x="7785100" y="1790700"/>
          <p14:tracePt t="29119" x="7772400" y="1790700"/>
          <p14:tracePt t="29135" x="7747000" y="1797050"/>
          <p14:tracePt t="29152" x="7727950" y="1797050"/>
          <p14:tracePt t="29168" x="7708900" y="1797050"/>
          <p14:tracePt t="29185" x="7620000" y="1809750"/>
          <p14:tracePt t="29202" x="7543800" y="1809750"/>
          <p14:tracePt t="29218" x="7327900" y="1816100"/>
          <p14:tracePt t="29235" x="7188200" y="1816100"/>
          <p14:tracePt t="29252" x="6800850" y="1809750"/>
          <p14:tracePt t="29268" x="6318250" y="1784350"/>
          <p14:tracePt t="29285" x="6083300" y="1771650"/>
          <p14:tracePt t="29301" x="5454650" y="1752600"/>
          <p14:tracePt t="29318" x="4857750" y="1752600"/>
          <p14:tracePt t="29335" x="4597400" y="1752600"/>
          <p14:tracePt t="29351" x="4159250" y="1752600"/>
          <p14:tracePt t="29368" x="3841750" y="1752600"/>
          <p14:tracePt t="29385" x="3702050" y="1752600"/>
          <p14:tracePt t="29400" x="3473450" y="1758950"/>
          <p14:tracePt t="29417" x="3371850" y="1765300"/>
          <p14:tracePt t="29435" x="3067050" y="1797050"/>
          <p14:tracePt t="29451" x="2965450" y="1809750"/>
          <p14:tracePt t="29467" x="2863850" y="1809750"/>
          <p14:tracePt t="29484" x="2628900" y="1847850"/>
          <p14:tracePt t="29500" x="2552700" y="1847850"/>
          <p14:tracePt t="29517" x="2463800" y="1854200"/>
          <p14:tracePt t="29534" x="2254250" y="1879600"/>
          <p14:tracePt t="29550" x="2051050" y="1898650"/>
          <p14:tracePt t="29568" x="1873250" y="1930400"/>
          <p14:tracePt t="29583" x="1803400" y="1936750"/>
          <p14:tracePt t="29600" x="1689100" y="1955800"/>
          <p14:tracePt t="29617" x="1638300" y="1955800"/>
          <p14:tracePt t="29621" x="1593850" y="1955800"/>
          <p14:tracePt t="29633" x="1568450" y="1955800"/>
          <p14:tracePt t="29650" x="1543050" y="1955800"/>
          <p14:tracePt t="29667" x="1536700" y="1955800"/>
          <p14:tracePt t="29730" x="1536700" y="1949450"/>
          <p14:tracePt t="29779" x="1543050" y="1949450"/>
          <p14:tracePt t="29807" x="1549400" y="1949450"/>
          <p14:tracePt t="29842" x="1555750" y="1955800"/>
          <p14:tracePt t="29850" x="1562100" y="1955800"/>
          <p14:tracePt t="29856" x="1568450" y="1955800"/>
          <p14:tracePt t="29870" x="1581150" y="1962150"/>
          <p14:tracePt t="29882" x="1593850" y="1962150"/>
          <p14:tracePt t="29899" x="1625600" y="1962150"/>
          <p14:tracePt t="29916" x="1657350" y="1962150"/>
          <p14:tracePt t="29933" x="1746250" y="1962150"/>
          <p14:tracePt t="29949" x="1898650" y="1981200"/>
          <p14:tracePt t="29966" x="1993900" y="1993900"/>
          <p14:tracePt t="29983" x="2197100" y="2012950"/>
          <p14:tracePt t="29999" x="2387600" y="2012950"/>
          <p14:tracePt t="30015" x="2463800" y="2019300"/>
          <p14:tracePt t="30032" x="2540000" y="2019300"/>
          <p14:tracePt t="30049" x="2584450" y="2019300"/>
          <p14:tracePt t="30066" x="2597150" y="2019300"/>
          <p14:tracePt t="30082" x="2603500" y="2019300"/>
          <p14:tracePt t="30186" x="2609850" y="2019300"/>
          <p14:tracePt t="30200" x="2616200" y="2019300"/>
          <p14:tracePt t="30222" x="2628900" y="2019300"/>
          <p14:tracePt t="30228" x="2635250" y="2019300"/>
          <p14:tracePt t="30242" x="2647950" y="2019300"/>
          <p14:tracePt t="30263" x="2660650" y="2019300"/>
          <p14:tracePt t="30271" x="2673350" y="2019300"/>
          <p14:tracePt t="30281" x="2686050" y="2019300"/>
          <p14:tracePt t="30298" x="2736850" y="2019300"/>
          <p14:tracePt t="30314" x="2774950" y="2012950"/>
          <p14:tracePt t="30331" x="2800350" y="2012950"/>
          <p14:tracePt t="30348" x="2933700" y="2006600"/>
          <p14:tracePt t="30364" x="2971800" y="2000250"/>
          <p14:tracePt t="30381" x="3016250" y="1987550"/>
          <p14:tracePt t="30397" x="3092450" y="1987550"/>
          <p14:tracePt t="30414" x="3162300" y="1987550"/>
          <p14:tracePt t="30431" x="3187700" y="1987550"/>
          <p14:tracePt t="30447" x="3244850" y="1987550"/>
          <p14:tracePt t="30464" x="3289300" y="1987550"/>
          <p14:tracePt t="30481" x="3308350" y="1987550"/>
          <p14:tracePt t="30497" x="3314700" y="1987550"/>
          <p14:tracePt t="30513" x="3327400" y="1987550"/>
          <p14:tracePt t="30531" x="3340100" y="1987550"/>
          <p14:tracePt t="30563" x="3352800" y="1981200"/>
          <p14:tracePt t="30580" x="3365500" y="1981200"/>
          <p14:tracePt t="30614" x="3371850" y="1981200"/>
          <p14:tracePt t="30617" x="3378200" y="1981200"/>
          <p14:tracePt t="30630" x="3384550" y="1981200"/>
          <p14:tracePt t="30650" x="3390900" y="1981200"/>
          <p14:tracePt t="30692" x="3397250" y="1981200"/>
          <p14:tracePt t="30734" x="3403600" y="1981200"/>
          <p14:tracePt t="30741" x="3409950" y="1981200"/>
          <p14:tracePt t="30762" x="3416300" y="1981200"/>
          <p14:tracePt t="30783" x="3422650" y="1981200"/>
          <p14:tracePt t="30811" x="3429000" y="1981200"/>
          <p14:tracePt t="30825" x="3435350" y="1981200"/>
          <p14:tracePt t="30832" x="3441700" y="1981200"/>
          <p14:tracePt t="30846" x="3448050" y="1981200"/>
          <p14:tracePt t="30862" x="3467100" y="1981200"/>
          <p14:tracePt t="30879" x="3473450" y="1981200"/>
          <p14:tracePt t="30896" x="3517900" y="1981200"/>
          <p14:tracePt t="30913" x="3568700" y="1981200"/>
          <p14:tracePt t="30929" x="3587750" y="1981200"/>
          <p14:tracePt t="30946" x="3644900" y="1993900"/>
          <p14:tracePt t="30962" x="3663950" y="1993900"/>
          <p14:tracePt t="30979" x="3714750" y="1993900"/>
          <p14:tracePt t="30995" x="3721100" y="1993900"/>
          <p14:tracePt t="31012" x="3733800" y="1993900"/>
          <p14:tracePt t="31029" x="3740150" y="1993900"/>
          <p14:tracePt t="31045" x="3746500" y="1993900"/>
          <p14:tracePt t="31062" x="3752850" y="1993900"/>
          <p14:tracePt t="31078" x="3759200" y="1993900"/>
          <p14:tracePt t="31106" x="3765550" y="1993900"/>
          <p14:tracePt t="31115" x="3771900" y="1993900"/>
          <p14:tracePt t="31129" x="3778250" y="1993900"/>
          <p14:tracePt t="31145" x="3784600" y="1993900"/>
          <p14:tracePt t="31164" x="3790950" y="1993900"/>
          <p14:tracePt t="31178" x="3797300" y="1993900"/>
          <p14:tracePt t="31213" x="3810000" y="1993900"/>
          <p14:tracePt t="31232" x="3816350" y="2000250"/>
          <p14:tracePt t="31247" x="3822700" y="2000250"/>
          <p14:tracePt t="31260" x="3829050" y="2000250"/>
          <p14:tracePt t="31275" x="3835400" y="2000250"/>
          <p14:tracePt t="31282" x="3835400" y="2006600"/>
          <p14:tracePt t="31317" x="3841750" y="2006600"/>
          <p14:tracePt t="31324" x="3848100" y="2006600"/>
          <p14:tracePt t="31345" x="3854450" y="2006600"/>
          <p14:tracePt t="31365" x="3860800" y="2006600"/>
          <p14:tracePt t="31373" x="3867150" y="2006600"/>
          <p14:tracePt t="31387" x="3867150" y="2012950"/>
          <p14:tracePt t="31396" x="3873500" y="2012950"/>
          <p14:tracePt t="31422" x="3879850" y="2012950"/>
          <p14:tracePt t="31436" x="3892550" y="2012950"/>
          <p14:tracePt t="31444" x="3898900" y="2019300"/>
          <p14:tracePt t="31460" x="3905250" y="2019300"/>
          <p14:tracePt t="31478" x="3930650" y="2019300"/>
          <p14:tracePt t="31494" x="3962400" y="2025650"/>
          <p14:tracePt t="31510" x="3981450" y="2025650"/>
          <p14:tracePt t="31527" x="4013200" y="2032000"/>
          <p14:tracePt t="31543" x="4044950" y="2032000"/>
          <p14:tracePt t="31561" x="4057650" y="2038350"/>
          <p14:tracePt t="31577" x="4083050" y="2038350"/>
          <p14:tracePt t="31594" x="4089400" y="2038350"/>
          <p14:tracePt t="31610" x="4108450" y="2044700"/>
          <p14:tracePt t="31627" x="4114800" y="2044700"/>
          <p14:tracePt t="31643" x="4121150" y="2044700"/>
          <p14:tracePt t="31668" x="4127500" y="2044700"/>
          <p14:tracePt t="31676" x="4133850" y="2044700"/>
          <p14:tracePt t="31703" x="4146550" y="2044700"/>
          <p14:tracePt t="31717" x="4152900" y="2044700"/>
          <p14:tracePt t="31726" x="4159250" y="2044700"/>
          <p14:tracePt t="31746" x="4171950" y="2044700"/>
          <p14:tracePt t="31759" x="4184650" y="2044700"/>
          <p14:tracePt t="31776" x="4229100" y="2044700"/>
          <p14:tracePt t="31795" x="4305300" y="2044700"/>
          <p14:tracePt t="31809" x="4356100" y="2044700"/>
          <p14:tracePt t="31826" x="4470400" y="2044700"/>
          <p14:tracePt t="31843" x="4641850" y="2044700"/>
          <p14:tracePt t="31859" x="4743450" y="2032000"/>
          <p14:tracePt t="31876" x="4832350" y="2032000"/>
          <p14:tracePt t="31893" x="5060950" y="2012950"/>
          <p14:tracePt t="31909" x="5124450" y="2012950"/>
          <p14:tracePt t="31925" x="5194300" y="2006600"/>
          <p14:tracePt t="31942" x="5308600" y="1993900"/>
          <p14:tracePt t="31959" x="5391150" y="1981200"/>
          <p14:tracePt t="31975" x="5429250" y="1981200"/>
          <p14:tracePt t="31992" x="5492750" y="1974850"/>
          <p14:tracePt t="32009" x="5530850" y="1974850"/>
          <p14:tracePt t="32026" x="5562600" y="1962150"/>
          <p14:tracePt t="32042" x="5581650" y="1955800"/>
          <p14:tracePt t="32058" x="5600700" y="1955800"/>
          <p14:tracePt t="32076" x="5638800" y="1955800"/>
          <p14:tracePt t="32092" x="5651500" y="1955800"/>
          <p14:tracePt t="32108" x="5670550" y="1955800"/>
          <p14:tracePt t="32125" x="5695950" y="1962150"/>
          <p14:tracePt t="32141" x="5708650" y="1962150"/>
          <p14:tracePt t="32145" x="5727700" y="1962150"/>
          <p14:tracePt t="32161" x="5753100" y="1974850"/>
          <p14:tracePt t="32174" x="5791200" y="1974850"/>
          <p14:tracePt t="32191" x="5822950" y="1974850"/>
          <p14:tracePt t="32208" x="5842000" y="1981200"/>
          <p14:tracePt t="32224" x="5899150" y="1987550"/>
          <p14:tracePt t="32241" x="5956300" y="1993900"/>
          <p14:tracePt t="32258" x="6013450" y="2000250"/>
          <p14:tracePt t="32274" x="6045200" y="2000250"/>
          <p14:tracePt t="32291" x="6096000" y="2006600"/>
          <p14:tracePt t="32308" x="6134100" y="2012950"/>
          <p14:tracePt t="32324" x="6153150" y="2019300"/>
          <p14:tracePt t="32341" x="6203950" y="2038350"/>
          <p14:tracePt t="32357" x="6248400" y="2044700"/>
          <p14:tracePt t="32374" x="6273800" y="2044700"/>
          <p14:tracePt t="32391" x="6324600" y="2044700"/>
          <p14:tracePt t="32407" x="6369050" y="2051050"/>
          <p14:tracePt t="32424" x="6388100" y="2051050"/>
          <p14:tracePt t="32441" x="6426200" y="2057400"/>
          <p14:tracePt t="32456" x="6457950" y="2057400"/>
          <p14:tracePt t="32474" x="6470650" y="2057400"/>
          <p14:tracePt t="32490" x="6496050" y="2057400"/>
          <p14:tracePt t="32507" x="6508750" y="2057400"/>
          <p14:tracePt t="32524" x="6521450" y="2057400"/>
          <p14:tracePt t="32540" x="6540500" y="2057400"/>
          <p14:tracePt t="32557" x="6553200" y="2057400"/>
          <p14:tracePt t="32574" x="6565900" y="2057400"/>
          <p14:tracePt t="32590" x="6584950" y="2057400"/>
          <p14:tracePt t="32606" x="6591300" y="2057400"/>
          <p14:tracePt t="32623" x="6604000" y="2057400"/>
          <p14:tracePt t="32640" x="6616700" y="2057400"/>
          <p14:tracePt t="32656" x="6623050" y="2057400"/>
          <p14:tracePt t="32673" x="6642100" y="2057400"/>
          <p14:tracePt t="32689" x="6661150" y="2057400"/>
          <p14:tracePt t="32707" x="6686550" y="2063750"/>
          <p14:tracePt t="32722" x="6705600" y="2063750"/>
          <p14:tracePt t="32739" x="6737350" y="2063750"/>
          <p14:tracePt t="32757" x="6775450" y="2063750"/>
          <p14:tracePt t="32772" x="6794500" y="2063750"/>
          <p14:tracePt t="32789" x="6819900" y="2063750"/>
          <p14:tracePt t="32806" x="6877050" y="2063750"/>
          <p14:tracePt t="32822" x="6889750" y="2063750"/>
          <p14:tracePt t="32839" x="6902450" y="2063750"/>
          <p14:tracePt t="32856" x="6927850" y="2063750"/>
          <p14:tracePt t="32872" x="6940550" y="2063750"/>
          <p14:tracePt t="32889" x="6953250" y="2063750"/>
          <p14:tracePt t="32905" x="6959600" y="2063750"/>
          <p14:tracePt t="32922" x="6978650" y="2063750"/>
          <p14:tracePt t="32939" x="6991350" y="2063750"/>
          <p14:tracePt t="32955" x="6997700" y="2063750"/>
          <p14:tracePt t="32988" x="7010400" y="2063750"/>
          <p14:tracePt t="33005" x="7016750" y="2063750"/>
          <p14:tracePt t="33022" x="7029450" y="2063750"/>
          <p14:tracePt t="33039" x="7035800" y="2063750"/>
          <p14:tracePt t="33055" x="7042150" y="2063750"/>
          <p14:tracePt t="33072" x="7048500" y="2063750"/>
          <p14:tracePt t="33088" x="7061200" y="2063750"/>
          <p14:tracePt t="33150" x="7067550" y="2063750"/>
          <p14:tracePt t="33157" x="7073900" y="2063750"/>
          <p14:tracePt t="36366" x="7105650" y="2051050"/>
          <p14:tracePt t="36380" x="7175500" y="2006600"/>
          <p14:tracePt t="36387" x="7245350" y="1981200"/>
          <p14:tracePt t="36401" x="7315200" y="1943100"/>
          <p14:tracePt t="36410" x="7372350" y="1905000"/>
          <p14:tracePt t="36426" x="7423150" y="1873250"/>
          <p14:tracePt t="36443" x="7524750" y="1822450"/>
          <p14:tracePt t="36460" x="7607300" y="1758950"/>
          <p14:tracePt t="36476" x="7651750" y="1720850"/>
          <p14:tracePt t="36493" x="7740650" y="1638300"/>
          <p14:tracePt t="36510" x="7829550" y="1543050"/>
          <p14:tracePt t="36527" x="7905750" y="1428750"/>
          <p14:tracePt t="36542" x="7943850" y="1371600"/>
          <p14:tracePt t="36559" x="7981950" y="1314450"/>
          <p14:tracePt t="36577" x="8058150" y="1206500"/>
          <p14:tracePt t="36592" x="8070850" y="1174750"/>
          <p14:tracePt t="36609" x="8089900" y="1155700"/>
          <p14:tracePt t="36626" x="8115300" y="1123950"/>
          <p14:tracePt t="36642" x="8134350" y="1098550"/>
          <p14:tracePt t="36659" x="8140700" y="1098550"/>
          <p14:tracePt t="36676" x="8147050" y="1085850"/>
          <p14:tracePt t="36693" x="8153400" y="1085850"/>
          <p14:tracePt t="36738" x="8147050" y="1092200"/>
          <p14:tracePt t="36752" x="8140700" y="1092200"/>
          <p14:tracePt t="36761" x="8128000" y="1104900"/>
          <p14:tracePt t="36775" x="8115300" y="1117600"/>
          <p14:tracePt t="36792" x="8089900" y="1130300"/>
          <p14:tracePt t="36809" x="8070850" y="1149350"/>
          <p14:tracePt t="36825" x="8051800" y="1155700"/>
          <p14:tracePt t="36842" x="8039100" y="1162050"/>
          <p14:tracePt t="36858" x="7988300" y="1200150"/>
          <p14:tracePt t="36875" x="7950200" y="1212850"/>
          <p14:tracePt t="36893" x="7861300" y="1270000"/>
          <p14:tracePt t="36908" x="7804150" y="1295400"/>
          <p14:tracePt t="36925" x="7689850" y="1339850"/>
          <p14:tracePt t="36942" x="7607300" y="1365250"/>
          <p14:tracePt t="36958" x="7581900" y="1371600"/>
          <p14:tracePt t="36975" x="7543800" y="1384300"/>
          <p14:tracePt t="36991" x="7531100" y="1384300"/>
          <p14:tracePt t="37024" x="7524750" y="1384300"/>
          <p14:tracePt t="37068" x="7531100" y="1384300"/>
          <p14:tracePt t="37082" x="7537450" y="1384300"/>
          <p14:tracePt t="37089" x="7550150" y="1384300"/>
          <p14:tracePt t="37103" x="7556500" y="1384300"/>
          <p14:tracePt t="37111" x="7575550" y="1384300"/>
          <p14:tracePt t="37127" x="7588250" y="1384300"/>
          <p14:tracePt t="37141" x="7620000" y="1384300"/>
          <p14:tracePt t="37157" x="7639050" y="1384300"/>
          <p14:tracePt t="37175" x="7702550" y="1384300"/>
          <p14:tracePt t="37191" x="7747000" y="1384300"/>
          <p14:tracePt t="37208" x="7874000" y="1384300"/>
          <p14:tracePt t="37223" x="8013700" y="1384300"/>
          <p14:tracePt t="37240" x="8077200" y="1384300"/>
          <p14:tracePt t="37258" x="8216900" y="1384300"/>
          <p14:tracePt t="37274" x="8369300" y="1377950"/>
          <p14:tracePt t="37290" x="8439150" y="1377950"/>
          <p14:tracePt t="37307" x="8578850" y="1371600"/>
          <p14:tracePt t="37323" x="8667750" y="1358900"/>
          <p14:tracePt t="37340" x="8712200" y="1352550"/>
          <p14:tracePt t="37358" x="8769350" y="1352550"/>
          <p14:tracePt t="37373" x="8794750" y="1352550"/>
          <p14:tracePt t="37412" x="8788400" y="1352550"/>
          <p14:tracePt t="37423" x="8775700" y="1352550"/>
          <p14:tracePt t="37440" x="8731250" y="1352550"/>
          <p14:tracePt t="37457" x="8712200" y="1352550"/>
          <p14:tracePt t="37473" x="8693150" y="1352550"/>
          <p14:tracePt t="37490" x="8509000" y="1371600"/>
          <p14:tracePt t="37506" x="8382000" y="1390650"/>
          <p14:tracePt t="37523" x="8204200" y="1390650"/>
          <p14:tracePt t="37540" x="7607300" y="1409700"/>
          <p14:tracePt t="37557" x="6781800" y="1409700"/>
          <p14:tracePt t="37574" x="5949950" y="1397000"/>
          <p14:tracePt t="37589" x="5480050" y="1377950"/>
          <p14:tracePt t="37606" x="4686300" y="1308100"/>
          <p14:tracePt t="37623" x="4038600" y="1295400"/>
          <p14:tracePt t="37640" x="3816350" y="1270000"/>
          <p14:tracePt t="37657" x="3492500" y="1219200"/>
          <p14:tracePt t="37672" x="3302000" y="1187450"/>
          <p14:tracePt t="37689" x="3232150" y="1181100"/>
          <p14:tracePt t="37706" x="3155950" y="1181100"/>
          <p14:tracePt t="37722" x="3111500" y="1181100"/>
          <p14:tracePt t="37739" x="3098800" y="1181100"/>
          <p14:tracePt t="37757" x="3086100" y="1181100"/>
          <p14:tracePt t="37771" x="3067050" y="1181100"/>
          <p14:tracePt t="37788" x="3054350" y="1181100"/>
          <p14:tracePt t="37806" x="3022600" y="1174750"/>
          <p14:tracePt t="37822" x="3003550" y="1174750"/>
          <p14:tracePt t="37839" x="2959100" y="1168400"/>
          <p14:tracePt t="37856" x="2908300" y="1168400"/>
          <p14:tracePt t="37872" x="2870200" y="1168400"/>
          <p14:tracePt t="37888" x="2781300" y="1168400"/>
          <p14:tracePt t="37904" x="2673350" y="1181100"/>
          <p14:tracePt t="37921" x="2622550" y="1181100"/>
          <p14:tracePt t="37939" x="2501900" y="1193800"/>
          <p14:tracePt t="37955" x="2400300" y="1206500"/>
          <p14:tracePt t="37971" x="2343150" y="1225550"/>
          <p14:tracePt t="37988" x="2273300" y="1244600"/>
          <p14:tracePt t="38004" x="2209800" y="1270000"/>
          <p14:tracePt t="38021" x="2190750" y="1282700"/>
          <p14:tracePt t="38038" x="2152650" y="1314450"/>
          <p14:tracePt t="38055" x="2101850" y="1352550"/>
          <p14:tracePt t="38072" x="2070100" y="1371600"/>
          <p14:tracePt t="38087" x="2012950" y="1409700"/>
          <p14:tracePt t="38104" x="1993900" y="1435100"/>
          <p14:tracePt t="38121" x="1924050" y="1492250"/>
          <p14:tracePt t="38137" x="1905000" y="1504950"/>
          <p14:tracePt t="38154" x="1892300" y="1517650"/>
          <p14:tracePt t="38171" x="1866900" y="1536700"/>
          <p14:tracePt t="38187" x="1841500" y="1555750"/>
          <p14:tracePt t="38206" x="1835150" y="1562100"/>
          <p14:tracePt t="38221" x="1835150" y="1568450"/>
          <p14:tracePt t="38237" x="1828800" y="1568450"/>
          <p14:tracePt t="38458" x="1816100" y="1568450"/>
          <p14:tracePt t="38466" x="1797050" y="1568450"/>
          <p14:tracePt t="38473" x="1765300" y="1568450"/>
          <p14:tracePt t="38489" x="1727200" y="1568450"/>
          <p14:tracePt t="38503" x="1689100" y="1568450"/>
          <p14:tracePt t="38519" x="1574800" y="1562100"/>
          <p14:tracePt t="38536" x="1466850" y="1562100"/>
          <p14:tracePt t="38553" x="1416050" y="1562100"/>
          <p14:tracePt t="38569" x="1352550" y="1562100"/>
          <p14:tracePt t="38586" x="1308100" y="1568450"/>
          <p14:tracePt t="38603" x="1289050" y="1568450"/>
          <p14:tracePt t="38620" x="1276350" y="1574800"/>
          <p14:tracePt t="38636" x="1270000" y="1574800"/>
          <p14:tracePt t="38788" x="1276350" y="1574800"/>
          <p14:tracePt t="83086" x="1333500" y="1574800"/>
          <p14:tracePt t="83093" x="1441450" y="1562100"/>
          <p14:tracePt t="83102" x="1555750" y="1543050"/>
          <p14:tracePt t="83115" x="1784350" y="1498600"/>
          <p14:tracePt t="83132" x="2038350" y="1479550"/>
          <p14:tracePt t="83149" x="2381250" y="1447800"/>
          <p14:tracePt t="83165" x="2622550" y="1428750"/>
          <p14:tracePt t="83182" x="2863850" y="1428750"/>
          <p14:tracePt t="83199" x="3181350" y="1416050"/>
          <p14:tracePt t="83215" x="3435350" y="1403350"/>
          <p14:tracePt t="83232" x="3625850" y="1384300"/>
          <p14:tracePt t="83249" x="3937000" y="1333500"/>
          <p14:tracePt t="83265" x="4140200" y="1320800"/>
          <p14:tracePt t="83282" x="4324350" y="1270000"/>
          <p14:tracePt t="83298" x="4660900" y="1187450"/>
          <p14:tracePt t="83314" x="4889500" y="1155700"/>
          <p14:tracePt t="83332" x="5194300" y="1104900"/>
          <p14:tracePt t="83348" x="5403850" y="1066800"/>
          <p14:tracePt t="83366" x="5594350" y="1035050"/>
          <p14:tracePt t="83381" x="5861050" y="1022350"/>
          <p14:tracePt t="83398" x="6038850" y="1022350"/>
          <p14:tracePt t="83414" x="6197600" y="1016000"/>
          <p14:tracePt t="83431" x="6419850" y="984250"/>
          <p14:tracePt t="83448" x="6508750" y="984250"/>
          <p14:tracePt t="83466" x="6635750" y="984250"/>
          <p14:tracePt t="83480" x="6699250" y="977900"/>
          <p14:tracePt t="83497" x="6743700" y="977900"/>
          <p14:tracePt t="83514" x="6794500" y="996950"/>
          <p14:tracePt t="83530" x="6838950" y="990600"/>
          <p14:tracePt t="83547" x="6864350" y="990600"/>
          <p14:tracePt t="83564" x="6883400" y="990600"/>
          <p14:tracePt t="83581" x="6908800" y="996950"/>
          <p14:tracePt t="83597" x="6921500" y="996950"/>
          <p14:tracePt t="83613" x="6940550" y="1003300"/>
          <p14:tracePt t="83630" x="6953250" y="1016000"/>
          <p14:tracePt t="83648" x="6985000" y="1028700"/>
          <p14:tracePt t="83663" x="7010400" y="1041400"/>
          <p14:tracePt t="83680" x="7029450" y="1060450"/>
          <p14:tracePt t="83697" x="7092950" y="1085850"/>
          <p14:tracePt t="83713" x="7137400" y="1117600"/>
          <p14:tracePt t="83730" x="7188200" y="1155700"/>
          <p14:tracePt t="83747" x="7289800" y="1200150"/>
          <p14:tracePt t="83763" x="7359650" y="1244600"/>
          <p14:tracePt t="83767" x="7378700" y="1257300"/>
          <p14:tracePt t="83780" x="7410450" y="1270000"/>
          <p14:tracePt t="83797" x="7461250" y="1295400"/>
          <p14:tracePt t="83813" x="7473950" y="1295400"/>
          <p14:tracePt t="83830" x="7480300" y="1295400"/>
          <p14:tracePt t="83887" x="7480300" y="1289050"/>
          <p14:tracePt t="83908" x="7480300" y="1282700"/>
          <p14:tracePt t="83922" x="7473950" y="1282700"/>
          <p14:tracePt t="83928" x="7467600" y="1282700"/>
          <p14:tracePt t="83936" x="7467600" y="1276350"/>
          <p14:tracePt t="83971" x="7461250" y="1270000"/>
          <p14:tracePt t="84006" x="7454900" y="1270000"/>
          <p14:tracePt t="84534" x="7448550" y="1276350"/>
          <p14:tracePt t="84541" x="7423150" y="1282700"/>
          <p14:tracePt t="84548" x="7404100" y="1289050"/>
          <p14:tracePt t="84560" x="7385050" y="1295400"/>
          <p14:tracePt t="84577" x="7283450" y="1320800"/>
          <p14:tracePt t="84593" x="7188200" y="1339850"/>
          <p14:tracePt t="84611" x="6978650" y="1384300"/>
          <p14:tracePt t="84626" x="6819900" y="1435100"/>
          <p14:tracePt t="84643" x="6648450" y="1485900"/>
          <p14:tracePt t="84660" x="6324600" y="1549400"/>
          <p14:tracePt t="84676" x="6127750" y="1612900"/>
          <p14:tracePt t="84693" x="5899150" y="1631950"/>
          <p14:tracePt t="84710" x="5518150" y="1695450"/>
          <p14:tracePt t="84726" x="5289550" y="1739900"/>
          <p14:tracePt t="84743" x="5022850" y="1758950"/>
          <p14:tracePt t="84760" x="4679950" y="1835150"/>
          <p14:tracePt t="84776" x="4464050" y="1841500"/>
          <p14:tracePt t="84794" x="4152900" y="1873250"/>
          <p14:tracePt t="84809" x="3962400" y="1892300"/>
          <p14:tracePt t="84826" x="3841750" y="1905000"/>
          <p14:tracePt t="84843" x="3638550" y="1892300"/>
          <p14:tracePt t="84859" x="3486150" y="1892300"/>
          <p14:tracePt t="84876" x="3378200" y="1873250"/>
          <p14:tracePt t="84892" x="3282950" y="1841500"/>
          <p14:tracePt t="84909" x="3219450" y="1847850"/>
          <p14:tracePt t="84926" x="3168650" y="1822450"/>
          <p14:tracePt t="84942" x="3073400" y="1790700"/>
          <p14:tracePt t="84959" x="3022600" y="1778000"/>
          <p14:tracePt t="84976" x="2978150" y="1790700"/>
          <p14:tracePt t="84992" x="2952750" y="1790700"/>
          <p14:tracePt t="85009" x="2946400" y="1790700"/>
          <p14:tracePt t="85026" x="2940050" y="1790700"/>
          <p14:tracePt t="85042" x="2940050" y="1784350"/>
          <p14:tracePt t="85075" x="2933700" y="1784350"/>
          <p14:tracePt t="85092" x="2927350" y="1778000"/>
          <p14:tracePt t="85109" x="2908300" y="1765300"/>
          <p14:tracePt t="85125" x="2851150" y="1727200"/>
          <p14:tracePt t="85142" x="2813050" y="1714500"/>
          <p14:tracePt t="85159" x="2736850" y="1689100"/>
          <p14:tracePt t="85175" x="2686050" y="1663700"/>
          <p14:tracePt t="85192" x="2635250" y="1651000"/>
          <p14:tracePt t="85208" x="2571750" y="1631950"/>
          <p14:tracePt t="85225" x="2540000" y="1612900"/>
          <p14:tracePt t="85242" x="2495550" y="1600200"/>
          <p14:tracePt t="85245" x="2476500" y="1600200"/>
          <p14:tracePt t="85258" x="2444750" y="1593850"/>
          <p14:tracePt t="85274" x="2419350" y="1587500"/>
          <p14:tracePt t="85292" x="2374900" y="1587500"/>
          <p14:tracePt t="85307" x="2355850" y="1587500"/>
          <p14:tracePt t="85324" x="2324100" y="1587500"/>
          <p14:tracePt t="85341" x="2305050" y="1587500"/>
          <p14:tracePt t="85357" x="2286000" y="1593850"/>
          <p14:tracePt t="85374" x="2273300" y="1600200"/>
          <p14:tracePt t="85390" x="2254250" y="1600200"/>
          <p14:tracePt t="85407" x="2247900" y="1606550"/>
          <p14:tracePt t="85424" x="2241550" y="1606550"/>
          <p14:tracePt t="85441" x="2235200" y="1612900"/>
          <p14:tracePt t="85488" x="2235200" y="1619250"/>
          <p14:tracePt t="85918" x="2209800" y="1619250"/>
          <p14:tracePt t="85924" x="2171700" y="1619250"/>
          <p14:tracePt t="85939" x="2095500" y="1593850"/>
          <p14:tracePt t="85955" x="2025650" y="1568450"/>
          <p14:tracePt t="85972" x="1974850" y="1555750"/>
          <p14:tracePt t="85989" x="1860550" y="1524000"/>
          <p14:tracePt t="86005" x="1809750" y="1498600"/>
          <p14:tracePt t="86022" x="1771650" y="1485900"/>
          <p14:tracePt t="86038" x="1720850" y="1466850"/>
          <p14:tracePt t="86055" x="1708150" y="1466850"/>
          <p14:tracePt t="86088" x="1701800" y="1466850"/>
          <p14:tracePt t="86123" x="1695450" y="1473200"/>
          <p14:tracePt t="86178" x="1695450" y="1479550"/>
          <p14:tracePt t="86206" x="1695450" y="1485900"/>
          <p14:tracePt t="86248" x="1701800" y="1485900"/>
          <p14:tracePt t="86325" x="1708150" y="1485900"/>
          <p14:tracePt t="86339" x="1714500" y="1485900"/>
          <p14:tracePt t="86346" x="1720850" y="1485900"/>
          <p14:tracePt t="86355" x="1727200" y="1485900"/>
          <p14:tracePt t="86371" x="1733550" y="1485900"/>
          <p14:tracePt t="86388" x="1739900" y="1485900"/>
          <p14:tracePt t="86404" x="1752600" y="1485900"/>
          <p14:tracePt t="86420" x="1771650" y="1479550"/>
          <p14:tracePt t="86437" x="1822450" y="1466850"/>
          <p14:tracePt t="86454" x="1873250" y="1454150"/>
          <p14:tracePt t="86471" x="1930400" y="1447800"/>
          <p14:tracePt t="86488" x="2051050" y="1441450"/>
          <p14:tracePt t="86503" x="2165350" y="1441450"/>
          <p14:tracePt t="86522" x="2362200" y="1435100"/>
          <p14:tracePt t="86536" x="2501900" y="1435100"/>
          <p14:tracePt t="86553" x="2635250" y="1447800"/>
          <p14:tracePt t="86571" x="2838450" y="1454150"/>
          <p14:tracePt t="86587" x="2984500" y="1485900"/>
          <p14:tracePt t="86603" x="3111500" y="1504950"/>
          <p14:tracePt t="86620" x="3263900" y="1536700"/>
          <p14:tracePt t="86636" x="3333750" y="1562100"/>
          <p14:tracePt t="86653" x="3384550" y="1568450"/>
          <p14:tracePt t="86670" x="3448050" y="1574800"/>
          <p14:tracePt t="86686" x="3473450" y="1574800"/>
          <p14:tracePt t="86704" x="3511550" y="1581150"/>
          <p14:tracePt t="86719" x="3517900" y="1581150"/>
          <p14:tracePt t="86736" x="3524250" y="1581150"/>
          <p14:tracePt t="86753" x="3536950" y="1581150"/>
          <p14:tracePt t="86770" x="3543300" y="1574800"/>
          <p14:tracePt t="86787" x="3549650" y="1574800"/>
          <p14:tracePt t="86803" x="3556000" y="1574800"/>
          <p14:tracePt t="86819" x="3556000" y="1568450"/>
          <p14:tracePt t="86844" x="3556000" y="1562100"/>
          <p14:tracePt t="86865" x="3549650" y="1555750"/>
          <p14:tracePt t="86887" x="3543300" y="1555750"/>
          <p14:tracePt t="87280" x="3575050" y="1555750"/>
          <p14:tracePt t="87286" x="3651250" y="1555750"/>
          <p14:tracePt t="87303" x="3746500" y="1543050"/>
          <p14:tracePt t="87318" x="3822700" y="1536700"/>
          <p14:tracePt t="87335" x="3987800" y="1524000"/>
          <p14:tracePt t="87351" x="4121150" y="1504950"/>
          <p14:tracePt t="87367" x="4184650" y="1498600"/>
          <p14:tracePt t="87384" x="4267200" y="1492250"/>
          <p14:tracePt t="87401" x="4318000" y="1485900"/>
          <p14:tracePt t="87417" x="4330700" y="1485900"/>
          <p14:tracePt t="87434" x="4343400" y="1485900"/>
          <p14:tracePt t="87476" x="4343400" y="1479550"/>
          <p14:tracePt t="87490" x="4343400" y="1473200"/>
          <p14:tracePt t="87609" x="4349750" y="1473200"/>
          <p14:tracePt t="87617" x="4356100" y="1473200"/>
          <p14:tracePt t="87631" x="4368800" y="1473200"/>
          <p14:tracePt t="87637" x="4381500" y="1473200"/>
          <p14:tracePt t="87653" x="4394200" y="1473200"/>
          <p14:tracePt t="87666" x="4432300" y="1473200"/>
          <p14:tracePt t="87683" x="4464050" y="1473200"/>
          <p14:tracePt t="87701" x="4527550" y="1466850"/>
          <p14:tracePt t="87716" x="4578350" y="1466850"/>
          <p14:tracePt t="87733" x="4737100" y="1447800"/>
          <p14:tracePt t="87750" x="4927600" y="1435100"/>
          <p14:tracePt t="87766" x="5029200" y="1422400"/>
          <p14:tracePt t="87770" x="5118100" y="1416050"/>
          <p14:tracePt t="87782" x="5207000" y="1416050"/>
          <p14:tracePt t="87799" x="5365750" y="1397000"/>
          <p14:tracePt t="87816" x="5429250" y="1384300"/>
          <p14:tracePt t="87833" x="5530850" y="1384300"/>
          <p14:tracePt t="87849" x="5638800" y="1384300"/>
          <p14:tracePt t="87865" x="5676900" y="1384300"/>
          <p14:tracePt t="87883" x="5727700" y="1384300"/>
          <p14:tracePt t="87898" x="5753100" y="1390650"/>
          <p14:tracePt t="87915" x="5772150" y="1390650"/>
          <p14:tracePt t="87933" x="5791200" y="1397000"/>
          <p14:tracePt t="87948" x="5797550" y="1397000"/>
          <p14:tracePt t="87965" x="5822950" y="1397000"/>
          <p14:tracePt t="87982" x="5848350" y="1397000"/>
          <p14:tracePt t="87998" x="5861050" y="1397000"/>
          <p14:tracePt t="88015" x="5886450" y="1397000"/>
          <p14:tracePt t="88032" x="5905500" y="1397000"/>
          <p14:tracePt t="88048" x="5918200" y="1397000"/>
          <p14:tracePt t="88065" x="5924550" y="1397000"/>
          <p14:tracePt t="88081" x="5937250" y="1397000"/>
          <p14:tracePt t="88115" x="5937250" y="1390650"/>
          <p14:tracePt t="88504" x="5962650" y="1390650"/>
          <p14:tracePt t="88511" x="6013450" y="1377950"/>
          <p14:tracePt t="88524" x="6089650" y="1365250"/>
          <p14:tracePt t="88533" x="6191250" y="1346200"/>
          <p14:tracePt t="88546" x="6318250" y="1333500"/>
          <p14:tracePt t="88563" x="6546850" y="1308100"/>
          <p14:tracePt t="88580" x="6680200" y="1282700"/>
          <p14:tracePt t="88596" x="6927850" y="1276350"/>
          <p14:tracePt t="88613" x="7156450" y="1263650"/>
          <p14:tracePt t="88631" x="7353300" y="1257300"/>
          <p14:tracePt t="88646" x="7442200" y="1257300"/>
          <p14:tracePt t="88663" x="7518400" y="1263650"/>
          <p14:tracePt t="88680" x="7664450" y="1276350"/>
          <p14:tracePt t="88696" x="7689850" y="1276350"/>
          <p14:tracePt t="88712" x="7702550" y="1276350"/>
          <p14:tracePt t="88729" x="7715250" y="1282700"/>
          <p14:tracePt t="88806" x="7727950" y="1289050"/>
          <p14:tracePt t="88820" x="7734300" y="1289050"/>
          <p14:tracePt t="88834" x="7740650" y="1289050"/>
          <p14:tracePt t="88840" x="7747000" y="1301750"/>
          <p14:tracePt t="88855" x="7772400" y="1308100"/>
          <p14:tracePt t="88863" x="7791450" y="1320800"/>
          <p14:tracePt t="88879" x="7810500" y="1327150"/>
          <p14:tracePt t="88895" x="7854950" y="1346200"/>
          <p14:tracePt t="88912" x="7886700" y="1358900"/>
          <p14:tracePt t="88928" x="7912100" y="1371600"/>
          <p14:tracePt t="88946" x="7943850" y="1377950"/>
          <p14:tracePt t="88962" x="7962900" y="1384300"/>
          <p14:tracePt t="88978" x="7969250" y="1384300"/>
          <p14:tracePt t="89030" x="7962900" y="1384300"/>
          <p14:tracePt t="89052" x="7956550" y="1384300"/>
          <p14:tracePt t="89073" x="7950200" y="1384300"/>
          <p14:tracePt t="89094" x="7943850" y="1384300"/>
          <p14:tracePt t="89129" x="7937500" y="1384300"/>
          <p14:tracePt t="89584" x="7924800" y="1384300"/>
          <p14:tracePt t="89598" x="7886700" y="1384300"/>
          <p14:tracePt t="89605" x="7829550" y="1384300"/>
          <p14:tracePt t="89613" x="7766050" y="1384300"/>
          <p14:tracePt t="89629" x="7689850" y="1384300"/>
          <p14:tracePt t="89643" x="7588250" y="1384300"/>
          <p14:tracePt t="89659" x="7340600" y="1384300"/>
          <p14:tracePt t="89676" x="6959600" y="1384300"/>
          <p14:tracePt t="89693" x="6673850" y="1384300"/>
          <p14:tracePt t="89710" x="6102350" y="1384300"/>
          <p14:tracePt t="89725" x="5556250" y="1384300"/>
          <p14:tracePt t="89743" x="5270500" y="1384300"/>
          <p14:tracePt t="89759" x="4718050" y="1365250"/>
          <p14:tracePt t="89776" x="4165600" y="1371600"/>
          <p14:tracePt t="89792" x="3898900" y="1365250"/>
          <p14:tracePt t="89809" x="3429000" y="1346200"/>
          <p14:tracePt t="89825" x="3054350" y="1352550"/>
          <p14:tracePt t="89843" x="2800350" y="1377950"/>
          <p14:tracePt t="89859" x="2698750" y="1384300"/>
          <p14:tracePt t="89876" x="2622550" y="1403350"/>
          <p14:tracePt t="89893" x="2413000" y="1435100"/>
          <p14:tracePt t="89909" x="2355850" y="1441450"/>
          <p14:tracePt t="89925" x="2305050" y="1460500"/>
          <p14:tracePt t="89942" x="2228850" y="1504950"/>
          <p14:tracePt t="89958" x="2165350" y="1524000"/>
          <p14:tracePt t="89975" x="2146300" y="1530350"/>
          <p14:tracePt t="89992" x="2095500" y="1555750"/>
          <p14:tracePt t="90008" x="2051050" y="1568450"/>
          <p14:tracePt t="90026" x="2012950" y="1581150"/>
          <p14:tracePt t="90041" x="2000250" y="1581150"/>
          <p14:tracePt t="90058" x="1968500" y="1587500"/>
          <p14:tracePt t="90075" x="1930400" y="1587500"/>
          <p14:tracePt t="90091" x="1924050" y="1587500"/>
          <p14:tracePt t="90108" x="1866900" y="1587500"/>
          <p14:tracePt t="90125" x="1797050" y="1587500"/>
          <p14:tracePt t="90141" x="1765300" y="1587500"/>
          <p14:tracePt t="90157" x="1739900" y="1587500"/>
          <p14:tracePt t="90175" x="1670050" y="1587500"/>
          <p14:tracePt t="90191" x="1638300" y="1593850"/>
          <p14:tracePt t="90208" x="1593850" y="1612900"/>
          <p14:tracePt t="90224" x="1568450" y="1619250"/>
          <p14:tracePt t="90241" x="1536700" y="1631950"/>
          <p14:tracePt t="90258" x="1492250" y="1644650"/>
          <p14:tracePt t="90274" x="1473200" y="1657350"/>
          <p14:tracePt t="90277" x="1460500" y="1663700"/>
          <p14:tracePt t="90290" x="1441450" y="1670050"/>
          <p14:tracePt t="90307" x="1397000" y="1701800"/>
          <p14:tracePt t="90324" x="1365250" y="1708150"/>
          <p14:tracePt t="90341" x="1327150" y="1727200"/>
          <p14:tracePt t="90357" x="1276350" y="1752600"/>
          <p14:tracePt t="90373" x="1250950" y="1758950"/>
          <p14:tracePt t="90391" x="1219200" y="1771650"/>
          <p14:tracePt t="90407" x="1200150" y="1784350"/>
          <p14:tracePt t="90423" x="1187450" y="1790700"/>
          <p14:tracePt t="90440" x="1181100" y="1797050"/>
          <p14:tracePt t="90476" x="1181100" y="1803400"/>
          <p14:tracePt t="90609" x="1181100" y="1797050"/>
          <p14:tracePt t="91119" x="1181100" y="1790700"/>
          <p14:tracePt t="91125" x="1187450" y="1784350"/>
          <p14:tracePt t="91141" x="1200150" y="1784350"/>
          <p14:tracePt t="91154" x="1212850" y="1778000"/>
          <p14:tracePt t="91171" x="1238250" y="1758950"/>
          <p14:tracePt t="91187" x="1250950" y="1752600"/>
          <p14:tracePt t="91204" x="1270000" y="1727200"/>
          <p14:tracePt t="91220" x="1301750" y="1682750"/>
          <p14:tracePt t="91239" x="1346200" y="1638300"/>
          <p14:tracePt t="91253" x="1371600" y="1606550"/>
          <p14:tracePt t="91270" x="1403350" y="1562100"/>
          <p14:tracePt t="91287" x="1435100" y="1517650"/>
          <p14:tracePt t="91303" x="1441450" y="1504950"/>
          <p14:tracePt t="91320" x="1454150" y="1492250"/>
          <p14:tracePt t="91337" x="1466850" y="1473200"/>
          <p14:tracePt t="91353" x="1466850" y="1466850"/>
          <p14:tracePt t="91370" x="1466850" y="1460500"/>
          <p14:tracePt t="91387" x="1473200" y="1460500"/>
          <p14:tracePt t="91442" x="1466850" y="1460500"/>
          <p14:tracePt t="91478" x="1460500" y="1460500"/>
          <p14:tracePt t="91497" x="1454150" y="1460500"/>
          <p14:tracePt t="91512" x="1447800" y="1460500"/>
          <p14:tracePt t="91518" x="1447800" y="1466850"/>
          <p14:tracePt t="92458" x="1441450" y="1479550"/>
          <p14:tracePt t="92478" x="1441450" y="1485900"/>
          <p14:tracePt t="92486" x="1441450" y="1492250"/>
          <p14:tracePt t="92501" x="1441450" y="1498600"/>
          <p14:tracePt t="92506" x="1435100" y="1498600"/>
          <p14:tracePt t="92528" x="1428750" y="1498600"/>
          <p14:tracePt t="92550" x="1428750" y="1504950"/>
          <p14:tracePt t="92556" x="1422400" y="1504950"/>
          <p14:tracePt t="92577" x="1422400" y="1511300"/>
          <p14:tracePt t="92598" x="1416050" y="1517650"/>
          <p14:tracePt t="92612" x="1409700" y="1524000"/>
          <p14:tracePt t="92626" x="1403350" y="1530350"/>
          <p14:tracePt t="92647" x="1403350" y="1536700"/>
          <p14:tracePt t="92661" x="1397000" y="1536700"/>
          <p14:tracePt t="92669" x="1390650" y="1543050"/>
          <p14:tracePt t="92684" x="1377950" y="1549400"/>
          <p14:tracePt t="92699" x="1339850" y="1581150"/>
          <p14:tracePt t="92715" x="1314450" y="1593850"/>
          <p14:tracePt t="92732" x="1270000" y="1631950"/>
          <p14:tracePt t="92748" x="1244600" y="1644650"/>
          <p14:tracePt t="92766" x="1181100" y="1689100"/>
          <p14:tracePt t="92782" x="1168400" y="1701800"/>
          <p14:tracePt t="92799" x="1155700" y="1714500"/>
          <p14:tracePt t="92815" x="1130300" y="1739900"/>
          <p14:tracePt t="92832" x="1111250" y="1765300"/>
          <p14:tracePt t="93288" x="1117600" y="1765300"/>
          <p14:tracePt t="93302" x="1149350" y="1765300"/>
          <p14:tracePt t="93309" x="1174750" y="1765300"/>
          <p14:tracePt t="93323" x="1212850" y="1765300"/>
          <p14:tracePt t="93331" x="1257300" y="1765300"/>
          <p14:tracePt t="93346" x="1282700" y="1765300"/>
          <p14:tracePt t="93364" x="1352550" y="1765300"/>
          <p14:tracePt t="93380" x="1403350" y="1765300"/>
          <p14:tracePt t="93396" x="1435100" y="1765300"/>
          <p14:tracePt t="93414" x="1485900" y="1765300"/>
          <p14:tracePt t="93429" x="1530350" y="1765300"/>
          <p14:tracePt t="93446" x="1555750" y="1765300"/>
          <p14:tracePt t="93463" x="1574800" y="1765300"/>
          <p14:tracePt t="93480" x="1587500" y="1765300"/>
          <p14:tracePt t="93496" x="1606550" y="1765300"/>
          <p14:tracePt t="93513" x="1619250" y="1765300"/>
          <p14:tracePt t="93554" x="1625600" y="1765300"/>
          <p14:tracePt t="93638" x="1625600" y="1758950"/>
          <p14:tracePt t="93660" x="1625600" y="1752600"/>
          <p14:tracePt t="93695" x="1625600" y="1746250"/>
          <p14:tracePt t="93709" x="1625600" y="1739900"/>
          <p14:tracePt t="93730" x="1625600" y="1733550"/>
          <p14:tracePt t="93751" x="1625600" y="1727200"/>
          <p14:tracePt t="93764" x="1625600" y="1720850"/>
          <p14:tracePt t="93772" x="1625600" y="1714500"/>
          <p14:tracePt t="93782" x="1625600" y="1701800"/>
          <p14:tracePt t="93795" x="1619250" y="1689100"/>
          <p14:tracePt t="93812" x="1619250" y="1670050"/>
          <p14:tracePt t="93828" x="1612900" y="1638300"/>
          <p14:tracePt t="93845" x="1606550" y="1593850"/>
          <p14:tracePt t="93861" x="1600200" y="1574800"/>
          <p14:tracePt t="93878" x="1587500" y="1530350"/>
          <p14:tracePt t="93895" x="1587500" y="1511300"/>
          <p14:tracePt t="93913" x="1587500" y="1485900"/>
          <p14:tracePt t="93928" x="1587500" y="1479550"/>
          <p14:tracePt t="93944" x="1587500" y="1460500"/>
          <p14:tracePt t="93962" x="1581150" y="1447800"/>
          <p14:tracePt t="93978" x="1574800" y="1447800"/>
          <p14:tracePt t="93994" x="1574800" y="1428750"/>
          <p14:tracePt t="94011" x="1568450" y="1422400"/>
          <p14:tracePt t="94029" x="1568450" y="1416050"/>
          <p14:tracePt t="94060" x="1568450" y="1409700"/>
          <p14:tracePt t="94116" x="1568450" y="1403350"/>
          <p14:tracePt t="94151" x="1581150" y="1403350"/>
          <p14:tracePt t="94172" x="1581150" y="1409700"/>
          <p14:tracePt t="94186" x="1587500" y="1409700"/>
          <p14:tracePt t="94214" x="1593850" y="1416050"/>
          <p14:tracePt t="94221" x="1600200" y="1422400"/>
          <p14:tracePt t="94235" x="1612900" y="1435100"/>
          <p14:tracePt t="94243" x="1625600" y="1447800"/>
          <p14:tracePt t="94260" x="1638300" y="1466850"/>
          <p14:tracePt t="94277" x="1695450" y="1504950"/>
          <p14:tracePt t="94293" x="1758950" y="1555750"/>
          <p14:tracePt t="94310" x="1797050" y="1593850"/>
          <p14:tracePt t="94327" x="1860550" y="1631950"/>
          <p14:tracePt t="94343" x="1924050" y="1663700"/>
          <p14:tracePt t="94360" x="1943100" y="1670050"/>
          <p14:tracePt t="94376" x="1987550" y="1689100"/>
          <p14:tracePt t="94393" x="2012950" y="1701800"/>
          <p14:tracePt t="94411" x="2076450" y="1720850"/>
          <p14:tracePt t="94426" x="2095500" y="1727200"/>
          <p14:tracePt t="94443" x="2127250" y="1733550"/>
          <p14:tracePt t="94460" x="2184400" y="1739900"/>
          <p14:tracePt t="94476" x="2260600" y="1739900"/>
          <p14:tracePt t="94493" x="2317750" y="1739900"/>
          <p14:tracePt t="94509" x="2419350" y="1739900"/>
          <p14:tracePt t="94526" x="2533650" y="1739900"/>
          <p14:tracePt t="94543" x="2597150" y="1739900"/>
          <p14:tracePt t="94559" x="2730500" y="1727200"/>
          <p14:tracePt t="94576" x="2857500" y="1720850"/>
          <p14:tracePt t="94593" x="2927350" y="1714500"/>
          <p14:tracePt t="94609" x="3054350" y="1714500"/>
          <p14:tracePt t="94625" x="3181350" y="1714500"/>
          <p14:tracePt t="94642" x="3276600" y="1701800"/>
          <p14:tracePt t="94659" x="3314700" y="1701800"/>
          <p14:tracePt t="94675" x="3352800" y="1701800"/>
          <p14:tracePt t="94692" x="3511550" y="1708150"/>
          <p14:tracePt t="94708" x="3575050" y="1714500"/>
          <p14:tracePt t="94726" x="3651250" y="1727200"/>
          <p14:tracePt t="94742" x="3829050" y="1733550"/>
          <p14:tracePt t="94758" x="3994150" y="1733550"/>
          <p14:tracePt t="94776" x="4191000" y="1752600"/>
          <p14:tracePt t="94791" x="4292600" y="1778000"/>
          <p14:tracePt t="94795" x="4394200" y="1778000"/>
          <p14:tracePt t="94808" x="4495800" y="1784350"/>
          <p14:tracePt t="94825" x="4673600" y="1797050"/>
          <p14:tracePt t="94841" x="4749800" y="1797050"/>
          <p14:tracePt t="94858" x="4902200" y="1803400"/>
          <p14:tracePt t="94875" x="4997450" y="1816100"/>
          <p14:tracePt t="94891" x="5029200" y="1816100"/>
          <p14:tracePt t="94908" x="5086350" y="1822450"/>
          <p14:tracePt t="94924" x="5105400" y="1822450"/>
          <p14:tracePt t="94941" x="5118100" y="1822450"/>
          <p14:tracePt t="94958" x="5137150" y="1822450"/>
          <p14:tracePt t="94974" x="5143500" y="1822450"/>
          <p14:tracePt t="94991" x="5149850" y="1822450"/>
          <p14:tracePt t="95007" x="5156200" y="1822450"/>
          <p14:tracePt t="95105" x="5149850" y="1822450"/>
          <p14:tracePt t="95112" x="5143500" y="1828800"/>
          <p14:tracePt t="95127" x="5130800" y="1835150"/>
          <p14:tracePt t="95141" x="5111750" y="1841500"/>
          <p14:tracePt t="95157" x="5105400" y="1841500"/>
          <p14:tracePt t="95174" x="5086350" y="1847850"/>
          <p14:tracePt t="95190" x="5067300" y="1860550"/>
          <p14:tracePt t="95503" x="5111750" y="1860550"/>
          <p14:tracePt t="95518" x="5175250" y="1854200"/>
          <p14:tracePt t="95525" x="5251450" y="1847850"/>
          <p14:tracePt t="95541" x="5327650" y="1847850"/>
          <p14:tracePt t="95556" x="5397500" y="1835150"/>
          <p14:tracePt t="95574" x="5619750" y="1797050"/>
          <p14:tracePt t="95589" x="5695950" y="1784350"/>
          <p14:tracePt t="95605" x="5772150" y="1765300"/>
          <p14:tracePt t="95622" x="5892800" y="1739900"/>
          <p14:tracePt t="95638" x="5988050" y="1720850"/>
          <p14:tracePt t="95655" x="6019800" y="1714500"/>
          <p14:tracePt t="95672" x="6051550" y="1714500"/>
          <p14:tracePt t="95688" x="6076950" y="1701800"/>
          <p14:tracePt t="95705" x="6083300" y="1701800"/>
          <p14:tracePt t="95722" x="6096000" y="1695450"/>
          <p14:tracePt t="95738" x="6102350" y="1695450"/>
          <p14:tracePt t="95756" x="6108700" y="1695450"/>
          <p14:tracePt t="95771" x="6115050" y="1695450"/>
          <p14:tracePt t="95788" x="6121400" y="1695450"/>
          <p14:tracePt t="95821" x="6127750" y="1695450"/>
          <p14:tracePt t="95856" x="6134100" y="1695450"/>
          <p14:tracePt t="95890" x="6140450" y="1695450"/>
          <p14:tracePt t="95925" x="6140450" y="1701800"/>
          <p14:tracePt t="95967" x="6153150" y="1701800"/>
          <p14:tracePt t="95989" x="6159500" y="1701800"/>
          <p14:tracePt t="95994" x="6159500" y="1708150"/>
          <p14:tracePt t="96009" x="6165850" y="1708150"/>
          <p14:tracePt t="96020" x="6172200" y="1708150"/>
          <p14:tracePt t="96058" x="6178550" y="1708150"/>
          <p14:tracePt t="96100" x="6184900" y="1708150"/>
          <p14:tracePt t="96128" x="6191250" y="1708150"/>
          <p14:tracePt t="96156" x="6197600" y="1708150"/>
          <p14:tracePt t="96177" x="6203950" y="1708150"/>
          <p14:tracePt t="96206" x="6210300" y="1708150"/>
          <p14:tracePt t="96297" x="6210300" y="1701800"/>
          <p14:tracePt t="96642" x="6134100" y="1701800"/>
          <p14:tracePt t="96649" x="6070600" y="1701800"/>
          <p14:tracePt t="96663" x="6000750" y="1701800"/>
          <p14:tracePt t="96671" x="5905500" y="1701800"/>
          <p14:tracePt t="96685" x="5803900" y="1701800"/>
          <p14:tracePt t="96701" x="5562600" y="1714500"/>
          <p14:tracePt t="96719" x="5334000" y="1739900"/>
          <p14:tracePt t="96734" x="5187950" y="1758950"/>
          <p14:tracePt t="96751" x="4832350" y="1835150"/>
          <p14:tracePt t="96769" x="4489450" y="1898650"/>
          <p14:tracePt t="96785" x="4267200" y="1924050"/>
          <p14:tracePt t="96801" x="4038600" y="1981200"/>
          <p14:tracePt t="96805" x="3854450" y="2032000"/>
          <p14:tracePt t="96818" x="3492500" y="2139950"/>
          <p14:tracePt t="96834" x="3314700" y="2178050"/>
          <p14:tracePt t="96852" x="3003550" y="2209800"/>
          <p14:tracePt t="96868" x="2787650" y="2235200"/>
          <p14:tracePt t="96885" x="2698750" y="2241550"/>
          <p14:tracePt t="96902" x="2565400" y="2241550"/>
          <p14:tracePt t="96917" x="2463800" y="2247900"/>
          <p14:tracePt t="96934" x="2425700" y="2247900"/>
          <p14:tracePt t="96951" x="2362200" y="2260600"/>
          <p14:tracePt t="96968" x="2349500" y="2260600"/>
          <p14:tracePt t="96985" x="2317750" y="2260600"/>
          <p14:tracePt t="97001" x="2292350" y="2266950"/>
          <p14:tracePt t="97017" x="2279650" y="2266950"/>
          <p14:tracePt t="97034" x="2266950" y="2266950"/>
          <p14:tracePt t="97050" x="2247900" y="2266950"/>
          <p14:tracePt t="97067" x="2228850" y="2266950"/>
          <p14:tracePt t="97084" x="2197100" y="2266950"/>
          <p14:tracePt t="97100" x="2152650" y="2260600"/>
          <p14:tracePt t="97117" x="2133600" y="2260600"/>
          <p14:tracePt t="97134" x="2082800" y="2241550"/>
          <p14:tracePt t="97150" x="2044700" y="2235200"/>
          <p14:tracePt t="97167" x="1962150" y="2216150"/>
          <p14:tracePt t="97184" x="1892300" y="2203450"/>
          <p14:tracePt t="97200" x="1854200" y="2197100"/>
          <p14:tracePt t="97217" x="1803400" y="2178050"/>
          <p14:tracePt t="97233" x="1739900" y="2146300"/>
          <p14:tracePt t="97250" x="1720850" y="2139950"/>
          <p14:tracePt t="97266" x="1682750" y="2120900"/>
          <p14:tracePt t="97283" x="1657350" y="2108200"/>
          <p14:tracePt t="97300" x="1657350" y="2101850"/>
          <p14:tracePt t="97303" x="1651000" y="2095500"/>
          <p14:tracePt t="97365" x="1651000" y="2089150"/>
          <p14:tracePt t="97379" x="1657350" y="2089150"/>
          <p14:tracePt t="97401" x="1663700" y="2089150"/>
          <p14:tracePt t="97421" x="1670050" y="2089150"/>
          <p14:tracePt t="97449" x="1676400" y="2089150"/>
          <p14:tracePt t="97470" x="1682750" y="2089150"/>
          <p14:tracePt t="97491" x="1695450" y="2089150"/>
          <p14:tracePt t="97505" x="1701800" y="2089150"/>
          <p14:tracePt t="97512" x="1714500" y="2082800"/>
          <p14:tracePt t="97519" x="1739900" y="2082800"/>
          <p14:tracePt t="97536" x="1778000" y="2070100"/>
          <p14:tracePt t="97549" x="1847850" y="2063750"/>
          <p14:tracePt t="97565" x="2038350" y="2044700"/>
          <p14:tracePt t="97583" x="2324100" y="2019300"/>
          <p14:tracePt t="97598" x="2489200" y="2012950"/>
          <p14:tracePt t="97616" x="2832100" y="2000250"/>
          <p14:tracePt t="97632" x="3155950" y="1987550"/>
          <p14:tracePt t="97648" x="3295650" y="1974850"/>
          <p14:tracePt t="97665" x="3511550" y="1955800"/>
          <p14:tracePt t="97682" x="3644900" y="1936750"/>
          <p14:tracePt t="97698" x="3683000" y="1936750"/>
          <p14:tracePt t="97716" x="3733800" y="1930400"/>
          <p14:tracePt t="97732" x="3752850" y="1930400"/>
          <p14:tracePt t="97748" x="3759200" y="1930400"/>
          <p14:tracePt t="97765" x="3771900" y="1930400"/>
          <p14:tracePt t="97781" x="3790950" y="1930400"/>
          <p14:tracePt t="97798" x="3803650" y="1936750"/>
          <p14:tracePt t="97815" x="3835400" y="1943100"/>
          <p14:tracePt t="97831" x="3854450" y="1943100"/>
          <p14:tracePt t="97848" x="3898900" y="1955800"/>
          <p14:tracePt t="97864" x="3975100" y="1962150"/>
          <p14:tracePt t="97881" x="4006850" y="1962150"/>
          <p14:tracePt t="97898" x="4070350" y="1981200"/>
          <p14:tracePt t="97914" x="4114800" y="1987550"/>
          <p14:tracePt t="97931" x="4127500" y="1987550"/>
          <p14:tracePt t="97948" x="4140200" y="1993900"/>
          <p14:tracePt t="97998" x="4133850" y="1993900"/>
          <p14:tracePt t="98004" x="4127500" y="1993900"/>
          <p14:tracePt t="98013" x="4121150" y="1993900"/>
          <p14:tracePt t="98030" x="4114800" y="1993900"/>
          <p14:tracePt t="98047" x="4102100" y="1993900"/>
          <p14:tracePt t="98067" x="4095750" y="1993900"/>
          <p14:tracePt t="98081" x="4083050" y="1993900"/>
          <p14:tracePt t="98097" x="4076700" y="1993900"/>
          <p14:tracePt t="98130" x="4070350" y="1993900"/>
          <p14:tracePt t="98146" x="4057650" y="1993900"/>
          <p14:tracePt t="98163" x="4051300" y="1993900"/>
          <p14:tracePt t="98180" x="4032250" y="1993900"/>
          <p14:tracePt t="98197" x="3987800" y="1987550"/>
          <p14:tracePt t="98214" x="3860800" y="1974850"/>
          <p14:tracePt t="98230" x="3771900" y="1968500"/>
          <p14:tracePt t="98246" x="3556000" y="1955800"/>
          <p14:tracePt t="98264" x="3314700" y="1936750"/>
          <p14:tracePt t="98279" x="3200400" y="1924050"/>
          <p14:tracePt t="98296" x="2978150" y="1905000"/>
          <p14:tracePt t="98313" x="2800350" y="1892300"/>
          <p14:tracePt t="98329" x="2736850" y="1892300"/>
          <p14:tracePt t="98346" x="2686050" y="1892300"/>
          <p14:tracePt t="98362" x="2603500" y="1898650"/>
          <p14:tracePt t="98379" x="2590800" y="1898650"/>
          <p14:tracePt t="98397" x="2578100" y="1898650"/>
          <p14:tracePt t="98429" x="2565400" y="1898650"/>
          <p14:tracePt t="98446" x="2559050" y="1898650"/>
          <p14:tracePt t="98462" x="2552700" y="1898650"/>
          <p14:tracePt t="98479" x="2546350" y="1898650"/>
          <p14:tracePt t="98497" x="2546350" y="1892300"/>
          <p14:tracePt t="98512" x="2533650" y="1885950"/>
          <p14:tracePt t="98529" x="2514600" y="1879600"/>
          <p14:tracePt t="98545" x="2508250" y="1873250"/>
          <p14:tracePt t="98837" x="2470150" y="1873250"/>
          <p14:tracePt t="98846" x="2413000" y="1873250"/>
          <p14:tracePt t="98852" x="2387600" y="1873250"/>
          <p14:tracePt t="98866" x="2336800" y="1885950"/>
          <p14:tracePt t="98877" x="2305050" y="1885950"/>
          <p14:tracePt t="98894" x="2209800" y="1885950"/>
          <p14:tracePt t="98911" x="2165350" y="1885950"/>
          <p14:tracePt t="98927" x="2101850" y="1905000"/>
          <p14:tracePt t="98944" x="1949450" y="1949450"/>
          <p14:tracePt t="98960" x="1917700" y="1955800"/>
          <p14:tracePt t="98977" x="1892300" y="1962150"/>
          <p14:tracePt t="98993" x="1860550" y="1962150"/>
          <p14:tracePt t="99010" x="1841500" y="1962150"/>
          <p14:tracePt t="99027" x="1822450" y="1968500"/>
          <p14:tracePt t="99043" x="1816100" y="1968500"/>
          <p14:tracePt t="99060" x="1816100" y="1974850"/>
          <p14:tracePt t="99077" x="1803400" y="1981200"/>
          <p14:tracePt t="99110" x="1797050" y="1981200"/>
          <p14:tracePt t="99127" x="1790700" y="1981200"/>
          <p14:tracePt t="99146" x="1784350" y="1981200"/>
          <p14:tracePt t="99189" x="1778000" y="1981200"/>
          <p14:tracePt t="99406" x="1778000" y="1987550"/>
          <p14:tracePt t="99421" x="1771650" y="1993900"/>
          <p14:tracePt t="99435" x="1771650" y="2000250"/>
          <p14:tracePt t="99456" x="1771650" y="2006600"/>
          <p14:tracePt t="99463" x="1771650" y="2012950"/>
          <p14:tracePt t="99478" x="1771650" y="2019300"/>
          <p14:tracePt t="99492" x="1765300" y="2019300"/>
          <p14:tracePt t="99508" x="1765300" y="2032000"/>
          <p14:tracePt t="99547" x="1765300" y="2038350"/>
          <p14:tracePt t="99568" x="1765300" y="2044700"/>
          <p14:tracePt t="99617" x="1758950" y="2051050"/>
          <p14:tracePt t="99638" x="1752600" y="2051050"/>
          <p14:tracePt t="99645" x="1746250" y="2051050"/>
          <p14:tracePt t="99661" x="1739900" y="2051050"/>
          <p14:tracePt t="99680" x="1733550" y="2051050"/>
          <p14:tracePt t="99702" x="1727200" y="2051050"/>
          <p14:tracePt t="99711" x="1714500" y="2051050"/>
          <p14:tracePt t="99724" x="1708150" y="2051050"/>
          <p14:tracePt t="99741" x="1682750" y="2038350"/>
          <p14:tracePt t="99758" x="1651000" y="2038350"/>
          <p14:tracePt t="99774" x="1638300" y="2032000"/>
          <p14:tracePt t="99792" x="1619250" y="2032000"/>
          <p14:tracePt t="99808" x="1600200" y="2032000"/>
          <p14:tracePt t="99919" x="1606550" y="2032000"/>
          <p14:tracePt t="99926" x="1612900" y="2032000"/>
          <p14:tracePt t="99943" x="1619250" y="2038350"/>
          <p14:tracePt t="99961" x="1625600" y="2038350"/>
          <p14:tracePt t="99982" x="1631950" y="2038350"/>
          <p14:tracePt t="99996" x="1638300" y="2044700"/>
          <p14:tracePt t="100214" x="1638300" y="2051050"/>
          <p14:tracePt t="100291" x="1644650" y="2051050"/>
          <p14:tracePt t="100312" x="1657350" y="2051050"/>
          <p14:tracePt t="100326" x="1670050" y="2051050"/>
          <p14:tracePt t="100341" x="1682750" y="2051050"/>
          <p14:tracePt t="100347" x="1695450" y="2057400"/>
          <p14:tracePt t="100361" x="1714500" y="2057400"/>
          <p14:tracePt t="100375" x="1727200" y="2063750"/>
          <p14:tracePt t="100392" x="1752600" y="2063750"/>
          <p14:tracePt t="100405" x="1758950" y="2063750"/>
          <p14:tracePt t="100422" x="1778000" y="2076450"/>
          <p14:tracePt t="100439" x="1790700" y="2076450"/>
          <p14:tracePt t="100495" x="1778000" y="2076450"/>
          <p14:tracePt t="100509" x="1765300" y="2082800"/>
          <p14:tracePt t="100516" x="1752600" y="2082800"/>
          <p14:tracePt t="100525" x="1733550" y="2082800"/>
          <p14:tracePt t="100539" x="1708150" y="2089150"/>
          <p14:tracePt t="100554" x="1689100" y="2089150"/>
          <p14:tracePt t="100572" x="1651000" y="2101850"/>
          <p14:tracePt t="100588" x="1638300" y="2101850"/>
          <p14:tracePt t="100605" x="1625600" y="2101850"/>
          <p14:tracePt t="100622" x="1619250" y="2101850"/>
          <p14:tracePt t="100656" x="1625600" y="2095500"/>
          <p14:tracePt t="100670" x="1631950" y="2095500"/>
          <p14:tracePt t="100677" x="1638300" y="2095500"/>
          <p14:tracePt t="100687" x="1657350" y="2089150"/>
          <p14:tracePt t="100705" x="1695450" y="2082800"/>
          <p14:tracePt t="100721" x="1752600" y="2076450"/>
          <p14:tracePt t="100738" x="1784350" y="2076450"/>
          <p14:tracePt t="100755" x="1822450" y="2063750"/>
          <p14:tracePt t="100771" x="1847850" y="2057400"/>
          <p14:tracePt t="100787" x="1854200" y="2057400"/>
          <p14:tracePt t="100804" x="1854200" y="2051050"/>
          <p14:tracePt t="100821" x="1847850" y="2051050"/>
          <p14:tracePt t="100838" x="1828800" y="2044700"/>
          <p14:tracePt t="100854" x="1816100" y="2044700"/>
          <p14:tracePt t="100870" x="1797050" y="2044700"/>
          <p14:tracePt t="100888" x="1752600" y="2044700"/>
          <p14:tracePt t="100904" x="1695450" y="2044700"/>
          <p14:tracePt t="100920" x="1676400" y="2044700"/>
          <p14:tracePt t="100937" x="1625600" y="2044700"/>
          <p14:tracePt t="100953" x="1606550" y="2044700"/>
          <p14:tracePt t="100993" x="1606550" y="2051050"/>
          <p14:tracePt t="101014" x="1612900" y="2051050"/>
          <p14:tracePt t="101023" x="1619250" y="2051050"/>
          <p14:tracePt t="101037" x="1631950" y="2051050"/>
          <p14:tracePt t="101053" x="1651000" y="2051050"/>
          <p14:tracePt t="101070" x="1657350" y="2051050"/>
          <p14:tracePt t="101086" x="1676400" y="2044700"/>
          <p14:tracePt t="101103" x="1682750" y="2044700"/>
          <p14:tracePt t="101120" x="1695450" y="2038350"/>
          <p14:tracePt t="101176" x="1689100" y="2038350"/>
          <p14:tracePt t="101190" x="1682750" y="2038350"/>
          <p14:tracePt t="101204" x="1676400" y="2038350"/>
          <p14:tracePt t="101225" x="1670050" y="2038350"/>
          <p14:tracePt t="101232" x="1657350" y="2038350"/>
          <p14:tracePt t="101246" x="1644650" y="2038350"/>
          <p14:tracePt t="101256" x="1625600" y="2038350"/>
          <p14:tracePt t="101269" x="1612900" y="2044700"/>
          <p14:tracePt t="101286" x="1600200" y="2044700"/>
          <p14:tracePt t="101303" x="1574800" y="2057400"/>
          <p14:tracePt t="101319" x="1568450" y="2063750"/>
          <p14:tracePt t="101352" x="1574800" y="2070100"/>
          <p14:tracePt t="101369" x="1619250" y="2070100"/>
          <p14:tracePt t="101386" x="1682750" y="2070100"/>
          <p14:tracePt t="101402" x="1727200" y="2070100"/>
          <p14:tracePt t="101418" x="1771650" y="2057400"/>
          <p14:tracePt t="101436" x="1803400" y="2044700"/>
          <p14:tracePt t="101452" x="1809750" y="2038350"/>
          <p14:tracePt t="101469" x="1809750" y="2025650"/>
          <p14:tracePt t="101485" x="1803400" y="2025650"/>
          <p14:tracePt t="101502" x="1790700" y="2019300"/>
          <p14:tracePt t="101519" x="1771650" y="2012950"/>
          <p14:tracePt t="101534" x="1752600" y="2012950"/>
          <p14:tracePt t="101551" x="1746250" y="2012950"/>
          <p14:tracePt t="101569" x="1727200" y="2012950"/>
          <p14:tracePt t="101585" x="1708150" y="2012950"/>
          <p14:tracePt t="101618" x="1701800" y="2012950"/>
          <p14:tracePt t="101674" x="1695450" y="2012950"/>
          <p14:tracePt t="101723" x="1695450" y="2019300"/>
          <p14:tracePt t="101752" x="1689100" y="2019300"/>
          <p14:tracePt t="101808" x="1682750" y="2019300"/>
          <p14:tracePt t="101843" x="1676400" y="2025650"/>
          <p14:tracePt t="101906" x="1676400" y="2032000"/>
          <p14:tracePt t="101948" x="1682750" y="2032000"/>
          <p14:tracePt t="101962" x="1689100" y="2032000"/>
          <p14:tracePt t="101985" x="1701800" y="2038350"/>
          <p14:tracePt t="101997" x="1733550" y="2038350"/>
          <p14:tracePt t="102012" x="1758950" y="2038350"/>
          <p14:tracePt t="102020" x="1816100" y="2038350"/>
          <p14:tracePt t="102034" x="1898650" y="2044700"/>
          <p14:tracePt t="102049" x="2000250" y="2044700"/>
          <p14:tracePt t="102067" x="2139950" y="2057400"/>
          <p14:tracePt t="102083" x="2520950" y="2057400"/>
          <p14:tracePt t="102099" x="2806700" y="2057400"/>
          <p14:tracePt t="102117" x="3403600" y="2076450"/>
          <p14:tracePt t="102133" x="3740150" y="2076450"/>
          <p14:tracePt t="102149" x="4051300" y="2076450"/>
          <p14:tracePt t="102166" x="5086350" y="2000250"/>
          <p14:tracePt t="102183" x="5327650" y="1968500"/>
          <p14:tracePt t="102199" x="5734050" y="1873250"/>
          <p14:tracePt t="102216" x="6013450" y="1803400"/>
          <p14:tracePt t="102233" x="6102350" y="1771650"/>
          <p14:tracePt t="102250" x="6261100" y="1727200"/>
          <p14:tracePt t="102266" x="6400800" y="1663700"/>
          <p14:tracePt t="102282" x="6464300" y="1657350"/>
          <p14:tracePt t="102299" x="6572250" y="1631950"/>
          <p14:tracePt t="102316" x="6667500" y="1606550"/>
          <p14:tracePt t="102332" x="6711950" y="1587500"/>
          <p14:tracePt t="102349" x="6769100" y="1581150"/>
          <p14:tracePt t="102365" x="6788150" y="1574800"/>
          <p14:tracePt t="102369" x="6807200" y="1574800"/>
          <p14:tracePt t="102382" x="6832600" y="1562100"/>
          <p14:tracePt t="102398" x="6851650" y="1562100"/>
          <p14:tracePt t="102415" x="6858000" y="1562100"/>
          <p14:tracePt t="102432" x="6864350" y="1555750"/>
          <p14:tracePt t="102448" x="6870700" y="1549400"/>
          <p14:tracePt t="102489" x="6858000" y="1549400"/>
          <p14:tracePt t="102510" x="6845300" y="1549400"/>
          <p14:tracePt t="102517" x="6826250" y="1549400"/>
          <p14:tracePt t="102524" x="6813550" y="1549400"/>
          <p14:tracePt t="102538" x="6800850" y="1555750"/>
          <p14:tracePt t="102548" x="6769100" y="1562100"/>
          <p14:tracePt t="102564" x="6724650" y="1581150"/>
          <p14:tracePt t="102581" x="6591300" y="1606550"/>
          <p14:tracePt t="102598" x="6419850" y="1657350"/>
          <p14:tracePt t="102615" x="6254750" y="1695450"/>
          <p14:tracePt t="102631" x="6197600" y="1708150"/>
          <p14:tracePt t="102648" x="6134100" y="1727200"/>
          <p14:tracePt t="102665" x="6070600" y="1739900"/>
          <p14:tracePt t="102681" x="6057900" y="1746250"/>
          <p14:tracePt t="102728" x="6076950" y="1746250"/>
          <p14:tracePt t="102735" x="6102350" y="1746250"/>
          <p14:tracePt t="102751" x="6115050" y="1739900"/>
          <p14:tracePt t="102764" x="6134100" y="1739900"/>
          <p14:tracePt t="102781" x="6184900" y="1739900"/>
          <p14:tracePt t="102798" x="6223000" y="1727200"/>
          <p14:tracePt t="102813" x="6242050" y="1720850"/>
          <p14:tracePt t="102830" x="6254750" y="1714500"/>
          <p14:tracePt t="102847" x="6261100" y="1714500"/>
          <p14:tracePt t="102880" x="6235700" y="1714500"/>
          <p14:tracePt t="102897" x="6210300" y="1714500"/>
          <p14:tracePt t="102913" x="6203950" y="1714500"/>
          <p14:tracePt t="102931" x="6159500" y="1720850"/>
          <p14:tracePt t="102946" x="6064250" y="1727200"/>
          <p14:tracePt t="102963" x="6026150" y="1727200"/>
          <p14:tracePt t="102980" x="5943600" y="1733550"/>
          <p14:tracePt t="102997" x="5918200" y="1733550"/>
          <p14:tracePt t="103013" x="5892800" y="1733550"/>
          <p14:tracePt t="103030" x="5880100" y="1733550"/>
          <p14:tracePt t="103051" x="5892800" y="1727200"/>
          <p14:tracePt t="103063" x="5905500" y="1720850"/>
          <p14:tracePt t="103080" x="5956300" y="1714500"/>
          <p14:tracePt t="103097" x="5994400" y="1714500"/>
          <p14:tracePt t="103114" x="6121400" y="1695450"/>
          <p14:tracePt t="103129" x="6242050" y="1676400"/>
          <p14:tracePt t="103146" x="6286500" y="1663700"/>
          <p14:tracePt t="103163" x="6318250" y="1657350"/>
          <p14:tracePt t="103179" x="6318250" y="1651000"/>
          <p14:tracePt t="103196" x="6311900" y="1651000"/>
          <p14:tracePt t="103213" x="6292850" y="1651000"/>
          <p14:tracePt t="103229" x="6248400" y="1663700"/>
          <p14:tracePt t="103245" x="6203950" y="1670050"/>
          <p14:tracePt t="103262" x="6051550" y="1689100"/>
          <p14:tracePt t="103279" x="5949950" y="1689100"/>
          <p14:tracePt t="103297" x="5492750" y="1746250"/>
          <p14:tracePt t="103312" x="5270500" y="1778000"/>
          <p14:tracePt t="103329" x="5022850" y="1803400"/>
          <p14:tracePt t="103346" x="4502150" y="1879600"/>
          <p14:tracePt t="103362" x="3968750" y="1924050"/>
          <p14:tracePt t="103365" x="3702050" y="1955800"/>
          <p14:tracePt t="103395" x="3276600" y="1968500"/>
          <p14:tracePt t="103412" x="2927350" y="1993900"/>
          <p14:tracePt t="103429" x="2743200" y="1993900"/>
          <p14:tracePt t="103445" x="2489200" y="2012950"/>
          <p14:tracePt t="103462" x="2317750" y="2038350"/>
          <p14:tracePt t="103479" x="2190750" y="2057400"/>
          <p14:tracePt t="103495" x="2146300" y="2063750"/>
          <p14:tracePt t="103512" x="2089150" y="2070100"/>
          <p14:tracePt t="103528" x="2032000" y="2070100"/>
          <p14:tracePt t="103545" x="2012950" y="2070100"/>
          <p14:tracePt t="103561" x="1993900" y="2076450"/>
          <p14:tracePt t="103578" x="1936750" y="2076450"/>
          <p14:tracePt t="103594" x="1930400" y="2076450"/>
          <p14:tracePt t="103611" x="1924050" y="2076450"/>
          <p14:tracePt t="103628" x="1905000" y="2076450"/>
          <p14:tracePt t="103644" x="1898650" y="2076450"/>
          <p14:tracePt t="103661" x="1892300" y="2076450"/>
          <p14:tracePt t="103690" x="1885950" y="2076450"/>
          <p14:tracePt t="103753" x="1885950" y="2070100"/>
          <p14:tracePt t="103788" x="1892300" y="2070100"/>
          <p14:tracePt t="103802" x="1898650" y="2070100"/>
          <p14:tracePt t="103808" x="1917700" y="2070100"/>
          <p14:tracePt t="103823" x="1930400" y="2070100"/>
          <p14:tracePt t="103830" x="1974850" y="2070100"/>
          <p14:tracePt t="103847" x="2051050" y="2070100"/>
          <p14:tracePt t="103860" x="2165350" y="2070100"/>
          <p14:tracePt t="103877" x="2578100" y="2070100"/>
          <p14:tracePt t="103893" x="3276600" y="2070100"/>
          <p14:tracePt t="103910" x="3689350" y="2070100"/>
          <p14:tracePt t="103927" x="4572000" y="2051050"/>
          <p14:tracePt t="103944" x="5353050" y="2012950"/>
          <p14:tracePt t="103960" x="5670550" y="2000250"/>
          <p14:tracePt t="103977" x="6108700" y="1955800"/>
          <p14:tracePt t="103993" x="6311900" y="1917700"/>
          <p14:tracePt t="104010" x="6369050" y="1905000"/>
          <p14:tracePt t="104026" x="6432550" y="1873250"/>
          <p14:tracePt t="104043" x="6445250" y="1860550"/>
          <p14:tracePt t="104060" x="6445250" y="1854200"/>
          <p14:tracePt t="104076" x="6445250" y="1841500"/>
          <p14:tracePt t="104093" x="6438900" y="1822450"/>
          <p14:tracePt t="104110" x="6438900" y="1816100"/>
          <p14:tracePt t="104125" x="6426200" y="1816100"/>
          <p14:tracePt t="104143" x="6413500" y="1816100"/>
          <p14:tracePt t="104160" x="6394450" y="1816100"/>
          <p14:tracePt t="104176" x="6388100" y="1816100"/>
          <p14:tracePt t="104192" x="6375400" y="1816100"/>
          <p14:tracePt t="104209" x="6356350" y="1822450"/>
          <p14:tracePt t="104251" x="6362700" y="1822450"/>
          <p14:tracePt t="104265" x="6369050" y="1822450"/>
          <p14:tracePt t="104275" x="6381750" y="1822450"/>
          <p14:tracePt t="104293" x="6394450" y="1816100"/>
          <p14:tracePt t="104325" x="6407150" y="1809750"/>
          <p14:tracePt t="104384" x="6394450" y="1816100"/>
          <p14:tracePt t="104391" x="6369050" y="1816100"/>
          <p14:tracePt t="104405" x="6343650" y="1822450"/>
          <p14:tracePt t="104412" x="6299200" y="1828800"/>
          <p14:tracePt t="104425" x="6248400" y="1847850"/>
          <p14:tracePt t="104442" x="6115050" y="1866900"/>
          <p14:tracePt t="104458" x="6051550" y="1885950"/>
          <p14:tracePt t="104476" x="5956300" y="1905000"/>
          <p14:tracePt t="104491" x="5911850" y="1917700"/>
          <p14:tracePt t="104508" x="5905500" y="1917700"/>
          <p14:tracePt t="104525" x="5918200" y="1917700"/>
          <p14:tracePt t="104541" x="5943600" y="1917700"/>
          <p14:tracePt t="104558" x="6070600" y="1898650"/>
          <p14:tracePt t="104574" x="6229350" y="1879600"/>
          <p14:tracePt t="104591" x="6292850" y="1873250"/>
          <p14:tracePt t="104608" x="6356350" y="1854200"/>
          <p14:tracePt t="104624" x="6369050" y="1847850"/>
          <p14:tracePt t="104658" x="6343650" y="1847850"/>
          <p14:tracePt t="104674" x="6273800" y="1847850"/>
          <p14:tracePt t="104691" x="6197600" y="1847850"/>
          <p14:tracePt t="104707" x="6019800" y="1816100"/>
          <p14:tracePt t="104724" x="5861050" y="1797050"/>
          <p14:tracePt t="104741" x="5810250" y="1778000"/>
          <p14:tracePt t="104757" x="5759450" y="1765300"/>
          <p14:tracePt t="104773" x="5753100" y="1758950"/>
          <p14:tracePt t="104806" x="5784850" y="1752600"/>
          <p14:tracePt t="104823" x="5803900" y="1752600"/>
          <p14:tracePt t="104841" x="5829300" y="1746250"/>
          <p14:tracePt t="104897" x="5810250" y="1746250"/>
          <p14:tracePt t="104903" x="5791200" y="1746250"/>
          <p14:tracePt t="104911" x="5740400" y="1739900"/>
          <p14:tracePt t="104926" x="5651500" y="1727200"/>
          <p14:tracePt t="104940" x="5524500" y="1714500"/>
          <p14:tracePt t="104956" x="5194300" y="1682750"/>
          <p14:tracePt t="104974" x="4743450" y="1670050"/>
          <p14:tracePt t="104989" x="4425950" y="1670050"/>
          <p14:tracePt t="105006" x="4298950" y="1670050"/>
          <p14:tracePt t="105285" x="4171950" y="1695450"/>
          <p14:tracePt t="105292" x="4006850" y="1727200"/>
          <p14:tracePt t="105308" x="3803650" y="1765300"/>
          <p14:tracePt t="105322" x="3549650" y="1828800"/>
          <p14:tracePt t="105338" x="3092450" y="1930400"/>
          <p14:tracePt t="105355" x="2654300" y="2057400"/>
          <p14:tracePt t="105372" x="2533650" y="2101850"/>
          <p14:tracePt t="105388" x="2317750" y="2139950"/>
          <p14:tracePt t="105405" x="2133600" y="2190750"/>
          <p14:tracePt t="105422" x="2057400" y="2190750"/>
          <p14:tracePt t="105439" x="1962150" y="2209800"/>
          <p14:tracePt t="105454" x="1917700" y="2216150"/>
          <p14:tracePt t="105471" x="1905000" y="2222500"/>
          <p14:tracePt t="105488" x="1898650" y="2222500"/>
          <p14:tracePt t="105504" x="1885950" y="2228850"/>
          <p14:tracePt t="105521" x="1879600" y="2228850"/>
          <p14:tracePt t="105538" x="1860550" y="2235200"/>
          <p14:tracePt t="105571" x="1828800" y="2235200"/>
          <p14:tracePt t="105588" x="1784350" y="2235200"/>
          <p14:tracePt t="105604" x="1758950" y="2228850"/>
          <p14:tracePt t="105621" x="1663700" y="2228850"/>
          <p14:tracePt t="105637" x="1574800" y="2228850"/>
          <p14:tracePt t="105654" x="1530350" y="2228850"/>
          <p14:tracePt t="105671" x="1492250" y="2228850"/>
          <p14:tracePt t="105687" x="1473200" y="2222500"/>
          <p14:tracePt t="105703" x="1473200" y="2216150"/>
          <p14:tracePt t="105737" x="1498600" y="2203450"/>
          <p14:tracePt t="105753" x="1517650" y="2203450"/>
          <p14:tracePt t="105770" x="1574800" y="2190750"/>
          <p14:tracePt t="105787" x="1708150" y="2171700"/>
          <p14:tracePt t="105804" x="1911350" y="2152650"/>
          <p14:tracePt t="105820" x="2038350" y="2139950"/>
          <p14:tracePt t="105837" x="2305050" y="2133600"/>
          <p14:tracePt t="105854" x="2546350" y="2133600"/>
          <p14:tracePt t="105870" x="2647950" y="2133600"/>
          <p14:tracePt t="105886" x="2736850" y="2133600"/>
          <p14:tracePt t="105904" x="2901950" y="2146300"/>
          <p14:tracePt t="105919" x="3067050" y="2146300"/>
          <p14:tracePt t="105937" x="3168650" y="2146300"/>
          <p14:tracePt t="105953" x="3333750" y="2152650"/>
          <p14:tracePt t="105969" x="3549650" y="2178050"/>
          <p14:tracePt t="105987" x="3790950" y="2178050"/>
          <p14:tracePt t="106003" x="3892550" y="2197100"/>
          <p14:tracePt t="106019" x="4051300" y="2203450"/>
          <p14:tracePt t="106036" x="4140200" y="2203450"/>
          <p14:tracePt t="106053" x="4159250" y="2203450"/>
          <p14:tracePt t="106069" x="4184650" y="2203450"/>
          <p14:tracePt t="106121" x="4171950" y="2203450"/>
          <p14:tracePt t="106127" x="4159250" y="2203450"/>
          <p14:tracePt t="106136" x="4133850" y="2203450"/>
          <p14:tracePt t="106152" x="4108450" y="2209800"/>
          <p14:tracePt t="106169" x="4057650" y="2209800"/>
          <p14:tracePt t="106185" x="4006850" y="2203450"/>
          <p14:tracePt t="106203" x="3752850" y="2184400"/>
          <p14:tracePt t="106219" x="3359150" y="2146300"/>
          <p14:tracePt t="106235" x="3060700" y="2114550"/>
          <p14:tracePt t="106253" x="2527300" y="2070100"/>
          <p14:tracePt t="106269" x="2146300" y="2032000"/>
          <p14:tracePt t="106285" x="2012950" y="2012950"/>
          <p14:tracePt t="106302" x="1860550" y="1993900"/>
          <p14:tracePt t="106319" x="1790700" y="1981200"/>
          <p14:tracePt t="106335" x="1778000" y="1981200"/>
          <p14:tracePt t="106352" x="1771650" y="1987550"/>
          <p14:tracePt t="106368" x="1771650" y="1993900"/>
          <p14:tracePt t="106384" x="1778000" y="2000250"/>
          <p14:tracePt t="106402" x="1790700" y="2006600"/>
          <p14:tracePt t="106418" x="1841500" y="2000250"/>
          <p14:tracePt t="106435" x="1885950" y="1993900"/>
          <p14:tracePt t="106452" x="2012950" y="1993900"/>
          <p14:tracePt t="106468" x="2114550" y="1993900"/>
          <p14:tracePt t="106485" x="2641600" y="1981200"/>
          <p14:tracePt t="106501" x="2857500" y="1987550"/>
          <p14:tracePt t="106518" x="3060700" y="1987550"/>
          <p14:tracePt t="106535" x="3384550" y="1987550"/>
          <p14:tracePt t="106552" x="3638550" y="1987550"/>
          <p14:tracePt t="106567" x="3727450" y="1987550"/>
          <p14:tracePt t="106584" x="3816350" y="1993900"/>
          <p14:tracePt t="106601" x="3848100" y="1993900"/>
          <p14:tracePt t="106618" x="3873500" y="1993900"/>
          <p14:tracePt t="106634" x="3886200" y="1993900"/>
          <p14:tracePt t="106668" x="3867150" y="1993900"/>
          <p14:tracePt t="106684" x="3860800" y="1993900"/>
          <p14:tracePt t="106700" x="3835400" y="1993900"/>
          <p14:tracePt t="106718" x="3810000" y="1993900"/>
          <p14:tracePt t="106734" x="3790950" y="2000250"/>
          <p14:tracePt t="106751" x="3752850" y="2000250"/>
          <p14:tracePt t="107052" x="3740150" y="2000250"/>
          <p14:tracePt t="107059" x="3727450" y="1993900"/>
          <p14:tracePt t="107069" x="3695700" y="1974850"/>
          <p14:tracePt t="107082" x="3663950" y="1949450"/>
          <p14:tracePt t="107099" x="3556000" y="1841500"/>
          <p14:tracePt t="107116" x="3448050" y="1733550"/>
          <p14:tracePt t="107132" x="3352800" y="1651000"/>
          <p14:tracePt t="107149" x="3308350" y="1606550"/>
          <p14:tracePt t="107166" x="3194050" y="1530350"/>
          <p14:tracePt t="107182" x="3079750" y="1473200"/>
          <p14:tracePt t="107199" x="3016250" y="1422400"/>
          <p14:tracePt t="107215" x="2984500" y="1403350"/>
          <p14:tracePt t="107232" x="2952750" y="1371600"/>
          <p14:tracePt t="107249" x="2933700" y="1352550"/>
          <p14:tracePt t="107265" x="2927350" y="1339850"/>
          <p14:tracePt t="107282" x="2927350" y="1333500"/>
          <p14:tracePt t="107298" x="2927350" y="1327150"/>
          <p14:tracePt t="107331" x="2927350" y="1320800"/>
          <p14:tracePt t="107403" x="2927350" y="1314450"/>
          <p14:tracePt t="107481" x="2933700" y="1314450"/>
          <p14:tracePt t="107501" x="2940050" y="1320800"/>
          <p14:tracePt t="107523" x="2946400" y="1320800"/>
          <p14:tracePt t="107529" x="2952750" y="1327150"/>
          <p14:tracePt t="107544" x="2959100" y="1327150"/>
          <p14:tracePt t="107550" x="2965450" y="1327150"/>
          <p14:tracePt t="107567" x="2971800" y="1327150"/>
          <p14:tracePt t="107580" x="3035300" y="1327150"/>
          <p14:tracePt t="107597" x="3073400" y="1327150"/>
          <p14:tracePt t="107614" x="3200400" y="1327150"/>
          <p14:tracePt t="107630" x="3276600" y="1327150"/>
          <p14:tracePt t="107647" x="3448050" y="1308100"/>
          <p14:tracePt t="107664" x="3600450" y="1295400"/>
          <p14:tracePt t="107680" x="3651250" y="1295400"/>
          <p14:tracePt t="107697" x="3733800" y="1289050"/>
          <p14:tracePt t="107713" x="3771900" y="1282700"/>
          <p14:tracePt t="107730" x="3778250" y="1282700"/>
          <p14:tracePt t="107747" x="3790950" y="1282700"/>
          <p14:tracePt t="107895" x="3784600" y="1282700"/>
          <p14:tracePt t="107902" x="3778250" y="1282700"/>
          <p14:tracePt t="107944" x="3771900" y="1282700"/>
          <p14:tracePt t="107951" x="3765550" y="1289050"/>
          <p14:tracePt t="108314" x="3746500" y="1308100"/>
          <p14:tracePt t="108321" x="3714750" y="1333500"/>
          <p14:tracePt t="108335" x="3670300" y="1358900"/>
          <p14:tracePt t="108344" x="3619500" y="1397000"/>
          <p14:tracePt t="108361" x="3562350" y="1435100"/>
          <p14:tracePt t="108378" x="3403600" y="1517650"/>
          <p14:tracePt t="108394" x="3206750" y="1600200"/>
          <p14:tracePt t="108413" x="3022600" y="1651000"/>
          <p14:tracePt t="108427" x="2927350" y="1682750"/>
          <p14:tracePt t="108444" x="2851150" y="1689100"/>
          <p14:tracePt t="108462" x="2660650" y="1758950"/>
          <p14:tracePt t="108478" x="2616200" y="1771650"/>
          <p14:tracePt t="108494" x="2565400" y="1790700"/>
          <p14:tracePt t="108511" x="2527300" y="1816100"/>
          <p14:tracePt t="108527" x="2520950" y="1816100"/>
          <p14:tracePt t="108544" x="2520950" y="1822450"/>
          <p14:tracePt t="108561" x="2520950" y="1835150"/>
          <p14:tracePt t="108577" x="2520950" y="1841500"/>
          <p14:tracePt t="108595" x="2540000" y="1841500"/>
          <p14:tracePt t="108610" x="2552700" y="1847850"/>
          <p14:tracePt t="108627" x="2603500" y="1860550"/>
          <p14:tracePt t="108644" x="2673350" y="1892300"/>
          <p14:tracePt t="108660" x="2730500" y="1905000"/>
          <p14:tracePt t="108677" x="2813050" y="1930400"/>
          <p14:tracePt t="108694" x="2908300" y="1955800"/>
          <p14:tracePt t="108710" x="2940050" y="1962150"/>
          <p14:tracePt t="108727" x="2984500" y="1968500"/>
          <p14:tracePt t="108743" x="3035300" y="1987550"/>
          <p14:tracePt t="108760" x="3041650" y="1987550"/>
          <p14:tracePt t="108777" x="3041650" y="1993900"/>
          <p14:tracePt t="108805" x="3035300" y="2000250"/>
          <p14:tracePt t="108813" x="3028950" y="2000250"/>
          <p14:tracePt t="108834" x="3022600" y="2000250"/>
          <p14:tracePt t="108848" x="3016250" y="2006600"/>
          <p14:tracePt t="108859" x="3009900" y="2006600"/>
          <p14:tracePt t="108876" x="2990850" y="2012950"/>
          <p14:tracePt t="108893" x="2984500" y="2019300"/>
          <p14:tracePt t="108910" x="2971800" y="2025650"/>
          <p14:tracePt t="108926" x="2946400" y="2038350"/>
          <p14:tracePt t="108943" x="2933700" y="2038350"/>
          <p14:tracePt t="108960" x="2889250" y="2044700"/>
          <p14:tracePt t="108976" x="2844800" y="2051050"/>
          <p14:tracePt t="108993" x="2800350" y="2051050"/>
          <p14:tracePt t="109009" x="2698750" y="2044700"/>
          <p14:tracePt t="109026" x="2565400" y="2038350"/>
          <p14:tracePt t="109042" x="2489200" y="2025650"/>
          <p14:tracePt t="109059" x="2355850" y="2012950"/>
          <p14:tracePt t="109075" x="2305050" y="2000250"/>
          <p14:tracePt t="109093" x="2197100" y="1987550"/>
          <p14:tracePt t="109109" x="2171700" y="1987550"/>
          <p14:tracePt t="109125" x="2152650" y="1987550"/>
          <p14:tracePt t="109142" x="2133600" y="1987550"/>
          <p14:tracePt t="109158" x="2127250" y="1987550"/>
          <p14:tracePt t="109175" x="2120900" y="1987550"/>
          <p14:tracePt t="109290" x="2127250" y="1987550"/>
          <p14:tracePt t="109304" x="2133600" y="1987550"/>
          <p14:tracePt t="109318" x="2139950" y="1987550"/>
          <p14:tracePt t="109328" x="2146300" y="1987550"/>
          <p14:tracePt t="109341" x="2152650" y="1987550"/>
          <p14:tracePt t="109358" x="2171700" y="1981200"/>
          <p14:tracePt t="109375" x="2336800" y="1981200"/>
          <p14:tracePt t="109391" x="2425700" y="1981200"/>
          <p14:tracePt t="109408" x="2540000" y="1974850"/>
          <p14:tracePt t="109424" x="2832100" y="1962150"/>
          <p14:tracePt t="109441" x="3175000" y="1962150"/>
          <p14:tracePt t="109458" x="3549650" y="1968500"/>
          <p14:tracePt t="109474" x="3702050" y="1968500"/>
          <p14:tracePt t="109491" x="3956050" y="1981200"/>
          <p14:tracePt t="109509" x="4095750" y="1987550"/>
          <p14:tracePt t="109524" x="4140200" y="1987550"/>
          <p14:tracePt t="109541" x="4191000" y="2000250"/>
          <p14:tracePt t="109558" x="4197350" y="2000250"/>
          <p14:tracePt t="109599" x="4197350" y="2006600"/>
          <p14:tracePt t="109697" x="4191000" y="2006600"/>
          <p14:tracePt t="109725" x="4184650" y="2006600"/>
          <p14:tracePt t="109740" x="4178300" y="2006600"/>
          <p14:tracePt t="109760" x="4171950" y="2006600"/>
          <p14:tracePt t="120916" x="4171950" y="2012950"/>
          <p14:tracePt t="120923" x="4171950" y="2044700"/>
          <p14:tracePt t="120935" x="4171950" y="2057400"/>
          <p14:tracePt t="120951" x="4222750" y="2146300"/>
          <p14:tracePt t="120968" x="4267200" y="2203450"/>
          <p14:tracePt t="120984" x="4337050" y="2286000"/>
          <p14:tracePt t="121001" x="4445000" y="2387600"/>
          <p14:tracePt t="121017" x="4521200" y="2438400"/>
          <p14:tracePt t="121035" x="4572000" y="2495550"/>
          <p14:tracePt t="121051" x="4597400" y="2508250"/>
          <p14:tracePt t="121067" x="4603750" y="2520950"/>
          <p14:tracePt t="121085" x="4610100" y="2533650"/>
          <p14:tracePt t="121121" x="4616450" y="2540000"/>
          <p14:tracePt t="121239" x="4610100" y="2540000"/>
          <p14:tracePt t="125236" x="4597400" y="2540000"/>
          <p14:tracePt t="125242" x="4559300" y="2546350"/>
          <p14:tracePt t="125252" x="4514850" y="2552700"/>
          <p14:tracePt t="125269" x="4406900" y="2603500"/>
          <p14:tracePt t="125286" x="4191000" y="2667000"/>
          <p14:tracePt t="125303" x="4083050" y="2698750"/>
          <p14:tracePt t="125320" x="3994150" y="2717800"/>
          <p14:tracePt t="125336" x="3930650" y="2736850"/>
          <p14:tracePt t="125352" x="3860800" y="2749550"/>
          <p14:tracePt t="125370" x="3746500" y="2781300"/>
          <p14:tracePt t="125386" x="3689350" y="2806700"/>
          <p14:tracePt t="125402" x="3625850" y="2832100"/>
          <p14:tracePt t="125419" x="3562350" y="2844800"/>
          <p14:tracePt t="125436" x="3530600" y="2851150"/>
          <p14:tracePt t="125453" x="3505200" y="2870200"/>
          <p14:tracePt t="125468" x="3486150" y="2876550"/>
          <p14:tracePt t="125485" x="3486150" y="2882900"/>
          <p14:tracePt t="125503" x="3467100" y="2889250"/>
          <p14:tracePt t="125519" x="3460750" y="2895600"/>
          <p14:tracePt t="125522" x="3454400" y="2901950"/>
          <p14:tracePt t="125535" x="3448050" y="2908300"/>
          <p14:tracePt t="125552" x="3441700" y="2921000"/>
          <p14:tracePt t="125584" x="3429000" y="2927350"/>
          <p14:tracePt t="125602" x="3416300" y="2933700"/>
          <p14:tracePt t="125618" x="3409950" y="2946400"/>
          <p14:tracePt t="125636" x="3384550" y="2952750"/>
          <p14:tracePt t="125651" x="3359150" y="2959100"/>
          <p14:tracePt t="125668" x="3333750" y="2971800"/>
          <p14:tracePt t="125685" x="3302000" y="2990850"/>
          <p14:tracePt t="138769" x="3314700" y="2990850"/>
          <p14:tracePt t="138776" x="3352800" y="2990850"/>
          <p14:tracePt t="138792" x="3390900" y="2990850"/>
          <p14:tracePt t="138807" x="3498850" y="2978150"/>
          <p14:tracePt t="138823" x="3562350" y="2978150"/>
          <p14:tracePt t="138841" x="3714750" y="2978150"/>
          <p14:tracePt t="138856" x="3803650" y="2984500"/>
          <p14:tracePt t="138873" x="3981450" y="2984500"/>
          <p14:tracePt t="138890" x="4184650" y="2984500"/>
          <p14:tracePt t="138906" x="4286250" y="2984500"/>
          <p14:tracePt t="138923" x="4451350" y="2990850"/>
          <p14:tracePt t="138940" x="4610100" y="3016250"/>
          <p14:tracePt t="138956" x="4686300" y="3022600"/>
          <p14:tracePt t="138973" x="4838700" y="3035300"/>
          <p14:tracePt t="138989" x="5003800" y="3041650"/>
          <p14:tracePt t="139006" x="5080000" y="3041650"/>
          <p14:tracePt t="139022" x="5238750" y="3041650"/>
          <p14:tracePt t="139039" x="5365750" y="3041650"/>
          <p14:tracePt t="139059" x="5461000" y="3022600"/>
          <p14:tracePt t="139075" x="5511800" y="3022600"/>
          <p14:tracePt t="139089" x="5607050" y="3016250"/>
          <p14:tracePt t="139108" x="5695950" y="3016250"/>
          <p14:tracePt t="139122" x="5753100" y="3022600"/>
          <p14:tracePt t="139139" x="5816600" y="3035300"/>
          <p14:tracePt t="139156" x="5943600" y="3035300"/>
          <p14:tracePt t="139172" x="6089650" y="3028950"/>
          <p14:tracePt t="139188" x="6178550" y="3022600"/>
          <p14:tracePt t="139205" x="6356350" y="3022600"/>
          <p14:tracePt t="139221" x="6521450" y="3022600"/>
          <p14:tracePt t="139238" x="6597650" y="3022600"/>
          <p14:tracePt t="139255" x="6718300" y="3009900"/>
          <p14:tracePt t="139272" x="6788150" y="3003550"/>
          <p14:tracePt t="139287" x="6807200" y="2997200"/>
          <p14:tracePt t="139304" x="6838950" y="2990850"/>
          <p14:tracePt t="139321" x="6845300" y="2984500"/>
          <p14:tracePt t="139338" x="6851650" y="2978150"/>
          <p14:tracePt t="139354" x="6851650" y="2971800"/>
          <p14:tracePt t="139371" x="6851650" y="2965450"/>
          <p14:tracePt t="139409" x="6845300" y="2959100"/>
          <p14:tracePt t="139430" x="6845300" y="2952750"/>
          <p14:tracePt t="139440" x="6845300" y="2946400"/>
          <p14:tracePt t="139458" x="6845300" y="2940050"/>
          <p14:tracePt t="139479" x="6845300" y="2933700"/>
          <p14:tracePt t="139500" x="6845300" y="2927350"/>
          <p14:tracePt t="139563" x="6838950" y="2927350"/>
          <p14:tracePt t="139571" x="6838950" y="2921000"/>
          <p14:tracePt t="139578" x="6832600" y="2921000"/>
          <p14:tracePt t="139592" x="6819900" y="2921000"/>
          <p14:tracePt t="139603" x="6794500" y="2921000"/>
          <p14:tracePt t="139620" x="6737350" y="2921000"/>
          <p14:tracePt t="139636" x="6686550" y="2914650"/>
          <p14:tracePt t="139640" x="6610350" y="2914650"/>
          <p14:tracePt t="139654" x="6527800" y="2908300"/>
          <p14:tracePt t="139670" x="6318250" y="2908300"/>
          <p14:tracePt t="139686" x="6203950" y="2908300"/>
          <p14:tracePt t="139704" x="5988050" y="2889250"/>
          <p14:tracePt t="139719" x="5784850" y="2876550"/>
          <p14:tracePt t="139736" x="5689600" y="2863850"/>
          <p14:tracePt t="139753" x="5562600" y="2863850"/>
          <p14:tracePt t="139769" x="5524500" y="2863850"/>
          <p14:tracePt t="139786" x="5473700" y="2863850"/>
          <p14:tracePt t="139803" x="5448300" y="2863850"/>
          <p14:tracePt t="139836" x="5429250" y="2863850"/>
          <p14:tracePt t="139852" x="5410200" y="2863850"/>
          <p14:tracePt t="139869" x="5397500" y="2863850"/>
          <p14:tracePt t="139886" x="5384800" y="2863850"/>
          <p14:tracePt t="139902" x="5340350" y="2863850"/>
          <p14:tracePt t="139919" x="5334000" y="2863850"/>
          <p14:tracePt t="139936" x="5276850" y="2863850"/>
          <p14:tracePt t="139952" x="5207000" y="2863850"/>
          <p14:tracePt t="139969" x="5168900" y="2863850"/>
          <p14:tracePt t="139985" x="5073650" y="2863850"/>
          <p14:tracePt t="140002" x="4959350" y="2863850"/>
          <p14:tracePt t="140019" x="4845050" y="2870200"/>
          <p14:tracePt t="140035" x="4775200" y="2876550"/>
          <p14:tracePt t="140052" x="4699000" y="2895600"/>
          <p14:tracePt t="140068" x="4641850" y="2914650"/>
          <p14:tracePt t="140622" x="4616450" y="2914650"/>
          <p14:tracePt t="140636" x="4584700" y="2914650"/>
          <p14:tracePt t="140643" x="4540250" y="2914650"/>
          <p14:tracePt t="140653" x="4495800" y="2914650"/>
          <p14:tracePt t="140666" x="4457700" y="2901950"/>
          <p14:tracePt t="140683" x="4387850" y="2908300"/>
          <p14:tracePt t="140699" x="4222750" y="2901950"/>
          <p14:tracePt t="140716" x="3994150" y="2870200"/>
          <p14:tracePt t="140733" x="3867150" y="2870200"/>
          <p14:tracePt t="140750" x="3575050" y="2870200"/>
          <p14:tracePt t="140766" x="3295650" y="2851150"/>
          <p14:tracePt t="140784" x="3054350" y="2832100"/>
          <p14:tracePt t="140799" x="2940050" y="2819400"/>
          <p14:tracePt t="140816" x="2724150" y="2819400"/>
          <p14:tracePt t="140833" x="2520950" y="2787650"/>
          <p14:tracePt t="140849" x="2432050" y="2781300"/>
          <p14:tracePt t="140866" x="2286000" y="2762250"/>
          <p14:tracePt t="140883" x="2108200" y="2736850"/>
          <p14:tracePt t="140899" x="2019300" y="2730500"/>
          <p14:tracePt t="140915" x="1917700" y="2730500"/>
          <p14:tracePt t="140933" x="1720850" y="2711450"/>
          <p14:tracePt t="140948" x="1670050" y="2705100"/>
          <p14:tracePt t="140966" x="1587500" y="2692400"/>
          <p14:tracePt t="140982" x="1549400" y="2692400"/>
          <p14:tracePt t="140998" x="1485900" y="2692400"/>
          <p14:tracePt t="141016" x="1454150" y="2692400"/>
          <p14:tracePt t="141032" x="1447800" y="2692400"/>
          <p14:tracePt t="141048" x="1441450" y="2698750"/>
          <p14:tracePt t="141081" x="1441450" y="2705100"/>
          <p14:tracePt t="141098" x="1441450" y="2711450"/>
          <p14:tracePt t="141135" x="1441450" y="2717800"/>
          <p14:tracePt t="141177" x="1441450" y="2724150"/>
          <p14:tracePt t="141205" x="1441450" y="2730500"/>
          <p14:tracePt t="141233" x="1441450" y="2736850"/>
          <p14:tracePt t="141268" x="1447800" y="2736850"/>
          <p14:tracePt t="141275" x="1454150" y="2743200"/>
          <p14:tracePt t="141284" x="1460500" y="2743200"/>
          <p14:tracePt t="141299" x="1473200" y="2749550"/>
          <p14:tracePt t="141314" x="1479550" y="2755900"/>
          <p14:tracePt t="141331" x="1498600" y="2762250"/>
          <p14:tracePt t="141347" x="1536700" y="2762250"/>
          <p14:tracePt t="141364" x="1555750" y="2762250"/>
          <p14:tracePt t="141381" x="1606550" y="2768600"/>
          <p14:tracePt t="141397" x="1651000" y="2774950"/>
          <p14:tracePt t="141413" x="1682750" y="2781300"/>
          <p14:tracePt t="141431" x="1739900" y="2794000"/>
          <p14:tracePt t="141447" x="1809750" y="2800350"/>
          <p14:tracePt t="141464" x="1879600" y="2819400"/>
          <p14:tracePt t="141480" x="1924050" y="2825750"/>
          <p14:tracePt t="141497" x="2000250" y="2838450"/>
          <p14:tracePt t="141514" x="2082800" y="2832100"/>
          <p14:tracePt t="141530" x="2120900" y="2832100"/>
          <p14:tracePt t="141546" x="2159000" y="2832100"/>
          <p14:tracePt t="141563" x="2266950" y="2832100"/>
          <p14:tracePt t="141580" x="2324100" y="2832100"/>
          <p14:tracePt t="141596" x="2374900" y="2832100"/>
          <p14:tracePt t="141614" x="2463800" y="2832100"/>
          <p14:tracePt t="141629" x="2533650" y="2832100"/>
          <p14:tracePt t="141634" x="2546350" y="2832100"/>
          <p14:tracePt t="141649" x="2565400" y="2832100"/>
          <p14:tracePt t="141663" x="2578100" y="2832100"/>
          <p14:tracePt t="141679" x="2590800" y="2832100"/>
          <p14:tracePt t="141696" x="2597150" y="2832100"/>
          <p14:tracePt t="141713" x="2603500" y="2832100"/>
          <p14:tracePt t="141844" x="2597150" y="2832100"/>
          <p14:tracePt t="141914" x="2590800" y="2832100"/>
          <p14:tracePt t="141929" x="2584450" y="2832100"/>
          <p14:tracePt t="141935" x="2571750" y="2832100"/>
          <p14:tracePt t="141949" x="2565400" y="2832100"/>
          <p14:tracePt t="141963" x="2546350" y="2832100"/>
          <p14:tracePt t="141979" x="2489200" y="2832100"/>
          <p14:tracePt t="141995" x="2451100" y="2825750"/>
          <p14:tracePt t="142012" x="2362200" y="2825750"/>
          <p14:tracePt t="142028" x="2241550" y="2819400"/>
          <p14:tracePt t="142045" x="2190750" y="2819400"/>
          <p14:tracePt t="142062" x="2063750" y="2819400"/>
          <p14:tracePt t="142078" x="1968500" y="2819400"/>
          <p14:tracePt t="142095" x="1917700" y="2819400"/>
          <p14:tracePt t="142112" x="1828800" y="2819400"/>
          <p14:tracePt t="142128" x="1771650" y="2825750"/>
          <p14:tracePt t="142146" x="1714500" y="2825750"/>
          <p14:tracePt t="142161" x="1701800" y="2825750"/>
          <p14:tracePt t="142178" x="1682750" y="2825750"/>
          <p14:tracePt t="142195" x="1651000" y="2825750"/>
          <p14:tracePt t="142211" x="1619250" y="2825750"/>
          <p14:tracePt t="142228" x="1606550" y="2825750"/>
          <p14:tracePt t="142244" x="1593850" y="2832100"/>
          <p14:tracePt t="142261" x="1581150" y="2832100"/>
          <p14:tracePt t="142277" x="1574800" y="2832100"/>
          <p14:tracePt t="142546" x="1581150" y="2832100"/>
          <p14:tracePt t="142567" x="1587500" y="2832100"/>
          <p14:tracePt t="142609" x="1600200" y="2832100"/>
          <p14:tracePt t="142616" x="1606550" y="2832100"/>
          <p14:tracePt t="142636" x="1612900" y="2832100"/>
          <p14:tracePt t="142650" x="1619250" y="2832100"/>
          <p14:tracePt t="142660" x="1625600" y="2825750"/>
          <p14:tracePt t="142680" x="1631950" y="2825750"/>
          <p14:tracePt t="142707" x="1638300" y="2825750"/>
          <p14:tracePt t="142722" x="1644650" y="2825750"/>
          <p14:tracePt t="142749" x="1651000" y="2825750"/>
          <p14:tracePt t="142757" x="1657350" y="2825750"/>
          <p14:tracePt t="142799" x="1663700" y="2819400"/>
          <p14:tracePt t="142827" x="1670050" y="2819400"/>
          <p14:tracePt t="142869" x="1676400" y="2819400"/>
          <p14:tracePt t="142897" x="1682750" y="2813050"/>
          <p14:tracePt t="142988" x="1682750" y="2806700"/>
          <p14:tracePt t="143010" x="1676400" y="2806700"/>
          <p14:tracePt t="143052" x="1670050" y="2800350"/>
          <p14:tracePt t="143059" x="1663700" y="2800350"/>
          <p14:tracePt t="143108" x="1657350" y="2794000"/>
          <p14:tracePt t="143122" x="1651000" y="2794000"/>
          <p14:tracePt t="143128" x="1644650" y="2794000"/>
          <p14:tracePt t="143164" x="1638300" y="2794000"/>
          <p14:tracePt t="143178" x="1638300" y="2787650"/>
          <p14:tracePt t="143199" x="1631950" y="2787650"/>
          <p14:tracePt t="143220" x="1631950" y="2781300"/>
          <p14:tracePt t="143234" x="1625600" y="2781300"/>
          <p14:tracePt t="143262" x="1619250" y="2781300"/>
          <p14:tracePt t="143269" x="1612900" y="2781300"/>
          <p14:tracePt t="143303" x="1606550" y="2781300"/>
          <p14:tracePt t="143318" x="1600200" y="2781300"/>
          <p14:tracePt t="143339" x="1593850" y="2781300"/>
          <p14:tracePt t="143353" x="1587500" y="2781300"/>
          <p14:tracePt t="143360" x="1568450" y="2781300"/>
          <p14:tracePt t="143377" x="1555750" y="2781300"/>
          <p14:tracePt t="143390" x="1504950" y="2781300"/>
          <p14:tracePt t="143407" x="1466850" y="2781300"/>
          <p14:tracePt t="143424" x="1403350" y="2781300"/>
          <p14:tracePt t="143440" x="1365250" y="2781300"/>
          <p14:tracePt t="143457" x="1282700" y="2781300"/>
          <p14:tracePt t="143473" x="1212850" y="2781300"/>
          <p14:tracePt t="143490" x="1174750" y="2781300"/>
          <p14:tracePt t="143507" x="1130300" y="2781300"/>
          <p14:tracePt t="143523" x="1085850" y="2787650"/>
          <p14:tracePt t="143540" x="1073150" y="2787650"/>
          <p14:tracePt t="143557" x="1047750" y="2787650"/>
          <p14:tracePt t="143573" x="1041400" y="2794000"/>
          <p14:tracePt t="143590" x="1028700" y="2794000"/>
          <p14:tracePt t="143606" x="1016000" y="2794000"/>
          <p14:tracePt t="143623" x="1003300" y="2800350"/>
          <p14:tracePt t="143662" x="996950" y="2800350"/>
          <p14:tracePt t="143673" x="990600" y="2800350"/>
          <p14:tracePt t="143692" x="984250" y="2800350"/>
          <p14:tracePt t="143740" x="984250" y="2806700"/>
          <p14:tracePt t="143782" x="977900" y="2806700"/>
          <p14:tracePt t="143873" x="971550" y="2806700"/>
          <p14:tracePt t="143922" x="965200" y="2806700"/>
          <p14:tracePt t="143971" x="952500" y="2806700"/>
          <p14:tracePt t="143985" x="952500" y="2800350"/>
          <p14:tracePt t="143992" x="946150" y="2800350"/>
          <p14:tracePt t="144008" x="939800" y="2800350"/>
          <p14:tracePt t="144022" x="927100" y="2794000"/>
          <p14:tracePt t="144058" x="914400" y="2794000"/>
          <p14:tracePt t="144071" x="908050" y="2787650"/>
          <p14:tracePt t="144088" x="895350" y="2787650"/>
          <p14:tracePt t="144105" x="876300" y="2787650"/>
          <p14:tracePt t="144138" x="857250" y="2781300"/>
          <p14:tracePt t="144154" x="844550" y="2774950"/>
          <p14:tracePt t="144171" x="838200" y="2774950"/>
          <p14:tracePt t="144188" x="831850" y="2774950"/>
          <p14:tracePt t="144217" x="831850" y="2768600"/>
          <p14:tracePt t="144456" x="838200" y="2768600"/>
          <p14:tracePt t="144462" x="844550" y="2768600"/>
          <p14:tracePt t="144477" x="850900" y="2768600"/>
          <p14:tracePt t="144498" x="863600" y="2768600"/>
          <p14:tracePt t="144507" x="869950" y="2768600"/>
          <p14:tracePt t="144520" x="876300" y="2768600"/>
          <p14:tracePt t="144536" x="914400" y="2768600"/>
          <p14:tracePt t="144554" x="946150" y="2768600"/>
          <p14:tracePt t="144569" x="965200" y="2768600"/>
          <p14:tracePt t="144586" x="1003300" y="2768600"/>
          <p14:tracePt t="144603" x="1047750" y="2768600"/>
          <p14:tracePt t="144619" x="1066800" y="2768600"/>
          <p14:tracePt t="144636" x="1085850" y="2768600"/>
          <p14:tracePt t="144653" x="1174750" y="2768600"/>
          <p14:tracePt t="144669" x="1212850" y="2768600"/>
          <p14:tracePt t="144686" x="1250950" y="2768600"/>
          <p14:tracePt t="144689" x="1289050" y="2768600"/>
          <p14:tracePt t="144703" x="1327150" y="2768600"/>
          <p14:tracePt t="144719" x="1397000" y="2768600"/>
          <p14:tracePt t="144736" x="1454150" y="2768600"/>
          <p14:tracePt t="144752" x="1473200" y="2762250"/>
          <p14:tracePt t="144769" x="1511300" y="2755900"/>
          <p14:tracePt t="144786" x="1536700" y="2749550"/>
          <p14:tracePt t="144802" x="1543050" y="2749550"/>
          <p14:tracePt t="144819" x="1549400" y="2749550"/>
          <p14:tracePt t="144835" x="1555750" y="2749550"/>
          <p14:tracePt t="144869" x="1562100" y="2749550"/>
          <p14:tracePt t="144885" x="1574800" y="2743200"/>
          <p14:tracePt t="144919" x="1581150" y="2743200"/>
          <p14:tracePt t="144935" x="1587500" y="2743200"/>
          <p14:tracePt t="144952" x="1593850" y="2743200"/>
          <p14:tracePt t="144968" x="1612900" y="2743200"/>
          <p14:tracePt t="144985" x="1625600" y="2743200"/>
          <p14:tracePt t="145001" x="1663700" y="2743200"/>
          <p14:tracePt t="145018" x="1720850" y="2749550"/>
          <p14:tracePt t="145035" x="1758950" y="2749550"/>
          <p14:tracePt t="145052" x="1854200" y="2768600"/>
          <p14:tracePt t="145067" x="1949450" y="2787650"/>
          <p14:tracePt t="145084" x="1993900" y="2794000"/>
          <p14:tracePt t="145101" x="2070100" y="2800350"/>
          <p14:tracePt t="145117" x="2133600" y="2819400"/>
          <p14:tracePt t="145134" x="2171700" y="2825750"/>
          <p14:tracePt t="145151" x="2222500" y="2832100"/>
          <p14:tracePt t="145168" x="2273300" y="2844800"/>
          <p14:tracePt t="145184" x="2292350" y="2844800"/>
          <p14:tracePt t="145201" x="2336800" y="2863850"/>
          <p14:tracePt t="145217" x="2368550" y="2863850"/>
          <p14:tracePt t="145234" x="2387600" y="2863850"/>
          <p14:tracePt t="145251" x="2393950" y="2863850"/>
          <p14:tracePt t="145284" x="2406650" y="2863850"/>
          <p14:tracePt t="145317" x="2406650" y="2870200"/>
          <p14:tracePt t="145334" x="2413000" y="2870200"/>
          <p14:tracePt t="145354" x="2425700" y="2876550"/>
          <p14:tracePt t="145375" x="2432050" y="2876550"/>
          <p14:tracePt t="145389" x="2432050" y="2882900"/>
          <p14:tracePt t="145400" x="2438400" y="2882900"/>
          <p14:tracePt t="145424" x="2444750" y="2889250"/>
          <p14:tracePt t="145445" x="2451100" y="2889250"/>
          <p14:tracePt t="145459" x="2457450" y="2889250"/>
          <p14:tracePt t="145469" x="2457450" y="2895600"/>
          <p14:tracePt t="145483" x="2463800" y="2895600"/>
          <p14:tracePt t="145500" x="2470150" y="2895600"/>
          <p14:tracePt t="145516" x="2476500" y="2895600"/>
          <p14:tracePt t="145537" x="2482850" y="2895600"/>
          <p14:tracePt t="145564" x="2489200" y="2895600"/>
          <p14:tracePt t="145586" x="2501900" y="2901950"/>
          <p14:tracePt t="145601" x="2501900" y="2908300"/>
          <p14:tracePt t="145606" x="2514600" y="2914650"/>
          <p14:tracePt t="145615" x="2520950" y="2914650"/>
          <p14:tracePt t="145632" x="2533650" y="2927350"/>
          <p14:tracePt t="155039" x="2546350" y="2927350"/>
          <p14:tracePt t="155045" x="2571750" y="2927350"/>
          <p14:tracePt t="155059" x="2597150" y="2927350"/>
          <p14:tracePt t="155069" x="2635250" y="2927350"/>
          <p14:tracePt t="155083" x="2667000" y="2927350"/>
          <p14:tracePt t="155100" x="2730500" y="2927350"/>
          <p14:tracePt t="155116" x="2781300" y="2927350"/>
          <p14:tracePt t="155133" x="2800350" y="2927350"/>
          <p14:tracePt t="155150" x="2844800" y="2927350"/>
          <p14:tracePt t="155166" x="2889250" y="2927350"/>
          <p14:tracePt t="155183" x="2921000" y="2921000"/>
          <p14:tracePt t="155200" x="2971800" y="2921000"/>
          <p14:tracePt t="155216" x="3016250" y="2921000"/>
          <p14:tracePt t="155233" x="3041650" y="2921000"/>
          <p14:tracePt t="155250" x="3067050" y="2921000"/>
          <p14:tracePt t="155266" x="3079750" y="2921000"/>
          <p14:tracePt t="155283" x="3086100" y="2921000"/>
          <p14:tracePt t="155299" x="3092450" y="2921000"/>
          <p14:tracePt t="155973" x="3048000" y="2921000"/>
          <p14:tracePt t="155980" x="2959100" y="2933700"/>
          <p14:tracePt t="155987" x="2844800" y="2940050"/>
          <p14:tracePt t="156001" x="2743200" y="2952750"/>
          <p14:tracePt t="156013" x="2641600" y="2971800"/>
          <p14:tracePt t="156030" x="2463800" y="2984500"/>
          <p14:tracePt t="156046" x="2368550" y="2990850"/>
          <p14:tracePt t="156064" x="2165350" y="3022600"/>
          <p14:tracePt t="156080" x="2019300" y="3009900"/>
          <p14:tracePt t="156096" x="1955800" y="3003550"/>
          <p14:tracePt t="156113" x="1828800" y="3003550"/>
          <p14:tracePt t="156129" x="1708150" y="3003550"/>
          <p14:tracePt t="156146" x="1644650" y="3003550"/>
          <p14:tracePt t="156163" x="1543050" y="3022600"/>
          <p14:tracePt t="156179" x="1473200" y="3022600"/>
          <p14:tracePt t="156197" x="1365250" y="3009900"/>
          <p14:tracePt t="156212" x="1346200" y="3009900"/>
          <p14:tracePt t="156229" x="1327150" y="3009900"/>
          <p14:tracePt t="156246" x="1295400" y="3009900"/>
          <p14:tracePt t="156262" x="1276350" y="3009900"/>
          <p14:tracePt t="156279" x="1270000" y="3009900"/>
          <p14:tracePt t="156296" x="1263650" y="3009900"/>
          <p14:tracePt t="156312" x="1250950" y="3009900"/>
          <p14:tracePt t="156345" x="1238250" y="3016250"/>
          <p14:tracePt t="156362" x="1212850" y="3016250"/>
          <p14:tracePt t="156379" x="1187450" y="2997200"/>
          <p14:tracePt t="156395" x="1168400" y="2997200"/>
          <p14:tracePt t="156412" x="1111250" y="2965450"/>
          <p14:tracePt t="156429" x="1041400" y="2946400"/>
          <p14:tracePt t="156445" x="1009650" y="2933700"/>
          <p14:tracePt t="156462" x="971550" y="2921000"/>
          <p14:tracePt t="156478" x="908050" y="2908300"/>
          <p14:tracePt t="156495" x="895350" y="2908300"/>
          <p14:tracePt t="156512" x="882650" y="2895600"/>
          <p14:tracePt t="156528" x="863600" y="2895600"/>
          <p14:tracePt t="156640" x="869950" y="2895600"/>
          <p14:tracePt t="156661" x="876300" y="2895600"/>
          <p14:tracePt t="156682" x="882650" y="2895600"/>
          <p14:tracePt t="156702" x="889000" y="2889250"/>
          <p14:tracePt t="156710" x="895350" y="2889250"/>
          <p14:tracePt t="156724" x="901700" y="2882900"/>
          <p14:tracePt t="156731" x="914400" y="2882900"/>
          <p14:tracePt t="156747" x="927100" y="2876550"/>
          <p14:tracePt t="156760" x="958850" y="2863850"/>
          <p14:tracePt t="156777" x="990600" y="2857500"/>
          <p14:tracePt t="156794" x="1047750" y="2832100"/>
          <p14:tracePt t="156811" x="1079500" y="2825750"/>
          <p14:tracePt t="156827" x="1162050" y="2806700"/>
          <p14:tracePt t="156844" x="1263650" y="2800350"/>
          <p14:tracePt t="156860" x="1308100" y="2794000"/>
          <p14:tracePt t="156877" x="1422400" y="2794000"/>
          <p14:tracePt t="156893" x="1530350" y="2781300"/>
          <p14:tracePt t="156911" x="1581150" y="2781300"/>
          <p14:tracePt t="156927" x="1663700" y="2774950"/>
          <p14:tracePt t="156943" x="1720850" y="2762250"/>
          <p14:tracePt t="156960" x="1739900" y="2755900"/>
          <p14:tracePt t="156977" x="1784350" y="2736850"/>
          <p14:tracePt t="156993" x="1803400" y="2730500"/>
          <p14:tracePt t="157011" x="1809750" y="2730500"/>
          <p14:tracePt t="157061" x="1809750" y="2724150"/>
          <p14:tracePt t="157110" x="1803400" y="2724150"/>
          <p14:tracePt t="157123" x="1797050" y="2717800"/>
          <p14:tracePt t="157130" x="1790700" y="2717800"/>
          <p14:tracePt t="157146" x="1778000" y="2717800"/>
          <p14:tracePt t="157160" x="1771650" y="2717800"/>
          <p14:tracePt t="157176" x="1727200" y="2717800"/>
          <p14:tracePt t="157193" x="1701800" y="2717800"/>
          <p14:tracePt t="157210" x="1619250" y="2711450"/>
          <p14:tracePt t="157226" x="1504950" y="2692400"/>
          <p14:tracePt t="157243" x="1397000" y="2692400"/>
          <p14:tracePt t="157259" x="1346200" y="2692400"/>
          <p14:tracePt t="157276" x="1282700" y="2679700"/>
          <p14:tracePt t="157293" x="1244600" y="2679700"/>
          <p14:tracePt t="157309" x="1231900" y="2679700"/>
          <p14:tracePt t="157326" x="1219200" y="2679700"/>
          <p14:tracePt t="157426" x="1219200" y="2686050"/>
          <p14:tracePt t="157482" x="1219200" y="2692400"/>
          <p14:tracePt t="157496" x="1219200" y="2698750"/>
          <p14:tracePt t="157509" x="1212850" y="2705100"/>
          <p14:tracePt t="158142" x="1219200" y="2705100"/>
          <p14:tracePt t="158157" x="1231900" y="2705100"/>
          <p14:tracePt t="158163" x="1238250" y="2705100"/>
          <p14:tracePt t="158185" x="1250950" y="2711450"/>
          <p14:tracePt t="158199" x="1257300" y="2711450"/>
          <p14:tracePt t="158208" x="1263650" y="2711450"/>
          <p14:tracePt t="158222" x="1289050" y="2717800"/>
          <p14:tracePt t="158239" x="1339850" y="2730500"/>
          <p14:tracePt t="158256" x="1397000" y="2743200"/>
          <p14:tracePt t="158272" x="1428750" y="2762250"/>
          <p14:tracePt t="158289" x="1485900" y="2774950"/>
          <p14:tracePt t="158305" x="1536700" y="2787650"/>
          <p14:tracePt t="158322" x="1555750" y="2800350"/>
          <p14:tracePt t="158339" x="1574800" y="2800350"/>
          <p14:tracePt t="158355" x="1587500" y="2806700"/>
          <p14:tracePt t="158372" x="1593850" y="2806700"/>
          <p14:tracePt t="158405" x="1593850" y="2813050"/>
          <p14:tracePt t="158425" x="1593850" y="2819400"/>
          <p14:tracePt t="158515" x="1587500" y="2819400"/>
          <p14:tracePt t="158550" x="1581150" y="2819400"/>
          <p14:tracePt t="158564" x="1574800" y="2819400"/>
          <p14:tracePt t="158585" x="1568450" y="2819400"/>
          <p14:tracePt t="158606" x="1562100" y="2819400"/>
          <p14:tracePt t="158648" x="1555750" y="2819400"/>
          <p14:tracePt t="158655" x="1549400" y="2825750"/>
          <p14:tracePt t="158676" x="1543050" y="2825750"/>
          <p14:tracePt t="158697" x="1536700" y="2832100"/>
          <p14:tracePt t="158705" x="1530350" y="2832100"/>
          <p14:tracePt t="158718" x="1524000" y="2832100"/>
          <p14:tracePt t="158739" x="1511300" y="2832100"/>
          <p14:tracePt t="158746" x="1498600" y="2838450"/>
          <p14:tracePt t="158760" x="1479550" y="2838450"/>
          <p14:tracePt t="158770" x="1454150" y="2844800"/>
          <p14:tracePt t="158787" x="1428750" y="2844800"/>
          <p14:tracePt t="158804" x="1377950" y="2851150"/>
          <p14:tracePt t="158820" x="1339850" y="2851150"/>
          <p14:tracePt t="158838" x="1301750" y="2851150"/>
          <p14:tracePt t="158853" x="1295400" y="2851150"/>
          <p14:tracePt t="158870" x="1289050" y="2857500"/>
          <p14:tracePt t="158957" x="1295400" y="2857500"/>
          <p14:tracePt t="158972" x="1308100" y="2857500"/>
          <p14:tracePt t="158978" x="1314450" y="2857500"/>
          <p14:tracePt t="158986" x="1327150" y="2857500"/>
          <p14:tracePt t="159002" x="1339850" y="2851150"/>
          <p14:tracePt t="159020" x="1390650" y="2844800"/>
          <p14:tracePt t="159036" x="1416050" y="2844800"/>
          <p14:tracePt t="159040" x="1454150" y="2832100"/>
          <p14:tracePt t="159053" x="1511300" y="2825750"/>
          <p14:tracePt t="159070" x="1619250" y="2800350"/>
          <p14:tracePt t="159086" x="1670050" y="2787650"/>
          <p14:tracePt t="159103" x="1765300" y="2774950"/>
          <p14:tracePt t="159119" x="1822450" y="2762250"/>
          <p14:tracePt t="159136" x="1835150" y="2762250"/>
          <p14:tracePt t="159153" x="1854200" y="2755900"/>
          <p14:tracePt t="159169" x="1860550" y="2755900"/>
          <p14:tracePt t="159399" x="1854200" y="2755900"/>
          <p14:tracePt t="159406" x="1847850" y="2755900"/>
          <p14:tracePt t="159421" x="1835150" y="2755900"/>
          <p14:tracePt t="159434" x="1828800" y="2755900"/>
          <p14:tracePt t="159451" x="1778000" y="2762250"/>
          <p14:tracePt t="159469" x="1739900" y="2762250"/>
          <p14:tracePt t="159485" x="1606550" y="2781300"/>
          <p14:tracePt t="159501" x="1466850" y="2787650"/>
          <p14:tracePt t="159518" x="1333500" y="2794000"/>
          <p14:tracePt t="159534" x="1295400" y="2794000"/>
          <p14:tracePt t="159538" x="1270000" y="2806700"/>
          <p14:tracePt t="159551" x="1238250" y="2806700"/>
          <p14:tracePt t="159568" x="1225550" y="2806700"/>
          <p14:tracePt t="159584" x="1219200" y="2806700"/>
          <p14:tracePt t="159617" x="1212850" y="2800350"/>
          <p14:tracePt t="159634" x="1200150" y="2800350"/>
          <p14:tracePt t="159651" x="1193800" y="2794000"/>
          <p14:tracePt t="159667" x="1187450" y="2787650"/>
          <p14:tracePt t="159684" x="1181100" y="2787650"/>
          <p14:tracePt t="159701" x="1168400" y="2787650"/>
          <p14:tracePt t="159717" x="1162050" y="2787650"/>
          <p14:tracePt t="159734" x="1149350" y="2787650"/>
          <p14:tracePt t="159778" x="1149350" y="2794000"/>
          <p14:tracePt t="159912" x="1162050" y="2794000"/>
          <p14:tracePt t="159919" x="1168400" y="2794000"/>
          <p14:tracePt t="159935" x="1187450" y="2794000"/>
          <p14:tracePt t="159950" x="1206500" y="2794000"/>
          <p14:tracePt t="159966" x="1295400" y="2794000"/>
          <p14:tracePt t="159983" x="1460500" y="2781300"/>
          <p14:tracePt t="159999" x="1549400" y="2781300"/>
          <p14:tracePt t="160017" x="1739900" y="2781300"/>
          <p14:tracePt t="160032" x="1892300" y="2781300"/>
          <p14:tracePt t="160049" x="1943100" y="2781300"/>
          <p14:tracePt t="160066" x="2006600" y="2781300"/>
          <p14:tracePt t="160082" x="2038350" y="2781300"/>
          <p14:tracePt t="160099" x="2051050" y="2781300"/>
          <p14:tracePt t="160117" x="2057400" y="2781300"/>
          <p14:tracePt t="160340" x="2051050" y="2787650"/>
          <p14:tracePt t="160363" x="2057400" y="2781300"/>
          <p14:tracePt t="160754" x="2070100" y="2781300"/>
          <p14:tracePt t="160761" x="2108200" y="2781300"/>
          <p14:tracePt t="160775" x="2159000" y="2781300"/>
          <p14:tracePt t="160783" x="2222500" y="2781300"/>
          <p14:tracePt t="160798" x="2273300" y="2781300"/>
          <p14:tracePt t="160813" x="2393950" y="2781300"/>
          <p14:tracePt t="160831" x="2444750" y="2781300"/>
          <p14:tracePt t="160847" x="2546350" y="2781300"/>
          <p14:tracePt t="160864" x="2590800" y="2774950"/>
          <p14:tracePt t="160881" x="2686050" y="2755900"/>
          <p14:tracePt t="160896" x="2717800" y="2755900"/>
          <p14:tracePt t="160913" x="2730500" y="2749550"/>
          <p14:tracePt t="160930" x="2762250" y="2749550"/>
          <p14:tracePt t="160946" x="2787650" y="2749550"/>
          <p14:tracePt t="160964" x="2800350" y="2749550"/>
          <p14:tracePt t="160980" x="2806700" y="2749550"/>
          <p14:tracePt t="160996" x="2825750" y="2749550"/>
          <p14:tracePt t="161014" x="2844800" y="2749550"/>
          <p14:tracePt t="161046" x="2851150" y="2749550"/>
          <p14:tracePt t="161064" x="2857500" y="2755900"/>
          <p14:tracePt t="161079" x="2863850" y="2755900"/>
          <p14:tracePt t="161096" x="2870200" y="2762250"/>
          <p14:tracePt t="161128" x="2876550" y="2762250"/>
          <p14:tracePt t="161146" x="2882900" y="2762250"/>
          <p14:tracePt t="161163" x="2889250" y="2768600"/>
          <p14:tracePt t="161196" x="2895600" y="2774950"/>
          <p14:tracePt t="161212" x="2921000" y="2774950"/>
          <p14:tracePt t="161229" x="2965450" y="2787650"/>
          <p14:tracePt t="161246" x="3035300" y="2800350"/>
          <p14:tracePt t="161263" x="3073400" y="2813050"/>
          <p14:tracePt t="161279" x="3168650" y="2825750"/>
          <p14:tracePt t="161295" x="3238500" y="2844800"/>
          <p14:tracePt t="161312" x="3282950" y="2851150"/>
          <p14:tracePt t="161328" x="3314700" y="2857500"/>
          <p14:tracePt t="161345" x="3333750" y="2863850"/>
          <p14:tracePt t="161362" x="3340100" y="2863850"/>
          <p14:tracePt t="161379" x="3346450" y="2870200"/>
          <p14:tracePt t="161414" x="3346450" y="2876550"/>
          <p14:tracePt t="161434" x="3352800" y="2882900"/>
          <p14:tracePt t="161442" x="3365500" y="2882900"/>
          <p14:tracePt t="161456" x="3378200" y="2882900"/>
          <p14:tracePt t="161464" x="3390900" y="2889250"/>
          <p14:tracePt t="161479" x="3409950" y="2889250"/>
          <p14:tracePt t="161495" x="3441700" y="2889250"/>
          <p14:tracePt t="161511" x="3530600" y="2889250"/>
          <p14:tracePt t="161527" x="3670300" y="2889250"/>
          <p14:tracePt t="161544" x="3733800" y="2895600"/>
          <p14:tracePt t="161548" x="3810000" y="2895600"/>
          <p14:tracePt t="161561" x="3879850" y="2908300"/>
          <p14:tracePt t="161578" x="3981450" y="2908300"/>
          <p14:tracePt t="161594" x="4019550" y="2908300"/>
          <p14:tracePt t="161611" x="4076700" y="2908300"/>
          <p14:tracePt t="161627" x="4108450" y="2908300"/>
          <p14:tracePt t="161644" x="4114800" y="2908300"/>
          <p14:tracePt t="161660" x="4133850" y="2908300"/>
          <p14:tracePt t="161677" x="4146550" y="2908300"/>
          <p14:tracePt t="161710" x="4165600" y="2908300"/>
          <p14:tracePt t="161727" x="4191000" y="2908300"/>
          <p14:tracePt t="161744" x="4216400" y="2908300"/>
          <p14:tracePt t="161760" x="4235450" y="2914650"/>
          <p14:tracePt t="161777" x="4248150" y="2914650"/>
          <p14:tracePt t="161793" x="4260850" y="2914650"/>
          <p14:tracePt t="161810" x="4267200" y="2914650"/>
          <p14:tracePt t="161898" x="4260850" y="2914650"/>
          <p14:tracePt t="161905" x="4254500" y="2908300"/>
          <p14:tracePt t="161919" x="4248150" y="2908300"/>
          <p14:tracePt t="161929" x="4241800" y="2901950"/>
          <p14:tracePt t="161943" x="4229100" y="2901950"/>
          <p14:tracePt t="161959" x="4159250" y="2889250"/>
          <p14:tracePt t="161976" x="4019550" y="2857500"/>
          <p14:tracePt t="161992" x="3911600" y="2838450"/>
          <p14:tracePt t="162009" x="3651250" y="2781300"/>
          <p14:tracePt t="162026" x="3314700" y="2736850"/>
          <p14:tracePt t="162042" x="3143250" y="2711450"/>
          <p14:tracePt t="162046" x="3016250" y="2686050"/>
          <p14:tracePt t="162062" x="2889250" y="2679700"/>
          <p14:tracePt t="162076" x="2698750" y="2654300"/>
          <p14:tracePt t="162092" x="2628900" y="2647950"/>
          <p14:tracePt t="162109" x="2552700" y="2647950"/>
          <p14:tracePt t="162125" x="2527300" y="2647950"/>
          <p14:tracePt t="162142" x="2514600" y="2647950"/>
          <p14:tracePt t="162159" x="2508250" y="2647950"/>
          <p14:tracePt t="162228" x="2514600" y="2647950"/>
          <p14:tracePt t="162256" x="2508250" y="2647950"/>
          <p14:tracePt t="162278" x="2501900" y="2654300"/>
          <p14:tracePt t="163371" x="2527300" y="2647950"/>
          <p14:tracePt t="163377" x="2540000" y="2641600"/>
          <p14:tracePt t="163392" x="2552700" y="2641600"/>
          <p14:tracePt t="163404" x="2565400" y="2635250"/>
          <p14:tracePt t="163421" x="2603500" y="2622550"/>
          <p14:tracePt t="163438" x="2635250" y="2616200"/>
          <p14:tracePt t="163455" x="2705100" y="2609850"/>
          <p14:tracePt t="163471" x="2800350" y="2590800"/>
          <p14:tracePt t="163487" x="2851150" y="2571750"/>
          <p14:tracePt t="163504" x="2946400" y="2559050"/>
          <p14:tracePt t="163520" x="3067050" y="2527300"/>
          <p14:tracePt t="163537" x="3124200" y="2508250"/>
          <p14:tracePt t="163554" x="3232150" y="2482850"/>
          <p14:tracePt t="163570" x="3276600" y="2463800"/>
          <p14:tracePt t="163574" x="3314700" y="2451100"/>
          <p14:tracePt t="163588" x="3378200" y="2432050"/>
          <p14:tracePt t="163604" x="3390900" y="2425700"/>
          <p14:tracePt t="163620" x="3409950" y="2419350"/>
          <p14:tracePt t="163637" x="3435350" y="2413000"/>
          <p14:tracePt t="163653" x="3441700" y="2413000"/>
          <p14:tracePt t="163670" x="3448050" y="2413000"/>
          <p14:tracePt t="163686" x="3454400" y="2413000"/>
          <p14:tracePt t="163703" x="3460750" y="2419350"/>
          <p14:tracePt t="163720" x="3460750" y="2432050"/>
          <p14:tracePt t="163737" x="3460750" y="2444750"/>
          <p14:tracePt t="163753" x="3460750" y="2451100"/>
          <p14:tracePt t="163770" x="3460750" y="2463800"/>
          <p14:tracePt t="163786" x="3460750" y="2470150"/>
          <p14:tracePt t="163803" x="3448050" y="2482850"/>
          <p14:tracePt t="163841" x="3441700" y="2489200"/>
          <p14:tracePt t="163862" x="3441700" y="2495550"/>
          <p14:tracePt t="163890" x="3435350" y="2495550"/>
          <p14:tracePt t="163911" x="3435350" y="2501900"/>
          <p14:tracePt t="163932" x="3435350" y="2508250"/>
          <p14:tracePt t="163939" x="3435350" y="2514600"/>
          <p14:tracePt t="164094" x="3441700" y="2514600"/>
          <p14:tracePt t="164100" x="3441700" y="2508250"/>
          <p14:tracePt t="164115" x="3441700" y="2501900"/>
          <p14:tracePt t="164137" x="3454400" y="2495550"/>
          <p14:tracePt t="164143" x="3460750" y="2482850"/>
          <p14:tracePt t="164152" x="3486150" y="2463800"/>
          <p14:tracePt t="164168" x="3517900" y="2438400"/>
          <p14:tracePt t="164185" x="3644900" y="2336800"/>
          <p14:tracePt t="164202" x="3740150" y="2266950"/>
          <p14:tracePt t="164220" x="4025900" y="2063750"/>
          <p14:tracePt t="164235" x="4210050" y="1936750"/>
          <p14:tracePt t="164252" x="4419600" y="1784350"/>
          <p14:tracePt t="164269" x="4864100" y="1479550"/>
          <p14:tracePt t="164285" x="5073650" y="1314450"/>
          <p14:tracePt t="164301" x="5467350" y="1035050"/>
          <p14:tracePt t="164318" x="5740400" y="844550"/>
          <p14:tracePt t="164335" x="5905500" y="717550"/>
          <p14:tracePt t="164352" x="5962650" y="679450"/>
          <p14:tracePt t="164369" x="6038850" y="628650"/>
          <p14:tracePt t="164384" x="6089650" y="609600"/>
          <p14:tracePt t="164401" x="6115050" y="596900"/>
          <p14:tracePt t="164418" x="6146800" y="577850"/>
          <p14:tracePt t="164434" x="6197600" y="558800"/>
          <p14:tracePt t="164451" x="6248400" y="546100"/>
          <p14:tracePt t="164468" x="6267450" y="539750"/>
          <p14:tracePt t="164484" x="6311900" y="520700"/>
          <p14:tracePt t="164501" x="6451600" y="469900"/>
          <p14:tracePt t="164517" x="6521450" y="438150"/>
          <p14:tracePt t="164534" x="6584950" y="400050"/>
          <p14:tracePt t="164551" x="6756400" y="336550"/>
          <p14:tracePt t="164568" x="6921500" y="266700"/>
          <p14:tracePt t="164583" x="6997700" y="234950"/>
          <p14:tracePt t="164600" x="7105650" y="209550"/>
          <p14:tracePt t="164617" x="7162800" y="196850"/>
          <p14:tracePt t="164651" x="7169150" y="196850"/>
          <p14:tracePt t="164676" x="7162800" y="196850"/>
          <p14:tracePt t="164686" x="7156450" y="196850"/>
          <p14:tracePt t="164700" x="7150100" y="196850"/>
          <p14:tracePt t="164717" x="7137400" y="196850"/>
          <p14:tracePt t="164733" x="7137400" y="203200"/>
          <p14:tracePt t="164775" x="7124700" y="203200"/>
          <p14:tracePt t="164803" x="7118350" y="209550"/>
          <p14:tracePt t="164824" x="7112000" y="209550"/>
          <p14:tracePt t="164845" x="7105650" y="209550"/>
          <p14:tracePt t="164852" x="7099300" y="215900"/>
          <p14:tracePt t="164869" x="7092950" y="222250"/>
          <p14:tracePt t="164883" x="7092950" y="228600"/>
          <p14:tracePt t="164900" x="7067550" y="241300"/>
          <p14:tracePt t="164916" x="7023100" y="260350"/>
          <p14:tracePt t="164932" x="6991350" y="285750"/>
          <p14:tracePt t="164950" x="6889750" y="330200"/>
          <p14:tracePt t="164966" x="6788150" y="387350"/>
          <p14:tracePt t="164983" x="6731000" y="406400"/>
          <p14:tracePt t="164999" x="6661150" y="438150"/>
          <p14:tracePt t="165015" x="6604000" y="469900"/>
          <p14:tracePt t="165032" x="6584950" y="476250"/>
          <p14:tracePt t="165049" x="6565900" y="488950"/>
          <p14:tracePt t="165065" x="6565900" y="495300"/>
          <p14:tracePt t="165098" x="6578600" y="501650"/>
          <p14:tracePt t="165115" x="6591300" y="501650"/>
          <p14:tracePt t="165132" x="6661150" y="508000"/>
          <p14:tracePt t="165148" x="6724650" y="520700"/>
          <p14:tracePt t="165165" x="6794500" y="539750"/>
          <p14:tracePt t="165182" x="6959600" y="546100"/>
          <p14:tracePt t="165198" x="7150100" y="571500"/>
          <p14:tracePt t="165215" x="7258050" y="590550"/>
          <p14:tracePt t="165231" x="7423150" y="596900"/>
          <p14:tracePt t="165248" x="7531100" y="615950"/>
          <p14:tracePt t="165266" x="7581900" y="622300"/>
          <p14:tracePt t="165281" x="7588250" y="622300"/>
          <p14:tracePt t="165298" x="7594600" y="622300"/>
          <p14:tracePt t="165315" x="7588250" y="622300"/>
          <p14:tracePt t="165331" x="7569200" y="622300"/>
          <p14:tracePt t="165348" x="7562850" y="622300"/>
          <p14:tracePt t="165364" x="7518400" y="622300"/>
          <p14:tracePt t="165381" x="7480300" y="622300"/>
          <p14:tracePt t="165398" x="7416800" y="622300"/>
          <p14:tracePt t="165414" x="7251700" y="622300"/>
          <p14:tracePt t="165431" x="7137400" y="622300"/>
          <p14:tracePt t="165448" x="6921500" y="628650"/>
          <p14:tracePt t="165464" x="6819900" y="628650"/>
          <p14:tracePt t="165481" x="6667500" y="628650"/>
          <p14:tracePt t="165497" x="6572250" y="628650"/>
          <p14:tracePt t="165514" x="6553200" y="628650"/>
          <p14:tracePt t="165530" x="6540500" y="628650"/>
          <p14:tracePt t="165547" x="6534150" y="628650"/>
          <p14:tracePt t="165563" x="6534150" y="635000"/>
          <p14:tracePt t="165580" x="6553200" y="635000"/>
          <p14:tracePt t="165597" x="6648450" y="641350"/>
          <p14:tracePt t="165613" x="6699250" y="641350"/>
          <p14:tracePt t="165617" x="6775450" y="641350"/>
          <p14:tracePt t="165630" x="6851650" y="654050"/>
          <p14:tracePt t="165646" x="6953250" y="666750"/>
          <p14:tracePt t="165663" x="7156450" y="666750"/>
          <p14:tracePt t="165680" x="7245350" y="660400"/>
          <p14:tracePt t="165696" x="7321550" y="660400"/>
          <p14:tracePt t="165713" x="7391400" y="654050"/>
          <p14:tracePt t="165730" x="7404100" y="654050"/>
          <p14:tracePt t="165746" x="7410450" y="654050"/>
          <p14:tracePt t="165779" x="7397750" y="654050"/>
          <p14:tracePt t="165796" x="7372350" y="647700"/>
          <p14:tracePt t="165813" x="7366000" y="647700"/>
          <p14:tracePt t="165829" x="7334250" y="647700"/>
          <p14:tracePt t="165846" x="7264400" y="654050"/>
          <p14:tracePt t="165863" x="7213600" y="654050"/>
          <p14:tracePt t="165879" x="7112000" y="654050"/>
          <p14:tracePt t="165896" x="7080250" y="654050"/>
          <p14:tracePt t="165913" x="7054850" y="654050"/>
          <p14:tracePt t="165929" x="7023100" y="654050"/>
          <p14:tracePt t="165946" x="7016750" y="654050"/>
          <p14:tracePt t="165978" x="7035800" y="654050"/>
          <p14:tracePt t="165996" x="7092950" y="654050"/>
          <p14:tracePt t="166012" x="7156450" y="654050"/>
          <p14:tracePt t="166029" x="7245350" y="654050"/>
          <p14:tracePt t="166045" x="7435850" y="654050"/>
          <p14:tracePt t="166062" x="7537450" y="654050"/>
          <p14:tracePt t="166079" x="7715250" y="654050"/>
          <p14:tracePt t="166095" x="7766050" y="654050"/>
          <p14:tracePt t="166112" x="7785100" y="654050"/>
          <p14:tracePt t="166115" x="7797800" y="654050"/>
          <p14:tracePt t="166136" x="7791450" y="654050"/>
          <p14:tracePt t="166150" x="7778750" y="660400"/>
          <p14:tracePt t="166161" x="7759700" y="660400"/>
          <p14:tracePt t="166178" x="7740650" y="660400"/>
          <p14:tracePt t="166195" x="7689850" y="654050"/>
          <p14:tracePt t="166212" x="7588250" y="647700"/>
          <p14:tracePt t="166228" x="7518400" y="635000"/>
          <p14:tracePt t="166244" x="7454900" y="635000"/>
          <p14:tracePt t="166262" x="7327900" y="615950"/>
          <p14:tracePt t="166277" x="7270750" y="609600"/>
          <p14:tracePt t="166294" x="7213600" y="609600"/>
          <p14:tracePt t="166312" x="7200900" y="609600"/>
          <p14:tracePt t="166328" x="7194550" y="609600"/>
          <p14:tracePt t="166344" x="7200900" y="609600"/>
          <p14:tracePt t="166361" x="7207250" y="609600"/>
          <p14:tracePt t="166377" x="7245350" y="615950"/>
          <p14:tracePt t="166394" x="7277100" y="622300"/>
          <p14:tracePt t="166411" x="7353300" y="622300"/>
          <p14:tracePt t="166428" x="7385050" y="622300"/>
          <p14:tracePt t="166446" x="7442200" y="622300"/>
          <p14:tracePt t="166460" x="7454900" y="622300"/>
          <p14:tracePt t="166477" x="7461250" y="622300"/>
          <p14:tracePt t="166495" x="7461250" y="628650"/>
          <p14:tracePt t="166510" x="7448550" y="628650"/>
          <p14:tracePt t="166527" x="7435850" y="628650"/>
          <p14:tracePt t="166544" x="7366000" y="628650"/>
          <p14:tracePt t="166560" x="7289800" y="615950"/>
          <p14:tracePt t="166577" x="7200900" y="615950"/>
          <p14:tracePt t="166593" x="7010400" y="609600"/>
          <p14:tracePt t="166610" x="6896100" y="596900"/>
          <p14:tracePt t="166614" x="6807200" y="596900"/>
          <p14:tracePt t="166630" x="6731000" y="590550"/>
          <p14:tracePt t="166643" x="6654800" y="590550"/>
          <p14:tracePt t="166661" x="6616700" y="590550"/>
          <p14:tracePt t="166677" x="6578600" y="590550"/>
          <p14:tracePt t="166693" x="6584950" y="590550"/>
          <p14:tracePt t="166710" x="6616700" y="590550"/>
          <p14:tracePt t="166728" x="6667500" y="596900"/>
          <p14:tracePt t="166743" x="6718300" y="596900"/>
          <p14:tracePt t="166759" x="6851650" y="603250"/>
          <p14:tracePt t="166777" x="7054850" y="615950"/>
          <p14:tracePt t="166793" x="7156450" y="628650"/>
          <p14:tracePt t="166809" x="7270750" y="647700"/>
          <p14:tracePt t="166826" x="7416800" y="666750"/>
          <p14:tracePt t="166843" x="7442200" y="673100"/>
          <p14:tracePt t="166859" x="7454900" y="673100"/>
          <p14:tracePt t="166876" x="7461250" y="673100"/>
          <p14:tracePt t="166892" x="7454900" y="673100"/>
          <p14:tracePt t="166909" x="7423150" y="673100"/>
          <p14:tracePt t="166926" x="7277100" y="666750"/>
          <p14:tracePt t="166942" x="7181850" y="654050"/>
          <p14:tracePt t="166959" x="7029450" y="654050"/>
          <p14:tracePt t="167461" x="7054850" y="641350"/>
          <p14:tracePt t="167475" x="7099300" y="609600"/>
          <p14:tracePt t="167482" x="7143750" y="596900"/>
          <p14:tracePt t="167497" x="7207250" y="565150"/>
          <p14:tracePt t="167511" x="7277100" y="539750"/>
          <p14:tracePt t="167523" x="7359650" y="508000"/>
          <p14:tracePt t="167540" x="7448550" y="476250"/>
          <p14:tracePt t="167557" x="7518400" y="444500"/>
          <p14:tracePt t="167575" x="7613650" y="412750"/>
          <p14:tracePt t="167590" x="7639050" y="412750"/>
          <p14:tracePt t="167626" x="7639050" y="419100"/>
          <p14:tracePt t="167639" x="7639050" y="425450"/>
          <p14:tracePt t="167656" x="7632700" y="450850"/>
          <p14:tracePt t="167673" x="7562850" y="577850"/>
          <p14:tracePt t="167690" x="7537450" y="622300"/>
          <p14:tracePt t="167707" x="7461250" y="736600"/>
          <p14:tracePt t="167723" x="7366000" y="831850"/>
          <p14:tracePt t="167739" x="7308850" y="882650"/>
          <p14:tracePt t="167757" x="7175500" y="952500"/>
          <p14:tracePt t="167773" x="7150100" y="958850"/>
          <p14:tracePt t="167789" x="7131050" y="958850"/>
          <p14:tracePt t="167806" x="7092950" y="958850"/>
          <p14:tracePt t="167822" x="7086600" y="958850"/>
          <p14:tracePt t="167839" x="7080250" y="946150"/>
          <p14:tracePt t="167856" x="7080250" y="933450"/>
          <p14:tracePt t="167872" x="7080250" y="895350"/>
          <p14:tracePt t="167890" x="7086600" y="857250"/>
          <p14:tracePt t="167905" x="7112000" y="825500"/>
          <p14:tracePt t="167922" x="7162800" y="762000"/>
          <p14:tracePt t="167939" x="7207250" y="711200"/>
          <p14:tracePt t="167955" x="7308850" y="647700"/>
          <p14:tracePt t="167972" x="7378700" y="609600"/>
          <p14:tracePt t="167988" x="7435850" y="590550"/>
          <p14:tracePt t="168005" x="7543800" y="546100"/>
          <p14:tracePt t="168023" x="7575550" y="533400"/>
          <p14:tracePt t="168038" x="7607300" y="533400"/>
          <p14:tracePt t="168055" x="7607300" y="539750"/>
          <p14:tracePt t="168072" x="7607300" y="596900"/>
          <p14:tracePt t="168088" x="7588250" y="635000"/>
          <p14:tracePt t="168105" x="7569200" y="704850"/>
          <p14:tracePt t="168122" x="7512050" y="793750"/>
          <p14:tracePt t="168138" x="7486650" y="831850"/>
          <p14:tracePt t="168155" x="7410450" y="901700"/>
          <p14:tracePt t="168171" x="7321550" y="933450"/>
          <p14:tracePt t="168188" x="7283450" y="933450"/>
          <p14:tracePt t="168205" x="7219950" y="933450"/>
          <p14:tracePt t="168221" x="7169150" y="901700"/>
          <p14:tracePt t="168238" x="7150100" y="869950"/>
          <p14:tracePt t="168255" x="7112000" y="800100"/>
          <p14:tracePt t="168271" x="7092950" y="730250"/>
          <p14:tracePt t="168287" x="7092950" y="641350"/>
          <p14:tracePt t="168304" x="7105650" y="584200"/>
          <p14:tracePt t="168321" x="7150100" y="501650"/>
          <p14:tracePt t="168337" x="7188200" y="463550"/>
          <p14:tracePt t="168354" x="7232650" y="425450"/>
          <p14:tracePt t="168370" x="7308850" y="393700"/>
          <p14:tracePt t="168388" x="7346950" y="393700"/>
          <p14:tracePt t="168403" x="7404100" y="393700"/>
          <p14:tracePt t="168420" x="7423150" y="393700"/>
          <p14:tracePt t="168437" x="7435850" y="393700"/>
          <p14:tracePt t="168453" x="7448550" y="400050"/>
          <p14:tracePt t="168470" x="7448550" y="406400"/>
          <p14:tracePt t="168487" x="7442200" y="425450"/>
          <p14:tracePt t="168504" x="7429500" y="438150"/>
          <p14:tracePt t="168520" x="7397750" y="488950"/>
          <p14:tracePt t="168537" x="7353300" y="533400"/>
          <p14:tracePt t="168553" x="7321550" y="546100"/>
          <p14:tracePt t="168571" x="7239000" y="584200"/>
          <p14:tracePt t="168586" x="7219950" y="596900"/>
          <p14:tracePt t="168603" x="7194550" y="590550"/>
          <p14:tracePt t="168620" x="7175500" y="584200"/>
          <p14:tracePt t="168636" x="7169150" y="577850"/>
          <p14:tracePt t="168653" x="7169150" y="571500"/>
          <p14:tracePt t="168669" x="7181850" y="558800"/>
          <p14:tracePt t="168686" x="7188200" y="552450"/>
          <p14:tracePt t="168704" x="7194550" y="546100"/>
          <p14:tracePt t="168719" x="7251700" y="527050"/>
          <p14:tracePt t="168736" x="7302500" y="508000"/>
          <p14:tracePt t="168753" x="7359650" y="501650"/>
          <p14:tracePt t="168769" x="7454900" y="469900"/>
          <p14:tracePt t="168785" x="7493000" y="469900"/>
          <p14:tracePt t="168802" x="7524750" y="469900"/>
          <p14:tracePt t="168819" x="7531100" y="469900"/>
          <p14:tracePt t="168852" x="7524750" y="488950"/>
          <p14:tracePt t="168869" x="7467600" y="558800"/>
          <p14:tracePt t="168886" x="7359650" y="641350"/>
          <p14:tracePt t="168902" x="7219950" y="730250"/>
          <p14:tracePt t="168918" x="7137400" y="787400"/>
          <p14:tracePt t="168936" x="6965950" y="857250"/>
          <p14:tracePt t="168952" x="6737350" y="895350"/>
          <p14:tracePt t="168968" x="6635750" y="895350"/>
          <p14:tracePt t="168985" x="6477000" y="876300"/>
          <p14:tracePt t="169002" x="6400800" y="831850"/>
          <p14:tracePt t="169018" x="6388100" y="819150"/>
          <p14:tracePt t="169900" x="6369050" y="825500"/>
          <p14:tracePt t="169914" x="6324600" y="844550"/>
          <p14:tracePt t="169921" x="6261100" y="863600"/>
          <p14:tracePt t="169936" x="6178550" y="901700"/>
          <p14:tracePt t="169952" x="6070600" y="946150"/>
          <p14:tracePt t="169965" x="5956300" y="984250"/>
          <p14:tracePt t="169982" x="5803900" y="1047750"/>
          <p14:tracePt t="169999" x="5181600" y="1282700"/>
          <p14:tracePt t="170015" x="4965700" y="1371600"/>
          <p14:tracePt t="170032" x="4648200" y="1524000"/>
          <p14:tracePt t="170048" x="4438650" y="1619250"/>
          <p14:tracePt t="170064" x="4356100" y="1670050"/>
          <p14:tracePt t="170082" x="4210050" y="1758950"/>
          <p14:tracePt t="170098" x="4095750" y="1835150"/>
          <p14:tracePt t="170114" x="4044950" y="1873250"/>
          <p14:tracePt t="170132" x="3886200" y="2006600"/>
          <p14:tracePt t="170148" x="3822700" y="2063750"/>
          <p14:tracePt t="170164" x="3778250" y="2114550"/>
          <p14:tracePt t="170181" x="3683000" y="2241550"/>
          <p14:tracePt t="170198" x="3556000" y="2419350"/>
          <p14:tracePt t="170214" x="3505200" y="2489200"/>
          <p14:tracePt t="170231" x="3416300" y="2641600"/>
          <p14:tracePt t="170248" x="3302000" y="2794000"/>
          <p14:tracePt t="170265" x="3194050" y="2946400"/>
          <p14:tracePt t="170281" x="3117850" y="3016250"/>
          <p14:tracePt t="170297" x="2990850" y="3124200"/>
          <p14:tracePt t="170314" x="2876550" y="3181350"/>
          <p14:tracePt t="170330" x="2825750" y="3200400"/>
          <p14:tracePt t="170347" x="2743200" y="3219450"/>
          <p14:tracePt t="170364" x="2667000" y="3213100"/>
          <p14:tracePt t="170944" x="2660650" y="3213100"/>
          <p14:tracePt t="170958" x="2654300" y="3213100"/>
          <p14:tracePt t="170965" x="2628900" y="3206750"/>
          <p14:tracePt t="170981" x="2609850" y="3200400"/>
          <p14:tracePt t="170995" x="2578100" y="3187700"/>
          <p14:tracePt t="171012" x="2495550" y="3149600"/>
          <p14:tracePt t="171028" x="2362200" y="3124200"/>
          <p14:tracePt t="171045" x="2279650" y="3105150"/>
          <p14:tracePt t="171061" x="2089150" y="3073400"/>
          <p14:tracePt t="171078" x="1892300" y="3009900"/>
          <p14:tracePt t="171094" x="1803400" y="2990850"/>
          <p14:tracePt t="171112" x="1593850" y="2952750"/>
          <p14:tracePt t="171127" x="1460500" y="2921000"/>
          <p14:tracePt t="171144" x="1409700" y="2914650"/>
          <p14:tracePt t="171161" x="1358900" y="2901950"/>
          <p14:tracePt t="171177" x="1346200" y="2901950"/>
          <p14:tracePt t="171194" x="1339850" y="2901950"/>
          <p14:tracePt t="171225" x="1346200" y="2901950"/>
          <p14:tracePt t="171246" x="1352550" y="2901950"/>
          <p14:tracePt t="171267" x="1365250" y="2901950"/>
          <p14:tracePt t="171281" x="1377950" y="2895600"/>
          <p14:tracePt t="171288" x="1390650" y="2895600"/>
          <p14:tracePt t="171296" x="1390650" y="2889250"/>
          <p14:tracePt t="171311" x="1409700" y="2889250"/>
          <p14:tracePt t="171327" x="1435100" y="2889250"/>
          <p14:tracePt t="171344" x="1479550" y="2870200"/>
          <p14:tracePt t="171360" x="1574800" y="2863850"/>
          <p14:tracePt t="171377" x="1631950" y="2844800"/>
          <p14:tracePt t="171393" x="1758950" y="2825750"/>
          <p14:tracePt t="171410" x="1930400" y="2819400"/>
          <p14:tracePt t="171427" x="2032000" y="2806700"/>
          <p14:tracePt t="171443" x="2197100" y="2800350"/>
          <p14:tracePt t="171460" x="2349500" y="2787650"/>
          <p14:tracePt t="171477" x="2451100" y="2787650"/>
          <p14:tracePt t="171493" x="2495550" y="2781300"/>
          <p14:tracePt t="171510" x="2533650" y="2781300"/>
          <p14:tracePt t="171527" x="2552700" y="2781300"/>
          <p14:tracePt t="171543" x="2559050" y="2781300"/>
          <p14:tracePt t="171560" x="2565400" y="2781300"/>
          <p14:tracePt t="171576" x="2578100" y="2781300"/>
          <p14:tracePt t="171610" x="2584450" y="2781300"/>
          <p14:tracePt t="171625" x="2590800" y="2781300"/>
          <p14:tracePt t="171688" x="2584450" y="2787650"/>
          <p14:tracePt t="171694" x="2584450" y="2794000"/>
          <p14:tracePt t="172238" x="2603500" y="2794000"/>
          <p14:tracePt t="172260" x="2654300" y="2800350"/>
          <p14:tracePt t="172267" x="2673350" y="2800350"/>
          <p14:tracePt t="172281" x="2692400" y="2806700"/>
          <p14:tracePt t="172290" x="2717800" y="2819400"/>
          <p14:tracePt t="172307" x="2743200" y="2825750"/>
          <p14:tracePt t="172324" x="2794000" y="2838450"/>
          <p14:tracePt t="172340" x="2851150" y="2851150"/>
          <p14:tracePt t="172357" x="2895600" y="2851150"/>
          <p14:tracePt t="172374" x="2959100" y="2851150"/>
          <p14:tracePt t="172390" x="2990850" y="2851150"/>
          <p14:tracePt t="172408" x="3041650" y="2851150"/>
          <p14:tracePt t="172423" x="3054350" y="2851150"/>
          <p14:tracePt t="172440" x="3060700" y="2851150"/>
          <p14:tracePt t="172457" x="3073400" y="2851150"/>
          <p14:tracePt t="172473" x="3079750" y="2851150"/>
          <p14:tracePt t="172541" x="3073400" y="2851150"/>
          <p14:tracePt t="172569" x="3067050" y="2851150"/>
          <p14:tracePt t="172597" x="3060700" y="2851150"/>
          <p14:tracePt t="172612" x="3060700" y="2857500"/>
          <p14:tracePt t="172618" x="3054350" y="2870200"/>
          <p14:tracePt t="173523" x="3016250" y="2870200"/>
          <p14:tracePt t="173537" x="2965450" y="2870200"/>
          <p14:tracePt t="173544" x="2914650" y="2870200"/>
          <p14:tracePt t="173553" x="2863850" y="2870200"/>
          <p14:tracePt t="173569" x="2800350" y="2870200"/>
          <p14:tracePt t="173586" x="2679700" y="2870200"/>
          <p14:tracePt t="173602" x="2628900" y="2870200"/>
          <p14:tracePt t="173619" x="2501900" y="2882900"/>
          <p14:tracePt t="173636" x="2374900" y="2882900"/>
          <p14:tracePt t="173653" x="2324100" y="2882900"/>
          <p14:tracePt t="173670" x="2216150" y="2876550"/>
          <p14:tracePt t="173686" x="2159000" y="2876550"/>
          <p14:tracePt t="173702" x="2133600" y="2876550"/>
          <p14:tracePt t="173719" x="2089150" y="2876550"/>
          <p14:tracePt t="173735" x="2032000" y="2876550"/>
          <p14:tracePt t="173752" x="1993900" y="2876550"/>
          <p14:tracePt t="173769" x="1930400" y="2870200"/>
          <p14:tracePt t="173785" x="1854200" y="2857500"/>
          <p14:tracePt t="173802" x="1828800" y="2844800"/>
          <p14:tracePt t="173818" x="1771650" y="2832100"/>
          <p14:tracePt t="173835" x="1708150" y="2825750"/>
          <p14:tracePt t="173852" x="1682750" y="2819400"/>
          <p14:tracePt t="173868" x="1612900" y="2813050"/>
          <p14:tracePt t="173886" x="1581150" y="2800350"/>
          <p14:tracePt t="173902" x="1524000" y="2787650"/>
          <p14:tracePt t="173904" x="1504950" y="2787650"/>
          <p14:tracePt t="173918" x="1492250" y="2781300"/>
          <p14:tracePt t="173935" x="1479550" y="2781300"/>
          <p14:tracePt t="173951" x="1466850" y="2774950"/>
          <p14:tracePt t="173968" x="1460500" y="2774950"/>
          <p14:tracePt t="174028" x="1466850" y="2774950"/>
          <p14:tracePt t="174036" x="1473200" y="2774950"/>
          <p14:tracePt t="174042" x="1479550" y="2774950"/>
          <p14:tracePt t="174057" x="1498600" y="2774950"/>
          <p14:tracePt t="174067" x="1511300" y="2774950"/>
          <p14:tracePt t="174086" x="1574800" y="2774950"/>
          <p14:tracePt t="174101" x="1638300" y="2774950"/>
          <p14:tracePt t="174117" x="1822450" y="2762250"/>
          <p14:tracePt t="174134" x="2044700" y="2762250"/>
          <p14:tracePt t="174150" x="2184400" y="2762250"/>
          <p14:tracePt t="174168" x="2324100" y="2762250"/>
          <p14:tracePt t="174184" x="2724150" y="2743200"/>
          <p14:tracePt t="174201" x="2813050" y="2743200"/>
          <p14:tracePt t="174219" x="2940050" y="2743200"/>
          <p14:tracePt t="174234" x="2965450" y="2743200"/>
          <p14:tracePt t="174250" x="3009900" y="2743200"/>
          <p14:tracePt t="174267" x="3022600" y="2749550"/>
          <p14:tracePt t="174323" x="3016250" y="2749550"/>
          <p14:tracePt t="174344" x="3009900" y="2743200"/>
          <p14:tracePt t="174358" x="2997200" y="2743200"/>
          <p14:tracePt t="174365" x="2990850" y="2743200"/>
          <p14:tracePt t="174379" x="2965450" y="2743200"/>
          <p14:tracePt t="174386" x="2927350" y="2743200"/>
          <p14:tracePt t="174400" x="2876550" y="2743200"/>
          <p14:tracePt t="174417" x="2736850" y="2749550"/>
          <p14:tracePt t="174433" x="2635250" y="2749550"/>
          <p14:tracePt t="174450" x="2444750" y="2749550"/>
          <p14:tracePt t="174466" x="2279650" y="2743200"/>
          <p14:tracePt t="174483" x="2209800" y="2736850"/>
          <p14:tracePt t="174499" x="2146300" y="2736850"/>
          <p14:tracePt t="174516" x="2127250" y="2736850"/>
          <p14:tracePt t="174534" x="2101850" y="2743200"/>
          <p14:tracePt t="174549" x="2095500" y="2743200"/>
          <p14:tracePt t="174597" x="2101850" y="2743200"/>
          <p14:tracePt t="174625" x="2101850" y="2749550"/>
          <p14:tracePt t="174744" x="2108200" y="2749550"/>
          <p14:tracePt t="174779" x="2120900" y="2749550"/>
          <p14:tracePt t="174786" x="2127250" y="2749550"/>
          <p14:tracePt t="174801" x="2139950" y="2749550"/>
          <p14:tracePt t="174815" x="2190750" y="2749550"/>
          <p14:tracePt t="174832" x="2247900" y="2762250"/>
          <p14:tracePt t="174848" x="2336800" y="2762250"/>
          <p14:tracePt t="174864" x="2565400" y="2781300"/>
          <p14:tracePt t="174881" x="2914650" y="2806700"/>
          <p14:tracePt t="174899" x="3270250" y="2844800"/>
          <p14:tracePt t="174914" x="3435350" y="2851150"/>
          <p14:tracePt t="174931" x="3651250" y="2882900"/>
          <p14:tracePt t="174948" x="3810000" y="2895600"/>
          <p14:tracePt t="174964" x="3848100" y="2895600"/>
          <p14:tracePt t="174981" x="3898900" y="2895600"/>
          <p14:tracePt t="174998" x="3917950" y="2895600"/>
          <p14:tracePt t="175014" x="3924300" y="2895600"/>
          <p14:tracePt t="175032" x="3924300" y="2901950"/>
          <p14:tracePt t="175049" x="3937000" y="2901950"/>
          <p14:tracePt t="175064" x="3943350" y="2901950"/>
          <p14:tracePt t="175867" x="3930650" y="2901950"/>
          <p14:tracePt t="175881" x="3911600" y="2901950"/>
          <p14:tracePt t="175888" x="3873500" y="2889250"/>
          <p14:tracePt t="175902" x="3829050" y="2882900"/>
          <p14:tracePt t="175911" x="3778250" y="2882900"/>
          <p14:tracePt t="175928" x="3727450" y="2863850"/>
          <p14:tracePt t="175944" x="3594100" y="2838450"/>
          <p14:tracePt t="175961" x="3435350" y="2819400"/>
          <p14:tracePt t="175978" x="3321050" y="2806700"/>
          <p14:tracePt t="175994" x="3117850" y="2755900"/>
          <p14:tracePt t="176011" x="2908300" y="2705100"/>
          <p14:tracePt t="176029" x="2774950" y="2673350"/>
          <p14:tracePt t="176044" x="2730500" y="2667000"/>
          <p14:tracePt t="176061" x="2705100" y="2660650"/>
          <p14:tracePt t="176078" x="2660650" y="2641600"/>
          <p14:tracePt t="176094" x="2654300" y="2635250"/>
          <p14:tracePt t="176111" x="2647950" y="2635250"/>
          <p14:tracePt t="176127" x="2641600" y="2635250"/>
          <p14:tracePt t="176148" x="2635250" y="2635250"/>
          <p14:tracePt t="176169" x="2628900" y="2635250"/>
          <p14:tracePt t="176183" x="2622550" y="2635250"/>
          <p14:tracePt t="176204" x="2609850" y="2635250"/>
          <p14:tracePt t="176213" x="2584450" y="2641600"/>
          <p14:tracePt t="176227" x="2565400" y="2641600"/>
          <p14:tracePt t="176243" x="2508250" y="2647950"/>
          <p14:tracePt t="176260" x="2413000" y="2667000"/>
          <p14:tracePt t="176277" x="2362200" y="2673350"/>
          <p14:tracePt t="176293" x="2266950" y="2692400"/>
          <p14:tracePt t="176310" x="2171700" y="2705100"/>
          <p14:tracePt t="176326" x="2127250" y="2717800"/>
          <p14:tracePt t="176343" x="2101850" y="2717800"/>
          <p14:tracePt t="176360" x="2044700" y="2730500"/>
          <p14:tracePt t="176394" x="2038350" y="2736850"/>
          <p14:tracePt t="176409" x="2032000" y="2736850"/>
          <p14:tracePt t="176446" x="2032000" y="2743200"/>
          <p14:tracePt t="176459" x="2038350" y="2743200"/>
          <p14:tracePt t="176476" x="2057400" y="2743200"/>
          <p14:tracePt t="176494" x="2101850" y="2743200"/>
          <p14:tracePt t="176509" x="2139950" y="2743200"/>
          <p14:tracePt t="176527" x="2235200" y="2724150"/>
          <p14:tracePt t="176542" x="2400300" y="2711450"/>
          <p14:tracePt t="176559" x="2501900" y="2711450"/>
          <p14:tracePt t="176576" x="2730500" y="2679700"/>
          <p14:tracePt t="176592" x="2933700" y="2660650"/>
          <p14:tracePt t="176609" x="3022600" y="2654300"/>
          <p14:tracePt t="176625" x="3194050" y="2641600"/>
          <p14:tracePt t="176642" x="3308350" y="2635250"/>
          <p14:tracePt t="176659" x="3340100" y="2635250"/>
          <p14:tracePt t="176676" x="3378200" y="2628900"/>
          <p14:tracePt t="176692" x="3384550" y="2628900"/>
          <p14:tracePt t="176801" x="3378200" y="2628900"/>
          <p14:tracePt t="176850" x="3371850" y="2628900"/>
          <p14:tracePt t="176906" x="3359150" y="2628900"/>
          <p14:tracePt t="176913" x="3352800" y="2628900"/>
          <p14:tracePt t="176924" x="3340100" y="2628900"/>
          <p14:tracePt t="176941" x="3282950" y="2628900"/>
          <p14:tracePt t="176957" x="3238500" y="2628900"/>
          <p14:tracePt t="176974" x="3162300" y="2628900"/>
          <p14:tracePt t="176991" x="2851150" y="2641600"/>
          <p14:tracePt t="177007" x="2743200" y="2641600"/>
          <p14:tracePt t="177024" x="2622550" y="2654300"/>
          <p14:tracePt t="177041" x="2432050" y="2660650"/>
          <p14:tracePt t="177058" x="2266950" y="2679700"/>
          <p14:tracePt t="177075" x="2184400" y="2692400"/>
          <p14:tracePt t="177091" x="2159000" y="2692400"/>
          <p14:tracePt t="177107" x="2133600" y="2698750"/>
          <p14:tracePt t="177124" x="2120900" y="2705100"/>
          <p14:tracePt t="177140" x="2114550" y="2705100"/>
          <p14:tracePt t="177157" x="2108200" y="2705100"/>
          <p14:tracePt t="177201" x="2101850" y="2705100"/>
          <p14:tracePt t="177222" x="2095500" y="2705100"/>
          <p14:tracePt t="177236" x="2089150" y="2711450"/>
          <p14:tracePt t="177243" x="2082800" y="2711450"/>
          <p14:tracePt t="177260" x="2076450" y="2717800"/>
          <p14:tracePt t="177273" x="2057400" y="2717800"/>
          <p14:tracePt t="177290" x="2057400" y="2724150"/>
          <p14:tracePt t="177306" x="2051050" y="2724150"/>
          <p14:tracePt t="177323" x="2044700" y="2730500"/>
          <p14:tracePt t="177339" x="2038350" y="2730500"/>
          <p14:tracePt t="177362" x="2032000" y="2730500"/>
          <p14:tracePt t="177383" x="2025650" y="2730500"/>
          <p14:tracePt t="177404" x="2019300" y="2736850"/>
          <p14:tracePt t="177453" x="2012950" y="2736850"/>
          <p14:tracePt t="177482" x="2006600" y="2736850"/>
          <p14:tracePt t="177524" x="2000250" y="2743200"/>
          <p14:tracePt t="177545" x="1993900" y="2743200"/>
          <p14:tracePt t="177552" x="1987550" y="2743200"/>
          <p14:tracePt t="177594" x="1981200" y="2743200"/>
          <p14:tracePt t="177636" x="1974850" y="2743200"/>
          <p14:tracePt t="177643" x="1968500" y="2743200"/>
          <p14:tracePt t="177658" x="1962150" y="2743200"/>
          <p14:tracePt t="177672" x="1949450" y="2743200"/>
          <p14:tracePt t="177688" x="1936750" y="2743200"/>
          <p14:tracePt t="177706" x="1911350" y="2743200"/>
          <p14:tracePt t="177721" x="1847850" y="2743200"/>
          <p14:tracePt t="177738" x="1752600" y="2755900"/>
          <p14:tracePt t="177756" x="1663700" y="2755900"/>
          <p14:tracePt t="177772" x="1612900" y="2755900"/>
          <p14:tracePt t="177788" x="1530350" y="2755900"/>
          <p14:tracePt t="177805" x="1485900" y="2755900"/>
          <p14:tracePt t="177821" x="1466850" y="2755900"/>
          <p14:tracePt t="177838" x="1447800" y="2755900"/>
          <p14:tracePt t="177855" x="1435100" y="2755900"/>
          <p14:tracePt t="178036" x="1441450" y="2762250"/>
          <p14:tracePt t="178064" x="1447800" y="2762250"/>
          <p14:tracePt t="178113" x="1454150" y="2762250"/>
          <p14:tracePt t="178135" x="1460500" y="2762250"/>
          <p14:tracePt t="178177" x="1466850" y="2762250"/>
          <p14:tracePt t="178184" x="1473200" y="2762250"/>
          <p14:tracePt t="178198" x="1479550" y="2762250"/>
          <p14:tracePt t="178206" x="1485900" y="2762250"/>
          <p14:tracePt t="178220" x="1492250" y="2762250"/>
          <p14:tracePt t="178236" x="1504950" y="2762250"/>
          <p14:tracePt t="178254" x="1587500" y="2762250"/>
          <p14:tracePt t="178270" x="1612900" y="2768600"/>
          <p14:tracePt t="178287" x="1657350" y="2781300"/>
          <p14:tracePt t="178303" x="1733550" y="2787650"/>
          <p14:tracePt t="178320" x="1816100" y="2806700"/>
          <p14:tracePt t="178337" x="1847850" y="2813050"/>
          <p14:tracePt t="178353" x="1898650" y="2825750"/>
          <p14:tracePt t="178371" x="1930400" y="2825750"/>
          <p14:tracePt t="178387" x="1943100" y="2825750"/>
          <p14:tracePt t="178816" x="1949450" y="2825750"/>
          <p14:tracePt t="178879" x="1955800" y="2825750"/>
          <p14:tracePt t="178907" x="1962150" y="2825750"/>
          <p14:tracePt t="178928" x="1968500" y="2825750"/>
          <p14:tracePt t="178949" x="1974850" y="2825750"/>
          <p14:tracePt t="178956" x="1981200" y="2825750"/>
          <p14:tracePt t="178971" x="1987550" y="2819400"/>
          <p14:tracePt t="178992" x="1993900" y="2819400"/>
          <p14:tracePt t="179000" x="2000250" y="2819400"/>
          <p14:tracePt t="179017" x="2012950" y="2813050"/>
          <p14:tracePt t="179034" x="2044700" y="2800350"/>
          <p14:tracePt t="179050" x="2082800" y="2794000"/>
          <p14:tracePt t="179067" x="2101850" y="2787650"/>
          <p14:tracePt t="179084" x="2133600" y="2774950"/>
          <p14:tracePt t="179100" x="2159000" y="2768600"/>
          <p14:tracePt t="179118" x="2178050" y="2762250"/>
          <p14:tracePt t="179150" x="2184400" y="2762250"/>
          <p14:tracePt t="179202" x="2190750" y="2762250"/>
          <p14:tracePt t="179328" x="2197100" y="2762250"/>
          <p14:tracePt t="179343" x="2203450" y="2762250"/>
          <p14:tracePt t="179352" x="2209800" y="2762250"/>
          <p14:tracePt t="179370" x="2216150" y="2762250"/>
          <p14:tracePt t="179382" x="2222500" y="2762250"/>
          <p14:tracePt t="179399" x="2228850" y="2768600"/>
          <p14:tracePt t="179415" x="2235200" y="2774950"/>
          <p14:tracePt t="179433" x="2247900" y="2774950"/>
          <p14:tracePt t="179448" x="2266950" y="2781300"/>
          <p14:tracePt t="179465" x="2279650" y="2781300"/>
          <p14:tracePt t="179483" x="2298700" y="2794000"/>
          <p14:tracePt t="179499" x="2305050" y="2794000"/>
          <p14:tracePt t="179515" x="2317750" y="2800350"/>
          <p14:tracePt t="179532" x="2330450" y="2806700"/>
          <p14:tracePt t="179549" x="2336800" y="2806700"/>
          <p14:tracePt t="179565" x="2349500" y="2813050"/>
          <p14:tracePt t="179582" x="2374900" y="2819400"/>
          <p14:tracePt t="179598" x="2387600" y="2819400"/>
          <p14:tracePt t="179616" x="2438400" y="2825750"/>
          <p14:tracePt t="179631" x="2495550" y="2844800"/>
          <p14:tracePt t="179648" x="2540000" y="2857500"/>
          <p14:tracePt t="179665" x="2622550" y="2876550"/>
          <p14:tracePt t="179682" x="2705100" y="2895600"/>
          <p14:tracePt t="179698" x="2749550" y="2901950"/>
          <p14:tracePt t="179715" x="2819400" y="2927350"/>
          <p14:tracePt t="179731" x="2908300" y="2971800"/>
          <p14:tracePt t="179748" x="2965450" y="3009900"/>
          <p14:tracePt t="179764" x="3028950" y="3048000"/>
          <p14:tracePt t="179781" x="3035300" y="3060700"/>
          <p14:tracePt t="202741" x="3028950" y="3048000"/>
          <p14:tracePt t="202748" x="3009900" y="3041650"/>
          <p14:tracePt t="202755" x="2990850" y="3028950"/>
          <p14:tracePt t="202769" x="2933700" y="2997200"/>
          <p14:tracePt t="202785" x="2882900" y="2971800"/>
          <p14:tracePt t="202802" x="2819400" y="2940050"/>
          <p14:tracePt t="202818" x="2705100" y="2876550"/>
          <p14:tracePt t="202835" x="2603500" y="2851150"/>
          <p14:tracePt t="202852" x="2495550" y="2813050"/>
          <p14:tracePt t="202868" x="2324100" y="2781300"/>
          <p14:tracePt t="202884" x="2228850" y="2755900"/>
          <p14:tracePt t="202902" x="2114550" y="2717800"/>
          <p14:tracePt t="202918" x="2063750" y="2705100"/>
          <p14:tracePt t="202934" x="2019300" y="2698750"/>
          <p14:tracePt t="202951" x="1981200" y="2698750"/>
          <p14:tracePt t="202968" x="1968500" y="2698750"/>
          <p14:tracePt t="202984" x="1962150" y="2692400"/>
          <p14:tracePt t="203017" x="1955800" y="2692400"/>
          <p14:tracePt t="203057" x="1943100" y="2692400"/>
          <p14:tracePt t="203063" x="1936750" y="2692400"/>
          <p14:tracePt t="203078" x="1930400" y="2698750"/>
          <p14:tracePt t="203087" x="1924050" y="2705100"/>
          <p14:tracePt t="203106" x="1917700" y="2705100"/>
          <p14:tracePt t="203117" x="1911350" y="2711450"/>
          <p14:tracePt t="203137" x="1911350" y="2717800"/>
          <p14:tracePt t="203197" x="1917700" y="2717800"/>
          <p14:tracePt t="203232" x="1924050" y="2724150"/>
          <p14:tracePt t="203239" x="1930400" y="2724150"/>
          <p14:tracePt t="203253" x="1936750" y="2724150"/>
          <p14:tracePt t="203267" x="1949450" y="2730500"/>
          <p14:tracePt t="203915" x="1962150" y="2730500"/>
          <p14:tracePt t="203922" x="1987550" y="2730500"/>
          <p14:tracePt t="203931" x="2012950" y="2730500"/>
          <p14:tracePt t="203948" x="2070100" y="2730500"/>
          <p14:tracePt t="203964" x="2184400" y="2730500"/>
          <p14:tracePt t="203981" x="2292350" y="2724150"/>
          <p14:tracePt t="203998" x="2413000" y="2711450"/>
          <p14:tracePt t="204014" x="2603500" y="2711450"/>
          <p14:tracePt t="204031" x="2705100" y="2705100"/>
          <p14:tracePt t="204048" x="2819400" y="2705100"/>
          <p14:tracePt t="204064" x="2857500" y="2724150"/>
          <p14:tracePt t="204080" x="2882900" y="2724150"/>
          <p14:tracePt t="204097" x="2901950" y="2736850"/>
          <p14:tracePt t="204114" x="2908300" y="2743200"/>
          <p14:tracePt t="204131" x="2908300" y="2749550"/>
          <p14:tracePt t="204147" x="2914650" y="2749550"/>
          <p14:tracePt t="204196" x="2921000" y="2749550"/>
          <p14:tracePt t="204216" x="2927350" y="2749550"/>
          <p14:tracePt t="204232" x="2940050" y="2749550"/>
          <p14:tracePt t="204237" x="2952750" y="2755900"/>
          <p14:tracePt t="204252" x="2965450" y="2762250"/>
          <p14:tracePt t="204263" x="2971800" y="2768600"/>
          <p14:tracePt t="204280" x="2990850" y="2781300"/>
          <p14:tracePt t="204296" x="3003550" y="2787650"/>
          <p14:tracePt t="204313" x="3022600" y="2794000"/>
          <p14:tracePt t="204330" x="3041650" y="2806700"/>
          <p14:tracePt t="204346" x="3054350" y="2806700"/>
          <p14:tracePt t="204364" x="3060700" y="2813050"/>
          <p14:tracePt t="204396" x="3067050" y="2819400"/>
          <p14:tracePt t="204434" x="3067050" y="2825750"/>
          <p14:tracePt t="222407" x="3073400" y="2832100"/>
          <p14:tracePt t="222414" x="3079750" y="2838450"/>
          <p14:tracePt t="222421" x="3086100" y="2851150"/>
          <p14:tracePt t="222433" x="3105150" y="2863850"/>
          <p14:tracePt t="222450" x="3149600" y="2876550"/>
          <p14:tracePt t="222467" x="3181350" y="2895600"/>
          <p14:tracePt t="222484" x="3244850" y="2914650"/>
          <p14:tracePt t="222500" x="3289300" y="2921000"/>
          <p14:tracePt t="222517" x="3346450" y="2933700"/>
          <p14:tracePt t="222533" x="3448050" y="2965450"/>
          <p14:tracePt t="222550" x="3505200" y="2978150"/>
          <p14:tracePt t="222567" x="3594100" y="3003550"/>
          <p14:tracePt t="222583" x="3721100" y="3048000"/>
          <p14:tracePt t="222599" x="3816350" y="3067050"/>
          <p14:tracePt t="222617" x="3975100" y="3092450"/>
          <p14:tracePt t="222633" x="4083050" y="3111500"/>
          <p14:tracePt t="222650" x="4165600" y="3124200"/>
          <p14:tracePt t="222667" x="4298950" y="3149600"/>
          <p14:tracePt t="222683" x="4425950" y="3149600"/>
          <p14:tracePt t="222700" x="4521200" y="3149600"/>
          <p14:tracePt t="222716" x="4667250" y="3168650"/>
          <p14:tracePt t="222733" x="4730750" y="3168650"/>
          <p14:tracePt t="222750" x="4826000" y="3187700"/>
          <p14:tracePt t="222766" x="4959350" y="3200400"/>
          <p14:tracePt t="222783" x="5041900" y="3219450"/>
          <p14:tracePt t="222800" x="5118100" y="3219450"/>
          <p14:tracePt t="222816" x="5162550" y="3232150"/>
          <p14:tracePt t="222833" x="5175250" y="3244850"/>
          <p14:tracePt t="222850" x="5187950" y="3263900"/>
          <p14:tracePt t="222866" x="5187950" y="3276600"/>
          <p14:tracePt t="222897" x="5181600" y="3276600"/>
          <p14:tracePt t="222904" x="5175250" y="3276600"/>
          <p14:tracePt t="222919" x="5162550" y="3276600"/>
          <p14:tracePt t="222935" x="5156200" y="3276600"/>
          <p14:tracePt t="222949" x="5149850" y="3276600"/>
          <p14:tracePt t="222967" x="5137150" y="3282950"/>
          <p14:tracePt t="222983" x="5105400" y="3282950"/>
          <p14:tracePt t="222999" x="5092700" y="3295650"/>
          <p14:tracePt t="223017" x="5029200" y="3302000"/>
          <p14:tracePt t="223033" x="4978400" y="3314700"/>
          <p14:tracePt t="223049" x="4908550" y="3327400"/>
          <p14:tracePt t="223066" x="4800600" y="3352800"/>
          <p14:tracePt t="223082" x="4679950" y="3365500"/>
          <p14:tracePt t="223100" x="4546600" y="3378200"/>
          <p14:tracePt t="223115" x="4318000" y="3384550"/>
          <p14:tracePt t="223131" x="4152900" y="3384550"/>
          <p14:tracePt t="223148" x="3975100" y="3384550"/>
          <p14:tracePt t="223165" x="3708400" y="3365500"/>
          <p14:tracePt t="223181" x="3524250" y="3365500"/>
          <p14:tracePt t="223198" x="3308350" y="3365500"/>
          <p14:tracePt t="223215" x="3162300" y="3333750"/>
          <p14:tracePt t="223231" x="3041650" y="3308350"/>
          <p14:tracePt t="223249" x="2908300" y="3282950"/>
          <p14:tracePt t="223265" x="2851150" y="3282950"/>
          <p14:tracePt t="223281" x="2800350" y="3282950"/>
          <p14:tracePt t="223298" x="2749550" y="3270250"/>
          <p14:tracePt t="223315" x="2724150" y="3257550"/>
          <p14:tracePt t="223333" x="2698750" y="3251200"/>
          <p14:tracePt t="223348" x="2686050" y="3251200"/>
          <p14:tracePt t="223364" x="2679700" y="3251200"/>
          <p14:tracePt t="223381" x="2667000" y="3251200"/>
          <p14:tracePt t="223397" x="2660650" y="3251200"/>
          <p14:tracePt t="223413" x="2654300" y="3251200"/>
          <p14:tracePt t="223431" x="2647950" y="3244850"/>
          <p14:tracePt t="223500" x="2647950" y="3232150"/>
          <p14:tracePt t="223507" x="2647950" y="3225800"/>
          <p14:tracePt t="223529" x="2654300" y="3225800"/>
          <p14:tracePt t="223542" x="2654300" y="3219450"/>
          <p14:tracePt t="223550" x="2660650" y="3219450"/>
          <p14:tracePt t="223563" x="2667000" y="3213100"/>
          <p14:tracePt t="223580" x="2679700" y="3206750"/>
          <p14:tracePt t="223597" x="2692400" y="3200400"/>
          <p14:tracePt t="223614" x="2724150" y="3187700"/>
          <p14:tracePt t="223630" x="2743200" y="3175000"/>
          <p14:tracePt t="223648" x="2768600" y="3162300"/>
          <p14:tracePt t="223664" x="2806700" y="3143250"/>
          <p14:tracePt t="223679" x="2832100" y="3136900"/>
          <p14:tracePt t="223697" x="2857500" y="3124200"/>
          <p14:tracePt t="223714" x="2882900" y="3105150"/>
          <p14:tracePt t="223730" x="2901950" y="3098800"/>
          <p14:tracePt t="223748" x="2921000" y="3092450"/>
          <p14:tracePt t="223763" x="2921000" y="3086100"/>
          <p14:tracePt t="223780" x="2933700" y="3079750"/>
          <p14:tracePt t="223796" x="2940050" y="3073400"/>
          <p14:tracePt t="223813" x="2952750" y="3073400"/>
          <p14:tracePt t="223830" x="2959100" y="3067050"/>
          <p14:tracePt t="223846" x="2959100" y="3060700"/>
          <p14:tracePt t="223880" x="2965450" y="3060700"/>
          <p14:tracePt t="223907" x="2971800" y="3060700"/>
          <p14:tracePt t="223943" x="2978150" y="3060700"/>
          <p14:tracePt t="223993" x="2984500" y="3060700"/>
          <p14:tracePt t="224083" x="2984500" y="3067050"/>
          <p14:tracePt t="224111" x="2990850" y="3067050"/>
          <p14:tracePt t="224118" x="2997200" y="3067050"/>
          <p14:tracePt t="224160" x="3003550" y="3067050"/>
          <p14:tracePt t="224181" x="3009900" y="3067050"/>
          <p14:tracePt t="224188" x="3016250" y="3067050"/>
          <p14:tracePt t="224202" x="3022600" y="3067050"/>
          <p14:tracePt t="224223" x="3035300" y="3067050"/>
          <p14:tracePt t="224231" x="3048000" y="3067050"/>
          <p14:tracePt t="224247" x="3060700" y="3067050"/>
          <p14:tracePt t="224261" x="3098800" y="3060700"/>
          <p14:tracePt t="224278" x="3130550" y="3060700"/>
          <p14:tracePt t="224295" x="3194050" y="3060700"/>
          <p14:tracePt t="224311" x="3219450" y="3060700"/>
          <p14:tracePt t="224327" x="3308350" y="3060700"/>
          <p14:tracePt t="224344" x="3416300" y="3060700"/>
          <p14:tracePt t="224360" x="3467100" y="3060700"/>
          <p14:tracePt t="224364" x="3530600" y="3060700"/>
          <p14:tracePt t="224377" x="3581400" y="3067050"/>
          <p14:tracePt t="224394" x="3676650" y="3073400"/>
          <p14:tracePt t="224410" x="3714750" y="3079750"/>
          <p14:tracePt t="224427" x="3784600" y="3079750"/>
          <p14:tracePt t="224443" x="3816350" y="3079750"/>
          <p14:tracePt t="224460" x="3835400" y="3079750"/>
          <p14:tracePt t="224477" x="3860800" y="3079750"/>
          <p14:tracePt t="224493" x="3879850" y="3086100"/>
          <p14:tracePt t="224509" x="3892550" y="3086100"/>
          <p14:tracePt t="224527" x="3905250" y="3086100"/>
          <p14:tracePt t="224543" x="3930650" y="3092450"/>
          <p14:tracePt t="224562" x="3956050" y="3092450"/>
          <p14:tracePt t="224576" x="3962400" y="3092450"/>
          <p14:tracePt t="224593" x="3975100" y="3092450"/>
          <p14:tracePt t="224610" x="3981450" y="3086100"/>
          <p14:tracePt t="224962" x="4064000" y="3086100"/>
          <p14:tracePt t="224976" x="4114800" y="3086100"/>
          <p14:tracePt t="224982" x="4191000" y="3086100"/>
          <p14:tracePt t="224997" x="4267200" y="3086100"/>
          <p14:tracePt t="225008" x="4356100" y="3086100"/>
          <p14:tracePt t="225025" x="4559300" y="3079750"/>
          <p14:tracePt t="225041" x="4673600" y="3067050"/>
          <p14:tracePt t="225058" x="4940300" y="3060700"/>
          <p14:tracePt t="225074" x="5187950" y="3060700"/>
          <p14:tracePt t="225091" x="5327650" y="3060700"/>
          <p14:tracePt t="225108" x="5581650" y="3060700"/>
          <p14:tracePt t="225124" x="5746750" y="3048000"/>
          <p14:tracePt t="225141" x="5797550" y="3041650"/>
          <p14:tracePt t="225158" x="5854700" y="3041650"/>
          <p14:tracePt t="225174" x="5880100" y="3022600"/>
          <p14:tracePt t="225191" x="5886450" y="3022600"/>
          <p14:tracePt t="225208" x="5892800" y="3022600"/>
          <p14:tracePt t="225263" x="5886450" y="3022600"/>
          <p14:tracePt t="225298" x="5873750" y="3022600"/>
          <p14:tracePt t="225313" x="5861050" y="3022600"/>
          <p14:tracePt t="225327" x="5854700" y="3022600"/>
          <p14:tracePt t="225333" x="5835650" y="3028950"/>
          <p14:tracePt t="225347" x="5822950" y="3028950"/>
          <p14:tracePt t="225357" x="5803900" y="3041650"/>
          <p14:tracePt t="225374" x="5765800" y="3048000"/>
          <p14:tracePt t="225390" x="5632450" y="3054350"/>
          <p14:tracePt t="225407" x="5454650" y="3054350"/>
          <p14:tracePt t="225424" x="5365750" y="3054350"/>
          <p14:tracePt t="225440" x="5175250" y="3054350"/>
          <p14:tracePt t="225457" x="4997450" y="3054350"/>
          <p14:tracePt t="225474" x="4908550" y="3054350"/>
          <p14:tracePt t="225490" x="4889500" y="3054350"/>
          <p14:tracePt t="225506" x="4883150" y="3054350"/>
          <p14:tracePt t="225523" x="4895850" y="3054350"/>
          <p14:tracePt t="225540" x="4933950" y="3054350"/>
          <p14:tracePt t="225556" x="5029200" y="3041650"/>
          <p14:tracePt t="225573" x="5283200" y="3041650"/>
          <p14:tracePt t="225589" x="5670550" y="3041650"/>
          <p14:tracePt t="225606" x="5962650" y="3054350"/>
          <p14:tracePt t="225623" x="6489700" y="3067050"/>
          <p14:tracePt t="225639" x="6883400" y="3060700"/>
          <p14:tracePt t="225657" x="7112000" y="3048000"/>
          <p14:tracePt t="225672" x="7169150" y="3041650"/>
          <p14:tracePt t="225689" x="7207250" y="3028950"/>
          <p14:tracePt t="225705" x="7207250" y="3022600"/>
          <p14:tracePt t="225722" x="7207250" y="3016250"/>
          <p14:tracePt t="225739" x="7188200" y="3009900"/>
          <p14:tracePt t="225756" x="7137400" y="3009900"/>
          <p14:tracePt t="225772" x="7092950" y="3009900"/>
          <p14:tracePt t="225790" x="6946900" y="3003550"/>
          <p14:tracePt t="225806" x="6794500" y="2990850"/>
          <p14:tracePt t="225822" x="6705600" y="2984500"/>
          <p14:tracePt t="225839" x="6559550" y="2971800"/>
          <p14:tracePt t="225855" x="6521450" y="2971800"/>
          <p14:tracePt t="225872" x="6483350" y="2971800"/>
          <p14:tracePt t="225876" x="6470650" y="2971800"/>
          <p14:tracePt t="225891" x="6464300" y="2971800"/>
          <p14:tracePt t="225916" x="6477000" y="2971800"/>
          <p14:tracePt t="225930" x="6489700" y="2971800"/>
          <p14:tracePt t="225939" x="6515100" y="2971800"/>
          <p14:tracePt t="225955" x="6565900" y="2971800"/>
          <p14:tracePt t="225972" x="6731000" y="2971800"/>
          <p14:tracePt t="225988" x="6959600" y="2959100"/>
          <p14:tracePt t="226005" x="7086600" y="2965450"/>
          <p14:tracePt t="226022" x="7289800" y="2971800"/>
          <p14:tracePt t="226038" x="7404100" y="2971800"/>
          <p14:tracePt t="226055" x="7435850" y="2971800"/>
          <p14:tracePt t="226071" x="7448550" y="2965450"/>
          <p14:tracePt t="226087" x="7442200" y="2959100"/>
          <p14:tracePt t="226106" x="7416800" y="2952750"/>
          <p14:tracePt t="226121" x="7385050" y="2952750"/>
          <p14:tracePt t="226138" x="7340600" y="2952750"/>
          <p14:tracePt t="226155" x="7086600" y="2952750"/>
          <p14:tracePt t="226171" x="6985000" y="2946400"/>
          <p14:tracePt t="226187" x="6858000" y="2946400"/>
          <p14:tracePt t="226205" x="6642100" y="2946400"/>
          <p14:tracePt t="226221" x="6489700" y="2959100"/>
          <p14:tracePt t="226237" x="6426200" y="2959100"/>
          <p14:tracePt t="226254" x="6356350" y="2959100"/>
          <p14:tracePt t="226270" x="6330950" y="2971800"/>
          <p14:tracePt t="226317" x="6330950" y="2978150"/>
          <p14:tracePt t="226331" x="6343650" y="2978150"/>
          <p14:tracePt t="226340" x="6356350" y="2984500"/>
          <p14:tracePt t="226353" x="6388100" y="2984500"/>
          <p14:tracePt t="226370" x="6426200" y="2997200"/>
          <p14:tracePt t="226387" x="6470650" y="3003550"/>
          <p14:tracePt t="226403" x="6483350" y="3016250"/>
          <p14:tracePt t="226420" x="6489700" y="3022600"/>
          <p14:tracePt t="226437" x="6489700" y="3028950"/>
          <p14:tracePt t="226453" x="6477000" y="3035300"/>
          <p14:tracePt t="226810" x="6413500" y="3054350"/>
          <p14:tracePt t="226816" x="6324600" y="3086100"/>
          <p14:tracePt t="226831" x="6210300" y="3117850"/>
          <p14:tracePt t="226838" x="6070600" y="3168650"/>
          <p14:tracePt t="226853" x="5911850" y="3219450"/>
          <p14:tracePt t="226868" x="5772150" y="3276600"/>
          <p14:tracePt t="226885" x="5505450" y="3378200"/>
          <p14:tracePt t="226902" x="5200650" y="3498850"/>
          <p14:tracePt t="226918" x="5048250" y="3536950"/>
          <p14:tracePt t="226921" x="4946650" y="3568700"/>
          <p14:tracePt t="226935" x="4864100" y="3587750"/>
          <p14:tracePt t="226952" x="4724400" y="3613150"/>
          <p14:tracePt t="226968" x="4679950" y="3613150"/>
          <p14:tracePt t="226985" x="4641850" y="3613150"/>
          <p14:tracePt t="227001" x="4622800" y="3613150"/>
          <p14:tracePt t="227035" x="4616450" y="3619500"/>
          <p14:tracePt t="227140" x="4622800" y="3619500"/>
          <p14:tracePt t="227167" x="4629150" y="3625850"/>
          <p14:tracePt t="227203" x="4635500" y="3625850"/>
          <p14:tracePt t="227231" x="4641850" y="3632200"/>
          <p14:tracePt t="227252" x="4641850" y="3638550"/>
          <p14:tracePt t="227259" x="4641850" y="3644900"/>
          <p14:tracePt t="230390" x="4578350" y="3663950"/>
          <p14:tracePt t="230405" x="4457700" y="3695700"/>
          <p14:tracePt t="230412" x="4311650" y="3740150"/>
          <p14:tracePt t="230423" x="4191000" y="3771900"/>
          <p14:tracePt t="230441" x="4013200" y="3816350"/>
          <p14:tracePt t="230456" x="3924300" y="3816350"/>
          <p14:tracePt t="230473" x="3721100" y="3810000"/>
          <p14:tracePt t="230490" x="3473450" y="3759200"/>
          <p14:tracePt t="230506" x="3384550" y="3746500"/>
          <p14:tracePt t="230523" x="3213100" y="3695700"/>
          <p14:tracePt t="230539" x="2978150" y="3651250"/>
          <p14:tracePt t="230555" x="2863850" y="3613150"/>
          <p14:tracePt t="230572" x="2641600" y="3549650"/>
          <p14:tracePt t="230589" x="2425700" y="3505200"/>
          <p14:tracePt t="230605" x="2298700" y="3486150"/>
          <p14:tracePt t="230623" x="1993900" y="3416300"/>
          <p14:tracePt t="230639" x="1746250" y="3327400"/>
          <p14:tracePt t="230656" x="1568450" y="3289300"/>
          <p14:tracePt t="230672" x="1155700" y="3181350"/>
          <p14:tracePt t="230688" x="876300" y="3105150"/>
          <p14:tracePt t="230705" x="711200" y="3041650"/>
          <p14:tracePt t="230722" x="438150" y="2940050"/>
          <p14:tracePt t="230739" x="342900" y="2908300"/>
          <p14:tracePt t="230756" x="177800" y="2851150"/>
          <p14:tracePt t="230771" x="139700" y="2832100"/>
          <p14:tracePt t="230788" x="133350" y="2832100"/>
          <p14:tracePt t="230805" x="127000" y="2825750"/>
          <p14:tracePt t="230848" x="127000" y="2832100"/>
          <p14:tracePt t="230862" x="133350" y="2832100"/>
          <p14:tracePt t="230871" x="139700" y="2838450"/>
          <p14:tracePt t="230887" x="146050" y="2838450"/>
          <p14:tracePt t="230904" x="165100" y="2838450"/>
          <p14:tracePt t="230921" x="177800" y="2838450"/>
          <p14:tracePt t="230939" x="203200" y="2832100"/>
          <p14:tracePt t="230954" x="215900" y="2825750"/>
          <p14:tracePt t="230971" x="260350" y="2825750"/>
          <p14:tracePt t="230988" x="330200" y="2825750"/>
          <p14:tracePt t="231004" x="368300" y="2832100"/>
          <p14:tracePt t="231021" x="431800" y="2832100"/>
          <p14:tracePt t="231038" x="577850" y="2832100"/>
          <p14:tracePt t="231054" x="755650" y="2838450"/>
          <p14:tracePt t="231070" x="882650" y="2851150"/>
          <p14:tracePt t="231087" x="1162050" y="2851150"/>
          <p14:tracePt t="231104" x="1428750" y="2870200"/>
          <p14:tracePt t="231121" x="1670050" y="2901950"/>
          <p14:tracePt t="231137" x="1784350" y="2901950"/>
          <p14:tracePt t="231154" x="2000250" y="2933700"/>
          <p14:tracePt t="231170" x="2165350" y="2952750"/>
          <p14:tracePt t="231186" x="2209800" y="2965450"/>
          <p14:tracePt t="231203" x="2266950" y="2971800"/>
          <p14:tracePt t="231220" x="2292350" y="2978150"/>
          <p14:tracePt t="231237" x="2298700" y="2978150"/>
          <p14:tracePt t="231254" x="2305050" y="2984500"/>
          <p14:tracePt t="231270" x="2311400" y="2984500"/>
          <p14:tracePt t="231290" x="2305050" y="2984500"/>
          <p14:tracePt t="231306" x="2298700" y="2984500"/>
          <p14:tracePt t="231320" x="2292350" y="2984500"/>
          <p14:tracePt t="231336" x="2279650" y="2984500"/>
          <p14:tracePt t="231353" x="2247900" y="2990850"/>
          <p14:tracePt t="231370" x="2222500" y="2997200"/>
          <p14:tracePt t="231386" x="2127250" y="3003550"/>
          <p14:tracePt t="231403" x="1962150" y="3016250"/>
          <p14:tracePt t="231419" x="1860550" y="3009900"/>
          <p14:tracePt t="231423" x="1758950" y="3009900"/>
          <p14:tracePt t="231436" x="1657350" y="2997200"/>
          <p14:tracePt t="231452" x="1441450" y="2978150"/>
          <p14:tracePt t="231469" x="1327150" y="2971800"/>
          <p14:tracePt t="231486" x="1104900" y="2940050"/>
          <p14:tracePt t="231502" x="958850" y="2908300"/>
          <p14:tracePt t="231519" x="920750" y="2901950"/>
          <p14:tracePt t="231536" x="895350" y="2895600"/>
          <p14:tracePt t="231552" x="882650" y="2889250"/>
          <p14:tracePt t="231586" x="889000" y="2876550"/>
          <p14:tracePt t="231602" x="895350" y="2876550"/>
          <p14:tracePt t="231619" x="1054100" y="2851150"/>
          <p14:tracePt t="231635" x="1155700" y="2832100"/>
          <p14:tracePt t="231652" x="1270000" y="2819400"/>
          <p14:tracePt t="231669" x="1536700" y="2800350"/>
          <p14:tracePt t="231685" x="1854200" y="2774950"/>
          <p14:tracePt t="231702" x="2012950" y="2774950"/>
          <p14:tracePt t="231718" x="2266950" y="2781300"/>
          <p14:tracePt t="231735" x="2444750" y="2787650"/>
          <p14:tracePt t="231752" x="2508250" y="2787650"/>
          <p14:tracePt t="231768" x="2622550" y="2787650"/>
          <p14:tracePt t="231784" x="2705100" y="2800350"/>
          <p14:tracePt t="231802" x="2781300" y="2819400"/>
          <p14:tracePt t="231818" x="2806700" y="2832100"/>
          <p14:tracePt t="231834" x="2844800" y="2844800"/>
          <p14:tracePt t="231852" x="2863850" y="2851150"/>
          <p14:tracePt t="231884" x="2870200" y="2851150"/>
          <p14:tracePt t="231901" x="2876550" y="2851150"/>
          <p14:tracePt t="231921" x="2882900" y="2851150"/>
          <p14:tracePt t="231937" x="2889250" y="2851150"/>
          <p14:tracePt t="231951" x="2901950" y="2851150"/>
          <p14:tracePt t="231967" x="2952750" y="2851150"/>
          <p14:tracePt t="231985" x="3016250" y="2851150"/>
          <p14:tracePt t="232001" x="3067050" y="2851150"/>
          <p14:tracePt t="232017" x="3175000" y="2863850"/>
          <p14:tracePt t="232034" x="3251200" y="2870200"/>
          <p14:tracePt t="232050" x="3295650" y="2870200"/>
          <p14:tracePt t="232067" x="3333750" y="2876550"/>
          <p14:tracePt t="232084" x="3365500" y="2876550"/>
          <p14:tracePt t="232100" x="3378200" y="2876550"/>
          <p14:tracePt t="232118" x="3390900" y="2876550"/>
          <p14:tracePt t="232133" x="3397250" y="2876550"/>
          <p14:tracePt t="232167" x="3403600" y="2876550"/>
          <p14:tracePt t="232392" x="3403600" y="2882900"/>
          <p14:tracePt t="232415" x="3403600" y="2876550"/>
          <p14:tracePt t="234207" x="3454400" y="2870200"/>
          <p14:tracePt t="234221" x="3549650" y="2844800"/>
          <p14:tracePt t="234229" x="3625850" y="2819400"/>
          <p14:tracePt t="234243" x="3708400" y="2781300"/>
          <p14:tracePt t="234260" x="3803650" y="2743200"/>
          <p14:tracePt t="234277" x="4006850" y="2622550"/>
          <p14:tracePt t="234293" x="4089400" y="2584450"/>
          <p14:tracePt t="234309" x="4159250" y="2533650"/>
          <p14:tracePt t="234326" x="4279900" y="2425700"/>
          <p14:tracePt t="234342" x="4368800" y="2343150"/>
          <p14:tracePt t="234361" x="4406900" y="2305050"/>
          <p14:tracePt t="234375" x="4483100" y="2235200"/>
          <p14:tracePt t="234393" x="4552950" y="2178050"/>
          <p14:tracePt t="234410" x="4578350" y="2146300"/>
          <p14:tracePt t="234426" x="4603750" y="2108200"/>
          <p14:tracePt t="234442" x="4616450" y="2076450"/>
          <p14:tracePt t="234460" x="4622800" y="2057400"/>
          <p14:tracePt t="234475" x="4622800" y="2051050"/>
          <p14:tracePt t="234492" x="4616450" y="2051050"/>
          <p14:tracePt t="234509" x="4597400" y="2038350"/>
          <p14:tracePt t="234525" x="4591050" y="2038350"/>
          <p14:tracePt t="234542" x="4578350" y="2025650"/>
          <p14:tracePt t="234559" x="4502150" y="1981200"/>
          <p14:tracePt t="234575" x="4470400" y="1968500"/>
          <p14:tracePt t="234593" x="4394200" y="1911350"/>
          <p14:tracePt t="234608" x="4337050" y="1885950"/>
          <p14:tracePt t="234625" x="4216400" y="1828800"/>
          <p14:tracePt t="234642" x="4064000" y="1771650"/>
          <p14:tracePt t="234658" x="3975100" y="1739900"/>
          <p14:tracePt t="234675" x="3829050" y="1701800"/>
          <p14:tracePt t="234692" x="3733800" y="1676400"/>
          <p14:tracePt t="234708" x="3689350" y="1663700"/>
          <p14:tracePt t="234725" x="3670300" y="1657350"/>
          <p14:tracePt t="234741" x="3619500" y="1638300"/>
          <p14:tracePt t="234758" x="3587750" y="1619250"/>
          <p14:tracePt t="234775" x="3556000" y="1593850"/>
          <p14:tracePt t="234791" x="3556000" y="1581150"/>
          <p14:tracePt t="234808" x="3556000" y="1568450"/>
          <p14:tracePt t="234824" x="3556000" y="1562100"/>
          <p14:tracePt t="234841" x="3568700" y="1543050"/>
          <p14:tracePt t="234858" x="3581400" y="1536700"/>
          <p14:tracePt t="234874" x="3606800" y="1524000"/>
          <p14:tracePt t="234891" x="3625850" y="1511300"/>
          <p14:tracePt t="234908" x="3733800" y="1447800"/>
          <p14:tracePt t="234923" x="3790950" y="1416050"/>
          <p14:tracePt t="234940" x="3860800" y="1390650"/>
          <p14:tracePt t="234944" x="3937000" y="1365250"/>
          <p14:tracePt t="234957" x="4019550" y="1339850"/>
          <p14:tracePt t="234974" x="4165600" y="1301750"/>
          <p14:tracePt t="234990" x="4222750" y="1282700"/>
          <p14:tracePt t="235007" x="4292600" y="1263650"/>
          <p14:tracePt t="235023" x="4330700" y="1257300"/>
          <p14:tracePt t="235040" x="4343400" y="1257300"/>
          <p14:tracePt t="235057" x="4356100" y="1250950"/>
          <p14:tracePt t="235073" x="4362450" y="1250950"/>
          <p14:tracePt t="235182" x="4356100" y="1257300"/>
          <p14:tracePt t="235232" x="4356100" y="1263650"/>
          <p14:tracePt t="235316" x="4349750" y="1263650"/>
          <p14:tracePt t="235351" x="4343400" y="1263650"/>
          <p14:tracePt t="235372" x="4337050" y="1270000"/>
          <p14:tracePt t="235442" x="4330700" y="1270000"/>
          <p14:tracePt t="235457" x="4324350" y="1276350"/>
          <p14:tracePt t="235463" x="4318000" y="1276350"/>
          <p14:tracePt t="235473" x="4311650" y="1276350"/>
          <p14:tracePt t="235488" x="4305300" y="1282700"/>
          <p14:tracePt t="235506" x="4279900" y="1295400"/>
          <p14:tracePt t="235522" x="4254500" y="1308100"/>
          <p14:tracePt t="235538" x="4178300" y="1339850"/>
          <p14:tracePt t="235555" x="4083050" y="1371600"/>
          <p14:tracePt t="235572" x="4025900" y="1390650"/>
          <p14:tracePt t="235589" x="3937000" y="1428750"/>
          <p14:tracePt t="235604" x="3879850" y="1441450"/>
          <p14:tracePt t="235622" x="3854450" y="1454150"/>
          <p14:tracePt t="235638" x="3822700" y="1460500"/>
          <p14:tracePt t="235655" x="3810000" y="1466850"/>
          <p14:tracePt t="235672" x="3803650" y="1466850"/>
          <p14:tracePt t="235688" x="3803650" y="1473200"/>
          <p14:tracePt t="235709" x="3797300" y="1473200"/>
          <p14:tracePt t="235724" x="3797300" y="1460500"/>
          <p14:tracePt t="236207" x="3803650" y="1498600"/>
          <p14:tracePt t="236214" x="3835400" y="1543050"/>
          <p14:tracePt t="236228" x="3860800" y="1600200"/>
          <p14:tracePt t="236236" x="3886200" y="1651000"/>
          <p14:tracePt t="236253" x="3905250" y="1708150"/>
          <p14:tracePt t="236270" x="3956050" y="1822450"/>
          <p14:tracePt t="236285" x="3994150" y="1905000"/>
          <p14:tracePt t="236302" x="4019550" y="1943100"/>
          <p14:tracePt t="236319" x="4057650" y="1987550"/>
          <p14:tracePt t="236336" x="4089400" y="2012950"/>
          <p14:tracePt t="236352" x="4095750" y="2019300"/>
          <p14:tracePt t="236369" x="4102100" y="2019300"/>
          <p14:tracePt t="236385" x="4108450" y="2025650"/>
          <p14:tracePt t="236419" x="4114800" y="2025650"/>
          <p14:tracePt t="236435" x="4121150" y="2019300"/>
          <p14:tracePt t="236452" x="4133850" y="2012950"/>
          <p14:tracePt t="236474" x="4146550" y="2006600"/>
          <p14:tracePt t="236489" x="4152900" y="2000250"/>
          <p14:tracePt t="236502" x="4165600" y="2000250"/>
          <p14:tracePt t="236518" x="4191000" y="1993900"/>
          <p14:tracePt t="236535" x="4210050" y="1987550"/>
          <p14:tracePt t="236552" x="4267200" y="1981200"/>
          <p14:tracePt t="236568" x="4362450" y="1949450"/>
          <p14:tracePt t="236586" x="4495800" y="1936750"/>
          <p14:tracePt t="236601" x="4572000" y="1924050"/>
          <p14:tracePt t="236618" x="4749800" y="1911350"/>
          <p14:tracePt t="236635" x="4826000" y="1911350"/>
          <p14:tracePt t="236651" x="4902200" y="1911350"/>
          <p14:tracePt t="236668" x="5022850" y="1917700"/>
          <p14:tracePt t="236685" x="5092700" y="1924050"/>
          <p14:tracePt t="236701" x="5111750" y="1930400"/>
          <p14:tracePt t="236718" x="5111750" y="1936750"/>
          <p14:tracePt t="236734" x="5086350" y="1949450"/>
          <p14:tracePt t="236751" x="5060950" y="1955800"/>
          <p14:tracePt t="236768" x="4927600" y="1955800"/>
          <p14:tracePt t="236784" x="4838700" y="1943100"/>
          <p14:tracePt t="236801" x="4635500" y="1911350"/>
          <p14:tracePt t="236818" x="4387850" y="1873250"/>
          <p14:tracePt t="236834" x="4260850" y="1847850"/>
          <p14:tracePt t="236850" x="3975100" y="1803400"/>
          <p14:tracePt t="236867" x="3740150" y="1765300"/>
          <p14:tracePt t="236883" x="3651250" y="1739900"/>
          <p14:tracePt t="236900" x="3473450" y="1720850"/>
          <p14:tracePt t="236917" x="3289300" y="1714500"/>
          <p14:tracePt t="236933" x="3213100" y="1714500"/>
          <p14:tracePt t="236951" x="3048000" y="1701800"/>
          <p14:tracePt t="236967" x="2882900" y="1701800"/>
          <p14:tracePt t="236983" x="2781300" y="1701800"/>
          <p14:tracePt t="237000" x="2616200" y="1701800"/>
          <p14:tracePt t="237017" x="2476500" y="1689100"/>
          <p14:tracePt t="237033" x="2425700" y="1689100"/>
          <p14:tracePt t="237050" x="2343150" y="1682750"/>
          <p14:tracePt t="237066" x="2305050" y="1676400"/>
          <p14:tracePt t="237083" x="2247900" y="1676400"/>
          <p14:tracePt t="237100" x="2184400" y="1670050"/>
          <p14:tracePt t="237116" x="2159000" y="1663700"/>
          <p14:tracePt t="237133" x="2108200" y="1663700"/>
          <p14:tracePt t="237149" x="2070100" y="1663700"/>
          <p14:tracePt t="237166" x="2044700" y="1663700"/>
          <p14:tracePt t="237183" x="1993900" y="1676400"/>
          <p14:tracePt t="237199" x="1955800" y="1689100"/>
          <p14:tracePt t="237216" x="1936750" y="1689100"/>
          <p14:tracePt t="237233" x="1905000" y="1708150"/>
          <p14:tracePt t="237249" x="1892300" y="1714500"/>
          <p14:tracePt t="237267" x="1873250" y="1727200"/>
          <p14:tracePt t="237282" x="1860550" y="1733550"/>
          <p14:tracePt t="237299" x="1847850" y="1746250"/>
          <p14:tracePt t="237316" x="1828800" y="1758950"/>
          <p14:tracePt t="237332" x="1822450" y="1765300"/>
          <p14:tracePt t="237349" x="1816100" y="1778000"/>
          <p14:tracePt t="237365" x="1809750" y="1797050"/>
          <p14:tracePt t="237382" x="1809750" y="1803400"/>
          <p14:tracePt t="237399" x="1809750" y="1809750"/>
          <p14:tracePt t="237415" x="1809750" y="1822450"/>
          <p14:tracePt t="237432" x="1809750" y="1841500"/>
          <p14:tracePt t="237449" x="1816100" y="1860550"/>
          <p14:tracePt t="237465" x="1828800" y="1879600"/>
          <p14:tracePt t="237482" x="1847850" y="1930400"/>
          <p14:tracePt t="237499" x="1873250" y="1981200"/>
          <p14:tracePt t="237515" x="1885950" y="2012950"/>
          <p14:tracePt t="237532" x="1917700" y="2057400"/>
          <p14:tracePt t="237548" x="1949450" y="2101850"/>
          <p14:tracePt t="237565" x="1974850" y="2114550"/>
          <p14:tracePt t="237582" x="2051050" y="2120900"/>
          <p14:tracePt t="237598" x="2222500" y="2120900"/>
          <p14:tracePt t="237615" x="2324100" y="2108200"/>
          <p14:tracePt t="237632" x="2540000" y="2089150"/>
          <p14:tracePt t="237648" x="2819400" y="2063750"/>
          <p14:tracePt t="237664" x="2959100" y="2044700"/>
          <p14:tracePt t="237681" x="3213100" y="2025650"/>
          <p14:tracePt t="237697" x="3327400" y="2025650"/>
          <p14:tracePt t="237714" x="3556000" y="2012950"/>
          <p14:tracePt t="237731" x="3702050" y="1993900"/>
          <p14:tracePt t="237748" x="3740150" y="1987550"/>
          <p14:tracePt t="237765" x="3765550" y="1981200"/>
          <p14:tracePt t="237797" x="3759200" y="1981200"/>
          <p14:tracePt t="237814" x="3746500" y="1981200"/>
          <p14:tracePt t="237830" x="3727450" y="1981200"/>
          <p14:tracePt t="237847" x="3721100" y="1981200"/>
          <p14:tracePt t="237864" x="3689350" y="1981200"/>
          <p14:tracePt t="237880" x="3619500" y="1987550"/>
          <p14:tracePt t="237901" x="3492500" y="1987550"/>
          <p14:tracePt t="237915" x="3429000" y="1987550"/>
          <p14:tracePt t="237930" x="3219450" y="1974850"/>
          <p14:tracePt t="237947" x="3092450" y="1981200"/>
          <p14:tracePt t="237950" x="2971800" y="1981200"/>
          <p14:tracePt t="237963" x="2857500" y="1974850"/>
          <p14:tracePt t="237980" x="2743200" y="1962150"/>
          <p14:tracePt t="237997" x="2470150" y="1924050"/>
          <p14:tracePt t="238013" x="2381250" y="1924050"/>
          <p14:tracePt t="238030" x="2305050" y="1911350"/>
          <p14:tracePt t="238047" x="2114550" y="1905000"/>
          <p14:tracePt t="238063" x="1981200" y="1885950"/>
          <p14:tracePt t="238080" x="1936750" y="1879600"/>
          <p14:tracePt t="238096" x="1911350" y="1873250"/>
          <p14:tracePt t="238113" x="1905000" y="1873250"/>
          <p14:tracePt t="238159" x="1911350" y="1873250"/>
          <p14:tracePt t="238173" x="1917700" y="1873250"/>
          <p14:tracePt t="238183" x="1930400" y="1873250"/>
          <p14:tracePt t="238195" x="1968500" y="1873250"/>
          <p14:tracePt t="238213" x="2120900" y="1873250"/>
          <p14:tracePt t="238229" x="2349500" y="1866900"/>
          <p14:tracePt t="238246" x="2476500" y="1866900"/>
          <p14:tracePt t="238263" x="2616200" y="1854200"/>
          <p14:tracePt t="238279" x="3136900" y="1828800"/>
          <p14:tracePt t="238296" x="3263900" y="1822450"/>
          <p14:tracePt t="238313" x="3454400" y="1822450"/>
          <p14:tracePt t="238329" x="3517900" y="1822450"/>
          <p14:tracePt t="238345" x="3625850" y="1822450"/>
          <p14:tracePt t="238363" x="3657600" y="1828800"/>
          <p14:tracePt t="238404" x="3651250" y="1835150"/>
          <p14:tracePt t="238413" x="3644900" y="1841500"/>
          <p14:tracePt t="238428" x="3632200" y="1841500"/>
          <p14:tracePt t="238446" x="3600450" y="1854200"/>
          <p14:tracePt t="238462" x="3511550" y="1860550"/>
          <p14:tracePt t="238479" x="3441700" y="1866900"/>
          <p14:tracePt t="238495" x="3263900" y="1892300"/>
          <p14:tracePt t="238512" x="3035300" y="1930400"/>
          <p14:tracePt t="238528" x="2908300" y="1943100"/>
          <p14:tracePt t="238545" x="2692400" y="1943100"/>
          <p14:tracePt t="238562" x="2476500" y="1936750"/>
          <p14:tracePt t="238578" x="2387600" y="1943100"/>
          <p14:tracePt t="238594" x="2216150" y="1949450"/>
          <p14:tracePt t="238612" x="2178050" y="1962150"/>
          <p14:tracePt t="238630" x="2114550" y="1968500"/>
          <p14:tracePt t="238692" x="2127250" y="1968500"/>
          <p14:tracePt t="238699" x="2178050" y="1968500"/>
          <p14:tracePt t="238714" x="2292350" y="1968500"/>
          <p14:tracePt t="238727" x="2419350" y="1974850"/>
          <p14:tracePt t="238744" x="2800350" y="1974850"/>
          <p14:tracePt t="238760" x="3067050" y="2006600"/>
          <p14:tracePt t="238777" x="3625850" y="2038350"/>
          <p14:tracePt t="238794" x="3994150" y="2051050"/>
          <p14:tracePt t="238811" x="4305300" y="2044700"/>
          <p14:tracePt t="238827" x="4419600" y="2044700"/>
          <p14:tracePt t="238844" x="4559300" y="2051050"/>
          <p14:tracePt t="238861" x="4692650" y="2057400"/>
          <p14:tracePt t="238877" x="4743450" y="2044700"/>
          <p14:tracePt t="238894" x="4787900" y="2038350"/>
          <p14:tracePt t="243248" x="4781550" y="2051050"/>
          <p14:tracePt t="243263" x="4756150" y="2082800"/>
          <p14:tracePt t="243269" x="4730750" y="2114550"/>
          <p14:tracePt t="243283" x="4692650" y="2165350"/>
          <p14:tracePt t="243295" x="4648200" y="2222500"/>
          <p14:tracePt t="243312" x="4527550" y="2330450"/>
          <p14:tracePt t="243328" x="4457700" y="2387600"/>
          <p14:tracePt t="243345" x="4311650" y="2520950"/>
          <p14:tracePt t="243361" x="4229100" y="2584450"/>
          <p14:tracePt t="243378" x="4171950" y="2641600"/>
          <p14:tracePt t="243396" x="3949700" y="2838450"/>
          <p14:tracePt t="243411" x="3879850" y="2889250"/>
          <p14:tracePt t="243428" x="3746500" y="2984500"/>
          <p14:tracePt t="243445" x="3644900" y="3079750"/>
          <p14:tracePt t="243461" x="3562350" y="3149600"/>
          <p14:tracePt t="243478" x="3536950" y="3187700"/>
          <p14:tracePt t="243494" x="3498850" y="3213100"/>
          <p14:tracePt t="243511" x="3492500" y="3225800"/>
          <p14:tracePt t="243515" x="3467100" y="3232150"/>
          <p14:tracePt t="243528" x="3441700" y="3238500"/>
          <p14:tracePt t="243544" x="3429000" y="3238500"/>
          <p14:tracePt t="243561" x="3409950" y="3257550"/>
          <p14:tracePt t="243577" x="3365500" y="3282950"/>
          <p14:tracePt t="243594" x="3302000" y="3333750"/>
          <p14:tracePt t="243611" x="3270250" y="3365500"/>
          <p14:tracePt t="243627" x="3181350" y="3416300"/>
          <p14:tracePt t="243644" x="3067050" y="3498850"/>
          <p14:tracePt t="243662" x="2933700" y="3594100"/>
          <p14:tracePt t="243676" x="2876550" y="3651250"/>
          <p14:tracePt t="243693" x="2762250" y="3759200"/>
          <p14:tracePt t="243711" x="2667000" y="3822700"/>
          <p14:tracePt t="243727" x="2622550" y="3848100"/>
          <p14:tracePt t="243743" x="2584450" y="3873500"/>
          <p14:tracePt t="243760" x="2533650" y="3892550"/>
          <p14:tracePt t="243777" x="2508250" y="3898900"/>
          <p14:tracePt t="243793" x="2457450" y="3924300"/>
          <p14:tracePt t="243810" x="2406650" y="3943350"/>
          <p14:tracePt t="243826" x="2387600" y="3962400"/>
          <p14:tracePt t="243844" x="2362200" y="3975100"/>
          <p14:tracePt t="243860" x="2324100" y="3994150"/>
          <p14:tracePt t="243876" x="2311400" y="4000500"/>
          <p14:tracePt t="243893" x="2279650" y="4019550"/>
          <p14:tracePt t="243909" x="2266950" y="4025900"/>
          <p14:tracePt t="243926" x="2241550" y="4032250"/>
          <p14:tracePt t="243943" x="2228850" y="4038600"/>
          <p14:tracePt t="243959" x="2222500" y="4038600"/>
          <p14:tracePt t="243976" x="2216150" y="4038600"/>
          <p14:tracePt t="244160" x="2222500" y="4038600"/>
          <p14:tracePt t="244174" x="2228850" y="4038600"/>
          <p14:tracePt t="244181" x="2235200" y="4038600"/>
          <p14:tracePt t="244195" x="2247900" y="4038600"/>
          <p14:tracePt t="244209" x="2260600" y="4038600"/>
          <p14:tracePt t="244225" x="2305050" y="4032250"/>
          <p14:tracePt t="244242" x="2374900" y="4019550"/>
          <p14:tracePt t="244258" x="2540000" y="4013200"/>
          <p14:tracePt t="244275" x="2717800" y="3994150"/>
          <p14:tracePt t="244292" x="2825750" y="3981450"/>
          <p14:tracePt t="244308" x="2990850" y="3975100"/>
          <p14:tracePt t="244325" x="3117850" y="3975100"/>
          <p14:tracePt t="244342" x="3232150" y="3975100"/>
          <p14:tracePt t="244357" x="3263900" y="3975100"/>
          <p14:tracePt t="244374" x="3308350" y="3975100"/>
          <p14:tracePt t="244392" x="3327400" y="3975100"/>
          <p14:tracePt t="244424" x="3333750" y="3975100"/>
          <p14:tracePt t="244440" x="3346450" y="3975100"/>
          <p14:tracePt t="244483" x="3352800" y="3975100"/>
          <p14:tracePt t="244503" x="3359150" y="3975100"/>
          <p14:tracePt t="244546" x="3365500" y="3975100"/>
          <p14:tracePt t="244574" x="3371850" y="3975100"/>
          <p14:tracePt t="244595" x="3378200" y="3975100"/>
          <p14:tracePt t="244601" x="3384550" y="3975100"/>
          <p14:tracePt t="244651" x="3390900" y="3975100"/>
          <p14:tracePt t="244687" x="3397250" y="3975100"/>
          <p14:tracePt t="245369" x="3429000" y="3975100"/>
          <p14:tracePt t="245376" x="3473450" y="3975100"/>
          <p14:tracePt t="245387" x="3511550" y="3975100"/>
          <p14:tracePt t="245405" x="3587750" y="3975100"/>
          <p14:tracePt t="245421" x="3632200" y="3994150"/>
          <p14:tracePt t="245438" x="3670300" y="4000500"/>
          <p14:tracePt t="245455" x="3771900" y="4025900"/>
          <p14:tracePt t="245470" x="3803650" y="4038600"/>
          <p14:tracePt t="245488" x="3860800" y="4051300"/>
          <p14:tracePt t="245504" x="3905250" y="4057650"/>
          <p14:tracePt t="245521" x="3987800" y="4076700"/>
          <p14:tracePt t="245524" x="4025900" y="4083050"/>
          <p14:tracePt t="245540" x="4070350" y="4083050"/>
          <p14:tracePt t="245554" x="4095750" y="4089400"/>
          <p14:tracePt t="245570" x="4165600" y="4102100"/>
          <p14:tracePt t="245587" x="4235450" y="4114800"/>
          <p14:tracePt t="245604" x="4267200" y="4121150"/>
          <p14:tracePt t="245620" x="4324350" y="4127500"/>
          <p14:tracePt t="245637" x="4400550" y="4133850"/>
          <p14:tracePt t="245654" x="4445000" y="4146550"/>
          <p14:tracePt t="245671" x="4559300" y="4152900"/>
          <p14:tracePt t="245687" x="4679950" y="4152900"/>
          <p14:tracePt t="245703" x="4718050" y="4159250"/>
          <p14:tracePt t="245720" x="4806950" y="4159250"/>
          <p14:tracePt t="245737" x="4870450" y="4159250"/>
          <p14:tracePt t="245754" x="4895850" y="4159250"/>
          <p14:tracePt t="245770" x="4946650" y="4159250"/>
          <p14:tracePt t="245786" x="4965700" y="4159250"/>
          <p14:tracePt t="245804" x="5010150" y="4159250"/>
          <p14:tracePt t="245819" x="5029200" y="4165600"/>
          <p14:tracePt t="245836" x="5035550" y="4165600"/>
          <p14:tracePt t="245854" x="5041900" y="4165600"/>
          <p14:tracePt t="245886" x="5041900" y="4171950"/>
          <p14:tracePt t="245945" x="5041900" y="4178300"/>
          <p14:tracePt t="246490" x="5054600" y="4178300"/>
          <p14:tracePt t="246497" x="5073650" y="4184650"/>
          <p14:tracePt t="246511" x="5099050" y="4191000"/>
          <p14:tracePt t="246520" x="5124450" y="4191000"/>
          <p14:tracePt t="246534" x="5156200" y="4191000"/>
          <p14:tracePt t="246550" x="5226050" y="4184650"/>
          <p14:tracePt t="246568" x="5314950" y="4184650"/>
          <p14:tracePt t="246583" x="5353050" y="4178300"/>
          <p14:tracePt t="246600" x="5397500" y="4165600"/>
          <p14:tracePt t="246617" x="5568950" y="4159250"/>
          <p14:tracePt t="246634" x="5619750" y="4159250"/>
          <p14:tracePt t="246650" x="5670550" y="4159250"/>
          <p14:tracePt t="246667" x="5810250" y="4146550"/>
          <p14:tracePt t="246683" x="5988050" y="4140200"/>
          <p14:tracePt t="246701" x="6191250" y="4140200"/>
          <p14:tracePt t="246717" x="6280150" y="4140200"/>
          <p14:tracePt t="246733" x="6438900" y="4121150"/>
          <p14:tracePt t="246750" x="6572250" y="4089400"/>
          <p14:tracePt t="246766" x="6635750" y="4083050"/>
          <p14:tracePt t="246783" x="6743700" y="4064000"/>
          <p14:tracePt t="246799" x="6845300" y="4064000"/>
          <p14:tracePt t="246816" x="6877050" y="4064000"/>
          <p14:tracePt t="246834" x="6915150" y="4064000"/>
          <p14:tracePt t="246849" x="6946900" y="4064000"/>
          <p14:tracePt t="246866" x="6965950" y="4064000"/>
          <p14:tracePt t="246883" x="6978650" y="4064000"/>
          <p14:tracePt t="246899" x="7029450" y="4057650"/>
          <p14:tracePt t="246916" x="7042150" y="4057650"/>
          <p14:tracePt t="246933" x="7073900" y="4038600"/>
          <p14:tracePt t="246949" x="7086600" y="4032250"/>
          <p14:tracePt t="246965" x="7118350" y="4006850"/>
          <p14:tracePt t="246982" x="7143750" y="4000500"/>
          <p14:tracePt t="246999" x="7156450" y="3994150"/>
          <p14:tracePt t="247016" x="7175500" y="3987800"/>
          <p14:tracePt t="247032" x="7188200" y="3981450"/>
          <p14:tracePt t="247049" x="7194550" y="3975100"/>
          <p14:tracePt t="247066" x="7200900" y="3962400"/>
          <p14:tracePt t="247081" x="7207250" y="3956050"/>
          <p14:tracePt t="247178" x="7207250" y="3949700"/>
          <p14:tracePt t="247692" x="7169150" y="3949700"/>
          <p14:tracePt t="247699" x="7105650" y="3949700"/>
          <p14:tracePt t="247715" x="7035800" y="3962400"/>
          <p14:tracePt t="247730" x="6972300" y="3968750"/>
          <p14:tracePt t="247746" x="6781800" y="3987800"/>
          <p14:tracePt t="247763" x="6540500" y="4000500"/>
          <p14:tracePt t="247779" x="6400800" y="4013200"/>
          <p14:tracePt t="247797" x="6134100" y="4013200"/>
          <p14:tracePt t="247813" x="5822950" y="4013200"/>
          <p14:tracePt t="247829" x="5638800" y="4025900"/>
          <p14:tracePt t="247846" x="5359400" y="4032250"/>
          <p14:tracePt t="247863" x="5048250" y="4032250"/>
          <p14:tracePt t="247879" x="4908550" y="4044950"/>
          <p14:tracePt t="247896" x="4667250" y="4057650"/>
          <p14:tracePt t="247912" x="4565650" y="4057650"/>
          <p14:tracePt t="247930" x="4235450" y="4076700"/>
          <p14:tracePt t="247945" x="4146550" y="4076700"/>
          <p14:tracePt t="247962" x="4083050" y="4076700"/>
          <p14:tracePt t="247979" x="3924300" y="4095750"/>
          <p14:tracePt t="247995" x="3771900" y="4108450"/>
          <p14:tracePt t="248012" x="3683000" y="4127500"/>
          <p14:tracePt t="248029" x="3524250" y="4133850"/>
          <p14:tracePt t="248045" x="3384550" y="4121150"/>
          <p14:tracePt t="248061" x="3333750" y="4121150"/>
          <p14:tracePt t="248078" x="3225800" y="4114800"/>
          <p14:tracePt t="248095" x="3124200" y="4114800"/>
          <p14:tracePt t="248113" x="3022600" y="4114800"/>
          <p14:tracePt t="248128" x="2978150" y="4114800"/>
          <p14:tracePt t="248145" x="2895600" y="4108450"/>
          <p14:tracePt t="248162" x="2825750" y="4095750"/>
          <p14:tracePt t="248178" x="2800350" y="4095750"/>
          <p14:tracePt t="248195" x="2768600" y="4095750"/>
          <p14:tracePt t="248211" x="2698750" y="4089400"/>
          <p14:tracePt t="248228" x="2679700" y="4089400"/>
          <p14:tracePt t="248244" x="2660650" y="4089400"/>
          <p14:tracePt t="248261" x="2635250" y="4089400"/>
          <p14:tracePt t="248278" x="2609850" y="4089400"/>
          <p14:tracePt t="248295" x="2590800" y="4089400"/>
          <p14:tracePt t="248311" x="2584450" y="4089400"/>
          <p14:tracePt t="248327" x="2578100" y="4089400"/>
          <p14:tracePt t="248365" x="2578100" y="4095750"/>
          <p14:tracePt t="248393" x="2578100" y="4102100"/>
          <p14:tracePt t="248415" x="2584450" y="4108450"/>
          <p14:tracePt t="248421" x="2590800" y="4108450"/>
          <p14:tracePt t="248435" x="2603500" y="4108450"/>
          <p14:tracePt t="248444" x="2609850" y="4108450"/>
          <p14:tracePt t="248460" x="2616200" y="4108450"/>
          <p14:tracePt t="248478" x="2654300" y="4114800"/>
          <p14:tracePt t="248493" x="2724150" y="4127500"/>
          <p14:tracePt t="248510" x="2781300" y="4146550"/>
          <p14:tracePt t="248527" x="2921000" y="4178300"/>
          <p14:tracePt t="248543" x="3016250" y="4197350"/>
          <p14:tracePt t="248561" x="3206750" y="4229100"/>
          <p14:tracePt t="248564" x="3321050" y="4235450"/>
          <p14:tracePt t="248577" x="3422650" y="4260850"/>
          <p14:tracePt t="248593" x="3536950" y="4267200"/>
          <p14:tracePt t="248611" x="3905250" y="4292600"/>
          <p14:tracePt t="248626" x="4019550" y="4298950"/>
          <p14:tracePt t="248643" x="4146550" y="4298950"/>
          <p14:tracePt t="248660" x="4400550" y="4298950"/>
          <p14:tracePt t="248676" x="4679950" y="4260850"/>
          <p14:tracePt t="248693" x="4800600" y="4241800"/>
          <p14:tracePt t="248710" x="5041900" y="4210050"/>
          <p14:tracePt t="248726" x="5283200" y="4191000"/>
          <p14:tracePt t="248743" x="5397500" y="4178300"/>
          <p14:tracePt t="248760" x="5562600" y="4159250"/>
          <p14:tracePt t="248776" x="5702300" y="4159250"/>
          <p14:tracePt t="248794" x="5784850" y="4159250"/>
          <p14:tracePt t="248809" x="5810250" y="4152900"/>
          <p14:tracePt t="248826" x="5835650" y="4152900"/>
          <p14:tracePt t="248843" x="5899150" y="4152900"/>
          <p14:tracePt t="248859" x="5905500" y="4152900"/>
          <p14:tracePt t="248876" x="5918200" y="4152900"/>
          <p14:tracePt t="248892" x="5924550" y="4146550"/>
          <p14:tracePt t="248909" x="5930900" y="4133850"/>
          <p14:tracePt t="248926" x="5937250" y="4127500"/>
          <p14:tracePt t="248942" x="5943600" y="4127500"/>
          <p14:tracePt t="248997" x="5949950" y="4127500"/>
          <p14:tracePt t="249004" x="5962650" y="4127500"/>
          <p14:tracePt t="249018" x="5975350" y="4133850"/>
          <p14:tracePt t="249028" x="5988050" y="4133850"/>
          <p14:tracePt t="249042" x="6000750" y="4140200"/>
          <p14:tracePt t="249059" x="6032500" y="4159250"/>
          <p14:tracePt t="249075" x="6070600" y="4178300"/>
          <p14:tracePt t="249092" x="6089650" y="4191000"/>
          <p14:tracePt t="249109" x="6115050" y="4203700"/>
          <p14:tracePt t="249125" x="6159500" y="4235450"/>
          <p14:tracePt t="249142" x="6172200" y="4248150"/>
          <p14:tracePt t="249159" x="6191250" y="4267200"/>
          <p14:tracePt t="249175" x="6197600" y="4267200"/>
          <p14:tracePt t="249191" x="6210300" y="4273550"/>
          <p14:tracePt t="249209" x="6216650" y="4279900"/>
          <p14:tracePt t="249224" x="6229350" y="4279900"/>
          <p14:tracePt t="249241" x="6242050" y="4279900"/>
          <p14:tracePt t="249258" x="6261100" y="4279900"/>
          <p14:tracePt t="249274" x="6273800" y="4279900"/>
          <p14:tracePt t="249292" x="6299200" y="4273550"/>
          <p14:tracePt t="249308" x="6337300" y="4267200"/>
          <p14:tracePt t="249324" x="6375400" y="4267200"/>
          <p14:tracePt t="249341" x="6445250" y="4279900"/>
          <p14:tracePt t="249357" x="6540500" y="4286250"/>
          <p14:tracePt t="249374" x="6591300" y="4286250"/>
          <p14:tracePt t="249391" x="6705600" y="4292600"/>
          <p14:tracePt t="249407" x="6819900" y="4292600"/>
          <p14:tracePt t="249424" x="6877050" y="4292600"/>
          <p14:tracePt t="249440" x="6953250" y="4286250"/>
          <p14:tracePt t="249457" x="6997700" y="4286250"/>
          <p14:tracePt t="249475" x="7092950" y="4267200"/>
          <p14:tracePt t="249490" x="7118350" y="4267200"/>
          <p14:tracePt t="249507" x="7137400" y="4267200"/>
          <p14:tracePt t="249524" x="7169150" y="4260850"/>
          <p14:tracePt t="249540" x="7200900" y="4254500"/>
          <p14:tracePt t="249557" x="7219950" y="4254500"/>
          <p14:tracePt t="249573" x="7270750" y="4241800"/>
          <p14:tracePt t="249590" x="7327900" y="4235450"/>
          <p14:tracePt t="249607" x="7372350" y="4235450"/>
          <p14:tracePt t="249624" x="7429500" y="4222750"/>
          <p14:tracePt t="249640" x="7486650" y="4216400"/>
          <p14:tracePt t="249657" x="7543800" y="4216400"/>
          <p14:tracePt t="249673" x="7562850" y="4210050"/>
          <p14:tracePt t="249689" x="7613650" y="4210050"/>
          <p14:tracePt t="249707" x="7645400" y="4210050"/>
          <p14:tracePt t="249723" x="7658100" y="4210050"/>
          <p14:tracePt t="249740" x="7677150" y="4203700"/>
          <p14:tracePt t="249756" x="7702550" y="4203700"/>
          <p14:tracePt t="249789" x="7708900" y="4203700"/>
          <p14:tracePt t="249806" x="7721600" y="4203700"/>
          <p14:tracePt t="249839" x="7727950" y="4203700"/>
          <p14:tracePt t="249856" x="7734300" y="4197350"/>
          <p14:tracePt t="249890" x="7747000" y="4197350"/>
          <p14:tracePt t="251906" x="7670800" y="4191000"/>
          <p14:tracePt t="251912" x="7562850" y="4171950"/>
          <p14:tracePt t="251927" x="7461250" y="4152900"/>
          <p14:tracePt t="251935" x="7359650" y="4152900"/>
          <p14:tracePt t="251949" x="7245350" y="4127500"/>
          <p14:tracePt t="251965" x="6940550" y="4108450"/>
          <p14:tracePt t="251982" x="6800850" y="4108450"/>
          <p14:tracePt t="251998" x="6527800" y="4121150"/>
          <p14:tracePt t="252015" x="6115050" y="4146550"/>
          <p14:tracePt t="252032" x="5778500" y="4184650"/>
          <p14:tracePt t="252048" x="5588000" y="4197350"/>
          <p14:tracePt t="252064" x="5403850" y="4210050"/>
          <p14:tracePt t="252068" x="5194300" y="4210050"/>
          <p14:tracePt t="252082" x="5029200" y="4216400"/>
          <p14:tracePt t="252098" x="4692650" y="4254500"/>
          <p14:tracePt t="252114" x="4495800" y="4279900"/>
          <p14:tracePt t="252131" x="4197350" y="4305300"/>
          <p14:tracePt t="252148" x="3911600" y="4324350"/>
          <p14:tracePt t="252165" x="3568700" y="4375150"/>
          <p14:tracePt t="252181" x="3441700" y="4375150"/>
          <p14:tracePt t="252197" x="3200400" y="4413250"/>
          <p14:tracePt t="252215" x="3009900" y="4445000"/>
          <p14:tracePt t="252231" x="2914650" y="4457700"/>
          <p14:tracePt t="252248" x="2774950" y="4483100"/>
          <p14:tracePt t="252265" x="2654300" y="4514850"/>
          <p14:tracePt t="252280" x="2584450" y="4521200"/>
          <p14:tracePt t="252297" x="2533650" y="4521200"/>
          <p14:tracePt t="252314" x="2298700" y="4552950"/>
          <p14:tracePt t="252330" x="2222500" y="4552950"/>
          <p14:tracePt t="252348" x="2095500" y="4552950"/>
          <p14:tracePt t="252364" x="2044700" y="4552950"/>
          <p14:tracePt t="252380" x="1917700" y="4552950"/>
          <p14:tracePt t="252397" x="1790700" y="4552950"/>
          <p14:tracePt t="252413" x="1714500" y="4552950"/>
          <p14:tracePt t="252430" x="1600200" y="4552950"/>
          <p14:tracePt t="252447" x="1530350" y="4552950"/>
          <p14:tracePt t="252464" x="1511300" y="4552950"/>
          <p14:tracePt t="252481" x="1485900" y="4559300"/>
          <p14:tracePt t="252496" x="1454150" y="4559300"/>
          <p14:tracePt t="252513" x="1441450" y="4552950"/>
          <p14:tracePt t="252530" x="1428750" y="4552950"/>
          <p14:tracePt t="252546" x="1422400" y="4552950"/>
          <p14:tracePt t="252580" x="1416050" y="4552950"/>
          <p14:tracePt t="252596" x="1409700" y="4552950"/>
          <p14:tracePt t="252797" x="1416050" y="4552950"/>
          <p14:tracePt t="252839" x="1416050" y="4559300"/>
          <p14:tracePt t="252867" x="1416050" y="4565650"/>
          <p14:tracePt t="252909" x="1422400" y="4572000"/>
          <p14:tracePt t="252945" x="1422400" y="4578350"/>
          <p14:tracePt t="252965" x="1435100" y="4584700"/>
          <p14:tracePt t="252986" x="1435100" y="4591050"/>
          <p14:tracePt t="253008" x="1441450" y="4591050"/>
          <p14:tracePt t="253036" x="1447800" y="4597400"/>
          <p14:tracePt t="253057" x="1454150" y="4603750"/>
          <p14:tracePt t="253079" x="1460500" y="4603750"/>
          <p14:tracePt t="253084" x="1466850" y="4603750"/>
          <p14:tracePt t="253106" x="1466850" y="4610100"/>
          <p14:tracePt t="253127" x="1473200" y="4610100"/>
          <p14:tracePt t="253148" x="1479550" y="4616450"/>
          <p14:tracePt t="253211" x="1485900" y="4616450"/>
          <p14:tracePt t="253218" x="1492250" y="4616450"/>
          <p14:tracePt t="253227" x="1492250" y="4622800"/>
          <p14:tracePt t="253247" x="1498600" y="4622800"/>
          <p14:tracePt t="253274" x="1504950" y="4622800"/>
          <p14:tracePt t="253338" x="1511300" y="4622800"/>
          <p14:tracePt t="254000" x="1517650" y="4622800"/>
          <p14:tracePt t="254007" x="1524000" y="4622800"/>
          <p14:tracePt t="254021" x="1549400" y="4622800"/>
          <p14:tracePt t="254028" x="1562100" y="4616450"/>
          <p14:tracePt t="254044" x="1581150" y="4610100"/>
          <p14:tracePt t="254058" x="1600200" y="4610100"/>
          <p14:tracePt t="254074" x="1644650" y="4597400"/>
          <p14:tracePt t="254092" x="1708150" y="4584700"/>
          <p14:tracePt t="254107" x="1765300" y="4584700"/>
          <p14:tracePt t="254124" x="1879600" y="4584700"/>
          <p14:tracePt t="254141" x="2019300" y="4584700"/>
          <p14:tracePt t="254157" x="2095500" y="4584700"/>
          <p14:tracePt t="254174" x="2235200" y="4578350"/>
          <p14:tracePt t="254191" x="2374900" y="4578350"/>
          <p14:tracePt t="254207" x="2451100" y="4578350"/>
          <p14:tracePt t="254224" x="2584450" y="4578350"/>
          <p14:tracePt t="254240" x="2692400" y="4597400"/>
          <p14:tracePt t="254257" x="2743200" y="4603750"/>
          <p14:tracePt t="254274" x="2825750" y="4616450"/>
          <p14:tracePt t="254290" x="2895600" y="4622800"/>
          <p14:tracePt t="254307" x="2933700" y="4622800"/>
          <p14:tracePt t="254324" x="2990850" y="4641850"/>
          <p14:tracePt t="254340" x="3028950" y="4648200"/>
          <p14:tracePt t="254357" x="3111500" y="4660900"/>
          <p14:tracePt t="254373" x="3194050" y="4679950"/>
          <p14:tracePt t="254390" x="3238500" y="4679950"/>
          <p14:tracePt t="254407" x="3333750" y="4699000"/>
          <p14:tracePt t="254423" x="3435350" y="4711700"/>
          <p14:tracePt t="254440" x="3492500" y="4711700"/>
          <p14:tracePt t="254457" x="3606800" y="4724400"/>
          <p14:tracePt t="254473" x="3702050" y="4743450"/>
          <p14:tracePt t="254490" x="3752850" y="4743450"/>
          <p14:tracePt t="254506" x="3810000" y="4756150"/>
          <p14:tracePt t="254523" x="3854450" y="4762500"/>
          <p14:tracePt t="254540" x="3873500" y="4762500"/>
          <p14:tracePt t="254556" x="3905250" y="4768850"/>
          <p14:tracePt t="254573" x="3937000" y="4775200"/>
          <p14:tracePt t="254590" x="3981450" y="4775200"/>
          <p14:tracePt t="254606" x="4000500" y="4775200"/>
          <p14:tracePt t="254610" x="4038600" y="4775200"/>
          <p14:tracePt t="254639" x="4184650" y="4775200"/>
          <p14:tracePt t="254656" x="4260850" y="4775200"/>
          <p14:tracePt t="254672" x="4311650" y="4775200"/>
          <p14:tracePt t="254689" x="4451350" y="4775200"/>
          <p14:tracePt t="254705" x="4610100" y="4762500"/>
          <p14:tracePt t="254723" x="4787900" y="4756150"/>
          <p14:tracePt t="254739" x="4864100" y="4743450"/>
          <p14:tracePt t="254755" x="5016500" y="4737100"/>
          <p14:tracePt t="254773" x="5124450" y="4724400"/>
          <p14:tracePt t="254788" x="5162550" y="4724400"/>
          <p14:tracePt t="254805" x="5289550" y="4724400"/>
          <p14:tracePt t="254822" x="5422900" y="4705350"/>
          <p14:tracePt t="254838" x="5473700" y="4705350"/>
          <p14:tracePt t="254855" x="5594350" y="4699000"/>
          <p14:tracePt t="254872" x="5676900" y="4679950"/>
          <p14:tracePt t="254888" x="5702300" y="4679950"/>
          <p14:tracePt t="254905" x="5734050" y="4679950"/>
          <p14:tracePt t="254921" x="5803900" y="4673600"/>
          <p14:tracePt t="254938" x="5822950" y="4673600"/>
          <p14:tracePt t="254955" x="5861050" y="4673600"/>
          <p14:tracePt t="254972" x="5880100" y="4673600"/>
          <p14:tracePt t="254988" x="5924550" y="4673600"/>
          <p14:tracePt t="255005" x="5962650" y="4673600"/>
          <p14:tracePt t="255021" x="5981700" y="4673600"/>
          <p14:tracePt t="255038" x="6038850" y="4673600"/>
          <p14:tracePt t="255054" x="6108700" y="4673600"/>
          <p14:tracePt t="255071" x="6140450" y="4667250"/>
          <p14:tracePt t="255088" x="6223000" y="4660900"/>
          <p14:tracePt t="255104" x="6305550" y="4641850"/>
          <p14:tracePt t="255121" x="6356350" y="4635500"/>
          <p14:tracePt t="255138" x="6438900" y="4616450"/>
          <p14:tracePt t="255154" x="6521450" y="4597400"/>
          <p14:tracePt t="255171" x="6565900" y="4584700"/>
          <p14:tracePt t="255187" x="6629400" y="4552950"/>
          <p14:tracePt t="255204" x="6680200" y="4527550"/>
          <p14:tracePt t="255221" x="6699250" y="4514850"/>
          <p14:tracePt t="255237" x="6724650" y="4495800"/>
          <p14:tracePt t="255253" x="6737350" y="4483100"/>
          <p14:tracePt t="255271" x="6762750" y="4464050"/>
          <p14:tracePt t="255286" x="6769100" y="4464050"/>
          <p14:tracePt t="255303" x="6775450" y="4464050"/>
          <p14:tracePt t="255320" x="6781800" y="4457700"/>
          <p14:tracePt t="255354" x="6788150" y="4457700"/>
          <p14:tracePt t="255370" x="6794500" y="4457700"/>
          <p14:tracePt t="255405" x="6800850" y="4457700"/>
          <p14:tracePt t="255433" x="6807200" y="4457700"/>
          <p14:tracePt t="255447" x="6813550" y="4457700"/>
          <p14:tracePt t="255456" x="6819900" y="4457700"/>
          <p14:tracePt t="255475" x="6826250" y="4457700"/>
          <p14:tracePt t="255486" x="6832600" y="4457700"/>
          <p14:tracePt t="255503" x="6858000" y="4457700"/>
          <p14:tracePt t="255519" x="6870700" y="4457700"/>
          <p14:tracePt t="255536" x="6896100" y="4457700"/>
          <p14:tracePt t="255552" x="6985000" y="4457700"/>
          <p14:tracePt t="255570" x="7023100" y="4457700"/>
          <p14:tracePt t="255587" x="7131050" y="4476750"/>
          <p14:tracePt t="255603" x="7289800" y="4527550"/>
          <p14:tracePt t="255619" x="7366000" y="4540250"/>
          <p14:tracePt t="262588" x="7334250" y="4540250"/>
          <p14:tracePt t="262596" x="7296150" y="4540250"/>
          <p14:tracePt t="262602" x="7245350" y="4540250"/>
          <p14:tracePt t="262612" x="7169150" y="4559300"/>
          <p14:tracePt t="262628" x="7035800" y="4584700"/>
          <p14:tracePt t="262645" x="6826250" y="4603750"/>
          <p14:tracePt t="262662" x="6692900" y="4635500"/>
          <p14:tracePt t="262679" x="6540500" y="4654550"/>
          <p14:tracePt t="262695" x="6343650" y="4679950"/>
          <p14:tracePt t="262711" x="6223000" y="4718050"/>
          <p14:tracePt t="262729" x="6051550" y="4781550"/>
          <p14:tracePt t="262744" x="5943600" y="4838700"/>
          <p14:tracePt t="262761" x="5797550" y="4889500"/>
          <p14:tracePt t="262778" x="5607050" y="4953000"/>
          <p14:tracePt t="262794" x="5505450" y="5003800"/>
          <p14:tracePt t="262811" x="5397500" y="5016500"/>
          <p14:tracePt t="262827" x="5200650" y="5035550"/>
          <p14:tracePt t="262844" x="5035550" y="5035550"/>
          <p14:tracePt t="262861" x="4908550" y="5022850"/>
          <p14:tracePt t="262878" x="4730750" y="5022850"/>
          <p14:tracePt t="262894" x="4584700" y="5022850"/>
          <p14:tracePt t="262911" x="4432300" y="5022850"/>
          <p14:tracePt t="262928" x="4343400" y="5022850"/>
          <p14:tracePt t="262944" x="4260850" y="5010150"/>
          <p14:tracePt t="262961" x="4070350" y="4953000"/>
          <p14:tracePt t="262977" x="3911600" y="4889500"/>
          <p14:tracePt t="262994" x="3702050" y="4857750"/>
          <p14:tracePt t="263010" x="3467100" y="4768850"/>
          <p14:tracePt t="263027" x="3295650" y="4730750"/>
          <p14:tracePt t="263044" x="3124200" y="4692650"/>
          <p14:tracePt t="263060" x="2990850" y="4679950"/>
          <p14:tracePt t="263077" x="2908300" y="4667250"/>
          <p14:tracePt t="263094" x="2825750" y="4667250"/>
          <p14:tracePt t="263110" x="2698750" y="4667250"/>
          <p14:tracePt t="263113" x="2641600" y="4667250"/>
          <p14:tracePt t="263127" x="2616200" y="4667250"/>
          <p14:tracePt t="263143" x="2552700" y="4667250"/>
          <p14:tracePt t="263160" x="2520950" y="4673600"/>
          <p14:tracePt t="263176" x="2495550" y="4679950"/>
          <p14:tracePt t="263193" x="2470150" y="4686300"/>
          <p14:tracePt t="263210" x="2438400" y="4699000"/>
          <p14:tracePt t="263228" x="2406650" y="4705350"/>
          <p14:tracePt t="263242" x="2381250" y="4718050"/>
          <p14:tracePt t="263259" x="2336800" y="4730750"/>
          <p14:tracePt t="263276" x="2292350" y="4749800"/>
          <p14:tracePt t="263292" x="2222500" y="4768850"/>
          <p14:tracePt t="263310" x="2184400" y="4787900"/>
          <p14:tracePt t="263326" x="2133600" y="4806950"/>
          <p14:tracePt t="263342" x="2108200" y="4826000"/>
          <p14:tracePt t="263360" x="2095500" y="4845050"/>
          <p14:tracePt t="263376" x="2076450" y="4864100"/>
          <p14:tracePt t="263392" x="2063750" y="4889500"/>
          <p14:tracePt t="263410" x="2044700" y="4940300"/>
          <p14:tracePt t="263426" x="2032000" y="4972050"/>
          <p14:tracePt t="263442" x="2032000" y="4997450"/>
          <p14:tracePt t="263459" x="2025650" y="5067300"/>
          <p14:tracePt t="263475" x="2025650" y="5105400"/>
          <p14:tracePt t="263492" x="2025650" y="5156200"/>
          <p14:tracePt t="263509" x="2038350" y="5219700"/>
          <p14:tracePt t="263525" x="2038350" y="5257800"/>
          <p14:tracePt t="263542" x="2038350" y="5283200"/>
          <p14:tracePt t="263558" x="2063750" y="5321300"/>
          <p14:tracePt t="263575" x="2076450" y="5334000"/>
          <p14:tracePt t="263592" x="2089150" y="5346700"/>
          <p14:tracePt t="264085" x="2114550" y="5346700"/>
          <p14:tracePt t="264091" x="2152650" y="5346700"/>
          <p14:tracePt t="264099" x="2190750" y="5346700"/>
          <p14:tracePt t="264107" x="2254250" y="5353050"/>
          <p14:tracePt t="264123" x="2387600" y="5372100"/>
          <p14:tracePt t="264141" x="2635250" y="5391150"/>
          <p14:tracePt t="264156" x="2749550" y="5410200"/>
          <p14:tracePt t="264173" x="2870200" y="5429250"/>
          <p14:tracePt t="264190" x="3086100" y="5429250"/>
          <p14:tracePt t="264206" x="3232150" y="5416550"/>
          <p14:tracePt t="264223" x="3346450" y="5416550"/>
          <p14:tracePt t="264239" x="3454400" y="5410200"/>
          <p14:tracePt t="264256" x="3543300" y="5410200"/>
          <p14:tracePt t="264273" x="3594100" y="5410200"/>
          <p14:tracePt t="264289" x="3702050" y="5403850"/>
          <p14:tracePt t="264305" x="3752850" y="5403850"/>
          <p14:tracePt t="264323" x="3803650" y="5391150"/>
          <p14:tracePt t="264339" x="3835400" y="5384800"/>
          <p14:tracePt t="264355" x="3873500" y="5384800"/>
          <p14:tracePt t="264373" x="3917950" y="5384800"/>
          <p14:tracePt t="264389" x="3956050" y="5391150"/>
          <p14:tracePt t="264405" x="4000500" y="5391150"/>
          <p14:tracePt t="264422" x="4057650" y="5391150"/>
          <p14:tracePt t="264438" x="4114800" y="5391150"/>
          <p14:tracePt t="264455" x="4159250" y="5384800"/>
          <p14:tracePt t="264472" x="4216400" y="5384800"/>
          <p14:tracePt t="264488" x="4260850" y="5372100"/>
          <p14:tracePt t="264506" x="4305300" y="5365750"/>
          <p14:tracePt t="264521" x="4337050" y="5365750"/>
          <p14:tracePt t="264538" x="4368800" y="5365750"/>
          <p14:tracePt t="264555" x="4432300" y="5365750"/>
          <p14:tracePt t="264572" x="4470400" y="5359400"/>
          <p14:tracePt t="264587" x="4533900" y="5353050"/>
          <p14:tracePt t="264604" x="4603750" y="5359400"/>
          <p14:tracePt t="264621" x="4641850" y="5359400"/>
          <p14:tracePt t="264625" x="4660900" y="5359400"/>
          <p14:tracePt t="264638" x="4686300" y="5359400"/>
          <p14:tracePt t="264655" x="4718050" y="5353050"/>
          <p14:tracePt t="264671" x="4743450" y="5346700"/>
          <p14:tracePt t="264689" x="4775200" y="5353050"/>
          <p14:tracePt t="264704" x="4806950" y="5372100"/>
          <p14:tracePt t="264721" x="4838700" y="5391150"/>
          <p14:tracePt t="265237" x="4864100" y="5391150"/>
          <p14:tracePt t="265244" x="4895850" y="5391150"/>
          <p14:tracePt t="265252" x="4921250" y="5384800"/>
          <p14:tracePt t="265269" x="5003800" y="5378450"/>
          <p14:tracePt t="265286" x="5124450" y="5378450"/>
          <p14:tracePt t="265302" x="5181600" y="5378450"/>
          <p14:tracePt t="265319" x="5245100" y="5378450"/>
          <p14:tracePt t="265336" x="5334000" y="5365750"/>
          <p14:tracePt t="265352" x="5397500" y="5365750"/>
          <p14:tracePt t="265369" x="5441950" y="5365750"/>
          <p14:tracePt t="265385" x="5499100" y="5353050"/>
          <p14:tracePt t="265402" x="5530850" y="5346700"/>
          <p14:tracePt t="265419" x="5568950" y="5346700"/>
          <p14:tracePt t="265435" x="5588000" y="5346700"/>
          <p14:tracePt t="265452" x="5594350" y="5346700"/>
          <p14:tracePt t="265469" x="5619750" y="5340350"/>
          <p14:tracePt t="265485" x="5632450" y="5340350"/>
          <p14:tracePt t="265502" x="5645150" y="5340350"/>
          <p14:tracePt t="265518" x="5670550" y="5340350"/>
          <p14:tracePt t="265534" x="5689600" y="5340350"/>
          <p14:tracePt t="265552" x="5702300" y="5340350"/>
          <p14:tracePt t="265568" x="5727700" y="5340350"/>
          <p14:tracePt t="265585" x="5778500" y="5340350"/>
          <p14:tracePt t="265602" x="5835650" y="5334000"/>
          <p14:tracePt t="265618" x="5873750" y="5334000"/>
          <p14:tracePt t="265635" x="5956300" y="5334000"/>
          <p14:tracePt t="265651" x="6045200" y="5334000"/>
          <p14:tracePt t="265668" x="6083300" y="5334000"/>
          <p14:tracePt t="265685" x="6134100" y="5334000"/>
          <p14:tracePt t="265701" x="6184900" y="5334000"/>
          <p14:tracePt t="265717" x="6203950" y="5334000"/>
          <p14:tracePt t="265735" x="6223000" y="5334000"/>
          <p14:tracePt t="265750" x="6280150" y="5340350"/>
          <p14:tracePt t="265767" x="6299200" y="5340350"/>
          <p14:tracePt t="265784" x="6337300" y="5346700"/>
          <p14:tracePt t="265800" x="6356350" y="5353050"/>
          <p14:tracePt t="265817" x="6394450" y="5353050"/>
          <p14:tracePt t="265834" x="6426200" y="5359400"/>
          <p14:tracePt t="265850" x="6445250" y="5365750"/>
          <p14:tracePt t="265867" x="6470650" y="5365750"/>
          <p14:tracePt t="265883" x="6502400" y="5365750"/>
          <p14:tracePt t="265900" x="6515100" y="5365750"/>
          <p14:tracePt t="265917" x="6559550" y="5372100"/>
          <p14:tracePt t="265933" x="6597650" y="5372100"/>
          <p14:tracePt t="265950" x="6616700" y="5372100"/>
          <p14:tracePt t="265967" x="6661150" y="5372100"/>
          <p14:tracePt t="265983" x="6699250" y="5378450"/>
          <p14:tracePt t="266000" x="6724650" y="5384800"/>
          <p14:tracePt t="266017" x="6769100" y="5384800"/>
          <p14:tracePt t="266033" x="6826250" y="5384800"/>
          <p14:tracePt t="266050" x="6858000" y="5384800"/>
          <p14:tracePt t="266066" x="6915150" y="5384800"/>
          <p14:tracePt t="266083" x="6940550" y="5384800"/>
          <p14:tracePt t="266101" x="7035800" y="5384800"/>
          <p14:tracePt t="266116" x="7061200" y="5384800"/>
          <p14:tracePt t="266133" x="7086600" y="5384800"/>
          <p14:tracePt t="266136" x="7118350" y="5384800"/>
          <p14:tracePt t="266150" x="7143750" y="5384800"/>
          <p14:tracePt t="266166" x="7213600" y="5384800"/>
          <p14:tracePt t="266183" x="7251700" y="5384800"/>
          <p14:tracePt t="266199" x="7334250" y="5397500"/>
          <p14:tracePt t="266216" x="7423150" y="5397500"/>
          <p14:tracePt t="266232" x="7461250" y="5397500"/>
          <p14:tracePt t="266249" x="7531100" y="5391150"/>
          <p14:tracePt t="266265" x="7581900" y="5391150"/>
          <p14:tracePt t="266283" x="7620000" y="5391150"/>
          <p14:tracePt t="266299" x="7632700" y="5391150"/>
          <p14:tracePt t="266315" x="7651750" y="5384800"/>
          <p14:tracePt t="266333" x="7664450" y="5384800"/>
          <p14:tracePt t="266348" x="7670800" y="5384800"/>
          <p14:tracePt t="266365" x="7708900" y="5397500"/>
          <p14:tracePt t="276510" x="7721600" y="5365750"/>
          <p14:tracePt t="276517" x="7734300" y="5327650"/>
          <p14:tracePt t="276531" x="7747000" y="5295900"/>
          <p14:tracePt t="276546" x="7778750" y="5232400"/>
          <p14:tracePt t="276563" x="7797800" y="5187950"/>
          <p14:tracePt t="276580" x="7854950" y="5067300"/>
          <p14:tracePt t="276596" x="7969250" y="4895850"/>
          <p14:tracePt t="276613" x="8083550" y="4730750"/>
          <p14:tracePt t="276630" x="8337550" y="4464050"/>
          <p14:tracePt t="276646" x="8502650" y="4305300"/>
          <p14:tracePt t="276663" x="8699500" y="4127500"/>
          <p14:tracePt t="276680" x="8985250" y="3892550"/>
          <p14:tracePt t="276696" x="9124950" y="3771900"/>
          <p14:tracePt t="276928" x="9029700" y="2336800"/>
          <p14:tracePt t="276946" x="8775700" y="2171700"/>
          <p14:tracePt t="276962" x="8585200" y="2044700"/>
          <p14:tracePt t="276979" x="8445500" y="1962150"/>
          <p14:tracePt t="276995" x="8293100" y="1841500"/>
          <p14:tracePt t="277012" x="8261350" y="1809750"/>
          <p14:tracePt t="277029" x="8204200" y="1778000"/>
          <p14:tracePt t="277045" x="8178800" y="1752600"/>
          <p14:tracePt t="277062" x="8159750" y="1739900"/>
          <p14:tracePt t="277079" x="8070850" y="1727200"/>
          <p14:tracePt t="277095" x="7962900" y="1708150"/>
          <p14:tracePt t="277111" x="7810500" y="1708150"/>
          <p14:tracePt t="277128" x="7708900" y="1733550"/>
          <p14:tracePt t="277507" x="7683500" y="1720850"/>
          <p14:tracePt t="277514" x="7645400" y="1689100"/>
          <p14:tracePt t="277526" x="7607300" y="1657350"/>
          <p14:tracePt t="277543" x="7448550" y="1511300"/>
          <p14:tracePt t="277560" x="7359650" y="1397000"/>
          <p14:tracePt t="277577" x="7258050" y="1257300"/>
          <p14:tracePt t="277592" x="7226300" y="1193800"/>
          <p14:tracePt t="277610" x="7207250" y="1143000"/>
          <p14:tracePt t="277626" x="7200900" y="1123950"/>
          <p14:tracePt t="277643" x="7194550" y="1098550"/>
          <p14:tracePt t="277660" x="7188200" y="1092200"/>
          <p14:tracePt t="277676" x="7188200" y="1079500"/>
          <p14:tracePt t="277717" x="7188200" y="1073150"/>
          <p14:tracePt t="277759" x="7188200" y="1066800"/>
          <p14:tracePt t="277787" x="7188200" y="1060450"/>
          <p14:tracePt t="277802" x="7188200" y="1054100"/>
          <p14:tracePt t="277809" x="7181850" y="1041400"/>
          <p14:tracePt t="277823" x="7169150" y="1022350"/>
          <p14:tracePt t="277836" x="7156450" y="990600"/>
          <p14:tracePt t="277850" x="7143750" y="958850"/>
          <p14:tracePt t="277859" x="7124700" y="914400"/>
          <p14:tracePt t="277875" x="7099300" y="882650"/>
          <p14:tracePt t="277893" x="7042150" y="762000"/>
          <p14:tracePt t="277909" x="7023100" y="730250"/>
          <p14:tracePt t="277925" x="7010400" y="711200"/>
          <p14:tracePt t="277942" x="6978650" y="666750"/>
          <p14:tracePt t="277958" x="6959600" y="641350"/>
          <p14:tracePt t="277975" x="6959600" y="635000"/>
          <p14:tracePt t="277992" x="6940550" y="609600"/>
          <p14:tracePt t="278009" x="6927850" y="603250"/>
          <p14:tracePt t="278026" x="6915150" y="584200"/>
          <p14:tracePt t="278042" x="6908800" y="577850"/>
          <p14:tracePt t="278058" x="6889750" y="558800"/>
          <p14:tracePt t="278075" x="6883400" y="552450"/>
          <p14:tracePt t="278108" x="6877050" y="546100"/>
          <p14:tracePt t="278167" x="6877050" y="552450"/>
          <p14:tracePt t="278181" x="6877050" y="558800"/>
          <p14:tracePt t="278194" x="6877050" y="565150"/>
          <p14:tracePt t="278201" x="6870700" y="577850"/>
          <p14:tracePt t="278211" x="6864350" y="596900"/>
          <p14:tracePt t="278224" x="6858000" y="635000"/>
          <p14:tracePt t="278241" x="6832600" y="768350"/>
          <p14:tracePt t="278258" x="6750050" y="1022350"/>
          <p14:tracePt t="278274" x="6705600" y="1181100"/>
          <p14:tracePt t="278291" x="6546850" y="1606550"/>
          <p14:tracePt t="278308" x="6343650" y="2139950"/>
          <p14:tracePt t="278324" x="6216650" y="2413000"/>
          <p14:tracePt t="278341" x="5988050" y="2882900"/>
          <p14:tracePt t="278357" x="5740400" y="3289300"/>
          <p14:tracePt t="278374" x="5607050" y="3498850"/>
          <p14:tracePt t="278391" x="5359400" y="3803650"/>
          <p14:tracePt t="278407" x="5105400" y="4019550"/>
          <p14:tracePt t="278423" x="5010150" y="4095750"/>
          <p14:tracePt t="278441" x="4845050" y="4210050"/>
          <p14:tracePt t="278457" x="4718050" y="4318000"/>
          <p14:tracePt t="278473" x="4667250" y="4375150"/>
          <p14:tracePt t="278490" x="4559300" y="4483100"/>
          <p14:tracePt t="278507" x="4514850" y="4540250"/>
          <p14:tracePt t="278524" x="4394200" y="4667250"/>
          <p14:tracePt t="278540" x="4343400" y="4724400"/>
          <p14:tracePt t="278556" x="4318000" y="4768850"/>
          <p14:tracePt t="278574" x="4229100" y="4908550"/>
          <p14:tracePt t="278590" x="4210050" y="4933950"/>
          <p14:tracePt t="279006" x="4146550" y="4933950"/>
          <p14:tracePt t="279020" x="4057650" y="4933950"/>
          <p14:tracePt t="279027" x="3968750" y="4933950"/>
          <p14:tracePt t="279041" x="3841750" y="4933950"/>
          <p14:tracePt t="279057" x="3708400" y="4933950"/>
          <p14:tracePt t="279071" x="3549650" y="4940300"/>
          <p14:tracePt t="279088" x="3390900" y="4940300"/>
          <p14:tracePt t="279104" x="3149600" y="4946650"/>
          <p14:tracePt t="279121" x="3060700" y="4959350"/>
          <p14:tracePt t="279138" x="2927350" y="4972050"/>
          <p14:tracePt t="279154" x="2889250" y="4972050"/>
          <p14:tracePt t="279171" x="2870200" y="4972050"/>
          <p14:tracePt t="279189" x="2857500" y="4972050"/>
          <p14:tracePt t="279279" x="2863850" y="4972050"/>
          <p14:tracePt t="279301" x="2851150" y="4972050"/>
          <p14:tracePt t="279314" x="2838450" y="4972050"/>
          <p14:tracePt t="279328" x="2825750" y="4978400"/>
          <p14:tracePt t="279739" x="2806700" y="4978400"/>
          <p14:tracePt t="279754" x="2762250" y="4978400"/>
          <p14:tracePt t="279759" x="2736850" y="4972050"/>
          <p14:tracePt t="279774" x="2692400" y="4965700"/>
          <p14:tracePt t="279785" x="2654300" y="4953000"/>
          <p14:tracePt t="279802" x="2546350" y="4940300"/>
          <p14:tracePt t="279819" x="2489200" y="4927600"/>
          <p14:tracePt t="279836" x="2368550" y="4889500"/>
          <p14:tracePt t="279852" x="2254250" y="4870450"/>
          <p14:tracePt t="279868" x="2184400" y="4864100"/>
          <p14:tracePt t="279885" x="2070100" y="4864100"/>
          <p14:tracePt t="279902" x="1949450" y="4857750"/>
          <p14:tracePt t="279918" x="1898650" y="4857750"/>
          <p14:tracePt t="279935" x="1771650" y="4845050"/>
          <p14:tracePt t="279952" x="1651000" y="4851400"/>
          <p14:tracePt t="279968" x="1612900" y="4851400"/>
          <p14:tracePt t="279985" x="1524000" y="4851400"/>
          <p14:tracePt t="280001" x="1466850" y="4851400"/>
          <p14:tracePt t="280019" x="1447800" y="4851400"/>
          <p14:tracePt t="280034" x="1416050" y="4851400"/>
          <p14:tracePt t="280051" x="1403350" y="4851400"/>
          <p14:tracePt t="280068" x="1365250" y="4845050"/>
          <p14:tracePt t="280084" x="1352550" y="4845050"/>
          <p14:tracePt t="280101" x="1346200" y="4845050"/>
          <p14:tracePt t="280118" x="1333500" y="4845050"/>
          <p14:tracePt t="280134" x="1327150" y="4845050"/>
          <p14:tracePt t="280300" x="1333500" y="4851400"/>
          <p14:tracePt t="280314" x="1339850" y="4851400"/>
          <p14:tracePt t="280321" x="1346200" y="4851400"/>
          <p14:tracePt t="280336" x="1358900" y="4851400"/>
          <p14:tracePt t="280350" x="1397000" y="4851400"/>
          <p14:tracePt t="280367" x="1435100" y="4857750"/>
          <p14:tracePt t="280384" x="1593850" y="4876800"/>
          <p14:tracePt t="280400" x="1682750" y="4902200"/>
          <p14:tracePt t="280417" x="1885950" y="4927600"/>
          <p14:tracePt t="280434" x="2070100" y="4959350"/>
          <p14:tracePt t="280450" x="2133600" y="4972050"/>
          <p14:tracePt t="280466" x="2241550" y="4984750"/>
          <p14:tracePt t="280483" x="2292350" y="4984750"/>
          <p14:tracePt t="280499" x="2305050" y="4984750"/>
          <p14:tracePt t="280517" x="2311400" y="4991100"/>
          <p14:tracePt t="280532" x="2324100" y="4991100"/>
          <p14:tracePt t="280569" x="2330450" y="4991100"/>
          <p14:tracePt t="287830" x="2406650" y="5016500"/>
          <p14:tracePt t="287836" x="2527300" y="5048250"/>
          <p14:tracePt t="287850" x="2641600" y="5080000"/>
          <p14:tracePt t="287860" x="2755900" y="5111750"/>
          <p14:tracePt t="287874" x="2851150" y="5149850"/>
          <p14:tracePt t="287891" x="3048000" y="5194300"/>
          <p14:tracePt t="287907" x="3225800" y="5232400"/>
          <p14:tracePt t="287924" x="3308350" y="5264150"/>
          <p14:tracePt t="287941" x="3479800" y="5327650"/>
          <p14:tracePt t="287957" x="3644900" y="5346700"/>
          <p14:tracePt t="287974" x="3714750" y="5353050"/>
          <p14:tracePt t="287991" x="3829050" y="5372100"/>
          <p14:tracePt t="288007" x="3937000" y="5391150"/>
          <p14:tracePt t="288024" x="3975100" y="5391150"/>
          <p14:tracePt t="288040" x="4038600" y="5397500"/>
          <p14:tracePt t="288057" x="4064000" y="5397500"/>
          <p14:tracePt t="288074" x="4121150" y="5403850"/>
          <p14:tracePt t="288090" x="4178300" y="5422900"/>
          <p14:tracePt t="288107" x="4210050" y="5422900"/>
          <p14:tracePt t="288124" x="4279900" y="5435600"/>
          <p14:tracePt t="288140" x="4298950" y="5448300"/>
          <p14:tracePt t="288156" x="4343400" y="5461000"/>
          <p14:tracePt t="288173" x="4356100" y="5461000"/>
          <p14:tracePt t="288190" x="4356100" y="5467350"/>
          <p14:tracePt t="288243" x="4349750" y="5467350"/>
          <p14:tracePt t="288258" x="4343400" y="5467350"/>
          <p14:tracePt t="288264" x="4330700" y="5461000"/>
          <p14:tracePt t="288279" x="4318000" y="5454650"/>
          <p14:tracePt t="288289" x="4311650" y="5454650"/>
          <p14:tracePt t="288307" x="4273550" y="5448300"/>
          <p14:tracePt t="288323" x="4235450" y="5441950"/>
          <p14:tracePt t="288339" x="4127500" y="5435600"/>
          <p14:tracePt t="288343" x="4064000" y="5435600"/>
          <p14:tracePt t="288359" x="3975100" y="5422900"/>
          <p14:tracePt t="288372" x="3797300" y="5422900"/>
          <p14:tracePt t="288389" x="3708400" y="5422900"/>
          <p14:tracePt t="288406" x="3530600" y="5422900"/>
          <p14:tracePt t="288422" x="3378200" y="5429250"/>
          <p14:tracePt t="288440" x="3295650" y="5435600"/>
          <p14:tracePt t="288456" x="3276600" y="5435600"/>
          <p14:tracePt t="288472" x="3244850" y="5435600"/>
          <p14:tracePt t="288489" x="3225800" y="5435600"/>
          <p14:tracePt t="288505" x="3213100" y="5435600"/>
          <p14:tracePt t="288522" x="3187700" y="5441950"/>
          <p14:tracePt t="288539" x="3155950" y="5448300"/>
          <p14:tracePt t="288555" x="3143250" y="5454650"/>
          <p14:tracePt t="288572" x="3092450" y="5461000"/>
          <p14:tracePt t="288588" x="3003550" y="5486400"/>
          <p14:tracePt t="288605" x="2933700" y="5499100"/>
          <p14:tracePt t="288622" x="2787650" y="5537200"/>
          <p14:tracePt t="288638" x="2603500" y="5588000"/>
          <p14:tracePt t="288655" x="2514600" y="5607050"/>
          <p14:tracePt t="288672" x="2355850" y="5657850"/>
          <p14:tracePt t="288688" x="2266950" y="5676900"/>
          <p14:tracePt t="288704" x="2152650" y="5715000"/>
          <p14:tracePt t="288721" x="2082800" y="5721350"/>
          <p14:tracePt t="288738" x="2063750" y="5721350"/>
          <p14:tracePt t="288755" x="2032000" y="5721350"/>
          <p14:tracePt t="288771" x="2012950" y="5721350"/>
          <p14:tracePt t="288840" x="2006600" y="5721350"/>
          <p14:tracePt t="288889" x="2006600" y="5715000"/>
          <p14:tracePt t="288980" x="2012950" y="5715000"/>
          <p14:tracePt t="289008" x="2019300" y="5715000"/>
          <p14:tracePt t="289029" x="2019300" y="5702300"/>
          <p14:tracePt t="289043" x="2025650" y="5702300"/>
          <p14:tracePt t="289050" x="2032000" y="5695950"/>
          <p14:tracePt t="289072" x="2038350" y="5683250"/>
          <p14:tracePt t="289078" x="2044700" y="5676900"/>
          <p14:tracePt t="289092" x="2051050" y="5664200"/>
          <p14:tracePt t="289103" x="2063750" y="5645150"/>
          <p14:tracePt t="289120" x="2089150" y="5600700"/>
          <p14:tracePt t="289136" x="2114550" y="5562600"/>
          <p14:tracePt t="289153" x="2146300" y="5499100"/>
          <p14:tracePt t="289170" x="2190750" y="5422900"/>
          <p14:tracePt t="289186" x="2203450" y="5391150"/>
          <p14:tracePt t="289204" x="2228850" y="5353050"/>
          <p14:tracePt t="289220" x="2235200" y="5334000"/>
          <p14:tracePt t="289236" x="2235200" y="5327650"/>
          <p14:tracePt t="289254" x="2235200" y="5314950"/>
          <p14:tracePt t="289269" x="2235200" y="5308600"/>
          <p14:tracePt t="289303" x="2235200" y="5302250"/>
          <p14:tracePt t="289324" x="2235200" y="5295900"/>
          <p14:tracePt t="289351" x="2228850" y="5295900"/>
          <p14:tracePt t="289359" x="2222500" y="5295900"/>
          <p14:tracePt t="289380" x="2216150" y="5289550"/>
          <p14:tracePt t="289394" x="2209800" y="5283200"/>
          <p14:tracePt t="289402" x="2203450" y="5276850"/>
          <p14:tracePt t="289419" x="2203450" y="5270500"/>
          <p14:tracePt t="289436" x="2190750" y="5251450"/>
          <p14:tracePt t="289453" x="2178050" y="5232400"/>
          <p14:tracePt t="289469" x="2146300" y="5187950"/>
          <p14:tracePt t="289486" x="2101850" y="5137150"/>
          <p14:tracePt t="289502" x="2044700" y="5067300"/>
          <p14:tracePt t="289518" x="2019300" y="5054600"/>
          <p14:tracePt t="289535" x="1987550" y="5041900"/>
          <p14:tracePt t="289974" x="1987550" y="5029200"/>
          <p14:tracePt t="289981" x="1993900" y="5029200"/>
          <p14:tracePt t="289995" x="2000250" y="5022850"/>
          <p14:tracePt t="290003" x="2006600" y="5016500"/>
          <p14:tracePt t="290017" x="2019300" y="5003800"/>
          <p14:tracePt t="290033" x="2025650" y="4991100"/>
          <p14:tracePt t="290050" x="2032000" y="4984750"/>
          <p14:tracePt t="290066" x="2032000" y="4978400"/>
          <p14:tracePt t="290083" x="2038350" y="4972050"/>
          <p14:tracePt t="290101" x="2057400" y="4946650"/>
          <p14:tracePt t="290116" x="2063750" y="4933950"/>
          <p14:tracePt t="290133" x="2063750" y="4921250"/>
          <p14:tracePt t="290150" x="2076450" y="4914900"/>
          <p14:tracePt t="290166" x="2076450" y="4908550"/>
          <p14:tracePt t="290183" x="2082800" y="4902200"/>
          <p14:tracePt t="290200" x="2089150" y="4895850"/>
          <p14:tracePt t="290236" x="2089150" y="4889500"/>
          <p14:tracePt t="290262" x="2095500" y="4883150"/>
          <p14:tracePt t="290285" x="2108200" y="4883150"/>
          <p14:tracePt t="290304" x="2114550" y="4883150"/>
          <p14:tracePt t="290311" x="2120900" y="4883150"/>
          <p14:tracePt t="290325" x="2120900" y="4876800"/>
          <p14:tracePt t="290353" x="2127250" y="4870450"/>
          <p14:tracePt t="290374" x="2139950" y="4870450"/>
          <p14:tracePt t="290395" x="2146300" y="4864100"/>
          <p14:tracePt t="290402" x="2152650" y="4864100"/>
          <p14:tracePt t="290418" x="2152650" y="4857750"/>
          <p14:tracePt t="290432" x="2159000" y="4857750"/>
          <p14:tracePt t="290449" x="2178050" y="4851400"/>
          <p14:tracePt t="290466" x="2216150" y="4832350"/>
          <p14:tracePt t="290482" x="2241550" y="4832350"/>
          <p14:tracePt t="290498" x="2305050" y="4806950"/>
          <p14:tracePt t="290516" x="2374900" y="4794250"/>
          <p14:tracePt t="290532" x="2406650" y="4787900"/>
          <p14:tracePt t="290549" x="2451100" y="4781550"/>
          <p14:tracePt t="290565" x="2501900" y="4775200"/>
          <p14:tracePt t="290582" x="2520950" y="4762500"/>
          <p14:tracePt t="290598" x="2559050" y="4749800"/>
          <p14:tracePt t="290615" x="2590800" y="4743450"/>
          <p14:tracePt t="290631" x="2609850" y="4743450"/>
          <p14:tracePt t="290648" x="2635250" y="4730750"/>
          <p14:tracePt t="290664" x="2660650" y="4718050"/>
          <p14:tracePt t="290681" x="2673350" y="4718050"/>
          <p14:tracePt t="290698" x="2711450" y="4705350"/>
          <p14:tracePt t="290714" x="2724150" y="4699000"/>
          <p14:tracePt t="290732" x="2781300" y="4686300"/>
          <p14:tracePt t="290748" x="2806700" y="4679950"/>
          <p14:tracePt t="290764" x="2832100" y="4679950"/>
          <p14:tracePt t="290781" x="2901950" y="4673600"/>
          <p14:tracePt t="290797" x="2952750" y="4673600"/>
          <p14:tracePt t="290814" x="2978150" y="4673600"/>
          <p14:tracePt t="290831" x="3009900" y="4673600"/>
          <p14:tracePt t="290847" x="3035300" y="4673600"/>
          <p14:tracePt t="290864" x="3041650" y="4673600"/>
          <p14:tracePt t="290880" x="3054350" y="4673600"/>
          <p14:tracePt t="290897" x="3054350" y="4679950"/>
          <p14:tracePt t="290936" x="3054350" y="4686300"/>
          <p14:tracePt t="290963" x="3054350" y="4692650"/>
          <p14:tracePt t="290999" x="3054350" y="4699000"/>
          <p14:tracePt t="291027" x="3054350" y="4705350"/>
          <p14:tracePt t="291055" x="3054350" y="4711700"/>
          <p14:tracePt t="291069" x="3060700" y="4718050"/>
          <p14:tracePt t="291076" x="3067050" y="4718050"/>
          <p14:tracePt t="291838" x="3079750" y="4718050"/>
          <p14:tracePt t="291845" x="3098800" y="4724400"/>
          <p14:tracePt t="291859" x="3111500" y="4730750"/>
          <p14:tracePt t="291866" x="3130550" y="4730750"/>
          <p14:tracePt t="291880" x="3143250" y="4737100"/>
          <p14:tracePt t="291894" x="3155950" y="4743450"/>
          <p14:tracePt t="291910" x="3194050" y="4756150"/>
          <p14:tracePt t="291927" x="3194050" y="4762500"/>
          <p14:tracePt t="291943" x="3206750" y="4768850"/>
          <p14:tracePt t="291960" x="3213100" y="4768850"/>
          <p14:tracePt t="292034" x="3206750" y="4768850"/>
          <p14:tracePt t="292049" x="3200400" y="4768850"/>
          <p14:tracePt t="292070" x="3194050" y="4768850"/>
          <p14:tracePt t="292078" x="3187700" y="4768850"/>
          <p14:tracePt t="292091" x="3175000" y="4768850"/>
          <p14:tracePt t="292097" x="3162300" y="4768850"/>
          <p14:tracePt t="292113" x="3143250" y="4768850"/>
          <p14:tracePt t="292126" x="3086100" y="4781550"/>
          <p14:tracePt t="292143" x="3048000" y="4781550"/>
          <p14:tracePt t="292160" x="2990850" y="4787900"/>
          <p14:tracePt t="292176" x="2876550" y="4794250"/>
          <p14:tracePt t="292193" x="2755900" y="4813300"/>
          <p14:tracePt t="292210" x="2692400" y="4826000"/>
          <p14:tracePt t="292226" x="2571750" y="4851400"/>
          <p14:tracePt t="292242" x="2438400" y="4889500"/>
          <p14:tracePt t="292259" x="2305050" y="4940300"/>
          <p14:tracePt t="292276" x="2235200" y="4959350"/>
          <p14:tracePt t="292292" x="2089150" y="5010150"/>
          <p14:tracePt t="292309" x="1943100" y="5054600"/>
          <p14:tracePt t="292326" x="1885950" y="5086350"/>
          <p14:tracePt t="292343" x="1771650" y="5143500"/>
          <p14:tracePt t="292359" x="1708150" y="5168900"/>
          <p14:tracePt t="292375" x="1689100" y="5194300"/>
          <p14:tracePt t="292393" x="1670050" y="5213350"/>
          <p14:tracePt t="292409" x="1670050" y="5232400"/>
          <p14:tracePt t="292425" x="1670050" y="5245100"/>
          <p14:tracePt t="292442" x="1670050" y="5257800"/>
          <p14:tracePt t="292459" x="1670050" y="5264150"/>
          <p14:tracePt t="292475" x="1670050" y="5276850"/>
          <p14:tracePt t="292492" x="1676400" y="5276850"/>
          <p14:tracePt t="292525" x="1682750" y="5283200"/>
          <p14:tracePt t="292561" x="1682750" y="5289550"/>
          <p14:tracePt t="292631" x="1689100" y="5295900"/>
          <p14:tracePt t="292680" x="1695450" y="5295900"/>
          <p14:tracePt t="292708" x="1695450" y="5302250"/>
          <p14:tracePt t="292729" x="1701800" y="5308600"/>
          <p14:tracePt t="292743" x="1701800" y="5314950"/>
          <p14:tracePt t="292750" x="1708150" y="5321300"/>
          <p14:tracePt t="292779" x="1708150" y="5327650"/>
          <p14:tracePt t="292813" x="1708150" y="5334000"/>
          <p14:tracePt t="292820" x="1714500" y="5334000"/>
          <p14:tracePt t="292863" x="1720850" y="5340350"/>
          <p14:tracePt t="292869" x="1727200" y="5346700"/>
          <p14:tracePt t="304586" x="1739900" y="5346700"/>
          <p14:tracePt t="304593" x="1778000" y="5340350"/>
          <p14:tracePt t="304602" x="1822450" y="5334000"/>
          <p14:tracePt t="304616" x="1924050" y="5321300"/>
          <p14:tracePt t="304633" x="2057400" y="5314950"/>
          <p14:tracePt t="304650" x="2374900" y="5295900"/>
          <p14:tracePt t="304666" x="2667000" y="5295900"/>
          <p14:tracePt t="304683" x="3067050" y="5295900"/>
          <p14:tracePt t="304699" x="3454400" y="5283200"/>
          <p14:tracePt t="304716" x="3746500" y="5257800"/>
          <p14:tracePt t="304733" x="4286250" y="5264150"/>
          <p14:tracePt t="304749" x="4616450" y="5289550"/>
          <p14:tracePt t="304766" x="5035550" y="5302250"/>
          <p14:tracePt t="304783" x="5588000" y="5353050"/>
          <p14:tracePt t="304799" x="5949950" y="5353050"/>
          <p14:tracePt t="304816" x="6216650" y="5378450"/>
          <p14:tracePt t="304832" x="6559550" y="5359400"/>
          <p14:tracePt t="304849" x="6756400" y="5321300"/>
          <p14:tracePt t="304866" x="6978650" y="5257800"/>
          <p14:tracePt t="304882" x="7124700" y="5213350"/>
          <p14:tracePt t="304899" x="7258050" y="5194300"/>
          <p14:tracePt t="304916" x="7423150" y="5099050"/>
          <p14:tracePt t="304932" x="7486650" y="5073650"/>
          <p14:tracePt t="304949" x="7543800" y="5060950"/>
          <p14:tracePt t="304965" x="7594600" y="5035550"/>
          <p14:tracePt t="304982" x="7613650" y="5016500"/>
          <p14:tracePt t="304999" x="7639050" y="4991100"/>
          <p14:tracePt t="305015" x="7651750" y="4965700"/>
          <p14:tracePt t="305032" x="7651750" y="4959350"/>
          <p14:tracePt t="305049" x="7658100" y="4953000"/>
          <p14:tracePt t="305070" x="7664450" y="4953000"/>
          <p14:tracePt t="305085" x="7664450" y="4946650"/>
          <p14:tracePt t="305098" x="7670800" y="4946650"/>
          <p14:tracePt t="305114" x="7677150" y="4940300"/>
          <p14:tracePt t="305134" x="7683500" y="4940300"/>
          <p14:tracePt t="305148" x="7683500" y="4933950"/>
          <p14:tracePt t="305273" x="7677150" y="4933950"/>
          <p14:tracePt t="305294" x="7670800" y="4933950"/>
          <p14:tracePt t="305301" x="7664450" y="4933950"/>
          <p14:tracePt t="305317" x="7658100" y="4933950"/>
          <p14:tracePt t="305344" x="7645400" y="4933950"/>
          <p14:tracePt t="305351" x="7639050" y="4940300"/>
          <p14:tracePt t="305365" x="7613650" y="4940300"/>
          <p14:tracePt t="305380" x="7562850" y="4946650"/>
          <p14:tracePt t="305397" x="7486650" y="4953000"/>
          <p14:tracePt t="305414" x="7226300" y="4984750"/>
          <p14:tracePt t="305430" x="7010400" y="5003800"/>
          <p14:tracePt t="305447" x="6724650" y="5016500"/>
          <p14:tracePt t="305463" x="6159500" y="5054600"/>
          <p14:tracePt t="305480" x="5689600" y="5054600"/>
          <p14:tracePt t="305497" x="4984750" y="5067300"/>
          <p14:tracePt t="305513" x="4483100" y="5080000"/>
          <p14:tracePt t="305530" x="4070350" y="5080000"/>
          <p14:tracePt t="305547" x="3511550" y="5092700"/>
          <p14:tracePt t="305563" x="3282950" y="5080000"/>
          <p14:tracePt t="305580" x="3079750" y="5035550"/>
          <p14:tracePt t="305597" x="2844800" y="5010150"/>
          <p14:tracePt t="305612" x="2711450" y="4991100"/>
          <p14:tracePt t="305629" x="2635250" y="4984750"/>
          <p14:tracePt t="305646" x="2584450" y="4972050"/>
          <p14:tracePt t="305662" x="2571750" y="4972050"/>
          <p14:tracePt t="305737" x="2565400" y="4972050"/>
          <p14:tracePt t="305751" x="2559050" y="4972050"/>
          <p14:tracePt t="305786" x="2559050" y="4984750"/>
          <p14:tracePt t="305793" x="2552700" y="4984750"/>
          <p14:tracePt t="305807" x="2552700" y="4991100"/>
          <p14:tracePt t="305815" x="2546350" y="4997450"/>
          <p14:tracePt t="305828" x="2540000" y="5010150"/>
          <p14:tracePt t="305845" x="2533650" y="5029200"/>
          <p14:tracePt t="305863" x="2527300" y="5029200"/>
          <p14:tracePt t="305878" x="2520950" y="5048250"/>
          <p14:tracePt t="305895" x="2508250" y="5060950"/>
          <p14:tracePt t="305912" x="2482850" y="5080000"/>
          <p14:tracePt t="305928" x="2470150" y="5080000"/>
          <p14:tracePt t="305945" x="2432050" y="5099050"/>
          <p14:tracePt t="305962" x="2362200" y="5118100"/>
          <p14:tracePt t="305978" x="2305050" y="5130800"/>
          <p14:tracePt t="305995" x="2273300" y="5143500"/>
          <p14:tracePt t="306012" x="2216150" y="5156200"/>
          <p14:tracePt t="306028" x="2184400" y="5168900"/>
          <p14:tracePt t="306045" x="2133600" y="5181600"/>
          <p14:tracePt t="306062" x="2114550" y="5181600"/>
          <p14:tracePt t="306078" x="2089150" y="5194300"/>
          <p14:tracePt t="306095" x="2051050" y="5207000"/>
          <p14:tracePt t="306111" x="2012950" y="5219700"/>
          <p14:tracePt t="306128" x="1993900" y="5238750"/>
          <p14:tracePt t="306145" x="1968500" y="5251450"/>
          <p14:tracePt t="306162" x="1955800" y="5264150"/>
          <p14:tracePt t="306178" x="1943100" y="5276850"/>
          <p14:tracePt t="306194" x="1936750" y="5276850"/>
          <p14:tracePt t="306235" x="1936750" y="5283200"/>
          <p14:tracePt t="306256" x="1936750" y="5289550"/>
          <p14:tracePt t="306710" x="1962150" y="5295900"/>
          <p14:tracePt t="306717" x="2025650" y="5302250"/>
          <p14:tracePt t="306726" x="2095500" y="5334000"/>
          <p14:tracePt t="306743" x="2197100" y="5365750"/>
          <p14:tracePt t="306759" x="2393950" y="5416550"/>
          <p14:tracePt t="306775" x="2508250" y="5448300"/>
          <p14:tracePt t="306792" x="2768600" y="5511800"/>
          <p14:tracePt t="306809" x="3079750" y="5568950"/>
          <p14:tracePt t="306825" x="3257550" y="5607050"/>
          <p14:tracePt t="306842" x="3562350" y="5638800"/>
          <p14:tracePt t="306859" x="3816350" y="5651500"/>
          <p14:tracePt t="306875" x="3930650" y="5664200"/>
          <p14:tracePt t="306892" x="4108450" y="5664200"/>
          <p14:tracePt t="306909" x="4222750" y="5664200"/>
          <p14:tracePt t="306925" x="4311650" y="5664200"/>
          <p14:tracePt t="306942" x="4489450" y="5664200"/>
          <p14:tracePt t="306958" x="4654550" y="5664200"/>
          <p14:tracePt t="306975" x="4730750" y="5664200"/>
          <p14:tracePt t="306992" x="4813300" y="5664200"/>
          <p14:tracePt t="307008" x="4876800" y="5645150"/>
          <p14:tracePt t="307026" x="4914900" y="5638800"/>
          <p14:tracePt t="307043" x="4946650" y="5632450"/>
          <p14:tracePt t="307046" x="4965700" y="5632450"/>
          <p14:tracePt t="307075" x="5048250" y="5600700"/>
          <p14:tracePt t="307091" x="5073650" y="5594350"/>
          <p14:tracePt t="307108" x="5105400" y="5588000"/>
          <p14:tracePt t="307125" x="5175250" y="5581650"/>
          <p14:tracePt t="307141" x="5238750" y="5562600"/>
          <p14:tracePt t="307158" x="5270500" y="5556250"/>
          <p14:tracePt t="307174" x="5302250" y="5543550"/>
          <p14:tracePt t="307191" x="5340350" y="5530850"/>
          <p14:tracePt t="307208" x="5365750" y="5524500"/>
          <p14:tracePt t="307224" x="5378450" y="5524500"/>
          <p14:tracePt t="307241" x="5378450" y="5518150"/>
          <p14:tracePt t="307927" x="5327650" y="5511800"/>
          <p14:tracePt t="307933" x="5238750" y="5467350"/>
          <p14:tracePt t="307948" x="5130800" y="5416550"/>
          <p14:tracePt t="307957" x="4997450" y="5372100"/>
          <p14:tracePt t="307971" x="4864100" y="5327650"/>
          <p14:tracePt t="307989" x="4756150" y="5283200"/>
          <p14:tracePt t="308005" x="4387850" y="5143500"/>
          <p14:tracePt t="308022" x="4286250" y="5092700"/>
          <p14:tracePt t="308038" x="4102100" y="5016500"/>
          <p14:tracePt t="308054" x="4019550" y="4991100"/>
          <p14:tracePt t="308071" x="3879850" y="4927600"/>
          <p14:tracePt t="308088" x="3759200" y="4870450"/>
          <p14:tracePt t="308104" x="3714750" y="4864100"/>
          <p14:tracePt t="308121" x="3663950" y="4851400"/>
          <p14:tracePt t="308138" x="3625850" y="4838700"/>
          <p14:tracePt t="308154" x="3619500" y="4838700"/>
          <p14:tracePt t="308171" x="3606800" y="4832350"/>
          <p14:tracePt t="308235" x="3613150" y="4832350"/>
          <p14:tracePt t="308277" x="3613150" y="4838700"/>
          <p14:tracePt t="321049" x="3644900" y="4826000"/>
          <p14:tracePt t="321056" x="3702050" y="4775200"/>
          <p14:tracePt t="321063" x="3759200" y="4749800"/>
          <p14:tracePt t="321076" x="3898900" y="4667250"/>
          <p14:tracePt t="321093" x="4070350" y="4578350"/>
          <p14:tracePt t="321109" x="4197350" y="4489450"/>
          <p14:tracePt t="321126" x="4457700" y="4343400"/>
          <p14:tracePt t="321143" x="4629150" y="4241800"/>
          <p14:tracePt t="321159" x="4826000" y="4057650"/>
          <p14:tracePt t="321176" x="5054600" y="3778250"/>
          <p14:tracePt t="321192" x="5213350" y="3511550"/>
          <p14:tracePt t="321209" x="5372100" y="3105150"/>
          <p14:tracePt t="321226" x="5410200" y="2730500"/>
          <p14:tracePt t="321242" x="5403850" y="2241550"/>
          <p14:tracePt t="321259" x="5295900" y="1428750"/>
          <p14:tracePt t="321275" x="5137150" y="889000"/>
          <p14:tracePt t="321292" x="4972050" y="387350"/>
          <p14:tracePt t="321309" x="4679950" y="0"/>
          <p14:tracePt t="321325" x="4394200" y="0"/>
          <p14:tracePt t="321343" x="4152900" y="0"/>
          <p14:tracePt t="321358" x="3816350" y="0"/>
          <p14:tracePt t="321375" x="3676650" y="0"/>
          <p14:tracePt t="321393" x="3486150" y="0"/>
          <p14:tracePt t="321408" x="3435350" y="0"/>
          <p14:tracePt t="321425" x="3416300" y="0"/>
          <p14:tracePt t="321442" x="3409950" y="0"/>
          <p14:tracePt t="321463" x="3409950" y="6350"/>
          <p14:tracePt t="321474" x="3416300" y="12700"/>
          <p14:tracePt t="321491" x="3422650" y="31750"/>
          <p14:tracePt t="321508" x="3429000" y="50800"/>
          <p14:tracePt t="321525" x="3429000" y="57150"/>
          <p14:tracePt t="321541" x="3486150" y="107950"/>
          <p14:tracePt t="321558" x="3536950" y="177800"/>
          <p14:tracePt t="321575" x="3740150" y="425450"/>
          <p14:tracePt t="321591" x="3943350" y="781050"/>
          <p14:tracePt t="321607" x="4057650" y="984250"/>
          <p14:tracePt t="321624" x="4292600" y="1384300"/>
          <p14:tracePt t="321641" x="4502150" y="1765300"/>
          <p14:tracePt t="321657" x="4584700" y="1955800"/>
          <p14:tracePt t="321674" x="4699000" y="2324100"/>
          <p14:tracePt t="321691" x="4730750" y="2546350"/>
          <p14:tracePt t="321709" x="4794250" y="3149600"/>
          <p14:tracePt t="321724" x="4787900" y="3314700"/>
          <p14:tracePt t="321740" x="4781550" y="3441700"/>
          <p14:tracePt t="321758" x="4686300" y="3752850"/>
          <p14:tracePt t="321774" x="4654550" y="3835400"/>
          <p14:tracePt t="321790" x="4641850" y="3879850"/>
          <p14:tracePt t="341673" x="4572000" y="3905250"/>
          <p14:tracePt t="341679" x="4483100" y="3937000"/>
          <p14:tracePt t="341688" x="4413250" y="3962400"/>
          <p14:tracePt t="341705" x="4254500" y="4013200"/>
          <p14:tracePt t="341722" x="4044950" y="4076700"/>
          <p14:tracePt t="341738" x="3727450" y="4203700"/>
          <p14:tracePt t="341755" x="3460750" y="4305300"/>
          <p14:tracePt t="341771" x="3111500" y="4438650"/>
          <p14:tracePt t="341788" x="2927350" y="4489450"/>
          <p14:tracePt t="341804" x="2768600" y="4527550"/>
          <p14:tracePt t="341822" x="2647950" y="4533900"/>
          <p14:tracePt t="341838" x="2622550" y="4533900"/>
          <p14:tracePt t="341855" x="2597150" y="4552950"/>
          <p14:tracePt t="341871" x="2565400" y="4578350"/>
          <p14:tracePt t="341887" x="2533650" y="4616450"/>
          <p14:tracePt t="341905" x="2482850" y="4648200"/>
          <p14:tracePt t="341921" x="2463800" y="4667250"/>
          <p14:tracePt t="341937" x="2457450" y="4679950"/>
          <p14:tracePt t="341954" x="2451100" y="4686300"/>
          <p14:tracePt t="341987" x="2457450" y="4705350"/>
          <p14:tracePt t="342004" x="2470150" y="4711700"/>
          <p14:tracePt t="342020" x="2476500" y="4718050"/>
          <p14:tracePt t="342038" x="2527300" y="4724400"/>
          <p14:tracePt t="342054" x="2603500" y="4756150"/>
          <p14:tracePt t="342070" x="2749550" y="4794250"/>
          <p14:tracePt t="342087" x="3067050" y="4832350"/>
          <p14:tracePt t="342103" x="3308350" y="4857750"/>
          <p14:tracePt t="342120" x="3536950" y="4864100"/>
          <p14:tracePt t="342137" x="3841750" y="4864100"/>
          <p14:tracePt t="342153" x="3994150" y="4851400"/>
          <p14:tracePt t="342170" x="4089400" y="4851400"/>
          <p14:tracePt t="342187" x="4133850" y="4838700"/>
          <p14:tracePt t="342203" x="4140200" y="4838700"/>
          <p14:tracePt t="342220" x="4140200" y="4832350"/>
          <p14:tracePt t="342236" x="4133850" y="4826000"/>
          <p14:tracePt t="342253" x="4121150" y="4826000"/>
          <p14:tracePt t="342270" x="4102100" y="4819650"/>
          <p14:tracePt t="342286" x="4083050" y="4819650"/>
          <p14:tracePt t="342303" x="4070350" y="4819650"/>
          <p14:tracePt t="342319" x="4064000" y="4819650"/>
          <p14:tracePt t="342336" x="4057650" y="4819650"/>
          <p14:tracePt t="342353" x="4057650" y="4826000"/>
          <p14:tracePt t="342386" x="4038600" y="4832350"/>
          <p14:tracePt t="342403" x="4032250" y="4838700"/>
          <p14:tracePt t="348471" x="4013200" y="4838700"/>
          <p14:tracePt t="348478" x="3975100" y="4851400"/>
          <p14:tracePt t="348485" x="3917950" y="4864100"/>
          <p14:tracePt t="348498" x="3867150" y="4883150"/>
          <p14:tracePt t="348515" x="3683000" y="4889500"/>
          <p14:tracePt t="348531" x="3581400" y="4902200"/>
          <p14:tracePt t="348548" x="3473450" y="4914900"/>
          <p14:tracePt t="348564" x="3251200" y="4965700"/>
          <p14:tracePt t="348581" x="3117850" y="4984750"/>
          <p14:tracePt t="348599" x="2933700" y="5016500"/>
          <p14:tracePt t="348614" x="2838450" y="5029200"/>
          <p14:tracePt t="348631" x="2717800" y="5048250"/>
          <p14:tracePt t="348648" x="2540000" y="5060950"/>
          <p14:tracePt t="348664" x="2432050" y="5067300"/>
          <p14:tracePt t="348681" x="2362200" y="5073650"/>
          <p14:tracePt t="348698" x="2292350" y="5067300"/>
          <p14:tracePt t="348714" x="2260600" y="5060950"/>
          <p14:tracePt t="348731" x="2241550" y="5060950"/>
          <p14:tracePt t="348734" x="2235200" y="5054600"/>
          <p14:tracePt t="348747" x="2222500" y="5054600"/>
          <p14:tracePt t="348764" x="2216150" y="5054600"/>
          <p14:tracePt t="348781" x="2184400" y="5048250"/>
          <p14:tracePt t="348797" x="2165350" y="5048250"/>
          <p14:tracePt t="348814" x="2139950" y="5041900"/>
          <p14:tracePt t="348830" x="2070100" y="5016500"/>
          <p14:tracePt t="348847" x="2012950" y="5010150"/>
          <p14:tracePt t="348864" x="1955800" y="5003800"/>
          <p14:tracePt t="348880" x="1892300" y="4991100"/>
          <p14:tracePt t="348897" x="1860550" y="4991100"/>
          <p14:tracePt t="348914" x="1828800" y="4991100"/>
          <p14:tracePt t="348930" x="1822450" y="4991100"/>
          <p14:tracePt t="348947" x="1816100" y="4991100"/>
          <p14:tracePt t="349012" x="1822450" y="4997450"/>
          <p14:tracePt t="349040" x="1828800" y="4997450"/>
          <p14:tracePt t="349054" x="1835150" y="4997450"/>
          <p14:tracePt t="349061" x="1847850" y="5003800"/>
          <p14:tracePt t="349068" x="1860550" y="5003800"/>
          <p14:tracePt t="349079" x="1873250" y="5010150"/>
          <p14:tracePt t="349097" x="1943100" y="5035550"/>
          <p14:tracePt t="349113" x="2000250" y="5041900"/>
          <p14:tracePt t="349129" x="2095500" y="5060950"/>
          <p14:tracePt t="349146" x="2203450" y="5073650"/>
          <p14:tracePt t="349162" x="2273300" y="5080000"/>
          <p14:tracePt t="349179" x="2324100" y="5099050"/>
          <p14:tracePt t="349196" x="2374900" y="5099050"/>
          <p14:tracePt t="349212" x="2400300" y="5105400"/>
          <p14:tracePt t="349229" x="2413000" y="5105400"/>
          <p14:tracePt t="349245" x="2419350" y="5105400"/>
          <p14:tracePt t="349271" x="2413000" y="5105400"/>
          <p14:tracePt t="349281" x="2406650" y="5105400"/>
          <p14:tracePt t="349295" x="2400300" y="5105400"/>
          <p14:tracePt t="349312" x="2393950" y="5105400"/>
          <p14:tracePt t="349329" x="2368550" y="5099050"/>
          <p14:tracePt t="349345" x="2343150" y="5092700"/>
          <p14:tracePt t="349362" x="2292350" y="5073650"/>
          <p14:tracePt t="349379" x="2190750" y="5060950"/>
          <p14:tracePt t="349395" x="2108200" y="5041900"/>
          <p14:tracePt t="349412" x="1968500" y="5010150"/>
          <p14:tracePt t="349429" x="1885950" y="4984750"/>
          <p14:tracePt t="349446" x="1822450" y="4959350"/>
          <p14:tracePt t="349462" x="1695450" y="4933950"/>
          <p14:tracePt t="349478" x="1606550" y="4921250"/>
          <p14:tracePt t="349496" x="1511300" y="4902200"/>
          <p14:tracePt t="349512" x="1397000" y="4895850"/>
          <p14:tracePt t="349528" x="1339850" y="4889500"/>
          <p14:tracePt t="349545" x="1308100" y="4883150"/>
          <p14:tracePt t="349561" x="1263650" y="4883150"/>
          <p14:tracePt t="349578" x="1238250" y="4876800"/>
          <p14:tracePt t="349595" x="1200150" y="4870450"/>
          <p14:tracePt t="349611" x="1174750" y="4870450"/>
          <p14:tracePt t="349628" x="1149350" y="4870450"/>
          <p14:tracePt t="349645" x="1130300" y="4870450"/>
          <p14:tracePt t="349661" x="1111250" y="4870450"/>
          <p14:tracePt t="349677" x="1098550" y="4870450"/>
          <p14:tracePt t="349694" x="1073150" y="4870450"/>
          <p14:tracePt t="349711" x="1060450" y="4870450"/>
          <p14:tracePt t="349728" x="1054100" y="4870450"/>
          <p14:tracePt t="349744" x="1047750" y="4864100"/>
          <p14:tracePt t="349783" x="1047750" y="4857750"/>
          <p14:tracePt t="349861" x="1054100" y="4857750"/>
          <p14:tracePt t="349875" x="1060450" y="4857750"/>
          <p14:tracePt t="349882" x="1066800" y="4857750"/>
          <p14:tracePt t="349894" x="1073150" y="4857750"/>
          <p14:tracePt t="349910" x="1092200" y="4857750"/>
          <p14:tracePt t="349926" x="1123950" y="4864100"/>
          <p14:tracePt t="349944" x="1162050" y="4864100"/>
          <p14:tracePt t="349960" x="1238250" y="4876800"/>
          <p14:tracePt t="349976" x="1282700" y="4883150"/>
          <p14:tracePt t="349993" x="1371600" y="4908550"/>
          <p14:tracePt t="350010" x="1517650" y="4946650"/>
          <p14:tracePt t="350027" x="1612900" y="4972050"/>
          <p14:tracePt t="350045" x="1739900" y="5003800"/>
          <p14:tracePt t="350059" x="1790700" y="5010150"/>
          <p14:tracePt t="350076" x="1816100" y="5010150"/>
          <p14:tracePt t="350093" x="1822450" y="5010150"/>
          <p14:tracePt t="350163" x="1816100" y="5010150"/>
          <p14:tracePt t="350177" x="1809750" y="5010150"/>
          <p14:tracePt t="350184" x="1803400" y="5010150"/>
          <p14:tracePt t="350193" x="1797050" y="5010150"/>
          <p14:tracePt t="350226" x="1790700" y="5010150"/>
          <p14:tracePt t="350233" x="1784350" y="5010150"/>
          <p14:tracePt t="350254" x="1778000" y="5010150"/>
          <p14:tracePt t="350276" x="1771650" y="5010150"/>
          <p14:tracePt t="350289" x="1765300" y="5003800"/>
          <p14:tracePt t="350816" x="1784350" y="5003800"/>
          <p14:tracePt t="350824" x="1828800" y="5010150"/>
          <p14:tracePt t="350830" x="1854200" y="5010150"/>
          <p14:tracePt t="350840" x="1898650" y="5029200"/>
          <p14:tracePt t="350857" x="1949450" y="5041900"/>
          <p14:tracePt t="350873" x="2000250" y="5067300"/>
          <p14:tracePt t="350890" x="2032000" y="5073650"/>
          <p14:tracePt t="350906" x="2057400" y="5073650"/>
          <p14:tracePt t="350923" x="2108200" y="5086350"/>
          <p14:tracePt t="350940" x="2139950" y="5092700"/>
          <p14:tracePt t="350957" x="2165350" y="5092700"/>
          <p14:tracePt t="350973" x="2190750" y="5092700"/>
          <p14:tracePt t="350989" x="2203450" y="5092700"/>
          <p14:tracePt t="351006" x="2222500" y="5092700"/>
          <p14:tracePt t="351023" x="2235200" y="5092700"/>
          <p14:tracePt t="351039" x="2254250" y="5092700"/>
          <p14:tracePt t="351056" x="2273300" y="5092700"/>
          <p14:tracePt t="351073" x="2298700" y="5086350"/>
          <p14:tracePt t="351089" x="2336800" y="5060950"/>
          <p14:tracePt t="351106" x="2400300" y="5041900"/>
          <p14:tracePt t="351122" x="2451100" y="5022850"/>
          <p14:tracePt t="351139" x="2540000" y="5003800"/>
          <p14:tracePt t="351156" x="2635250" y="4972050"/>
          <p14:tracePt t="351172" x="2730500" y="4946650"/>
          <p14:tracePt t="351189" x="2870200" y="4889500"/>
          <p14:tracePt t="351205" x="2959100" y="4845050"/>
          <p14:tracePt t="351224" x="3067050" y="4800600"/>
          <p14:tracePt t="351239" x="3130550" y="4781550"/>
          <p14:tracePt t="351255" x="3162300" y="4756150"/>
          <p14:tracePt t="351258" x="3168650" y="4756150"/>
          <p14:tracePt t="351273" x="3187700" y="4743450"/>
          <p14:tracePt t="351288" x="3200400" y="4737100"/>
          <p14:tracePt t="351324" x="3200400" y="4743450"/>
          <p14:tracePt t="351338" x="3200400" y="4749800"/>
          <p14:tracePt t="351355" x="3187700" y="4756150"/>
          <p14:tracePt t="351372" x="3175000" y="4775200"/>
          <p14:tracePt t="351388" x="3175000" y="4794250"/>
          <p14:tracePt t="351405" x="3175000" y="4832350"/>
          <p14:tracePt t="351422" x="3175000" y="4889500"/>
          <p14:tracePt t="351438" x="3175000" y="4933950"/>
          <p14:tracePt t="351455" x="3175000" y="4984750"/>
          <p14:tracePt t="351471" x="3175000" y="5003800"/>
          <p14:tracePt t="351488" x="3181350" y="5022850"/>
          <p14:tracePt t="351505" x="3213100" y="5041900"/>
          <p14:tracePt t="351522" x="3232150" y="5041900"/>
          <p14:tracePt t="351538" x="3333750" y="5035550"/>
          <p14:tracePt t="351555" x="3467100" y="5016500"/>
          <p14:tracePt t="351571" x="3543300" y="5010150"/>
          <p14:tracePt t="351587" x="3746500" y="4978400"/>
          <p14:tracePt t="351604" x="4006850" y="4921250"/>
          <p14:tracePt t="351621" x="4121150" y="4902200"/>
          <p14:tracePt t="351638" x="4286250" y="4870450"/>
          <p14:tracePt t="351654" x="4356100" y="4845050"/>
          <p14:tracePt t="351670" x="4368800" y="4838700"/>
          <p14:tracePt t="351688" x="4368800" y="4832350"/>
          <p14:tracePt t="351704" x="4349750" y="4832350"/>
          <p14:tracePt t="351720" x="4330700" y="4832350"/>
          <p14:tracePt t="351738" x="4222750" y="4819650"/>
          <p14:tracePt t="351754" x="3994150" y="4813300"/>
          <p14:tracePt t="351771" x="3721100" y="4813300"/>
          <p14:tracePt t="351787" x="3581400" y="4826000"/>
          <p14:tracePt t="351804" x="3467100" y="4826000"/>
          <p14:tracePt t="351821" x="3270250" y="4876800"/>
          <p14:tracePt t="351837" x="3175000" y="4902200"/>
          <p14:tracePt t="351853" x="3155950" y="4902200"/>
          <p14:tracePt t="351870" x="3143250" y="4902200"/>
          <p14:tracePt t="351886" x="3162300" y="4902200"/>
          <p14:tracePt t="351904" x="3251200" y="4902200"/>
          <p14:tracePt t="351920" x="3340100" y="4914900"/>
          <p14:tracePt t="351936" x="3568700" y="4927600"/>
          <p14:tracePt t="351953" x="3708400" y="4921250"/>
          <p14:tracePt t="351970" x="4064000" y="4921250"/>
          <p14:tracePt t="351986" x="4375150" y="4908550"/>
          <p14:tracePt t="352004" x="4552950" y="4895850"/>
          <p14:tracePt t="352019" x="4610100" y="4895850"/>
          <p14:tracePt t="352036" x="4635500" y="4895850"/>
          <p14:tracePt t="352053" x="4629150" y="4895850"/>
          <p14:tracePt t="352069" x="4610100" y="4895850"/>
          <p14:tracePt t="352086" x="4597400" y="4895850"/>
          <p14:tracePt t="352103" x="4495800" y="4902200"/>
          <p14:tracePt t="352119" x="4318000" y="4902200"/>
          <p14:tracePt t="352137" x="4051300" y="4902200"/>
          <p14:tracePt t="352152" x="3937000" y="4908550"/>
          <p14:tracePt t="352169" x="3784600" y="4921250"/>
          <p14:tracePt t="352186" x="3714750" y="4927600"/>
          <p14:tracePt t="352202" x="3702050" y="4933950"/>
          <p14:tracePt t="352235" x="3702050" y="4940300"/>
          <p14:tracePt t="352252" x="3708400" y="4940300"/>
          <p14:tracePt t="352268" x="3752850" y="4940300"/>
          <p14:tracePt t="352286" x="3867150" y="4921250"/>
          <p14:tracePt t="352302" x="3968750" y="4921250"/>
          <p14:tracePt t="352319" x="4216400" y="4876800"/>
          <p14:tracePt t="352335" x="4432300" y="4838700"/>
          <p14:tracePt t="352351" x="4502150" y="4819650"/>
          <p14:tracePt t="352368" x="4572000" y="4787900"/>
          <p14:tracePt t="352385" x="4578350" y="4781550"/>
          <p14:tracePt t="352401" x="4572000" y="4775200"/>
          <p14:tracePt t="352419" x="4565650" y="4775200"/>
          <p14:tracePt t="353921" x="4527550" y="4775200"/>
          <p14:tracePt t="353928" x="4457700" y="4794250"/>
          <p14:tracePt t="353941" x="4406900" y="4806950"/>
          <p14:tracePt t="353949" x="4349750" y="4819650"/>
          <p14:tracePt t="353965" x="4273550" y="4845050"/>
          <p14:tracePt t="353979" x="4178300" y="4851400"/>
          <p14:tracePt t="353996" x="4025900" y="4883150"/>
          <p14:tracePt t="354013" x="3892550" y="4902200"/>
          <p14:tracePt t="354029" x="3841750" y="4902200"/>
          <p14:tracePt t="354045" x="3784600" y="4902200"/>
          <p14:tracePt t="354062" x="3765550" y="4902200"/>
          <p14:tracePt t="354079" x="3759200" y="4902200"/>
          <p14:tracePt t="354096" x="3752850" y="4902200"/>
          <p14:tracePt t="354314" x="3797300" y="4902200"/>
          <p14:tracePt t="354321" x="3886200" y="4914900"/>
          <p14:tracePt t="354335" x="3994150" y="4933950"/>
          <p14:tracePt t="354344" x="4108450" y="4953000"/>
          <p14:tracePt t="354361" x="4235450" y="4972050"/>
          <p14:tracePt t="354377" x="4489450" y="5016500"/>
          <p14:tracePt t="354394" x="4673600" y="5035550"/>
          <p14:tracePt t="354412" x="4737100" y="5048250"/>
          <p14:tracePt t="354427" x="4787900" y="5054600"/>
          <p14:tracePt t="354444" x="4794250" y="5054600"/>
          <p14:tracePt t="354461" x="4794250" y="5048250"/>
          <p14:tracePt t="354477" x="4787900" y="5048250"/>
          <p14:tracePt t="354494" x="4737100" y="5029200"/>
          <p14:tracePt t="354511" x="4616450" y="5003800"/>
          <p14:tracePt t="354527" x="4552950" y="4991100"/>
          <p14:tracePt t="354544" x="4489450" y="4984750"/>
          <p14:tracePt t="354560" x="4305300" y="4972050"/>
          <p14:tracePt t="354577" x="4279900" y="4972050"/>
          <p14:tracePt t="354594" x="4248150" y="4972050"/>
          <p14:tracePt t="354610" x="4222750" y="4978400"/>
          <p14:tracePt t="354646" x="4229100" y="4984750"/>
          <p14:tracePt t="354659" x="4248150" y="4997450"/>
          <p14:tracePt t="354677" x="4337050" y="5016500"/>
          <p14:tracePt t="354694" x="4495800" y="5060950"/>
          <p14:tracePt t="354709" x="4572000" y="5067300"/>
          <p14:tracePt t="354726" x="4737100" y="5099050"/>
          <p14:tracePt t="354743" x="4832350" y="5105400"/>
          <p14:tracePt t="354760" x="4851400" y="5105400"/>
          <p14:tracePt t="354764" x="4857750" y="5105400"/>
          <p14:tracePt t="354778" x="4864100" y="5105400"/>
          <p14:tracePt t="354805" x="4851400" y="5105400"/>
          <p14:tracePt t="354813" x="4832350" y="5105400"/>
          <p14:tracePt t="354829" x="4781550" y="5105400"/>
          <p14:tracePt t="354843" x="4641850" y="5105400"/>
          <p14:tracePt t="354859" x="4565650" y="5105400"/>
          <p14:tracePt t="354876" x="4438650" y="5105400"/>
          <p14:tracePt t="354892" x="4387850" y="5105400"/>
          <p14:tracePt t="354909" x="4337050" y="5105400"/>
          <p14:tracePt t="354926" x="4318000" y="5105400"/>
          <p14:tracePt t="354974" x="4337050" y="5105400"/>
          <p14:tracePt t="354981" x="4368800" y="5105400"/>
          <p14:tracePt t="354996" x="4425950" y="5105400"/>
          <p14:tracePt t="355009" x="4514850" y="5105400"/>
          <p14:tracePt t="355025" x="4730750" y="5111750"/>
          <p14:tracePt t="355044" x="4946650" y="5092700"/>
          <p14:tracePt t="355058" x="5041900" y="5073650"/>
          <p14:tracePt t="355075" x="5175250" y="5035550"/>
          <p14:tracePt t="355092" x="5194300" y="5016500"/>
          <p14:tracePt t="355108" x="5232400" y="4984750"/>
          <p14:tracePt t="355125" x="5232400" y="4965700"/>
          <p14:tracePt t="355142" x="5226050" y="4940300"/>
          <p14:tracePt t="355158" x="5207000" y="4927600"/>
          <p14:tracePt t="355175" x="5200650" y="4914900"/>
          <p14:tracePt t="355192" x="5149850" y="4876800"/>
          <p14:tracePt t="355208" x="5137150" y="4876800"/>
          <p14:tracePt t="355225" x="5124450" y="4864100"/>
          <p14:tracePt t="355895" x="5029200" y="4870450"/>
          <p14:tracePt t="355909" x="4902200" y="4876800"/>
          <p14:tracePt t="355924" x="4775200" y="4902200"/>
          <p14:tracePt t="355930" x="4648200" y="4908550"/>
          <p14:tracePt t="355944" x="4521200" y="4921250"/>
          <p14:tracePt t="355956" x="4419600" y="4933950"/>
          <p14:tracePt t="355972" x="4216400" y="4940300"/>
          <p14:tracePt t="355989" x="4025900" y="4940300"/>
          <p14:tracePt t="356006" x="3937000" y="4940300"/>
          <p14:tracePt t="356022" x="3810000" y="4953000"/>
          <p14:tracePt t="356039" x="3676650" y="4972050"/>
          <p14:tracePt t="356056" x="3524250" y="4972050"/>
          <p14:tracePt t="356073" x="3435350" y="4972050"/>
          <p14:tracePt t="356088" x="3270250" y="4997450"/>
          <p14:tracePt t="356106" x="3149600" y="4997450"/>
          <p14:tracePt t="356122" x="3098800" y="4997450"/>
          <p14:tracePt t="356138" x="3060700" y="5010150"/>
          <p14:tracePt t="356155" x="2978150" y="5010150"/>
          <p14:tracePt t="356172" x="2959100" y="5010150"/>
          <p14:tracePt t="356188" x="2952750" y="5010150"/>
          <p14:tracePt t="356205" x="2940050" y="4997450"/>
          <p14:tracePt t="356222" x="2933700" y="4991100"/>
          <p14:tracePt t="356239" x="2908300" y="4978400"/>
          <p14:tracePt t="356254" x="2876550" y="4965700"/>
          <p14:tracePt t="356271" x="2819400" y="4927600"/>
          <p14:tracePt t="356288" x="2781300" y="4908550"/>
          <p14:tracePt t="356304" x="2755900" y="4895850"/>
          <p14:tracePt t="356321" x="2730500" y="4883150"/>
          <p14:tracePt t="356338" x="2711450" y="4870450"/>
          <p14:tracePt t="356354" x="2698750" y="4857750"/>
          <p14:tracePt t="356372" x="2692400" y="4851400"/>
          <p14:tracePt t="356387" x="2679700" y="4845050"/>
          <p14:tracePt t="356456" x="2686050" y="4845050"/>
          <p14:tracePt t="356472" x="2692400" y="4845050"/>
          <p14:tracePt t="356491" x="2711450" y="4845050"/>
          <p14:tracePt t="356499" x="2724150" y="4845050"/>
          <p14:tracePt t="356507" x="2755900" y="4845050"/>
          <p14:tracePt t="356521" x="2794000" y="4845050"/>
          <p14:tracePt t="356537" x="2844800" y="4845050"/>
          <p14:tracePt t="356553" x="2971800" y="4845050"/>
          <p14:tracePt t="356570" x="3098800" y="4845050"/>
          <p14:tracePt t="356587" x="3168650" y="4838700"/>
          <p14:tracePt t="356604" x="3263900" y="4819650"/>
          <p14:tracePt t="356620" x="3314700" y="4813300"/>
          <p14:tracePt t="356637" x="3321050" y="4813300"/>
          <p14:tracePt t="356653" x="3333750" y="4813300"/>
          <p14:tracePt t="356686" x="3327400" y="4806950"/>
          <p14:tracePt t="356703" x="3314700" y="4806950"/>
          <p14:tracePt t="356719" x="3295650" y="4806950"/>
          <p14:tracePt t="356737" x="3257550" y="4800600"/>
          <p14:tracePt t="356753" x="3225800" y="4787900"/>
          <p14:tracePt t="356769" x="3181350" y="4781550"/>
          <p14:tracePt t="356786" x="3022600" y="4756150"/>
          <p14:tracePt t="356803" x="2997200" y="4756150"/>
          <p14:tracePt t="356819" x="2965450" y="4749800"/>
          <p14:tracePt t="356835" x="2940050" y="4743450"/>
          <p14:tracePt t="356853" x="2933700" y="4737100"/>
          <p14:tracePt t="356869" x="2933700" y="4730750"/>
          <p14:tracePt t="356886" x="2952750" y="4724400"/>
          <p14:tracePt t="356902" x="2978150" y="4718050"/>
          <p14:tracePt t="356920" x="3016250" y="4711700"/>
          <p14:tracePt t="356935" x="3048000" y="4705350"/>
          <p14:tracePt t="356952" x="3111500" y="4699000"/>
          <p14:tracePt t="356969" x="3194050" y="4686300"/>
          <p14:tracePt t="356985" x="3225800" y="4679950"/>
          <p14:tracePt t="357002" x="3257550" y="4679950"/>
          <p14:tracePt t="357019" x="3270250" y="4673600"/>
          <p14:tracePt t="357052" x="3270250" y="4667250"/>
          <p14:tracePt t="357068" x="3232150" y="4660900"/>
          <p14:tracePt t="357085" x="3200400" y="4654550"/>
          <p14:tracePt t="357102" x="3073400" y="4648200"/>
          <p14:tracePt t="357118" x="2984500" y="4648200"/>
          <p14:tracePt t="357135" x="2819400" y="4648200"/>
          <p14:tracePt t="357152" x="2698750" y="4641850"/>
          <p14:tracePt t="357168" x="2673350" y="4641850"/>
          <p14:tracePt t="357185" x="2654300" y="4641850"/>
          <p14:tracePt t="357221" x="2667000" y="4641850"/>
          <p14:tracePt t="357234" x="2679700" y="4641850"/>
          <p14:tracePt t="357250" x="2724150" y="4635500"/>
          <p14:tracePt t="357268" x="2768600" y="4622800"/>
          <p14:tracePt t="357285" x="2882900" y="4616450"/>
          <p14:tracePt t="357301" x="3028950" y="4597400"/>
          <p14:tracePt t="357317" x="3105150" y="4578350"/>
          <p14:tracePt t="357334" x="3238500" y="4559300"/>
          <p14:tracePt t="357351" x="3340100" y="4546600"/>
          <p14:tracePt t="357367" x="3371850" y="4540250"/>
          <p14:tracePt t="357384" x="3441700" y="4540250"/>
          <p14:tracePt t="357401" x="3448050" y="4540250"/>
          <p14:tracePt t="357418" x="3486150" y="4540250"/>
          <p14:tracePt t="357502" x="3479800" y="4540250"/>
          <p14:tracePt t="357509" x="3473450" y="4540250"/>
          <p14:tracePt t="357524" x="3467100" y="4540250"/>
          <p14:tracePt t="357533" x="3460750" y="4546600"/>
          <p14:tracePt t="357559" x="3454400" y="4552950"/>
          <p14:tracePt t="357954" x="3479800" y="4572000"/>
          <p14:tracePt t="357961" x="3524250" y="4622800"/>
          <p14:tracePt t="357975" x="3568700" y="4648200"/>
          <p14:tracePt t="357985" x="3613150" y="4673600"/>
          <p14:tracePt t="357998" x="3657600" y="4699000"/>
          <p14:tracePt t="358015" x="3708400" y="4730750"/>
          <p14:tracePt t="358032" x="3759200" y="4749800"/>
          <p14:tracePt t="358048" x="3784600" y="4756150"/>
          <p14:tracePt t="358066" x="3810000" y="4768850"/>
          <p14:tracePt t="358081" x="3835400" y="4775200"/>
          <p14:tracePt t="358098" x="3841750" y="4775200"/>
          <p14:tracePt t="358115" x="3854450" y="4775200"/>
          <p14:tracePt t="358131" x="3867150" y="4781550"/>
          <p14:tracePt t="358148" x="3905250" y="4794250"/>
          <p14:tracePt t="359186" x="3867150" y="4806950"/>
          <p14:tracePt t="359193" x="3829050" y="4813300"/>
          <p14:tracePt t="359207" x="3771900" y="4832350"/>
          <p14:tracePt t="359214" x="3721100" y="4845050"/>
          <p14:tracePt t="359231" x="3663950" y="4864100"/>
          <p14:tracePt t="359244" x="3613150" y="4870450"/>
          <p14:tracePt t="359261" x="3467100" y="4895850"/>
          <p14:tracePt t="359278" x="3321050" y="4927600"/>
          <p14:tracePt t="359294" x="3270250" y="4933950"/>
          <p14:tracePt t="359311" x="3175000" y="4953000"/>
          <p14:tracePt t="359328" x="3117850" y="4965700"/>
          <p14:tracePt t="359344" x="3048000" y="4997450"/>
          <p14:tracePt t="359361" x="2959100" y="5029200"/>
          <p14:tracePt t="359377" x="2876550" y="5054600"/>
          <p14:tracePt t="359394" x="2832100" y="5060950"/>
          <p14:tracePt t="359411" x="2724150" y="5080000"/>
          <p14:tracePt t="359427" x="2641600" y="5099050"/>
          <p14:tracePt t="359443" x="2603500" y="5105400"/>
          <p14:tracePt t="359460" x="2552700" y="5118100"/>
          <p14:tracePt t="359477" x="2520950" y="5124450"/>
          <p14:tracePt t="359493" x="2514600" y="5130800"/>
          <p14:tracePt t="359511" x="2508250" y="5137150"/>
          <p14:tracePt t="359558" x="2514600" y="5130800"/>
          <p14:tracePt t="359565" x="2520950" y="5118100"/>
          <p14:tracePt t="359580" x="2533650" y="5111750"/>
          <p14:tracePt t="359601" x="2540000" y="5099050"/>
          <p14:tracePt t="359609" x="2559050" y="5086350"/>
          <p14:tracePt t="359627" x="2571750" y="5067300"/>
          <p14:tracePt t="359643" x="2603500" y="5035550"/>
          <p14:tracePt t="359659" x="2692400" y="4991100"/>
          <p14:tracePt t="359676" x="2749550" y="4959350"/>
          <p14:tracePt t="359692" x="2882900" y="4902200"/>
          <p14:tracePt t="359709" x="3022600" y="4857750"/>
          <p14:tracePt t="359726" x="3067050" y="4826000"/>
          <p14:tracePt t="359742" x="3117850" y="4813300"/>
          <p14:tracePt t="359759" x="3155950" y="4806950"/>
          <p14:tracePt t="359776" x="3181350" y="4800600"/>
          <p14:tracePt t="359793" x="3194050" y="4800600"/>
          <p14:tracePt t="359809" x="3200400" y="4800600"/>
          <p14:tracePt t="359826" x="3206750" y="4800600"/>
          <p14:tracePt t="359846" x="3200400" y="4794250"/>
          <p14:tracePt t="359862" x="3194050" y="4794250"/>
          <p14:tracePt t="359875" x="3187700" y="4794250"/>
          <p14:tracePt t="359892" x="3168650" y="4800600"/>
          <p14:tracePt t="359910" x="3136900" y="4806950"/>
          <p14:tracePt t="359925" x="3124200" y="4806950"/>
          <p14:tracePt t="359942" x="3067050" y="4819650"/>
          <p14:tracePt t="359959" x="2997200" y="4819650"/>
          <p14:tracePt t="359975" x="2959100" y="4832350"/>
          <p14:tracePt t="359992" x="2914650" y="4832350"/>
          <p14:tracePt t="360008" x="2889250" y="4832350"/>
          <p14:tracePt t="360025" x="2882900" y="4832350"/>
          <p14:tracePt t="360042" x="2889250" y="4826000"/>
          <p14:tracePt t="360058" x="2933700" y="4813300"/>
          <p14:tracePt t="360074" x="2959100" y="4813300"/>
          <p14:tracePt t="360092" x="3073400" y="4813300"/>
          <p14:tracePt t="360108" x="3232150" y="4794250"/>
          <p14:tracePt t="360124" x="3308350" y="4787900"/>
          <p14:tracePt t="360141" x="3416300" y="4768850"/>
          <p14:tracePt t="360158" x="3454400" y="4762500"/>
          <p14:tracePt t="360174" x="3479800" y="4756150"/>
          <p14:tracePt t="360191" x="3479800" y="4749800"/>
          <p14:tracePt t="360211" x="3467100" y="4749800"/>
          <p14:tracePt t="360224" x="3454400" y="4749800"/>
          <p14:tracePt t="360241" x="3409950" y="4762500"/>
          <p14:tracePt t="360257" x="3365500" y="4762500"/>
          <p14:tracePt t="360274" x="3263900" y="4775200"/>
          <p14:tracePt t="360291" x="3098800" y="4775200"/>
          <p14:tracePt t="360307" x="3009900" y="4775200"/>
          <p14:tracePt t="360324" x="2870200" y="4775200"/>
          <p14:tracePt t="360340" x="2800350" y="4775200"/>
          <p14:tracePt t="360357" x="2787650" y="4775200"/>
          <p14:tracePt t="360374" x="2774950" y="4775200"/>
          <p14:tracePt t="360407" x="2794000" y="4768850"/>
          <p14:tracePt t="360423" x="2813050" y="4768850"/>
          <p14:tracePt t="360440" x="2832100" y="4768850"/>
          <p14:tracePt t="360457" x="3016250" y="4768850"/>
          <p14:tracePt t="360473" x="3105150" y="4781550"/>
          <p14:tracePt t="360490" x="3181350" y="4781550"/>
          <p14:tracePt t="360506" x="3295650" y="4787900"/>
          <p14:tracePt t="360523" x="3359150" y="4787900"/>
          <p14:tracePt t="360556" x="3365500" y="4787900"/>
          <p14:tracePt t="360573" x="3359150" y="4787900"/>
          <p14:tracePt t="360590" x="3346450" y="4794250"/>
          <p14:tracePt t="360606" x="3327400" y="4794250"/>
          <p14:tracePt t="360623" x="3295650" y="4794250"/>
          <p14:tracePt t="360640" x="3251200" y="4794250"/>
          <p14:tracePt t="360656" x="3200400" y="4794250"/>
          <p14:tracePt t="360673" x="3098800" y="4794250"/>
          <p14:tracePt t="360689" x="2978150" y="4794250"/>
          <p14:tracePt t="360706" x="2952750" y="4794250"/>
          <p14:tracePt t="360724" x="2914650" y="4794250"/>
          <p14:tracePt t="360739" x="2901950" y="4794250"/>
          <p14:tracePt t="360775" x="2914650" y="4794250"/>
          <p14:tracePt t="360789" x="2927350" y="4794250"/>
          <p14:tracePt t="360805" x="2978150" y="4787900"/>
          <p14:tracePt t="360822" x="3067050" y="4787900"/>
          <p14:tracePt t="360839" x="3105150" y="4787900"/>
          <p14:tracePt t="360855" x="3200400" y="4800600"/>
          <p14:tracePt t="360872" x="3232150" y="4800600"/>
          <p14:tracePt t="360888" x="3244850" y="4800600"/>
          <p14:tracePt t="360906" x="3251200" y="4800600"/>
          <p14:tracePt t="360934" x="3251200" y="4806950"/>
          <p14:tracePt t="360941" x="3244850" y="4813300"/>
          <p14:tracePt t="360955" x="3238500" y="4813300"/>
          <p14:tracePt t="360971" x="3232150" y="4813300"/>
          <p14:tracePt t="360991" x="3225800" y="4813300"/>
          <p14:tracePt t="361018" x="3219450" y="4819650"/>
          <p14:tracePt t="361040" x="3213100" y="4819650"/>
          <p14:tracePt t="361082" x="3206750" y="4819650"/>
          <p14:tracePt t="361089" x="3200400" y="4826000"/>
          <p14:tracePt t="361110" x="3194050" y="4832350"/>
          <p14:tracePt t="361124" x="3181350" y="4832350"/>
          <p14:tracePt t="361131" x="3162300" y="4838700"/>
          <p14:tracePt t="361145" x="3117850" y="4857750"/>
          <p14:tracePt t="361154" x="3060700" y="4883150"/>
          <p14:tracePt t="361171" x="3009900" y="4902200"/>
          <p14:tracePt t="361187" x="2813050" y="4984750"/>
          <p14:tracePt t="361204" x="2571750" y="5092700"/>
          <p14:tracePt t="361221" x="2324100" y="5181600"/>
          <p14:tracePt t="361237" x="2222500" y="5219700"/>
          <p14:tracePt t="361254" x="2038350" y="5270500"/>
          <p14:tracePt t="361271" x="1930400" y="5295900"/>
          <p14:tracePt t="361287" x="1898650" y="5308600"/>
          <p14:tracePt t="361304" x="1866900" y="5314950"/>
          <p14:tracePt t="361321" x="1854200" y="5321300"/>
          <p14:tracePt t="361354" x="1847850" y="5321300"/>
          <p14:tracePt t="361503" x="1841500" y="5327650"/>
          <p14:tracePt t="361524" x="1835150" y="5334000"/>
          <p14:tracePt t="361531" x="1828800" y="5334000"/>
          <p14:tracePt t="361545" x="1828800" y="5340350"/>
          <p14:tracePt t="361554" x="1822450" y="5340350"/>
          <p14:tracePt t="361580" x="1816100" y="5346700"/>
          <p14:tracePt t="361601" x="1809750" y="5346700"/>
          <p14:tracePt t="361636" x="1809750" y="5353050"/>
          <p14:tracePt t="361650" x="1809750" y="5359400"/>
          <p14:tracePt t="361671" x="1803400" y="5359400"/>
          <p14:tracePt t="361692" x="1803400" y="5365750"/>
          <p14:tracePt t="361721" x="1797050" y="5372100"/>
          <p14:tracePt t="361755" x="1797050" y="5378450"/>
          <p14:tracePt t="361791" x="1803400" y="5378450"/>
          <p14:tracePt t="361812" x="1803400" y="5384800"/>
          <p14:tracePt t="361847" x="1809750" y="5384800"/>
          <p14:tracePt t="361931" x="1809750" y="5391150"/>
          <p14:tracePt t="361973" x="1803400" y="5391150"/>
          <p14:tracePt t="361994" x="1797050" y="5391150"/>
          <p14:tracePt t="362003" x="1790700" y="5391150"/>
          <p14:tracePt t="362015" x="1784350" y="5391150"/>
          <p14:tracePt t="362022" x="1778000" y="5391150"/>
          <p14:tracePt t="362038" x="1771650" y="5391150"/>
          <p14:tracePt t="362057" x="1765300" y="5391150"/>
          <p14:tracePt t="362071" x="1758950" y="5391150"/>
          <p14:tracePt t="362093" x="1752600" y="5391150"/>
          <p14:tracePt t="362114" x="1746250" y="5391150"/>
          <p14:tracePt t="362177" x="1752600" y="5391150"/>
          <p14:tracePt t="362185" x="1758950" y="5391150"/>
          <p14:tracePt t="362190" x="1765300" y="5391150"/>
          <p14:tracePt t="362205" x="1771650" y="5391150"/>
          <p14:tracePt t="362218" x="1784350" y="5397500"/>
          <p14:tracePt t="362234" x="1809750" y="5397500"/>
          <p14:tracePt t="362250" x="1822450" y="5403850"/>
          <p14:tracePt t="362268" x="1841500" y="5403850"/>
          <p14:tracePt t="362284" x="1854200" y="5410200"/>
          <p14:tracePt t="362324" x="1847850" y="5410200"/>
          <p14:tracePt t="362338" x="1841500" y="5410200"/>
          <p14:tracePt t="362350" x="1828800" y="5416550"/>
          <p14:tracePt t="362367" x="1809750" y="5416550"/>
          <p14:tracePt t="362383" x="1797050" y="5416550"/>
          <p14:tracePt t="362386" x="1771650" y="5416550"/>
          <p14:tracePt t="362401" x="1752600" y="5416550"/>
          <p14:tracePt t="362417" x="1720850" y="5416550"/>
          <p14:tracePt t="362433" x="1708150" y="5416550"/>
          <p14:tracePt t="362450" x="1689100" y="5416550"/>
          <p14:tracePt t="362466" x="1682750" y="5416550"/>
          <p14:tracePt t="362500" x="1682750" y="5410200"/>
          <p14:tracePt t="362516" x="1695450" y="5410200"/>
          <p14:tracePt t="362533" x="1701800" y="5403850"/>
          <p14:tracePt t="362550" x="1733550" y="5403850"/>
          <p14:tracePt t="362566" x="1790700" y="5403850"/>
          <p14:tracePt t="362583" x="1873250" y="5403850"/>
          <p14:tracePt t="362599" x="1924050" y="5403850"/>
          <p14:tracePt t="362616" x="1949450" y="5397500"/>
          <p14:tracePt t="362633" x="2038350" y="5397500"/>
          <p14:tracePt t="362649" x="2051050" y="5397500"/>
          <p14:tracePt t="362666" x="2063750" y="5397500"/>
          <p14:tracePt t="362683" x="2070100" y="5397500"/>
          <p14:tracePt t="362704" x="2063750" y="5397500"/>
          <p14:tracePt t="362718" x="2057400" y="5397500"/>
          <p14:tracePt t="362739" x="2051050" y="5397500"/>
          <p14:tracePt t="362753" x="2044700" y="5397500"/>
          <p14:tracePt t="362809" x="2038350" y="5397500"/>
          <p14:tracePt t="362844" x="2032000" y="5397500"/>
          <p14:tracePt t="362886" x="2025650" y="5397500"/>
          <p14:tracePt t="362914" x="2019300" y="5403850"/>
          <p14:tracePt t="363400" x="2038350" y="5403850"/>
          <p14:tracePt t="363406" x="2089150" y="5403850"/>
          <p14:tracePt t="363420" x="2127250" y="5410200"/>
          <p14:tracePt t="363429" x="2184400" y="5422900"/>
          <p14:tracePt t="363446" x="2235200" y="5422900"/>
          <p14:tracePt t="363463" x="2330450" y="5429250"/>
          <p14:tracePt t="363479" x="2406650" y="5429250"/>
          <p14:tracePt t="363496" x="2457450" y="5429250"/>
          <p14:tracePt t="363513" x="2578100" y="5422900"/>
          <p14:tracePt t="363529" x="2673350" y="5410200"/>
          <p14:tracePt t="363547" x="2736850" y="5410200"/>
          <p14:tracePt t="363563" x="2755900" y="5410200"/>
          <p14:tracePt t="363579" x="2794000" y="5403850"/>
          <p14:tracePt t="363596" x="2819400" y="5397500"/>
          <p14:tracePt t="363629" x="2832100" y="5391150"/>
          <p14:tracePt t="363646" x="2863850" y="5372100"/>
          <p14:tracePt t="363662" x="2876550" y="5365750"/>
          <p14:tracePt t="363679" x="2895600" y="5359400"/>
          <p14:tracePt t="363695" x="2940050" y="5346700"/>
          <p14:tracePt t="363712" x="2990850" y="5314950"/>
          <p14:tracePt t="363730" x="3092450" y="5270500"/>
          <p14:tracePt t="363745" x="3162300" y="5245100"/>
          <p14:tracePt t="363762" x="3282950" y="5194300"/>
          <p14:tracePt t="363779" x="3371850" y="5143500"/>
          <p14:tracePt t="363795" x="3416300" y="5118100"/>
          <p14:tracePt t="363812" x="3492500" y="5073650"/>
          <p14:tracePt t="363828" x="3536950" y="5054600"/>
          <p14:tracePt t="363845" x="3549650" y="5041900"/>
          <p14:tracePt t="363863" x="3568700" y="5029200"/>
          <p14:tracePt t="363878" x="3575050" y="5016500"/>
          <p14:tracePt t="363898" x="3575050" y="5010150"/>
          <p14:tracePt t="363968" x="3575050" y="5016500"/>
          <p14:tracePt t="363975" x="3575050" y="5022850"/>
          <p14:tracePt t="365528" x="3556000" y="5022850"/>
          <p14:tracePt t="365535" x="3524250" y="5022850"/>
          <p14:tracePt t="365542" x="3486150" y="5022850"/>
          <p14:tracePt t="365559" x="3460750" y="5022850"/>
          <p14:tracePt t="365573" x="3409950" y="5016500"/>
          <p14:tracePt t="365589" x="3308350" y="5016500"/>
          <p14:tracePt t="365605" x="3168650" y="5022850"/>
          <p14:tracePt t="365622" x="3098800" y="5022850"/>
          <p14:tracePt t="365639" x="2933700" y="5022850"/>
          <p14:tracePt t="365655" x="2768600" y="5010150"/>
          <p14:tracePt t="365672" x="2692400" y="5010150"/>
          <p14:tracePt t="365689" x="2489200" y="5003800"/>
          <p14:tracePt t="365705" x="2286000" y="5022850"/>
          <p14:tracePt t="365722" x="2184400" y="5022850"/>
          <p14:tracePt t="365739" x="2051050" y="5035550"/>
          <p14:tracePt t="365755" x="1949450" y="5041900"/>
          <p14:tracePt t="365772" x="1879600" y="5060950"/>
          <p14:tracePt t="365789" x="1809750" y="5073650"/>
          <p14:tracePt t="365805" x="1790700" y="5080000"/>
          <p14:tracePt t="365823" x="1746250" y="5099050"/>
          <p14:tracePt t="366435" x="1790700" y="5111750"/>
          <p14:tracePt t="366448" x="1854200" y="5111750"/>
          <p14:tracePt t="366456" x="1930400" y="5111750"/>
          <p14:tracePt t="366472" x="1993900" y="5111750"/>
          <p14:tracePt t="366486" x="2070100" y="5105400"/>
          <p14:tracePt t="366503" x="2235200" y="5105400"/>
          <p14:tracePt t="366519" x="2393950" y="5086350"/>
          <p14:tracePt t="366536" x="2457450" y="5067300"/>
          <p14:tracePt t="366554" x="2578100" y="5016500"/>
          <p14:tracePt t="366569" x="2597150" y="5010150"/>
          <p14:tracePt t="366585" x="2609850" y="5003800"/>
          <p14:tracePt t="366603" x="2622550" y="4997450"/>
          <p14:tracePt t="366619" x="2628900" y="4991100"/>
          <p14:tracePt t="366708" x="2616200" y="4991100"/>
          <p14:tracePt t="366729" x="2609850" y="4991100"/>
          <p14:tracePt t="366736" x="2603500" y="4991100"/>
          <p14:tracePt t="366750" x="2597150" y="4991100"/>
          <p14:tracePt t="366758" x="2597150" y="4997450"/>
          <p14:tracePt t="366772" x="2584450" y="4997450"/>
          <p14:tracePt t="366785" x="2546350" y="5003800"/>
          <p14:tracePt t="366801" x="2527300" y="5003800"/>
          <p14:tracePt t="366818" x="2489200" y="5010150"/>
          <p14:tracePt t="366835" x="2368550" y="5029200"/>
          <p14:tracePt t="366851" x="2203450" y="5067300"/>
          <p14:tracePt t="366868" x="2108200" y="5099050"/>
          <p14:tracePt t="366884" x="1936750" y="5149850"/>
          <p14:tracePt t="366901" x="1765300" y="5200650"/>
          <p14:tracePt t="366917" x="1701800" y="5219700"/>
          <p14:tracePt t="366934" x="1593850" y="5245100"/>
          <p14:tracePt t="366951" x="1530350" y="5270500"/>
          <p14:tracePt t="366968" x="1504950" y="5276850"/>
          <p14:tracePt t="366984" x="1485900" y="5289550"/>
          <p14:tracePt t="367214" x="1492250" y="5283200"/>
          <p14:tracePt t="367235" x="1504950" y="5283200"/>
          <p14:tracePt t="367249" x="1485900" y="5289550"/>
          <p14:tracePt t="367513" x="1473200" y="5270500"/>
          <p14:tracePt t="367520" x="1441450" y="5238750"/>
          <p14:tracePt t="367535" x="1390650" y="5207000"/>
          <p14:tracePt t="367549" x="1327150" y="5156200"/>
          <p14:tracePt t="367566" x="1295400" y="5130800"/>
          <p14:tracePt t="367583" x="1238250" y="5073650"/>
          <p14:tracePt t="367599" x="1200150" y="5048250"/>
          <p14:tracePt t="367615" x="1149350" y="4991100"/>
          <p14:tracePt t="367632" x="1092200" y="4953000"/>
          <p14:tracePt t="367648" x="1047750" y="4914900"/>
          <p14:tracePt t="367665" x="971550" y="4864100"/>
          <p14:tracePt t="367682" x="895350" y="4813300"/>
          <p14:tracePt t="367698" x="857250" y="4787900"/>
          <p14:tracePt t="367715" x="819150" y="4768850"/>
          <p14:tracePt t="367731" x="774700" y="4743450"/>
          <p14:tracePt t="367748" x="762000" y="4737100"/>
          <p14:tracePt t="367765" x="730250" y="4730750"/>
          <p14:tracePt t="367781" x="711200" y="4718050"/>
          <p14:tracePt t="367798" x="704850" y="4718050"/>
          <p14:tracePt t="367815" x="685800" y="4711700"/>
          <p14:tracePt t="367831" x="679450" y="4711700"/>
          <p14:tracePt t="367885" x="673100" y="4711700"/>
          <p14:tracePt t="367913" x="666750" y="4711700"/>
          <p14:tracePt t="367920" x="660400" y="4711700"/>
          <p14:tracePt t="367941" x="654050" y="4705350"/>
          <p14:tracePt t="367955" x="647700" y="4705350"/>
          <p14:tracePt t="368011" x="641350" y="4705350"/>
          <p14:tracePt t="368032" x="635000" y="4705350"/>
          <p14:tracePt t="368096" x="641350" y="4705350"/>
          <p14:tracePt t="368110" x="647700" y="4705350"/>
          <p14:tracePt t="368124" x="673100" y="4705350"/>
          <p14:tracePt t="368133" x="692150" y="4705350"/>
          <p14:tracePt t="368147" x="736600" y="4705350"/>
          <p14:tracePt t="368164" x="787400" y="4705350"/>
          <p14:tracePt t="368180" x="1022350" y="4705350"/>
          <p14:tracePt t="368196" x="1098550" y="4705350"/>
          <p14:tracePt t="368213" x="1162050" y="4705350"/>
          <p14:tracePt t="368230" x="1276350" y="4718050"/>
          <p14:tracePt t="368246" x="1358900" y="4724400"/>
          <p14:tracePt t="368264" x="1409700" y="4724400"/>
          <p14:tracePt t="368280" x="1428750" y="4724400"/>
          <p14:tracePt t="368296" x="1460500" y="4730750"/>
          <p14:tracePt t="368313" x="1485900" y="4730750"/>
          <p14:tracePt t="368329" x="1492250" y="4730750"/>
          <p14:tracePt t="368346" x="1504950" y="4730750"/>
          <p14:tracePt t="368363" x="1504950" y="4737100"/>
          <p14:tracePt t="368396" x="1511300" y="4737100"/>
          <p14:tracePt t="368615" x="1530350" y="4737100"/>
          <p14:tracePt t="368622" x="1562100" y="4743450"/>
          <p14:tracePt t="368636" x="1593850" y="4756150"/>
          <p14:tracePt t="368644" x="1644650" y="4768850"/>
          <p14:tracePt t="368662" x="1701800" y="4775200"/>
          <p14:tracePt t="368679" x="1822450" y="4806950"/>
          <p14:tracePt t="368695" x="1974850" y="4845050"/>
          <p14:tracePt t="368712" x="2044700" y="4864100"/>
          <p14:tracePt t="368728" x="2178050" y="4902200"/>
          <p14:tracePt t="368745" x="2273300" y="4933950"/>
          <p14:tracePt t="368763" x="2336800" y="4959350"/>
          <p14:tracePt t="368778" x="2362200" y="4959350"/>
          <p14:tracePt t="368795" x="2393950" y="4965700"/>
          <p14:tracePt t="368812" x="2425700" y="4972050"/>
          <p14:tracePt t="374675" x="2413000" y="4972050"/>
          <p14:tracePt t="374682" x="2393950" y="4972050"/>
          <p14:tracePt t="374690" x="2362200" y="4972050"/>
          <p14:tracePt t="374707" x="2311400" y="4978400"/>
          <p14:tracePt t="374724" x="2228850" y="4978400"/>
          <p14:tracePt t="374740" x="2171700" y="4978400"/>
          <p14:tracePt t="374757" x="2114550" y="4978400"/>
          <p14:tracePt t="374774" x="2006600" y="4978400"/>
          <p14:tracePt t="374790" x="1930400" y="4965700"/>
          <p14:tracePt t="374808" x="1797050" y="4946650"/>
          <p14:tracePt t="374823" x="1695450" y="4921250"/>
          <p14:tracePt t="374840" x="1625600" y="4902200"/>
          <p14:tracePt t="374857" x="1549400" y="4883150"/>
          <p14:tracePt t="374873" x="1504950" y="4870450"/>
          <p14:tracePt t="374890" x="1485900" y="4864100"/>
          <p14:tracePt t="374907" x="1479550" y="4857750"/>
          <p14:tracePt t="375257" x="1473200" y="4857750"/>
          <p14:tracePt t="375342" x="1473200" y="4864100"/>
          <p14:tracePt t="375369" x="1473200" y="4870450"/>
          <p14:tracePt t="375377" x="1479550" y="4876800"/>
          <p14:tracePt t="375398" x="1492250" y="4883150"/>
          <p14:tracePt t="375412" x="1498600" y="4889500"/>
          <p14:tracePt t="375421" x="1511300" y="4895850"/>
          <p14:tracePt t="375438" x="1524000" y="4902200"/>
          <p14:tracePt t="375455" x="1587500" y="4940300"/>
          <p14:tracePt t="375471" x="1695450" y="4984750"/>
          <p14:tracePt t="375489" x="1822450" y="5041900"/>
          <p14:tracePt t="375505" x="1892300" y="5073650"/>
          <p14:tracePt t="375522" x="2012950" y="5118100"/>
          <p14:tracePt t="375538" x="2108200" y="5156200"/>
          <p14:tracePt t="375554" x="2139950" y="5175250"/>
          <p14:tracePt t="375571" x="2190750" y="5187950"/>
          <p14:tracePt t="375588" x="2222500" y="5194300"/>
          <p14:tracePt t="375604" x="2241550" y="5207000"/>
          <p14:tracePt t="375621" x="2279650" y="5226050"/>
          <p14:tracePt t="375637" x="2292350" y="5251450"/>
          <p14:tracePt t="379808" x="2254250" y="5245100"/>
          <p14:tracePt t="379822" x="2184400" y="5238750"/>
          <p14:tracePt t="379830" x="2120900" y="5219700"/>
          <p14:tracePt t="379843" x="2025650" y="5187950"/>
          <p14:tracePt t="379856" x="1936750" y="5156200"/>
          <p14:tracePt t="379873" x="1778000" y="5130800"/>
          <p14:tracePt t="379890" x="1714500" y="5130800"/>
          <p14:tracePt t="379906" x="1593850" y="5111750"/>
          <p14:tracePt t="379923" x="1536700" y="5086350"/>
          <p14:tracePt t="379939" x="1492250" y="5067300"/>
          <p14:tracePt t="379956" x="1422400" y="5054600"/>
          <p14:tracePt t="379973" x="1327150" y="5035550"/>
          <p14:tracePt t="379991" x="1257300" y="5010150"/>
          <p14:tracePt t="380006" x="1225550" y="4997450"/>
          <p14:tracePt t="380022" x="1162050" y="4972050"/>
          <p14:tracePt t="380040" x="1130300" y="4965700"/>
          <p14:tracePt t="380055" x="1117600" y="4959350"/>
          <p14:tracePt t="380072" x="1104900" y="4959350"/>
          <p14:tracePt t="380076" x="1098550" y="4953000"/>
          <p14:tracePt t="380090" x="1092200" y="4946650"/>
          <p14:tracePt t="380122" x="1085850" y="4946650"/>
          <p14:tracePt t="380139" x="1085850" y="4940300"/>
          <p14:tracePt t="380194" x="1085850" y="4933950"/>
          <p14:tracePt t="380461" x="1092200" y="4933950"/>
          <p14:tracePt t="380481" x="1098550" y="4933950"/>
          <p14:tracePt t="380510" x="1104900" y="4933950"/>
          <p14:tracePt t="380595" x="1111250" y="4933950"/>
          <p14:tracePt t="380644" x="1117600" y="4933950"/>
          <p14:tracePt t="380672" x="1130300" y="4940300"/>
          <p14:tracePt t="380686" x="1136650" y="4940300"/>
          <p14:tracePt t="380692" x="1136650" y="4946650"/>
          <p14:tracePt t="380707" x="1149350" y="4946650"/>
          <p14:tracePt t="380721" x="1168400" y="4959350"/>
          <p14:tracePt t="380736" x="1187450" y="4965700"/>
          <p14:tracePt t="380753" x="1206500" y="4972050"/>
          <p14:tracePt t="380770" x="1270000" y="4997450"/>
          <p14:tracePt t="380786" x="1352550" y="5022850"/>
          <p14:tracePt t="380803" x="1384300" y="5035550"/>
          <p14:tracePt t="380819" x="1479550" y="5073650"/>
          <p14:tracePt t="380836" x="1555750" y="5099050"/>
          <p14:tracePt t="380854" x="1600200" y="5111750"/>
          <p14:tracePt t="380869" x="1670050" y="5137150"/>
          <p14:tracePt t="380886" x="1727200" y="5156200"/>
          <p14:tracePt t="380903" x="1758950" y="5156200"/>
          <p14:tracePt t="380919" x="1765300" y="5156200"/>
          <p14:tracePt t="380936" x="1771650" y="5156200"/>
          <p14:tracePt t="380995" x="1771650" y="5162550"/>
          <p14:tracePt t="381001" x="1778000" y="5168900"/>
          <p14:tracePt t="381009" x="1778000" y="5175250"/>
          <p14:tracePt t="381023" x="1784350" y="5181600"/>
          <p14:tracePt t="381648" x="1822450" y="5181600"/>
          <p14:tracePt t="381654" x="1892300" y="5175250"/>
          <p14:tracePt t="381670" x="1968500" y="5168900"/>
          <p14:tracePt t="381683" x="2044700" y="5156200"/>
          <p14:tracePt t="381700" x="2203450" y="5137150"/>
          <p14:tracePt t="381717" x="2368550" y="5118100"/>
          <p14:tracePt t="381733" x="2470150" y="5099050"/>
          <p14:tracePt t="381750" x="2654300" y="5048250"/>
          <p14:tracePt t="381767" x="2825750" y="4997450"/>
          <p14:tracePt t="381783" x="2927350" y="4953000"/>
          <p14:tracePt t="381800" x="2978150" y="4965700"/>
          <p14:tracePt t="383860" x="3009900" y="4965700"/>
          <p14:tracePt t="383874" x="3028950" y="4965700"/>
          <p14:tracePt t="383881" x="3048000" y="4965700"/>
          <p14:tracePt t="383896" x="3060700" y="4965700"/>
          <p14:tracePt t="383909" x="3079750" y="4965700"/>
          <p14:tracePt t="383926" x="3105150" y="4965700"/>
          <p14:tracePt t="383944" x="3124200" y="4965700"/>
          <p14:tracePt t="383959" x="3130550" y="4965700"/>
          <p14:tracePt t="383975" x="3149600" y="4959350"/>
          <p14:tracePt t="383992" x="3155950" y="4959350"/>
          <p14:tracePt t="384009" x="3162300" y="4953000"/>
          <p14:tracePt t="384025" x="3168650" y="4940300"/>
          <p14:tracePt t="384043" x="3168650" y="4933950"/>
          <p14:tracePt t="384075" x="3155950" y="4927600"/>
          <p14:tracePt t="384092" x="3149600" y="4927600"/>
          <p14:tracePt t="384108" x="3143250" y="4927600"/>
          <p14:tracePt t="384125" x="3136900" y="4921250"/>
          <p14:tracePt t="384142" x="3098800" y="4914900"/>
          <p14:tracePt t="384158" x="3079750" y="4914900"/>
          <p14:tracePt t="384176" x="3022600" y="4902200"/>
          <p14:tracePt t="384191" x="2990850" y="4902200"/>
          <p14:tracePt t="384208" x="2933700" y="4895850"/>
          <p14:tracePt t="384225" x="2889250" y="4889500"/>
          <p14:tracePt t="384242" x="2882900" y="4889500"/>
          <p14:tracePt t="384258" x="2863850" y="4889500"/>
          <p14:tracePt t="384291" x="2863850" y="4883150"/>
          <p14:tracePt t="384308" x="2882900" y="4883150"/>
          <p14:tracePt t="384325" x="2952750" y="4889500"/>
          <p14:tracePt t="384341" x="2997200" y="4889500"/>
          <p14:tracePt t="384358" x="3168650" y="4889500"/>
          <p14:tracePt t="384374" x="3378200" y="4883150"/>
          <p14:tracePt t="384391" x="3479800" y="4870450"/>
          <p14:tracePt t="384407" x="3606800" y="4851400"/>
          <p14:tracePt t="384424" x="3670300" y="4838700"/>
          <p14:tracePt t="384441" x="3683000" y="4832350"/>
          <p14:tracePt t="384457" x="3683000" y="4826000"/>
          <p14:tracePt t="384474" x="3683000" y="4819650"/>
          <p14:tracePt t="384491" x="3676650" y="4819650"/>
          <p14:tracePt t="384507" x="3619500" y="4819650"/>
          <p14:tracePt t="384523" x="3530600" y="4826000"/>
          <p14:tracePt t="384541" x="3511550" y="4826000"/>
          <p14:tracePt t="385239" x="3511550" y="4883150"/>
          <p14:tracePt t="385252" x="3511550" y="4946650"/>
          <p14:tracePt t="385260" x="3511550" y="5035550"/>
          <p14:tracePt t="385271" x="3524250" y="5130800"/>
          <p14:tracePt t="385288" x="3581400" y="5276850"/>
          <p14:tracePt t="385304" x="3613150" y="5334000"/>
          <p14:tracePt t="385321" x="3676650" y="5422900"/>
          <p14:tracePt t="385337" x="3765550" y="5499100"/>
          <p14:tracePt t="385354" x="3822700" y="5537200"/>
          <p14:tracePt t="385370" x="3956050" y="5575300"/>
          <p14:tracePt t="385387" x="4127500" y="5607050"/>
          <p14:tracePt t="385403" x="4216400" y="5607050"/>
          <p14:tracePt t="385421" x="4368800" y="5600700"/>
          <p14:tracePt t="385437" x="4540250" y="5537200"/>
          <p14:tracePt t="385453" x="4635500" y="5499100"/>
          <p14:tracePt t="385471" x="4826000" y="5372100"/>
          <p14:tracePt t="385487" x="4921250" y="5295900"/>
          <p14:tracePt t="385503" x="5003800" y="5238750"/>
          <p14:tracePt t="385520" x="5143500" y="5137150"/>
          <p14:tracePt t="385536" x="5308600" y="5022850"/>
          <p14:tracePt t="385554" x="5441950" y="4965700"/>
          <p14:tracePt t="385570" x="5530850" y="4914900"/>
          <p14:tracePt t="385586" x="5575300" y="4883150"/>
          <p14:tracePt t="385590" x="5607050" y="4857750"/>
          <p14:tracePt t="385604" x="5670550" y="4826000"/>
          <p14:tracePt t="385620" x="5702300" y="4813300"/>
          <p14:tracePt t="385636" x="5721350" y="4800600"/>
          <p14:tracePt t="385653" x="5759450" y="4800600"/>
          <p14:tracePt t="385669" x="5791200" y="4794250"/>
          <p14:tracePt t="385686" x="5803900" y="4787900"/>
          <p14:tracePt t="385703" x="5829300" y="4775200"/>
          <p14:tracePt t="385719" x="5861050" y="4756150"/>
          <p14:tracePt t="385736" x="5886450" y="4743450"/>
          <p14:tracePt t="385752" x="5943600" y="4705350"/>
          <p14:tracePt t="385769" x="6026150" y="4654550"/>
          <p14:tracePt t="385787" x="6102350" y="4610100"/>
          <p14:tracePt t="385803" x="6134100" y="4578350"/>
          <p14:tracePt t="385819" x="6165850" y="4559300"/>
          <p14:tracePt t="385836" x="6261100" y="4495800"/>
          <p14:tracePt t="385852" x="6292850" y="4483100"/>
          <p14:tracePt t="385869" x="6318250" y="4464050"/>
          <p14:tracePt t="385886" x="6381750" y="4425950"/>
          <p14:tracePt t="385902" x="6407150" y="4400550"/>
          <p14:tracePt t="385920" x="6419850" y="4381500"/>
          <p14:tracePt t="385935" x="6419850" y="4375150"/>
          <p14:tracePt t="385952" x="6381750" y="4368800"/>
          <p14:tracePt t="385969" x="6286500" y="4349750"/>
          <p14:tracePt t="385985" x="6184900" y="4343400"/>
          <p14:tracePt t="386002" x="5873750" y="4292600"/>
          <p14:tracePt t="386018" x="5467350" y="4254500"/>
          <p14:tracePt t="386035" x="5200650" y="4241800"/>
          <p14:tracePt t="386052" x="4749800" y="4229100"/>
          <p14:tracePt t="386068" x="4413250" y="4229100"/>
          <p14:tracePt t="386085" x="4241800" y="4241800"/>
          <p14:tracePt t="386088" x="4114800" y="4254500"/>
          <p14:tracePt t="386105" x="4013200" y="4254500"/>
          <p14:tracePt t="386118" x="3873500" y="4267200"/>
          <p14:tracePt t="386134" x="3841750" y="4267200"/>
          <p14:tracePt t="386152" x="3810000" y="4273550"/>
          <p14:tracePt t="386168" x="3810000" y="4279900"/>
          <p14:tracePt t="386184" x="3803650" y="4279900"/>
          <p14:tracePt t="386201" x="3810000" y="4279900"/>
          <p14:tracePt t="386218" x="3822700" y="4279900"/>
          <p14:tracePt t="386235" x="3873500" y="4260850"/>
          <p14:tracePt t="386250" x="4000500" y="4241800"/>
          <p14:tracePt t="386267" x="4102100" y="4222750"/>
          <p14:tracePt t="386284" x="4324350" y="4184650"/>
          <p14:tracePt t="386300" x="4629150" y="4133850"/>
          <p14:tracePt t="386317" x="4768850" y="4127500"/>
          <p14:tracePt t="386334" x="5010150" y="4095750"/>
          <p14:tracePt t="386350" x="5200650" y="4083050"/>
          <p14:tracePt t="386367" x="5276850" y="4076700"/>
          <p14:tracePt t="386384" x="5454650" y="4064000"/>
          <p14:tracePt t="386400" x="5607050" y="4064000"/>
          <p14:tracePt t="386417" x="5753100" y="4064000"/>
          <p14:tracePt t="386433" x="5816600" y="4064000"/>
          <p14:tracePt t="386450" x="5854700" y="4064000"/>
          <p14:tracePt t="386467" x="6000750" y="4064000"/>
          <p14:tracePt t="386483" x="6038850" y="4064000"/>
          <p14:tracePt t="386500" x="6070600" y="4064000"/>
          <p14:tracePt t="386517" x="6134100" y="4064000"/>
          <p14:tracePt t="386533" x="6159500" y="4057650"/>
          <p14:tracePt t="386550" x="6165850" y="4057650"/>
          <p14:tracePt t="386629" x="6159500" y="4057650"/>
          <p14:tracePt t="386664" x="6153150" y="4057650"/>
          <p14:tracePt t="386678" x="6146800" y="4064000"/>
          <p14:tracePt t="386713" x="6140450" y="4064000"/>
          <p14:tracePt t="386720" x="6140450" y="4070350"/>
          <p14:tracePt t="386741" x="6134100" y="4076700"/>
          <p14:tracePt t="386749" x="6127750" y="4076700"/>
          <p14:tracePt t="386765" x="6121400" y="4076700"/>
          <p14:tracePt t="386783" x="6115050" y="4095750"/>
          <p14:tracePt t="386799" x="6108700" y="4108450"/>
          <p14:tracePt t="386815" x="6102350" y="4140200"/>
          <p14:tracePt t="386833" x="6096000" y="4191000"/>
          <p14:tracePt t="386849" x="6089650" y="4222750"/>
          <p14:tracePt t="386865" x="6083300" y="4292600"/>
          <p14:tracePt t="386883" x="6083300" y="4330700"/>
          <p14:tracePt t="386898" x="6083300" y="4343400"/>
          <p14:tracePt t="386915" x="6083300" y="4368800"/>
          <p14:tracePt t="386980" x="6076950" y="4375150"/>
          <p14:tracePt t="387354" x="6076950" y="4381500"/>
          <p14:tracePt t="387361" x="6089650" y="4387850"/>
          <p14:tracePt t="387375" x="6096000" y="4394200"/>
          <p14:tracePt t="387384" x="6102350" y="4406900"/>
          <p14:tracePt t="387398" x="6115050" y="4419600"/>
          <p14:tracePt t="387414" x="6127750" y="4438650"/>
          <p14:tracePt t="387430" x="6134100" y="4438650"/>
          <p14:tracePt t="387474" x="6165850" y="4438650"/>
          <p14:tracePt t="387483" x="6172200" y="4438650"/>
          <p14:tracePt t="387496" x="6178550" y="4438650"/>
          <p14:tracePt t="387513" x="6184900" y="4438650"/>
          <p14:tracePt t="387530" x="6184900" y="4432300"/>
          <p14:tracePt t="387551" x="6191250" y="4432300"/>
          <p14:tracePt t="387572" x="6191250" y="4425950"/>
          <p14:tracePt t="387586" x="6191250" y="4419600"/>
          <p14:tracePt t="387607" x="6191250" y="4413250"/>
          <p14:tracePt t="387616" x="6191250" y="4406900"/>
          <p14:tracePt t="387630" x="6184900" y="4406900"/>
          <p14:tracePt t="387646" x="6184900" y="4400550"/>
          <p14:tracePt t="387677" x="6178550" y="4400550"/>
          <p14:tracePt t="387684" x="6178550" y="4394200"/>
          <p14:tracePt t="387696" x="6172200" y="4394200"/>
          <p14:tracePt t="387715" x="6165850" y="4394200"/>
          <p14:tracePt t="387853" x="6172200" y="4394200"/>
          <p14:tracePt t="387874" x="6178550" y="4394200"/>
          <p14:tracePt t="387881" x="6184900" y="4400550"/>
          <p14:tracePt t="387896" x="6184900" y="4406900"/>
          <p14:tracePt t="387901" x="6203950" y="4413250"/>
          <p14:tracePt t="387916" x="6229350" y="4419600"/>
          <p14:tracePt t="387928" x="6254750" y="4432300"/>
          <p14:tracePt t="387945" x="6394450" y="4483100"/>
          <p14:tracePt t="387962" x="6483350" y="4514850"/>
          <p14:tracePt t="387979" x="6705600" y="4565650"/>
          <p14:tracePt t="387995" x="6972300" y="4597400"/>
          <p14:tracePt t="388011" x="7112000" y="4597400"/>
          <p14:tracePt t="388028" x="7366000" y="4597400"/>
          <p14:tracePt t="388045" x="7581900" y="4565650"/>
          <p14:tracePt t="388062" x="7651750" y="4546600"/>
          <p14:tracePt t="388078" x="7747000" y="4508500"/>
          <p14:tracePt t="388094" x="7766050" y="4502150"/>
          <p14:tracePt t="388098" x="7785100" y="4483100"/>
          <p14:tracePt t="388111" x="7797800" y="4476750"/>
          <p14:tracePt t="388127" x="7804150" y="4457700"/>
          <p14:tracePt t="388144" x="7804150" y="4451350"/>
          <p14:tracePt t="388182" x="7804150" y="4445000"/>
          <p14:tracePt t="388295" x="7797800" y="4445000"/>
          <p14:tracePt t="388379" x="7791450" y="4445000"/>
          <p14:tracePt t="388407" x="7785100" y="4451350"/>
          <p14:tracePt t="388414" x="7778750" y="4457700"/>
          <p14:tracePt t="388430" x="7772400" y="4464050"/>
          <p14:tracePt t="388443" x="7766050" y="4464050"/>
          <p14:tracePt t="388460" x="7727950" y="4476750"/>
          <p14:tracePt t="388477" x="7632700" y="4508500"/>
          <p14:tracePt t="388493" x="7569200" y="4527550"/>
          <p14:tracePt t="388510" x="7359650" y="4572000"/>
          <p14:tracePt t="388527" x="7118350" y="4603750"/>
          <p14:tracePt t="388543" x="6978650" y="4610100"/>
          <p14:tracePt t="388559" x="6718300" y="4610100"/>
          <p14:tracePt t="388576" x="6496050" y="4597400"/>
          <p14:tracePt t="388593" x="6407150" y="4578350"/>
          <p14:tracePt t="388597" x="6318250" y="4565650"/>
          <p14:tracePt t="388610" x="6254750" y="4559300"/>
          <p14:tracePt t="388625" x="6165850" y="4540250"/>
          <p14:tracePt t="388642" x="6127750" y="4540250"/>
          <p14:tracePt t="388660" x="6089650" y="4533900"/>
          <p14:tracePt t="388676" x="6064250" y="4521200"/>
          <p14:tracePt t="388692" x="6057900" y="4521200"/>
          <p14:tracePt t="388709" x="6045200" y="4514850"/>
          <p14:tracePt t="388725" x="6038850" y="4514850"/>
          <p14:tracePt t="388927" x="6057900" y="4514850"/>
          <p14:tracePt t="388940" x="6108700" y="4514850"/>
          <p14:tracePt t="388948" x="6184900" y="4514850"/>
          <p14:tracePt t="388958" x="6286500" y="4508500"/>
          <p14:tracePt t="388974" x="6413500" y="4508500"/>
          <p14:tracePt t="388992" x="6692900" y="4483100"/>
          <p14:tracePt t="389008" x="6845300" y="4476750"/>
          <p14:tracePt t="389026" x="7226300" y="4445000"/>
          <p14:tracePt t="389041" x="7334250" y="4432300"/>
          <p14:tracePt t="389058" x="7397750" y="4413250"/>
          <p14:tracePt t="389074" x="7505700" y="4387850"/>
          <p14:tracePt t="389091" x="7550150" y="4381500"/>
          <p14:tracePt t="389095" x="7562850" y="4375150"/>
          <p14:tracePt t="389111" x="7569200" y="4375150"/>
          <p14:tracePt t="389124" x="7569200" y="4368800"/>
          <p14:tracePt t="389187" x="7562850" y="4368800"/>
          <p14:tracePt t="389222" x="7556500" y="4368800"/>
          <p14:tracePt t="389236" x="7550150" y="4368800"/>
          <p14:tracePt t="389258" x="7543800" y="4368800"/>
          <p14:tracePt t="389292" x="7537450" y="4368800"/>
          <p14:tracePt t="389299" x="7531100" y="4375150"/>
          <p14:tracePt t="389307" x="7518400" y="4375150"/>
          <p14:tracePt t="389323" x="7486650" y="4381500"/>
          <p14:tracePt t="389341" x="7359650" y="4381500"/>
          <p14:tracePt t="389357" x="7258050" y="4400550"/>
          <p14:tracePt t="389373" x="6985000" y="4432300"/>
          <p14:tracePt t="389390" x="6572250" y="4489450"/>
          <p14:tracePt t="389406" x="6356350" y="4502150"/>
          <p14:tracePt t="389423" x="6000750" y="4521200"/>
          <p14:tracePt t="389440" x="5791200" y="4521200"/>
          <p14:tracePt t="389456" x="5715000" y="4521200"/>
          <p14:tracePt t="389474" x="5632450" y="4521200"/>
          <p14:tracePt t="389490" x="5588000" y="4521200"/>
          <p14:tracePt t="389523" x="5581650" y="4521200"/>
          <p14:tracePt t="389657" x="5581650" y="4533900"/>
          <p14:tracePt t="390083" x="5511800" y="4540250"/>
          <p14:tracePt t="390090" x="5397500" y="4552950"/>
          <p14:tracePt t="390106" x="5283200" y="4584700"/>
          <p14:tracePt t="390121" x="4927600" y="4686300"/>
          <p14:tracePt t="390137" x="4724400" y="4743450"/>
          <p14:tracePt t="390154" x="4387850" y="4826000"/>
          <p14:tracePt t="390171" x="4210050" y="4864100"/>
          <p14:tracePt t="390188" x="3765550" y="4953000"/>
          <p14:tracePt t="390204" x="3676650" y="4959350"/>
          <p14:tracePt t="390220" x="3587750" y="4972050"/>
          <p14:tracePt t="390237" x="3403600" y="4991100"/>
          <p14:tracePt t="390254" x="3263900" y="5010150"/>
          <p14:tracePt t="390270" x="3194050" y="5016500"/>
          <p14:tracePt t="390287" x="3124200" y="5029200"/>
          <p14:tracePt t="390304" x="3067050" y="5035550"/>
          <p14:tracePt t="390320" x="3041650" y="5041900"/>
          <p14:tracePt t="390337" x="2990850" y="5054600"/>
          <p14:tracePt t="390353" x="2940050" y="5060950"/>
          <p14:tracePt t="390371" x="2889250" y="5086350"/>
          <p14:tracePt t="390387" x="2870200" y="5086350"/>
          <p14:tracePt t="390403" x="2838450" y="5092700"/>
          <p14:tracePt t="390420" x="2819400" y="5092700"/>
          <p14:tracePt t="390436" x="2806700" y="5092700"/>
          <p14:tracePt t="390453" x="2800350" y="5092700"/>
          <p14:tracePt t="390470" x="2794000" y="5092700"/>
          <p14:tracePt t="390504" x="2794000" y="5086350"/>
          <p14:tracePt t="390512" x="2794000" y="5080000"/>
          <p14:tracePt t="390526" x="2800350" y="5073650"/>
          <p14:tracePt t="390536" x="2813050" y="5067300"/>
          <p14:tracePt t="390553" x="2882900" y="5054600"/>
          <p14:tracePt t="390569" x="2927350" y="5035550"/>
          <p14:tracePt t="390586" x="3048000" y="4997450"/>
          <p14:tracePt t="390604" x="3162300" y="4953000"/>
          <p14:tracePt t="390619" x="3219450" y="4927600"/>
          <p14:tracePt t="390623" x="3251200" y="4908550"/>
          <p14:tracePt t="390636" x="3282950" y="4895850"/>
          <p14:tracePt t="390652" x="3302000" y="4876800"/>
          <p14:tracePt t="390701" x="3295650" y="4876800"/>
          <p14:tracePt t="390715" x="3289300" y="4876800"/>
          <p14:tracePt t="390722" x="3282950" y="4876800"/>
          <p14:tracePt t="390739" x="3276600" y="4876800"/>
          <p14:tracePt t="390752" x="3263900" y="4883150"/>
          <p14:tracePt t="390768" x="3263900" y="4889500"/>
          <p14:tracePt t="390786" x="3244850" y="4895850"/>
          <p14:tracePt t="390802" x="3238500" y="4895850"/>
          <p14:tracePt t="390819" x="3219450" y="4902200"/>
          <p14:tracePt t="390836" x="3194050" y="4908550"/>
          <p14:tracePt t="390852" x="3187700" y="4908550"/>
          <p14:tracePt t="390869" x="3168650" y="4914900"/>
          <p14:tracePt t="390884" x="3155950" y="4914900"/>
          <p14:tracePt t="390918" x="3162300" y="4914900"/>
          <p14:tracePt t="390935" x="3175000" y="4908550"/>
          <p14:tracePt t="390951" x="3175000" y="4902200"/>
          <p14:tracePt t="390968" x="3219450" y="4895850"/>
          <p14:tracePt t="390984" x="3257550" y="4883150"/>
          <p14:tracePt t="391001" x="3289300" y="4870450"/>
          <p14:tracePt t="391018" x="3314700" y="4851400"/>
          <p14:tracePt t="391035" x="3327400" y="4838700"/>
          <p14:tracePt t="391067" x="3321050" y="4838700"/>
          <p14:tracePt t="391084" x="3314700" y="4838700"/>
          <p14:tracePt t="391101" x="3263900" y="4838700"/>
          <p14:tracePt t="391117" x="3238500" y="4838700"/>
          <p14:tracePt t="391121" x="3206750" y="4838700"/>
          <p14:tracePt t="391151" x="3117850" y="4845050"/>
          <p14:tracePt t="391167" x="3022600" y="4864100"/>
          <p14:tracePt t="391184" x="2971800" y="4864100"/>
          <p14:tracePt t="391201" x="2908300" y="4870450"/>
          <p14:tracePt t="391217" x="2882900" y="4876800"/>
          <p14:tracePt t="391251" x="2889250" y="4870450"/>
          <p14:tracePt t="391267" x="2940050" y="4870450"/>
          <p14:tracePt t="391284" x="2978150" y="4864100"/>
          <p14:tracePt t="391300" x="3098800" y="4857750"/>
          <p14:tracePt t="391317" x="3200400" y="4845050"/>
          <p14:tracePt t="391334" x="3263900" y="4832350"/>
          <p14:tracePt t="391350" x="3276600" y="4826000"/>
          <p14:tracePt t="391383" x="3263900" y="4826000"/>
          <p14:tracePt t="391400" x="3251200" y="4826000"/>
          <p14:tracePt t="391418" x="3168650" y="4806950"/>
          <p14:tracePt t="391433" x="3086100" y="4800600"/>
          <p14:tracePt t="391450" x="2895600" y="4768850"/>
          <p14:tracePt t="391467" x="2730500" y="4756150"/>
          <p14:tracePt t="391483" x="2673350" y="4749800"/>
          <p14:tracePt t="391499" x="2616200" y="4749800"/>
          <p14:tracePt t="391516" x="2597150" y="4749800"/>
          <p14:tracePt t="391549" x="2622550" y="4756150"/>
          <p14:tracePt t="391566" x="2698750" y="4756150"/>
          <p14:tracePt t="391583" x="2774950" y="4756150"/>
          <p14:tracePt t="391600" x="2921000" y="4756150"/>
          <p14:tracePt t="391616" x="3035300" y="4756150"/>
          <p14:tracePt t="391633" x="3060700" y="4756150"/>
          <p14:tracePt t="391649" x="3079750" y="4756150"/>
          <p14:tracePt t="391685" x="3067050" y="4749800"/>
          <p14:tracePt t="391700" x="3060700" y="4749800"/>
          <p14:tracePt t="391715" x="3054350" y="4749800"/>
          <p14:tracePt t="391733" x="3028950" y="4749800"/>
          <p14:tracePt t="391748" x="2997200" y="4749800"/>
          <p14:tracePt t="391765" x="2984500" y="4749800"/>
          <p14:tracePt t="391782" x="2959100" y="4749800"/>
          <p14:tracePt t="391798" x="2952750" y="4749800"/>
          <p14:tracePt t="391839" x="2971800" y="4756150"/>
          <p14:tracePt t="391848" x="2997200" y="4756150"/>
          <p14:tracePt t="391865" x="3041650" y="4768850"/>
          <p14:tracePt t="391882" x="3175000" y="4794250"/>
          <p14:tracePt t="391898" x="3327400" y="4819650"/>
          <p14:tracePt t="391916" x="3460750" y="4838700"/>
          <p14:tracePt t="391931" x="3486150" y="4845050"/>
          <p14:tracePt t="391948" x="3530600" y="4857750"/>
          <p14:tracePt t="391981" x="3530600" y="4864100"/>
          <p14:tracePt t="391998" x="3530600" y="4870450"/>
          <p14:tracePt t="392015" x="3429000" y="4870450"/>
          <p14:tracePt t="392031" x="3384550" y="4876800"/>
          <p14:tracePt t="392047" x="3346450" y="4876800"/>
          <p14:tracePt t="392510" x="3365500" y="4883150"/>
          <p14:tracePt t="392517" x="3390900" y="4889500"/>
          <p14:tracePt t="392532" x="3422650" y="4895850"/>
          <p14:tracePt t="392546" x="3473450" y="4908550"/>
          <p14:tracePt t="392562" x="3581400" y="4914900"/>
          <p14:tracePt t="392580" x="3683000" y="4927600"/>
          <p14:tracePt t="392596" x="3740150" y="4933950"/>
          <p14:tracePt t="392612" x="3803650" y="4933950"/>
          <p14:tracePt t="392629" x="3829050" y="4933950"/>
          <p14:tracePt t="392645" x="3841750" y="4933950"/>
          <p14:tracePt t="392681" x="3835400" y="4933950"/>
          <p14:tracePt t="392699" x="3822700" y="4933950"/>
          <p14:tracePt t="392720" x="3810000" y="4933950"/>
          <p14:tracePt t="392729" x="3784600" y="4940300"/>
          <p14:tracePt t="392744" x="3746500" y="4946650"/>
          <p14:tracePt t="392763" x="3651250" y="4978400"/>
          <p14:tracePt t="392778" x="3517900" y="5022850"/>
          <p14:tracePt t="392795" x="3448050" y="5054600"/>
          <p14:tracePt t="392812" x="3340100" y="5099050"/>
          <p14:tracePt t="392828" x="3314700" y="5124450"/>
          <p14:tracePt t="392845" x="3282950" y="5143500"/>
          <p14:tracePt t="392861" x="3276600" y="5149850"/>
          <p14:tracePt t="392878" x="3276600" y="5156200"/>
          <p14:tracePt t="392895" x="3289300" y="5162550"/>
          <p14:tracePt t="392911" x="3302000" y="5168900"/>
          <p14:tracePt t="392928" x="3321050" y="5168900"/>
          <p14:tracePt t="392945" x="3403600" y="5168900"/>
          <p14:tracePt t="392961" x="3492500" y="5168900"/>
          <p14:tracePt t="392978" x="3543300" y="5168900"/>
          <p14:tracePt t="392994" x="3606800" y="5149850"/>
          <p14:tracePt t="393010" x="3632200" y="5137150"/>
          <p14:tracePt t="393027" x="3638550" y="5137150"/>
          <p14:tracePt t="393060" x="3625850" y="5137150"/>
          <p14:tracePt t="393078" x="3613150" y="5137150"/>
          <p14:tracePt t="393093" x="3594100" y="5137150"/>
          <p14:tracePt t="393110" x="3575050" y="5149850"/>
          <p14:tracePt t="393128" x="3473450" y="5168900"/>
          <p14:tracePt t="393144" x="3429000" y="5187950"/>
          <p14:tracePt t="393160" x="3390900" y="5207000"/>
          <p14:tracePt t="393177" x="3314700" y="5245100"/>
          <p14:tracePt t="393193" x="3225800" y="5302250"/>
          <p14:tracePt t="393210" x="3200400" y="5321300"/>
          <p14:tracePt t="393227" x="3168650" y="5353050"/>
          <p14:tracePt t="393243" x="3155950" y="5372100"/>
          <p14:tracePt t="393260" x="3149600" y="5372100"/>
          <p14:tracePt t="393276" x="3149600" y="5378450"/>
          <p14:tracePt t="393293" x="3168650" y="5378450"/>
          <p14:tracePt t="393310" x="3206750" y="5372100"/>
          <p14:tracePt t="393326" x="3251200" y="5353050"/>
          <p14:tracePt t="393343" x="3365500" y="5308600"/>
          <p14:tracePt t="393360" x="3524250" y="5251450"/>
          <p14:tracePt t="393376" x="3594100" y="5207000"/>
          <p14:tracePt t="393393" x="3644900" y="5181600"/>
          <p14:tracePt t="393409" x="3727450" y="5143500"/>
          <p14:tracePt t="393465" x="3708400" y="5149850"/>
          <p14:tracePt t="393472" x="3676650" y="5156200"/>
          <p14:tracePt t="393479" x="3638550" y="5162550"/>
          <p14:tracePt t="393495" x="3556000" y="5181600"/>
          <p14:tracePt t="393509" x="3454400" y="5207000"/>
          <p14:tracePt t="393526" x="3238500" y="5245100"/>
          <p14:tracePt t="393543" x="2971800" y="5321300"/>
          <p14:tracePt t="393559" x="2844800" y="5353050"/>
          <p14:tracePt t="393576" x="2686050" y="5403850"/>
          <p14:tracePt t="393592" x="2609850" y="5422900"/>
          <p14:tracePt t="393609" x="2597150" y="5429250"/>
          <p14:tracePt t="393642" x="2609850" y="5422900"/>
          <p14:tracePt t="393658" x="2641600" y="5397500"/>
          <p14:tracePt t="393662" x="2686050" y="5378450"/>
          <p14:tracePt t="393678" x="2768600" y="5340350"/>
          <p14:tracePt t="393692" x="2978150" y="5257800"/>
          <p14:tracePt t="393709" x="3098800" y="5200650"/>
          <p14:tracePt t="393725" x="3270250" y="5111750"/>
          <p14:tracePt t="393742" x="3327400" y="5080000"/>
          <p14:tracePt t="393759" x="3371850" y="5035550"/>
          <p14:tracePt t="393774" x="3378200" y="5016500"/>
          <p14:tracePt t="393792" x="3378200" y="5003800"/>
          <p14:tracePt t="393809" x="3346450" y="4959350"/>
          <p14:tracePt t="393825" x="3257550" y="4832350"/>
          <p14:tracePt t="393841" x="3219450" y="4775200"/>
          <p14:tracePt t="393858" x="3181350" y="4629150"/>
          <p14:tracePt t="393874" x="3168650" y="4546600"/>
          <p14:tracePt t="393892" x="3175000" y="4508500"/>
          <p14:tracePt t="393908" x="3181350" y="4502150"/>
          <p14:tracePt t="393925" x="3187700" y="4495800"/>
          <p14:tracePt t="393957" x="3194050" y="4495800"/>
          <p14:tracePt t="393974" x="3194050" y="4502150"/>
          <p14:tracePt t="393991" x="3187700" y="4502150"/>
          <p14:tracePt t="394008" x="3175000" y="4521200"/>
          <p14:tracePt t="394024" x="3175000" y="4527550"/>
          <p14:tracePt t="394041" x="3124200" y="4584700"/>
          <p14:tracePt t="394057" x="3092450" y="4610100"/>
          <p14:tracePt t="394074" x="3054350" y="4654550"/>
          <p14:tracePt t="394090" x="2851150" y="4838700"/>
          <p14:tracePt t="394107" x="2781300" y="4908550"/>
          <p14:tracePt t="394125" x="2647950" y="5035550"/>
          <p14:tracePt t="394140" x="2578100" y="5086350"/>
          <p14:tracePt t="394157" x="2476500" y="5181600"/>
          <p14:tracePt t="394174" x="2406650" y="5232400"/>
          <p14:tracePt t="394190" x="2387600" y="5251450"/>
          <p14:tracePt t="394207" x="2368550" y="5257800"/>
          <p14:tracePt t="394224" x="2362200" y="5270500"/>
          <p14:tracePt t="394257" x="2355850" y="5276850"/>
          <p14:tracePt t="394286" x="2355850" y="5283200"/>
          <p14:tracePt t="394293" x="2343150" y="5283200"/>
          <p14:tracePt t="394314" x="2330450" y="5289550"/>
          <p14:tracePt t="394323" x="2311400" y="5289550"/>
          <p14:tracePt t="394339" x="2279650" y="5295900"/>
          <p14:tracePt t="394357" x="2209800" y="5308600"/>
          <p14:tracePt t="394373" x="2171700" y="5308600"/>
          <p14:tracePt t="394389" x="2076450" y="5327650"/>
          <p14:tracePt t="394406" x="1993900" y="5327650"/>
          <p14:tracePt t="394422" x="1955800" y="5327650"/>
          <p14:tracePt t="394440" x="1898650" y="5327650"/>
          <p14:tracePt t="394456" x="1860550" y="5321300"/>
          <p14:tracePt t="394473" x="1835150" y="5314950"/>
          <p14:tracePt t="394490" x="1803400" y="5308600"/>
          <p14:tracePt t="394506" x="1784350" y="5308600"/>
          <p14:tracePt t="394539" x="1778000" y="5308600"/>
          <p14:tracePt t="394588" x="1778000" y="5302250"/>
          <p14:tracePt t="394595" x="1784350" y="5302250"/>
          <p14:tracePt t="394605" x="1790700" y="5302250"/>
          <p14:tracePt t="394622" x="1797050" y="5302250"/>
          <p14:tracePt t="394638" x="1809750" y="5302250"/>
          <p14:tracePt t="394672" x="1841500" y="5302250"/>
          <p14:tracePt t="394688" x="1854200" y="5302250"/>
          <p14:tracePt t="394705" x="1866900" y="5302250"/>
          <p14:tracePt t="394722" x="1892300" y="5302250"/>
          <p14:tracePt t="394738" x="1905000" y="5302250"/>
          <p14:tracePt t="394771" x="1911350" y="5302250"/>
          <p14:tracePt t="394973" x="1968500" y="5289550"/>
          <p14:tracePt t="394989" x="2044700" y="5251450"/>
          <p14:tracePt t="394995" x="2127250" y="5219700"/>
          <p14:tracePt t="395003" x="2203450" y="5187950"/>
          <p14:tracePt t="395020" x="2273300" y="5149850"/>
          <p14:tracePt t="395037" x="2387600" y="5092700"/>
          <p14:tracePt t="395054" x="2432050" y="5067300"/>
          <p14:tracePt t="395070" x="2482850" y="5048250"/>
          <p14:tracePt t="395087" x="2508250" y="5022850"/>
          <p14:tracePt t="395103" x="2514600" y="5022850"/>
          <p14:tracePt t="395120" x="2520950" y="5022850"/>
          <p14:tracePt t="395234" x="2514600" y="5022850"/>
          <p14:tracePt t="395816" x="2508250" y="5022850"/>
          <p14:tracePt t="395830" x="2476500" y="5022850"/>
          <p14:tracePt t="395838" x="2451100" y="5022850"/>
          <p14:tracePt t="395854" x="2413000" y="5022850"/>
          <p14:tracePt t="395868" x="2298700" y="4997450"/>
          <p14:tracePt t="395884" x="2222500" y="4984750"/>
          <p14:tracePt t="395901" x="2044700" y="4959350"/>
          <p14:tracePt t="395918" x="1962150" y="4933950"/>
          <p14:tracePt t="395937" x="1701800" y="4857750"/>
          <p14:tracePt t="395951" x="1619250" y="4813300"/>
          <p14:tracePt t="395967" x="1549400" y="4787900"/>
          <p14:tracePt t="395984" x="1447800" y="4768850"/>
          <p14:tracePt t="396001" x="1365250" y="4749800"/>
          <p14:tracePt t="396017" x="1339850" y="4749800"/>
          <p14:tracePt t="396034" x="1314450" y="4737100"/>
          <p14:tracePt t="396050" x="1308100" y="4730750"/>
          <p14:tracePt t="396083" x="1301750" y="4724400"/>
          <p14:tracePt t="396111" x="1301750" y="4730750"/>
          <p14:tracePt t="396140" x="1301750" y="4737100"/>
          <p14:tracePt t="396182" x="1295400" y="4737100"/>
          <p14:tracePt t="396188" x="1289050" y="4737100"/>
          <p14:tracePt t="396427" x="1289050" y="4743450"/>
          <p14:tracePt t="396448" x="1295400" y="4743450"/>
          <p14:tracePt t="396483" x="1295400" y="4749800"/>
          <p14:tracePt t="396519" x="1301750" y="4749800"/>
          <p14:tracePt t="396561" x="1308100" y="4756150"/>
          <p14:tracePt t="396568" x="1308100" y="4762500"/>
          <p14:tracePt t="396585" x="1314450" y="4762500"/>
          <p14:tracePt t="396599" x="1314450" y="4768850"/>
          <p14:tracePt t="396615" x="1327150" y="4775200"/>
          <p14:tracePt t="396632" x="1339850" y="4794250"/>
          <p14:tracePt t="396648" x="1352550" y="4806950"/>
          <p14:tracePt t="396665" x="1384300" y="4832350"/>
          <p14:tracePt t="396681" x="1416050" y="4876800"/>
          <p14:tracePt t="396698" x="1441450" y="4902200"/>
          <p14:tracePt t="396702" x="1460500" y="4921250"/>
          <p14:tracePt t="396715" x="1473200" y="4933950"/>
          <p14:tracePt t="396731" x="1511300" y="4965700"/>
          <p14:tracePt t="396748" x="1524000" y="4978400"/>
          <p14:tracePt t="396765" x="1549400" y="4997450"/>
          <p14:tracePt t="396781" x="1568450" y="5003800"/>
          <p14:tracePt t="396798" x="1574800" y="5010150"/>
          <p14:tracePt t="396815" x="1581150" y="5010150"/>
          <p14:tracePt t="396831" x="1587500" y="5016500"/>
          <p14:tracePt t="396848" x="1600200" y="5022850"/>
          <p14:tracePt t="396864" x="1606550" y="5029200"/>
          <p14:tracePt t="396881" x="1612900" y="5035550"/>
          <p14:tracePt t="396898" x="1619250" y="5048250"/>
          <p14:tracePt t="396914" x="1625600" y="5048250"/>
          <p14:tracePt t="396931" x="1631950" y="5054600"/>
          <p14:tracePt t="396947" x="1638300" y="5054600"/>
          <p14:tracePt t="396981" x="1638300" y="5060950"/>
          <p14:tracePt t="397059" x="1644650" y="5060950"/>
          <p14:tracePt t="397101" x="1638300" y="5054600"/>
          <p14:tracePt t="397172" x="1631950" y="5048250"/>
          <p14:tracePt t="397200" x="1625600" y="5048250"/>
          <p14:tracePt t="397220" x="1625600" y="5041900"/>
          <p14:tracePt t="397242" x="1619250" y="5041900"/>
          <p14:tracePt t="397263" x="1619250" y="5035550"/>
          <p14:tracePt t="397284" x="1612900" y="5029200"/>
          <p14:tracePt t="397291" x="1606550" y="5029200"/>
          <p14:tracePt t="397326" x="1600200" y="5022850"/>
          <p14:tracePt t="397332" x="1593850" y="5022850"/>
          <p14:tracePt t="397346" x="1593850" y="5016500"/>
          <p14:tracePt t="397375" x="1587500" y="5016500"/>
          <p14:tracePt t="397403" x="1587500" y="5010150"/>
          <p14:tracePt t="397431" x="1587500" y="5003800"/>
          <p14:tracePt t="397466" x="1587500" y="4997450"/>
          <p14:tracePt t="397480" x="1587500" y="4991100"/>
          <p14:tracePt t="397515" x="1587500" y="4984750"/>
          <p14:tracePt t="397564" x="1593850" y="4984750"/>
          <p14:tracePt t="397572" x="1600200" y="4984750"/>
          <p14:tracePt t="397586" x="1606550" y="4984750"/>
          <p14:tracePt t="397595" x="1612900" y="4978400"/>
          <p14:tracePt t="397611" x="1619250" y="4978400"/>
          <p14:tracePt t="397628" x="1682750" y="4959350"/>
          <p14:tracePt t="397645" x="1822450" y="4940300"/>
          <p14:tracePt t="397663" x="2025650" y="4933950"/>
          <p14:tracePt t="397678" x="2152650" y="4921250"/>
          <p14:tracePt t="397695" x="2438400" y="4889500"/>
          <p14:tracePt t="397712" x="2692400" y="4876800"/>
          <p14:tracePt t="397728" x="2806700" y="4870450"/>
          <p14:tracePt t="397744" x="2908300" y="4857750"/>
          <p14:tracePt t="397761" x="3124200" y="4857750"/>
          <p14:tracePt t="397778" x="3168650" y="4857750"/>
          <p14:tracePt t="397794" x="3194050" y="4857750"/>
          <p14:tracePt t="397811" x="3225800" y="4864100"/>
          <p14:tracePt t="397827" x="3251200" y="4864100"/>
          <p14:tracePt t="397845" x="3263900" y="4870450"/>
          <p14:tracePt t="397877" x="3270250" y="4870450"/>
          <p14:tracePt t="397897" x="3276600" y="4870450"/>
          <p14:tracePt t="397923" x="3276600" y="4864100"/>
          <p14:tracePt t="397958" x="3276600" y="4857750"/>
          <p14:tracePt t="398014" x="3282950" y="4857750"/>
          <p14:tracePt t="398126" x="3276600" y="4857750"/>
          <p14:tracePt t="398133" x="3270250" y="4857750"/>
          <p14:tracePt t="398154" x="3263900" y="4864100"/>
          <p14:tracePt t="398168" x="3257550" y="4864100"/>
          <p14:tracePt t="398176" x="3257550" y="4870450"/>
          <p14:tracePt t="398197" x="3251200" y="4870450"/>
          <p14:tracePt t="398210" x="3244850" y="4870450"/>
          <p14:tracePt t="398226" x="3232150" y="4876800"/>
          <p14:tracePt t="398243" x="3225800" y="4883150"/>
          <p14:tracePt t="398260" x="3213100" y="4889500"/>
          <p14:tracePt t="398276" x="3181350" y="4902200"/>
          <p14:tracePt t="398293" x="3162300" y="4902200"/>
          <p14:tracePt t="398309" x="3136900" y="4908550"/>
          <p14:tracePt t="398326" x="3117850" y="4914900"/>
          <p14:tracePt t="398344" x="3105150" y="4921250"/>
          <p14:tracePt t="398359" x="3098800" y="4921250"/>
          <p14:tracePt t="398392" x="3092450" y="4921250"/>
          <p14:tracePt t="398428" x="3086100" y="4914900"/>
          <p14:tracePt t="398484" x="3079750" y="4914900"/>
          <p14:tracePt t="398519" x="3079750" y="4921250"/>
          <p14:tracePt t="398547" x="3073400" y="4921250"/>
          <p14:tracePt t="398576" x="3073400" y="4927600"/>
          <p14:tracePt t="398604" x="3073400" y="4933950"/>
          <p14:tracePt t="398639" x="3067050" y="4933950"/>
          <p14:tracePt t="398744" x="3067050" y="4927600"/>
          <p14:tracePt t="398786" x="3073400" y="4921250"/>
          <p14:tracePt t="398809" x="3079750" y="4908550"/>
          <p14:tracePt t="398814" x="3086100" y="4908550"/>
          <p14:tracePt t="398835" x="3092450" y="4902200"/>
          <p14:tracePt t="398849" x="3098800" y="4895850"/>
          <p14:tracePt t="398857" x="3105150" y="4889500"/>
          <p14:tracePt t="398873" x="3111500" y="4883150"/>
          <p14:tracePt t="398891" x="3130550" y="4864100"/>
          <p14:tracePt t="398907" x="3155950" y="4845050"/>
          <p14:tracePt t="398924" x="3175000" y="4832350"/>
          <p14:tracePt t="398941" x="3194050" y="4813300"/>
          <p14:tracePt t="398957" x="3206750" y="4800600"/>
          <p14:tracePt t="398990" x="3206750" y="4794250"/>
          <p14:tracePt t="399007" x="3206750" y="4787900"/>
          <p14:tracePt t="399023" x="3200400" y="4787900"/>
          <p14:tracePt t="399040" x="3187700" y="4787900"/>
          <p14:tracePt t="399056" x="3181350" y="4787900"/>
          <p14:tracePt t="399074" x="3175000" y="4787900"/>
          <p14:tracePt t="399090" x="3155950" y="4794250"/>
          <p14:tracePt t="399107" x="3149600" y="4794250"/>
          <p14:tracePt t="399124" x="3117850" y="4800600"/>
          <p14:tracePt t="399140" x="3092450" y="4800600"/>
          <p14:tracePt t="399156" x="3073400" y="4800600"/>
          <p14:tracePt t="399173" x="3048000" y="4806950"/>
          <p14:tracePt t="399189" x="3041650" y="4806950"/>
          <p14:tracePt t="399221" x="3048000" y="4806950"/>
          <p14:tracePt t="399228" x="3054350" y="4806950"/>
          <p14:tracePt t="399239" x="3067050" y="4806950"/>
          <p14:tracePt t="399256" x="3086100" y="4806950"/>
          <p14:tracePt t="399273" x="3098800" y="4806950"/>
          <p14:tracePt t="399289" x="3111500" y="4813300"/>
          <p14:tracePt t="399306" x="3187700" y="4826000"/>
          <p14:tracePt t="399322" x="3206750" y="4832350"/>
          <p14:tracePt t="399338" x="3225800" y="4832350"/>
          <p14:tracePt t="399355" x="3257550" y="4838700"/>
          <p14:tracePt t="399372" x="3276600" y="4845050"/>
          <p14:tracePt t="399405" x="3276600" y="4851400"/>
          <p14:tracePt t="399422" x="3270250" y="4851400"/>
          <p14:tracePt t="399439" x="3263900" y="4857750"/>
          <p14:tracePt t="399455" x="3251200" y="4857750"/>
          <p14:tracePt t="399472" x="3238500" y="4857750"/>
          <p14:tracePt t="399488" x="3219450" y="4857750"/>
          <p14:tracePt t="399522" x="3206750" y="4864100"/>
          <p14:tracePt t="399538" x="3194050" y="4870450"/>
          <p14:tracePt t="399572" x="3187700" y="4870450"/>
          <p14:tracePt t="399588" x="3187700" y="4883150"/>
          <p14:tracePt t="399605" x="3181350" y="4883150"/>
          <p14:tracePt t="400093" x="3168650" y="4883150"/>
          <p14:tracePt t="400100" x="3124200" y="4889500"/>
          <p14:tracePt t="400114" x="3073400" y="4895850"/>
          <p14:tracePt t="400122" x="3028950" y="4914900"/>
          <p14:tracePt t="400136" x="2984500" y="4933950"/>
          <p14:tracePt t="400153" x="2946400" y="4946650"/>
          <p14:tracePt t="400170" x="2921000" y="4953000"/>
          <p14:tracePt t="400186" x="2908300" y="4953000"/>
          <p14:tracePt t="400203" x="2901950" y="4959350"/>
          <p14:tracePt t="400240" x="2901950" y="4965700"/>
          <p14:tracePt t="400268" x="2901950" y="4972050"/>
          <p14:tracePt t="400282" x="2908300" y="4972050"/>
          <p14:tracePt t="400289" x="2914650" y="4978400"/>
          <p14:tracePt t="400305" x="2921000" y="4978400"/>
          <p14:tracePt t="400324" x="2933700" y="4978400"/>
          <p14:tracePt t="400335" x="2940050" y="4978400"/>
          <p14:tracePt t="400353" x="2965450" y="4972050"/>
          <p14:tracePt t="400370" x="2978150" y="4965700"/>
          <p14:tracePt t="400385" x="3016250" y="4959350"/>
          <p14:tracePt t="400402" x="3067050" y="4940300"/>
          <p14:tracePt t="400418" x="3079750" y="4933950"/>
          <p14:tracePt t="400436" x="3117850" y="4914900"/>
          <p14:tracePt t="400452" x="3136900" y="4895850"/>
          <p14:tracePt t="400485" x="3136900" y="4889500"/>
          <p14:tracePt t="400502" x="3136900" y="4883150"/>
          <p14:tracePt t="400517" x="3130550" y="4883150"/>
          <p14:tracePt t="400535" x="3117850" y="4883150"/>
          <p14:tracePt t="400552" x="3105150" y="4883150"/>
          <p14:tracePt t="400568" x="3098800" y="4883150"/>
          <p14:tracePt t="400585" x="3086100" y="4883150"/>
          <p14:tracePt t="400601" x="3079750" y="4883150"/>
          <p14:tracePt t="400618" x="3054350" y="4889500"/>
          <p14:tracePt t="400634" x="3016250" y="4895850"/>
          <p14:tracePt t="400651" x="2984500" y="4902200"/>
          <p14:tracePt t="400668" x="2908300" y="4946650"/>
          <p14:tracePt t="400684" x="2813050" y="4991100"/>
          <p14:tracePt t="400701" x="2755900" y="5022850"/>
          <p14:tracePt t="400718" x="2616200" y="5080000"/>
          <p14:tracePt t="400734" x="2495550" y="5143500"/>
          <p14:tracePt t="400751" x="2425700" y="5175250"/>
          <p14:tracePt t="400768" x="2298700" y="5232400"/>
          <p14:tracePt t="400784" x="2203450" y="5276850"/>
          <p14:tracePt t="400801" x="2159000" y="5302250"/>
          <p14:tracePt t="400817" x="2108200" y="5327650"/>
          <p14:tracePt t="400834" x="2089150" y="5334000"/>
          <p14:tracePt t="400851" x="2076450" y="5334000"/>
          <p14:tracePt t="400883" x="2070100" y="5334000"/>
          <p14:tracePt t="400900" x="2063750" y="5334000"/>
          <p14:tracePt t="401097" x="2070100" y="5334000"/>
          <p14:tracePt t="401111" x="2076450" y="5334000"/>
          <p14:tracePt t="401131" x="2082800" y="5327650"/>
          <p14:tracePt t="401146" x="2089150" y="5327650"/>
          <p14:tracePt t="401153" x="2101850" y="5321300"/>
          <p14:tracePt t="401169" x="2114550" y="5314950"/>
          <p14:tracePt t="401183" x="2184400" y="5283200"/>
          <p14:tracePt t="401199" x="2241550" y="5251450"/>
          <p14:tracePt t="401216" x="2406650" y="5168900"/>
          <p14:tracePt t="401232" x="2482850" y="5118100"/>
          <p14:tracePt t="401249" x="2647950" y="5016500"/>
          <p14:tracePt t="401266" x="2762250" y="4933950"/>
          <p14:tracePt t="401282" x="2806700" y="4902200"/>
          <p14:tracePt t="401299" x="2863850" y="4883150"/>
          <p14:tracePt t="401315" x="2882900" y="4870450"/>
          <p14:tracePt t="401349" x="2895600" y="4870450"/>
          <p14:tracePt t="401385" x="2895600" y="4876800"/>
          <p14:tracePt t="401398" x="2901950" y="4876800"/>
          <p14:tracePt t="401433" x="2908300" y="4883150"/>
          <p14:tracePt t="401454" x="2914650" y="4889500"/>
          <p14:tracePt t="401461" x="2921000" y="4895850"/>
          <p14:tracePt t="401476" x="2921000" y="4902200"/>
          <p14:tracePt t="401485" x="2927350" y="4908550"/>
          <p14:tracePt t="401498" x="2946400" y="4921250"/>
          <p14:tracePt t="401515" x="2965450" y="4927600"/>
          <p14:tracePt t="401532" x="3079750" y="4984750"/>
          <p14:tracePt t="401548" x="3149600" y="5016500"/>
          <p14:tracePt t="401565" x="3206750" y="5041900"/>
          <p14:tracePt t="401582" x="3416300" y="5124450"/>
          <p14:tracePt t="401598" x="3663950" y="5187950"/>
          <p14:tracePt t="401615" x="3810000" y="5226050"/>
          <p14:tracePt t="401631" x="4108450" y="5283200"/>
          <p14:tracePt t="401648" x="4349750" y="5289550"/>
          <p14:tracePt t="401665" x="4514850" y="5289550"/>
          <p14:tracePt t="401681" x="4552950" y="5289550"/>
          <p14:tracePt t="401697" x="4584700" y="5276850"/>
          <p14:tracePt t="401714" x="4591050" y="5270500"/>
          <p14:tracePt t="401747" x="4584700" y="5257800"/>
          <p14:tracePt t="401764" x="4565650" y="5257800"/>
          <p14:tracePt t="401780" x="4559300" y="5257800"/>
          <p14:tracePt t="401784" x="4546600" y="5257800"/>
          <p14:tracePt t="401800" x="4527550" y="5257800"/>
          <p14:tracePt t="401814" x="4451350" y="5257800"/>
          <p14:tracePt t="401830" x="4387850" y="5251450"/>
          <p14:tracePt t="401848" x="4178300" y="5226050"/>
          <p14:tracePt t="401863" x="4051300" y="5219700"/>
          <p14:tracePt t="401880" x="3784600" y="5194300"/>
          <p14:tracePt t="401897" x="3530600" y="5162550"/>
          <p14:tracePt t="401913" x="3416300" y="5162550"/>
          <p14:tracePt t="401930" x="3213100" y="5156200"/>
          <p14:tracePt t="401947" x="3086100" y="5156200"/>
          <p14:tracePt t="401963" x="3035300" y="5156200"/>
          <p14:tracePt t="401980" x="2984500" y="5168900"/>
          <p14:tracePt t="401996" x="2952750" y="5175250"/>
          <p14:tracePt t="402013" x="2940050" y="5181600"/>
          <p14:tracePt t="402031" x="2921000" y="5194300"/>
          <p14:tracePt t="402046" x="2914650" y="5194300"/>
          <p14:tracePt t="402149" x="2914650" y="5200650"/>
          <p14:tracePt t="402156" x="2914650" y="5207000"/>
          <p14:tracePt t="402165" x="2921000" y="5207000"/>
          <p14:tracePt t="402179" x="2927350" y="5213350"/>
          <p14:tracePt t="402196" x="2927350" y="5219700"/>
          <p14:tracePt t="404555" x="2901950" y="5226050"/>
          <p14:tracePt t="404562" x="2838450" y="5232400"/>
          <p14:tracePt t="404570" x="2781300" y="5245100"/>
          <p14:tracePt t="404587" x="2755900" y="5251450"/>
          <p14:tracePt t="404604" x="2679700" y="5264150"/>
          <p14:tracePt t="404620" x="2641600" y="5283200"/>
          <p14:tracePt t="404637" x="2590800" y="5302250"/>
          <p14:tracePt t="404654" x="2540000" y="5314950"/>
          <p14:tracePt t="404670" x="2514600" y="5321300"/>
          <p14:tracePt t="404688" x="2482850" y="5327650"/>
          <p14:tracePt t="404703" x="2451100" y="5340350"/>
          <p14:tracePt t="404720" x="2432050" y="5340350"/>
          <p14:tracePt t="404737" x="2393950" y="5359400"/>
          <p14:tracePt t="404753" x="2374900" y="5365750"/>
          <p14:tracePt t="404770" x="2355850" y="5372100"/>
          <p14:tracePt t="404787" x="2330450" y="5378450"/>
          <p14:tracePt t="404806" x="2286000" y="5391150"/>
          <p14:tracePt t="404820" x="2260600" y="5391150"/>
          <p14:tracePt t="404837" x="2203450" y="5410200"/>
          <p14:tracePt t="404853" x="2159000" y="5422900"/>
          <p14:tracePt t="404871" x="2025650" y="5441950"/>
          <p14:tracePt t="404886" x="1974850" y="5448300"/>
          <p14:tracePt t="404903" x="1930400" y="5461000"/>
          <p14:tracePt t="404920" x="1847850" y="5473700"/>
          <p14:tracePt t="404936" x="1797050" y="5492750"/>
          <p14:tracePt t="404953" x="1778000" y="5492750"/>
          <p14:tracePt t="404970" x="1733550" y="5499100"/>
          <p14:tracePt t="404986" x="1720850" y="5499100"/>
          <p14:tracePt t="405004" x="1714500" y="5505450"/>
          <p14:tracePt t="405046" x="1708150" y="5505450"/>
          <p14:tracePt t="405165" x="1708150" y="5511800"/>
          <p14:tracePt t="405221" x="1708150" y="5518150"/>
          <p14:tracePt t="405237" x="1714500" y="5518150"/>
          <p14:tracePt t="405243" x="1720850" y="5524500"/>
          <p14:tracePt t="405257" x="1727200" y="5524500"/>
          <p14:tracePt t="405268" x="1727200" y="5530850"/>
          <p14:tracePt t="405285" x="1746250" y="5537200"/>
          <p14:tracePt t="405302" x="1758950" y="5543550"/>
          <p14:tracePt t="405319" x="1797050" y="5562600"/>
          <p14:tracePt t="405335" x="1854200" y="5600700"/>
          <p14:tracePt t="405352" x="1898650" y="5638800"/>
          <p14:tracePt t="405369" x="1968500" y="5695950"/>
          <p14:tracePt t="405385" x="2032000" y="5746750"/>
          <p14:tracePt t="405402" x="2051050" y="5759450"/>
          <p14:tracePt t="405418" x="2089150" y="5797550"/>
          <p14:tracePt t="405434" x="2114550" y="5803900"/>
          <p14:tracePt t="405451" x="2120900" y="5810250"/>
          <p14:tracePt t="405468" x="2133600" y="5810250"/>
          <p14:tracePt t="405516" x="2139950" y="5810250"/>
          <p14:tracePt t="405559" x="2146300" y="5803900"/>
          <p14:tracePt t="405565" x="2152650" y="5803900"/>
          <p14:tracePt t="405594" x="2152650" y="5797550"/>
          <p14:tracePt t="405629" x="2159000" y="5791200"/>
          <p14:tracePt t="405643" x="2159000" y="5784850"/>
          <p14:tracePt t="405678" x="2165350" y="5784850"/>
          <p14:tracePt t="405713" x="2171700" y="5784850"/>
          <p14:tracePt t="405735" x="2171700" y="5778500"/>
          <p14:tracePt t="405769" x="2171700" y="5772150"/>
          <p14:tracePt t="405784" x="2178050" y="5765800"/>
          <p14:tracePt t="405818" x="2178050" y="5759450"/>
          <p14:tracePt t="405825" x="2184400" y="5759450"/>
          <p14:tracePt t="405853" x="2190750" y="5759450"/>
          <p14:tracePt t="405874" x="2197100" y="5759450"/>
          <p14:tracePt t="405889" x="2203450" y="5759450"/>
          <p14:tracePt t="405910" x="2209800" y="5759450"/>
          <p14:tracePt t="405924" x="2209800" y="5753100"/>
          <p14:tracePt t="405938" x="2216150" y="5753100"/>
          <p14:tracePt t="405944" x="2222500" y="5753100"/>
          <p14:tracePt t="405959" x="2228850" y="5753100"/>
          <p14:tracePt t="405967" x="2241550" y="5753100"/>
          <p14:tracePt t="405982" x="2254250" y="5753100"/>
          <p14:tracePt t="406000" x="2298700" y="5753100"/>
          <p14:tracePt t="406016" x="2368550" y="5753100"/>
          <p14:tracePt t="406033" x="2406650" y="5759450"/>
          <p14:tracePt t="406050" x="2514600" y="5759450"/>
          <p14:tracePt t="406066" x="2616200" y="5753100"/>
          <p14:tracePt t="406082" x="2673350" y="5746750"/>
          <p14:tracePt t="406099" x="2749550" y="5746750"/>
          <p14:tracePt t="406115" x="2781300" y="5740400"/>
          <p14:tracePt t="406132" x="2819400" y="5740400"/>
          <p14:tracePt t="406149" x="2844800" y="5734050"/>
          <p14:tracePt t="406166" x="2851150" y="5734050"/>
          <p14:tracePt t="406182" x="2857500" y="5734050"/>
          <p14:tracePt t="406275" x="2851150" y="5734050"/>
          <p14:tracePt t="406295" x="2844800" y="5734050"/>
          <p14:tracePt t="406310" x="2838450" y="5734050"/>
          <p14:tracePt t="406330" x="2825750" y="5734050"/>
          <p14:tracePt t="406358" x="2819400" y="5734050"/>
          <p14:tracePt t="406366" x="2813050" y="5734050"/>
          <p14:tracePt t="406379" x="2806700" y="5734050"/>
          <p14:tracePt t="406387" x="2794000" y="5734050"/>
          <p14:tracePt t="406402" x="2781300" y="5740400"/>
          <p14:tracePt t="406415" x="2743200" y="5740400"/>
          <p14:tracePt t="406431" x="2705100" y="5746750"/>
          <p14:tracePt t="406448" x="2660650" y="5746750"/>
          <p14:tracePt t="406464" x="2571750" y="5753100"/>
          <p14:tracePt t="406481" x="2451100" y="5765800"/>
          <p14:tracePt t="406498" x="2387600" y="5772150"/>
          <p14:tracePt t="406514" x="2279650" y="5778500"/>
          <p14:tracePt t="406531" x="2216150" y="5791200"/>
          <p14:tracePt t="406548" x="2171700" y="5797550"/>
          <p14:tracePt t="406564" x="2152650" y="5797550"/>
          <p14:tracePt t="406581" x="2133600" y="5797550"/>
          <p14:tracePt t="406597" x="2127250" y="5797550"/>
          <p14:tracePt t="406614" x="2120900" y="5797550"/>
          <p14:tracePt t="406630" x="2114550" y="5797550"/>
          <p14:tracePt t="406668" x="2108200" y="5797550"/>
          <p14:tracePt t="406696" x="2101850" y="5797550"/>
          <p14:tracePt t="406759" x="2101850" y="5803900"/>
          <p14:tracePt t="406857" x="2095500" y="5803900"/>
          <p14:tracePt t="406899" x="2089150" y="5803900"/>
          <p14:tracePt t="406927" x="2089150" y="5810250"/>
          <p14:tracePt t="406977" x="2089150" y="5816600"/>
          <p14:tracePt t="406991" x="2089150" y="5822950"/>
          <p14:tracePt t="406999" x="2095500" y="5822950"/>
          <p14:tracePt t="407013" x="2095500" y="5829300"/>
          <p14:tracePt t="407327" x="2082800" y="5822950"/>
          <p14:tracePt t="407341" x="2051050" y="5816600"/>
          <p14:tracePt t="407348" x="2025650" y="5797550"/>
          <p14:tracePt t="407364" x="1993900" y="5791200"/>
          <p14:tracePt t="407378" x="1949450" y="5772150"/>
          <p14:tracePt t="407395" x="1841500" y="5746750"/>
          <p14:tracePt t="407411" x="1727200" y="5746750"/>
          <p14:tracePt t="407428" x="1663700" y="5740400"/>
          <p14:tracePt t="407444" x="1555750" y="5740400"/>
          <p14:tracePt t="407461" x="1485900" y="5740400"/>
          <p14:tracePt t="407477" x="1460500" y="5740400"/>
          <p14:tracePt t="407495" x="1428750" y="5746750"/>
          <p14:tracePt t="407510" x="1390650" y="5759450"/>
          <p14:tracePt t="407527" x="1377950" y="5765800"/>
          <p14:tracePt t="407545" x="1339850" y="5772150"/>
          <p14:tracePt t="407560" x="1276350" y="5803900"/>
          <p14:tracePt t="407577" x="1244600" y="5810250"/>
          <p14:tracePt t="407594" x="1181100" y="5816600"/>
          <p14:tracePt t="407610" x="1155700" y="5835650"/>
          <p14:tracePt t="407627" x="1117600" y="5842000"/>
          <p14:tracePt t="407644" x="1085850" y="5848350"/>
          <p14:tracePt t="407660" x="1073150" y="5848350"/>
          <p14:tracePt t="407677" x="1060450" y="5848350"/>
          <p14:tracePt t="407693" x="1054100" y="5848350"/>
          <p14:tracePt t="407710" x="1047750" y="5848350"/>
          <p14:tracePt t="407743" x="1041400" y="5848350"/>
          <p14:tracePt t="407923" x="1041400" y="5842000"/>
          <p14:tracePt t="407972" x="1047750" y="5842000"/>
          <p14:tracePt t="408015" x="1054100" y="5842000"/>
          <p14:tracePt t="408042" x="1060450" y="5835650"/>
          <p14:tracePt t="408050" x="1066800" y="5835650"/>
          <p14:tracePt t="408071" x="1073150" y="5835650"/>
          <p14:tracePt t="408093" x="1079500" y="5835650"/>
          <p14:tracePt t="408106" x="1098550" y="5835650"/>
          <p14:tracePt t="408112" x="1111250" y="5829300"/>
          <p14:tracePt t="408125" x="1143000" y="5829300"/>
          <p14:tracePt t="408142" x="1219200" y="5829300"/>
          <p14:tracePt t="408158" x="1282700" y="5829300"/>
          <p14:tracePt t="408175" x="1358900" y="5829300"/>
          <p14:tracePt t="408191" x="1600200" y="5829300"/>
          <p14:tracePt t="408208" x="1676400" y="5829300"/>
          <p14:tracePt t="408225" x="1816100" y="5835650"/>
          <p14:tracePt t="408241" x="1873250" y="5842000"/>
          <p14:tracePt t="408258" x="1936750" y="5842000"/>
          <p14:tracePt t="408275" x="1987550" y="5848350"/>
          <p14:tracePt t="408291" x="2000250" y="5848350"/>
          <p14:tracePt t="408308" x="2019300" y="5848350"/>
          <p14:tracePt t="408311" x="2025650" y="5848350"/>
          <p14:tracePt t="408352" x="2038350" y="5848350"/>
          <p14:tracePt t="408380" x="2044700" y="5842000"/>
          <p14:tracePt t="408422" x="2051050" y="5842000"/>
          <p14:tracePt t="408485" x="2051050" y="5835650"/>
          <p14:tracePt t="408527" x="2063750" y="5829300"/>
          <p14:tracePt t="408542" x="2070100" y="5829300"/>
          <p14:tracePt t="408555" x="2076450" y="5822950"/>
          <p14:tracePt t="408562" x="2082800" y="5822950"/>
          <p14:tracePt t="408577" x="2089150" y="5816600"/>
          <p14:tracePt t="408590" x="2095500" y="5816600"/>
          <p14:tracePt t="408607" x="2133600" y="5803900"/>
          <p14:tracePt t="408624" x="2146300" y="5797550"/>
          <p14:tracePt t="408640" x="2228850" y="5772150"/>
          <p14:tracePt t="408657" x="2343150" y="5734050"/>
          <p14:tracePt t="408674" x="2393950" y="5715000"/>
          <p14:tracePt t="408689" x="2527300" y="5676900"/>
          <p14:tracePt t="408707" x="2635250" y="5651500"/>
          <p14:tracePt t="408724" x="2717800" y="5638800"/>
          <p14:tracePt t="408740" x="2749550" y="5626100"/>
          <p14:tracePt t="408756" x="2774950" y="5613400"/>
          <p14:tracePt t="408773" x="2787650" y="5607050"/>
          <p14:tracePt t="408806" x="2806700" y="5626100"/>
          <p14:tracePt t="408823" x="2806700" y="5638800"/>
          <p14:tracePt t="410015" x="2857500" y="5626100"/>
          <p14:tracePt t="410029" x="2933700" y="5619750"/>
          <p14:tracePt t="410038" x="3035300" y="5607050"/>
          <p14:tracePt t="410052" x="3143250" y="5600700"/>
          <p14:tracePt t="410068" x="3257550" y="5588000"/>
          <p14:tracePt t="410086" x="3632200" y="5588000"/>
          <p14:tracePt t="410102" x="3771900" y="5588000"/>
          <p14:tracePt t="410118" x="3911600" y="5600700"/>
          <p14:tracePt t="410135" x="4159250" y="5645150"/>
          <p14:tracePt t="410152" x="4445000" y="5689600"/>
          <p14:tracePt t="410168" x="4622800" y="5727700"/>
          <p14:tracePt t="410185" x="4819650" y="5791200"/>
          <p14:tracePt t="410202" x="4946650" y="5854700"/>
          <p14:tracePt t="410219" x="5016500" y="5892800"/>
          <p14:tracePt t="410234" x="5041900" y="5905500"/>
          <p14:tracePt t="410251" x="5067300" y="5911850"/>
          <p14:tracePt t="410268" x="5073650" y="5911850"/>
          <p14:tracePt t="410367" x="5073650" y="5905500"/>
          <p14:tracePt t="410388" x="5073650" y="5899150"/>
          <p14:tracePt t="410458" x="5080000" y="5899150"/>
          <p14:tracePt t="410479" x="5092700" y="5899150"/>
          <p14:tracePt t="410499" x="5099050" y="5899150"/>
          <p14:tracePt t="410521" x="5105400" y="5899150"/>
          <p14:tracePt t="410528" x="5111750" y="5892800"/>
          <p14:tracePt t="410542" x="5118100" y="5892800"/>
          <p14:tracePt t="410550" x="5137150" y="5886450"/>
          <p14:tracePt t="410567" x="5156200" y="5873750"/>
          <p14:tracePt t="410584" x="5226050" y="5861050"/>
          <p14:tracePt t="410600" x="5391150" y="5842000"/>
          <p14:tracePt t="410617" x="5505450" y="5829300"/>
          <p14:tracePt t="410634" x="5829300" y="5810250"/>
          <p14:tracePt t="410650" x="6254750" y="5816600"/>
          <p14:tracePt t="410667" x="6515100" y="5816600"/>
          <p14:tracePt t="410683" x="6946900" y="5854700"/>
          <p14:tracePt t="410700" x="7143750" y="5880100"/>
          <p14:tracePt t="410717" x="7429500" y="5892800"/>
          <p14:tracePt t="410732" x="7613650" y="5892800"/>
          <p14:tracePt t="410749" x="7670800" y="5892800"/>
          <p14:tracePt t="410766" x="7721600" y="5867400"/>
          <p14:tracePt t="410783" x="7734300" y="5854700"/>
          <p14:tracePt t="410799" x="7734300" y="5848350"/>
          <p14:tracePt t="410832" x="7734300" y="5842000"/>
          <p14:tracePt t="410852" x="7727950" y="5842000"/>
          <p14:tracePt t="410866" x="7727950" y="5835650"/>
          <p14:tracePt t="410893" x="7727950" y="5829300"/>
          <p14:tracePt t="410928" x="7727950" y="5822950"/>
          <p14:tracePt t="410942" x="7727950" y="5816600"/>
          <p14:tracePt t="410952" x="7727950" y="5810250"/>
          <p14:tracePt t="410970" x="7734300" y="5803900"/>
          <p14:tracePt t="410986" x="7740650" y="5803900"/>
          <p14:tracePt t="410998" x="7753350" y="5797550"/>
          <p14:tracePt t="411032" x="7759700" y="5791200"/>
          <p14:tracePt t="411050" x="7785100" y="5784850"/>
          <p14:tracePt t="411065" x="7823200" y="5759450"/>
          <p14:tracePt t="411083" x="7861300" y="5734050"/>
          <p14:tracePt t="411098" x="7874000" y="5721350"/>
          <p14:tracePt t="411115" x="7893050" y="5702300"/>
          <p14:tracePt t="411132" x="7905750" y="5702300"/>
          <p14:tracePt t="411164" x="7899400" y="5702300"/>
          <p14:tracePt t="411195" x="7893050" y="5702300"/>
          <p14:tracePt t="411202" x="7886700" y="5702300"/>
          <p14:tracePt t="411214" x="7880350" y="5702300"/>
          <p14:tracePt t="411232" x="7874000" y="5702300"/>
          <p14:tracePt t="411247" x="7867650" y="5702300"/>
          <p14:tracePt t="411265" x="7861300" y="5708650"/>
          <p14:tracePt t="411281" x="7854950" y="5708650"/>
          <p14:tracePt t="411297" x="7848600" y="5715000"/>
          <p14:tracePt t="411315" x="7835900" y="5715000"/>
          <p14:tracePt t="411406" x="7835900" y="5721350"/>
          <p14:tracePt t="411412" x="7848600" y="5721350"/>
          <p14:tracePt t="411434" x="7861300" y="5721350"/>
          <p14:tracePt t="411441" x="7867650" y="5715000"/>
          <p14:tracePt t="411455" x="7874000" y="5715000"/>
          <p14:tracePt t="411463" x="7899400" y="5708650"/>
          <p14:tracePt t="411480" x="7912100" y="5702300"/>
          <p14:tracePt t="411497" x="7943850" y="5689600"/>
          <p14:tracePt t="411513" x="7962900" y="5676900"/>
          <p14:tracePt t="411531" x="7969250" y="5676900"/>
          <p14:tracePt t="411563" x="7962900" y="5676900"/>
          <p14:tracePt t="411581" x="7943850" y="5676900"/>
          <p14:tracePt t="411596" x="7937500" y="5676900"/>
          <p14:tracePt t="411630" x="7918450" y="5670550"/>
          <p14:tracePt t="411646" x="7912100" y="5670550"/>
          <p14:tracePt t="411663" x="7912100" y="5664200"/>
          <p14:tracePt t="411696" x="7905750" y="5657850"/>
          <p14:tracePt t="411729" x="7912100" y="5651500"/>
          <p14:tracePt t="411746" x="7924800" y="5638800"/>
          <p14:tracePt t="411763" x="7956550" y="5613400"/>
          <p14:tracePt t="411779" x="7975600" y="5600700"/>
          <p14:tracePt t="411796" x="8020050" y="5562600"/>
          <p14:tracePt t="411813" x="8058150" y="5524500"/>
          <p14:tracePt t="411829" x="8070850" y="5511800"/>
          <p14:tracePt t="411833" x="8083550" y="5505450"/>
          <p14:tracePt t="411846" x="8089900" y="5492750"/>
          <p14:tracePt t="411864" x="8096250" y="5492750"/>
          <p14:tracePt t="411879" x="8102600" y="5499100"/>
          <p14:tracePt t="419316" x="8020050" y="5499100"/>
          <p14:tracePt t="419329" x="7880350" y="5492750"/>
          <p14:tracePt t="419339" x="7740650" y="5480050"/>
          <p14:tracePt t="419353" x="7562850" y="5461000"/>
          <p14:tracePt t="419371" x="6959600" y="5365750"/>
          <p14:tracePt t="419386" x="6356350" y="5251450"/>
          <p14:tracePt t="419402" x="6032500" y="5200650"/>
          <p14:tracePt t="419421" x="5511800" y="5111750"/>
          <p14:tracePt t="419436" x="5238750" y="5086350"/>
          <p14:tracePt t="419453" x="4743450" y="5010150"/>
          <p14:tracePt t="419471" x="4286250" y="4965700"/>
          <p14:tracePt t="419486" x="4025900" y="4965700"/>
          <p14:tracePt t="419503" x="3670300" y="4946650"/>
          <p14:tracePt t="419519" x="3295650" y="4953000"/>
          <p14:tracePt t="419535" x="3143250" y="4953000"/>
          <p14:tracePt t="419553" x="2927350" y="4972050"/>
          <p14:tracePt t="419569" x="2768600" y="5010150"/>
          <p14:tracePt t="419586" x="2698750" y="5016500"/>
          <p14:tracePt t="419603" x="2578100" y="5048250"/>
          <p14:tracePt t="419619" x="2470150" y="5073650"/>
          <p14:tracePt t="419635" x="2432050" y="5092700"/>
          <p14:tracePt t="419652" x="2368550" y="5099050"/>
          <p14:tracePt t="419669" x="2311400" y="5105400"/>
          <p14:tracePt t="419686" x="2292350" y="5111750"/>
          <p14:tracePt t="419702" x="2260600" y="5111750"/>
          <p14:tracePt t="419718" x="2241550" y="5118100"/>
          <p14:tracePt t="419736" x="2203450" y="5124450"/>
          <p14:tracePt t="419752" x="2165350" y="5137150"/>
          <p14:tracePt t="419768" x="2133600" y="5137150"/>
          <p14:tracePt t="419785" x="2089150" y="5143500"/>
          <p14:tracePt t="419802" x="1993900" y="5156200"/>
          <p14:tracePt t="419819" x="1962150" y="5168900"/>
          <p14:tracePt t="419835" x="1879600" y="5181600"/>
          <p14:tracePt t="419851" x="1771650" y="5232400"/>
          <p14:tracePt t="419868" x="1701800" y="5257800"/>
          <p14:tracePt t="419871" x="1619250" y="5276850"/>
          <p14:tracePt t="419885" x="1530350" y="5327650"/>
          <p14:tracePt t="419902" x="1352550" y="5435600"/>
          <p14:tracePt t="419919" x="1162050" y="5562600"/>
          <p14:tracePt t="419934" x="1079500" y="5613400"/>
          <p14:tracePt t="419951" x="952500" y="5708650"/>
          <p14:tracePt t="419968" x="863600" y="5753100"/>
          <p14:tracePt t="419984" x="844550" y="5759450"/>
          <p14:tracePt t="420001" x="825500" y="5765800"/>
          <p14:tracePt t="420018" x="812800" y="5772150"/>
          <p14:tracePt t="420080" x="806450" y="5772150"/>
          <p14:tracePt t="420136" x="806450" y="5765800"/>
          <p14:tracePt t="420179" x="812800" y="5765800"/>
          <p14:tracePt t="420199" x="819150" y="5765800"/>
          <p14:tracePt t="420206" x="825500" y="5765800"/>
          <p14:tracePt t="420228" x="831850" y="5765800"/>
          <p14:tracePt t="420242" x="838200" y="5765800"/>
          <p14:tracePt t="420250" x="844550" y="5765800"/>
          <p14:tracePt t="420270" x="850900" y="5765800"/>
          <p14:tracePt t="420284" x="857250" y="5765800"/>
          <p14:tracePt t="420300" x="876300" y="5765800"/>
          <p14:tracePt t="420316" x="882650" y="5765800"/>
          <p14:tracePt t="420334" x="914400" y="5759450"/>
          <p14:tracePt t="420350" x="933450" y="5759450"/>
          <p14:tracePt t="420366" x="1003300" y="5746750"/>
          <p14:tracePt t="420370" x="1041400" y="5734050"/>
          <p14:tracePt t="420383" x="1098550" y="5727700"/>
          <p14:tracePt t="420399" x="1149350" y="5721350"/>
          <p14:tracePt t="420417" x="1295400" y="5702300"/>
          <p14:tracePt t="420433" x="1416050" y="5683250"/>
          <p14:tracePt t="420449" x="1466850" y="5683250"/>
          <p14:tracePt t="420466" x="1562100" y="5664200"/>
          <p14:tracePt t="420482" x="1619250" y="5664200"/>
          <p14:tracePt t="420499" x="1644650" y="5664200"/>
          <p14:tracePt t="420516" x="1695450" y="5657850"/>
          <p14:tracePt t="420532" x="1746250" y="5651500"/>
          <p14:tracePt t="420549" x="1765300" y="5645150"/>
          <p14:tracePt t="420565" x="1816100" y="5645150"/>
          <p14:tracePt t="420582" x="1854200" y="5645150"/>
          <p14:tracePt t="420599" x="1879600" y="5645150"/>
          <p14:tracePt t="420615" x="1892300" y="5645150"/>
          <p14:tracePt t="420632" x="1898650" y="5645150"/>
          <p14:tracePt t="420649" x="1905000" y="5645150"/>
          <p14:tracePt t="420691" x="1911350" y="5645150"/>
          <p14:tracePt t="420775" x="1911350" y="5651500"/>
          <p14:tracePt t="420803" x="1917700" y="5651500"/>
          <p14:tracePt t="420810" x="1924050" y="5651500"/>
          <p14:tracePt t="420823" x="1936750" y="5651500"/>
          <p14:tracePt t="420834" x="1949450" y="5651500"/>
          <p14:tracePt t="420848" x="1968500" y="5664200"/>
          <p14:tracePt t="420865" x="2051050" y="5670550"/>
          <p14:tracePt t="420881" x="2209800" y="5695950"/>
          <p14:tracePt t="420898" x="2311400" y="5708650"/>
          <p14:tracePt t="420915" x="2489200" y="5740400"/>
          <p14:tracePt t="420931" x="2622550" y="5759450"/>
          <p14:tracePt t="420947" x="2673350" y="5759450"/>
          <p14:tracePt t="420965" x="2724150" y="5759450"/>
          <p14:tracePt t="420981" x="2736850" y="5765800"/>
          <p14:tracePt t="420997" x="2743200" y="5765800"/>
          <p14:tracePt t="421042" x="2743200" y="5759450"/>
          <p14:tracePt t="421063" x="2743200" y="5753100"/>
          <p14:tracePt t="421091" x="2730500" y="5746750"/>
          <p14:tracePt t="421112" x="2717800" y="5746750"/>
          <p14:tracePt t="421126" x="2711450" y="5746750"/>
          <p14:tracePt t="421140" x="2705100" y="5746750"/>
          <p14:tracePt t="421154" x="2698750" y="5746750"/>
          <p14:tracePt t="421182" x="2692400" y="5746750"/>
          <p14:tracePt t="421197" x="2686050" y="5746750"/>
          <p14:tracePt t="421203" x="2679700" y="5746750"/>
          <p14:tracePt t="421213" x="2673350" y="5746750"/>
          <p14:tracePt t="421230" x="2667000" y="5746750"/>
          <p14:tracePt t="421246" x="2635250" y="5746750"/>
          <p14:tracePt t="421263" x="2616200" y="5746750"/>
          <p14:tracePt t="421280" x="2508250" y="5746750"/>
          <p14:tracePt t="421296" x="2470150" y="5746750"/>
          <p14:tracePt t="421313" x="2432050" y="5746750"/>
          <p14:tracePt t="421330" x="2362200" y="5746750"/>
          <p14:tracePt t="421346" x="2317750" y="5746750"/>
          <p14:tracePt t="421363" x="2298700" y="5746750"/>
          <p14:tracePt t="421367" x="2292350" y="5746750"/>
          <p14:tracePt t="421379" x="2279650" y="5746750"/>
          <p14:tracePt t="421396" x="2266950" y="5746750"/>
          <p14:tracePt t="421414" x="2260600" y="5746750"/>
          <p14:tracePt t="421561" x="2266950" y="5746750"/>
          <p14:tracePt t="421582" x="2273300" y="5746750"/>
          <p14:tracePt t="421597" x="2279650" y="5746750"/>
          <p14:tracePt t="421603" x="2286000" y="5740400"/>
          <p14:tracePt t="421624" x="2298700" y="5740400"/>
          <p14:tracePt t="421632" x="2330450" y="5734050"/>
          <p14:tracePt t="421648" x="2355850" y="5734050"/>
          <p14:tracePt t="421662" x="2406650" y="5727700"/>
          <p14:tracePt t="421678" x="2527300" y="5708650"/>
          <p14:tracePt t="421695" x="2667000" y="5689600"/>
          <p14:tracePt t="421711" x="2736850" y="5683250"/>
          <p14:tracePt t="421729" x="2870200" y="5645150"/>
          <p14:tracePt t="421744" x="2978150" y="5613400"/>
          <p14:tracePt t="421761" x="3016250" y="5613400"/>
          <p14:tracePt t="421779" x="3105150" y="5613400"/>
          <p14:tracePt t="421794" x="3136900" y="5613400"/>
          <p14:tracePt t="423803" x="3105150" y="5613400"/>
          <p14:tracePt t="423810" x="3054350" y="5613400"/>
          <p14:tracePt t="423820" x="3003550" y="5613400"/>
          <p14:tracePt t="423839" x="2921000" y="5613400"/>
          <p14:tracePt t="423854" x="2870200" y="5613400"/>
          <p14:tracePt t="423871" x="2819400" y="5613400"/>
          <p14:tracePt t="423888" x="2660650" y="5626100"/>
          <p14:tracePt t="423904" x="2597150" y="5626100"/>
          <p14:tracePt t="423921" x="2520950" y="5626100"/>
          <p14:tracePt t="423937" x="2381250" y="5626100"/>
          <p14:tracePt t="423954" x="2286000" y="5632450"/>
          <p14:tracePt t="423970" x="2260600" y="5632450"/>
          <p14:tracePt t="423987" x="2209800" y="5638800"/>
          <p14:tracePt t="424004" x="2165350" y="5651500"/>
          <p14:tracePt t="424021" x="2139950" y="5651500"/>
          <p14:tracePt t="424037" x="2057400" y="5670550"/>
          <p14:tracePt t="424054" x="1968500" y="5715000"/>
          <p14:tracePt t="424071" x="1873250" y="5759450"/>
          <p14:tracePt t="424087" x="1828800" y="5791200"/>
          <p14:tracePt t="424103" x="1758950" y="5829300"/>
          <p14:tracePt t="424120" x="1727200" y="5854700"/>
          <p14:tracePt t="424136" x="1708150" y="5861050"/>
          <p14:tracePt t="424154" x="1689100" y="5867400"/>
          <p14:tracePt t="424169" x="1663700" y="5880100"/>
          <p14:tracePt t="424186" x="1657350" y="5886450"/>
          <p14:tracePt t="424204" x="1644650" y="5892800"/>
          <p14:tracePt t="424220" x="1638300" y="5899150"/>
          <p14:tracePt t="424330" x="1644650" y="5899150"/>
          <p14:tracePt t="424351" x="1651000" y="5899150"/>
          <p14:tracePt t="424442" x="1657350" y="5899150"/>
          <p14:tracePt t="424512" x="1663700" y="5899150"/>
          <p14:tracePt t="424554" x="1670050" y="5899150"/>
          <p14:tracePt t="424561" x="1670050" y="5905500"/>
          <p14:tracePt t="424582" x="1676400" y="5905500"/>
          <p14:tracePt t="424589" x="1682750" y="5911850"/>
          <p14:tracePt t="424605" x="1689100" y="5911850"/>
          <p14:tracePt t="424618" x="1701800" y="5918200"/>
          <p14:tracePt t="424635" x="1746250" y="5943600"/>
          <p14:tracePt t="424652" x="1797050" y="5962650"/>
          <p14:tracePt t="424668" x="1816100" y="5988050"/>
          <p14:tracePt t="424685" x="1879600" y="6007100"/>
          <p14:tracePt t="424702" x="1911350" y="6026150"/>
          <p14:tracePt t="424718" x="1924050" y="6045200"/>
          <p14:tracePt t="424734" x="1943100" y="6057900"/>
          <p14:tracePt t="424751" x="1955800" y="6057900"/>
          <p14:tracePt t="424768" x="1962150" y="6057900"/>
          <p14:tracePt t="424785" x="1968500" y="6057900"/>
          <p14:tracePt t="424856" x="1974850" y="6057900"/>
          <p14:tracePt t="424891" x="1981200" y="6057900"/>
          <p14:tracePt t="424905" x="1987550" y="6057900"/>
          <p14:tracePt t="424912" x="2000250" y="6057900"/>
          <p14:tracePt t="424926" x="2006600" y="6057900"/>
          <p14:tracePt t="424934" x="2012950" y="6057900"/>
          <p14:tracePt t="424950" x="2019300" y="6057900"/>
          <p14:tracePt t="424967" x="2070100" y="6057900"/>
          <p14:tracePt t="424984" x="2171700" y="6051550"/>
          <p14:tracePt t="425000" x="2241550" y="6051550"/>
          <p14:tracePt t="425017" x="2355850" y="6051550"/>
          <p14:tracePt t="425033" x="2457450" y="6051550"/>
          <p14:tracePt t="425050" x="2501900" y="6051550"/>
          <p14:tracePt t="425067" x="2559050" y="6051550"/>
          <p14:tracePt t="425083" x="2590800" y="6064250"/>
          <p14:tracePt t="425100" x="2597150" y="6064250"/>
          <p14:tracePt t="425116" x="2616200" y="6064250"/>
          <p14:tracePt t="425256" x="2609850" y="6064250"/>
          <p14:tracePt t="425291" x="2603500" y="6064250"/>
          <p14:tracePt t="425312" x="2597150" y="6064250"/>
          <p14:tracePt t="425334" x="2590800" y="6064250"/>
          <p14:tracePt t="425354" x="2584450" y="6064250"/>
          <p14:tracePt t="425361" x="2571750" y="6064250"/>
          <p14:tracePt t="425375" x="2559050" y="6070600"/>
          <p14:tracePt t="425385" x="2540000" y="6070600"/>
          <p14:tracePt t="425399" x="2495550" y="6076950"/>
          <p14:tracePt t="425415" x="2457450" y="6076950"/>
          <p14:tracePt t="425432" x="2311400" y="6102350"/>
          <p14:tracePt t="425449" x="2247900" y="6102350"/>
          <p14:tracePt t="425467" x="2152650" y="6121400"/>
          <p14:tracePt t="425482" x="2108200" y="6127750"/>
          <p14:tracePt t="425498" x="2051050" y="6134100"/>
          <p14:tracePt t="425516" x="2019300" y="6134100"/>
          <p14:tracePt t="425532" x="1993900" y="6140450"/>
          <p14:tracePt t="425549" x="1987550" y="6140450"/>
          <p14:tracePt t="425566" x="1981200" y="6140450"/>
          <p14:tracePt t="425733" x="1968500" y="6134100"/>
          <p14:tracePt t="425747" x="1962150" y="6134100"/>
          <p14:tracePt t="425754" x="1949450" y="6134100"/>
          <p14:tracePt t="425768" x="1936750" y="6134100"/>
          <p14:tracePt t="425781" x="1917700" y="6127750"/>
          <p14:tracePt t="425797" x="1860550" y="6121400"/>
          <p14:tracePt t="425814" x="1809750" y="6115050"/>
          <p14:tracePt t="425831" x="1682750" y="6115050"/>
          <p14:tracePt t="425847" x="1536700" y="6115050"/>
          <p14:tracePt t="425864" x="1473200" y="6115050"/>
          <p14:tracePt t="425881" x="1358900" y="6115050"/>
          <p14:tracePt t="425897" x="1289050" y="6115050"/>
          <p14:tracePt t="425914" x="1263650" y="6115050"/>
          <p14:tracePt t="425917" x="1250950" y="6115050"/>
          <p14:tracePt t="425930" x="1238250" y="6115050"/>
          <p14:tracePt t="425947" x="1219200" y="6115050"/>
          <p14:tracePt t="425965" x="1212850" y="6115050"/>
          <p14:tracePt t="426316" x="1212850" y="6108700"/>
          <p14:tracePt t="426330" x="1219200" y="6108700"/>
          <p14:tracePt t="426336" x="1231900" y="6102350"/>
          <p14:tracePt t="426345" x="1250950" y="6102350"/>
          <p14:tracePt t="426362" x="1289050" y="6089650"/>
          <p14:tracePt t="426379" x="1390650" y="6032500"/>
          <p14:tracePt t="426395" x="1473200" y="6000750"/>
          <p14:tracePt t="426412" x="1612900" y="5905500"/>
          <p14:tracePt t="426429" x="1739900" y="5816600"/>
          <p14:tracePt t="426446" x="1784350" y="5759450"/>
          <p14:tracePt t="426463" x="1854200" y="5689600"/>
          <p14:tracePt t="426478" x="1873250" y="5581650"/>
          <p14:tracePt t="426495" x="1873250" y="5518150"/>
          <p14:tracePt t="426512" x="1822450" y="5378450"/>
          <p14:tracePt t="426528" x="1771650" y="5232400"/>
          <p14:tracePt t="426545" x="1746250" y="5162550"/>
          <p14:tracePt t="426562" x="1689100" y="5067300"/>
          <p14:tracePt t="426578" x="1638300" y="4978400"/>
          <p14:tracePt t="426595" x="1606550" y="4933950"/>
          <p14:tracePt t="426612" x="1536700" y="4826000"/>
          <p14:tracePt t="426628" x="1473200" y="4762500"/>
          <p14:tracePt t="426646" x="1428750" y="4724400"/>
          <p14:tracePt t="426661" x="1416050" y="4711700"/>
          <p14:tracePt t="426678" x="1409700" y="4705350"/>
          <p14:tracePt t="426695" x="1397000" y="4699000"/>
          <p14:tracePt t="426728" x="1390650" y="4699000"/>
          <p14:tracePt t="426765" x="1390650" y="4705350"/>
          <p14:tracePt t="426898" x="1390650" y="4711700"/>
          <p14:tracePt t="426926" x="1397000" y="4711700"/>
          <p14:tracePt t="426947" x="1403350" y="4711700"/>
          <p14:tracePt t="426968" x="1409700" y="4711700"/>
          <p14:tracePt t="426975" x="1416050" y="4711700"/>
          <p14:tracePt t="427018" x="1422400" y="4711700"/>
          <p14:tracePt t="427045" x="1428750" y="4711700"/>
          <p14:tracePt t="427088" x="1435100" y="4711700"/>
          <p14:tracePt t="427109" x="1441450" y="4711700"/>
          <p14:tracePt t="427115" x="1447800" y="4711700"/>
          <p14:tracePt t="427130" x="1454150" y="4711700"/>
          <p14:tracePt t="427228" x="1460500" y="4711700"/>
          <p14:tracePt t="427628" x="1454150" y="4711700"/>
          <p14:tracePt t="427649" x="1447800" y="4711700"/>
          <p14:tracePt t="427670" x="1441450" y="4711700"/>
          <p14:tracePt t="427719" x="1435100" y="4711700"/>
          <p14:tracePt t="427733" x="1428750" y="4711700"/>
          <p14:tracePt t="427747" x="1422400" y="4711700"/>
          <p14:tracePt t="427762" x="1409700" y="4711700"/>
          <p14:tracePt t="427774" x="1397000" y="4711700"/>
          <p14:tracePt t="427790" x="1327150" y="4711700"/>
          <p14:tracePt t="427807" x="1289050" y="4711700"/>
          <p14:tracePt t="427824" x="1174750" y="4711700"/>
          <p14:tracePt t="427840" x="1060450" y="4711700"/>
          <p14:tracePt t="427857" x="1003300" y="4711700"/>
          <p14:tracePt t="427874" x="889000" y="4711700"/>
          <p14:tracePt t="427890" x="812800" y="4718050"/>
          <p14:tracePt t="427907" x="781050" y="4718050"/>
          <p14:tracePt t="427923" x="749300" y="4718050"/>
          <p14:tracePt t="427940" x="736600" y="4724400"/>
          <p14:tracePt t="427957" x="723900" y="4724400"/>
          <p14:tracePt t="428000" x="723900" y="4730750"/>
          <p14:tracePt t="428260" x="717550" y="4730750"/>
          <p14:tracePt t="428281" x="711200" y="4730750"/>
          <p14:tracePt t="428288" x="704850" y="4730750"/>
          <p14:tracePt t="428309" x="692150" y="4730750"/>
          <p14:tracePt t="428330" x="679450" y="4730750"/>
          <p14:tracePt t="428344" x="666750" y="4730750"/>
          <p14:tracePt t="428351" x="654050" y="4730750"/>
          <p14:tracePt t="428358" x="641350" y="4730750"/>
          <p14:tracePt t="428373" x="622300" y="4730750"/>
          <p14:tracePt t="428388" x="603250" y="4730750"/>
          <p14:tracePt t="428405" x="558800" y="4730750"/>
          <p14:tracePt t="428422" x="520700" y="4730750"/>
          <p14:tracePt t="428438" x="501650" y="4730750"/>
          <p14:tracePt t="428456" x="457200" y="4730750"/>
          <p14:tracePt t="428472" x="431800" y="4737100"/>
          <p14:tracePt t="428488" x="425450" y="4737100"/>
          <p14:tracePt t="428505" x="419100" y="4743450"/>
          <p14:tracePt t="428521" x="412750" y="4743450"/>
          <p14:tracePt t="428557" x="412750" y="4749800"/>
          <p14:tracePt t="428771" x="400050" y="4749800"/>
          <p14:tracePt t="428786" x="393700" y="4749800"/>
          <p14:tracePt t="428793" x="387350" y="4749800"/>
          <p14:tracePt t="428803" x="381000" y="4749800"/>
          <p14:tracePt t="428823" x="374650" y="4749800"/>
          <p14:tracePt t="428837" x="361950" y="4749800"/>
          <p14:tracePt t="428854" x="349250" y="4749800"/>
          <p14:tracePt t="428871" x="298450" y="4749800"/>
          <p14:tracePt t="428887" x="273050" y="4749800"/>
          <p14:tracePt t="428903" x="254000" y="4749800"/>
          <p14:tracePt t="428920" x="222250" y="4743450"/>
          <p14:tracePt t="428937" x="196850" y="4737100"/>
          <p14:tracePt t="428954" x="171450" y="4730750"/>
          <p14:tracePt t="428970" x="171450" y="4724400"/>
          <p14:tracePt t="428987" x="158750" y="4724400"/>
          <p14:tracePt t="429004" x="152400" y="4724400"/>
          <p14:tracePt t="429474" x="158750" y="4724400"/>
          <p14:tracePt t="429503" x="165100" y="4724400"/>
          <p14:tracePt t="429537" x="171450" y="4724400"/>
          <p14:tracePt t="429587" x="177800" y="4724400"/>
          <p14:tracePt t="429593" x="184150" y="4724400"/>
          <p14:tracePt t="429635" x="184150" y="4718050"/>
          <p14:tracePt t="429663" x="190500" y="4718050"/>
          <p14:tracePt t="429727" x="196850" y="4711700"/>
          <p14:tracePt t="429748" x="203200" y="4711700"/>
          <p14:tracePt t="429783" x="209550" y="4711700"/>
          <p14:tracePt t="429818" x="215900" y="4711700"/>
          <p14:tracePt t="429846" x="222250" y="4711700"/>
          <p14:tracePt t="429868" x="234950" y="4711700"/>
          <p14:tracePt t="429874" x="247650" y="4711700"/>
          <p14:tracePt t="429888" x="279400" y="4718050"/>
          <p14:tracePt t="429900" x="317500" y="4724400"/>
          <p14:tracePt t="429917" x="476250" y="4775200"/>
          <p14:tracePt t="429934" x="609600" y="4819650"/>
          <p14:tracePt t="429951" x="958850" y="4946650"/>
          <p14:tracePt t="429966" x="1416050" y="5124450"/>
          <p14:tracePt t="429983" x="1657350" y="5213350"/>
          <p14:tracePt t="430000" x="2044700" y="5378450"/>
          <p14:tracePt t="430016" x="2311400" y="5486400"/>
          <p14:tracePt t="430033" x="2419350" y="5537200"/>
          <p14:tracePt t="430050" x="2565400" y="5607050"/>
          <p14:tracePt t="430066" x="2679700" y="5657850"/>
          <p14:tracePt t="430083" x="2711450" y="5676900"/>
          <p14:tracePt t="430099" x="2774950" y="5708650"/>
          <p14:tracePt t="430116" x="2800350" y="5721350"/>
          <p14:tracePt t="430134" x="2844800" y="5734050"/>
          <p14:tracePt t="430149" x="2857500" y="5734050"/>
          <p14:tracePt t="430166" x="2863850" y="5734050"/>
          <p14:tracePt t="430183" x="2882900" y="5734050"/>
          <p14:tracePt t="430199" x="2908300" y="5746750"/>
          <p14:tracePt t="430216" x="2921000" y="5746750"/>
          <p14:tracePt t="430232" x="2946400" y="5753100"/>
          <p14:tracePt t="430249" x="2984500" y="5759450"/>
          <p14:tracePt t="430265" x="2997200" y="5765800"/>
          <p14:tracePt t="430282" x="3028950" y="5778500"/>
          <p14:tracePt t="430298" x="3048000" y="5784850"/>
          <p14:tracePt t="430316" x="3060700" y="5791200"/>
          <p14:tracePt t="430331" x="3067050" y="5791200"/>
          <p14:tracePt t="430348" x="3073400" y="5791200"/>
          <p14:tracePt t="430381" x="3079750" y="5797550"/>
          <p14:tracePt t="430428" x="3079750" y="5803900"/>
          <p14:tracePt t="430520" x="3079750" y="5816600"/>
          <p14:tracePt t="430541" x="3073400" y="5829300"/>
          <p14:tracePt t="430549" x="3073400" y="5835650"/>
          <p14:tracePt t="430554" x="3067050" y="5848350"/>
          <p14:tracePt t="430569" x="3060700" y="5861050"/>
          <p14:tracePt t="430581" x="3054350" y="5880100"/>
          <p14:tracePt t="430598" x="3041650" y="5949950"/>
          <p14:tracePt t="430614" x="3022600" y="5994400"/>
          <p14:tracePt t="430631" x="2984500" y="6083300"/>
          <p14:tracePt t="430647" x="2971800" y="6153150"/>
          <p14:tracePt t="430664" x="2952750" y="6184900"/>
          <p14:tracePt t="430681" x="2946400" y="6223000"/>
          <p14:tracePt t="430697" x="2940050" y="6242050"/>
          <p14:tracePt t="430714" x="2940050" y="6248400"/>
          <p14:tracePt t="430765" x="2940050" y="6242050"/>
          <p14:tracePt t="430779" x="2940050" y="6229350"/>
          <p14:tracePt t="430786" x="2946400" y="6223000"/>
          <p14:tracePt t="430801" x="2952750" y="6223000"/>
          <p14:tracePt t="430814" x="2959100" y="6216650"/>
          <p14:tracePt t="430830" x="2959100" y="6191250"/>
          <p14:tracePt t="430847" x="2965450" y="6178550"/>
          <p14:tracePt t="430863" x="2971800" y="6127750"/>
          <p14:tracePt t="430880" x="2984500" y="6057900"/>
          <p14:tracePt t="430897" x="2984500" y="6007100"/>
          <p14:tracePt t="430913" x="2997200" y="5886450"/>
          <p14:tracePt t="430930" x="3003550" y="5772150"/>
          <p14:tracePt t="430946" x="3003550" y="5721350"/>
          <p14:tracePt t="430963" x="3003550" y="5670550"/>
          <p14:tracePt t="430980" x="3009900" y="5638800"/>
          <p14:tracePt t="430997" x="3009900" y="5626100"/>
          <p14:tracePt t="431013" x="3009900" y="5619750"/>
          <p14:tracePt t="431029" x="3009900" y="5613400"/>
          <p14:tracePt t="431088" x="3003550" y="5619750"/>
          <p14:tracePt t="431109" x="2997200" y="5626100"/>
          <p14:tracePt t="431116" x="2990850" y="5632450"/>
          <p14:tracePt t="431132" x="2990850" y="5638800"/>
          <p14:tracePt t="431145" x="2990850" y="5645150"/>
          <p14:tracePt t="431162" x="2984500" y="5651500"/>
          <p14:tracePt t="431180" x="2978150" y="5664200"/>
          <p14:tracePt t="431212" x="2959100" y="5689600"/>
          <p14:tracePt t="431229" x="2940050" y="5734050"/>
          <p14:tracePt t="431245" x="2927350" y="5759450"/>
          <p14:tracePt t="431262" x="2876550" y="5829300"/>
          <p14:tracePt t="431278" x="2832100" y="5905500"/>
          <p14:tracePt t="431295" x="2806700" y="5937250"/>
          <p14:tracePt t="431313" x="2755900" y="6026150"/>
          <p14:tracePt t="431328" x="2711450" y="6115050"/>
          <p14:tracePt t="431345" x="2686050" y="6159500"/>
          <p14:tracePt t="431362" x="2641600" y="6261100"/>
          <p14:tracePt t="431378" x="2622550" y="6286500"/>
          <p14:tracePt t="431395" x="2609850" y="6337300"/>
          <p14:tracePt t="431412" x="2603500" y="6356350"/>
          <p14:tracePt t="431428" x="2597150" y="6362700"/>
          <p14:tracePt t="431531" x="2597150" y="6356350"/>
          <p14:tracePt t="431538" x="2603500" y="6350000"/>
          <p14:tracePt t="431552" x="2603500" y="6343650"/>
          <p14:tracePt t="431601" x="2603500" y="6337300"/>
          <p14:tracePt t="431629" x="2609850" y="6330950"/>
          <p14:tracePt t="431650" x="2609850" y="6324600"/>
          <p14:tracePt t="431664" x="2609850" y="6318250"/>
          <p14:tracePt t="431679" x="2609850" y="6311900"/>
          <p14:tracePt t="431699" x="2609850" y="6305550"/>
          <p14:tracePt t="431713" x="2603500" y="6292850"/>
          <p14:tracePt t="431720" x="2590800" y="6280150"/>
          <p14:tracePt t="431734" x="2571750" y="6248400"/>
          <p14:tracePt t="431743" x="2540000" y="6210300"/>
          <p14:tracePt t="431760" x="2495550" y="6165850"/>
          <p14:tracePt t="431777" x="2362200" y="6057900"/>
          <p14:tracePt t="431793" x="2209800" y="5924550"/>
          <p14:tracePt t="431811" x="2127250" y="5861050"/>
          <p14:tracePt t="431826" x="1974850" y="5759450"/>
          <p14:tracePt t="431843" x="1873250" y="5695950"/>
          <p14:tracePt t="431861" x="1809750" y="5664200"/>
          <p14:tracePt t="431877" x="1790700" y="5657850"/>
          <p14:tracePt t="431893" x="1771650" y="5651500"/>
          <p14:tracePt t="431910" x="1758950" y="5651500"/>
          <p14:tracePt t="431926" x="1752600" y="5651500"/>
          <p14:tracePt t="431960" x="1752600" y="5657850"/>
          <p14:tracePt t="431976" x="1746250" y="5664200"/>
          <p14:tracePt t="431994" x="1733550" y="5664200"/>
          <p14:tracePt t="432010" x="1720850" y="5670550"/>
          <p14:tracePt t="432026" x="1708150" y="5683250"/>
          <p14:tracePt t="432043" x="1695450" y="5695950"/>
          <p14:tracePt t="432059" x="1689100" y="5702300"/>
          <p14:tracePt t="432076" x="1657350" y="5727700"/>
          <p14:tracePt t="432093" x="1612900" y="5765800"/>
          <p14:tracePt t="432109" x="1587500" y="5778500"/>
          <p14:tracePt t="432126" x="1555750" y="5810250"/>
          <p14:tracePt t="432142" x="1517650" y="5848350"/>
          <p14:tracePt t="432159" x="1511300" y="5854700"/>
          <p14:tracePt t="432176" x="1498600" y="5880100"/>
          <p14:tracePt t="432192" x="1485900" y="5886450"/>
          <p14:tracePt t="432209" x="1485900" y="5892800"/>
          <p14:tracePt t="432226" x="1479550" y="5905500"/>
          <p14:tracePt t="432242" x="1473200" y="5918200"/>
          <p14:tracePt t="432258" x="1466850" y="5930900"/>
          <p14:tracePt t="432275" x="1454150" y="5956300"/>
          <p14:tracePt t="432292" x="1447800" y="5988050"/>
          <p14:tracePt t="432310" x="1435100" y="6019800"/>
          <p14:tracePt t="432326" x="1428750" y="6045200"/>
          <p14:tracePt t="432342" x="1422400" y="6064250"/>
          <p14:tracePt t="432359" x="1403350" y="6096000"/>
          <p14:tracePt t="432375" x="1403350" y="6108700"/>
          <p14:tracePt t="432408" x="1397000" y="6108700"/>
          <p14:tracePt t="432521" x="1397000" y="6102350"/>
          <p14:tracePt t="432543" x="1397000" y="6096000"/>
          <p14:tracePt t="432563" x="1397000" y="6089650"/>
          <p14:tracePt t="432569" x="1397000" y="6083300"/>
          <p14:tracePt t="432584" x="1397000" y="6076950"/>
          <p14:tracePt t="432612" x="1397000" y="6070600"/>
          <p14:tracePt t="432618" x="1397000" y="6057900"/>
          <p14:tracePt t="432633" x="1397000" y="6045200"/>
          <p14:tracePt t="432641" x="1397000" y="6032500"/>
          <p14:tracePt t="432657" x="1397000" y="6019800"/>
          <p14:tracePt t="432675" x="1397000" y="5981700"/>
          <p14:tracePt t="432690" x="1397000" y="5962650"/>
          <p14:tracePt t="432707" x="1397000" y="5911850"/>
          <p14:tracePt t="432724" x="1397000" y="5867400"/>
          <p14:tracePt t="432740" x="1403350" y="5842000"/>
          <p14:tracePt t="432757" x="1409700" y="5791200"/>
          <p14:tracePt t="432773" x="1409700" y="5753100"/>
          <p14:tracePt t="432790" x="1409700" y="5740400"/>
          <p14:tracePt t="432806" x="1409700" y="5708650"/>
          <p14:tracePt t="432823" x="1409700" y="5695950"/>
          <p14:tracePt t="432840" x="1409700" y="5689600"/>
          <p14:tracePt t="432886" x="1409700" y="5695950"/>
          <p14:tracePt t="432893" x="1409700" y="5702300"/>
          <p14:tracePt t="432914" x="1409700" y="5715000"/>
          <p14:tracePt t="432935" x="1409700" y="5721350"/>
          <p14:tracePt t="432943" x="1403350" y="5727700"/>
          <p14:tracePt t="432958" x="1403350" y="5740400"/>
          <p14:tracePt t="432973" x="1403350" y="5746750"/>
          <p14:tracePt t="432990" x="1403350" y="5753100"/>
          <p14:tracePt t="433006" x="1397000" y="5772150"/>
          <p14:tracePt t="433023" x="1397000" y="5784850"/>
          <p14:tracePt t="433040" x="1390650" y="5803900"/>
          <p14:tracePt t="433056" x="1384300" y="5822950"/>
          <p14:tracePt t="433072" x="1384300" y="5829300"/>
          <p14:tracePt t="433089" x="1377950" y="5854700"/>
          <p14:tracePt t="433106" x="1371600" y="5873750"/>
          <p14:tracePt t="433139" x="1371600" y="5880100"/>
          <p14:tracePt t="433155" x="1365250" y="5892800"/>
          <p14:tracePt t="433189" x="1365250" y="5899150"/>
          <p14:tracePt t="433257" x="1365250" y="5905500"/>
          <p14:tracePt t="433293" x="1365250" y="5911850"/>
          <p14:tracePt t="433440" x="1365250" y="5899150"/>
          <p14:tracePt t="433803" x="1352550" y="5899150"/>
          <p14:tracePt t="433817" x="1339850" y="5905500"/>
          <p14:tracePt t="433824" x="1327150" y="5911850"/>
          <p14:tracePt t="433840" x="1314450" y="5911850"/>
          <p14:tracePt t="433853" x="1301750" y="5911850"/>
          <p14:tracePt t="433870" x="1282700" y="5924550"/>
          <p14:tracePt t="433887" x="1270000" y="5930900"/>
          <p14:tracePt t="433902" x="1263650" y="5937250"/>
          <p14:tracePt t="433919" x="1244600" y="5943600"/>
          <p14:tracePt t="433937" x="1231900" y="5949950"/>
          <p14:tracePt t="433969" x="1225550" y="5956300"/>
          <p14:tracePt t="433988" x="1219200" y="5956300"/>
          <p14:tracePt t="434028" x="1219200" y="5962650"/>
          <p14:tracePt t="434070" x="1219200" y="5969000"/>
          <p14:tracePt t="434077" x="1219200" y="5975350"/>
          <p14:tracePt t="434098" x="1219200" y="5981700"/>
          <p14:tracePt t="434126" x="1219200" y="5988050"/>
          <p14:tracePt t="434189" x="1219200" y="5994400"/>
          <p14:tracePt t="434211" x="1219200" y="6000750"/>
          <p14:tracePt t="434217" x="1219200" y="6007100"/>
          <p14:tracePt t="434239" x="1219200" y="6013450"/>
          <p14:tracePt t="434267" x="1219200" y="6019800"/>
          <p14:tracePt t="434301" x="1219200" y="6026150"/>
          <p14:tracePt t="434337" x="1219200" y="6032500"/>
          <p14:tracePt t="434358" x="1219200" y="6038850"/>
          <p14:tracePt t="434386" x="1219200" y="6045200"/>
          <p14:tracePt t="434407" x="1219200" y="6051550"/>
          <p14:tracePt t="434428" x="1212850" y="6057900"/>
          <p14:tracePt t="434449" x="1212850" y="6064250"/>
          <p14:tracePt t="434519" x="1212850" y="6070600"/>
          <p14:tracePt t="434548" x="1219200" y="6070600"/>
          <p14:tracePt t="434590" x="1225550" y="6070600"/>
          <p14:tracePt t="434709" x="1231900" y="6070600"/>
          <p14:tracePt t="434751" x="1238250" y="6070600"/>
          <p14:tracePt t="434758" x="1244600" y="6070600"/>
          <p14:tracePt t="434800" x="1250950" y="6070600"/>
          <p14:tracePt t="434828" x="1257300" y="6070600"/>
          <p14:tracePt t="434849" x="1263650" y="6070600"/>
          <p14:tracePt t="434856" x="1263650" y="6064250"/>
          <p14:tracePt t="434878" x="1270000" y="6064250"/>
          <p14:tracePt t="434898" x="1276350" y="6064250"/>
          <p14:tracePt t="434913" x="1282700" y="6064250"/>
          <p14:tracePt t="434919" x="1289050" y="6064250"/>
          <p14:tracePt t="434935" x="1295400" y="6064250"/>
          <p14:tracePt t="434949" x="1308100" y="6064250"/>
          <p14:tracePt t="434966" x="1320800" y="6064250"/>
          <p14:tracePt t="434983" x="1358900" y="6070600"/>
          <p14:tracePt t="434999" x="1384300" y="6070600"/>
          <p14:tracePt t="435003" x="1416050" y="6076950"/>
          <p14:tracePt t="435015" x="1441450" y="6076950"/>
          <p14:tracePt t="435032" x="1511300" y="6083300"/>
          <p14:tracePt t="435049" x="1543050" y="6089650"/>
          <p14:tracePt t="435066" x="1587500" y="6089650"/>
          <p14:tracePt t="435083" x="1612900" y="6096000"/>
          <p14:tracePt t="435099" x="1625600" y="6096000"/>
          <p14:tracePt t="435116" x="1644650" y="6102350"/>
          <p14:tracePt t="435215" x="1644650" y="6108700"/>
          <p14:tracePt t="435299" x="1638300" y="6108700"/>
          <p14:tracePt t="435390" x="1644650" y="6108700"/>
          <p14:tracePt t="435404" x="1651000" y="6108700"/>
          <p14:tracePt t="435411" x="1663700" y="6108700"/>
          <p14:tracePt t="435433" x="1676400" y="6108700"/>
          <p14:tracePt t="435439" x="1689100" y="6108700"/>
          <p14:tracePt t="435453" x="1708150" y="6108700"/>
          <p14:tracePt t="435464" x="1746250" y="6108700"/>
          <p14:tracePt t="435482" x="1828800" y="6127750"/>
          <p14:tracePt t="435497" x="1885950" y="6134100"/>
          <p14:tracePt t="435514" x="1993900" y="6153150"/>
          <p14:tracePt t="435531" x="2057400" y="6153150"/>
          <p14:tracePt t="435547" x="2089150" y="6153150"/>
          <p14:tracePt t="435565" x="2114550" y="6153150"/>
          <p14:tracePt t="435580" x="2171700" y="6153150"/>
          <p14:tracePt t="435597" x="2184400" y="6153150"/>
          <p14:tracePt t="435616" x="2203450" y="6146800"/>
          <p14:tracePt t="435646" x="2203450" y="6140450"/>
          <p14:tracePt t="435692" x="2209800" y="6140450"/>
          <p14:tracePt t="435720" x="2216150" y="6140450"/>
          <p14:tracePt t="435741" x="2222500" y="6140450"/>
          <p14:tracePt t="435755" x="2228850" y="6140450"/>
          <p14:tracePt t="435761" x="2235200" y="6140450"/>
          <p14:tracePt t="435783" x="2241550" y="6140450"/>
          <p14:tracePt t="435804" x="2247900" y="6140450"/>
          <p14:tracePt t="435832" x="2260600" y="6140450"/>
          <p14:tracePt t="435853" x="2273300" y="6140450"/>
          <p14:tracePt t="435860" x="2279650" y="6140450"/>
          <p14:tracePt t="435874" x="2292350" y="6140450"/>
          <p14:tracePt t="435883" x="2311400" y="6140450"/>
          <p14:tracePt t="435896" x="2330450" y="6140450"/>
          <p14:tracePt t="435912" x="2362200" y="6140450"/>
          <p14:tracePt t="435930" x="2425700" y="6146800"/>
          <p14:tracePt t="435946" x="2508250" y="6146800"/>
          <p14:tracePt t="435963" x="2559050" y="6146800"/>
          <p14:tracePt t="435979" x="2641600" y="6153150"/>
          <p14:tracePt t="435995" x="2711450" y="6165850"/>
          <p14:tracePt t="436012" x="2749550" y="6165850"/>
          <p14:tracePt t="436016" x="2768600" y="6172200"/>
          <p14:tracePt t="436029" x="2794000" y="6172200"/>
          <p14:tracePt t="436045" x="2844800" y="6178550"/>
          <p14:tracePt t="436062" x="2857500" y="6184900"/>
          <p14:tracePt t="436079" x="2882900" y="6191250"/>
          <p14:tracePt t="436095" x="2895600" y="6191250"/>
          <p14:tracePt t="436113" x="2901950" y="6191250"/>
          <p14:tracePt t="436145" x="2914650" y="6191250"/>
          <p14:tracePt t="436275" x="2914650" y="6184900"/>
          <p14:tracePt t="436759" x="2927350" y="6184900"/>
          <p14:tracePt t="436766" x="2965450" y="6184900"/>
          <p14:tracePt t="436776" x="3016250" y="6184900"/>
          <p14:tracePt t="436794" x="3168650" y="6184900"/>
          <p14:tracePt t="436809" x="3244850" y="6178550"/>
          <p14:tracePt t="436826" x="3321050" y="6178550"/>
          <p14:tracePt t="436843" x="3587750" y="6159500"/>
          <p14:tracePt t="436859" x="3676650" y="6159500"/>
          <p14:tracePt t="436876" x="3752850" y="6159500"/>
          <p14:tracePt t="436893" x="3917950" y="6159500"/>
          <p14:tracePt t="436909" x="4038600" y="6146800"/>
          <p14:tracePt t="436926" x="4089400" y="6146800"/>
          <p14:tracePt t="436942" x="4159250" y="6140450"/>
          <p14:tracePt t="436959" x="4210050" y="6134100"/>
          <p14:tracePt t="436976" x="4254500" y="6134100"/>
          <p14:tracePt t="436992" x="4267200" y="6134100"/>
          <p14:tracePt t="437009" x="4311650" y="6134100"/>
          <p14:tracePt t="437026" x="4343400" y="6127750"/>
          <p14:tracePt t="437042" x="4362450" y="6127750"/>
          <p14:tracePt t="437059" x="4419600" y="6121400"/>
          <p14:tracePt t="437075" x="4451350" y="6121400"/>
          <p14:tracePt t="437092" x="4476750" y="6121400"/>
          <p14:tracePt t="437109" x="4489450" y="6121400"/>
          <p14:tracePt t="437125" x="4521200" y="6115050"/>
          <p14:tracePt t="437141" x="4533900" y="6108700"/>
          <p14:tracePt t="437159" x="4559300" y="6102350"/>
          <p14:tracePt t="437175" x="4572000" y="6102350"/>
          <p14:tracePt t="437192" x="4610100" y="6083300"/>
          <p14:tracePt t="437208" x="4641850" y="6070600"/>
          <p14:tracePt t="437225" x="4660900" y="6064250"/>
          <p14:tracePt t="437241" x="4705350" y="6051550"/>
          <p14:tracePt t="437258" x="4730750" y="6051550"/>
          <p14:tracePt t="437274" x="4743450" y="6045200"/>
          <p14:tracePt t="437292" x="4781550" y="6045200"/>
          <p14:tracePt t="437307" x="4832350" y="6045200"/>
          <p14:tracePt t="437324" x="4864100" y="6038850"/>
          <p14:tracePt t="437341" x="4921250" y="6032500"/>
          <p14:tracePt t="437357" x="4984750" y="6026150"/>
          <p14:tracePt t="437374" x="5016500" y="6013450"/>
          <p14:tracePt t="437391" x="5073650" y="6000750"/>
          <p14:tracePt t="437408" x="5143500" y="5988050"/>
          <p14:tracePt t="437424" x="5187950" y="5975350"/>
          <p14:tracePt t="437441" x="5283200" y="5956300"/>
          <p14:tracePt t="437457" x="5334000" y="5956300"/>
          <p14:tracePt t="437475" x="5518150" y="5943600"/>
          <p14:tracePt t="437490" x="5568950" y="5943600"/>
          <p14:tracePt t="437507" x="5619750" y="5943600"/>
          <p14:tracePt t="437524" x="5708650" y="5943600"/>
          <p14:tracePt t="437541" x="5803900" y="5949950"/>
          <p14:tracePt t="437558" x="5842000" y="5949950"/>
          <p14:tracePt t="437574" x="5899150" y="5956300"/>
          <p14:tracePt t="437591" x="5956300" y="5969000"/>
          <p14:tracePt t="437609" x="6007100" y="5975350"/>
          <p14:tracePt t="437624" x="6032500" y="5981700"/>
          <p14:tracePt t="437641" x="6076950" y="5988050"/>
          <p14:tracePt t="437659" x="6121400" y="5988050"/>
          <p14:tracePt t="437674" x="6146800" y="5988050"/>
          <p14:tracePt t="437690" x="6191250" y="5988050"/>
          <p14:tracePt t="437707" x="6229350" y="5988050"/>
          <p14:tracePt t="437723" x="6261100" y="5981700"/>
          <p14:tracePt t="437741" x="6280150" y="5981700"/>
          <p14:tracePt t="437757" x="6343650" y="5975350"/>
          <p14:tracePt t="437773" x="6362700" y="5975350"/>
          <p14:tracePt t="437791" x="6400800" y="5975350"/>
          <p14:tracePt t="437806" x="6413500" y="5975350"/>
          <p14:tracePt t="437823" x="6457950" y="5962650"/>
          <p14:tracePt t="437840" x="6496050" y="5956300"/>
          <p14:tracePt t="437856" x="6527800" y="5956300"/>
          <p14:tracePt t="437873" x="6559550" y="5962650"/>
          <p14:tracePt t="437890" x="6604000" y="5962650"/>
          <p14:tracePt t="437906" x="6623050" y="5962650"/>
          <p14:tracePt t="437922" x="6661150" y="5975350"/>
          <p14:tracePt t="437939" x="6705600" y="5988050"/>
          <p14:tracePt t="437956" x="6731000" y="5988050"/>
          <p14:tracePt t="437973" x="6781800" y="5988050"/>
          <p14:tracePt t="437989" x="6832600" y="6000750"/>
          <p14:tracePt t="438006" x="6864350" y="6007100"/>
          <p14:tracePt t="438023" x="6902450" y="6013450"/>
          <p14:tracePt t="438039" x="6953250" y="6032500"/>
          <p14:tracePt t="438055" x="6972300" y="6032500"/>
          <p14:tracePt t="438072" x="7016750" y="6045200"/>
          <p14:tracePt t="438088" x="7048500" y="6051550"/>
          <p14:tracePt t="438106" x="7061200" y="6051550"/>
          <p14:tracePt t="438122" x="7086600" y="6057900"/>
          <p14:tracePt t="438138" x="7092950" y="6064250"/>
          <p14:tracePt t="438156" x="7105650" y="6064250"/>
          <p14:tracePt t="438188" x="7112000" y="6064250"/>
          <p14:tracePt t="438219" x="7118350" y="6064250"/>
          <p14:tracePt t="438409" x="7112000" y="6064250"/>
          <p14:tracePt t="438443" x="7105650" y="6064250"/>
          <p14:tracePt t="438479" x="7099300" y="6057900"/>
          <p14:tracePt t="438514" x="7092950" y="6057900"/>
          <p14:tracePt t="438549" x="7080250" y="6057900"/>
          <p14:tracePt t="438563" x="7073900" y="6057900"/>
          <p14:tracePt t="438573" x="7067550" y="6057900"/>
          <p14:tracePt t="438586" x="7054850" y="6051550"/>
          <p14:tracePt t="438603" x="7010400" y="6051550"/>
          <p14:tracePt t="438620" x="6908800" y="6045200"/>
          <p14:tracePt t="438637" x="6845300" y="6032500"/>
          <p14:tracePt t="438655" x="6686550" y="6026150"/>
          <p14:tracePt t="438669" x="6483350" y="6013450"/>
          <p14:tracePt t="438686" x="6394450" y="6013450"/>
          <p14:tracePt t="438703" x="6191250" y="6019800"/>
          <p14:tracePt t="438719" x="6115050" y="6019800"/>
          <p14:tracePt t="438736" x="5962650" y="6026150"/>
          <p14:tracePt t="438753" x="5816600" y="6045200"/>
          <p14:tracePt t="438769" x="5753100" y="6057900"/>
          <p14:tracePt t="438786" x="5619750" y="6083300"/>
          <p14:tracePt t="438802" x="5486400" y="6115050"/>
          <p14:tracePt t="438819" x="5435600" y="6127750"/>
          <p14:tracePt t="438836" x="5359400" y="6146800"/>
          <p14:tracePt t="438853" x="5327650" y="6165850"/>
          <p14:tracePt t="438869" x="5314950" y="6172200"/>
          <p14:tracePt t="438886" x="5295900" y="6178550"/>
          <p14:tracePt t="438902" x="5276850" y="6184900"/>
          <p14:tracePt t="438919" x="5270500" y="6184900"/>
          <p14:tracePt t="438935" x="5264150" y="6184900"/>
          <p14:tracePt t="438952" x="5251450" y="6191250"/>
          <p14:tracePt t="438969" x="5245100" y="6191250"/>
          <p14:tracePt t="438985" x="5238750" y="6197600"/>
          <p14:tracePt t="439002" x="5232400" y="6197600"/>
          <p14:tracePt t="439019" x="5226050" y="6197600"/>
          <p14:tracePt t="439040" x="5219700" y="6203950"/>
          <p14:tracePt t="439062" x="5213350" y="6203950"/>
          <p14:tracePt t="439083" x="5207000" y="6203950"/>
          <p14:tracePt t="439089" x="5200650" y="6203950"/>
          <p14:tracePt t="439111" x="5200650" y="6210300"/>
          <p14:tracePt t="439132" x="5194300" y="6210300"/>
          <p14:tracePt t="439153" x="5187950" y="6210300"/>
          <p14:tracePt t="439174" x="5181600" y="6210300"/>
          <p14:tracePt t="439181" x="5175250" y="6210300"/>
          <p14:tracePt t="439203" x="5168900" y="6210300"/>
          <p14:tracePt t="439223" x="5162550" y="6216650"/>
          <p14:tracePt t="439230" x="5156200" y="6223000"/>
          <p14:tracePt t="439253" x="5149850" y="6229350"/>
          <p14:tracePt t="439265" x="5137150" y="6229350"/>
          <p14:tracePt t="439272" x="5124450" y="6235700"/>
          <p14:tracePt t="439284" x="5105400" y="6242050"/>
          <p14:tracePt t="439301" x="5060950" y="6261100"/>
          <p14:tracePt t="439317" x="5029200" y="6273800"/>
          <p14:tracePt t="439335" x="4978400" y="6292850"/>
          <p14:tracePt t="439350" x="4940300" y="6305550"/>
          <p14:tracePt t="439367" x="4908550" y="6305550"/>
          <p14:tracePt t="439384" x="4876800" y="6318250"/>
          <p14:tracePt t="439400" x="4857750" y="6324600"/>
          <p14:tracePt t="439417" x="4832350" y="6324600"/>
          <p14:tracePt t="439434" x="4806950" y="6330950"/>
          <p14:tracePt t="439450" x="4800600" y="6337300"/>
          <p14:tracePt t="439467" x="4787900" y="6337300"/>
          <p14:tracePt t="439484" x="4781550" y="6343650"/>
          <p14:tracePt t="439525" x="4775200" y="6343650"/>
          <p14:tracePt t="439595" x="4768850" y="6350000"/>
          <p14:tracePt t="439876" x="4762500" y="6350000"/>
          <p14:tracePt t="439883" x="4756150" y="6350000"/>
          <p14:tracePt t="439904" x="4749800" y="6350000"/>
          <p14:tracePt t="439918" x="4743450" y="6350000"/>
          <p14:tracePt t="439924" x="4737100" y="6350000"/>
          <p14:tracePt t="439946" x="4724400" y="6350000"/>
          <p14:tracePt t="439953" x="4718050" y="6350000"/>
          <p14:tracePt t="439969" x="4699000" y="6350000"/>
          <p14:tracePt t="439982" x="4686300" y="6350000"/>
          <p14:tracePt t="439998" x="4641850" y="6362700"/>
          <p14:tracePt t="440016" x="4603750" y="6362700"/>
          <p14:tracePt t="440032" x="4584700" y="6362700"/>
          <p14:tracePt t="440048" x="4540250" y="6375400"/>
          <p14:tracePt t="440065" x="4489450" y="6388100"/>
          <p14:tracePt t="440081" x="4470400" y="6394450"/>
          <p14:tracePt t="440098" x="4432300" y="6394450"/>
          <p14:tracePt t="440115" x="4381500" y="6400800"/>
          <p14:tracePt t="440131" x="4362450" y="6400800"/>
          <p14:tracePt t="440148" x="4305300" y="6400800"/>
          <p14:tracePt t="440164" x="4260850" y="6400800"/>
          <p14:tracePt t="440181" x="4248150" y="6400800"/>
          <p14:tracePt t="440199" x="4216400" y="6407150"/>
          <p14:tracePt t="440214" x="4191000" y="6407150"/>
          <p14:tracePt t="440231" x="4178300" y="6407150"/>
          <p14:tracePt t="440248" x="4146550" y="6413500"/>
          <p14:tracePt t="440264" x="4133850" y="6413500"/>
          <p14:tracePt t="440281" x="4121150" y="6413500"/>
          <p14:tracePt t="440297" x="4108450" y="6413500"/>
          <p14:tracePt t="440330" x="4102100" y="6413500"/>
          <p14:tracePt t="440487" x="4108450" y="6413500"/>
          <p14:tracePt t="440514" x="4114800" y="6413500"/>
          <p14:tracePt t="440536" x="4114800" y="6407150"/>
          <p14:tracePt t="440557" x="4127500" y="6407150"/>
          <p14:tracePt t="440565" x="4133850" y="6407150"/>
          <p14:tracePt t="440585" x="4140200" y="6400800"/>
          <p14:tracePt t="440599" x="4152900" y="6400800"/>
          <p14:tracePt t="440606" x="4171950" y="6400800"/>
          <p14:tracePt t="440620" x="4191000" y="6394450"/>
          <p14:tracePt t="440629" x="4222750" y="6394450"/>
          <p14:tracePt t="440646" x="4260850" y="6388100"/>
          <p14:tracePt t="440663" x="4368800" y="6369050"/>
          <p14:tracePt t="440679" x="4470400" y="6362700"/>
          <p14:tracePt t="440697" x="4578350" y="6362700"/>
          <p14:tracePt t="440713" x="4603750" y="6356350"/>
          <p14:tracePt t="440729" x="4667250" y="6356350"/>
          <p14:tracePt t="440747" x="4699000" y="6356350"/>
          <p14:tracePt t="440762" x="4705350" y="6356350"/>
          <p14:tracePt t="440779" x="4711700" y="6356350"/>
          <p14:tracePt t="440796" x="4724400" y="6356350"/>
          <p14:tracePt t="440813" x="4730750" y="6356350"/>
          <p14:tracePt t="440845" x="4743450" y="6356350"/>
          <p14:tracePt t="440887" x="4749800" y="6356350"/>
          <p14:tracePt t="440908" x="4756150" y="6356350"/>
          <p14:tracePt t="440936" x="4762500" y="6356350"/>
          <p14:tracePt t="440957" x="4768850" y="6356350"/>
          <p14:tracePt t="440979" x="4775200" y="6362700"/>
          <p14:tracePt t="440985" x="4781550" y="6362700"/>
          <p14:tracePt t="441055" x="4787900" y="6369050"/>
          <p14:tracePt t="441076" x="4794250" y="6369050"/>
          <p14:tracePt t="441090" x="4800600" y="6369050"/>
          <p14:tracePt t="441098" x="4806950" y="6369050"/>
          <p14:tracePt t="441114" x="4813300" y="6375400"/>
          <p14:tracePt t="441128" x="4832350" y="6375400"/>
          <p14:tracePt t="441144" x="4864100" y="6375400"/>
          <p14:tracePt t="441161" x="4927600" y="6375400"/>
          <p14:tracePt t="441178" x="4984750" y="6375400"/>
          <p14:tracePt t="441195" x="5086350" y="6381750"/>
          <p14:tracePt t="441211" x="5175250" y="6381750"/>
          <p14:tracePt t="441228" x="5232400" y="6381750"/>
          <p14:tracePt t="441245" x="5321300" y="6381750"/>
          <p14:tracePt t="441261" x="5397500" y="6381750"/>
          <p14:tracePt t="441277" x="5429250" y="6381750"/>
          <p14:tracePt t="441294" x="5486400" y="6388100"/>
          <p14:tracePt t="441311" x="5537200" y="6388100"/>
          <p14:tracePt t="441328" x="5556250" y="6388100"/>
          <p14:tracePt t="441344" x="5588000" y="6400800"/>
          <p14:tracePt t="441360" x="5619750" y="6407150"/>
          <p14:tracePt t="441378" x="5645150" y="6407150"/>
          <p14:tracePt t="441393" x="5664200" y="6407150"/>
          <p14:tracePt t="441410" x="5689600" y="6407150"/>
          <p14:tracePt t="441428" x="5708650" y="6413500"/>
          <p14:tracePt t="441443" x="5715000" y="6413500"/>
          <p14:tracePt t="441460" x="5727700" y="6419850"/>
          <p14:tracePt t="441477" x="5746750" y="6419850"/>
          <p14:tracePt t="441493" x="5759450" y="6419850"/>
          <p14:tracePt t="441527" x="5778500" y="6419850"/>
          <p14:tracePt t="441544" x="5784850" y="6419850"/>
          <p14:tracePt t="441576" x="5797550" y="6426200"/>
          <p14:tracePt t="441593" x="5803900" y="6426200"/>
          <p14:tracePt t="441613" x="5810250" y="6426200"/>
          <p14:tracePt t="441638" x="5816600" y="6426200"/>
          <p14:tracePt t="441661" x="5822950" y="6426200"/>
          <p14:tracePt t="441680" x="5822950" y="6432550"/>
          <p14:tracePt t="441722" x="5829300" y="6432550"/>
          <p14:tracePt t="442273" x="5854700" y="6432550"/>
          <p14:tracePt t="442279" x="5930900" y="6438900"/>
          <p14:tracePt t="442294" x="5994400" y="6445250"/>
          <p14:tracePt t="442308" x="6178550" y="6457950"/>
          <p14:tracePt t="442324" x="6254750" y="6457950"/>
          <p14:tracePt t="442340" x="6330950" y="6464300"/>
          <p14:tracePt t="442357" x="6470650" y="6477000"/>
          <p14:tracePt t="442373" x="6623050" y="6477000"/>
          <p14:tracePt t="442390" x="6686550" y="6477000"/>
          <p14:tracePt t="442407" x="6838950" y="6477000"/>
          <p14:tracePt t="442423" x="6972300" y="6477000"/>
          <p14:tracePt t="442441" x="7010400" y="6483350"/>
          <p14:tracePt t="442456" x="7067550" y="6483350"/>
          <p14:tracePt t="442473" x="7099300" y="6483350"/>
          <p14:tracePt t="442490" x="7112000" y="6483350"/>
          <p14:tracePt t="442506" x="7143750" y="6489700"/>
          <p14:tracePt t="442523" x="7156450" y="6489700"/>
          <p14:tracePt t="442540" x="7188200" y="6489700"/>
          <p14:tracePt t="442556" x="7194550" y="6489700"/>
          <p14:tracePt t="442573" x="7200900" y="6489700"/>
          <p14:tracePt t="442590" x="7200900" y="6496050"/>
          <p14:tracePt t="442605" x="7213600" y="6496050"/>
          <p14:tracePt t="442645" x="7219950" y="6496050"/>
          <p14:tracePt t="442673" x="7226300" y="6496050"/>
          <p14:tracePt t="442694" x="7232650" y="6496050"/>
          <p14:tracePt t="442700" x="7239000" y="6496050"/>
          <p14:tracePt t="442716" x="7245350" y="6496050"/>
          <p14:tracePt t="442725" x="7251700" y="6496050"/>
          <p14:tracePt t="442739" x="7264400" y="6496050"/>
          <p14:tracePt t="442755" x="7277100" y="6496050"/>
          <p14:tracePt t="442773" x="7283450" y="6496050"/>
          <p14:tracePt t="442788" x="7289800" y="6496050"/>
          <p14:tracePt t="442806" x="7296150" y="6496050"/>
          <p14:tracePt t="442856" x="7302500" y="6496050"/>
          <p14:tracePt t="442862" x="7308850" y="6496050"/>
          <p14:tracePt t="442884" x="7315200" y="6496050"/>
          <p14:tracePt t="442892" x="7321550" y="6496050"/>
          <p14:tracePt t="442912" x="7327900" y="6489700"/>
          <p14:tracePt t="442933" x="7334250" y="6489700"/>
          <p14:tracePt t="442961" x="7340600" y="6483350"/>
          <p14:tracePt t="442982" x="7346950" y="6483350"/>
          <p14:tracePt t="443003" x="7353300" y="6483350"/>
          <p14:tracePt t="443031" x="7359650" y="6483350"/>
          <p14:tracePt t="443052" x="7366000" y="6483350"/>
          <p14:tracePt t="443073" x="7372350" y="6483350"/>
          <p14:tracePt t="443137" x="7372350" y="6477000"/>
          <p14:tracePt t="443143" x="7378700" y="6477000"/>
          <p14:tracePt t="443193" x="7378700" y="6470650"/>
          <p14:tracePt t="443255" x="7378700" y="6464300"/>
          <p14:tracePt t="443347" x="7372350" y="6457950"/>
          <p14:tracePt t="443382" x="7366000" y="6457950"/>
          <p14:tracePt t="443424" x="7359650" y="6457950"/>
          <p14:tracePt t="443453" x="7353300" y="6457950"/>
          <p14:tracePt t="443473" x="7346950" y="6457950"/>
          <p14:tracePt t="443494" x="7340600" y="6457950"/>
          <p14:tracePt t="443523" x="7334250" y="6457950"/>
          <p14:tracePt t="443544" x="7327900" y="6457950"/>
          <p14:tracePt t="443558" x="7321550" y="6457950"/>
          <p14:tracePt t="443564" x="7315200" y="6457950"/>
          <p14:tracePt t="443579" x="7308850" y="6457950"/>
          <p14:tracePt t="443587" x="7302500" y="6457950"/>
          <p14:tracePt t="443603" x="7289800" y="6457950"/>
          <p14:tracePt t="443620" x="7245350" y="6457950"/>
          <p14:tracePt t="443636" x="7188200" y="6457950"/>
          <p14:tracePt t="443652" x="7150100" y="6451600"/>
          <p14:tracePt t="443669" x="7054850" y="6432550"/>
          <p14:tracePt t="443686" x="6934200" y="6407150"/>
          <p14:tracePt t="443702" x="6870700" y="6388100"/>
          <p14:tracePt t="443719" x="6699250" y="6356350"/>
          <p14:tracePt t="443735" x="6527800" y="6324600"/>
          <p14:tracePt t="443752" x="6438900" y="6318250"/>
          <p14:tracePt t="443769" x="6273800" y="6286500"/>
          <p14:tracePt t="443785" x="6178550" y="6273800"/>
          <p14:tracePt t="443802" x="5975350" y="6267450"/>
          <p14:tracePt t="443818" x="5734050" y="6235700"/>
          <p14:tracePt t="443835" x="5619750" y="6223000"/>
          <p14:tracePt t="443852" x="5391150" y="6203950"/>
          <p14:tracePt t="443868" x="5162550" y="6172200"/>
          <p14:tracePt t="443885" x="5060950" y="6159500"/>
          <p14:tracePt t="443903" x="4889500" y="6134100"/>
          <p14:tracePt t="443918" x="4749800" y="6134100"/>
          <p14:tracePt t="443935" x="4686300" y="6121400"/>
          <p14:tracePt t="443952" x="4559300" y="6121400"/>
          <p14:tracePt t="443968" x="4425950" y="6102350"/>
          <p14:tracePt t="443985" x="4337050" y="6102350"/>
          <p14:tracePt t="444002" x="4292600" y="6096000"/>
          <p14:tracePt t="444018" x="4222750" y="6096000"/>
          <p14:tracePt t="444035" x="4184650" y="6096000"/>
          <p14:tracePt t="444051" x="4152900" y="6096000"/>
          <p14:tracePt t="444068" x="4127500" y="6096000"/>
          <p14:tracePt t="444085" x="3962400" y="6096000"/>
          <p14:tracePt t="444101" x="3898900" y="6096000"/>
          <p14:tracePt t="444104" x="3822700" y="6096000"/>
          <p14:tracePt t="444121" x="3759200" y="6108700"/>
          <p14:tracePt t="444134" x="3683000" y="6108700"/>
          <p14:tracePt t="444151" x="3524250" y="6102350"/>
          <p14:tracePt t="444168" x="3371850" y="6108700"/>
          <p14:tracePt t="444184" x="3282950" y="6102350"/>
          <p14:tracePt t="444201" x="3136900" y="6070600"/>
          <p14:tracePt t="444218" x="3016250" y="6045200"/>
          <p14:tracePt t="444233" x="2965450" y="6045200"/>
          <p14:tracePt t="444250" x="2851150" y="6045200"/>
          <p14:tracePt t="444267" x="2705100" y="6038850"/>
          <p14:tracePt t="444283" x="2628900" y="6038850"/>
          <p14:tracePt t="444301" x="2489200" y="6019800"/>
          <p14:tracePt t="444317" x="2368550" y="6007100"/>
          <p14:tracePt t="444333" x="2317750" y="6013450"/>
          <p14:tracePt t="444351" x="2222500" y="6019800"/>
          <p14:tracePt t="444366" x="2108200" y="6019800"/>
          <p14:tracePt t="444383" x="2057400" y="6026150"/>
          <p14:tracePt t="444400" x="1949450" y="6038850"/>
          <p14:tracePt t="444417" x="1911350" y="6038850"/>
          <p14:tracePt t="444433" x="1847850" y="6038850"/>
          <p14:tracePt t="444450" x="1816100" y="6038850"/>
          <p14:tracePt t="444483" x="1803400" y="6038850"/>
          <p14:tracePt t="444499" x="1797050" y="6038850"/>
          <p14:tracePt t="444575" x="1790700" y="6045200"/>
          <p14:tracePt t="444927" x="1784350" y="6045200"/>
          <p14:tracePt t="444948" x="1778000" y="6045200"/>
          <p14:tracePt t="445409" x="1771650" y="6045200"/>
          <p14:tracePt t="445423" x="1765300" y="6045200"/>
          <p14:tracePt t="445432" x="1758950" y="6045200"/>
          <p14:tracePt t="445446" x="1752600" y="6045200"/>
          <p14:tracePt t="445463" x="1746250" y="6045200"/>
          <p14:tracePt t="445480" x="1739900" y="6045200"/>
          <p14:tracePt t="445496" x="1727200" y="6045200"/>
          <p14:tracePt t="445513" x="1714500" y="6045200"/>
          <p14:tracePt t="445529" x="1644650" y="6045200"/>
          <p14:tracePt t="445546" x="1606550" y="6045200"/>
          <p14:tracePt t="445563" x="1536700" y="6045200"/>
          <p14:tracePt t="445579" x="1498600" y="6045200"/>
          <p14:tracePt t="445596" x="1409700" y="6045200"/>
          <p14:tracePt t="445613" x="1327150" y="6045200"/>
          <p14:tracePt t="445629" x="1301750" y="6045200"/>
          <p14:tracePt t="445632" x="1257300" y="6045200"/>
          <p14:tracePt t="445646" x="1238250" y="6045200"/>
          <p14:tracePt t="445662" x="1187450" y="6051550"/>
          <p14:tracePt t="445679" x="1168400" y="6064250"/>
          <p14:tracePt t="445696" x="1143000" y="6064250"/>
          <p14:tracePt t="445712" x="1130300" y="6064250"/>
          <p14:tracePt t="445729" x="1117600" y="6064250"/>
          <p14:tracePt t="445746" x="1098550" y="6070600"/>
          <p14:tracePt t="445762" x="1079500" y="6076950"/>
          <p14:tracePt t="445778" x="1066800" y="6083300"/>
          <p14:tracePt t="445795" x="1060450" y="6083300"/>
          <p14:tracePt t="445812" x="1054100" y="6089650"/>
          <p14:tracePt t="445851" x="1054100" y="6096000"/>
          <p14:tracePt t="445914" x="1054100" y="6102350"/>
          <p14:tracePt t="445942" x="1060450" y="6102350"/>
          <p14:tracePt t="445950" x="1066800" y="6102350"/>
          <p14:tracePt t="445964" x="1073150" y="6102350"/>
          <p14:tracePt t="445992" x="1079500" y="6102350"/>
          <p14:tracePt t="446012" x="1085850" y="6102350"/>
          <p14:tracePt t="446020" x="1092200" y="6102350"/>
          <p14:tracePt t="446083" x="1098550" y="6102350"/>
          <p14:tracePt t="446111" x="1104900" y="6102350"/>
          <p14:tracePt t="446132" x="1111250" y="6102350"/>
          <p14:tracePt t="446148" x="1117600" y="6102350"/>
          <p14:tracePt t="446171" x="1123950" y="6102350"/>
          <p14:tracePt t="446179" x="1130300" y="6102350"/>
          <p14:tracePt t="446206" x="1136650" y="6102350"/>
          <p14:tracePt t="446228" x="1143000" y="6102350"/>
          <p14:tracePt t="446241" x="1149350" y="6102350"/>
          <p14:tracePt t="446248" x="1162050" y="6102350"/>
          <p14:tracePt t="446264" x="1174750" y="6102350"/>
          <p14:tracePt t="446276" x="1231900" y="6102350"/>
          <p14:tracePt t="446293" x="1270000" y="6102350"/>
          <p14:tracePt t="446310" x="1333500" y="6096000"/>
          <p14:tracePt t="446327" x="1473200" y="6096000"/>
          <p14:tracePt t="446343" x="1663700" y="6089650"/>
          <p14:tracePt t="446360" x="1879600" y="6089650"/>
          <p14:tracePt t="446376" x="1968500" y="6089650"/>
          <p14:tracePt t="446393" x="2171700" y="6076950"/>
          <p14:tracePt t="446410" x="2349500" y="6076950"/>
          <p14:tracePt t="446426" x="2413000" y="6076950"/>
          <p14:tracePt t="446443" x="2533650" y="6096000"/>
          <p14:tracePt t="446460" x="2616200" y="6108700"/>
          <p14:tracePt t="446476" x="2641600" y="6115050"/>
          <p14:tracePt t="446493" x="2686050" y="6115050"/>
          <p14:tracePt t="446509" x="2711450" y="6121400"/>
          <p14:tracePt t="446526" x="2724150" y="6127750"/>
          <p14:tracePt t="446543" x="2743200" y="6134100"/>
          <p14:tracePt t="446559" x="2762250" y="6140450"/>
          <p14:tracePt t="446576" x="2774950" y="6140450"/>
          <p14:tracePt t="446592" x="2794000" y="6146800"/>
          <p14:tracePt t="446608" x="2806700" y="6146800"/>
          <p14:tracePt t="446625" x="2819400" y="6146800"/>
          <p14:tracePt t="446629" x="2825750" y="6146800"/>
          <p14:tracePt t="446643" x="2832100" y="6146800"/>
          <p14:tracePt t="446662" x="2838450" y="6146800"/>
          <p14:tracePt t="446675" x="2844800" y="6146800"/>
          <p14:tracePt t="446692" x="2851150" y="6146800"/>
          <p14:tracePt t="446709" x="2857500" y="6146800"/>
          <p14:tracePt t="446761" x="2863850" y="6146800"/>
          <p14:tracePt t="446767" x="2870200" y="6146800"/>
          <p14:tracePt t="446923" x="2863850" y="6146800"/>
          <p14:tracePt t="446943" x="2857500" y="6146800"/>
          <p14:tracePt t="446950" x="2844800" y="6153150"/>
          <p14:tracePt t="446972" x="2832100" y="6153150"/>
          <p14:tracePt t="446978" x="2825750" y="6159500"/>
          <p14:tracePt t="446994" x="2806700" y="6165850"/>
          <p14:tracePt t="447008" x="2787650" y="6165850"/>
          <p14:tracePt t="447024" x="2692400" y="6178550"/>
          <p14:tracePt t="447042" x="2540000" y="6210300"/>
          <p14:tracePt t="447057" x="2425700" y="6223000"/>
          <p14:tracePt t="447074" x="2203450" y="6254750"/>
          <p14:tracePt t="447091" x="2012950" y="6273800"/>
          <p14:tracePt t="447108" x="1924050" y="6273800"/>
          <p14:tracePt t="447124" x="1784350" y="6273800"/>
          <p14:tracePt t="447140" x="1657350" y="6273800"/>
          <p14:tracePt t="447157" x="1606550" y="6273800"/>
          <p14:tracePt t="447175" x="1536700" y="6273800"/>
          <p14:tracePt t="447190" x="1504950" y="6273800"/>
          <p14:tracePt t="447207" x="1498600" y="6273800"/>
          <p14:tracePt t="447224" x="1492250" y="6273800"/>
          <p14:tracePt t="447259" x="1485900" y="6273800"/>
          <p14:tracePt t="447364" x="1485900" y="6267450"/>
          <p14:tracePt t="447392" x="1498600" y="6267450"/>
          <p14:tracePt t="447414" x="1511300" y="6267450"/>
          <p14:tracePt t="447420" x="1524000" y="6267450"/>
          <p14:tracePt t="447434" x="1562100" y="6267450"/>
          <p14:tracePt t="447443" x="1625600" y="6261100"/>
          <p14:tracePt t="447457" x="1739900" y="6248400"/>
          <p14:tracePt t="447472" x="2051050" y="6210300"/>
          <p14:tracePt t="447490" x="2241550" y="6184900"/>
          <p14:tracePt t="447506" x="2686050" y="6134100"/>
          <p14:tracePt t="447523" x="3067050" y="6096000"/>
          <p14:tracePt t="447540" x="3302000" y="6070600"/>
          <p14:tracePt t="447556" x="3378200" y="6064250"/>
          <p14:tracePt t="447572" x="3429000" y="6064250"/>
          <p14:tracePt t="447589" x="3492500" y="6057900"/>
          <p14:tracePt t="447771" x="3492500" y="6064250"/>
          <p14:tracePt t="447884" x="3486150" y="6064250"/>
          <p14:tracePt t="447912" x="3479800" y="6064250"/>
          <p14:tracePt t="450258" x="3473450" y="6064250"/>
          <p14:tracePt t="450273" x="3467100" y="6064250"/>
          <p14:tracePt t="450281" x="3454400" y="6057900"/>
          <p14:tracePt t="450294" x="3435350" y="6057900"/>
          <p14:tracePt t="450300" x="3416300" y="6051550"/>
          <p14:tracePt t="450312" x="3378200" y="6038850"/>
          <p14:tracePt t="450329" x="3257550" y="6032500"/>
          <p14:tracePt t="450346" x="3181350" y="6019800"/>
          <p14:tracePt t="450365" x="3003550" y="6019800"/>
          <p14:tracePt t="450379" x="2800350" y="6026150"/>
          <p14:tracePt t="450396" x="2698750" y="6038850"/>
          <p14:tracePt t="450413" x="2520950" y="6045200"/>
          <p14:tracePt t="450429" x="2432050" y="6057900"/>
          <p14:tracePt t="450445" x="2286000" y="6064250"/>
          <p14:tracePt t="450463" x="2171700" y="6083300"/>
          <p14:tracePt t="450479" x="2127250" y="6083300"/>
          <p14:tracePt t="450496" x="2051050" y="6089650"/>
          <p14:tracePt t="450512" x="1968500" y="6102350"/>
          <p14:tracePt t="450529" x="1924050" y="6096000"/>
          <p14:tracePt t="450546" x="1879600" y="6089650"/>
          <p14:tracePt t="450562" x="1847850" y="6089650"/>
          <p14:tracePt t="450578" x="1841500" y="6089650"/>
          <p14:tracePt t="450595" x="1816100" y="6089650"/>
          <p14:tracePt t="450613" x="1790700" y="6089650"/>
          <p14:tracePt t="450628" x="1771650" y="6089650"/>
          <p14:tracePt t="450632" x="1746250" y="6089650"/>
          <p14:tracePt t="450645" x="1727200" y="6089650"/>
          <p14:tracePt t="450662" x="1651000" y="6076950"/>
          <p14:tracePt t="450679" x="1555750" y="6057900"/>
          <p14:tracePt t="450695" x="1498600" y="6051550"/>
          <p14:tracePt t="450712" x="1460500" y="6038850"/>
          <p14:tracePt t="450728" x="1327150" y="6026150"/>
          <p14:tracePt t="450745" x="1301750" y="6026150"/>
          <p14:tracePt t="450761" x="1276350" y="6026150"/>
          <p14:tracePt t="450777" x="1231900" y="6026150"/>
          <p14:tracePt t="450794" x="1212850" y="6026150"/>
          <p14:tracePt t="450812" x="1206500" y="6026150"/>
          <p14:tracePt t="450827" x="1193800" y="6026150"/>
          <p14:tracePt t="450844" x="1187450" y="6026150"/>
          <p14:tracePt t="450861" x="1187450" y="6032500"/>
          <p14:tracePt t="450877" x="1181100" y="6032500"/>
          <p14:tracePt t="450894" x="1174750" y="6038850"/>
          <p14:tracePt t="450911" x="1174750" y="6045200"/>
          <p14:tracePt t="450944" x="1168400" y="6051550"/>
          <p14:tracePt t="450981" x="1168400" y="6057900"/>
          <p14:tracePt t="451009" x="1162050" y="6064250"/>
          <p14:tracePt t="451030" x="1155700" y="6064250"/>
          <p14:tracePt t="451072" x="1155700" y="6070600"/>
          <p14:tracePt t="451080" x="1155700" y="6076950"/>
          <p14:tracePt t="451114" x="1155700" y="6083300"/>
          <p14:tracePt t="451122" x="1162050" y="6083300"/>
          <p14:tracePt t="451144" x="1168400" y="6089650"/>
          <p14:tracePt t="451164" x="1168400" y="6096000"/>
          <p14:tracePt t="451170" x="1181100" y="6096000"/>
          <p14:tracePt t="451185" x="1187450" y="6096000"/>
          <p14:tracePt t="451193" x="1206500" y="6102350"/>
          <p14:tracePt t="451209" x="1225550" y="6108700"/>
          <p14:tracePt t="451227" x="1308100" y="6134100"/>
          <p14:tracePt t="451243" x="1454150" y="6153150"/>
          <p14:tracePt t="451260" x="1530350" y="6159500"/>
          <p14:tracePt t="451276" x="1720850" y="6172200"/>
          <p14:tracePt t="451293" x="1936750" y="6178550"/>
          <p14:tracePt t="451310" x="2063750" y="6178550"/>
          <p14:tracePt t="451326" x="2266950" y="6178550"/>
          <p14:tracePt t="451343" x="2444750" y="6165850"/>
          <p14:tracePt t="451360" x="2565400" y="6146800"/>
          <p14:tracePt t="451376" x="2603500" y="6140450"/>
          <p14:tracePt t="451392" x="2647950" y="6140450"/>
          <p14:tracePt t="451409" x="2692400" y="6134100"/>
          <p14:tracePt t="451425" x="2717800" y="6134100"/>
          <p14:tracePt t="451444" x="2724150" y="6134100"/>
          <p14:tracePt t="451459" x="2736850" y="6134100"/>
          <p14:tracePt t="451475" x="2743200" y="6127750"/>
          <p14:tracePt t="451515" x="2749550" y="6121400"/>
          <p14:tracePt t="451536" x="2743200" y="6121400"/>
          <p14:tracePt t="451557" x="2736850" y="6121400"/>
          <p14:tracePt t="451571" x="2724150" y="6121400"/>
          <p14:tracePt t="451585" x="2717800" y="6127750"/>
          <p14:tracePt t="451595" x="2711450" y="6127750"/>
          <p14:tracePt t="451608" x="2698750" y="6127750"/>
          <p14:tracePt t="451625" x="2692400" y="6127750"/>
          <p14:tracePt t="451642" x="2546350" y="6134100"/>
          <p14:tracePt t="451659" x="2470150" y="6134100"/>
          <p14:tracePt t="451675" x="2266950" y="6146800"/>
          <p14:tracePt t="451692" x="2152650" y="6159500"/>
          <p14:tracePt t="451708" x="1924050" y="6165850"/>
          <p14:tracePt t="451725" x="1708150" y="6165850"/>
          <p14:tracePt t="451741" x="1619250" y="6165850"/>
          <p14:tracePt t="451758" x="1466850" y="6165850"/>
          <p14:tracePt t="451775" x="1352550" y="6165850"/>
          <p14:tracePt t="451791" x="1314450" y="6165850"/>
          <p14:tracePt t="451808" x="1263650" y="6184900"/>
          <p14:tracePt t="451824" x="1225550" y="6191250"/>
          <p14:tracePt t="451841" x="1212850" y="6197600"/>
          <p14:tracePt t="451858" x="1181100" y="6203950"/>
          <p14:tracePt t="451874" x="1155700" y="6216650"/>
          <p14:tracePt t="451891" x="1143000" y="6216650"/>
          <p14:tracePt t="451908" x="1117600" y="6223000"/>
          <p14:tracePt t="451924" x="1066800" y="6235700"/>
          <p14:tracePt t="451940" x="1047750" y="6242050"/>
          <p14:tracePt t="451957" x="996950" y="6254750"/>
          <p14:tracePt t="451973" x="977900" y="6254750"/>
          <p14:tracePt t="451990" x="946150" y="6267450"/>
          <p14:tracePt t="452007" x="927100" y="6273800"/>
          <p14:tracePt t="452023" x="920750" y="6273800"/>
          <p14:tracePt t="452041" x="914400" y="6273800"/>
          <p14:tracePt t="452083" x="920750" y="6273800"/>
          <p14:tracePt t="452097" x="927100" y="6273800"/>
          <p14:tracePt t="452104" x="933450" y="6273800"/>
          <p14:tracePt t="452125" x="939800" y="6273800"/>
          <p14:tracePt t="452132" x="952500" y="6273800"/>
          <p14:tracePt t="452146" x="971550" y="6273800"/>
          <p14:tracePt t="452156" x="996950" y="6267450"/>
          <p14:tracePt t="452172" x="1035050" y="6261100"/>
          <p14:tracePt t="452189" x="1162050" y="6254750"/>
          <p14:tracePt t="452206" x="1346200" y="6229350"/>
          <p14:tracePt t="452223" x="1587500" y="6197600"/>
          <p14:tracePt t="452239" x="1701800" y="6191250"/>
          <p14:tracePt t="452256" x="1828800" y="6178550"/>
          <p14:tracePt t="452273" x="2171700" y="6140450"/>
          <p14:tracePt t="452289" x="2273300" y="6127750"/>
          <p14:tracePt t="452306" x="2362200" y="6115050"/>
          <p14:tracePt t="452322" x="2495550" y="6096000"/>
          <p14:tracePt t="452339" x="2559050" y="6089650"/>
          <p14:tracePt t="452356" x="2597150" y="6089650"/>
          <p14:tracePt t="452372" x="2603500" y="6089650"/>
          <p14:tracePt t="452389" x="2609850" y="6089650"/>
          <p14:tracePt t="452406" x="2616200" y="6089650"/>
          <p14:tracePt t="452422" x="2622550" y="6089650"/>
          <p14:tracePt t="452439" x="2628900" y="6089650"/>
          <p14:tracePt t="452456" x="2647950" y="6089650"/>
          <p14:tracePt t="452472" x="2654300" y="6096000"/>
          <p14:tracePt t="452488" x="2686050" y="6102350"/>
          <p14:tracePt t="452505" x="2717800" y="6108700"/>
          <p14:tracePt t="452522" x="2736850" y="6108700"/>
          <p14:tracePt t="452539" x="2774950" y="6115050"/>
          <p14:tracePt t="452555" x="2825750" y="6115050"/>
          <p14:tracePt t="452572" x="2838450" y="6115050"/>
          <p14:tracePt t="452589" x="2857500" y="6115050"/>
          <p14:tracePt t="452605" x="2863850" y="6115050"/>
          <p14:tracePt t="452638" x="2838450" y="6115050"/>
          <p14:tracePt t="452655" x="2832100" y="6115050"/>
          <p14:tracePt t="452672" x="2800350" y="6115050"/>
          <p14:tracePt t="452688" x="2755900" y="6115050"/>
          <p14:tracePt t="452704" x="2724150" y="6115050"/>
          <p14:tracePt t="452722" x="2584450" y="6102350"/>
          <p14:tracePt t="452738" x="2368550" y="6083300"/>
          <p14:tracePt t="452754" x="2254250" y="6070600"/>
          <p14:tracePt t="452771" x="2012950" y="6064250"/>
          <p14:tracePt t="452787" x="1809750" y="6051550"/>
          <p14:tracePt t="452804" x="1714500" y="6032500"/>
          <p14:tracePt t="452821" x="1574800" y="6019800"/>
          <p14:tracePt t="452837" x="1479550" y="6013450"/>
          <p14:tracePt t="452855" x="1435100" y="6013450"/>
          <p14:tracePt t="452870" x="1422400" y="6013450"/>
          <p14:tracePt t="452887" x="1409700" y="6013450"/>
          <p14:tracePt t="452904" x="1390650" y="6013450"/>
          <p14:tracePt t="452921" x="1371600" y="6019800"/>
          <p14:tracePt t="452937" x="1358900" y="6019800"/>
          <p14:tracePt t="452954" x="1352550" y="6019800"/>
          <p14:tracePt t="452970" x="1333500" y="6026150"/>
          <p14:tracePt t="452987" x="1320800" y="6026150"/>
          <p14:tracePt t="453003" x="1308100" y="6032500"/>
          <p14:tracePt t="453020" x="1289050" y="6038850"/>
          <p14:tracePt t="453037" x="1289050" y="6045200"/>
          <p14:tracePt t="453129" x="1301750" y="6045200"/>
          <p14:tracePt t="453137" x="1308100" y="6051550"/>
          <p14:tracePt t="453150" x="1314450" y="6051550"/>
          <p14:tracePt t="453157" x="1333500" y="6051550"/>
          <p14:tracePt t="453173" x="1358900" y="6051550"/>
          <p14:tracePt t="453186" x="1460500" y="6064250"/>
          <p14:tracePt t="453202" x="1549400" y="6064250"/>
          <p14:tracePt t="453220" x="1778000" y="6083300"/>
          <p14:tracePt t="453236" x="2101850" y="6102350"/>
          <p14:tracePt t="453253" x="2247900" y="6127750"/>
          <p14:tracePt t="453270" x="2533650" y="6153150"/>
          <p14:tracePt t="453286" x="2647950" y="6159500"/>
          <p14:tracePt t="453302" x="2819400" y="6178550"/>
          <p14:tracePt t="453319" x="2921000" y="6191250"/>
          <p14:tracePt t="453336" x="2965450" y="6191250"/>
          <p14:tracePt t="453353" x="3009900" y="6191250"/>
          <p14:tracePt t="453369" x="3028950" y="6191250"/>
          <p14:tracePt t="453385" x="3035300" y="6191250"/>
          <p14:tracePt t="453403" x="3048000" y="6191250"/>
          <p14:tracePt t="453508" x="3041650" y="6191250"/>
          <p14:tracePt t="453529" x="3035300" y="6191250"/>
          <p14:tracePt t="453557" x="3022600" y="6191250"/>
          <p14:tracePt t="453572" x="3016250" y="6191250"/>
          <p14:tracePt t="453607" x="3009900" y="6191250"/>
          <p14:tracePt t="453620" x="3003550" y="6191250"/>
          <p14:tracePt t="453628" x="2997200" y="6191250"/>
          <p14:tracePt t="453642" x="2990850" y="6191250"/>
          <p14:tracePt t="453651" x="2978150" y="6191250"/>
          <p14:tracePt t="453668" x="2959100" y="6191250"/>
          <p14:tracePt t="453685" x="2895600" y="6203950"/>
          <p14:tracePt t="453701" x="2762250" y="6203950"/>
          <p14:tracePt t="453719" x="2559050" y="6210300"/>
          <p14:tracePt t="453734" x="2457450" y="6210300"/>
          <p14:tracePt t="453751" x="2235200" y="6210300"/>
          <p14:tracePt t="453768" x="2044700" y="6210300"/>
          <p14:tracePt t="453784" x="1968500" y="6210300"/>
          <p14:tracePt t="453801" x="1917700" y="6210300"/>
          <p14:tracePt t="453818" x="1803400" y="6216650"/>
          <p14:tracePt t="453834" x="1784350" y="6223000"/>
          <p14:tracePt t="453850" x="1758950" y="6223000"/>
          <p14:tracePt t="453867" x="1752600" y="6223000"/>
          <p14:tracePt t="453884" x="1746250" y="6229350"/>
          <p14:tracePt t="453929" x="1739900" y="6229350"/>
          <p14:tracePt t="454119" x="1733550" y="6229350"/>
          <p14:tracePt t="454134" x="1727200" y="6229350"/>
          <p14:tracePt t="454140" x="1714500" y="6229350"/>
          <p14:tracePt t="454154" x="1714500" y="6223000"/>
          <p14:tracePt t="454166" x="1708150" y="6223000"/>
          <p14:tracePt t="454183" x="1670050" y="6223000"/>
          <p14:tracePt t="454199" x="1644650" y="6223000"/>
          <p14:tracePt t="454217" x="1600200" y="6223000"/>
          <p14:tracePt t="454233" x="1555750" y="6216650"/>
          <p14:tracePt t="454249" x="1536700" y="6216650"/>
          <p14:tracePt t="454266" x="1498600" y="6210300"/>
          <p14:tracePt t="454282" x="1479550" y="6210300"/>
          <p14:tracePt t="454299" x="1466850" y="6210300"/>
          <p14:tracePt t="454316" x="1460500" y="6203950"/>
          <p14:tracePt t="454332" x="1454150" y="6203950"/>
          <p14:tracePt t="454364" x="1447800" y="6203950"/>
          <p14:tracePt t="454400" x="1435100" y="6203950"/>
          <p14:tracePt t="454449" x="1428750" y="6203950"/>
          <p14:tracePt t="454484" x="1422400" y="6203950"/>
          <p14:tracePt t="454491" x="1416050" y="6203950"/>
          <p14:tracePt t="454589" x="1422400" y="6203950"/>
          <p14:tracePt t="454603" x="1428750" y="6203950"/>
          <p14:tracePt t="454610" x="1435100" y="6203950"/>
          <p14:tracePt t="454625" x="1447800" y="6203950"/>
          <p14:tracePt t="454634" x="1473200" y="6203950"/>
          <p14:tracePt t="454647" x="1511300" y="6203950"/>
          <p14:tracePt t="454665" x="1638300" y="6184900"/>
          <p14:tracePt t="454681" x="1835150" y="6153150"/>
          <p14:tracePt t="454698" x="1936750" y="6140450"/>
          <p14:tracePt t="454714" x="2025650" y="6134100"/>
          <p14:tracePt t="454731" x="2260600" y="6115050"/>
          <p14:tracePt t="454747" x="2324100" y="6102350"/>
          <p14:tracePt t="454765" x="2400300" y="6102350"/>
          <p14:tracePt t="454781" x="2419350" y="6102350"/>
          <p14:tracePt t="454797" x="2444750" y="6096000"/>
          <p14:tracePt t="454814" x="2457450" y="6096000"/>
          <p14:tracePt t="454831" x="2463800" y="6096000"/>
          <p14:tracePt t="454847" x="2470150" y="6096000"/>
          <p14:tracePt t="454976" x="2476500" y="6096000"/>
          <p14:tracePt t="454982" x="2482850" y="6096000"/>
          <p14:tracePt t="455003" x="2482850" y="6102350"/>
          <p14:tracePt t="455025" x="2489200" y="6102350"/>
          <p14:tracePt t="455033" x="2495550" y="6102350"/>
          <p14:tracePt t="455053" x="2501900" y="6108700"/>
          <p14:tracePt t="455063" x="2514600" y="6108700"/>
          <p14:tracePt t="455081" x="2540000" y="6108700"/>
          <p14:tracePt t="455096" x="2559050" y="6115050"/>
          <p14:tracePt t="455113" x="2590800" y="6127750"/>
          <p14:tracePt t="455130" x="2660650" y="6146800"/>
          <p14:tracePt t="455146" x="2736850" y="6153150"/>
          <p14:tracePt t="455163" x="2768600" y="6159500"/>
          <p14:tracePt t="455179" x="2825750" y="6165850"/>
          <p14:tracePt t="455196" x="2851150" y="6172200"/>
          <p14:tracePt t="455212" x="2857500" y="6178550"/>
          <p14:tracePt t="455229" x="2870200" y="6178550"/>
          <p14:tracePt t="455284" x="2870200" y="6184900"/>
          <p14:tracePt t="455305" x="2870200" y="6191250"/>
          <p14:tracePt t="457489" x="2800350" y="6191250"/>
          <p14:tracePt t="457505" x="2774950" y="6191250"/>
          <p14:tracePt t="457524" x="2717800" y="6191250"/>
          <p14:tracePt t="457538" x="2667000" y="6191250"/>
          <p14:tracePt t="457555" x="2647950" y="6197600"/>
          <p14:tracePt t="457573" x="2603500" y="6197600"/>
          <p14:tracePt t="457588" x="2590800" y="6203950"/>
          <p14:tracePt t="457605" x="2559050" y="6210300"/>
          <p14:tracePt t="457623" x="2514600" y="6216650"/>
          <p14:tracePt t="457638" x="2501900" y="6216650"/>
          <p14:tracePt t="457655" x="2482850" y="6216650"/>
          <p14:tracePt t="457671" x="2451100" y="6216650"/>
          <p14:tracePt t="457688" x="2425700" y="6216650"/>
          <p14:tracePt t="457706" x="2393950" y="6216650"/>
          <p14:tracePt t="457721" x="2362200" y="6216650"/>
          <p14:tracePt t="457738" x="2343150" y="6210300"/>
          <p14:tracePt t="457755" x="2305050" y="6203950"/>
          <p14:tracePt t="457771" x="2279650" y="6191250"/>
          <p14:tracePt t="457787" x="2266950" y="6191250"/>
          <p14:tracePt t="457791" x="2247900" y="6191250"/>
          <p14:tracePt t="457821" x="2228850" y="6184900"/>
          <p14:tracePt t="457838" x="2222500" y="6178550"/>
          <p14:tracePt t="457854" x="2203450" y="6178550"/>
          <p14:tracePt t="457872" x="2197100" y="6172200"/>
          <p14:tracePt t="457888" x="2184400" y="6172200"/>
          <p14:tracePt t="457939" x="2178050" y="6172200"/>
          <p14:tracePt t="457955" x="2171700" y="6172200"/>
          <p14:tracePt t="457987" x="2159000" y="6172200"/>
          <p14:tracePt t="458003" x="2152650" y="6172200"/>
          <p14:tracePt t="458021" x="2146300" y="6172200"/>
          <p14:tracePt t="458038" x="2146300" y="6165850"/>
          <p14:tracePt t="458055" x="2133600" y="6165850"/>
          <p14:tracePt t="458072" x="2120900" y="6159500"/>
          <p14:tracePt t="458105" x="2108200" y="6159500"/>
          <p14:tracePt t="458120" x="2082800" y="6153150"/>
          <p14:tracePt t="458136" x="2070100" y="6146800"/>
          <p14:tracePt t="458154" x="2044700" y="6146800"/>
          <p14:tracePt t="458171" x="2012950" y="6140450"/>
          <p14:tracePt t="458186" x="1981200" y="6140450"/>
          <p14:tracePt t="458205" x="1949450" y="6140450"/>
          <p14:tracePt t="458220" x="1930400" y="6140450"/>
          <p14:tracePt t="458236" x="1905000" y="6140450"/>
          <p14:tracePt t="458254" x="1885950" y="6140450"/>
          <p14:tracePt t="458270" x="1879600" y="6140450"/>
          <p14:tracePt t="458287" x="1873250" y="6146800"/>
          <p14:tracePt t="458320" x="1873250" y="6153150"/>
          <p14:tracePt t="458337" x="1860550" y="6153150"/>
          <p14:tracePt t="458369" x="1854200" y="6153150"/>
          <p14:tracePt t="458403" x="1847850" y="6153150"/>
          <p14:tracePt t="458452" x="1841500" y="6153150"/>
          <p14:tracePt t="458585" x="1854200" y="6153150"/>
          <p14:tracePt t="458618" x="1860550" y="6153150"/>
          <p14:tracePt t="458685" x="1866900" y="6153150"/>
          <p14:tracePt t="458718" x="1879600" y="6153150"/>
          <p14:tracePt t="458734" x="1885950" y="6153150"/>
          <p14:tracePt t="458752" x="1898650" y="6153150"/>
          <p14:tracePt t="458768" x="1911350" y="6153150"/>
          <p14:tracePt t="458784" x="1917700" y="6153150"/>
          <p14:tracePt t="458801" x="1962150" y="6153150"/>
          <p14:tracePt t="458818" x="2000250" y="6153150"/>
          <p14:tracePt t="458834" x="2032000" y="6153150"/>
          <p14:tracePt t="458851" x="2095500" y="6153150"/>
          <p14:tracePt t="458867" x="2152650" y="6146800"/>
          <p14:tracePt t="458885" x="2222500" y="6140450"/>
          <p14:tracePt t="458900" x="2254250" y="6140450"/>
          <p14:tracePt t="458917" x="2343150" y="6134100"/>
          <p14:tracePt t="458934" x="2444750" y="6134100"/>
          <p14:tracePt t="458950" x="2495550" y="6134100"/>
          <p14:tracePt t="458967" x="2590800" y="6134100"/>
          <p14:tracePt t="458983" x="2679700" y="6134100"/>
          <p14:tracePt t="459000" x="2717800" y="6134100"/>
          <p14:tracePt t="459017" x="2768600" y="6134100"/>
          <p14:tracePt t="459033" x="2870200" y="6121400"/>
          <p14:tracePt t="459050" x="2895600" y="6121400"/>
          <p14:tracePt t="459068" x="2959100" y="6096000"/>
          <p14:tracePt t="459083" x="2984500" y="6089650"/>
          <p14:tracePt t="459100" x="3035300" y="6083300"/>
          <p14:tracePt t="459117" x="3067050" y="6083300"/>
          <p14:tracePt t="459134" x="3092450" y="6076950"/>
          <p14:tracePt t="459151" x="3124200" y="6076950"/>
          <p14:tracePt t="459166" x="3155950" y="6057900"/>
          <p14:tracePt t="459183" x="3175000" y="6057900"/>
          <p14:tracePt t="459199" x="3206750" y="6045200"/>
          <p14:tracePt t="459216" x="3225800" y="6038850"/>
          <p14:tracePt t="459233" x="3232150" y="6038850"/>
          <p14:tracePt t="459249" x="3257550" y="6026150"/>
          <p14:tracePt t="459266" x="3282950" y="6019800"/>
          <p14:tracePt t="459282" x="3295650" y="6013450"/>
          <p14:tracePt t="459299" x="3308350" y="6007100"/>
          <p14:tracePt t="459315" x="3314700" y="5994400"/>
          <p14:tracePt t="459333" x="3314700" y="5981700"/>
          <p14:tracePt t="459349" x="3314700" y="5975350"/>
          <p14:tracePt t="459382" x="3295650" y="5937250"/>
          <p14:tracePt t="459399" x="3270250" y="5911850"/>
          <p14:tracePt t="459415" x="3257550" y="5892800"/>
          <p14:tracePt t="459433" x="3213100" y="5835650"/>
          <p14:tracePt t="459449" x="3175000" y="5784850"/>
          <p14:tracePt t="459465" x="3155950" y="5753100"/>
          <p14:tracePt t="459482" x="3136900" y="5721350"/>
          <p14:tracePt t="459498" x="3124200" y="5683250"/>
          <p14:tracePt t="459515" x="3124200" y="5670550"/>
          <p14:tracePt t="459533" x="3117850" y="5645150"/>
          <p14:tracePt t="459548" x="3117850" y="5632450"/>
          <p14:tracePt t="459566" x="3117850" y="5607050"/>
          <p14:tracePt t="459581" x="3117850" y="5600700"/>
          <p14:tracePt t="459600" x="3117850" y="5588000"/>
          <p14:tracePt t="459616" x="3117850" y="5581650"/>
          <p14:tracePt t="459632" x="3117850" y="5575300"/>
          <p14:tracePt t="459665" x="3117850" y="5562600"/>
          <p14:tracePt t="459715" x="3117850" y="5556250"/>
          <p14:tracePt t="459731" x="3117850" y="5549900"/>
          <p14:tracePt t="459814" x="3124200" y="5549900"/>
          <p14:tracePt t="459913" x="3130550" y="5549900"/>
          <p14:tracePt t="459944" x="3136900" y="5556250"/>
          <p14:tracePt t="459980" x="3143250" y="5556250"/>
          <p14:tracePt t="460029" x="3149600" y="5549900"/>
          <p14:tracePt t="460057" x="3155950" y="5537200"/>
          <p14:tracePt t="460071" x="3162300" y="5537200"/>
          <p14:tracePt t="460099" x="3162300" y="5530850"/>
          <p14:tracePt t="460106" x="3162300" y="5524500"/>
          <p14:tracePt t="460120" x="3168650" y="5518150"/>
          <p14:tracePt t="460129" x="3168650" y="5511800"/>
          <p14:tracePt t="460146" x="3175000" y="5505450"/>
          <p14:tracePt t="460162" x="3194050" y="5473700"/>
          <p14:tracePt t="460179" x="3219450" y="5429250"/>
          <p14:tracePt t="460195" x="3232150" y="5410200"/>
          <p14:tracePt t="460212" x="3251200" y="5353050"/>
          <p14:tracePt t="460229" x="3282950" y="5289550"/>
          <p14:tracePt t="460247" x="3314700" y="5238750"/>
          <p14:tracePt t="460261" x="3321050" y="5213350"/>
          <p14:tracePt t="460278" x="3333750" y="5181600"/>
          <p14:tracePt t="460296" x="3359150" y="5124450"/>
          <p14:tracePt t="460311" x="3365500" y="5111750"/>
          <p14:tracePt t="460329" x="3365500" y="5099050"/>
          <p14:tracePt t="460345" x="3371850" y="5073650"/>
          <p14:tracePt t="460362" x="3371850" y="5054600"/>
          <p14:tracePt t="460379" x="3371850" y="5035550"/>
          <p14:tracePt t="460395" x="3371850" y="5022850"/>
          <p14:tracePt t="460411" x="3371850" y="5010150"/>
          <p14:tracePt t="460428" x="3371850" y="5003800"/>
          <p14:tracePt t="460444" x="3378200" y="4984750"/>
          <p14:tracePt t="460461" x="3384550" y="4972050"/>
          <p14:tracePt t="460494" x="3384550" y="4959350"/>
          <p14:tracePt t="460511" x="3384550" y="4946650"/>
          <p14:tracePt t="460528" x="3390900" y="4940300"/>
          <p14:tracePt t="460544" x="3397250" y="4921250"/>
          <p14:tracePt t="460561" x="3403600" y="4921250"/>
          <p14:tracePt t="460577" x="3403600" y="4914900"/>
          <p14:tracePt t="460594" x="3409950" y="4902200"/>
          <p14:tracePt t="460611" x="3409950" y="4889500"/>
          <p14:tracePt t="460627" x="3416300" y="4876800"/>
          <p14:tracePt t="460668" x="3416300" y="4870450"/>
          <p14:tracePt t="460717" x="3422650" y="4864100"/>
          <p14:tracePt t="460759" x="3422650" y="4857750"/>
          <p14:tracePt t="461536" x="3416300" y="4876800"/>
          <p14:tracePt t="461543" x="3378200" y="4914900"/>
          <p14:tracePt t="461560" x="3365500" y="4959350"/>
          <p14:tracePt t="461574" x="3314700" y="5029200"/>
          <p14:tracePt t="461590" x="3295650" y="5060950"/>
          <p14:tracePt t="461607" x="3232150" y="5149850"/>
          <p14:tracePt t="461624" x="3149600" y="5264150"/>
          <p14:tracePt t="461641" x="3098800" y="5321300"/>
          <p14:tracePt t="461656" x="2971800" y="5454650"/>
          <p14:tracePt t="461673" x="2813050" y="5632450"/>
          <p14:tracePt t="461691" x="2654300" y="5797550"/>
          <p14:tracePt t="461707" x="2584450" y="5861050"/>
          <p14:tracePt t="461723" x="2514600" y="5924550"/>
          <p14:tracePt t="461740" x="2355850" y="6026150"/>
          <p14:tracePt t="461756" x="2298700" y="6045200"/>
          <p14:tracePt t="461773" x="2254250" y="6070600"/>
          <p14:tracePt t="461790" x="2171700" y="6083300"/>
          <p14:tracePt t="461806" x="2120900" y="6096000"/>
          <p14:tracePt t="461810" x="2101850" y="6102350"/>
          <p14:tracePt t="461826" x="2089150" y="6102350"/>
          <p14:tracePt t="461839" x="2076450" y="6102350"/>
          <p14:tracePt t="461856" x="2044700" y="6096000"/>
          <p14:tracePt t="461873" x="2006600" y="6096000"/>
          <p14:tracePt t="461889" x="1987550" y="6096000"/>
          <p14:tracePt t="461906" x="1955800" y="6096000"/>
          <p14:tracePt t="461923" x="1930400" y="6096000"/>
          <p14:tracePt t="461939" x="1917700" y="6096000"/>
          <p14:tracePt t="461957" x="1892300" y="6096000"/>
          <p14:tracePt t="461972" x="1873250" y="6096000"/>
          <p14:tracePt t="461989" x="1847850" y="6096000"/>
          <p14:tracePt t="462007" x="1809750" y="6096000"/>
          <p14:tracePt t="462022" x="1752600" y="6096000"/>
          <p14:tracePt t="462039" x="1727200" y="6096000"/>
          <p14:tracePt t="462056" x="1676400" y="6096000"/>
          <p14:tracePt t="462072" x="1644650" y="6096000"/>
          <p14:tracePt t="462089" x="1606550" y="6096000"/>
          <p14:tracePt t="462105" x="1574800" y="6083300"/>
          <p14:tracePt t="462122" x="1562100" y="6083300"/>
          <p14:tracePt t="462139" x="1543050" y="6083300"/>
          <p14:tracePt t="462155" x="1530350" y="6083300"/>
          <p14:tracePt t="462172" x="1517650" y="6083300"/>
          <p14:tracePt t="462189" x="1511300" y="6083300"/>
          <p14:tracePt t="462205" x="1504950" y="6083300"/>
          <p14:tracePt t="462222" x="1498600" y="6083300"/>
          <p14:tracePt t="462255" x="1492250" y="6083300"/>
          <p14:tracePt t="462294" x="1485900" y="6089650"/>
          <p14:tracePt t="462344" x="1479550" y="6089650"/>
          <p14:tracePt t="462456" x="1473200" y="6089650"/>
          <p14:tracePt t="462484" x="1466850" y="6089650"/>
          <p14:tracePt t="462533" x="1460500" y="6089650"/>
          <p14:tracePt t="462555" x="1454150" y="6089650"/>
          <p14:tracePt t="462575" x="1447800" y="6089650"/>
          <p14:tracePt t="462604" x="1441450" y="6089650"/>
          <p14:tracePt t="462688" x="1435100" y="6089650"/>
          <p14:tracePt t="462716" x="1428750" y="6089650"/>
          <p14:tracePt t="462758" x="1422400" y="6089650"/>
          <p14:tracePt t="462814" x="1416050" y="6089650"/>
          <p14:tracePt t="462884" x="1416050" y="6096000"/>
          <p14:tracePt t="462933" x="1422400" y="6096000"/>
          <p14:tracePt t="462954" x="1428750" y="6096000"/>
          <p14:tracePt t="462990" x="1435100" y="6096000"/>
          <p14:tracePt t="463025" x="1447800" y="6096000"/>
          <p14:tracePt t="463067" x="1460500" y="6096000"/>
          <p14:tracePt t="463095" x="1466850" y="6096000"/>
          <p14:tracePt t="463116" x="1473200" y="6096000"/>
          <p14:tracePt t="463137" x="1479550" y="6096000"/>
          <p14:tracePt t="463158" x="1485900" y="6096000"/>
          <p14:tracePt t="463186" x="1492250" y="6096000"/>
          <p14:tracePt t="463207" x="1498600" y="6096000"/>
          <p14:tracePt t="463228" x="1504950" y="6096000"/>
          <p14:tracePt t="463235" x="1511300" y="6096000"/>
          <p14:tracePt t="463249" x="1511300" y="6102350"/>
          <p14:tracePt t="463256" x="1517650" y="6102350"/>
          <p14:tracePt t="463271" x="1524000" y="6102350"/>
          <p14:tracePt t="463298" x="1530350" y="6102350"/>
          <p14:tracePt t="463305" x="1536700" y="6102350"/>
          <p14:tracePt t="463321" x="1543050" y="6102350"/>
          <p14:tracePt t="463334" x="1549400" y="6102350"/>
          <p14:tracePt t="463351" x="1562100" y="6108700"/>
          <p14:tracePt t="463355" x="1568450" y="6108700"/>
          <p14:tracePt t="463371" x="1574800" y="6108700"/>
          <p14:tracePt t="463384" x="1587500" y="6108700"/>
          <p14:tracePt t="463401" x="1606550" y="6115050"/>
          <p14:tracePt t="463418" x="1619250" y="6115050"/>
          <p14:tracePt t="463434" x="1619250" y="6121400"/>
          <p14:tracePt t="463451" x="1625600" y="6121400"/>
          <p14:tracePt t="463467" x="1631950" y="6121400"/>
          <p14:tracePt t="463500" x="1638300" y="6121400"/>
          <p14:tracePt t="463517" x="1644650" y="6121400"/>
          <p14:tracePt t="463537" x="1651000" y="6121400"/>
          <p14:tracePt t="463558" x="1657350" y="6121400"/>
          <p14:tracePt t="463586" x="1663700" y="6121400"/>
          <p14:tracePt t="463602" x="1670050" y="6121400"/>
          <p14:tracePt t="463607" x="1682750" y="6121400"/>
          <p14:tracePt t="463621" x="1695450" y="6121400"/>
          <p14:tracePt t="463634" x="1708150" y="6121400"/>
          <p14:tracePt t="463650" x="1746250" y="6121400"/>
          <p14:tracePt t="463666" x="1765300" y="6121400"/>
          <p14:tracePt t="463684" x="1822450" y="6134100"/>
          <p14:tracePt t="463700" x="1873250" y="6134100"/>
          <p14:tracePt t="463716" x="1892300" y="6134100"/>
          <p14:tracePt t="463734" x="1936750" y="6134100"/>
          <p14:tracePt t="463750" x="1968500" y="6134100"/>
          <p14:tracePt t="463766" x="1981200" y="6140450"/>
          <p14:tracePt t="463783" x="2000250" y="6146800"/>
          <p14:tracePt t="463799" x="2006600" y="6146800"/>
          <p14:tracePt t="463817" x="2019300" y="6146800"/>
          <p14:tracePt t="463833" x="2032000" y="6153150"/>
          <p14:tracePt t="463850" x="2044700" y="6153150"/>
          <p14:tracePt t="463867" x="2057400" y="6153150"/>
          <p14:tracePt t="463883" x="2063750" y="6153150"/>
          <p14:tracePt t="463899" x="2070100" y="6153150"/>
          <p14:tracePt t="463916" x="2101850" y="6159500"/>
          <p14:tracePt t="463932" x="2120900" y="6159500"/>
          <p14:tracePt t="463949" x="2139950" y="6159500"/>
          <p14:tracePt t="463965" x="2190750" y="6159500"/>
          <p14:tracePt t="463982" x="2235200" y="6159500"/>
          <p14:tracePt t="463999" x="2266950" y="6159500"/>
          <p14:tracePt t="464015" x="2317750" y="6159500"/>
          <p14:tracePt t="464032" x="2374900" y="6159500"/>
          <p14:tracePt t="464050" x="2438400" y="6159500"/>
          <p14:tracePt t="464066" x="2470150" y="6159500"/>
          <p14:tracePt t="464082" x="2527300" y="6159500"/>
          <p14:tracePt t="464099" x="2571750" y="6159500"/>
          <p14:tracePt t="464115" x="2603500" y="6159500"/>
          <p14:tracePt t="464132" x="2673350" y="6159500"/>
          <p14:tracePt t="464149" x="2736850" y="6153150"/>
          <p14:tracePt t="464165" x="2762250" y="6153150"/>
          <p14:tracePt t="464183" x="2825750" y="6146800"/>
          <p14:tracePt t="464198" x="2882900" y="6146800"/>
          <p14:tracePt t="464215" x="2921000" y="6146800"/>
          <p14:tracePt t="464232" x="3009900" y="6146800"/>
          <p14:tracePt t="464248" x="3079750" y="6146800"/>
          <p14:tracePt t="464265" x="3206750" y="6134100"/>
          <p14:tracePt t="464282" x="3314700" y="6115050"/>
          <p14:tracePt t="464298" x="3365500" y="6108700"/>
          <p14:tracePt t="464314" x="3435350" y="6096000"/>
          <p14:tracePt t="464331" x="3486150" y="6096000"/>
          <p14:tracePt t="464348" x="3505200" y="6083300"/>
          <p14:tracePt t="464365" x="3543300" y="6070600"/>
          <p14:tracePt t="464381" x="3575050" y="6057900"/>
          <p14:tracePt t="464398" x="3587750" y="6051550"/>
          <p14:tracePt t="464414" x="3613150" y="6032500"/>
          <p14:tracePt t="464431" x="3638550" y="6019800"/>
          <p14:tracePt t="464447" x="3644900" y="6013450"/>
          <p14:tracePt t="464464" x="3644900" y="6000750"/>
          <p14:tracePt t="464497" x="3632200" y="5994400"/>
          <p14:tracePt t="464514" x="3613150" y="5988050"/>
          <p14:tracePt t="464530" x="3594100" y="5988050"/>
          <p14:tracePt t="464548" x="3371850" y="5937250"/>
          <p14:tracePt t="464563" x="3225800" y="5905500"/>
          <p14:tracePt t="464580" x="3048000" y="5867400"/>
          <p14:tracePt t="464597" x="2673350" y="5791200"/>
          <p14:tracePt t="464613" x="2273300" y="5721350"/>
          <p14:tracePt t="464630" x="2146300" y="5702300"/>
          <p14:tracePt t="464646" x="1955800" y="5683250"/>
          <p14:tracePt t="464663" x="1854200" y="5683250"/>
          <p14:tracePt t="464680" x="1822450" y="5683250"/>
          <p14:tracePt t="464697" x="1790700" y="5683250"/>
          <p14:tracePt t="464713" x="1778000" y="5683250"/>
          <p14:tracePt t="464730" x="1771650" y="5683250"/>
          <p14:tracePt t="464763" x="1765300" y="5689600"/>
          <p14:tracePt t="464780" x="1746250" y="5695950"/>
          <p14:tracePt t="464796" x="1739900" y="5695950"/>
          <p14:tracePt t="464813" x="1727200" y="5695950"/>
          <p14:tracePt t="464829" x="1676400" y="5702300"/>
          <p14:tracePt t="464846" x="1657350" y="5702300"/>
          <p14:tracePt t="464864" x="1593850" y="5721350"/>
          <p14:tracePt t="464879" x="1574800" y="5727700"/>
          <p14:tracePt t="464896" x="1524000" y="5734050"/>
          <p14:tracePt t="464899" x="1498600" y="5734050"/>
          <p14:tracePt t="464916" x="1473200" y="5734050"/>
          <p14:tracePt t="464929" x="1454150" y="5734050"/>
          <p14:tracePt t="464945" x="1422400" y="5727700"/>
          <p14:tracePt t="464962" x="1403350" y="5727700"/>
          <p14:tracePt t="464995" x="1397000" y="5727700"/>
          <p14:tracePt t="465012" x="1397000" y="5721350"/>
          <p14:tracePt t="465032" x="1397000" y="5715000"/>
          <p14:tracePt t="465045" x="1397000" y="5708650"/>
          <p14:tracePt t="465062" x="1403350" y="5702300"/>
          <p14:tracePt t="465078" x="1409700" y="5695950"/>
          <p14:tracePt t="465096" x="1428750" y="5689600"/>
          <p14:tracePt t="465112" x="1441450" y="5683250"/>
          <p14:tracePt t="465128" x="1466850" y="5683250"/>
          <p14:tracePt t="465145" x="1536700" y="5657850"/>
          <p14:tracePt t="465162" x="1631950" y="5632450"/>
          <p14:tracePt t="465178" x="1701800" y="5613400"/>
          <p14:tracePt t="465195" x="1816100" y="5581650"/>
          <p14:tracePt t="465211" x="1873250" y="5562600"/>
          <p14:tracePt t="465228" x="1981200" y="5549900"/>
          <p14:tracePt t="465244" x="2076450" y="5537200"/>
          <p14:tracePt t="465261" x="2095500" y="5537200"/>
          <p14:tracePt t="465278" x="2133600" y="5530850"/>
          <p14:tracePt t="465294" x="2159000" y="5530850"/>
          <p14:tracePt t="465311" x="2165350" y="5530850"/>
          <p14:tracePt t="465327" x="2171700" y="5530850"/>
          <p14:tracePt t="465344" x="2184400" y="5530850"/>
          <p14:tracePt t="465361" x="2197100" y="5530850"/>
          <p14:tracePt t="465377" x="2209800" y="5537200"/>
          <p14:tracePt t="465393" x="2247900" y="5543550"/>
          <p14:tracePt t="465411" x="2305050" y="5543550"/>
          <p14:tracePt t="465427" x="2343150" y="5543550"/>
          <p14:tracePt t="465444" x="2381250" y="5543550"/>
          <p14:tracePt t="465461" x="2565400" y="5568950"/>
          <p14:tracePt t="465477" x="2654300" y="5581650"/>
          <p14:tracePt t="465494" x="2730500" y="5594350"/>
          <p14:tracePt t="465510" x="2921000" y="5600700"/>
          <p14:tracePt t="465527" x="3105150" y="5632450"/>
          <p14:tracePt t="465544" x="3194050" y="5651500"/>
          <p14:tracePt t="465560" x="3346450" y="5664200"/>
          <p14:tracePt t="465577" x="3479800" y="5683250"/>
          <p14:tracePt t="465594" x="3600450" y="5676900"/>
          <p14:tracePt t="465610" x="3651250" y="5670550"/>
          <p14:tracePt t="465626" x="3727450" y="5670550"/>
          <p14:tracePt t="465643" x="3778250" y="5670550"/>
          <p14:tracePt t="465660" x="3810000" y="5670550"/>
          <p14:tracePt t="465676" x="3854450" y="5670550"/>
          <p14:tracePt t="465693" x="3905250" y="5670550"/>
          <p14:tracePt t="465709" x="3924300" y="5664200"/>
          <p14:tracePt t="465727" x="3968750" y="5657850"/>
          <p14:tracePt t="465742" x="4000500" y="5651500"/>
          <p14:tracePt t="465759" x="4019550" y="5651500"/>
          <p14:tracePt t="465777" x="4051300" y="5651500"/>
          <p14:tracePt t="465793" x="4076700" y="5645150"/>
          <p14:tracePt t="465809" x="4108450" y="5645150"/>
          <p14:tracePt t="465826" x="4140200" y="5638800"/>
          <p14:tracePt t="465842" x="4159250" y="5638800"/>
          <p14:tracePt t="465859" x="4197350" y="5626100"/>
          <p14:tracePt t="465876" x="4254500" y="5607050"/>
          <p14:tracePt t="465892" x="4286250" y="5600700"/>
          <p14:tracePt t="465909" x="4368800" y="5581650"/>
          <p14:tracePt t="465925" x="4451350" y="5562600"/>
          <p14:tracePt t="465942" x="4514850" y="5556250"/>
          <p14:tracePt t="465959" x="4622800" y="5537200"/>
          <p14:tracePt t="465975" x="4724400" y="5530850"/>
          <p14:tracePt t="465992" x="4768850" y="5518150"/>
          <p14:tracePt t="466008" x="4826000" y="5511800"/>
          <p14:tracePt t="466025" x="4883150" y="5511800"/>
          <p14:tracePt t="466043" x="4933950" y="5499100"/>
          <p14:tracePt t="466058" x="4965700" y="5499100"/>
          <p14:tracePt t="466075" x="4978400" y="5492750"/>
          <p14:tracePt t="466092" x="5010150" y="5480050"/>
          <p14:tracePt t="466108" x="5029200" y="5473700"/>
          <p14:tracePt t="466125" x="5035550" y="5473700"/>
          <p14:tracePt t="466142" x="5035550" y="5461000"/>
          <p14:tracePt t="466174" x="5029200" y="5461000"/>
          <p14:tracePt t="466191" x="5016500" y="5454650"/>
          <p14:tracePt t="466208" x="5003800" y="5448300"/>
          <p14:tracePt t="466225" x="4991100" y="5448300"/>
          <p14:tracePt t="466241" x="4978400" y="5448300"/>
          <p14:tracePt t="466258" x="4940300" y="5448300"/>
          <p14:tracePt t="466275" x="4870450" y="5429250"/>
          <p14:tracePt t="466291" x="4787900" y="5410200"/>
          <p14:tracePt t="466307" x="4597400" y="5372100"/>
          <p14:tracePt t="466325" x="4387850" y="5295900"/>
          <p14:tracePt t="466341" x="4267200" y="5257800"/>
          <p14:tracePt t="466357" x="4165600" y="5213350"/>
          <p14:tracePt t="466374" x="3829050" y="5105400"/>
          <p14:tracePt t="466391" x="3727450" y="5099050"/>
          <p14:tracePt t="466394" x="3619500" y="5073650"/>
          <p14:tracePt t="466410" x="3530600" y="5054600"/>
          <p14:tracePt t="466424" x="3429000" y="5035550"/>
          <p14:tracePt t="466441" x="3232150" y="5016500"/>
          <p14:tracePt t="466457" x="3028950" y="5003800"/>
          <p14:tracePt t="466473" x="2940050" y="4997450"/>
          <p14:tracePt t="466491" x="2774950" y="4978400"/>
          <p14:tracePt t="466507" x="2616200" y="4959350"/>
          <p14:tracePt t="466523" x="2540000" y="4959350"/>
          <p14:tracePt t="466540" x="2387600" y="4946650"/>
          <p14:tracePt t="466557" x="2235200" y="4946650"/>
          <p14:tracePt t="466573" x="2171700" y="4940300"/>
          <p14:tracePt t="466590" x="2051050" y="4927600"/>
          <p14:tracePt t="466606" x="1949450" y="4927600"/>
          <p14:tracePt t="466623" x="1892300" y="4921250"/>
          <p14:tracePt t="466640" x="1778000" y="4921250"/>
          <p14:tracePt t="466657" x="1670050" y="4933950"/>
          <p14:tracePt t="466673" x="1644650" y="4933950"/>
          <p14:tracePt t="466689" x="1587500" y="4927600"/>
          <p14:tracePt t="466706" x="1536700" y="4914900"/>
          <p14:tracePt t="466723" x="1511300" y="4914900"/>
          <p14:tracePt t="466740" x="1473200" y="4908550"/>
          <p14:tracePt t="466756" x="1454150" y="4908550"/>
          <p14:tracePt t="466773" x="1422400" y="4908550"/>
          <p14:tracePt t="466789" x="1403350" y="4908550"/>
          <p14:tracePt t="466806" x="1390650" y="4908550"/>
          <p14:tracePt t="466823" x="1365250" y="4908550"/>
          <p14:tracePt t="466839" x="1333500" y="4908550"/>
          <p14:tracePt t="466856" x="1314450" y="4908550"/>
          <p14:tracePt t="466872" x="1263650" y="4902200"/>
          <p14:tracePt t="466889" x="1212850" y="4902200"/>
          <p14:tracePt t="466906" x="1193800" y="4902200"/>
          <p14:tracePt t="466922" x="1155700" y="4902200"/>
          <p14:tracePt t="466938" x="1130300" y="4902200"/>
          <p14:tracePt t="466956" x="1104900" y="4902200"/>
          <p14:tracePt t="466989" x="1098550" y="4902200"/>
          <p14:tracePt t="467132" x="1104900" y="4908550"/>
          <p14:tracePt t="467187" x="1111250" y="4908550"/>
          <p14:tracePt t="467216" x="1117600" y="4908550"/>
          <p14:tracePt t="467251" x="1130300" y="4908550"/>
          <p14:tracePt t="467272" x="1143000" y="4908550"/>
          <p14:tracePt t="467279" x="1149350" y="4908550"/>
          <p14:tracePt t="467288" x="1168400" y="4908550"/>
          <p14:tracePt t="467304" x="1181100" y="4908550"/>
          <p14:tracePt t="467321" x="1238250" y="4902200"/>
          <p14:tracePt t="467337" x="1308100" y="4902200"/>
          <p14:tracePt t="467354" x="1346200" y="4895850"/>
          <p14:tracePt t="467371" x="1409700" y="4895850"/>
          <p14:tracePt t="467387" x="1428750" y="4895850"/>
          <p14:tracePt t="467391" x="1460500" y="4895850"/>
          <p14:tracePt t="467404" x="1511300" y="4902200"/>
          <p14:tracePt t="467420" x="1530350" y="4902200"/>
          <p14:tracePt t="467437" x="1543050" y="4902200"/>
          <p14:tracePt t="467454" x="1574800" y="4914900"/>
          <p14:tracePt t="467470" x="1593850" y="4914900"/>
          <p14:tracePt t="467487" x="1600200" y="4914900"/>
          <p14:tracePt t="467504" x="1606550" y="4914900"/>
          <p14:tracePt t="467520" x="1631950" y="4914900"/>
          <p14:tracePt t="467537" x="1638300" y="4908550"/>
          <p14:tracePt t="467553" x="1663700" y="4908550"/>
          <p14:tracePt t="467570" x="1676400" y="4908550"/>
          <p14:tracePt t="467587" x="1695450" y="4902200"/>
          <p14:tracePt t="467603" x="1701800" y="4902200"/>
          <p14:tracePt t="467620" x="1714500" y="4902200"/>
          <p14:tracePt t="467637" x="1733550" y="4902200"/>
          <p14:tracePt t="467653" x="1739900" y="4902200"/>
          <p14:tracePt t="467669" x="1746250" y="4902200"/>
          <p14:tracePt t="467686" x="1752600" y="4902200"/>
          <p14:tracePt t="467703" x="1758950" y="4902200"/>
          <p14:tracePt t="467719" x="1765300" y="4902200"/>
          <p14:tracePt t="467736" x="1771650" y="4902200"/>
          <p14:tracePt t="467752" x="1784350" y="4908550"/>
          <p14:tracePt t="467771" x="1797050" y="4908550"/>
          <p14:tracePt t="467785" x="1803400" y="4908550"/>
          <p14:tracePt t="467802" x="1828800" y="4908550"/>
          <p14:tracePt t="467819" x="1866900" y="4914900"/>
          <p14:tracePt t="467835" x="1885950" y="4914900"/>
          <p14:tracePt t="467852" x="1924050" y="4921250"/>
          <p14:tracePt t="467869" x="1968500" y="4921250"/>
          <p14:tracePt t="467885" x="1981200" y="4921250"/>
          <p14:tracePt t="467902" x="2000250" y="4921250"/>
          <p14:tracePt t="467906" x="2012950" y="4921250"/>
          <p14:tracePt t="467919" x="2025650" y="4927600"/>
          <p14:tracePt t="467935" x="2032000" y="4927600"/>
          <p14:tracePt t="467952" x="2044700" y="4927600"/>
          <p14:tracePt t="467968" x="2063750" y="4927600"/>
          <p14:tracePt t="467985" x="2070100" y="4927600"/>
          <p14:tracePt t="468002" x="2082800" y="4927600"/>
          <p14:tracePt t="468018" x="2101850" y="4927600"/>
          <p14:tracePt t="468035" x="2133600" y="4927600"/>
          <p14:tracePt t="468052" x="2184400" y="4927600"/>
          <p14:tracePt t="468068" x="2209800" y="4927600"/>
          <p14:tracePt t="468085" x="2273300" y="4914900"/>
          <p14:tracePt t="468102" x="2324100" y="4914900"/>
          <p14:tracePt t="468118" x="2349500" y="4908550"/>
          <p14:tracePt t="468135" x="2393950" y="4902200"/>
          <p14:tracePt t="468151" x="2413000" y="4895850"/>
          <p14:tracePt t="468185" x="2425700" y="4895850"/>
          <p14:tracePt t="468241" x="2432050" y="4889500"/>
          <p14:tracePt t="468444" x="2438400" y="4889500"/>
          <p14:tracePt t="468451" x="2444750" y="4889500"/>
          <p14:tracePt t="468465" x="2444750" y="4883150"/>
          <p14:tracePt t="468480" x="2451100" y="4883150"/>
          <p14:tracePt t="468494" x="2457450" y="4883150"/>
          <p14:tracePt t="468515" x="2463800" y="4883150"/>
          <p14:tracePt t="468529" x="2470150" y="4883150"/>
          <p14:tracePt t="468543" x="2476500" y="4883150"/>
          <p14:tracePt t="468564" x="2489200" y="4876800"/>
          <p14:tracePt t="468592" x="2495550" y="4876800"/>
          <p14:tracePt t="468598" x="2514600" y="4870450"/>
          <p14:tracePt t="468613" x="2533650" y="4870450"/>
          <p14:tracePt t="468627" x="2559050" y="4870450"/>
          <p14:tracePt t="468641" x="2584450" y="4870450"/>
          <p14:tracePt t="468649" x="2616200" y="4864100"/>
          <p14:tracePt t="468666" x="2641600" y="4864100"/>
          <p14:tracePt t="468683" x="2717800" y="4864100"/>
          <p14:tracePt t="468699" x="2813050" y="4870450"/>
          <p14:tracePt t="468716" x="2851150" y="4870450"/>
          <p14:tracePt t="468733" x="2933700" y="4870450"/>
          <p14:tracePt t="468749" x="2971800" y="4870450"/>
          <p14:tracePt t="468766" x="2997200" y="4870450"/>
          <p14:tracePt t="468782" x="3054350" y="4870450"/>
          <p14:tracePt t="468799" x="3086100" y="4857750"/>
          <p14:tracePt t="468816" x="3124200" y="4857750"/>
          <p14:tracePt t="468832" x="3149600" y="4857750"/>
          <p14:tracePt t="468849" x="3168650" y="4857750"/>
          <p14:tracePt t="468866" x="3200400" y="4857750"/>
          <p14:tracePt t="468882" x="3213100" y="4857750"/>
          <p14:tracePt t="468899" x="3225800" y="4857750"/>
          <p14:tracePt t="468902" x="3232150" y="4857750"/>
          <p14:tracePt t="468915" x="3238500" y="4851400"/>
          <p14:tracePt t="468932" x="3251200" y="4851400"/>
          <p14:tracePt t="468948" x="3263900" y="4851400"/>
          <p14:tracePt t="468981" x="3270250" y="4851400"/>
          <p14:tracePt t="468999" x="3276600" y="4851400"/>
          <p14:tracePt t="469426" x="3308350" y="4851400"/>
          <p14:tracePt t="469432" x="3333750" y="4851400"/>
          <p14:tracePt t="469450" x="3371850" y="4851400"/>
          <p14:tracePt t="469463" x="3409950" y="4851400"/>
          <p14:tracePt t="469480" x="3473450" y="4838700"/>
          <p14:tracePt t="469497" x="3511550" y="4832350"/>
          <p14:tracePt t="469513" x="3530600" y="4826000"/>
          <p14:tracePt t="469530" x="3556000" y="4826000"/>
          <p14:tracePt t="469546" x="3575050" y="4826000"/>
          <p14:tracePt t="469580" x="3581400" y="4826000"/>
          <p14:tracePt t="469665" x="3587750" y="4832350"/>
          <p14:tracePt t="469693" x="3594100" y="4832350"/>
          <p14:tracePt t="469756" x="3600450" y="4832350"/>
          <p14:tracePt t="469784" x="3613150" y="4832350"/>
          <p14:tracePt t="469805" x="3619500" y="4832350"/>
          <p14:tracePt t="469813" x="3625850" y="4838700"/>
          <p14:tracePt t="469826" x="3632200" y="4838700"/>
          <p14:tracePt t="469833" x="3638550" y="4838700"/>
          <p14:tracePt t="469849" x="3651250" y="4838700"/>
          <p14:tracePt t="469862" x="3676650" y="4838700"/>
          <p14:tracePt t="469878" x="3733800" y="4845050"/>
          <p14:tracePt t="469895" x="3771900" y="4851400"/>
          <p14:tracePt t="469911" x="3879850" y="4870450"/>
          <p14:tracePt t="469928" x="4000500" y="4889500"/>
          <p14:tracePt t="469945" x="4064000" y="4902200"/>
          <p14:tracePt t="469962" x="4184650" y="4914900"/>
          <p14:tracePt t="469978" x="4286250" y="4927600"/>
          <p14:tracePt t="469995" x="4368800" y="4927600"/>
          <p14:tracePt t="470011" x="4394200" y="4927600"/>
          <p14:tracePt t="470028" x="4425950" y="4927600"/>
          <p14:tracePt t="470045" x="4514850" y="4921250"/>
          <p14:tracePt t="470061" x="4533900" y="4908550"/>
          <p14:tracePt t="470079" x="4597400" y="4908550"/>
          <p14:tracePt t="470094" x="4635500" y="4908550"/>
          <p14:tracePt t="470111" x="4718050" y="4908550"/>
          <p14:tracePt t="470128" x="4781550" y="4902200"/>
          <p14:tracePt t="470144" x="4813300" y="4902200"/>
          <p14:tracePt t="470161" x="4851400" y="4895850"/>
          <p14:tracePt t="470177" x="4895850" y="4895850"/>
          <p14:tracePt t="470194" x="4908550" y="4895850"/>
          <p14:tracePt t="470211" x="4933950" y="4889500"/>
          <p14:tracePt t="470227" x="4959350" y="4889500"/>
          <p14:tracePt t="470261" x="4984750" y="4889500"/>
          <p14:tracePt t="470277" x="5010150" y="4889500"/>
          <p14:tracePt t="470294" x="5016500" y="4889500"/>
          <p14:tracePt t="470311" x="5041900" y="4889500"/>
          <p14:tracePt t="470327" x="5054600" y="4889500"/>
          <p14:tracePt t="470344" x="5060950" y="4883150"/>
          <p14:tracePt t="470360" x="5073650" y="4883150"/>
          <p14:tracePt t="470377" x="5086350" y="4883150"/>
          <p14:tracePt t="470394" x="5092700" y="4883150"/>
          <p14:tracePt t="470410" x="5092700" y="4876800"/>
          <p14:tracePt t="470427" x="5099050" y="4876800"/>
          <p14:tracePt t="471290" x="5105400" y="4876800"/>
          <p14:tracePt t="471304" x="5124450" y="4876800"/>
          <p14:tracePt t="471310" x="5149850" y="4876800"/>
          <p14:tracePt t="471325" x="5181600" y="4876800"/>
          <p14:tracePt t="471340" x="5245100" y="4876800"/>
          <p14:tracePt t="471357" x="5276850" y="4876800"/>
          <p14:tracePt t="471374" x="5340350" y="4876800"/>
          <p14:tracePt t="471390" x="5429250" y="4883150"/>
          <p14:tracePt t="471407" x="5473700" y="4876800"/>
          <p14:tracePt t="471423" x="5556250" y="4876800"/>
          <p14:tracePt t="471440" x="5581650" y="4876800"/>
          <p14:tracePt t="471456" x="5638800" y="4876800"/>
          <p14:tracePt t="471473" x="5689600" y="4864100"/>
          <p14:tracePt t="471490" x="5708650" y="4864100"/>
          <p14:tracePt t="471507" x="5778500" y="4857750"/>
          <p14:tracePt t="471523" x="5797550" y="4851400"/>
          <p14:tracePt t="471539" x="5822950" y="4851400"/>
          <p14:tracePt t="471557" x="5861050" y="4845050"/>
          <p14:tracePt t="471573" x="5899150" y="4845050"/>
          <p14:tracePt t="471589" x="5911850" y="4845050"/>
          <p14:tracePt t="471606" x="5930900" y="4845050"/>
          <p14:tracePt t="471622" x="5949950" y="4845050"/>
          <p14:tracePt t="471639" x="5949950" y="4838700"/>
          <p14:tracePt t="471655" x="5956300" y="4838700"/>
          <p14:tracePt t="471893" x="5949950" y="4838700"/>
          <p14:tracePt t="471914" x="5943600" y="4838700"/>
          <p14:tracePt t="471923" x="5937250" y="4832350"/>
          <p14:tracePt t="471935" x="5930900" y="4832350"/>
          <p14:tracePt t="471949" x="5924550" y="4832350"/>
          <p14:tracePt t="471963" x="5905500" y="4832350"/>
          <p14:tracePt t="471971" x="5873750" y="4832350"/>
          <p14:tracePt t="471987" x="5835650" y="4832350"/>
          <p14:tracePt t="472005" x="5734050" y="4826000"/>
          <p14:tracePt t="472021" x="5581650" y="4826000"/>
          <p14:tracePt t="472038" x="5505450" y="4826000"/>
          <p14:tracePt t="472055" x="5372100" y="4826000"/>
          <p14:tracePt t="472071" x="5321300" y="4826000"/>
          <p14:tracePt t="472087" x="5245100" y="4826000"/>
          <p14:tracePt t="472104" x="5200650" y="4832350"/>
          <p14:tracePt t="472121" x="5194300" y="4832350"/>
          <p14:tracePt t="472138" x="5187950" y="4832350"/>
          <p14:tracePt t="472154" x="5200650" y="4838700"/>
          <p14:tracePt t="472171" x="5213350" y="4838700"/>
          <p14:tracePt t="472188" x="5283200" y="4838700"/>
          <p14:tracePt t="472204" x="5461000" y="4845050"/>
          <p14:tracePt t="472220" x="5575300" y="4845050"/>
          <p14:tracePt t="472237" x="5829300" y="4851400"/>
          <p14:tracePt t="472253" x="6102350" y="4864100"/>
          <p14:tracePt t="472270" x="6229350" y="4876800"/>
          <p14:tracePt t="472287" x="6419850" y="4883150"/>
          <p14:tracePt t="472303" x="6515100" y="4883150"/>
          <p14:tracePt t="472321" x="6546850" y="4883150"/>
          <p14:tracePt t="472337" x="6553200" y="4883150"/>
          <p14:tracePt t="472353" x="6559550" y="4883150"/>
          <p14:tracePt t="472391" x="6565900" y="4876800"/>
          <p14:tracePt t="472433" x="6572250" y="4876800"/>
          <p14:tracePt t="472440" x="6578600" y="4876800"/>
          <p14:tracePt t="472475" x="6584950" y="4876800"/>
          <p14:tracePt t="472496" x="6591300" y="4876800"/>
          <p14:tracePt t="472504" x="6597650" y="4876800"/>
          <p14:tracePt t="472510" x="6604000" y="4870450"/>
          <p14:tracePt t="472525" x="6610350" y="4870450"/>
          <p14:tracePt t="472546" x="6616700" y="4870450"/>
          <p14:tracePt t="472573" x="6623050" y="4870450"/>
          <p14:tracePt t="472580" x="6629400" y="4864100"/>
          <p14:tracePt t="472616" x="6635750" y="4864100"/>
          <p14:tracePt t="472644" x="6642100" y="4864100"/>
          <p14:tracePt t="472672" x="6648450" y="4857750"/>
          <p14:tracePt t="472721" x="6654800" y="4857750"/>
          <p14:tracePt t="472805" x="6654800" y="4851400"/>
          <p14:tracePt t="473156" x="6629400" y="4851400"/>
          <p14:tracePt t="473164" x="6584950" y="4832350"/>
          <p14:tracePt t="473178" x="6508750" y="4794250"/>
          <p14:tracePt t="473187" x="6426200" y="4775200"/>
          <p14:tracePt t="473200" x="6337300" y="4730750"/>
          <p14:tracePt t="473217" x="6115050" y="4667250"/>
          <p14:tracePt t="473234" x="5892800" y="4616450"/>
          <p14:tracePt t="473250" x="5734050" y="4597400"/>
          <p14:tracePt t="473267" x="5302250" y="4565650"/>
          <p14:tracePt t="473283" x="4768850" y="4521200"/>
          <p14:tracePt t="473300" x="4483100" y="4521200"/>
          <p14:tracePt t="473317" x="4191000" y="4508500"/>
          <p14:tracePt t="473333" x="3352800" y="4476750"/>
          <p14:tracePt t="473350" x="3117850" y="4476750"/>
          <p14:tracePt t="473368" x="2692400" y="4495800"/>
          <p14:tracePt t="473383" x="2457450" y="4495800"/>
          <p14:tracePt t="473400" x="2057400" y="4508500"/>
          <p14:tracePt t="473417" x="1682750" y="4533900"/>
          <p14:tracePt t="473433" x="1543050" y="4546600"/>
          <p14:tracePt t="473449" x="1276350" y="4578350"/>
          <p14:tracePt t="473466" x="1111250" y="4597400"/>
          <p14:tracePt t="473483" x="1054100" y="4610100"/>
          <p14:tracePt t="473486" x="1003300" y="4616450"/>
          <p14:tracePt t="473500" x="946150" y="4622800"/>
          <p14:tracePt t="473515" x="850900" y="4660900"/>
          <p14:tracePt t="473532" x="819150" y="4667250"/>
          <p14:tracePt t="473549" x="787400" y="4679950"/>
          <p14:tracePt t="473566" x="774700" y="4686300"/>
          <p14:tracePt t="473583" x="768350" y="4692650"/>
          <p14:tracePt t="473599" x="755650" y="4699000"/>
          <p14:tracePt t="473616" x="755650" y="4705350"/>
          <p14:tracePt t="473633" x="749300" y="4711700"/>
          <p14:tracePt t="473649" x="749300" y="4718050"/>
          <p14:tracePt t="473665" x="749300" y="4724400"/>
          <p14:tracePt t="473683" x="755650" y="4737100"/>
          <p14:tracePt t="473725" x="755650" y="4743450"/>
          <p14:tracePt t="473746" x="762000" y="4749800"/>
          <p14:tracePt t="473752" x="768350" y="4749800"/>
          <p14:tracePt t="473774" x="774700" y="4756150"/>
          <p14:tracePt t="473788" x="781050" y="4756150"/>
          <p14:tracePt t="473798" x="787400" y="4762500"/>
          <p14:tracePt t="473818" x="793750" y="4762500"/>
          <p14:tracePt t="473837" x="800100" y="4762500"/>
          <p14:tracePt t="473858" x="806450" y="4762500"/>
          <p14:tracePt t="473886" x="812800" y="4768850"/>
          <p14:tracePt t="473893" x="819150" y="4768850"/>
          <p14:tracePt t="473916" x="825500" y="4768850"/>
          <p14:tracePt t="473949" x="831850" y="4768850"/>
          <p14:tracePt t="474005" x="838200" y="4768850"/>
          <p14:tracePt t="474026" x="844550" y="4768850"/>
          <p14:tracePt t="474033" x="850900" y="4768850"/>
          <p14:tracePt t="474054" x="857250" y="4768850"/>
          <p14:tracePt t="474076" x="863600" y="4768850"/>
          <p14:tracePt t="474096" x="869950" y="4768850"/>
          <p14:tracePt t="474125" x="876300" y="4768850"/>
          <p14:tracePt t="474139" x="882650" y="4768850"/>
          <p14:tracePt t="474145" x="889000" y="4768850"/>
          <p14:tracePt t="474160" x="908050" y="4768850"/>
          <p14:tracePt t="474167" x="927100" y="4756150"/>
          <p14:tracePt t="474181" x="958850" y="4756150"/>
          <p14:tracePt t="474197" x="1047750" y="4756150"/>
          <p14:tracePt t="474213" x="1111250" y="4749800"/>
          <p14:tracePt t="474230" x="1263650" y="4749800"/>
          <p14:tracePt t="474247" x="1403350" y="4737100"/>
          <p14:tracePt t="474264" x="1473200" y="4730750"/>
          <p14:tracePt t="474280" x="1562100" y="4730750"/>
          <p14:tracePt t="474296" x="1593850" y="4730750"/>
          <p14:tracePt t="474315" x="1638300" y="4718050"/>
          <p14:tracePt t="474330" x="1651000" y="4718050"/>
          <p14:tracePt t="474346" x="1657350" y="4718050"/>
          <p14:tracePt t="474384" x="1663700" y="4718050"/>
          <p14:tracePt t="474447" x="1670050" y="4718050"/>
          <p14:tracePt t="474475" x="1676400" y="4718050"/>
          <p14:tracePt t="474497" x="1682750" y="4718050"/>
          <p14:tracePt t="474510" x="1689100" y="4718050"/>
          <p14:tracePt t="474518" x="1695450" y="4718050"/>
          <p14:tracePt t="474539" x="1701800" y="4718050"/>
          <p14:tracePt t="474549" x="1714500" y="4718050"/>
          <p14:tracePt t="474562" x="1733550" y="4711700"/>
          <p14:tracePt t="474579" x="1746250" y="4705350"/>
          <p14:tracePt t="474595" x="1809750" y="4699000"/>
          <p14:tracePt t="474612" x="1828800" y="4692650"/>
          <p14:tracePt t="474629" x="1866900" y="4686300"/>
          <p14:tracePt t="474645" x="1879600" y="4686300"/>
          <p14:tracePt t="474662" x="1898650" y="4673600"/>
          <p14:tracePt t="474679" x="1911350" y="4673600"/>
          <p14:tracePt t="474695" x="1911350" y="4667250"/>
          <p14:tracePt t="474712" x="1924050" y="4667250"/>
          <p14:tracePt t="474728" x="1930400" y="4660900"/>
          <p14:tracePt t="474777" x="1936750" y="4654550"/>
          <p14:tracePt t="475051" x="1930400" y="4654550"/>
          <p14:tracePt t="475079" x="1924050" y="4654550"/>
          <p14:tracePt t="475085" x="1917700" y="4654550"/>
          <p14:tracePt t="475504" x="1930400" y="4660900"/>
          <p14:tracePt t="475518" x="1949450" y="4673600"/>
          <p14:tracePt t="475532" x="1974850" y="4692650"/>
          <p14:tracePt t="475539" x="2012950" y="4705350"/>
          <p14:tracePt t="475546" x="2057400" y="4724400"/>
          <p14:tracePt t="475559" x="2101850" y="4743450"/>
          <p14:tracePt t="475575" x="2184400" y="4756150"/>
          <p14:tracePt t="475592" x="2203450" y="4775200"/>
          <p14:tracePt t="475609" x="2235200" y="4781550"/>
          <p14:tracePt t="475625" x="2241550" y="4787900"/>
          <p14:tracePt t="475642" x="2247900" y="4787900"/>
          <p14:tracePt t="475694" x="2247900" y="4794250"/>
          <p14:tracePt t="475770" x="2247900" y="4800600"/>
          <p14:tracePt t="475813" x="2241550" y="4800600"/>
          <p14:tracePt t="475882" x="2235200" y="4800600"/>
          <p14:tracePt t="475917" x="2228850" y="4800600"/>
          <p14:tracePt t="475939" x="2222500" y="4800600"/>
          <p14:tracePt t="475946" x="2216150" y="4794250"/>
          <p14:tracePt t="476570" x="2209800" y="4794250"/>
          <p14:tracePt t="476584" x="2203450" y="4800600"/>
          <p14:tracePt t="476592" x="2197100" y="4800600"/>
          <p14:tracePt t="476608" x="2190750" y="4806950"/>
          <p14:tracePt t="476622" x="2184400" y="4813300"/>
          <p14:tracePt t="476642" x="2184400" y="4819650"/>
          <p14:tracePt t="476661" x="2178050" y="4826000"/>
          <p14:tracePt t="476710" x="2178050" y="4832350"/>
          <p14:tracePt t="476753" x="2178050" y="4838700"/>
          <p14:tracePt t="476759" x="2178050" y="4845050"/>
          <p14:tracePt t="476781" x="2178050" y="4851400"/>
          <p14:tracePt t="476802" x="2178050" y="4857750"/>
          <p14:tracePt t="476830" x="2178050" y="4864100"/>
          <p14:tracePt t="476892" x="2184400" y="4870450"/>
          <p14:tracePt t="476899" x="2190750" y="4870450"/>
          <p14:tracePt t="476935" x="2197100" y="4870450"/>
          <p14:tracePt t="476963" x="2203450" y="4870450"/>
          <p14:tracePt t="476970" x="2209800" y="4876800"/>
          <p14:tracePt t="477040" x="2216150" y="4876800"/>
          <p14:tracePt t="477061" x="2222500" y="4876800"/>
          <p14:tracePt t="477082" x="2222500" y="4870450"/>
          <p14:tracePt t="477110" x="2222500" y="4864100"/>
          <p14:tracePt t="477131" x="2222500" y="4857750"/>
          <p14:tracePt t="477152" x="2216150" y="4851400"/>
          <p14:tracePt t="477180" x="2216150" y="4845050"/>
          <p14:tracePt t="477201" x="2209800" y="4845050"/>
          <p14:tracePt t="477215" x="2197100" y="4838700"/>
          <p14:tracePt t="477223" x="2184400" y="4832350"/>
          <p14:tracePt t="477237" x="2152650" y="4832350"/>
          <p14:tracePt t="477253" x="2070100" y="4819650"/>
          <p14:tracePt t="477270" x="1993900" y="4806950"/>
          <p14:tracePt t="477286" x="1841500" y="4800600"/>
          <p14:tracePt t="477303" x="1765300" y="4787900"/>
          <p14:tracePt t="477320" x="1485900" y="4775200"/>
          <p14:tracePt t="477336" x="1403350" y="4775200"/>
          <p14:tracePt t="477352" x="1327150" y="4775200"/>
          <p14:tracePt t="477369" x="1225550" y="4775200"/>
          <p14:tracePt t="477386" x="1149350" y="4775200"/>
          <p14:tracePt t="477402" x="1123950" y="4781550"/>
          <p14:tracePt t="477419" x="1111250" y="4787900"/>
          <p14:tracePt t="477436" x="1104900" y="4800600"/>
          <p14:tracePt t="477452" x="1104900" y="4806950"/>
          <p14:tracePt t="477469" x="1104900" y="4813300"/>
          <p14:tracePt t="477485" x="1104900" y="4826000"/>
          <p14:tracePt t="477524" x="1104900" y="4832350"/>
          <p14:tracePt t="477566" x="1111250" y="4838700"/>
          <p14:tracePt t="477594" x="1117600" y="4845050"/>
          <p14:tracePt t="477643" x="1130300" y="4845050"/>
          <p14:tracePt t="477664" x="1136650" y="4845050"/>
          <p14:tracePt t="477686" x="1143000" y="4845050"/>
          <p14:tracePt t="477692" x="1149350" y="4845050"/>
          <p14:tracePt t="477742" x="1155700" y="4845050"/>
          <p14:tracePt t="477762" x="1162050" y="4845050"/>
          <p14:tracePt t="477805" x="1168400" y="4845050"/>
          <p14:tracePt t="477812" x="1174750" y="4845050"/>
          <p14:tracePt t="477833" x="1187450" y="4845050"/>
          <p14:tracePt t="477854" x="1193800" y="4838700"/>
          <p14:tracePt t="477861" x="1212850" y="4838700"/>
          <p14:tracePt t="477875" x="1225550" y="4838700"/>
          <p14:tracePt t="477883" x="1244600" y="4832350"/>
          <p14:tracePt t="477900" x="1276350" y="4826000"/>
          <p14:tracePt t="477917" x="1358900" y="4819650"/>
          <p14:tracePt t="477934" x="1397000" y="4806950"/>
          <p14:tracePt t="477951" x="1504950" y="4800600"/>
          <p14:tracePt t="477967" x="1600200" y="4781550"/>
          <p14:tracePt t="477984" x="1638300" y="4781550"/>
          <p14:tracePt t="478001" x="1695450" y="4781550"/>
          <p14:tracePt t="478017" x="1733550" y="4781550"/>
          <p14:tracePt t="478033" x="1758950" y="4775200"/>
          <p14:tracePt t="478050" x="1797050" y="4775200"/>
          <p14:tracePt t="478067" x="1828800" y="4768850"/>
          <p14:tracePt t="478083" x="1841500" y="4768850"/>
          <p14:tracePt t="478100" x="1885950" y="4762500"/>
          <p14:tracePt t="478117" x="1905000" y="4762500"/>
          <p14:tracePt t="478134" x="1930400" y="4762500"/>
          <p14:tracePt t="478150" x="1943100" y="4762500"/>
          <p14:tracePt t="478166" x="1962150" y="4768850"/>
          <p14:tracePt t="478184" x="1981200" y="4775200"/>
          <p14:tracePt t="478226" x="1987550" y="4775200"/>
          <p14:tracePt t="478303" x="1981200" y="4775200"/>
          <p14:tracePt t="478324" x="1974850" y="4775200"/>
          <p14:tracePt t="478338" x="1968500" y="4775200"/>
          <p14:tracePt t="478359" x="1955800" y="4775200"/>
          <p14:tracePt t="478367" x="1943100" y="4775200"/>
          <p14:tracePt t="478373" x="1911350" y="4775200"/>
          <p14:tracePt t="478387" x="1885950" y="4775200"/>
          <p14:tracePt t="478398" x="1835150" y="4775200"/>
          <p14:tracePt t="478416" x="1708150" y="4768850"/>
          <p14:tracePt t="478432" x="1657350" y="4768850"/>
          <p14:tracePt t="478449" x="1524000" y="4768850"/>
          <p14:tracePt t="478465" x="1422400" y="4768850"/>
          <p14:tracePt t="478482" x="1384300" y="4768850"/>
          <p14:tracePt t="478499" x="1352550" y="4768850"/>
          <p14:tracePt t="478515" x="1295400" y="4768850"/>
          <p14:tracePt t="478532" x="1289050" y="4768850"/>
          <p14:tracePt t="478549" x="1282700" y="4775200"/>
          <p14:tracePt t="478570" x="1276350" y="4775200"/>
          <p14:tracePt t="478920" x="1282700" y="4775200"/>
          <p14:tracePt t="478927" x="1289050" y="4775200"/>
          <p14:tracePt t="478956" x="1295400" y="4775200"/>
          <p14:tracePt t="479026" x="1301750" y="4775200"/>
          <p14:tracePt t="479048" x="1308100" y="4775200"/>
          <p14:tracePt t="479068" x="1314450" y="4775200"/>
          <p14:tracePt t="479089" x="1320800" y="4775200"/>
          <p14:tracePt t="479117" x="1327150" y="4775200"/>
          <p14:tracePt t="479138" x="1339850" y="4775200"/>
          <p14:tracePt t="479166" x="1346200" y="4775200"/>
          <p14:tracePt t="479187" x="1352550" y="4775200"/>
          <p14:tracePt t="479201" x="1358900" y="4775200"/>
          <p14:tracePt t="479208" x="1371600" y="4775200"/>
          <p14:tracePt t="479216" x="1384300" y="4775200"/>
          <p14:tracePt t="479232" x="1409700" y="4775200"/>
          <p14:tracePt t="479246" x="1441450" y="4775200"/>
          <p14:tracePt t="479263" x="1536700" y="4800600"/>
          <p14:tracePt t="479279" x="1676400" y="4832350"/>
          <p14:tracePt t="479296" x="1765300" y="4838700"/>
          <p14:tracePt t="479313" x="1962150" y="4870450"/>
          <p14:tracePt t="479329" x="2165350" y="4908550"/>
          <p14:tracePt t="479346" x="2286000" y="4933950"/>
          <p14:tracePt t="479363" x="2476500" y="4965700"/>
          <p14:tracePt t="479379" x="2635250" y="4984750"/>
          <p14:tracePt t="479396" x="2698750" y="4984750"/>
          <p14:tracePt t="479412" x="2825750" y="4984750"/>
          <p14:tracePt t="479429" x="2940050" y="4984750"/>
          <p14:tracePt t="479446" x="3054350" y="4984750"/>
          <p14:tracePt t="479462" x="3092450" y="4984750"/>
          <p14:tracePt t="479479" x="3149600" y="4991100"/>
          <p14:tracePt t="479496" x="3282950" y="4997450"/>
          <p14:tracePt t="479512" x="3346450" y="4997450"/>
          <p14:tracePt t="479529" x="3409950" y="4997450"/>
          <p14:tracePt t="479545" x="3670300" y="5041900"/>
          <p14:tracePt t="479562" x="3752850" y="5067300"/>
          <p14:tracePt t="479578" x="3829050" y="5092700"/>
          <p14:tracePt t="479595" x="4000500" y="5118100"/>
          <p14:tracePt t="479612" x="4216400" y="5162550"/>
          <p14:tracePt t="479629" x="4425950" y="5194300"/>
          <p14:tracePt t="479645" x="4502150" y="5200650"/>
          <p14:tracePt t="479661" x="4635500" y="5232400"/>
          <p14:tracePt t="479678" x="4756150" y="5257800"/>
          <p14:tracePt t="479694" x="4806950" y="5264150"/>
          <p14:tracePt t="479711" x="4953000" y="5295900"/>
          <p14:tracePt t="479728" x="5048250" y="5302250"/>
          <p14:tracePt t="479744" x="5099050" y="5302250"/>
          <p14:tracePt t="479762" x="5137150" y="5308600"/>
          <p14:tracePt t="479777" x="5226050" y="5334000"/>
          <p14:tracePt t="479794" x="5257800" y="5346700"/>
          <p14:tracePt t="479812" x="5359400" y="5397500"/>
          <p14:tracePt t="479828" x="5403850" y="5429250"/>
          <p14:tracePt t="479844" x="5505450" y="5499100"/>
          <p14:tracePt t="479861" x="5632450" y="5562600"/>
          <p14:tracePt t="479877" x="5702300" y="5600700"/>
          <p14:tracePt t="479894" x="5803900" y="5670550"/>
          <p14:tracePt t="479910" x="5867400" y="5727700"/>
          <p14:tracePt t="479926" x="5899150" y="5740400"/>
          <p14:tracePt t="479944" x="5937250" y="5778500"/>
          <p14:tracePt t="479960" x="5969000" y="5803900"/>
          <p14:tracePt t="479977" x="5981700" y="5810250"/>
          <p14:tracePt t="479994" x="6007100" y="5842000"/>
          <p14:tracePt t="480010" x="6032500" y="5867400"/>
          <p14:tracePt t="480027" x="6045200" y="5880100"/>
          <p14:tracePt t="480044" x="6064250" y="5899150"/>
          <p14:tracePt t="480060" x="6089650" y="5905500"/>
          <p14:tracePt t="480077" x="6102350" y="5905500"/>
          <p14:tracePt t="480094" x="6108700" y="5905500"/>
          <p14:tracePt t="480110" x="6121400" y="5911850"/>
          <p14:tracePt t="480127" x="6153150" y="5930900"/>
          <p14:tracePt t="480143" x="6165850" y="5937250"/>
          <p14:tracePt t="480159" x="6184900" y="5943600"/>
          <p14:tracePt t="480177" x="6242050" y="5994400"/>
          <p14:tracePt t="480194" x="6254750" y="6000750"/>
          <p14:tracePt t="480209" x="6280150" y="6013450"/>
          <p14:tracePt t="480226" x="6305550" y="6038850"/>
          <p14:tracePt t="480243" x="6330950" y="6057900"/>
          <p14:tracePt t="480259" x="6337300" y="6070600"/>
          <p14:tracePt t="480275" x="6356350" y="6083300"/>
          <p14:tracePt t="480293" x="6369050" y="6089650"/>
          <p14:tracePt t="480310" x="6388100" y="6108700"/>
          <p14:tracePt t="480326" x="6400800" y="6115050"/>
          <p14:tracePt t="480342" x="6407150" y="6121400"/>
          <p14:tracePt t="480359" x="6438900" y="6134100"/>
          <p14:tracePt t="480376" x="6457950" y="6140450"/>
          <p14:tracePt t="480393" x="6508750" y="6146800"/>
          <p14:tracePt t="480409" x="6534150" y="6146800"/>
          <p14:tracePt t="480425" x="6565900" y="6159500"/>
          <p14:tracePt t="480442" x="6623050" y="6159500"/>
          <p14:tracePt t="480458" x="6654800" y="6159500"/>
          <p14:tracePt t="480475" x="6673850" y="6159500"/>
          <p14:tracePt t="480492" x="6705600" y="6159500"/>
          <p14:tracePt t="480509" x="6718300" y="6159500"/>
          <p14:tracePt t="480525" x="6743700" y="6159500"/>
          <p14:tracePt t="480558" x="6750050" y="6159500"/>
          <p14:tracePt t="480575" x="6775450" y="6159500"/>
          <p14:tracePt t="480591" x="6781800" y="6159500"/>
          <p14:tracePt t="480608" x="6800850" y="6159500"/>
          <p14:tracePt t="480641" x="6813550" y="6159500"/>
          <p14:tracePt t="480658" x="6832600" y="6159500"/>
          <p14:tracePt t="480675" x="6845300" y="6165850"/>
          <p14:tracePt t="480691" x="6858000" y="6165850"/>
          <p14:tracePt t="480708" x="6896100" y="6184900"/>
          <p14:tracePt t="480725" x="6921500" y="6197600"/>
          <p14:tracePt t="480742" x="6972300" y="6216650"/>
          <p14:tracePt t="480758" x="7004050" y="6235700"/>
          <p14:tracePt t="480774" x="7023100" y="6242050"/>
          <p14:tracePt t="480791" x="7054850" y="6254750"/>
          <p14:tracePt t="480808" x="7080250" y="6267450"/>
          <p14:tracePt t="480824" x="7092950" y="6273800"/>
          <p14:tracePt t="480841" x="7099300" y="6273800"/>
          <p14:tracePt t="480858" x="7112000" y="6280150"/>
          <p14:tracePt t="480874" x="7118350" y="6286500"/>
          <p14:tracePt t="480890" x="7124700" y="6286500"/>
          <p14:tracePt t="480907" x="7137400" y="6286500"/>
          <p14:tracePt t="480924" x="7143750" y="6286500"/>
          <p14:tracePt t="480957" x="7150100" y="6292850"/>
          <p14:tracePt t="480973" x="7156450" y="6299200"/>
          <p14:tracePt t="481011" x="7162800" y="6299200"/>
          <p14:tracePt t="481032" x="7169150" y="6305550"/>
          <p14:tracePt t="481042" x="7175500" y="6305550"/>
          <p14:tracePt t="481082" x="7181850" y="6311900"/>
          <p14:tracePt t="481103" x="7188200" y="6311900"/>
          <p14:tracePt t="481109" x="7194550" y="6311900"/>
          <p14:tracePt t="481145" x="7194550" y="6318250"/>
          <p14:tracePt t="481180" x="7200900" y="6324600"/>
          <p14:tracePt t="481222" x="7207250" y="6324600"/>
          <p14:tracePt t="481243" x="7213600" y="6330950"/>
          <p14:tracePt t="481271" x="7219950" y="6337300"/>
          <p14:tracePt t="481292" x="7219950" y="6343650"/>
          <p14:tracePt t="481313" x="7219950" y="6350000"/>
          <p14:tracePt t="481601" x="7213600" y="6350000"/>
          <p14:tracePt t="481671" x="7207250" y="6350000"/>
          <p14:tracePt t="481727" x="7200900" y="6350000"/>
          <p14:tracePt t="481776" x="7200900" y="6343650"/>
          <p14:tracePt t="481902" x="7194550" y="6337300"/>
          <p14:tracePt t="481938" x="7188200" y="6337300"/>
          <p14:tracePt t="481945" x="7181850" y="6330950"/>
          <p14:tracePt t="481994" x="7175500" y="6330950"/>
          <p14:tracePt t="482008" x="7169150" y="6330950"/>
          <p14:tracePt t="482014" x="7162800" y="6330950"/>
          <p14:tracePt t="482043" x="7156450" y="6324600"/>
          <p14:tracePt t="482057" x="7137400" y="6318250"/>
          <p14:tracePt t="482064" x="7112000" y="6311900"/>
          <p14:tracePt t="482078" x="7073900" y="6299200"/>
          <p14:tracePt t="482087" x="7023100" y="6286500"/>
          <p14:tracePt t="482103" x="6940550" y="6254750"/>
          <p14:tracePt t="482120" x="6756400" y="6203950"/>
          <p14:tracePt t="482136" x="6546850" y="6140450"/>
          <p14:tracePt t="482153" x="6432550" y="6096000"/>
          <p14:tracePt t="482169" x="6223000" y="6032500"/>
          <p14:tracePt t="482186" x="6026150" y="5975350"/>
          <p14:tracePt t="482203" x="5924550" y="5930900"/>
          <p14:tracePt t="482219" x="5753100" y="5880100"/>
          <p14:tracePt t="489907" x="5626100" y="5848350"/>
          <p14:tracePt t="489914" x="5518150" y="5816600"/>
          <p14:tracePt t="489929" x="5416550" y="5784850"/>
          <p14:tracePt t="489943" x="5270500" y="5734050"/>
          <p14:tracePt t="489959" x="5200650" y="5727700"/>
          <p14:tracePt t="489977" x="5124450" y="5708650"/>
          <p14:tracePt t="489992" x="4953000" y="5689600"/>
          <p14:tracePt t="490009" x="4787900" y="5657850"/>
          <p14:tracePt t="490026" x="4641850" y="5607050"/>
          <p14:tracePt t="490042" x="4572000" y="5588000"/>
          <p14:tracePt t="490059" x="4413250" y="5549900"/>
          <p14:tracePt t="490076" x="4203700" y="5486400"/>
          <p14:tracePt t="490092" x="4102100" y="5467350"/>
          <p14:tracePt t="490109" x="3924300" y="5429250"/>
          <p14:tracePt t="490125" x="3740150" y="5365750"/>
          <p14:tracePt t="490142" x="3644900" y="5334000"/>
          <p14:tracePt t="490159" x="3473450" y="5295900"/>
          <p14:tracePt t="490175" x="3314700" y="5245100"/>
          <p14:tracePt t="490192" x="3251200" y="5226050"/>
          <p14:tracePt t="490209" x="3098800" y="5168900"/>
          <p14:tracePt t="490225" x="2940050" y="5118100"/>
          <p14:tracePt t="490242" x="2863850" y="5099050"/>
          <p14:tracePt t="490245" x="2781300" y="5080000"/>
          <p14:tracePt t="490259" x="2730500" y="5060950"/>
          <p14:tracePt t="490275" x="2673350" y="5041900"/>
          <p14:tracePt t="490292" x="2565400" y="4997450"/>
          <p14:tracePt t="490307" x="2451100" y="4946650"/>
          <p14:tracePt t="490324" x="2406650" y="4933950"/>
          <p14:tracePt t="490342" x="2286000" y="4895850"/>
          <p14:tracePt t="490358" x="2178050" y="4857750"/>
          <p14:tracePt t="490374" x="2133600" y="4838700"/>
          <p14:tracePt t="490391" x="2070100" y="4813300"/>
          <p14:tracePt t="490407" x="2038350" y="4800600"/>
          <p14:tracePt t="490424" x="2025650" y="4800600"/>
          <p14:tracePt t="490441" x="2012950" y="4794250"/>
          <p14:tracePt t="490457" x="2000250" y="4794250"/>
          <p14:tracePt t="490496" x="1993900" y="4794250"/>
          <p14:tracePt t="490507" x="1981200" y="4794250"/>
          <p14:tracePt t="490524" x="1949450" y="4787900"/>
          <p14:tracePt t="490540" x="1924050" y="4781550"/>
          <p14:tracePt t="490557" x="1873250" y="4762500"/>
          <p14:tracePt t="490573" x="1784350" y="4749800"/>
          <p14:tracePt t="490590" x="1714500" y="4737100"/>
          <p14:tracePt t="490607" x="1651000" y="4718050"/>
          <p14:tracePt t="490624" x="1466850" y="4711700"/>
          <p14:tracePt t="490640" x="1416050" y="4699000"/>
          <p14:tracePt t="490657" x="1333500" y="4699000"/>
          <p14:tracePt t="490673" x="1301750" y="4699000"/>
          <p14:tracePt t="490690" x="1295400" y="4699000"/>
          <p14:tracePt t="490706" x="1282700" y="4699000"/>
          <p14:tracePt t="490723" x="1276350" y="4699000"/>
          <p14:tracePt t="490740" x="1276350" y="4705350"/>
          <p14:tracePt t="490756" x="1270000" y="4705350"/>
          <p14:tracePt t="490773" x="1263650" y="4705350"/>
          <p14:tracePt t="490798" x="1257300" y="4711700"/>
          <p14:tracePt t="490847" x="1257300" y="4718050"/>
          <p14:tracePt t="490882" x="1250950" y="4718050"/>
          <p14:tracePt t="490917" x="1244600" y="4718050"/>
          <p14:tracePt t="490945" x="1238250" y="4724400"/>
          <p14:tracePt t="490987" x="1238250" y="4730750"/>
          <p14:tracePt t="491015" x="1231900" y="4737100"/>
          <p14:tracePt t="491064" x="1225550" y="4737100"/>
          <p14:tracePt t="491085" x="1225550" y="4743450"/>
          <p14:tracePt t="491092" x="1225550" y="4749800"/>
          <p14:tracePt t="491108" x="1219200" y="4756150"/>
          <p14:tracePt t="491135" x="1212850" y="4756150"/>
          <p14:tracePt t="491148" x="1212850" y="4762500"/>
          <p14:tracePt t="491163" x="1206500" y="4768850"/>
          <p14:tracePt t="491177" x="1206500" y="4775200"/>
          <p14:tracePt t="491187" x="1206500" y="4781550"/>
          <p14:tracePt t="491206" x="1206500" y="4787900"/>
          <p14:tracePt t="491225" x="1206500" y="4794250"/>
          <p14:tracePt t="491253" x="1200150" y="4800600"/>
          <p14:tracePt t="491275" x="1200150" y="4806950"/>
          <p14:tracePt t="491296" x="1200150" y="4813300"/>
          <p14:tracePt t="491324" x="1193800" y="4819650"/>
          <p14:tracePt t="491345" x="1193800" y="4826000"/>
          <p14:tracePt t="491387" x="1193800" y="4832350"/>
          <p14:tracePt t="491450" x="1193800" y="4838700"/>
          <p14:tracePt t="491457" x="1193800" y="4845050"/>
          <p14:tracePt t="491485" x="1193800" y="4851400"/>
          <p14:tracePt t="491513" x="1200150" y="4857750"/>
          <p14:tracePt t="491555" x="1206500" y="4857750"/>
          <p14:tracePt t="491576" x="1212850" y="4857750"/>
          <p14:tracePt t="491590" x="1225550" y="4857750"/>
          <p14:tracePt t="491597" x="1231900" y="4857750"/>
          <p14:tracePt t="491607" x="1244600" y="4857750"/>
          <p14:tracePt t="491620" x="1263650" y="4857750"/>
          <p14:tracePt t="491637" x="1301750" y="4857750"/>
          <p14:tracePt t="491654" x="1428750" y="4851400"/>
          <p14:tracePt t="491670" x="1619250" y="4845050"/>
          <p14:tracePt t="491686" x="1733550" y="4845050"/>
          <p14:tracePt t="491704" x="1974850" y="4832350"/>
          <p14:tracePt t="491720" x="2190750" y="4800600"/>
          <p14:tracePt t="491737" x="2292350" y="4800600"/>
          <p14:tracePt t="491740" x="2368550" y="4794250"/>
          <p14:tracePt t="491753" x="2438400" y="4781550"/>
          <p14:tracePt t="491769" x="2508250" y="4775200"/>
          <p14:tracePt t="491787" x="2546350" y="4768850"/>
          <p14:tracePt t="491803" x="2559050" y="4768850"/>
          <p14:tracePt t="491820" x="2565400" y="4768850"/>
          <p14:tracePt t="491836" x="2578100" y="4762500"/>
          <p14:tracePt t="491869" x="2584450" y="4762500"/>
          <p14:tracePt t="491976" x="2578100" y="4762500"/>
          <p14:tracePt t="491997" x="2571750" y="4762500"/>
          <p14:tracePt t="492018" x="2565400" y="4762500"/>
          <p14:tracePt t="492032" x="2559050" y="4762500"/>
          <p14:tracePt t="492046" x="2546350" y="4762500"/>
          <p14:tracePt t="492067" x="2533650" y="4762500"/>
          <p14:tracePt t="492082" x="2508250" y="4768850"/>
          <p14:tracePt t="492088" x="2470150" y="4768850"/>
          <p14:tracePt t="492102" x="2419350" y="4775200"/>
          <p14:tracePt t="492118" x="2273300" y="4794250"/>
          <p14:tracePt t="492135" x="2171700" y="4806950"/>
          <p14:tracePt t="492152" x="1981200" y="4838700"/>
          <p14:tracePt t="492168" x="1790700" y="4857750"/>
          <p14:tracePt t="492185" x="1708150" y="4876800"/>
          <p14:tracePt t="492201" x="1581150" y="4889500"/>
          <p14:tracePt t="492218" x="1543050" y="4889500"/>
          <p14:tracePt t="492235" x="1492250" y="4889500"/>
          <p14:tracePt t="492238" x="1473200" y="4889500"/>
          <p14:tracePt t="492252" x="1460500" y="4889500"/>
          <p14:tracePt t="492268" x="1454150" y="4889500"/>
          <p14:tracePt t="492285" x="1447800" y="4889500"/>
          <p14:tracePt t="492305" x="1441450" y="4889500"/>
          <p14:tracePt t="492327" x="1435100" y="4889500"/>
          <p14:tracePt t="492397" x="1428750" y="4889500"/>
          <p14:tracePt t="492433" x="1422400" y="4889500"/>
          <p14:tracePt t="492439" x="1416050" y="4889500"/>
          <p14:tracePt t="492450" x="1409700" y="4889500"/>
          <p14:tracePt t="492531" x="1416050" y="4889500"/>
          <p14:tracePt t="492537" x="1428750" y="4889500"/>
          <p14:tracePt t="492553" x="1441450" y="4889500"/>
          <p14:tracePt t="492567" x="1479550" y="4889500"/>
          <p14:tracePt t="492583" x="1593850" y="4889500"/>
          <p14:tracePt t="492601" x="1771650" y="4889500"/>
          <p14:tracePt t="492616" x="1873250" y="4889500"/>
          <p14:tracePt t="492633" x="2051050" y="4889500"/>
          <p14:tracePt t="492650" x="2178050" y="4889500"/>
          <p14:tracePt t="492666" x="2216150" y="4889500"/>
          <p14:tracePt t="492683" x="2273300" y="4889500"/>
          <p14:tracePt t="492700" x="2298700" y="4889500"/>
          <p14:tracePt t="492716" x="2305050" y="4889500"/>
          <p14:tracePt t="492749" x="2311400" y="4889500"/>
          <p14:tracePt t="492860" x="2305050" y="4889500"/>
          <p14:tracePt t="492882" x="2298700" y="4889500"/>
          <p14:tracePt t="492916" x="2292350" y="4889500"/>
          <p14:tracePt t="493740" x="2336800" y="4895850"/>
          <p14:tracePt t="493754" x="2425700" y="4914900"/>
          <p14:tracePt t="493761" x="2520950" y="4953000"/>
          <p14:tracePt t="493775" x="2635250" y="4997450"/>
          <p14:tracePt t="493783" x="2743200" y="5054600"/>
          <p14:tracePt t="493799" x="2844800" y="5092700"/>
          <p14:tracePt t="493812" x="2984500" y="5149850"/>
          <p14:tracePt t="493829" x="3168650" y="5219700"/>
          <p14:tracePt t="493846" x="3276600" y="5257800"/>
          <p14:tracePt t="493862" x="3308350" y="5264150"/>
          <p14:tracePt t="493880" x="3340100" y="5270500"/>
          <p14:tracePt t="493895" x="3359150" y="5270500"/>
          <p14:tracePt t="493912" x="3371850" y="5270500"/>
          <p14:tracePt t="493929" x="3378200" y="5270500"/>
          <p14:tracePt t="493945" x="3403600" y="5270500"/>
          <p14:tracePt t="493962" x="3441700" y="5276850"/>
          <p14:tracePt t="493979" x="3549650" y="5283200"/>
          <p14:tracePt t="493995" x="3727450" y="5327650"/>
          <p14:tracePt t="494012" x="3854450" y="5346700"/>
          <p14:tracePt t="494028" x="4292600" y="5441950"/>
          <p14:tracePt t="494045" x="4876800" y="5568950"/>
          <p14:tracePt t="494062" x="5162550" y="5651500"/>
          <p14:tracePt t="494078" x="5778500" y="5791200"/>
          <p14:tracePt t="494095" x="6057900" y="5873750"/>
          <p14:tracePt t="494112" x="6578600" y="6007100"/>
          <p14:tracePt t="494128" x="6813550" y="6083300"/>
          <p14:tracePt t="494145" x="6997700" y="6146800"/>
          <p14:tracePt t="494161" x="7334250" y="6235700"/>
          <p14:tracePt t="494178" x="7505700" y="6305550"/>
          <p14:tracePt t="494195" x="7562850" y="6324600"/>
          <p14:tracePt t="494211" x="7600950" y="6350000"/>
          <p14:tracePt t="494227" x="7632700" y="6356350"/>
          <p14:tracePt t="494266" x="7632700" y="6362700"/>
          <p14:tracePt t="494314" x="7632700" y="6369050"/>
          <p14:tracePt t="494356" x="7632700" y="6375400"/>
          <p14:tracePt t="494434" x="7632700" y="6369050"/>
          <p14:tracePt t="494505" x="7639050" y="6362700"/>
          <p14:tracePt t="494526" x="7645400" y="6362700"/>
          <p14:tracePt t="494547" x="7651750" y="6362700"/>
          <p14:tracePt t="494553" x="7658100" y="6362700"/>
          <p14:tracePt t="494568" x="7670800" y="6362700"/>
          <p14:tracePt t="494576" x="7683500" y="6362700"/>
          <p14:tracePt t="494593" x="7696200" y="6362700"/>
          <p14:tracePt t="494610" x="7715250" y="6375400"/>
          <p14:tracePt t="494626" x="7753350" y="6381750"/>
          <p14:tracePt t="494643" x="7778750" y="6381750"/>
          <p14:tracePt t="494660" x="7810500" y="6394450"/>
          <p14:tracePt t="494676" x="7848600" y="6407150"/>
          <p14:tracePt t="494693" x="7854950" y="6407150"/>
          <p14:tracePt t="494709" x="7861300" y="6407150"/>
          <p14:tracePt t="494726" x="7867650" y="6413500"/>
          <p14:tracePt t="494743" x="7874000" y="6413500"/>
          <p14:tracePt t="494759" x="7874000" y="6419850"/>
          <p14:tracePt t="494799" x="7880350" y="6426200"/>
          <p14:tracePt t="494834" x="7880350" y="6432550"/>
          <p14:tracePt t="494876" x="7886700" y="6432550"/>
          <p14:tracePt t="494947" x="7886700" y="6438900"/>
          <p14:tracePt t="494974" x="7880350" y="6438900"/>
          <p14:tracePt t="494996" x="7874000" y="6438900"/>
          <p14:tracePt t="495017" x="7874000" y="6432550"/>
          <p14:tracePt t="495045" x="7867650" y="6432550"/>
          <p14:tracePt t="495348" x="7810500" y="6426200"/>
          <p14:tracePt t="495355" x="7727950" y="6407150"/>
          <p14:tracePt t="495370" x="7651750" y="6388100"/>
          <p14:tracePt t="495377" x="7569200" y="6356350"/>
          <p14:tracePt t="495390" x="7480300" y="6324600"/>
          <p14:tracePt t="495407" x="7308850" y="6261100"/>
          <p14:tracePt t="495424" x="7226300" y="6235700"/>
          <p14:tracePt t="495441" x="7067550" y="6165850"/>
          <p14:tracePt t="495457" x="6877050" y="6070600"/>
          <p14:tracePt t="495473" x="6781800" y="5994400"/>
          <p14:tracePt t="495490" x="6534150" y="5822950"/>
          <p14:tracePt t="495506" x="6426200" y="5746750"/>
          <p14:tracePt t="495524" x="6299200" y="5657850"/>
          <p14:tracePt t="495540" x="5924550" y="5435600"/>
          <p14:tracePt t="495557" x="5829300" y="5384800"/>
          <p14:tracePt t="495574" x="5537200" y="5226050"/>
          <p14:tracePt t="495590" x="5454650" y="5175250"/>
          <p14:tracePt t="495606" x="5384800" y="5124450"/>
          <p14:tracePt t="495623" x="5219700" y="5022850"/>
          <p14:tracePt t="495640" x="5035550" y="4895850"/>
          <p14:tracePt t="495656" x="4953000" y="4838700"/>
          <p14:tracePt t="495673" x="4806950" y="4737100"/>
          <p14:tracePt t="495689" x="4705350" y="4673600"/>
          <p14:tracePt t="495707" x="4641850" y="4610100"/>
          <p14:tracePt t="495722" x="4610100" y="4584700"/>
          <p14:tracePt t="495739" x="4572000" y="4572000"/>
          <p14:tracePt t="495756" x="4552950" y="4565650"/>
          <p14:tracePt t="495760" x="4540250" y="4565650"/>
          <p14:tracePt t="495773" x="4533900" y="4565650"/>
          <p14:tracePt t="495789" x="4527550" y="4565650"/>
          <p14:tracePt t="495805" x="4521200" y="4565650"/>
          <p14:tracePt t="495822" x="4514850" y="4565650"/>
          <p14:tracePt t="495847" x="4508500" y="4565650"/>
          <p14:tracePt t="495875" x="4502150" y="4565650"/>
          <p14:tracePt t="495910" x="4495800" y="4565650"/>
          <p14:tracePt t="495932" x="4489450" y="4565650"/>
          <p14:tracePt t="495940" x="4483100" y="4565650"/>
          <p14:tracePt t="495945" x="4470400" y="4565650"/>
          <p14:tracePt t="495959" x="4457700" y="4565650"/>
          <p14:tracePt t="495972" x="4425950" y="4572000"/>
          <p14:tracePt t="495988" x="4368800" y="4572000"/>
          <p14:tracePt t="496005" x="4337050" y="4572000"/>
          <p14:tracePt t="496022" x="4248150" y="4565650"/>
          <p14:tracePt t="496038" x="4159250" y="4565650"/>
          <p14:tracePt t="496055" x="4114800" y="4565650"/>
          <p14:tracePt t="496072" x="4013200" y="4565650"/>
          <p14:tracePt t="496088" x="3917950" y="4584700"/>
          <p14:tracePt t="496104" x="3867150" y="4584700"/>
          <p14:tracePt t="496122" x="3810000" y="4584700"/>
          <p14:tracePt t="496138" x="3790950" y="4584700"/>
          <p14:tracePt t="496154" x="3778250" y="4584700"/>
          <p14:tracePt t="496171" x="3771900" y="4584700"/>
          <p14:tracePt t="496240" x="3771900" y="4578350"/>
          <p14:tracePt t="496261" x="3778250" y="4578350"/>
          <p14:tracePt t="496268" x="3778250" y="4572000"/>
          <p14:tracePt t="496289" x="3784600" y="4572000"/>
          <p14:tracePt t="496296" x="3790950" y="4565650"/>
          <p14:tracePt t="496310" x="3797300" y="4559300"/>
          <p14:tracePt t="496320" x="3803650" y="4559300"/>
          <p14:tracePt t="496337" x="3816350" y="4559300"/>
          <p14:tracePt t="496354" x="3867150" y="4540250"/>
          <p14:tracePt t="496370" x="3949700" y="4514850"/>
          <p14:tracePt t="496388" x="4102100" y="4470400"/>
          <p14:tracePt t="496403" x="4203700" y="4445000"/>
          <p14:tracePt t="496420" x="4318000" y="4413250"/>
          <p14:tracePt t="496437" x="4762500" y="4337050"/>
          <p14:tracePt t="496453" x="4965700" y="4298950"/>
          <p14:tracePt t="496470" x="5187950" y="4267200"/>
          <p14:tracePt t="496486" x="5626100" y="4216400"/>
          <p14:tracePt t="496503" x="6000750" y="4184650"/>
          <p14:tracePt t="496521" x="6299200" y="4191000"/>
          <p14:tracePt t="496536" x="6426200" y="4210050"/>
          <p14:tracePt t="496553" x="6610350" y="4260850"/>
          <p14:tracePt t="496570" x="6711950" y="4298950"/>
          <p14:tracePt t="496586" x="6743700" y="4324350"/>
          <p14:tracePt t="496603" x="6769100" y="4349750"/>
          <p14:tracePt t="496619" x="6781800" y="4387850"/>
          <p14:tracePt t="496636" x="6788150" y="4387850"/>
          <p14:tracePt t="496653" x="6794500" y="4413250"/>
          <p14:tracePt t="496670" x="6807200" y="4438650"/>
          <p14:tracePt t="496686" x="6819900" y="4457700"/>
          <p14:tracePt t="496704" x="6838950" y="4508500"/>
          <p14:tracePt t="496719" x="6864350" y="4552950"/>
          <p14:tracePt t="496736" x="6877050" y="4565650"/>
          <p14:tracePt t="496753" x="6889750" y="4610100"/>
          <p14:tracePt t="496769" x="6896100" y="4629150"/>
          <p14:tracePt t="496772" x="6908800" y="4641850"/>
          <p14:tracePt t="496785" x="6915150" y="4654550"/>
          <p14:tracePt t="496802" x="6934200" y="4692650"/>
          <p14:tracePt t="496819" x="6934200" y="4699000"/>
          <p14:tracePt t="496836" x="6934200" y="4705350"/>
          <p14:tracePt t="496852" x="6946900" y="4718050"/>
          <p14:tracePt t="496885" x="6953250" y="4724400"/>
          <p14:tracePt t="496963" x="6959600" y="4724400"/>
          <p14:tracePt t="497082" x="6953250" y="4724400"/>
          <p14:tracePt t="497110" x="6946900" y="4718050"/>
          <p14:tracePt t="498301" x="6946900" y="4711700"/>
          <p14:tracePt t="502726" x="6927850" y="4730750"/>
          <p14:tracePt t="502733" x="6902450" y="4762500"/>
          <p14:tracePt t="502740" x="6877050" y="4794250"/>
          <p14:tracePt t="502754" x="6858000" y="4819650"/>
          <p14:tracePt t="502765" x="6845300" y="4838700"/>
          <p14:tracePt t="502782" x="6813550" y="4876800"/>
          <p14:tracePt t="502798" x="6807200" y="4895850"/>
          <p14:tracePt t="502815" x="6788150" y="4927600"/>
          <p14:tracePt t="502831" x="6775450" y="4972050"/>
          <p14:tracePt t="502848" x="6762750" y="5003800"/>
          <p14:tracePt t="502865" x="6750050" y="5041900"/>
          <p14:tracePt t="502868" x="6737350" y="5086350"/>
          <p14:tracePt t="502882" x="6705600" y="5168900"/>
          <p14:tracePt t="502898" x="6680200" y="5207000"/>
          <p14:tracePt t="502915" x="6654800" y="5289550"/>
          <p14:tracePt t="502931" x="6642100" y="5308600"/>
          <p14:tracePt t="502947" x="6616700" y="5372100"/>
          <p14:tracePt t="502965" x="6604000" y="5429250"/>
          <p14:tracePt t="502981" x="6584950" y="5486400"/>
          <p14:tracePt t="502997" x="6565900" y="5600700"/>
          <p14:tracePt t="503014" x="6540500" y="5734050"/>
          <p14:tracePt t="503031" x="6527800" y="5791200"/>
          <p14:tracePt t="503047" x="6521450" y="5880100"/>
          <p14:tracePt t="503064" x="6515100" y="5937250"/>
          <p14:tracePt t="503080" x="6515100" y="5962650"/>
          <p14:tracePt t="503098" x="6502400" y="6026150"/>
          <p14:tracePt t="503113" x="6502400" y="6083300"/>
          <p14:tracePt t="503130" x="6502400" y="6121400"/>
          <p14:tracePt t="503147" x="6502400" y="6191250"/>
          <p14:tracePt t="503163" x="6502400" y="6267450"/>
          <p14:tracePt t="503180" x="6502400" y="6299200"/>
          <p14:tracePt t="503197" x="6502400" y="6343650"/>
          <p14:tracePt t="503213" x="6502400" y="6369050"/>
          <p14:tracePt t="503230" x="6502400" y="6388100"/>
          <p14:tracePt t="503246" x="6502400" y="6400800"/>
          <p14:tracePt t="503263" x="6502400" y="6413500"/>
          <p14:tracePt t="503280" x="6502400" y="6426200"/>
          <p14:tracePt t="503296" x="6502400" y="6445250"/>
          <p14:tracePt t="503313" x="6502400" y="6451600"/>
          <p14:tracePt t="503330" x="6502400" y="6464300"/>
          <p14:tracePt t="503346" x="6502400" y="6470650"/>
          <p14:tracePt t="503379" x="6502400" y="6477000"/>
          <p14:tracePt t="503414" x="6502400" y="6483350"/>
          <p14:tracePt t="503435" x="6502400" y="6489700"/>
          <p14:tracePt t="503463" x="6508750" y="6496050"/>
          <p14:tracePt t="503483" x="6515100" y="6496050"/>
          <p14:tracePt t="503512" x="6521450" y="6496050"/>
          <p14:tracePt t="503554" x="6527800" y="6496050"/>
          <p14:tracePt t="503575" x="6540500" y="6496050"/>
          <p14:tracePt t="503597" x="6553200" y="6496050"/>
          <p14:tracePt t="503603" x="6553200" y="6489700"/>
          <p14:tracePt t="503617" x="6565900" y="6483350"/>
          <p14:tracePt t="503629" x="6591300" y="6477000"/>
          <p14:tracePt t="503645" x="6648450" y="6451600"/>
          <p14:tracePt t="503662" x="6680200" y="6426200"/>
          <p14:tracePt t="503678" x="6769100" y="6388100"/>
          <p14:tracePt t="503695" x="6870700" y="6330950"/>
          <p14:tracePt t="503712" x="6915150" y="6305550"/>
          <p14:tracePt t="503729" x="6991350" y="6242050"/>
          <p14:tracePt t="503745" x="7073900" y="6178550"/>
          <p14:tracePt t="503761" x="7118350" y="6153150"/>
          <p14:tracePt t="503779" x="7169150" y="6108700"/>
          <p14:tracePt t="503794" x="7188200" y="6089650"/>
          <p14:tracePt t="503812" x="7194550" y="6083300"/>
          <p14:tracePt t="503828" x="7194550" y="6076950"/>
          <p14:tracePt t="503883" x="7188200" y="6076950"/>
          <p14:tracePt t="503898" x="7181850" y="6076950"/>
          <p14:tracePt t="503904" x="7175500" y="6076950"/>
          <p14:tracePt t="503919" x="7162800" y="6083300"/>
          <p14:tracePt t="503927" x="7150100" y="6083300"/>
          <p14:tracePt t="503944" x="7137400" y="6089650"/>
          <p14:tracePt t="503961" x="7099300" y="6096000"/>
          <p14:tracePt t="503977" x="7016750" y="6115050"/>
          <p14:tracePt t="503994" x="6972300" y="6121400"/>
          <p14:tracePt t="504011" x="6883400" y="6127750"/>
          <p14:tracePt t="504027" x="6813550" y="6146800"/>
          <p14:tracePt t="504045" x="6769100" y="6153150"/>
          <p14:tracePt t="504060" x="6750050" y="6159500"/>
          <p14:tracePt t="504077" x="6737350" y="6165850"/>
          <p14:tracePt t="504094" x="6731000" y="6165850"/>
          <p14:tracePt t="504136" x="6731000" y="6172200"/>
          <p14:tracePt t="504164" x="6737350" y="6172200"/>
          <p14:tracePt t="504178" x="6743700" y="6172200"/>
          <p14:tracePt t="504185" x="6756400" y="6172200"/>
          <p14:tracePt t="504200" x="6769100" y="6172200"/>
          <p14:tracePt t="504209" x="6781800" y="6172200"/>
          <p14:tracePt t="504227" x="6826250" y="6178550"/>
          <p14:tracePt t="504243" x="6870700" y="6178550"/>
          <p14:tracePt t="504260" x="6972300" y="6197600"/>
          <p14:tracePt t="504277" x="7092950" y="6210300"/>
          <p14:tracePt t="504293" x="7156450" y="6223000"/>
          <p14:tracePt t="504309" x="7302500" y="6254750"/>
          <p14:tracePt t="504326" x="7397750" y="6267450"/>
          <p14:tracePt t="504343" x="7416800" y="6273800"/>
          <p14:tracePt t="504359" x="7448550" y="6280150"/>
          <p14:tracePt t="504424" x="7442200" y="6280150"/>
          <p14:tracePt t="504438" x="7435850" y="6280150"/>
          <p14:tracePt t="504460" x="7429500" y="6280150"/>
          <p14:tracePt t="504480" x="7423150" y="6280150"/>
          <p14:tracePt t="504515" x="7423150" y="6273800"/>
          <p14:tracePt t="504522" x="7416800" y="6273800"/>
          <p14:tracePt t="504544" x="7416800" y="6267450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__hash__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eq</a:t>
            </a:r>
            <a:r>
              <a:rPr lang="en-US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unsafe_hash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sz="2200" b="1" spc="-10" dirty="0" err="1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frozen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hash(x)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sp>
        <p:nvSpPr>
          <p:cNvPr id="12" name="Rounded Rectangle 11"/>
          <p:cNvSpPr/>
          <p:nvPr/>
        </p:nvSpPr>
        <p:spPr bwMode="auto">
          <a:xfrm>
            <a:off x="215288" y="4572000"/>
            <a:ext cx="7315200" cy="548640"/>
          </a:xfrm>
          <a:prstGeom prst="roundRect">
            <a:avLst/>
          </a:prstGeom>
          <a:solidFill>
            <a:srgbClr val="FFE7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80000"/>
              </a:lnSpc>
            </a:pPr>
            <a:r>
              <a:rPr lang="en-US" altLang="en-US" sz="2800" b="1" kern="0" dirty="0">
                <a:solidFill>
                  <a:srgbClr val="00B050"/>
                </a:solidFill>
                <a:latin typeface="Arial"/>
              </a:rPr>
              <a:t>frozen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==</a:t>
            </a:r>
            <a:r>
              <a:rPr lang="en-US" altLang="en-US" sz="2800" b="1" kern="0" dirty="0">
                <a:solidFill>
                  <a:srgbClr val="00B050"/>
                </a:solidFill>
                <a:latin typeface="Arial"/>
              </a:rPr>
              <a:t>False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and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b="1" kern="0" dirty="0" err="1">
                <a:solidFill>
                  <a:srgbClr val="00B0F0"/>
                </a:solidFill>
                <a:latin typeface="Arial"/>
              </a:rPr>
              <a:t>eq</a:t>
            </a:r>
            <a:r>
              <a:rPr lang="en-US" altLang="en-US" sz="2800" b="1" kern="0" dirty="0">
                <a:solidFill>
                  <a:srgbClr val="000000"/>
                </a:solidFill>
                <a:latin typeface="Arial"/>
              </a:rPr>
              <a:t>==</a:t>
            </a:r>
            <a:r>
              <a:rPr lang="en-US" altLang="en-US" sz="2800" b="1" kern="0" dirty="0">
                <a:solidFill>
                  <a:srgbClr val="00B0F0"/>
                </a:solidFill>
                <a:latin typeface="Arial"/>
              </a:rPr>
              <a:t>True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sym typeface="Symbol" panose="05050102010706020507" pitchFamily="18" charset="2"/>
              </a:rPr>
              <a:t>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800" kern="0" dirty="0" err="1">
                <a:solidFill>
                  <a:srgbClr val="FF0000"/>
                </a:solidFill>
                <a:latin typeface="Arial"/>
              </a:rPr>
              <a:t>unhashable</a:t>
            </a:r>
            <a:endParaRPr lang="en-US" sz="2800" dirty="0">
              <a:solidFill>
                <a:srgbClr val="FF0000"/>
              </a:solidFill>
              <a:latin typeface="Arial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2688336" y="4953000"/>
            <a:ext cx="3074689" cy="70244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5047488" y="4953000"/>
            <a:ext cx="2057400" cy="4572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H="1">
            <a:off x="2122714" y="4953000"/>
            <a:ext cx="4278086" cy="131717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5" name="Audio 1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10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7672"/>
    </mc:Choice>
    <mc:Fallback xmlns="">
      <p:transition spd="slow" advTm="5376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12" grpId="0" animBg="1"/>
    </p:bldLst>
  </p:timing>
  <p:extLst>
    <p:ext uri="{3A86A75C-4F4B-4683-9AE1-C65F6400EC91}">
      <p14:laserTraceLst xmlns:p14="http://schemas.microsoft.com/office/powerpoint/2010/main">
        <p14:tracePtLst>
          <p14:tracePt t="557" x="2743200" y="4724400"/>
          <p14:tracePt t="564" x="2730500" y="4724400"/>
          <p14:tracePt t="578" x="2717800" y="4724400"/>
          <p14:tracePt t="585" x="2698750" y="4724400"/>
          <p14:tracePt t="595" x="2686050" y="4724400"/>
          <p14:tracePt t="611" x="2667000" y="4724400"/>
          <p14:tracePt t="628" x="2635250" y="4724400"/>
          <p14:tracePt t="645" x="2622550" y="4724400"/>
          <p14:tracePt t="662" x="2578100" y="4718050"/>
          <p14:tracePt t="678" x="2559050" y="4718050"/>
          <p14:tracePt t="695" x="2552700" y="4711700"/>
          <p14:tracePt t="712" x="2533650" y="4711700"/>
          <p14:tracePt t="728" x="2520950" y="4711700"/>
          <p14:tracePt t="761" x="2514600" y="4711700"/>
          <p14:tracePt t="817" x="2514600" y="4705350"/>
          <p14:tracePt t="873" x="2514600" y="4699000"/>
          <p14:tracePt t="895" x="2514600" y="4692650"/>
          <p14:tracePt t="930" x="2514600" y="4686300"/>
          <p14:tracePt t="936" x="2514600" y="4679950"/>
          <p14:tracePt t="945" x="2514600" y="4673600"/>
          <p14:tracePt t="961" x="2514600" y="4667250"/>
          <p14:tracePt t="978" x="2501900" y="4635500"/>
          <p14:tracePt t="994" x="2501900" y="4616450"/>
          <p14:tracePt t="1011" x="2489200" y="4559300"/>
          <p14:tracePt t="1028" x="2476500" y="4502150"/>
          <p14:tracePt t="1044" x="2470150" y="4470400"/>
          <p14:tracePt t="1061" x="2463800" y="4432300"/>
          <p14:tracePt t="1077" x="2463800" y="4394200"/>
          <p14:tracePt t="1094" x="2457450" y="4381500"/>
          <p14:tracePt t="1128" x="2457450" y="4375150"/>
          <p14:tracePt t="1218" x="2457450" y="4381500"/>
          <p14:tracePt t="1260" x="2457450" y="4387850"/>
          <p14:tracePt t="1288" x="2457450" y="4394200"/>
          <p14:tracePt t="1295" x="2457450" y="4400550"/>
          <p14:tracePt t="1316" x="2457450" y="4406900"/>
          <p14:tracePt t="1337" x="2457450" y="4413250"/>
          <p14:tracePt t="1386" x="2457450" y="4425950"/>
          <p14:tracePt t="1407" x="2451100" y="4432300"/>
          <p14:tracePt t="1428" x="2444750" y="4438650"/>
          <p14:tracePt t="1434" x="2444750" y="4445000"/>
          <p14:tracePt t="1456" x="2438400" y="4451350"/>
          <p14:tracePt t="1491" x="2438400" y="4457700"/>
          <p14:tracePt t="1498" x="2432050" y="4457700"/>
          <p14:tracePt t="1509" x="2432050" y="4464050"/>
          <p14:tracePt t="1527" x="2432050" y="4476750"/>
          <p14:tracePt t="1543" x="2432050" y="4489450"/>
          <p14:tracePt t="1559" x="2432050" y="4495800"/>
          <p14:tracePt t="1576" x="2432050" y="4572000"/>
          <p14:tracePt t="1592" x="2438400" y="4610100"/>
          <p14:tracePt t="1609" x="2444750" y="4654550"/>
          <p14:tracePt t="1625" x="2476500" y="4749800"/>
          <p14:tracePt t="1642" x="2501900" y="4813300"/>
          <p14:tracePt t="1659" x="2552700" y="4953000"/>
          <p14:tracePt t="1675" x="2597150" y="5086350"/>
          <p14:tracePt t="1692" x="2616200" y="5143500"/>
          <p14:tracePt t="1709" x="2647950" y="5251450"/>
          <p14:tracePt t="1725" x="2647950" y="5283200"/>
          <p14:tracePt t="1742" x="2647950" y="5308600"/>
          <p14:tracePt t="1759" x="2647950" y="5327650"/>
          <p14:tracePt t="1791" x="2647950" y="5334000"/>
          <p14:tracePt t="1843" x="2641600" y="5334000"/>
          <p14:tracePt t="1878" x="2635250" y="5334000"/>
          <p14:tracePt t="1913" x="2628900" y="5334000"/>
          <p14:tracePt t="1920" x="2622550" y="5334000"/>
          <p14:tracePt t="1942" x="2616200" y="5327650"/>
          <p14:tracePt t="1948" x="2616200" y="5321300"/>
          <p14:tracePt t="2011" x="2609850" y="5314950"/>
          <p14:tracePt t="2018" x="2603500" y="5308600"/>
          <p14:tracePt t="2074" x="2603500" y="5302250"/>
          <p14:tracePt t="2081" x="2609850" y="5302250"/>
          <p14:tracePt t="2096" x="2609850" y="5295900"/>
          <p14:tracePt t="2107" x="2616200" y="5295900"/>
          <p14:tracePt t="2124" x="2628900" y="5295900"/>
          <p14:tracePt t="2140" x="2660650" y="5289550"/>
          <p14:tracePt t="2157" x="2686050" y="5289550"/>
          <p14:tracePt t="2174" x="2762250" y="5289550"/>
          <p14:tracePt t="2190" x="2819400" y="5289550"/>
          <p14:tracePt t="2207" x="2921000" y="5295900"/>
          <p14:tracePt t="2223" x="3079750" y="5314950"/>
          <p14:tracePt t="2240" x="3168650" y="5334000"/>
          <p14:tracePt t="2257" x="3384550" y="5378450"/>
          <p14:tracePt t="2273" x="3663950" y="5429250"/>
          <p14:tracePt t="2290" x="3810000" y="5480050"/>
          <p14:tracePt t="2306" x="4108450" y="5556250"/>
          <p14:tracePt t="2323" x="4387850" y="5626100"/>
          <p14:tracePt t="2340" x="4502150" y="5657850"/>
          <p14:tracePt t="2356" x="4699000" y="5708650"/>
          <p14:tracePt t="2373" x="4819650" y="5727700"/>
          <p14:tracePt t="2389" x="4857750" y="5734050"/>
          <p14:tracePt t="2406" x="4883150" y="5734050"/>
          <p14:tracePt t="2441" x="4876800" y="5734050"/>
          <p14:tracePt t="2454" x="4870450" y="5734050"/>
          <p14:tracePt t="2460" x="4851400" y="5727700"/>
          <p14:tracePt t="2476" x="4838700" y="5721350"/>
          <p14:tracePt t="2489" x="4826000" y="5721350"/>
          <p14:tracePt t="2506" x="4756150" y="5695950"/>
          <p14:tracePt t="2522" x="4673600" y="5676900"/>
          <p14:tracePt t="2539" x="4438650" y="5600700"/>
          <p14:tracePt t="2555" x="4044950" y="5480050"/>
          <p14:tracePt t="2573" x="3575050" y="5334000"/>
          <p14:tracePt t="2588" x="3340100" y="5276850"/>
          <p14:tracePt t="2605" x="3162300" y="5226050"/>
          <p14:tracePt t="2623" x="2794000" y="5118100"/>
          <p14:tracePt t="2638" x="2641600" y="5086350"/>
          <p14:tracePt t="2655" x="2514600" y="5054600"/>
          <p14:tracePt t="2672" x="2425700" y="5022850"/>
          <p14:tracePt t="2688" x="2260600" y="4972050"/>
          <p14:tracePt t="2705" x="2209800" y="4953000"/>
          <p14:tracePt t="2722" x="2178050" y="4946650"/>
          <p14:tracePt t="2738" x="2171700" y="4946650"/>
          <p14:tracePt t="2805" x="2184400" y="4953000"/>
          <p14:tracePt t="2819" x="2209800" y="4953000"/>
          <p14:tracePt t="2826" x="2247900" y="4953000"/>
          <p14:tracePt t="2841" x="2298700" y="4959350"/>
          <p14:tracePt t="2857" x="2387600" y="4972050"/>
          <p14:tracePt t="2871" x="2489200" y="4978400"/>
          <p14:tracePt t="2888" x="2654300" y="5003800"/>
          <p14:tracePt t="2904" x="3105150" y="5092700"/>
          <p14:tracePt t="2921" x="3689350" y="5232400"/>
          <p14:tracePt t="2938" x="3956050" y="5327650"/>
          <p14:tracePt t="2954" x="4502150" y="5480050"/>
          <p14:tracePt t="2971" x="4616450" y="5511800"/>
          <p14:tracePt t="2988" x="4826000" y="5588000"/>
          <p14:tracePt t="3004" x="4965700" y="5645150"/>
          <p14:tracePt t="3020" x="5010150" y="5664200"/>
          <p14:tracePt t="3037" x="5041900" y="5676900"/>
          <p14:tracePt t="3054" x="5048250" y="5676900"/>
          <p14:tracePt t="3087" x="5035550" y="5676900"/>
          <p14:tracePt t="3103" x="5022850" y="5676900"/>
          <p14:tracePt t="3121" x="4978400" y="5695950"/>
          <p14:tracePt t="3136" x="4946650" y="5708650"/>
          <p14:tracePt t="3153" x="4927600" y="5721350"/>
          <p14:tracePt t="3170" x="4864100" y="5765800"/>
          <p14:tracePt t="3186" x="4819650" y="5778500"/>
          <p14:tracePt t="3203" x="4794250" y="5791200"/>
          <p14:tracePt t="3207" x="4781550" y="5797550"/>
          <p14:tracePt t="3220" x="4762500" y="5803900"/>
          <p14:tracePt t="3236" x="4730750" y="5816600"/>
          <p14:tracePt t="3253" x="4711700" y="5829300"/>
          <p14:tracePt t="3270" x="4686300" y="5835650"/>
          <p14:tracePt t="4932" x="4654550" y="5835650"/>
          <p14:tracePt t="4938" x="4616450" y="5829300"/>
          <p14:tracePt t="4953" x="4572000" y="5810250"/>
          <p14:tracePt t="4964" x="4540250" y="5797550"/>
          <p14:tracePt t="4981" x="4470400" y="5772150"/>
          <p14:tracePt t="4997" x="4438650" y="5753100"/>
          <p14:tracePt t="5014" x="4356100" y="5727700"/>
          <p14:tracePt t="5032" x="4279900" y="5695950"/>
          <p14:tracePt t="5048" x="4235450" y="5676900"/>
          <p14:tracePt t="5064" x="4159250" y="5638800"/>
          <p14:tracePt t="5081" x="4095750" y="5594350"/>
          <p14:tracePt t="5097" x="4083050" y="5575300"/>
          <p14:tracePt t="5115" x="4051300" y="5556250"/>
          <p14:tracePt t="5130" x="4025900" y="5537200"/>
          <p14:tracePt t="5147" x="4006850" y="5530850"/>
          <p14:tracePt t="5164" x="3943350" y="5499100"/>
          <p14:tracePt t="5181" x="3924300" y="5492750"/>
          <p14:tracePt t="5197" x="3860800" y="5467350"/>
          <p14:tracePt t="5200" x="3822700" y="5461000"/>
          <p14:tracePt t="5230" x="3740150" y="5454650"/>
          <p14:tracePt t="5248" x="3657600" y="5435600"/>
          <p14:tracePt t="5264" x="3568700" y="5435600"/>
          <p14:tracePt t="5280" x="3524250" y="5435600"/>
          <p14:tracePt t="5298" x="3422650" y="5448300"/>
          <p14:tracePt t="5313" x="3327400" y="5448300"/>
          <p14:tracePt t="5330" x="3276600" y="5448300"/>
          <p14:tracePt t="5347" x="3200400" y="5441950"/>
          <p14:tracePt t="5364" x="3149600" y="5435600"/>
          <p14:tracePt t="5381" x="3130550" y="5429250"/>
          <p14:tracePt t="5397" x="3105150" y="5422900"/>
          <p14:tracePt t="5414" x="3086100" y="5416550"/>
          <p14:tracePt t="5430" x="3086100" y="5410200"/>
          <p14:tracePt t="5481" x="3086100" y="5403850"/>
          <p14:tracePt t="5530" x="3105150" y="5403850"/>
          <p14:tracePt t="5545" x="3124200" y="5403850"/>
          <p14:tracePt t="5562" x="3143250" y="5403850"/>
          <p14:tracePt t="5579" x="3206750" y="5403850"/>
          <p14:tracePt t="5595" x="3340100" y="5416550"/>
          <p14:tracePt t="5612" x="3530600" y="5448300"/>
          <p14:tracePt t="5628" x="3657600" y="5467350"/>
          <p14:tracePt t="5645" x="3937000" y="5524500"/>
          <p14:tracePt t="5663" x="4229100" y="5588000"/>
          <p14:tracePt t="5678" x="4387850" y="5638800"/>
          <p14:tracePt t="5694" x="4718050" y="5708650"/>
          <p14:tracePt t="5712" x="4959350" y="5765800"/>
          <p14:tracePt t="5728" x="5048250" y="5797550"/>
          <p14:tracePt t="5744" x="5130800" y="5816600"/>
          <p14:tracePt t="5761" x="5264150" y="5842000"/>
          <p14:tracePt t="5778" x="5283200" y="5842000"/>
          <p14:tracePt t="5794" x="5308600" y="5848350"/>
          <p14:tracePt t="5811" x="5334000" y="5854700"/>
          <p14:tracePt t="5827" x="5340350" y="5854700"/>
          <p14:tracePt t="5846" x="5353050" y="5854700"/>
          <p14:tracePt t="5861" x="5359400" y="5861050"/>
          <p14:tracePt t="5877" x="5372100" y="5861050"/>
          <p14:tracePt t="5894" x="5378450" y="5867400"/>
          <p14:tracePt t="5910" x="5384800" y="5867400"/>
          <p14:tracePt t="5927" x="5397500" y="5867400"/>
          <p14:tracePt t="5944" x="5403850" y="5867400"/>
          <p14:tracePt t="5977" x="5410200" y="5867400"/>
          <p14:tracePt t="6077" x="5410200" y="5861050"/>
          <p14:tracePt t="6105" x="5403850" y="5854700"/>
          <p14:tracePt t="6133" x="5397500" y="5848350"/>
          <p14:tracePt t="6154" x="5391150" y="5848350"/>
          <p14:tracePt t="6168" x="5384800" y="5848350"/>
          <p14:tracePt t="6174" x="5384800" y="5842000"/>
          <p14:tracePt t="6196" x="5378450" y="5842000"/>
          <p14:tracePt t="6203" x="5372100" y="5835650"/>
          <p14:tracePt t="6217" x="5365750" y="5829300"/>
          <p14:tracePt t="6226" x="5353050" y="5822950"/>
          <p14:tracePt t="6242" x="5334000" y="5810250"/>
          <p14:tracePt t="6259" x="5276850" y="5765800"/>
          <p14:tracePt t="6276" x="5175250" y="5676900"/>
          <p14:tracePt t="6292" x="5137150" y="5632450"/>
          <p14:tracePt t="6309" x="5010150" y="5524500"/>
          <p14:tracePt t="6326" x="4889500" y="5416550"/>
          <p14:tracePt t="6343" x="4845050" y="5378450"/>
          <p14:tracePt t="6359" x="4768850" y="5308600"/>
          <p14:tracePt t="6375" x="4743450" y="5295900"/>
          <p14:tracePt t="6393" x="4718050" y="5264150"/>
          <p14:tracePt t="6409" x="4699000" y="5245100"/>
          <p14:tracePt t="6442" x="4699000" y="5238750"/>
          <p14:tracePt t="6505" x="4699000" y="5232400"/>
          <p14:tracePt t="6527" x="4699000" y="5226050"/>
          <p14:tracePt t="6533" x="4699000" y="5219700"/>
          <p14:tracePt t="6554" x="4705350" y="5213350"/>
          <p14:tracePt t="6609" x="4711700" y="5213350"/>
          <p14:tracePt t="6642" x="4724400" y="5207000"/>
          <p14:tracePt t="6659" x="4743450" y="5207000"/>
          <p14:tracePt t="6676" x="4781550" y="5207000"/>
          <p14:tracePt t="6692" x="4819650" y="5207000"/>
          <p14:tracePt t="6709" x="4927600" y="5213350"/>
          <p14:tracePt t="6725" x="4991100" y="5213350"/>
          <p14:tracePt t="6742" x="5143500" y="5238750"/>
          <p14:tracePt t="6760" x="5340350" y="5270500"/>
          <p14:tracePt t="6775" x="5441950" y="5289550"/>
          <p14:tracePt t="6793" x="5626100" y="5321300"/>
          <p14:tracePt t="6808" x="5816600" y="5365750"/>
          <p14:tracePt t="6824" x="5899150" y="5384800"/>
          <p14:tracePt t="6841" x="6064250" y="5410200"/>
          <p14:tracePt t="6858" x="6210300" y="5441950"/>
          <p14:tracePt t="6874" x="6280150" y="5461000"/>
          <p14:tracePt t="6892" x="6400800" y="5486400"/>
          <p14:tracePt t="6907" x="6502400" y="5505450"/>
          <p14:tracePt t="6924" x="6534150" y="5511800"/>
          <p14:tracePt t="6942" x="6584950" y="5518150"/>
          <p14:tracePt t="6957" x="6610350" y="5518150"/>
          <p14:tracePt t="6974" x="6623050" y="5524500"/>
          <p14:tracePt t="6991" x="6654800" y="5537200"/>
          <p14:tracePt t="7007" x="6673850" y="5537200"/>
          <p14:tracePt t="7024" x="6699250" y="5543550"/>
          <p14:tracePt t="7040" x="6731000" y="5543550"/>
          <p14:tracePt t="7057" x="6743700" y="5543550"/>
          <p14:tracePt t="7075" x="6762750" y="5543550"/>
          <p14:tracePt t="7090" x="6775450" y="5543550"/>
          <p14:tracePt t="7123" x="6788150" y="5543550"/>
          <p14:tracePt t="7139" x="6794500" y="5543550"/>
          <p14:tracePt t="7172" x="6800850" y="5543550"/>
          <p14:tracePt t="7278" x="6794500" y="5537200"/>
          <p14:tracePt t="7306" x="6788150" y="5537200"/>
          <p14:tracePt t="7341" x="6781800" y="5537200"/>
          <p14:tracePt t="7376" x="6781800" y="5530850"/>
          <p14:tracePt t="7439" x="6775450" y="5524500"/>
          <p14:tracePt t="7446" x="6769100" y="5524500"/>
          <p14:tracePt t="7468" x="6769100" y="5518150"/>
          <p14:tracePt t="7481" x="6762750" y="5511800"/>
          <p14:tracePt t="7491" x="6756400" y="5511800"/>
          <p14:tracePt t="7505" x="6750050" y="5505450"/>
          <p14:tracePt t="7522" x="6731000" y="5480050"/>
          <p14:tracePt t="7539" x="6673850" y="5403850"/>
          <p14:tracePt t="7555" x="6635750" y="5359400"/>
          <p14:tracePt t="7571" x="6597650" y="5308600"/>
          <p14:tracePt t="7588" x="6527800" y="5207000"/>
          <p14:tracePt t="7605" x="6489700" y="5162550"/>
          <p14:tracePt t="7622" x="6426200" y="5086350"/>
          <p14:tracePt t="7638" x="6413500" y="5060950"/>
          <p14:tracePt t="7655" x="6400800" y="5041900"/>
          <p14:tracePt t="7671" x="6381750" y="5016500"/>
          <p14:tracePt t="7688" x="6369050" y="5010150"/>
          <p14:tracePt t="7704" x="6369050" y="5003800"/>
          <p14:tracePt t="7721" x="6362700" y="5003800"/>
          <p14:tracePt t="7763" x="6362700" y="5010150"/>
          <p14:tracePt t="7798" x="6356350" y="5016500"/>
          <p14:tracePt t="7840" x="6356350" y="5022850"/>
          <p14:tracePt t="7903" x="6356350" y="5029200"/>
          <p14:tracePt t="8004" x="6356350" y="5035550"/>
          <p14:tracePt t="8039" x="6350000" y="5041900"/>
          <p14:tracePt t="8072" x="6343650" y="5048250"/>
          <p14:tracePt t="8088" x="6337300" y="5048250"/>
          <p14:tracePt t="8104" x="6318250" y="5060950"/>
          <p14:tracePt t="8121" x="6267450" y="5073650"/>
          <p14:tracePt t="8138" x="6235700" y="5092700"/>
          <p14:tracePt t="8154" x="6127750" y="5130800"/>
          <p14:tracePt t="8171" x="6007100" y="5156200"/>
          <p14:tracePt t="8187" x="5943600" y="5175250"/>
          <p14:tracePt t="8204" x="5873750" y="5194300"/>
          <p14:tracePt t="8220" x="5651500" y="5251450"/>
          <p14:tracePt t="8236" x="5581650" y="5264150"/>
          <p14:tracePt t="8254" x="5505450" y="5283200"/>
          <p14:tracePt t="8271" x="5397500" y="5302250"/>
          <p14:tracePt t="8287" x="5302250" y="5314950"/>
          <p14:tracePt t="8303" x="5251450" y="5327650"/>
          <p14:tracePt t="8320" x="5168900" y="5340350"/>
          <p14:tracePt t="8336" x="5060950" y="5378450"/>
          <p14:tracePt t="8354" x="4946650" y="5403850"/>
          <p14:tracePt t="8370" x="4883150" y="5422900"/>
          <p14:tracePt t="8388" x="4749800" y="5454650"/>
          <p14:tracePt t="8403" x="4578350" y="5492750"/>
          <p14:tracePt t="8420" x="4502150" y="5505450"/>
          <p14:tracePt t="8435" x="4343400" y="5530850"/>
          <p14:tracePt t="8452" x="4203700" y="5549900"/>
          <p14:tracePt t="8468" x="4121150" y="5568950"/>
          <p14:tracePt t="8485" x="4057650" y="5581650"/>
          <p14:tracePt t="8501" x="3886200" y="5619750"/>
          <p14:tracePt t="8518" x="3841750" y="5632450"/>
          <p14:tracePt t="8536" x="3778250" y="5664200"/>
          <p14:tracePt t="8551" x="3752850" y="5670550"/>
          <p14:tracePt t="8568" x="3683000" y="5695950"/>
          <p14:tracePt t="8585" x="3638550" y="5715000"/>
          <p14:tracePt t="8601" x="3606800" y="5734050"/>
          <p14:tracePt t="8618" x="3562350" y="5759450"/>
          <p14:tracePt t="8635" x="3498850" y="5803900"/>
          <p14:tracePt t="8652" x="3454400" y="5829300"/>
          <p14:tracePt t="8668" x="3365500" y="5892800"/>
          <p14:tracePt t="8684" x="3289300" y="5943600"/>
          <p14:tracePt t="8701" x="3238500" y="5981700"/>
          <p14:tracePt t="8718" x="3149600" y="6032500"/>
          <p14:tracePt t="8734" x="3079750" y="6057900"/>
          <p14:tracePt t="8750" x="3048000" y="6070600"/>
          <p14:tracePt t="8768" x="2990850" y="6089650"/>
          <p14:tracePt t="8784" x="2940050" y="6102350"/>
          <p14:tracePt t="8800" x="2914650" y="6108700"/>
          <p14:tracePt t="8817" x="2870200" y="6115050"/>
          <p14:tracePt t="8833" x="2819400" y="6115050"/>
          <p14:tracePt t="8851" x="2794000" y="6115050"/>
          <p14:tracePt t="8867" x="2743200" y="6115050"/>
          <p14:tracePt t="8883" x="2698750" y="6115050"/>
          <p14:tracePt t="8901" x="2667000" y="6121400"/>
          <p14:tracePt t="8916" x="2654300" y="6121400"/>
          <p14:tracePt t="8933" x="2641600" y="6121400"/>
          <p14:tracePt t="8950" x="2628900" y="6127750"/>
          <p14:tracePt t="8967" x="2622550" y="6127750"/>
          <p14:tracePt t="8983" x="2616200" y="6127750"/>
          <p14:tracePt t="9000" x="2597150" y="6127750"/>
          <p14:tracePt t="9016" x="2584450" y="6127750"/>
          <p14:tracePt t="9050" x="2578100" y="6127750"/>
          <p14:tracePt t="9147" x="2571750" y="6127750"/>
          <p14:tracePt t="11616" x="2590800" y="6108700"/>
          <p14:tracePt t="11629" x="2635250" y="6070600"/>
          <p14:tracePt t="11636" x="2692400" y="6032500"/>
          <p14:tracePt t="11644" x="2774950" y="5969000"/>
          <p14:tracePt t="11660" x="2857500" y="5905500"/>
          <p14:tracePt t="11674" x="2965450" y="5835650"/>
          <p14:tracePt t="11691" x="3295650" y="5594350"/>
          <p14:tracePt t="11708" x="3727450" y="5238750"/>
          <p14:tracePt t="11724" x="3905250" y="5067300"/>
          <p14:tracePt t="11740" x="4241800" y="4756150"/>
          <p14:tracePt t="11757" x="4508500" y="4445000"/>
          <p14:tracePt t="11773" x="4648200" y="4279900"/>
          <p14:tracePt t="11791" x="4813300" y="4064000"/>
          <p14:tracePt t="11807" x="4933950" y="3886200"/>
          <p14:tracePt t="11823" x="4984750" y="3803650"/>
          <p14:tracePt t="11840" x="5060950" y="3714750"/>
          <p14:tracePt t="11857" x="5105400" y="3670300"/>
          <p14:tracePt t="11873" x="5130800" y="3632200"/>
          <p14:tracePt t="11890" x="5175250" y="3581400"/>
          <p14:tracePt t="11906" x="5219700" y="3536950"/>
          <p14:tracePt t="11923" x="5238750" y="3511550"/>
          <p14:tracePt t="11940" x="5276850" y="3479800"/>
          <p14:tracePt t="11956" x="5308600" y="3460750"/>
          <p14:tracePt t="11973" x="5391150" y="3397250"/>
          <p14:tracePt t="11990" x="5492750" y="3327400"/>
          <p14:tracePt t="12006" x="5537200" y="3295650"/>
          <p14:tracePt t="12023" x="5600700" y="3270250"/>
          <p14:tracePt t="12039" x="5626100" y="3263900"/>
          <p14:tracePt t="12079" x="5626100" y="3276600"/>
          <p14:tracePt t="12089" x="5619750" y="3282950"/>
          <p14:tracePt t="12106" x="5607050" y="3289300"/>
          <p14:tracePt t="12122" x="5588000" y="3308350"/>
          <p14:tracePt t="12139" x="5562600" y="3340100"/>
          <p14:tracePt t="12156" x="5537200" y="3384550"/>
          <p14:tracePt t="12172" x="5524500" y="3416300"/>
          <p14:tracePt t="12189" x="5473700" y="3492500"/>
          <p14:tracePt t="12206" x="5441950" y="3549650"/>
          <p14:tracePt t="12222" x="5429250" y="3568700"/>
          <p14:tracePt t="12239" x="5422900" y="3581400"/>
          <p14:tracePt t="12255" x="5416550" y="3606800"/>
          <p14:tracePt t="12272" x="5416550" y="3619500"/>
          <p14:tracePt t="12288" x="5422900" y="3625850"/>
          <p14:tracePt t="12305" x="5448300" y="3625850"/>
          <p14:tracePt t="12322" x="5505450" y="3606800"/>
          <p14:tracePt t="12339" x="5613400" y="3581400"/>
          <p14:tracePt t="12355" x="5683250" y="3562350"/>
          <p14:tracePt t="12371" x="5816600" y="3530600"/>
          <p14:tracePt t="12389" x="5911850" y="3498850"/>
          <p14:tracePt t="12405" x="5943600" y="3479800"/>
          <p14:tracePt t="12421" x="5969000" y="3460750"/>
          <p14:tracePt t="12438" x="5969000" y="3448050"/>
          <p14:tracePt t="12455" x="5956300" y="3441700"/>
          <p14:tracePt t="12471" x="5924550" y="3435350"/>
          <p14:tracePt t="12488" x="5867400" y="3429000"/>
          <p14:tracePt t="12504" x="5797550" y="3409950"/>
          <p14:tracePt t="12522" x="5651500" y="3384550"/>
          <p14:tracePt t="12537" x="5511800" y="3371850"/>
          <p14:tracePt t="12554" x="5448300" y="3371850"/>
          <p14:tracePt t="12571" x="5314950" y="3384550"/>
          <p14:tracePt t="12587" x="5264150" y="3403600"/>
          <p14:tracePt t="12604" x="5187950" y="3448050"/>
          <p14:tracePt t="12621" x="5149850" y="3479800"/>
          <p14:tracePt t="12637" x="5143500" y="3486150"/>
          <p14:tracePt t="12654" x="5143500" y="3505200"/>
          <p14:tracePt t="12670" x="5168900" y="3524250"/>
          <p14:tracePt t="12687" x="5181600" y="3530600"/>
          <p14:tracePt t="12704" x="5238750" y="3530600"/>
          <p14:tracePt t="12720" x="5346700" y="3517900"/>
          <p14:tracePt t="12737" x="5422900" y="3517900"/>
          <p14:tracePt t="12754" x="5613400" y="3486150"/>
          <p14:tracePt t="12770" x="5822950" y="3448050"/>
          <p14:tracePt t="12786" x="5886450" y="3429000"/>
          <p14:tracePt t="12803" x="5969000" y="3403600"/>
          <p14:tracePt t="12821" x="5981700" y="3384550"/>
          <p14:tracePt t="12838" x="5981700" y="3378200"/>
          <p14:tracePt t="12853" x="5956300" y="3371850"/>
          <p14:tracePt t="12870" x="5937250" y="3365500"/>
          <p14:tracePt t="12887" x="5867400" y="3365500"/>
          <p14:tracePt t="12903" x="5727700" y="3352800"/>
          <p14:tracePt t="12920" x="5613400" y="3359150"/>
          <p14:tracePt t="12937" x="5365750" y="3409950"/>
          <p14:tracePt t="12953" x="5175250" y="3460750"/>
          <p14:tracePt t="12969" x="5105400" y="3492500"/>
          <p14:tracePt t="12986" x="5029200" y="3530600"/>
          <p14:tracePt t="13002" x="5010150" y="3568700"/>
          <p14:tracePt t="13019" x="5010150" y="3581400"/>
          <p14:tracePt t="13036" x="5022850" y="3632200"/>
          <p14:tracePt t="13052" x="5124450" y="3683000"/>
          <p14:tracePt t="13070" x="5194300" y="3727450"/>
          <p14:tracePt t="13085" x="5416550" y="3797300"/>
          <p14:tracePt t="13102" x="5670550" y="3829050"/>
          <p14:tracePt t="13119" x="5873750" y="3829050"/>
          <p14:tracePt t="13135" x="5937250" y="3810000"/>
          <p14:tracePt t="13152" x="5994400" y="3790950"/>
          <p14:tracePt t="13169" x="6026150" y="3727450"/>
          <p14:tracePt t="13185" x="6026150" y="3714750"/>
          <p14:tracePt t="13202" x="6013450" y="3708400"/>
          <p14:tracePt t="13219" x="5988050" y="3702050"/>
          <p14:tracePt t="13235" x="5937250" y="3702050"/>
          <p14:tracePt t="13253" x="5835650" y="3702050"/>
          <p14:tracePt t="13268" x="5753100" y="3708400"/>
          <p14:tracePt t="13285" x="5613400" y="3740150"/>
          <p14:tracePt t="13302" x="5486400" y="3797300"/>
          <p14:tracePt t="13318" x="5429250" y="3822700"/>
          <p14:tracePt t="13335" x="5353050" y="3898900"/>
          <p14:tracePt t="13352" x="5321300" y="3949700"/>
          <p14:tracePt t="13368" x="5321300" y="3962400"/>
          <p14:tracePt t="13385" x="5327650" y="3987800"/>
          <p14:tracePt t="13401" x="5346700" y="3987800"/>
          <p14:tracePt t="13418" x="5378450" y="3987800"/>
          <p14:tracePt t="13435" x="5448300" y="3981450"/>
          <p14:tracePt t="13451" x="5556250" y="3943350"/>
          <p14:tracePt t="13468" x="5613400" y="3911600"/>
          <p14:tracePt t="13485" x="5721350" y="3829050"/>
          <p14:tracePt t="13501" x="5753100" y="3784600"/>
          <p14:tracePt t="13518" x="5791200" y="3708400"/>
          <p14:tracePt t="13534" x="5791200" y="3676650"/>
          <p14:tracePt t="13551" x="5778500" y="3670300"/>
          <p14:tracePt t="13567" x="5753100" y="3663950"/>
          <p14:tracePt t="13584" x="5715000" y="3657600"/>
          <p14:tracePt t="13601" x="5689600" y="3651250"/>
          <p14:tracePt t="13618" x="5607050" y="3651250"/>
          <p14:tracePt t="13634" x="5518150" y="3651250"/>
          <p14:tracePt t="13650" x="5473700" y="3670300"/>
          <p14:tracePt t="13667" x="5391150" y="3676650"/>
          <p14:tracePt t="13683" x="5321300" y="3689350"/>
          <p14:tracePt t="13700" x="5302250" y="3702050"/>
          <p14:tracePt t="13717" x="5276850" y="3721100"/>
          <p14:tracePt t="13733" x="5264150" y="3746500"/>
          <p14:tracePt t="13751" x="5264150" y="3752850"/>
          <p14:tracePt t="13767" x="5264150" y="3759200"/>
          <p14:tracePt t="13783" x="5264150" y="3765550"/>
          <p14:tracePt t="13800" x="5302250" y="3829050"/>
          <p14:tracePt t="13816" x="5327650" y="3841750"/>
          <p14:tracePt t="13833" x="5334000" y="3854450"/>
          <p14:tracePt t="14171" x="5321300" y="3886200"/>
          <p14:tracePt t="14178" x="5295900" y="3943350"/>
          <p14:tracePt t="14192" x="5270500" y="3987800"/>
          <p14:tracePt t="14202" x="5232400" y="4032250"/>
          <p14:tracePt t="14215" x="5149850" y="4127500"/>
          <p14:tracePt t="14232" x="5099050" y="4184650"/>
          <p14:tracePt t="14249" x="4978400" y="4318000"/>
          <p14:tracePt t="14265" x="4800600" y="4470400"/>
          <p14:tracePt t="14283" x="4692650" y="4559300"/>
          <p14:tracePt t="14298" x="4387850" y="4794250"/>
          <p14:tracePt t="14315" x="4273550" y="4902200"/>
          <p14:tracePt t="14331" x="4076700" y="5054600"/>
          <p14:tracePt t="14348" x="3905250" y="5143500"/>
          <p14:tracePt t="14365" x="3835400" y="5194300"/>
          <p14:tracePt t="14382" x="3740150" y="5276850"/>
          <p14:tracePt t="14398" x="3689350" y="5346700"/>
          <p14:tracePt t="14414" x="3663950" y="5391150"/>
          <p14:tracePt t="14431" x="3638550" y="5461000"/>
          <p14:tracePt t="14447" x="3613150" y="5537200"/>
          <p14:tracePt t="14465" x="3606800" y="5562600"/>
          <p14:tracePt t="14481" x="3600450" y="5607050"/>
          <p14:tracePt t="14498" x="3600450" y="5657850"/>
          <p14:tracePt t="14514" x="3594100" y="5683250"/>
          <p14:tracePt t="14530" x="3594100" y="5740400"/>
          <p14:tracePt t="14547" x="3587750" y="5816600"/>
          <p14:tracePt t="14564" x="3587750" y="5911850"/>
          <p14:tracePt t="14581" x="3587750" y="5949950"/>
          <p14:tracePt t="14597" x="3587750" y="5988050"/>
          <p14:tracePt t="14614" x="3587750" y="6070600"/>
          <p14:tracePt t="14630" x="3587750" y="6089650"/>
          <p14:tracePt t="14647" x="3594100" y="6108700"/>
          <p14:tracePt t="14664" x="3594100" y="6153150"/>
          <p14:tracePt t="14680" x="3594100" y="6191250"/>
          <p14:tracePt t="14699" x="3587750" y="6216650"/>
          <p14:tracePt t="14713" x="3587750" y="6229350"/>
          <p14:tracePt t="14730" x="3587750" y="6242050"/>
          <p14:tracePt t="14747" x="3581400" y="6242050"/>
          <p14:tracePt t="14798" x="3575050" y="6242050"/>
          <p14:tracePt t="14818" x="3575050" y="6248400"/>
          <p14:tracePt t="14824" x="3568700" y="6248400"/>
          <p14:tracePt t="14847" x="3562350" y="6254750"/>
          <p14:tracePt t="14860" x="3556000" y="6261100"/>
          <p14:tracePt t="14867" x="3549650" y="6261100"/>
          <p14:tracePt t="14882" x="3543300" y="6267450"/>
          <p14:tracePt t="14897" x="3536950" y="6267450"/>
          <p14:tracePt t="14937" x="3530600" y="6273800"/>
          <p14:tracePt t="14957" x="3524250" y="6280150"/>
          <p14:tracePt t="14965" x="3517900" y="6280150"/>
          <p14:tracePt t="14986" x="3511550" y="6280150"/>
          <p14:tracePt t="15029" x="3505200" y="6286500"/>
          <p14:tracePt t="15050" x="3505200" y="6292850"/>
          <p14:tracePt t="15057" x="3511550" y="6292850"/>
          <p14:tracePt t="15071" x="3517900" y="6299200"/>
          <p14:tracePt t="15079" x="3530600" y="6311900"/>
          <p14:tracePt t="15095" x="3549650" y="6318250"/>
          <p14:tracePt t="15113" x="3613150" y="6356350"/>
          <p14:tracePt t="15129" x="3740150" y="6426200"/>
          <p14:tracePt t="15145" x="3816350" y="6464300"/>
          <p14:tracePt t="15162" x="3968750" y="6553200"/>
          <p14:tracePt t="15178" x="4095750" y="6623050"/>
          <p14:tracePt t="15195" x="4140200" y="6648450"/>
          <p14:tracePt t="15212" x="4191000" y="6673850"/>
          <p14:tracePt t="15229" x="4216400" y="6686550"/>
          <p14:tracePt t="15245" x="4229100" y="6692900"/>
          <p14:tracePt t="15303" x="4222750" y="6686550"/>
          <p14:tracePt t="15309" x="4216400" y="6680200"/>
          <p14:tracePt t="15317" x="4203700" y="6680200"/>
          <p14:tracePt t="15331" x="4197350" y="6667500"/>
          <p14:tracePt t="15345" x="4178300" y="6661150"/>
          <p14:tracePt t="15361" x="4127500" y="6642100"/>
          <p14:tracePt t="15378" x="4095750" y="6616700"/>
          <p14:tracePt t="15394" x="4006850" y="6565900"/>
          <p14:tracePt t="15411" x="3917950" y="6521450"/>
          <p14:tracePt t="15428" x="3886200" y="6502400"/>
          <p14:tracePt t="15444" x="3841750" y="6483350"/>
          <p14:tracePt t="15461" x="3816350" y="6470650"/>
          <p14:tracePt t="15478" x="3810000" y="6464300"/>
          <p14:tracePt t="15529" x="3816350" y="6457950"/>
          <p14:tracePt t="15542" x="3822700" y="6457950"/>
          <p14:tracePt t="15549" x="3829050" y="6457950"/>
          <p14:tracePt t="15564" x="3835400" y="6457950"/>
          <p14:tracePt t="15577" x="3848100" y="6457950"/>
          <p14:tracePt t="15593" x="3898900" y="6451600"/>
          <p14:tracePt t="15610" x="3949700" y="6451600"/>
          <p14:tracePt t="15627" x="4083050" y="6451600"/>
          <p14:tracePt t="15644" x="4248150" y="6477000"/>
          <p14:tracePt t="15661" x="4419600" y="6515100"/>
          <p14:tracePt t="15677" x="4483100" y="6521450"/>
          <p14:tracePt t="15693" x="4578350" y="6553200"/>
          <p14:tracePt t="15711" x="4622800" y="6565900"/>
          <p14:tracePt t="15726" x="4629150" y="6565900"/>
          <p14:tracePt t="15743" x="4641850" y="6572250"/>
          <p14:tracePt t="15781" x="4635500" y="6572250"/>
          <p14:tracePt t="15796" x="4629150" y="6572250"/>
          <p14:tracePt t="15810" x="4610100" y="6572250"/>
          <p14:tracePt t="15826" x="4597400" y="6565900"/>
          <p14:tracePt t="15844" x="4565650" y="6553200"/>
          <p14:tracePt t="15860" x="4546600" y="6540500"/>
          <p14:tracePt t="15876" x="4502150" y="6521450"/>
          <p14:tracePt t="15893" x="4457700" y="6502400"/>
          <p14:tracePt t="15910" x="4438650" y="6496050"/>
          <p14:tracePt t="15926" x="4419600" y="6477000"/>
          <p14:tracePt t="15942" x="4413250" y="6470650"/>
          <p14:tracePt t="15976" x="4413250" y="6464300"/>
          <p14:tracePt t="15993" x="4419600" y="6464300"/>
          <p14:tracePt t="16009" x="4432300" y="6464300"/>
          <p14:tracePt t="16026" x="4451350" y="6464300"/>
          <p14:tracePt t="16042" x="4495800" y="6464300"/>
          <p14:tracePt t="16058" x="4546600" y="6464300"/>
          <p14:tracePt t="16076" x="4660900" y="6483350"/>
          <p14:tracePt t="16092" x="4781550" y="6508750"/>
          <p14:tracePt t="16108" x="4826000" y="6521450"/>
          <p14:tracePt t="16125" x="4883150" y="6534150"/>
          <p14:tracePt t="16142" x="4895850" y="6540500"/>
          <p14:tracePt t="16158" x="4908550" y="6540500"/>
          <p14:tracePt t="16191" x="4895850" y="6540500"/>
          <p14:tracePt t="16209" x="4876800" y="6540500"/>
          <p14:tracePt t="16224" x="4794250" y="6534150"/>
          <p14:tracePt t="16241" x="4737100" y="6527800"/>
          <p14:tracePt t="16258" x="4584700" y="6508750"/>
          <p14:tracePt t="16275" x="4451350" y="6477000"/>
          <p14:tracePt t="16291" x="4394200" y="6457950"/>
          <p14:tracePt t="16295" x="4368800" y="6451600"/>
          <p14:tracePt t="16308" x="4337050" y="6438900"/>
          <p14:tracePt t="16324" x="4311650" y="6432550"/>
          <p14:tracePt t="16342" x="4305300" y="6426200"/>
          <p14:tracePt t="16357" x="4305300" y="6419850"/>
          <p14:tracePt t="16374" x="4305300" y="6413500"/>
          <p14:tracePt t="16392" x="4324350" y="6407150"/>
          <p14:tracePt t="16407" x="4330700" y="6407150"/>
          <p14:tracePt t="16424" x="4343400" y="6407150"/>
          <p14:tracePt t="16441" x="4470400" y="6407150"/>
          <p14:tracePt t="16458" x="4546600" y="6419850"/>
          <p14:tracePt t="16474" x="4648200" y="6426200"/>
          <p14:tracePt t="16490" x="4826000" y="6438900"/>
          <p14:tracePt t="16507" x="4984750" y="6457950"/>
          <p14:tracePt t="16524" x="5035550" y="6464300"/>
          <p14:tracePt t="16541" x="5086350" y="6464300"/>
          <p14:tracePt t="16557" x="5099050" y="6464300"/>
          <p14:tracePt t="16590" x="5105400" y="6464300"/>
          <p14:tracePt t="20305" x="5080000" y="6457950"/>
          <p14:tracePt t="20319" x="5010150" y="6426200"/>
          <p14:tracePt t="20326" x="4908550" y="6388100"/>
          <p14:tracePt t="20333" x="4781550" y="6350000"/>
          <p14:tracePt t="20344" x="4648200" y="6318250"/>
          <p14:tracePt t="20361" x="4375150" y="6254750"/>
          <p14:tracePt t="20377" x="4260850" y="6223000"/>
          <p14:tracePt t="20394" x="4006850" y="6203950"/>
          <p14:tracePt t="20411" x="3829050" y="6191250"/>
          <p14:tracePt t="20427" x="3759200" y="6191250"/>
          <p14:tracePt t="20444" x="3689350" y="6191250"/>
          <p14:tracePt t="20461" x="3651250" y="6191250"/>
          <p14:tracePt t="20477" x="3638550" y="6191250"/>
          <p14:tracePt t="20494" x="3625850" y="6203950"/>
          <p14:tracePt t="20526" x="3625850" y="6216650"/>
          <p14:tracePt t="20543" x="3625850" y="6223000"/>
          <p14:tracePt t="20560" x="3638550" y="6229350"/>
          <p14:tracePt t="20577" x="3657600" y="6235700"/>
          <p14:tracePt t="20593" x="3740150" y="6248400"/>
          <p14:tracePt t="20609" x="3898900" y="6280150"/>
          <p14:tracePt t="20626" x="3975100" y="6299200"/>
          <p14:tracePt t="20643" x="4171950" y="6318250"/>
          <p14:tracePt t="20660" x="4248150" y="6330950"/>
          <p14:tracePt t="20677" x="4413250" y="6330950"/>
          <p14:tracePt t="20692" x="4457700" y="6324600"/>
          <p14:tracePt t="20709" x="4483100" y="6324600"/>
          <p14:tracePt t="20726" x="4502150" y="6324600"/>
          <p14:tracePt t="20790" x="4489450" y="6330950"/>
          <p14:tracePt t="20804" x="4489450" y="6337300"/>
          <p14:tracePt t="20812" x="4470400" y="6337300"/>
          <p14:tracePt t="20826" x="4451350" y="6337300"/>
          <p14:tracePt t="20842" x="4394200" y="6350000"/>
          <p14:tracePt t="20859" x="4349750" y="6362700"/>
          <p14:tracePt t="20876" x="4254500" y="6375400"/>
          <p14:tracePt t="20892" x="4165600" y="6388100"/>
          <p14:tracePt t="20910" x="4108450" y="6388100"/>
          <p14:tracePt t="20925" x="4089400" y="6388100"/>
          <p14:tracePt t="20942" x="4076700" y="6394450"/>
          <p14:tracePt t="20959" x="4051300" y="6394450"/>
          <p14:tracePt t="20995" x="4057650" y="6394450"/>
          <p14:tracePt t="21009" x="4070350" y="6400800"/>
          <p14:tracePt t="21024" x="4114800" y="6407150"/>
          <p14:tracePt t="21042" x="4165600" y="6419850"/>
          <p14:tracePt t="21058" x="4273550" y="6445250"/>
          <p14:tracePt t="21075" x="4438650" y="6464300"/>
          <p14:tracePt t="21092" x="4610100" y="6477000"/>
          <p14:tracePt t="21108" x="4686300" y="6477000"/>
          <p14:tracePt t="21124" x="4800600" y="6477000"/>
          <p14:tracePt t="21141" x="4851400" y="6477000"/>
          <p14:tracePt t="21158" x="4857750" y="6477000"/>
          <p14:tracePt t="21192" x="4851400" y="6483350"/>
          <p14:tracePt t="21211" x="4845050" y="6483350"/>
          <p14:tracePt t="21228" x="4838700" y="6489700"/>
          <p14:tracePt t="21241" x="4819650" y="6489700"/>
          <p14:tracePt t="21257" x="4806950" y="6496050"/>
          <p14:tracePt t="21275" x="4775200" y="6502400"/>
          <p14:tracePt t="21290" x="4756150" y="6508750"/>
          <p14:tracePt t="21308" x="4705350" y="6521450"/>
          <p14:tracePt t="21324" x="4660900" y="6534150"/>
          <p14:tracePt t="21341" x="4654550" y="6540500"/>
          <p14:tracePt t="21344" x="4648200" y="6540500"/>
          <p14:tracePt t="21357" x="4641850" y="6546850"/>
          <p14:tracePt t="21444" x="4648200" y="6546850"/>
          <p14:tracePt t="21493" x="4654550" y="6540500"/>
          <p14:tracePt t="21499" x="4654550" y="6534150"/>
          <p14:tracePt t="22168" x="4635500" y="6534150"/>
          <p14:tracePt t="22174" x="4597400" y="6534150"/>
          <p14:tracePt t="22191" x="4546600" y="6527800"/>
          <p14:tracePt t="22204" x="4476750" y="6521450"/>
          <p14:tracePt t="22221" x="4349750" y="6502400"/>
          <p14:tracePt t="22238" x="4165600" y="6470650"/>
          <p14:tracePt t="22254" x="4051300" y="6457950"/>
          <p14:tracePt t="22271" x="3835400" y="6407150"/>
          <p14:tracePt t="22287" x="3638550" y="6330950"/>
          <p14:tracePt t="22304" x="3543300" y="6305550"/>
          <p14:tracePt t="22321" x="3397250" y="6254750"/>
          <p14:tracePt t="22337" x="3302000" y="6216650"/>
          <p14:tracePt t="22354" x="3257550" y="6210300"/>
          <p14:tracePt t="22357" x="3225800" y="6197600"/>
          <p14:tracePt t="22371" x="3194050" y="6184900"/>
          <p14:tracePt t="22387" x="3162300" y="6178550"/>
          <p14:tracePt t="22403" x="3149600" y="6178550"/>
          <p14:tracePt t="22421" x="3143250" y="6178550"/>
          <p14:tracePt t="22477" x="3143250" y="6184900"/>
          <p14:tracePt t="22498" x="3143250" y="6191250"/>
          <p14:tracePt t="22505" x="3143250" y="6197600"/>
          <p14:tracePt t="22526" x="3149600" y="6197600"/>
          <p14:tracePt t="22561" x="3155950" y="6203950"/>
          <p14:tracePt t="22567" x="3155950" y="6210300"/>
          <p14:tracePt t="22575" x="3162300" y="6210300"/>
          <p14:tracePt t="22596" x="3168650" y="6210300"/>
          <p14:tracePt t="22610" x="3175000" y="6210300"/>
          <p14:tracePt t="22631" x="3181350" y="6216650"/>
          <p14:tracePt t="22639" x="3194050" y="6216650"/>
          <p14:tracePt t="22653" x="3200400" y="6223000"/>
          <p14:tracePt t="22669" x="3225800" y="6223000"/>
          <p14:tracePt t="22686" x="3244850" y="6223000"/>
          <p14:tracePt t="22702" x="3302000" y="6235700"/>
          <p14:tracePt t="22719" x="3422650" y="6267450"/>
          <p14:tracePt t="22736" x="3568700" y="6292850"/>
          <p14:tracePt t="22752" x="3670300" y="6292850"/>
          <p14:tracePt t="22769" x="3759200" y="6305550"/>
          <p14:tracePt t="22786" x="4019550" y="6292850"/>
          <p14:tracePt t="22802" x="4070350" y="6280150"/>
          <p14:tracePt t="22819" x="4114800" y="6273800"/>
          <p14:tracePt t="22835" x="4146550" y="6267450"/>
          <p14:tracePt t="22851" x="4152900" y="6267450"/>
          <p14:tracePt t="22885" x="4140200" y="6280150"/>
          <p14:tracePt t="22902" x="4127500" y="6286500"/>
          <p14:tracePt t="22918" x="4121150" y="6292850"/>
          <p14:tracePt t="26390" x="4108450" y="6273800"/>
          <p14:tracePt t="26398" x="4083050" y="6216650"/>
          <p14:tracePt t="26411" x="4051300" y="6127750"/>
          <p14:tracePt t="26423" x="4019550" y="6032500"/>
          <p14:tracePt t="26440" x="3968750" y="5803900"/>
          <p14:tracePt t="26456" x="3956050" y="5664200"/>
          <p14:tracePt t="26473" x="3924300" y="5480050"/>
          <p14:tracePt t="26489" x="3848100" y="5010150"/>
          <p14:tracePt t="26506" x="3733800" y="4330700"/>
          <p14:tracePt t="26523" x="3562350" y="3613150"/>
          <p14:tracePt t="26539" x="3397250" y="2946400"/>
          <p14:tracePt t="26556" x="3295650" y="2635250"/>
          <p14:tracePt t="26573" x="3086100" y="2006600"/>
          <p14:tracePt t="26589" x="2895600" y="1454150"/>
          <p14:tracePt t="26606" x="2787650" y="1187450"/>
          <p14:tracePt t="26622" x="2692400" y="946150"/>
          <p14:tracePt t="26639" x="2609850" y="730250"/>
          <p14:tracePt t="26655" x="2425700" y="247650"/>
          <p14:tracePt t="26672" x="2381250" y="88900"/>
          <p14:tracePt t="26689" x="2305050" y="0"/>
          <p14:tracePt t="26706" x="2254250" y="0"/>
          <p14:tracePt t="26722" x="2235200" y="0"/>
          <p14:tracePt t="26739" x="2228850" y="0"/>
          <p14:tracePt t="26756" x="2216150" y="0"/>
          <p14:tracePt t="26771" x="2209800" y="0"/>
          <p14:tracePt t="26788" x="2197100" y="0"/>
          <p14:tracePt t="26805" x="2203450" y="0"/>
          <p14:tracePt t="26822" x="2209800" y="0"/>
          <p14:tracePt t="26854" x="2222500" y="0"/>
          <p14:tracePt t="26871" x="2235200" y="0"/>
          <p14:tracePt t="26889" x="2241550" y="0"/>
          <p14:tracePt t="26904" x="2241550" y="6350"/>
          <p14:tracePt t="26921" x="2247900" y="25400"/>
          <p14:tracePt t="26938" x="2254250" y="69850"/>
          <p14:tracePt t="26954" x="2260600" y="114300"/>
          <p14:tracePt t="26971" x="2298700" y="234950"/>
          <p14:tracePt t="26988" x="2368550" y="476250"/>
          <p14:tracePt t="27004" x="2451100" y="666750"/>
          <p14:tracePt t="27021" x="2622550" y="1123950"/>
          <p14:tracePt t="27038" x="2800350" y="1555750"/>
          <p14:tracePt t="27054" x="2876550" y="1727200"/>
          <p14:tracePt t="27071" x="3067050" y="2165350"/>
          <p14:tracePt t="27087" x="3175000" y="2406650"/>
          <p14:tracePt t="27104" x="3429000" y="2952750"/>
          <p14:tracePt t="27121" x="3606800" y="3409950"/>
          <p14:tracePt t="27137" x="3670300" y="3594100"/>
          <p14:tracePt t="27154" x="3752850" y="3873500"/>
          <p14:tracePt t="27171" x="3822700" y="4108450"/>
          <p14:tracePt t="27187" x="3854450" y="4235450"/>
          <p14:tracePt t="27204" x="3930650" y="4495800"/>
          <p14:tracePt t="27220" x="4006850" y="4730750"/>
          <p14:tracePt t="27237" x="4038600" y="4832350"/>
          <p14:tracePt t="27254" x="4121150" y="5035550"/>
          <p14:tracePt t="27270" x="4178300" y="5156200"/>
          <p14:tracePt t="27287" x="4210050" y="5213350"/>
          <p14:tracePt t="27304" x="4273550" y="5314950"/>
          <p14:tracePt t="27320" x="4324350" y="5384800"/>
          <p14:tracePt t="27336" x="4375150" y="5480050"/>
          <p14:tracePt t="27353" x="4508500" y="5784850"/>
          <p14:tracePt t="27369" x="4552950" y="5886450"/>
          <p14:tracePt t="27386" x="4610100" y="6038850"/>
          <p14:tracePt t="27403" x="4635500" y="6121400"/>
          <p14:tracePt t="27419" x="4648200" y="6140450"/>
          <p14:tracePt t="27437" x="4654550" y="6153150"/>
          <p14:tracePt t="27453" x="4660900" y="6153150"/>
          <p14:tracePt t="27487" x="4667250" y="6140450"/>
          <p14:tracePt t="27502" x="4667250" y="6115050"/>
          <p14:tracePt t="27519" x="4673600" y="6096000"/>
          <p14:tracePt t="27536" x="4673600" y="6038850"/>
          <p14:tracePt t="27552" x="4673600" y="5949950"/>
          <p14:tracePt t="27568" x="4673600" y="5848350"/>
          <p14:tracePt t="27586" x="4603750" y="5270500"/>
          <p14:tracePt t="27602" x="4559300" y="4997450"/>
          <p14:tracePt t="27620" x="4406900" y="4260850"/>
          <p14:tracePt t="27635" x="4229100" y="3638550"/>
          <p14:tracePt t="27652" x="4146550" y="3327400"/>
          <p14:tracePt t="27669" x="4000500" y="2743200"/>
          <p14:tracePt t="27685" x="3841750" y="2120900"/>
          <p14:tracePt t="27702" x="3759200" y="1790700"/>
          <p14:tracePt t="27718" x="3581400" y="1028700"/>
          <p14:tracePt t="27735" x="3517900" y="698500"/>
          <p14:tracePt t="27752" x="3505200" y="368300"/>
          <p14:tracePt t="27768" x="3517900" y="215900"/>
          <p14:tracePt t="27785" x="3536950" y="158750"/>
          <p14:tracePt t="27802" x="3562350" y="63500"/>
          <p14:tracePt t="27818" x="3587750" y="0"/>
          <p14:tracePt t="27834" x="3594100" y="0"/>
          <p14:tracePt t="27853" x="3613150" y="0"/>
          <p14:tracePt t="27868" x="3632200" y="0"/>
          <p14:tracePt t="27901" x="3644900" y="19050"/>
          <p14:tracePt t="27918" x="3651250" y="38100"/>
          <p14:tracePt t="27934" x="3657600" y="69850"/>
          <p14:tracePt t="27951" x="3740150" y="241300"/>
          <p14:tracePt t="27968" x="3784600" y="361950"/>
          <p14:tracePt t="27985" x="3975100" y="844550"/>
          <p14:tracePt t="28001" x="4311650" y="1784350"/>
          <p14:tracePt t="28017" x="4470400" y="2374900"/>
          <p14:tracePt t="28035" x="4737100" y="3962400"/>
          <p14:tracePt t="28050" x="4787900" y="4413250"/>
          <p14:tracePt t="28068" x="4826000" y="5124450"/>
          <p14:tracePt t="28084" x="4838700" y="5359400"/>
          <p14:tracePt t="28101" x="4851400" y="5708650"/>
          <p14:tracePt t="28117" x="4857750" y="5848350"/>
          <p14:tracePt t="28134" x="4870450" y="6089650"/>
          <p14:tracePt t="28150" x="4902200" y="6267450"/>
          <p14:tracePt t="28168" x="4927600" y="6400800"/>
          <p14:tracePt t="28183" x="4978400" y="6515100"/>
          <p14:tracePt t="28200" x="5003800" y="6559550"/>
          <p14:tracePt t="28217" x="5029200" y="6597650"/>
          <p14:tracePt t="28233" x="5035550" y="6610350"/>
          <p14:tracePt t="28250" x="5048250" y="6616700"/>
          <p14:tracePt t="28267" x="5054600" y="6616700"/>
          <p14:tracePt t="28283" x="5060950" y="6616700"/>
          <p14:tracePt t="28300" x="5067300" y="6572250"/>
          <p14:tracePt t="28316" x="5073650" y="6515100"/>
          <p14:tracePt t="28333" x="5073650" y="6457950"/>
          <p14:tracePt t="28351" x="5060950" y="6229350"/>
          <p14:tracePt t="28366" x="5035550" y="6013450"/>
          <p14:tracePt t="28383" x="4965700" y="5372100"/>
          <p14:tracePt t="28400" x="4883150" y="4629150"/>
          <p14:tracePt t="28416" x="4813300" y="4273550"/>
          <p14:tracePt t="28433" x="4629150" y="3530600"/>
          <p14:tracePt t="28450" x="4413250" y="2730500"/>
          <p14:tracePt t="28466" x="4311650" y="2349500"/>
          <p14:tracePt t="28484" x="4127500" y="1701800"/>
          <p14:tracePt t="28500" x="4051300" y="1441450"/>
          <p14:tracePt t="28516" x="4006850" y="1238250"/>
          <p14:tracePt t="28533" x="3956050" y="850900"/>
          <p14:tracePt t="28548" x="3937000" y="774700"/>
          <p14:tracePt t="28565" x="3924300" y="685800"/>
          <p14:tracePt t="28583" x="3905250" y="539750"/>
          <p14:tracePt t="28599" x="3892550" y="425450"/>
          <p14:tracePt t="28616" x="3892550" y="381000"/>
          <p14:tracePt t="28632" x="3886200" y="349250"/>
          <p14:tracePt t="28648" x="3886200" y="330200"/>
          <p14:tracePt t="28665" x="3886200" y="323850"/>
          <p14:tracePt t="28698" x="3886200" y="317500"/>
          <p14:tracePt t="28718" x="3886200" y="323850"/>
          <p14:tracePt t="28731" x="3886200" y="330200"/>
          <p14:tracePt t="28748" x="3892550" y="368300"/>
          <p14:tracePt t="28765" x="3905250" y="450850"/>
          <p14:tracePt t="28781" x="3911600" y="552450"/>
          <p14:tracePt t="28798" x="3911600" y="654050"/>
          <p14:tracePt t="28815" x="3975100" y="1035050"/>
          <p14:tracePt t="28831" x="4019550" y="1314450"/>
          <p14:tracePt t="28848" x="4159250" y="2095500"/>
          <p14:tracePt t="28865" x="4318000" y="2908300"/>
          <p14:tracePt t="28881" x="4425950" y="3683000"/>
          <p14:tracePt t="28899" x="4502150" y="4324350"/>
          <p14:tracePt t="28915" x="4521200" y="4565650"/>
          <p14:tracePt t="28918" x="4546600" y="4762500"/>
          <p14:tracePt t="28931" x="4572000" y="5003800"/>
          <p14:tracePt t="28948" x="4610100" y="5340350"/>
          <p14:tracePt t="28964" x="4641850" y="5492750"/>
          <p14:tracePt t="28981" x="4667250" y="5638800"/>
          <p14:tracePt t="28998" x="4686300" y="5861050"/>
          <p14:tracePt t="29014" x="4686300" y="5899150"/>
          <p14:tracePt t="29032" x="4692650" y="5937250"/>
          <p14:tracePt t="29047" x="4692650" y="5949950"/>
          <p14:tracePt t="29064" x="4692650" y="5956300"/>
          <p14:tracePt t="29081" x="4692650" y="5962650"/>
          <p14:tracePt t="29097" x="4718050" y="6007100"/>
          <p14:tracePt t="29114" x="4724400" y="6032500"/>
          <p14:tracePt t="29131" x="4756150" y="6108700"/>
          <p14:tracePt t="29147" x="4762500" y="6127750"/>
          <p14:tracePt t="29163" x="4768850" y="6172200"/>
          <p14:tracePt t="29180" x="4781550" y="6197600"/>
          <p14:tracePt t="29197" x="4787900" y="6203950"/>
          <p14:tracePt t="29213" x="4787900" y="6210300"/>
          <p14:tracePt t="29230" x="4794250" y="6210300"/>
          <p14:tracePt t="29271" x="4794250" y="6203950"/>
          <p14:tracePt t="29280" x="4794250" y="6197600"/>
          <p14:tracePt t="29300" x="4794250" y="6191250"/>
          <p14:tracePt t="29327" x="4794250" y="6184900"/>
          <p14:tracePt t="29349" x="4794250" y="6178550"/>
          <p14:tracePt t="29440" x="4794250" y="6172200"/>
          <p14:tracePt t="29482" x="4787900" y="6165850"/>
          <p14:tracePt t="29588" x="4781550" y="6172200"/>
          <p14:tracePt t="29714" x="4775200" y="6172200"/>
          <p14:tracePt t="29729" x="4768850" y="6172200"/>
          <p14:tracePt t="29742" x="4756150" y="6172200"/>
          <p14:tracePt t="29749" x="4749800" y="6172200"/>
          <p14:tracePt t="29765" x="4730750" y="6178550"/>
          <p14:tracePt t="29778" x="4711700" y="6178550"/>
          <p14:tracePt t="29795" x="4622800" y="6178550"/>
          <p14:tracePt t="29812" x="4495800" y="6191250"/>
          <p14:tracePt t="29828" x="4406900" y="6191250"/>
          <p14:tracePt t="29844" x="4229100" y="6191250"/>
          <p14:tracePt t="29862" x="4083050" y="6197600"/>
          <p14:tracePt t="29878" x="4019550" y="6197600"/>
          <p14:tracePt t="29894" x="3905250" y="6210300"/>
          <p14:tracePt t="29911" x="3810000" y="6223000"/>
          <p14:tracePt t="29927" x="3790950" y="6235700"/>
          <p14:tracePt t="29931" x="3752850" y="6235700"/>
          <p14:tracePt t="29944" x="3721100" y="6242050"/>
          <p14:tracePt t="29961" x="3670300" y="6254750"/>
          <p14:tracePt t="29977" x="3638550" y="6261100"/>
          <p14:tracePt t="29994" x="3581400" y="6267450"/>
          <p14:tracePt t="30010" x="3524250" y="6286500"/>
          <p14:tracePt t="30027" x="3492500" y="6292850"/>
          <p14:tracePt t="30045" x="3448050" y="6305550"/>
          <p14:tracePt t="30060" x="3422650" y="6305550"/>
          <p14:tracePt t="30077" x="3371850" y="6318250"/>
          <p14:tracePt t="30094" x="3340100" y="6324600"/>
          <p14:tracePt t="30110" x="3321050" y="6330950"/>
          <p14:tracePt t="30127" x="3289300" y="6330950"/>
          <p14:tracePt t="30143" x="3251200" y="6337300"/>
          <p14:tracePt t="30160" x="3244850" y="6337300"/>
          <p14:tracePt t="30177" x="3219450" y="6337300"/>
          <p14:tracePt t="30193" x="3200400" y="6337300"/>
          <p14:tracePt t="30210" x="3187700" y="6337300"/>
          <p14:tracePt t="30227" x="3175000" y="6337300"/>
          <p14:tracePt t="30259" x="3162300" y="6337300"/>
          <p14:tracePt t="30279" x="3155950" y="6343650"/>
          <p14:tracePt t="30293" x="3143250" y="6343650"/>
          <p14:tracePt t="30310" x="3136900" y="6343650"/>
          <p14:tracePt t="30326" x="3130550" y="6343650"/>
          <p14:tracePt t="30343" x="3111500" y="6343650"/>
          <p14:tracePt t="30360" x="3105150" y="6343650"/>
          <p14:tracePt t="30376" x="3086100" y="6343650"/>
          <p14:tracePt t="30410" x="3054350" y="6337300"/>
          <p14:tracePt t="30426" x="3041650" y="6337300"/>
          <p14:tracePt t="30443" x="3028950" y="6337300"/>
          <p14:tracePt t="30459" x="3022600" y="6337300"/>
          <p14:tracePt t="30480" x="3016250" y="6337300"/>
          <p14:tracePt t="30536" x="3009900" y="6337300"/>
          <p14:tracePt t="30571" x="3003550" y="6337300"/>
          <p14:tracePt t="30614" x="3003550" y="6343650"/>
          <p14:tracePt t="30628" x="2997200" y="6343650"/>
          <p14:tracePt t="30634" x="2990850" y="6343650"/>
          <p14:tracePt t="30644" x="2984500" y="6343650"/>
          <p14:tracePt t="30658" x="2984500" y="6350000"/>
          <p14:tracePt t="30675" x="2978150" y="6350000"/>
          <p14:tracePt t="30691" x="2959100" y="6356350"/>
          <p14:tracePt t="30708" x="2940050" y="6362700"/>
          <p14:tracePt t="30725" x="2921000" y="6369050"/>
          <p14:tracePt t="30741" x="2870200" y="6369050"/>
          <p14:tracePt t="30758" x="2813050" y="6362700"/>
          <p14:tracePt t="31198" x="2787650" y="6362700"/>
          <p14:tracePt t="31212" x="2736850" y="6362700"/>
          <p14:tracePt t="31226" x="2673350" y="6362700"/>
          <p14:tracePt t="31233" x="2609850" y="6362700"/>
          <p14:tracePt t="31247" x="2559050" y="6362700"/>
          <p14:tracePt t="31261" x="2520950" y="6362700"/>
          <p14:tracePt t="31273" x="2476500" y="6362700"/>
          <p14:tracePt t="31290" x="2451100" y="6362700"/>
          <p14:tracePt t="31306" x="2419350" y="6350000"/>
          <p14:tracePt t="31322" x="2393950" y="6343650"/>
          <p14:tracePt t="31356" x="2381250" y="6343650"/>
          <p14:tracePt t="31395" x="2374900" y="6343650"/>
          <p14:tracePt t="31436" x="2368550" y="6343650"/>
          <p14:tracePt t="31922" x="2368550" y="6337300"/>
          <p14:tracePt t="32084" x="2374900" y="6330950"/>
          <p14:tracePt t="32168" x="2381250" y="6330950"/>
          <p14:tracePt t="32421" x="2374900" y="6330950"/>
          <p14:tracePt t="32428" x="2368550" y="6330950"/>
          <p14:tracePt t="32442" x="2362200" y="6330950"/>
          <p14:tracePt t="32456" x="2355850" y="6330950"/>
          <p14:tracePt t="32472" x="2349500" y="6330950"/>
          <p14:tracePt t="32485" x="2336800" y="6330950"/>
          <p14:tracePt t="32502" x="2324100" y="6330950"/>
          <p14:tracePt t="32519" x="2292350" y="6330950"/>
          <p14:tracePt t="32535" x="2279650" y="6330950"/>
          <p14:tracePt t="32551" x="2266950" y="6330950"/>
          <p14:tracePt t="32568" x="2247900" y="6330950"/>
          <p14:tracePt t="32585" x="2235200" y="6330950"/>
          <p14:tracePt t="32601" x="2228850" y="6330950"/>
          <p14:tracePt t="32635" x="2222500" y="6330950"/>
          <p14:tracePt t="32667" x="2216150" y="6330950"/>
          <p14:tracePt t="32688" x="2203450" y="6330950"/>
          <p14:tracePt t="32703" x="2197100" y="6324600"/>
          <p14:tracePt t="32723" x="2184400" y="6324600"/>
          <p14:tracePt t="32730" x="2165350" y="6324600"/>
          <p14:tracePt t="32738" x="2152650" y="6318250"/>
          <p14:tracePt t="32754" x="2133600" y="6318250"/>
          <p14:tracePt t="32767" x="2063750" y="6311900"/>
          <p14:tracePt t="32784" x="2038350" y="6311900"/>
          <p14:tracePt t="32801" x="1936750" y="6305550"/>
          <p14:tracePt t="32817" x="1917700" y="6305550"/>
          <p14:tracePt t="32835" x="1898650" y="6305550"/>
          <p14:tracePt t="32850" x="1860550" y="6299200"/>
          <p14:tracePt t="32867" x="1816100" y="6299200"/>
          <p14:tracePt t="32884" x="1790700" y="6299200"/>
          <p14:tracePt t="32901" x="1771650" y="6299200"/>
          <p14:tracePt t="32917" x="1752600" y="6299200"/>
          <p14:tracePt t="32934" x="1739900" y="6299200"/>
          <p14:tracePt t="32950" x="1727200" y="6299200"/>
          <p14:tracePt t="32967" x="1708150" y="6299200"/>
          <p14:tracePt t="32984" x="1682750" y="6299200"/>
          <p14:tracePt t="33000" x="1676400" y="6299200"/>
          <p14:tracePt t="33018" x="1657350" y="6299200"/>
          <p14:tracePt t="33033" x="1651000" y="6299200"/>
          <p14:tracePt t="33050" x="1631950" y="6305550"/>
          <p14:tracePt t="33067" x="1612900" y="6305550"/>
          <p14:tracePt t="33083" x="1600200" y="6305550"/>
          <p14:tracePt t="33100" x="1587500" y="6318250"/>
          <p14:tracePt t="33116" x="1562100" y="6324600"/>
          <p14:tracePt t="33133" x="1549400" y="6324600"/>
          <p14:tracePt t="33150" x="1536700" y="6324600"/>
          <p14:tracePt t="33166" x="1530350" y="6330950"/>
          <p14:tracePt t="33183" x="1524000" y="6330950"/>
          <p14:tracePt t="33200" x="1511300" y="6330950"/>
          <p14:tracePt t="33233" x="1498600" y="6337300"/>
          <p14:tracePt t="33257" x="1492250" y="6337300"/>
          <p14:tracePt t="33355" x="1485900" y="6337300"/>
          <p14:tracePt t="33580" x="1479550" y="6343650"/>
          <p14:tracePt t="33609" x="1473200" y="6343650"/>
          <p14:tracePt t="33616" x="1466850" y="6343650"/>
          <p14:tracePt t="33629" x="1454150" y="6343650"/>
          <p14:tracePt t="33658" x="1447800" y="6343650"/>
          <p14:tracePt t="33666" x="1435100" y="6343650"/>
          <p14:tracePt t="33678" x="1422400" y="6343650"/>
          <p14:tracePt t="33693" x="1409700" y="6343650"/>
          <p14:tracePt t="33707" x="1390650" y="6350000"/>
          <p14:tracePt t="33714" x="1371600" y="6350000"/>
          <p14:tracePt t="33731" x="1346200" y="6350000"/>
          <p14:tracePt t="33747" x="1327150" y="6356350"/>
          <p14:tracePt t="33764" x="1295400" y="6356350"/>
          <p14:tracePt t="33781" x="1282700" y="6362700"/>
          <p14:tracePt t="33798" x="1263650" y="6362700"/>
          <p14:tracePt t="33814" x="1257300" y="6369050"/>
          <p14:tracePt t="33847" x="1250950" y="6369050"/>
          <p14:tracePt t="33875" x="1250950" y="6375400"/>
          <p14:tracePt t="33981" x="1250950" y="6381750"/>
          <p14:tracePt t="34030" x="1257300" y="6381750"/>
          <p14:tracePt t="34044" x="1263650" y="6381750"/>
          <p14:tracePt t="34051" x="1276350" y="6381750"/>
          <p14:tracePt t="34067" x="1282700" y="6381750"/>
          <p14:tracePt t="34080" x="1289050" y="6381750"/>
          <p14:tracePt t="34096" x="1301750" y="6381750"/>
          <p14:tracePt t="34114" x="1333500" y="6375400"/>
          <p14:tracePt t="34129" x="1409700" y="6375400"/>
          <p14:tracePt t="34146" x="1466850" y="6362700"/>
          <p14:tracePt t="34163" x="1581150" y="6362700"/>
          <p14:tracePt t="34180" x="1631950" y="6362700"/>
          <p14:tracePt t="34196" x="1682750" y="6356350"/>
          <p14:tracePt t="34213" x="1778000" y="6356350"/>
          <p14:tracePt t="34229" x="1828800" y="6356350"/>
          <p14:tracePt t="34246" x="1860550" y="6350000"/>
          <p14:tracePt t="34262" x="1917700" y="6350000"/>
          <p14:tracePt t="34279" x="1943100" y="6343650"/>
          <p14:tracePt t="34296" x="1955800" y="6343650"/>
          <p14:tracePt t="34312" x="1987550" y="6343650"/>
          <p14:tracePt t="34329" x="1993900" y="6343650"/>
          <p14:tracePt t="34346" x="2012950" y="6343650"/>
          <p14:tracePt t="34379" x="2019300" y="6343650"/>
          <p14:tracePt t="34438" x="2025650" y="6343650"/>
          <p14:tracePt t="34479" x="2032000" y="6343650"/>
          <p14:tracePt t="34487" x="2038350" y="6343650"/>
          <p14:tracePt t="34500" x="2044700" y="6343650"/>
          <p14:tracePt t="34515" x="2057400" y="6343650"/>
          <p14:tracePt t="34536" x="2070100" y="6343650"/>
          <p14:tracePt t="34549" x="2076450" y="6343650"/>
          <p14:tracePt t="34564" x="2089150" y="6343650"/>
          <p14:tracePt t="34579" x="2101850" y="6343650"/>
          <p14:tracePt t="34595" x="2108200" y="6350000"/>
          <p14:tracePt t="34611" x="2120900" y="6350000"/>
          <p14:tracePt t="34628" x="2133600" y="6350000"/>
          <p14:tracePt t="34655" x="2139950" y="6350000"/>
          <p14:tracePt t="34684" x="2146300" y="6350000"/>
          <p14:tracePt t="34733" x="2152650" y="6350000"/>
          <p14:tracePt t="34782" x="2159000" y="6350000"/>
          <p14:tracePt t="34923" x="2165350" y="6350000"/>
          <p14:tracePt t="34929" x="2171700" y="6350000"/>
          <p14:tracePt t="34946" x="2184400" y="6350000"/>
          <p14:tracePt t="34960" x="2190750" y="6350000"/>
          <p14:tracePt t="34976" x="2209800" y="6350000"/>
          <p14:tracePt t="34994" x="2273300" y="6350000"/>
          <p14:tracePt t="35010" x="2336800" y="6350000"/>
          <p14:tracePt t="35028" x="2501900" y="6350000"/>
          <p14:tracePt t="35043" x="2590800" y="6350000"/>
          <p14:tracePt t="35060" x="2679700" y="6350000"/>
          <p14:tracePt t="35078" x="2889250" y="6362700"/>
          <p14:tracePt t="35093" x="2978150" y="6362700"/>
          <p14:tracePt t="35110" x="3079750" y="6369050"/>
          <p14:tracePt t="35127" x="3219450" y="6388100"/>
          <p14:tracePt t="35143" x="3295650" y="6400800"/>
          <p14:tracePt t="35160" x="3352800" y="6407150"/>
          <p14:tracePt t="35176" x="3460750" y="6438900"/>
          <p14:tracePt t="35193" x="3492500" y="6451600"/>
          <p14:tracePt t="35210" x="3517900" y="6457950"/>
          <p14:tracePt t="35227" x="3562350" y="6470650"/>
          <p14:tracePt t="35242" x="3587750" y="6483350"/>
          <p14:tracePt t="35259" x="3625850" y="6489700"/>
          <p14:tracePt t="35275" x="3644900" y="6502400"/>
          <p14:tracePt t="35292" x="3651250" y="6508750"/>
          <p14:tracePt t="35309" x="3670300" y="6521450"/>
          <p14:tracePt t="35326" x="3695700" y="6527800"/>
          <p14:tracePt t="35342" x="3708400" y="6534150"/>
          <p14:tracePt t="35359" x="3752850" y="6553200"/>
          <p14:tracePt t="35375" x="3810000" y="6578600"/>
          <p14:tracePt t="35392" x="3841750" y="6584950"/>
          <p14:tracePt t="35409" x="3924300" y="6623050"/>
          <p14:tracePt t="35425" x="4013200" y="6654800"/>
          <p14:tracePt t="35442" x="4070350" y="6667500"/>
          <p14:tracePt t="35458" x="4102100" y="6673850"/>
          <p14:tracePt t="35475" x="4133850" y="6673850"/>
          <p14:tracePt t="35492" x="4152900" y="6680200"/>
          <p14:tracePt t="35525" x="4159250" y="6680200"/>
          <p14:tracePt t="35556" x="4152900" y="6680200"/>
          <p14:tracePt t="35562" x="4146550" y="6673850"/>
          <p14:tracePt t="35583" x="4140200" y="6667500"/>
          <p14:tracePt t="35604" x="4133850" y="6667500"/>
          <p14:tracePt t="35633" x="4127500" y="6661150"/>
          <p14:tracePt t="35653" x="4127500" y="6654800"/>
          <p14:tracePt t="35681" x="4121150" y="6654800"/>
          <p14:tracePt t="35702" x="4114800" y="6648450"/>
          <p14:tracePt t="35738" x="4108450" y="6648450"/>
          <p14:tracePt t="35752" x="4102100" y="6648450"/>
          <p14:tracePt t="35773" x="4095750" y="6648450"/>
          <p14:tracePt t="41059" x="4089400" y="6648450"/>
          <p14:tracePt t="41066" x="4076700" y="6648450"/>
          <p14:tracePt t="41075" x="4064000" y="6654800"/>
          <p14:tracePt t="41089" x="4051300" y="6654800"/>
          <p14:tracePt t="41105" x="4038600" y="6648450"/>
          <p14:tracePt t="41123" x="4032250" y="6642100"/>
          <p14:tracePt t="41139" x="4025900" y="6642100"/>
          <p14:tracePt t="41155" x="4019550" y="6642100"/>
          <p14:tracePt t="41172" x="4013200" y="6642100"/>
          <p14:tracePt t="41188" x="4006850" y="6642100"/>
          <p14:tracePt t="41205" x="4000500" y="6642100"/>
          <p14:tracePt t="41221" x="3981450" y="6642100"/>
          <p14:tracePt t="41238" x="3962400" y="6642100"/>
          <p14:tracePt t="41256" x="3924300" y="6642100"/>
          <p14:tracePt t="41271" x="3892550" y="6648450"/>
          <p14:tracePt t="41288" x="3860800" y="6648450"/>
          <p14:tracePt t="41305" x="3816350" y="6648450"/>
          <p14:tracePt t="41321" x="3790950" y="6642100"/>
          <p14:tracePt t="41338" x="3771900" y="6642100"/>
          <p14:tracePt t="41355" x="3752850" y="6635750"/>
          <p14:tracePt t="41403" x="3746500" y="6629400"/>
          <p14:tracePt t="41515" x="3759200" y="6635750"/>
          <p14:tracePt t="41531" x="3765550" y="6635750"/>
          <p14:tracePt t="41539" x="3771900" y="6635750"/>
          <p14:tracePt t="41544" x="3778250" y="6635750"/>
          <p14:tracePt t="41554" x="3790950" y="6635750"/>
          <p14:tracePt t="41571" x="3829050" y="6629400"/>
          <p14:tracePt t="41588" x="3924300" y="6616700"/>
          <p14:tracePt t="41604" x="4025900" y="6584950"/>
          <p14:tracePt t="41621" x="4184650" y="6559550"/>
          <p14:tracePt t="41636" x="4286250" y="6553200"/>
          <p14:tracePt t="41654" x="4406900" y="6546850"/>
          <p14:tracePt t="41671" x="4546600" y="6546850"/>
          <p14:tracePt t="41687" x="4616450" y="6546850"/>
          <p14:tracePt t="41703" x="4667250" y="6553200"/>
          <p14:tracePt t="41721" x="4711700" y="6553200"/>
          <p14:tracePt t="41737" x="4718050" y="6553200"/>
          <p14:tracePt t="41776" x="4711700" y="6553200"/>
          <p14:tracePt t="41796" x="4705350" y="6553200"/>
          <p14:tracePt t="41806" x="4699000" y="6553200"/>
          <p14:tracePt t="41819" x="4692650" y="6546850"/>
          <p14:tracePt t="41836" x="4673600" y="6546850"/>
          <p14:tracePt t="41854" x="4660900" y="6546850"/>
          <p14:tracePt t="41870" x="4654550" y="6546850"/>
          <p14:tracePt t="41886" x="4654550" y="6553200"/>
          <p14:tracePt t="42761" x="4635500" y="6553200"/>
          <p14:tracePt t="42768" x="4603750" y="6553200"/>
          <p14:tracePt t="42775" x="4578350" y="6553200"/>
          <p14:tracePt t="42783" x="4533900" y="6546850"/>
          <p14:tracePt t="42800" x="4457700" y="6534150"/>
          <p14:tracePt t="42817" x="4318000" y="6489700"/>
          <p14:tracePt t="42833" x="4216400" y="6464300"/>
          <p14:tracePt t="42849" x="4121150" y="6432550"/>
          <p14:tracePt t="42867" x="3981450" y="6369050"/>
          <p14:tracePt t="42883" x="3905250" y="6324600"/>
          <p14:tracePt t="42899" x="3835400" y="6292850"/>
          <p14:tracePt t="42916" x="3765550" y="6261100"/>
          <p14:tracePt t="42933" x="3727450" y="6242050"/>
          <p14:tracePt t="42949" x="3695700" y="6223000"/>
          <p14:tracePt t="42966" x="3657600" y="6197600"/>
          <p14:tracePt t="42982" x="3644900" y="6191250"/>
          <p14:tracePt t="43000" x="3632200" y="6172200"/>
          <p14:tracePt t="43021" x="3625850" y="6172200"/>
          <p14:tracePt t="43036" x="3625850" y="6165850"/>
          <p14:tracePt t="43084" x="3632200" y="6165850"/>
          <p14:tracePt t="43112" x="3638550" y="6165850"/>
          <p14:tracePt t="43133" x="3644900" y="6165850"/>
          <p14:tracePt t="43141" x="3651250" y="6165850"/>
          <p14:tracePt t="43155" x="3657600" y="6165850"/>
          <p14:tracePt t="43165" x="3663950" y="6165850"/>
          <p14:tracePt t="43197" x="3676650" y="6165850"/>
          <p14:tracePt t="43204" x="3683000" y="6165850"/>
          <p14:tracePt t="43214" x="3689350" y="6165850"/>
          <p14:tracePt t="43233" x="3708400" y="6165850"/>
          <p14:tracePt t="43248" x="3721100" y="6165850"/>
          <p14:tracePt t="43265" x="3740150" y="6159500"/>
          <p14:tracePt t="43282" x="3810000" y="6134100"/>
          <p14:tracePt t="43298" x="3879850" y="6102350"/>
          <p14:tracePt t="43314" x="3994150" y="6057900"/>
          <p14:tracePt t="43332" x="4197350" y="5949950"/>
          <p14:tracePt t="43348" x="4362450" y="5854700"/>
          <p14:tracePt t="43366" x="4641850" y="5689600"/>
          <p14:tracePt t="43381" x="4800600" y="5568950"/>
          <p14:tracePt t="43398" x="4965700" y="5441950"/>
          <p14:tracePt t="43415" x="5187950" y="5270500"/>
          <p14:tracePt t="43431" x="5295900" y="5130800"/>
          <p14:tracePt t="43447" x="5384800" y="4991100"/>
          <p14:tracePt t="43464" x="5467350" y="4787900"/>
          <p14:tracePt t="43481" x="5518150" y="4616450"/>
          <p14:tracePt t="43497" x="5537200" y="4400550"/>
          <p14:tracePt t="43514" x="5530850" y="4070350"/>
          <p14:tracePt t="43530" x="5499100" y="3816350"/>
          <p14:tracePt t="43548" x="5416550" y="3340100"/>
          <p14:tracePt t="43564" x="5365750" y="3073400"/>
          <p14:tracePt t="43580" x="5314950" y="2838450"/>
          <p14:tracePt t="43597" x="5194300" y="2514600"/>
          <p14:tracePt t="43613" x="5137150" y="2349500"/>
          <p14:tracePt t="43630" x="5118100" y="2254250"/>
          <p14:tracePt t="43647" x="5054600" y="2171700"/>
          <p14:tracePt t="43664" x="5041900" y="2133600"/>
          <p14:tracePt t="43680" x="5022850" y="2114550"/>
          <p14:tracePt t="43697" x="4991100" y="2076450"/>
          <p14:tracePt t="43713" x="4965700" y="2057400"/>
          <p14:tracePt t="43731" x="4946650" y="2044700"/>
          <p14:tracePt t="43746" x="4933950" y="2032000"/>
          <p14:tracePt t="43763" x="4914900" y="2025650"/>
          <p14:tracePt t="43780" x="4876800" y="2019300"/>
          <p14:tracePt t="43796" x="4806950" y="2000250"/>
          <p14:tracePt t="43813" x="4641850" y="1974850"/>
          <p14:tracePt t="43830" x="4318000" y="1930400"/>
          <p14:tracePt t="43846" x="4102100" y="1898650"/>
          <p14:tracePt t="43863" x="3848100" y="1879600"/>
          <p14:tracePt t="43880" x="3492500" y="1879600"/>
          <p14:tracePt t="43896" x="3263900" y="1873250"/>
          <p14:tracePt t="43913" x="3016250" y="1943100"/>
          <p14:tracePt t="43929" x="2876550" y="2032000"/>
          <p14:tracePt t="43946" x="2743200" y="2171700"/>
          <p14:tracePt t="43963" x="2578100" y="2432050"/>
          <p14:tracePt t="43979" x="2514600" y="2641600"/>
          <p14:tracePt t="43995" x="2514600" y="2952750"/>
          <p14:tracePt t="44012" x="2571750" y="3371850"/>
          <p14:tracePt t="44029" x="2686050" y="3702050"/>
          <p14:tracePt t="44045" x="2870200" y="4121150"/>
          <p14:tracePt t="44062" x="3048000" y="4489450"/>
          <p14:tracePt t="44078" x="3187700" y="4679950"/>
          <p14:tracePt t="44096" x="3429000" y="4927600"/>
          <p14:tracePt t="44112" x="3632200" y="5105400"/>
          <p14:tracePt t="44128" x="3797300" y="5213350"/>
          <p14:tracePt t="44145" x="4089400" y="5308600"/>
          <p14:tracePt t="44161" x="4305300" y="5327650"/>
          <p14:tracePt t="44178" x="4508500" y="5295900"/>
          <p14:tracePt t="44195" x="4895850" y="5149850"/>
          <p14:tracePt t="44211" x="5130800" y="4984750"/>
          <p14:tracePt t="44228" x="5327650" y="4806950"/>
          <p14:tracePt t="44245" x="5632450" y="4419600"/>
          <p14:tracePt t="44261" x="5791200" y="4076700"/>
          <p14:tracePt t="44280" x="5886450" y="3460750"/>
          <p14:tracePt t="44294" x="5880100" y="3117850"/>
          <p14:tracePt t="44311" x="5784850" y="2660650"/>
          <p14:tracePt t="44328" x="5480050" y="1930400"/>
          <p14:tracePt t="44344" x="5251450" y="1479550"/>
          <p14:tracePt t="44361" x="4806950" y="895350"/>
          <p14:tracePt t="44378" x="4425950" y="571500"/>
          <p14:tracePt t="44394" x="4311650" y="514350"/>
          <p14:tracePt t="44411" x="4127500" y="444500"/>
          <p14:tracePt t="44427" x="4000500" y="387350"/>
          <p14:tracePt t="44444" x="3930650" y="355600"/>
          <p14:tracePt t="44462" x="3727450" y="368300"/>
          <p14:tracePt t="44477" x="3498850" y="412750"/>
          <p14:tracePt t="44494" x="3390900" y="463550"/>
          <p14:tracePt t="44511" x="3213100" y="577850"/>
          <p14:tracePt t="44527" x="3130550" y="666750"/>
          <p14:tracePt t="44530" x="3016250" y="781050"/>
          <p14:tracePt t="44544" x="2921000" y="914400"/>
          <p14:tracePt t="44560" x="2768600" y="1225550"/>
          <p14:tracePt t="44577" x="2730500" y="1403350"/>
          <p14:tracePt t="44593" x="2673350" y="1701800"/>
          <p14:tracePt t="44610" x="2673350" y="1968500"/>
          <p14:tracePt t="44627" x="2717800" y="2101850"/>
          <p14:tracePt t="44644" x="2927350" y="2476500"/>
          <p14:tracePt t="44660" x="3054350" y="2660650"/>
          <p14:tracePt t="44676" x="3346450" y="3035300"/>
          <p14:tracePt t="44693" x="3625850" y="3384550"/>
          <p14:tracePt t="44710" x="3829050" y="3600450"/>
          <p14:tracePt t="44726" x="3956050" y="3676650"/>
          <p14:tracePt t="44743" x="4184650" y="3790950"/>
          <p14:tracePt t="44760" x="4387850" y="3841750"/>
          <p14:tracePt t="44776" x="4514850" y="3848100"/>
          <p14:tracePt t="44792" x="4800600" y="3848100"/>
          <p14:tracePt t="44809" x="4914900" y="3816350"/>
          <p14:tracePt t="44826" x="5187950" y="3702050"/>
          <p14:tracePt t="44843" x="5314950" y="3619500"/>
          <p14:tracePt t="44859" x="5518150" y="3448050"/>
          <p14:tracePt t="44876" x="5734050" y="3136900"/>
          <p14:tracePt t="44893" x="5797550" y="2978150"/>
          <p14:tracePt t="44909" x="5835650" y="2686050"/>
          <p14:tracePt t="44926" x="5772150" y="2317750"/>
          <p14:tracePt t="44942" x="5670550" y="2076450"/>
          <p14:tracePt t="44959" x="5219700" y="1473200"/>
          <p14:tracePt t="44975" x="4673600" y="857250"/>
          <p14:tracePt t="44992" x="4311650" y="539750"/>
          <p14:tracePt t="45009" x="4140200" y="431800"/>
          <p14:tracePt t="45025" x="4089400" y="400050"/>
          <p14:tracePt t="45042" x="4032250" y="381000"/>
          <p14:tracePt t="45059" x="3905250" y="374650"/>
          <p14:tracePt t="45075" x="3803650" y="374650"/>
          <p14:tracePt t="45091" x="3676650" y="374650"/>
          <p14:tracePt t="45108" x="3403600" y="425450"/>
          <p14:tracePt t="45125" x="3390900" y="438150"/>
          <p14:tracePt t="45454" x="3270250" y="457200"/>
          <p14:tracePt t="45468" x="3092450" y="495300"/>
          <p14:tracePt t="45477" x="2901950" y="565150"/>
          <p14:tracePt t="45491" x="2717800" y="628650"/>
          <p14:tracePt t="45508" x="2400300" y="781050"/>
          <p14:tracePt t="45524" x="2076450" y="1022350"/>
          <p14:tracePt t="45541" x="1917700" y="1143000"/>
          <p14:tracePt t="45557" x="1701800" y="1384300"/>
          <p14:tracePt t="45574" x="1568450" y="1695450"/>
          <p14:tracePt t="45590" x="1517650" y="1854200"/>
          <p14:tracePt t="45607" x="1473200" y="2120900"/>
          <p14:tracePt t="45623" x="1492250" y="2476500"/>
          <p14:tracePt t="45640" x="1530350" y="2654300"/>
          <p14:tracePt t="45657" x="1644650" y="2933700"/>
          <p14:tracePt t="45672" x="1771650" y="3124200"/>
          <p14:tracePt t="45690" x="1885950" y="3225800"/>
          <p14:tracePt t="45707" x="2190750" y="3416300"/>
          <p14:tracePt t="45722" x="2571750" y="3549650"/>
          <p14:tracePt t="45739" x="2825750" y="3613150"/>
          <p14:tracePt t="45757" x="3175000" y="3632200"/>
          <p14:tracePt t="45773" x="3302000" y="3632200"/>
          <p14:tracePt t="45790" x="3549650" y="3568700"/>
          <p14:tracePt t="45806" x="3822700" y="3422650"/>
          <p14:tracePt t="45822" x="3956050" y="3327400"/>
          <p14:tracePt t="45839" x="4203700" y="3079750"/>
          <p14:tracePt t="45856" x="4394200" y="2774950"/>
          <p14:tracePt t="45872" x="4483100" y="2622550"/>
          <p14:tracePt t="45889" x="4578350" y="2330450"/>
          <p14:tracePt t="45906" x="4584700" y="2051050"/>
          <p14:tracePt t="45923" x="4552950" y="1905000"/>
          <p14:tracePt t="45939" x="4419600" y="1549400"/>
          <p14:tracePt t="45955" x="4254500" y="1231900"/>
          <p14:tracePt t="45972" x="4146550" y="1054100"/>
          <p14:tracePt t="45988" x="3956050" y="768350"/>
          <p14:tracePt t="46005" x="3803650" y="654050"/>
          <p14:tracePt t="46022" x="3765550" y="635000"/>
          <p14:tracePt t="46039" x="3644900" y="628650"/>
          <p14:tracePt t="46055" x="3467100" y="654050"/>
          <p14:tracePt t="46073" x="3270250" y="711200"/>
          <p14:tracePt t="46089" x="3130550" y="781050"/>
          <p14:tracePt t="46105" x="2901950" y="965200"/>
          <p14:tracePt t="46122" x="2724150" y="1225550"/>
          <p14:tracePt t="46138" x="2647950" y="1397000"/>
          <p14:tracePt t="46155" x="2590800" y="1625600"/>
          <p14:tracePt t="46172" x="2514600" y="2381250"/>
          <p14:tracePt t="46188" x="2520950" y="2597150"/>
          <p14:tracePt t="46205" x="2552700" y="2813050"/>
          <p14:tracePt t="46221" x="2628900" y="3168650"/>
          <p14:tracePt t="46238" x="2730500" y="3448050"/>
          <p14:tracePt t="46255" x="2813050" y="3587750"/>
          <p14:tracePt t="46271" x="3003550" y="3771900"/>
          <p14:tracePt t="46288" x="3295650" y="3917950"/>
          <p14:tracePt t="46305" x="3549650" y="3994150"/>
          <p14:tracePt t="46321" x="3702050" y="4006850"/>
          <p14:tracePt t="46337" x="4025900" y="4000500"/>
          <p14:tracePt t="46354" x="4273550" y="3949700"/>
          <p14:tracePt t="46371" x="4362450" y="3917950"/>
          <p14:tracePt t="46388" x="4457700" y="3867150"/>
          <p14:tracePt t="46404" x="4572000" y="3790950"/>
          <p14:tracePt t="46421" x="4629150" y="3721100"/>
          <p14:tracePt t="46438" x="4660900" y="3644900"/>
          <p14:tracePt t="46454" x="4679950" y="3594100"/>
          <p14:tracePt t="46471" x="4667250" y="3384550"/>
          <p14:tracePt t="46487" x="4565650" y="3028950"/>
          <p14:tracePt t="46503" x="4476750" y="2787650"/>
          <p14:tracePt t="46520" x="4216400" y="2311400"/>
          <p14:tracePt t="46537" x="3987800" y="1930400"/>
          <p14:tracePt t="46553" x="3879850" y="1752600"/>
          <p14:tracePt t="46571" x="3740150" y="1562100"/>
          <p14:tracePt t="46587" x="3625850" y="1441450"/>
          <p14:tracePt t="46603" x="3568700" y="1428750"/>
          <p14:tracePt t="46620" x="3473450" y="1409700"/>
          <p14:tracePt t="46636" x="3403600" y="1416050"/>
          <p14:tracePt t="46653" x="3359150" y="1441450"/>
          <p14:tracePt t="46670" x="3289300" y="1524000"/>
          <p14:tracePt t="46686" x="3162300" y="1689100"/>
          <p14:tracePt t="46703" x="3105150" y="1771650"/>
          <p14:tracePt t="46720" x="2965450" y="1962150"/>
          <p14:tracePt t="46736" x="2901950" y="2057400"/>
          <p14:tracePt t="46753" x="2774950" y="2343150"/>
          <p14:tracePt t="46769" x="2717800" y="2597150"/>
          <p14:tracePt t="46786" x="2717800" y="2711450"/>
          <p14:tracePt t="46803" x="2755900" y="2997200"/>
          <p14:tracePt t="46819" x="2876550" y="3340100"/>
          <p14:tracePt t="46836" x="2990850" y="3543300"/>
          <p14:tracePt t="46853" x="3270250" y="3898900"/>
          <p14:tracePt t="46869" x="3498850" y="4178300"/>
          <p14:tracePt t="46885" x="3676650" y="4286250"/>
          <p14:tracePt t="46902" x="3917950" y="4381500"/>
          <p14:tracePt t="46919" x="4146550" y="4425950"/>
          <p14:tracePt t="46935" x="4248150" y="4419600"/>
          <p14:tracePt t="46952" x="4527550" y="4356100"/>
          <p14:tracePt t="46969" x="4806950" y="4235450"/>
          <p14:tracePt t="46986" x="5048250" y="4019550"/>
          <p14:tracePt t="47002" x="5130800" y="3924300"/>
          <p14:tracePt t="47018" x="5194300" y="3822700"/>
          <p14:tracePt t="47035" x="5302250" y="3530600"/>
          <p14:tracePt t="47051" x="5302250" y="3429000"/>
          <p14:tracePt t="47068" x="5295900" y="3327400"/>
          <p14:tracePt t="47085" x="5232400" y="3155950"/>
          <p14:tracePt t="47101" x="5137150" y="3028950"/>
          <p14:tracePt t="47105" x="5080000" y="2978150"/>
          <p14:tracePt t="47121" x="4997450" y="2927350"/>
          <p14:tracePt t="47134" x="4914900" y="2889250"/>
          <p14:tracePt t="47151" x="4692650" y="2813050"/>
          <p14:tracePt t="47169" x="4394200" y="2730500"/>
          <p14:tracePt t="47184" x="4254500" y="2724150"/>
          <p14:tracePt t="47201" x="3937000" y="2736850"/>
          <p14:tracePt t="47218" x="3594100" y="2787650"/>
          <p14:tracePt t="47234" x="3435350" y="2838450"/>
          <p14:tracePt t="47251" x="3073400" y="2940050"/>
          <p14:tracePt t="47268" x="2736850" y="3079750"/>
          <p14:tracePt t="47284" x="2635250" y="3143250"/>
          <p14:tracePt t="47301" x="2470150" y="3257550"/>
          <p14:tracePt t="47317" x="2362200" y="3378200"/>
          <p14:tracePt t="47334" x="2311400" y="3422650"/>
          <p14:tracePt t="47351" x="2292350" y="3473450"/>
          <p14:tracePt t="47367" x="2286000" y="3492500"/>
          <p14:tracePt t="47811" x="2260600" y="3492500"/>
          <p14:tracePt t="47819" x="2209800" y="3492500"/>
          <p14:tracePt t="47835" x="2133600" y="3479800"/>
          <p14:tracePt t="47849" x="2057400" y="3473450"/>
          <p14:tracePt t="47865" x="1885950" y="3422650"/>
          <p14:tracePt t="47882" x="1701800" y="3359150"/>
          <p14:tracePt t="47899" x="1606550" y="3327400"/>
          <p14:tracePt t="47915" x="1435100" y="3270250"/>
          <p14:tracePt t="47932" x="1314450" y="3219450"/>
          <p14:tracePt t="47948" x="1257300" y="3213100"/>
          <p14:tracePt t="47966" x="1212850" y="3213100"/>
          <p14:tracePt t="47982" x="1187450" y="3213100"/>
          <p14:tracePt t="47999" x="1181100" y="3213100"/>
          <p14:tracePt t="48031" x="1181100" y="3206750"/>
          <p14:tracePt t="48048" x="1193800" y="3206750"/>
          <p14:tracePt t="48065" x="1263650" y="3206750"/>
          <p14:tracePt t="48081" x="1403350" y="3219450"/>
          <p14:tracePt t="48098" x="1536700" y="3238500"/>
          <p14:tracePt t="48102" x="1701800" y="3276600"/>
          <p14:tracePt t="48115" x="1924050" y="3314700"/>
          <p14:tracePt t="48131" x="2120900" y="3346450"/>
          <p14:tracePt t="48148" x="2336800" y="3365500"/>
          <p14:tracePt t="48164" x="2406650" y="3371850"/>
          <p14:tracePt t="48181" x="2413000" y="3371850"/>
          <p14:tracePt t="48198" x="2393950" y="3378200"/>
          <p14:tracePt t="48214" x="2343150" y="3397250"/>
          <p14:tracePt t="48231" x="2292350" y="3397250"/>
          <p14:tracePt t="48248" x="2101850" y="3441700"/>
          <p14:tracePt t="48263" x="1797050" y="3486150"/>
          <p14:tracePt t="48281" x="1600200" y="3511550"/>
          <p14:tracePt t="48297" x="1244600" y="3587750"/>
          <p14:tracePt t="48314" x="984250" y="3676650"/>
          <p14:tracePt t="48330" x="889000" y="3721100"/>
          <p14:tracePt t="48347" x="781050" y="3771900"/>
          <p14:tracePt t="48364" x="749300" y="3816350"/>
          <p14:tracePt t="48381" x="742950" y="3835400"/>
          <p14:tracePt t="48397" x="742950" y="3841750"/>
          <p14:tracePt t="48413" x="749300" y="3854450"/>
          <p14:tracePt t="48430" x="781050" y="3860800"/>
          <p14:tracePt t="48447" x="831850" y="3867150"/>
          <p14:tracePt t="48463" x="869950" y="3867150"/>
          <p14:tracePt t="48480" x="939800" y="3854450"/>
          <p14:tracePt t="48497" x="1003300" y="3822700"/>
          <p14:tracePt t="48514" x="1041400" y="3790950"/>
          <p14:tracePt t="48530" x="1054100" y="3765550"/>
          <p14:tracePt t="48546" x="1060450" y="3721100"/>
          <p14:tracePt t="48564" x="1041400" y="3657600"/>
          <p14:tracePt t="48580" x="1009650" y="3613150"/>
          <p14:tracePt t="48596" x="939800" y="3543300"/>
          <p14:tracePt t="48613" x="857250" y="3492500"/>
          <p14:tracePt t="48629" x="831850" y="3479800"/>
          <p14:tracePt t="48646" x="781050" y="3486150"/>
          <p14:tracePt t="48663" x="736600" y="3530600"/>
          <p14:tracePt t="48679" x="704850" y="3562350"/>
          <p14:tracePt t="48698" x="666750" y="3613150"/>
          <p14:tracePt t="48713" x="647700" y="3695700"/>
          <p14:tracePt t="48729" x="641350" y="3740150"/>
          <p14:tracePt t="48746" x="647700" y="3835400"/>
          <p14:tracePt t="48762" x="666750" y="3867150"/>
          <p14:tracePt t="48779" x="685800" y="3917950"/>
          <p14:tracePt t="48796" x="704850" y="3937000"/>
          <p14:tracePt t="48812" x="723900" y="3937000"/>
          <p14:tracePt t="48829" x="762000" y="3911600"/>
          <p14:tracePt t="48845" x="793750" y="3829050"/>
          <p14:tracePt t="48861" x="812800" y="3746500"/>
          <p14:tracePt t="48879" x="857250" y="3517900"/>
          <p14:tracePt t="48896" x="895350" y="3263900"/>
          <p14:tracePt t="48912" x="895350" y="3162300"/>
          <p14:tracePt t="48929" x="908050" y="3054350"/>
          <p14:tracePt t="48945" x="908050" y="3041650"/>
          <p14:tracePt t="48981" x="908050" y="3054350"/>
          <p14:tracePt t="48995" x="901700" y="3079750"/>
          <p14:tracePt t="49012" x="895350" y="3111500"/>
          <p14:tracePt t="49029" x="882650" y="3194050"/>
          <p14:tracePt t="49045" x="876300" y="3371850"/>
          <p14:tracePt t="49061" x="876300" y="3473450"/>
          <p14:tracePt t="49078" x="889000" y="3727450"/>
          <p14:tracePt t="49095" x="908050" y="3841750"/>
          <p14:tracePt t="49112" x="939800" y="4070350"/>
          <p14:tracePt t="49128" x="977900" y="4203700"/>
          <p14:tracePt t="49144" x="996950" y="4235450"/>
          <p14:tracePt t="49161" x="1009650" y="4260850"/>
          <p14:tracePt t="49178" x="1022350" y="4260850"/>
          <p14:tracePt t="49194" x="1028700" y="4260850"/>
          <p14:tracePt t="49211" x="1041400" y="4254500"/>
          <p14:tracePt t="49228" x="1047750" y="4241800"/>
          <p14:tracePt t="49244" x="1047750" y="4235450"/>
          <p14:tracePt t="49261" x="1047750" y="4222750"/>
          <p14:tracePt t="49294" x="1047750" y="4210050"/>
          <p14:tracePt t="49344" x="1047750" y="4203700"/>
          <p14:tracePt t="49365" x="1047750" y="4191000"/>
          <p14:tracePt t="49386" x="1047750" y="4184650"/>
          <p14:tracePt t="49400" x="1047750" y="4178300"/>
          <p14:tracePt t="49407" x="1047750" y="4171950"/>
          <p14:tracePt t="49414" x="1054100" y="4171950"/>
          <p14:tracePt t="49430" x="1060450" y="4159250"/>
          <p14:tracePt t="49443" x="1060450" y="4146550"/>
          <p14:tracePt t="49460" x="1073150" y="4102100"/>
          <p14:tracePt t="49477" x="1092200" y="3981450"/>
          <p14:tracePt t="49493" x="1098550" y="3905250"/>
          <p14:tracePt t="49510" x="1117600" y="3702050"/>
          <p14:tracePt t="49527" x="1143000" y="3448050"/>
          <p14:tracePt t="49543" x="1149350" y="3308350"/>
          <p14:tracePt t="49561" x="1149350" y="3016250"/>
          <p14:tracePt t="49576" x="1123950" y="2717800"/>
          <p14:tracePt t="49593" x="1111250" y="2578100"/>
          <p14:tracePt t="49610" x="1092200" y="2451100"/>
          <p14:tracePt t="49613" x="1073150" y="2305050"/>
          <p14:tracePt t="49626" x="1041400" y="2089150"/>
          <p14:tracePt t="49643" x="1028700" y="2000250"/>
          <p14:tracePt t="49661" x="1009650" y="1892300"/>
          <p14:tracePt t="49676" x="1003300" y="1860550"/>
          <p14:tracePt t="49692" x="990600" y="1828800"/>
          <p14:tracePt t="49710" x="984250" y="1803400"/>
          <p14:tracePt t="49726" x="984250" y="1790700"/>
          <p14:tracePt t="49743" x="971550" y="1765300"/>
          <p14:tracePt t="49759" x="965200" y="1746250"/>
          <p14:tracePt t="49776" x="958850" y="1733550"/>
          <p14:tracePt t="49792" x="958850" y="1720850"/>
          <p14:tracePt t="49809" x="952500" y="1689100"/>
          <p14:tracePt t="49825" x="946150" y="1670050"/>
          <p14:tracePt t="49842" x="946150" y="1651000"/>
          <p14:tracePt t="49859" x="946150" y="1644650"/>
          <p14:tracePt t="49892" x="946150" y="1663700"/>
          <p14:tracePt t="49908" x="946150" y="1670050"/>
          <p14:tracePt t="49925" x="946150" y="1714500"/>
          <p14:tracePt t="49942" x="946150" y="1790700"/>
          <p14:tracePt t="49958" x="933450" y="1854200"/>
          <p14:tracePt t="49975" x="939800" y="2025650"/>
          <p14:tracePt t="49991" x="946150" y="2260600"/>
          <p14:tracePt t="50008" x="946150" y="2400300"/>
          <p14:tracePt t="50025" x="958850" y="2692400"/>
          <p14:tracePt t="50041" x="971550" y="3041650"/>
          <p14:tracePt t="50058" x="984250" y="3232150"/>
          <p14:tracePt t="50075" x="1022350" y="3613150"/>
          <p14:tracePt t="50091" x="1047750" y="3930650"/>
          <p14:tracePt t="50108" x="1047750" y="4057650"/>
          <p14:tracePt t="50111" x="1054100" y="4184650"/>
          <p14:tracePt t="50124" x="1066800" y="4286250"/>
          <p14:tracePt t="50141" x="1098550" y="4457700"/>
          <p14:tracePt t="50158" x="1117600" y="4521200"/>
          <p14:tracePt t="50174" x="1174750" y="4660900"/>
          <p14:tracePt t="50191" x="1250950" y="4775200"/>
          <p14:tracePt t="50208" x="1339850" y="4902200"/>
          <p14:tracePt t="50224" x="1384300" y="4959350"/>
          <p14:tracePt t="50241" x="1435100" y="5016500"/>
          <p14:tracePt t="50257" x="1530350" y="5143500"/>
          <p14:tracePt t="50274" x="1543050" y="5156200"/>
          <p14:tracePt t="50291" x="1568450" y="5175250"/>
          <p14:tracePt t="50307" x="1619250" y="5200650"/>
          <p14:tracePt t="50324" x="1663700" y="5219700"/>
          <p14:tracePt t="50340" x="1682750" y="5219700"/>
          <p14:tracePt t="50357" x="1714500" y="5226050"/>
          <p14:tracePt t="50376" x="1733550" y="5226050"/>
          <p14:tracePt t="50418" x="1727200" y="5226050"/>
          <p14:tracePt t="50770" x="1657350" y="5238750"/>
          <p14:tracePt t="50784" x="1555750" y="5251450"/>
          <p14:tracePt t="50792" x="1466850" y="5251450"/>
          <p14:tracePt t="50806" x="1365250" y="5257800"/>
          <p14:tracePt t="50822" x="1263650" y="5276850"/>
          <p14:tracePt t="50839" x="1073150" y="5289550"/>
          <p14:tracePt t="50855" x="908050" y="5302250"/>
          <p14:tracePt t="50871" x="838200" y="5302250"/>
          <p14:tracePt t="50889" x="749300" y="5314950"/>
          <p14:tracePt t="50905" x="679450" y="5327650"/>
          <p14:tracePt t="50921" x="654050" y="5327650"/>
          <p14:tracePt t="50938" x="628650" y="5334000"/>
          <p14:tracePt t="50955" x="622300" y="5334000"/>
          <p14:tracePt t="50994" x="622300" y="5327650"/>
          <p14:tracePt t="51015" x="628650" y="5321300"/>
          <p14:tracePt t="51024" x="635000" y="5321300"/>
          <p14:tracePt t="51038" x="641350" y="5321300"/>
          <p14:tracePt t="51054" x="654050" y="5314950"/>
          <p14:tracePt t="51072" x="660400" y="5302250"/>
          <p14:tracePt t="51104" x="666750" y="5295900"/>
          <p14:tracePt t="51121" x="692150" y="5289550"/>
          <p14:tracePt t="51137" x="698500" y="5283200"/>
          <p14:tracePt t="51141" x="704850" y="5283200"/>
          <p14:tracePt t="51157" x="711200" y="5276850"/>
          <p14:tracePt t="51171" x="723900" y="5270500"/>
          <p14:tracePt t="51187" x="749300" y="5270500"/>
          <p14:tracePt t="51205" x="781050" y="5270500"/>
          <p14:tracePt t="51220" x="812800" y="5270500"/>
          <p14:tracePt t="51237" x="876300" y="5270500"/>
          <p14:tracePt t="51254" x="952500" y="5270500"/>
          <p14:tracePt t="51270" x="996950" y="5270500"/>
          <p14:tracePt t="51287" x="1054100" y="5264150"/>
          <p14:tracePt t="51304" x="1098550" y="5264150"/>
          <p14:tracePt t="51320" x="1111250" y="5264150"/>
          <p14:tracePt t="51337" x="1123950" y="5264150"/>
          <p14:tracePt t="51353" x="1136650" y="5264150"/>
          <p14:tracePt t="51577" x="1136650" y="5270500"/>
          <p14:tracePt t="51584" x="1130300" y="5276850"/>
          <p14:tracePt t="51599" x="1130300" y="5295900"/>
          <p14:tracePt t="51606" x="1123950" y="5327650"/>
          <p14:tracePt t="51620" x="1104900" y="5372100"/>
          <p14:tracePt t="51636" x="1092200" y="5473700"/>
          <p14:tracePt t="51652" x="1079500" y="5556250"/>
          <p14:tracePt t="51669" x="1041400" y="5715000"/>
          <p14:tracePt t="51686" x="1022350" y="5867400"/>
          <p14:tracePt t="51702" x="1009650" y="5943600"/>
          <p14:tracePt t="51719" x="1009650" y="6070600"/>
          <p14:tracePt t="51735" x="1016000" y="6127750"/>
          <p14:tracePt t="51752" x="1016000" y="6184900"/>
          <p14:tracePt t="51769" x="1022350" y="6216650"/>
          <p14:tracePt t="51785" x="1022350" y="6223000"/>
          <p14:tracePt t="51802" x="1022350" y="6235700"/>
          <p14:tracePt t="51818" x="1022350" y="6242050"/>
          <p14:tracePt t="51936" x="1028700" y="6248400"/>
          <p14:tracePt t="51964" x="1035050" y="6254750"/>
          <p14:tracePt t="51999" x="1041400" y="6254750"/>
          <p14:tracePt t="52006" x="1047750" y="6254750"/>
          <p14:tracePt t="52021" x="1054100" y="6254750"/>
          <p14:tracePt t="52037" x="1060450" y="6254750"/>
          <p14:tracePt t="52051" x="1066800" y="6254750"/>
          <p14:tracePt t="52077" x="1073150" y="6254750"/>
          <p14:tracePt t="52098" x="1079500" y="6248400"/>
          <p14:tracePt t="52119" x="1085850" y="6248400"/>
          <p14:tracePt t="52146" x="1092200" y="6248400"/>
          <p14:tracePt t="52168" x="1098550" y="6248400"/>
          <p14:tracePt t="52217" x="1104900" y="6248400"/>
          <p14:tracePt t="52245" x="1111250" y="6248400"/>
          <p14:tracePt t="52273" x="1111250" y="6254750"/>
          <p14:tracePt t="52294" x="1123950" y="6254750"/>
          <p14:tracePt t="52316" x="1130300" y="6261100"/>
          <p14:tracePt t="52330" x="1136650" y="6261100"/>
          <p14:tracePt t="52344" x="1143000" y="6261100"/>
          <p14:tracePt t="52365" x="1155700" y="6261100"/>
          <p14:tracePt t="52379" x="1168400" y="6261100"/>
          <p14:tracePt t="52393" x="1174750" y="6261100"/>
          <p14:tracePt t="52402" x="1187450" y="6261100"/>
          <p14:tracePt t="52416" x="1212850" y="6261100"/>
          <p14:tracePt t="52433" x="1231900" y="6261100"/>
          <p14:tracePt t="52450" x="1263650" y="6261100"/>
          <p14:tracePt t="52466" x="1282700" y="6261100"/>
          <p14:tracePt t="52484" x="1308100" y="6261100"/>
          <p14:tracePt t="52499" x="1314450" y="6261100"/>
          <p14:tracePt t="52516" x="1320800" y="6267450"/>
          <p14:tracePt t="52533" x="1327150" y="6267450"/>
          <p14:tracePt t="52566" x="1333500" y="6267450"/>
          <p14:tracePt t="52688" x="1333500" y="6261100"/>
          <p14:tracePt t="52709" x="1333500" y="6254750"/>
          <p14:tracePt t="52717" x="1333500" y="6248400"/>
          <p14:tracePt t="52737" x="1339850" y="6242050"/>
          <p14:tracePt t="52744" x="1339850" y="6229350"/>
          <p14:tracePt t="52752" x="1339850" y="6216650"/>
          <p14:tracePt t="52768" x="1339850" y="6191250"/>
          <p14:tracePt t="52782" x="1339850" y="6096000"/>
          <p14:tracePt t="52798" x="1339850" y="6019800"/>
          <p14:tracePt t="52815" x="1308100" y="5803900"/>
          <p14:tracePt t="52831" x="1250950" y="5549900"/>
          <p14:tracePt t="52849" x="1200150" y="5327650"/>
          <p14:tracePt t="52865" x="1181100" y="5238750"/>
          <p14:tracePt t="52882" x="1149350" y="5118100"/>
          <p14:tracePt t="52899" x="1136650" y="5054600"/>
          <p14:tracePt t="52915" x="1136650" y="5035550"/>
          <p14:tracePt t="52931" x="1130300" y="5016500"/>
          <p14:tracePt t="52948" x="1130300" y="5010150"/>
          <p14:tracePt t="52964" x="1130300" y="5003800"/>
          <p14:tracePt t="52998" x="1130300" y="4997450"/>
          <p14:tracePt t="53033" x="1130300" y="4984750"/>
          <p14:tracePt t="53039" x="1123950" y="4984750"/>
          <p14:tracePt t="53060" x="1117600" y="4978400"/>
          <p14:tracePt t="53089" x="1111250" y="4978400"/>
          <p14:tracePt t="53102" x="1111250" y="4972050"/>
          <p14:tracePt t="53110" x="1104900" y="4972050"/>
          <p14:tracePt t="53124" x="1098550" y="4972050"/>
          <p14:tracePt t="53134" x="1092200" y="4972050"/>
          <p14:tracePt t="53152" x="1085850" y="4972050"/>
          <p14:tracePt t="53164" x="1079500" y="4972050"/>
          <p14:tracePt t="53181" x="1060450" y="4972050"/>
          <p14:tracePt t="53197" x="1035050" y="4972050"/>
          <p14:tracePt t="53214" x="958850" y="4972050"/>
          <p14:tracePt t="53230" x="857250" y="4972050"/>
          <p14:tracePt t="53247" x="806450" y="4972050"/>
          <p14:tracePt t="53264" x="685800" y="4953000"/>
          <p14:tracePt t="53280" x="641350" y="4946650"/>
          <p14:tracePt t="53297" x="584200" y="4921250"/>
          <p14:tracePt t="53314" x="539750" y="4895850"/>
          <p14:tracePt t="53330" x="539750" y="4883150"/>
          <p14:tracePt t="53347" x="533400" y="4838700"/>
          <p14:tracePt t="53363" x="539750" y="4781550"/>
          <p14:tracePt t="53380" x="546100" y="4762500"/>
          <p14:tracePt t="53397" x="571500" y="4667250"/>
          <p14:tracePt t="53413" x="603250" y="4521200"/>
          <p14:tracePt t="53430" x="609600" y="4432300"/>
          <p14:tracePt t="53447" x="641350" y="4248150"/>
          <p14:tracePt t="53462" x="660400" y="4083050"/>
          <p14:tracePt t="53479" x="673100" y="4006850"/>
          <p14:tracePt t="53496" x="679450" y="3886200"/>
          <p14:tracePt t="53512" x="685800" y="3771900"/>
          <p14:tracePt t="53529" x="685800" y="3721100"/>
          <p14:tracePt t="53546" x="685800" y="3638550"/>
          <p14:tracePt t="53562" x="685800" y="3600450"/>
          <p14:tracePt t="53580" x="685800" y="3479800"/>
          <p14:tracePt t="53595" x="698500" y="3460750"/>
          <p14:tracePt t="53612" x="698500" y="3435350"/>
          <p14:tracePt t="53629" x="704850" y="3390900"/>
          <p14:tracePt t="53645" x="704850" y="3359150"/>
          <p14:tracePt t="53662" x="704850" y="3346450"/>
          <p14:tracePt t="53679" x="704850" y="3327400"/>
          <p14:tracePt t="53695" x="704850" y="3314700"/>
          <p14:tracePt t="53711" x="704850" y="3302000"/>
          <p14:tracePt t="53729" x="698500" y="3270250"/>
          <p14:tracePt t="53745" x="679450" y="3219450"/>
          <p14:tracePt t="53763" x="666750" y="3155950"/>
          <p14:tracePt t="53778" x="647700" y="3105150"/>
          <p14:tracePt t="53795" x="635000" y="3022600"/>
          <p14:tracePt t="53812" x="622300" y="2940050"/>
          <p14:tracePt t="53828" x="622300" y="2901950"/>
          <p14:tracePt t="53845" x="622300" y="2870200"/>
          <p14:tracePt t="53862" x="622300" y="2755900"/>
          <p14:tracePt t="53878" x="628650" y="2705100"/>
          <p14:tracePt t="53895" x="628650" y="2660650"/>
          <p14:tracePt t="53912" x="635000" y="2590800"/>
          <p14:tracePt t="53928" x="641350" y="2533650"/>
          <p14:tracePt t="53946" x="641350" y="2482850"/>
          <p14:tracePt t="53961" x="641350" y="2463800"/>
          <p14:tracePt t="53977" x="641350" y="2432050"/>
          <p14:tracePt t="53995" x="641350" y="2419350"/>
          <p14:tracePt t="54027" x="641350" y="2413000"/>
          <p14:tracePt t="54047" x="641350" y="2406650"/>
          <p14:tracePt t="54135" x="647700" y="2406650"/>
          <p14:tracePt t="54156" x="654050" y="2406650"/>
          <p14:tracePt t="54163" x="654050" y="2413000"/>
          <p14:tracePt t="54206" x="660400" y="2419350"/>
          <p14:tracePt t="54248" x="660400" y="2425700"/>
          <p14:tracePt t="54255" x="660400" y="2432050"/>
          <p14:tracePt t="54276" x="673100" y="2432050"/>
          <p14:tracePt t="54297" x="679450" y="2432050"/>
          <p14:tracePt t="54304" x="685800" y="2432050"/>
          <p14:tracePt t="54318" x="698500" y="2432050"/>
          <p14:tracePt t="54326" x="730250" y="2432050"/>
          <p14:tracePt t="54342" x="774700" y="2413000"/>
          <p14:tracePt t="54360" x="882650" y="2374900"/>
          <p14:tracePt t="54376" x="1028700" y="2305050"/>
          <p14:tracePt t="54393" x="1111250" y="2266950"/>
          <p14:tracePt t="54410" x="1250950" y="2178050"/>
          <p14:tracePt t="54426" x="1333500" y="2108200"/>
          <p14:tracePt t="54443" x="1358900" y="2070100"/>
          <p14:tracePt t="54460" x="1377950" y="2012950"/>
          <p14:tracePt t="54476" x="1377950" y="1962150"/>
          <p14:tracePt t="54494" x="1358900" y="1917700"/>
          <p14:tracePt t="54509" x="1346200" y="1905000"/>
          <p14:tracePt t="54526" x="1320800" y="1879600"/>
          <p14:tracePt t="54820" x="1320800" y="1873250"/>
          <p14:tracePt t="54827" x="1327150" y="1866900"/>
          <p14:tracePt t="54842" x="1339850" y="1854200"/>
          <p14:tracePt t="54848" x="1352550" y="1835150"/>
          <p14:tracePt t="54858" x="1384300" y="1803400"/>
          <p14:tracePt t="54874" x="1435100" y="1746250"/>
          <p14:tracePt t="54891" x="1536700" y="1581150"/>
          <p14:tracePt t="54908" x="1600200" y="1460500"/>
          <p14:tracePt t="54925" x="1765300" y="1098550"/>
          <p14:tracePt t="54941" x="1898650" y="698500"/>
          <p14:tracePt t="54958" x="1955800" y="514350"/>
          <p14:tracePt t="54975" x="2019300" y="273050"/>
          <p14:tracePt t="54991" x="2070100" y="101600"/>
          <p14:tracePt t="55008" x="2076450" y="38100"/>
          <p14:tracePt t="55024" x="2108200" y="0"/>
          <p14:tracePt t="55057" x="2114550" y="0"/>
          <p14:tracePt t="55074" x="2127250" y="0"/>
          <p14:tracePt t="55090" x="2133600" y="0"/>
          <p14:tracePt t="55136" x="2133600" y="12700"/>
          <p14:tracePt t="55150" x="2127250" y="25400"/>
          <p14:tracePt t="55160" x="2127250" y="50800"/>
          <p14:tracePt t="55173" x="2127250" y="69850"/>
          <p14:tracePt t="55190" x="2120900" y="88900"/>
          <p14:tracePt t="55207" x="2101850" y="177800"/>
          <p14:tracePt t="55224" x="2082800" y="222250"/>
          <p14:tracePt t="55227" x="2076450" y="273050"/>
          <p14:tracePt t="55243" x="2063750" y="355600"/>
          <p14:tracePt t="55257" x="2057400" y="457200"/>
          <p14:tracePt t="55273" x="2044700" y="596900"/>
          <p14:tracePt t="55290" x="2051050" y="1358900"/>
          <p14:tracePt t="55306" x="2051050" y="1644650"/>
          <p14:tracePt t="55323" x="2063750" y="2044700"/>
          <p14:tracePt t="55340" x="2076450" y="2247900"/>
          <p14:tracePt t="55356" x="2082800" y="2311400"/>
          <p14:tracePt t="55372" x="2082800" y="2355850"/>
          <p14:tracePt t="55390" x="2089150" y="2368550"/>
          <p14:tracePt t="55406" x="2095500" y="2368550"/>
          <p14:tracePt t="55423" x="2108200" y="2368550"/>
          <p14:tracePt t="55440" x="2127250" y="2343150"/>
          <p14:tracePt t="55456" x="2133600" y="2324100"/>
          <p14:tracePt t="55473" x="2152650" y="2286000"/>
          <p14:tracePt t="55489" x="2184400" y="2216150"/>
          <p14:tracePt t="55506" x="2216150" y="2159000"/>
          <p14:tracePt t="55523" x="2266950" y="1962150"/>
          <p14:tracePt t="55539" x="2286000" y="1835150"/>
          <p14:tracePt t="55556" x="2317750" y="1689100"/>
          <p14:tracePt t="55572" x="2400300" y="1079500"/>
          <p14:tracePt t="55589" x="2413000" y="914400"/>
          <p14:tracePt t="55605" x="2432050" y="660400"/>
          <p14:tracePt t="55622" x="2432050" y="444500"/>
          <p14:tracePt t="55639" x="2432050" y="342900"/>
          <p14:tracePt t="55656" x="2413000" y="209550"/>
          <p14:tracePt t="55672" x="2413000" y="146050"/>
          <p14:tracePt t="55689" x="2413000" y="133350"/>
          <p14:tracePt t="55705" x="2413000" y="127000"/>
          <p14:tracePt t="55721" x="2413000" y="139700"/>
          <p14:tracePt t="55738" x="2413000" y="158750"/>
          <p14:tracePt t="55755" x="2413000" y="184150"/>
          <p14:tracePt t="55772" x="2413000" y="215900"/>
          <p14:tracePt t="55788" x="2400300" y="247650"/>
          <p14:tracePt t="55805" x="2406650" y="387350"/>
          <p14:tracePt t="55821" x="2406650" y="501650"/>
          <p14:tracePt t="55839" x="2438400" y="768350"/>
          <p14:tracePt t="55855" x="2501900" y="1111250"/>
          <p14:tracePt t="55872" x="2559050" y="1320800"/>
          <p14:tracePt t="55888" x="2622550" y="1612900"/>
          <p14:tracePt t="55904" x="2698750" y="1847850"/>
          <p14:tracePt t="55921" x="2730500" y="1924050"/>
          <p14:tracePt t="55937" x="2819400" y="2101850"/>
          <p14:tracePt t="55955" x="2946400" y="2279650"/>
          <p14:tracePt t="55972" x="3079750" y="2444750"/>
          <p14:tracePt t="55987" x="3143250" y="2527300"/>
          <p14:tracePt t="56004" x="3289300" y="2660650"/>
          <p14:tracePt t="56021" x="3429000" y="2768600"/>
          <p14:tracePt t="56037" x="3486150" y="2800350"/>
          <p14:tracePt t="56054" x="3562350" y="2851150"/>
          <p14:tracePt t="56071" x="3606800" y="2876550"/>
          <p14:tracePt t="56087" x="3625850" y="2895600"/>
          <p14:tracePt t="56104" x="3689350" y="2933700"/>
          <p14:tracePt t="56120" x="3771900" y="3016250"/>
          <p14:tracePt t="56137" x="3829050" y="3073400"/>
          <p14:tracePt t="56154" x="3937000" y="3162300"/>
          <p14:tracePt t="56170" x="3975100" y="3162300"/>
          <p14:tracePt t="56554" x="4013200" y="3276600"/>
          <p14:tracePt t="56568" x="4095750" y="3403600"/>
          <p14:tracePt t="56574" x="4184650" y="3549650"/>
          <p14:tracePt t="56585" x="4292600" y="3733800"/>
          <p14:tracePt t="56602" x="4527550" y="4159250"/>
          <p14:tracePt t="56619" x="4622800" y="4330700"/>
          <p14:tracePt t="56635" x="4673600" y="4451350"/>
          <p14:tracePt t="56652" x="4730750" y="4629150"/>
          <p14:tracePt t="56668" x="4730750" y="4648200"/>
          <p14:tracePt t="56685" x="4730750" y="4660900"/>
          <p14:tracePt t="56702" x="4724400" y="4730750"/>
          <p14:tracePt t="56718" x="4699000" y="4787900"/>
          <p14:tracePt t="63791" x="4686300" y="4692650"/>
          <p14:tracePt t="63806" x="4673600" y="4565650"/>
          <p14:tracePt t="63813" x="4654550" y="4445000"/>
          <p14:tracePt t="63829" x="4622800" y="4298950"/>
          <p14:tracePt t="63843" x="4540250" y="3898900"/>
          <p14:tracePt t="63860" x="4476750" y="3644900"/>
          <p14:tracePt t="63864" x="4400550" y="3333750"/>
          <p14:tracePt t="63877" x="4273550" y="2971800"/>
          <p14:tracePt t="63893" x="4171950" y="2584450"/>
          <p14:tracePt t="63911" x="3879850" y="1727200"/>
          <p14:tracePt t="63926" x="3581400" y="844550"/>
          <p14:tracePt t="63943" x="3486150" y="533400"/>
          <p14:tracePt t="63960" x="3390900" y="146050"/>
          <p14:tracePt t="63976" x="3371850" y="0"/>
          <p14:tracePt t="63993" x="3365500" y="0"/>
          <p14:tracePt t="64010" x="3352800" y="0"/>
          <p14:tracePt t="64043" x="3346450" y="0"/>
          <p14:tracePt t="64059" x="3333750" y="0"/>
          <p14:tracePt t="64076" x="3308350" y="0"/>
          <p14:tracePt t="64094" x="3270250" y="0"/>
          <p14:tracePt t="64109" x="3238500" y="0"/>
          <p14:tracePt t="64126" x="3219450" y="0"/>
          <p14:tracePt t="64143" x="3206750" y="0"/>
          <p14:tracePt t="64159" x="3200400" y="0"/>
          <p14:tracePt t="64192" x="3187700" y="38100"/>
          <p14:tracePt t="64209" x="3187700" y="63500"/>
          <p14:tracePt t="64226" x="3187700" y="139700"/>
          <p14:tracePt t="64242" x="3194050" y="190500"/>
          <p14:tracePt t="64259" x="3232150" y="412750"/>
          <p14:tracePt t="64276" x="3282950" y="838200"/>
          <p14:tracePt t="64292" x="3314700" y="1104900"/>
          <p14:tracePt t="64309" x="3327400" y="1682750"/>
          <p14:tracePt t="64326" x="3321050" y="2203450"/>
          <p14:tracePt t="64342" x="3308350" y="2419350"/>
          <p14:tracePt t="64358" x="3308350" y="2578100"/>
          <p14:tracePt t="64362" x="3295650" y="2717800"/>
          <p14:tracePt t="64375" x="3295650" y="2819400"/>
          <p14:tracePt t="64391" x="3295650" y="2895600"/>
          <p14:tracePt t="64409" x="3302000" y="3022600"/>
          <p14:tracePt t="64425" x="3302000" y="3035300"/>
          <p14:tracePt t="64441" x="3308350" y="3048000"/>
          <p14:tracePt t="64459" x="3321050" y="3060700"/>
          <p14:tracePt t="64475" x="3321050" y="3073400"/>
          <p14:tracePt t="64491" x="3321050" y="3079750"/>
          <p14:tracePt t="64508" x="3327400" y="3098800"/>
          <p14:tracePt t="64524" x="3333750" y="3111500"/>
          <p14:tracePt t="64541" x="3333750" y="3130550"/>
          <p14:tracePt t="64558" x="3340100" y="3143250"/>
          <p14:tracePt t="64585" x="3346450" y="3149600"/>
          <p14:tracePt t="64599" x="3352800" y="3149600"/>
          <p14:tracePt t="64621" x="3359150" y="3130550"/>
          <p14:tracePt t="64635" x="3365500" y="3111500"/>
          <p14:tracePt t="64644" x="3371850" y="3079750"/>
          <p14:tracePt t="64657" x="3390900" y="3016250"/>
          <p14:tracePt t="64674" x="3448050" y="2749550"/>
          <p14:tracePt t="64691" x="3524250" y="2152650"/>
          <p14:tracePt t="64707" x="3556000" y="1809750"/>
          <p14:tracePt t="64724" x="3575050" y="1130300"/>
          <p14:tracePt t="64741" x="3568700" y="527050"/>
          <p14:tracePt t="64757" x="3536950" y="50800"/>
          <p14:tracePt t="64774" x="3536950" y="0"/>
          <p14:tracePt t="64790" x="3549650" y="0"/>
          <p14:tracePt t="64807" x="3568700" y="0"/>
          <p14:tracePt t="64825" x="3594100" y="0"/>
          <p14:tracePt t="64857" x="3600450" y="0"/>
          <p14:tracePt t="64888" x="3600450" y="12700"/>
          <p14:tracePt t="64894" x="3600450" y="31750"/>
          <p14:tracePt t="64910" x="3594100" y="57150"/>
          <p14:tracePt t="64923" x="3587750" y="76200"/>
          <p14:tracePt t="64940" x="3568700" y="158750"/>
          <p14:tracePt t="64957" x="3568700" y="234950"/>
          <p14:tracePt t="64972" x="3575050" y="527050"/>
          <p14:tracePt t="64990" x="3568700" y="971550"/>
          <p14:tracePt t="65007" x="3536950" y="1581150"/>
          <p14:tracePt t="65023" x="3524250" y="1892300"/>
          <p14:tracePt t="65040" x="3524250" y="2203450"/>
          <p14:tracePt t="65056" x="3505200" y="2781300"/>
          <p14:tracePt t="65073" x="3479800" y="3359150"/>
          <p14:tracePt t="65089" x="3448050" y="3683000"/>
          <p14:tracePt t="65106" x="3397250" y="4229100"/>
          <p14:tracePt t="65122" x="3384550" y="4318000"/>
          <p14:tracePt t="65140" x="3371850" y="4387850"/>
          <p14:tracePt t="65155" x="3365500" y="4470400"/>
          <p14:tracePt t="65172" x="3365500" y="4502150"/>
          <p14:tracePt t="65189" x="3365500" y="4508500"/>
          <p14:tracePt t="65309" x="3359150" y="4502150"/>
          <p14:tracePt t="65330" x="3359150" y="4508500"/>
          <p14:tracePt t="67769" x="3359150" y="4578350"/>
          <p14:tracePt t="67775" x="3359150" y="4679950"/>
          <p14:tracePt t="67790" x="3371850" y="4781550"/>
          <p14:tracePt t="67799" x="3397250" y="4908550"/>
          <p14:tracePt t="67813" x="3416300" y="5048250"/>
          <p14:tracePt t="67830" x="3492500" y="5378450"/>
          <p14:tracePt t="67847" x="3530600" y="5588000"/>
          <p14:tracePt t="67863" x="3543300" y="5676900"/>
          <p14:tracePt t="67880" x="3556000" y="5740400"/>
          <p14:tracePt t="67897" x="3600450" y="5988050"/>
          <p14:tracePt t="67913" x="3613150" y="6102350"/>
          <p14:tracePt t="67930" x="3625850" y="6216650"/>
          <p14:tracePt t="67946" x="3632200" y="6457950"/>
          <p14:tracePt t="67963" x="3619500" y="6616700"/>
          <p14:tracePt t="67980" x="3625850" y="6667500"/>
          <p14:tracePt t="67996" x="3619500" y="6724650"/>
          <p14:tracePt t="68013" x="3619500" y="6743700"/>
          <p14:tracePt t="68029" x="3619500" y="6750050"/>
          <p14:tracePt t="68046" x="3619500" y="6756400"/>
          <p14:tracePt t="68063" x="3625850" y="6769100"/>
          <p14:tracePt t="68080" x="3683000" y="6807200"/>
          <p14:tracePt t="68096" x="3714750" y="6826250"/>
          <p14:tracePt t="68113" x="3784600" y="6845300"/>
          <p14:tracePt t="68129" x="3854450" y="6851650"/>
          <p14:tracePt t="68145" x="3886200" y="6851650"/>
          <p14:tracePt t="68163" x="3930650" y="6851650"/>
          <p14:tracePt t="68179" x="3962400" y="6851650"/>
          <p14:tracePt t="68196" x="3975100" y="6851650"/>
          <p14:tracePt t="68212" x="4025900" y="6851650"/>
          <p14:tracePt t="68229" x="4044950" y="6838950"/>
          <p14:tracePt t="68245" x="4102100" y="6826250"/>
          <p14:tracePt t="68262" x="4191000" y="6788150"/>
          <p14:tracePt t="68278" x="4235450" y="6775450"/>
          <p14:tracePt t="68295" x="4343400" y="6724650"/>
          <p14:tracePt t="68312" x="4451350" y="6705600"/>
          <p14:tracePt t="68329" x="4489450" y="6705600"/>
          <p14:tracePt t="68345" x="4546600" y="6699250"/>
          <p14:tracePt t="68361" x="4572000" y="6699250"/>
          <p14:tracePt t="68378" x="4584700" y="6699250"/>
          <p14:tracePt t="68395" x="4591050" y="6699250"/>
          <p14:tracePt t="68422" x="4591050" y="6705600"/>
          <p14:tracePt t="68431" x="4584700" y="6705600"/>
          <p14:tracePt t="68445" x="4578350" y="6705600"/>
          <p14:tracePt t="68461" x="4559300" y="6705600"/>
          <p14:tracePt t="68478" x="4533900" y="6711950"/>
          <p14:tracePt t="68494" x="4445000" y="6711950"/>
          <p14:tracePt t="68511" x="4368800" y="6711950"/>
          <p14:tracePt t="68528" x="4165600" y="6711950"/>
          <p14:tracePt t="68544" x="3949700" y="6711950"/>
          <p14:tracePt t="68563" x="3848100" y="6711950"/>
          <p14:tracePt t="68578" x="3708400" y="6711950"/>
          <p14:tracePt t="68594" x="3651250" y="6711950"/>
          <p14:tracePt t="68612" x="3644900" y="6711950"/>
          <p14:tracePt t="68627" x="3638550" y="6711950"/>
          <p14:tracePt t="68644" x="3663950" y="6699250"/>
          <p14:tracePt t="68661" x="3714750" y="6680200"/>
          <p14:tracePt t="68677" x="3886200" y="6642100"/>
          <p14:tracePt t="68694" x="4108450" y="6565900"/>
          <p14:tracePt t="68711" x="4337050" y="6521450"/>
          <p14:tracePt t="68727" x="4451350" y="6502400"/>
          <p14:tracePt t="68744" x="4572000" y="6477000"/>
          <p14:tracePt t="68760" x="4616450" y="6477000"/>
          <p14:tracePt t="68796" x="4603750" y="6483350"/>
          <p14:tracePt t="68810" x="4572000" y="6489700"/>
          <p14:tracePt t="68826" x="4552950" y="6489700"/>
          <p14:tracePt t="68844" x="4457700" y="6515100"/>
          <p14:tracePt t="68860" x="4375150" y="6534150"/>
          <p14:tracePt t="68876" x="4197350" y="6572250"/>
          <p14:tracePt t="68893" x="3975100" y="6648450"/>
          <p14:tracePt t="68910" x="3879850" y="6673850"/>
          <p14:tracePt t="68926" x="3759200" y="6705600"/>
          <p14:tracePt t="68943" x="3727450" y="6718300"/>
          <p14:tracePt t="68976" x="3746500" y="6718300"/>
          <p14:tracePt t="68993" x="3886200" y="6705600"/>
          <p14:tracePt t="69009" x="4000500" y="6686550"/>
          <p14:tracePt t="69027" x="4375150" y="6648450"/>
          <p14:tracePt t="69042" x="4711700" y="6610350"/>
          <p14:tracePt t="69059" x="4826000" y="6604000"/>
          <p14:tracePt t="69078" x="4921250" y="6591300"/>
          <p14:tracePt t="69093" x="4927600" y="6591300"/>
          <p14:tracePt t="69109" x="4914900" y="6591300"/>
          <p14:tracePt t="69126" x="4876800" y="6591300"/>
          <p14:tracePt t="69142" x="4838700" y="6597650"/>
          <p14:tracePt t="69159" x="4692650" y="6616700"/>
          <p14:tracePt t="69175" x="4489450" y="6629400"/>
          <p14:tracePt t="69192" x="4400550" y="6648450"/>
          <p14:tracePt t="69209" x="4292600" y="6667500"/>
          <p14:tracePt t="69225" x="4260850" y="6673850"/>
          <p14:tracePt t="69242" x="4254500" y="6673850"/>
          <p14:tracePt t="69259" x="4267200" y="6673850"/>
          <p14:tracePt t="69275" x="4318000" y="6667500"/>
          <p14:tracePt t="69292" x="4368800" y="6648450"/>
          <p14:tracePt t="69309" x="4489450" y="6616700"/>
          <p14:tracePt t="69325" x="4610100" y="6604000"/>
          <p14:tracePt t="69341" x="4635500" y="6604000"/>
          <p14:tracePt t="69358" x="4673600" y="6604000"/>
          <p14:tracePt t="69392" x="4667250" y="6604000"/>
          <p14:tracePt t="69408" x="4641850" y="6604000"/>
          <p14:tracePt t="69425" x="4616450" y="6604000"/>
          <p14:tracePt t="69441" x="4502150" y="6604000"/>
          <p14:tracePt t="69458" x="4311650" y="6604000"/>
          <p14:tracePt t="69475" x="4197350" y="6623050"/>
          <p14:tracePt t="69491" x="4038600" y="6654800"/>
          <p14:tracePt t="69507" x="3968750" y="6661150"/>
          <p14:tracePt t="69526" x="3943350" y="6667500"/>
          <p14:tracePt t="69557" x="4000500" y="6667500"/>
          <p14:tracePt t="69575" x="4159250" y="6654800"/>
          <p14:tracePt t="69591" x="4260850" y="6635750"/>
          <p14:tracePt t="69607" x="4464050" y="6616700"/>
          <p14:tracePt t="69624" x="4597400" y="6584950"/>
          <p14:tracePt t="69640" x="4622800" y="6584950"/>
          <p14:tracePt t="69657" x="4629150" y="6578600"/>
          <p14:tracePt t="69674" x="4622800" y="6578600"/>
          <p14:tracePt t="69690" x="4610100" y="6584950"/>
          <p14:tracePt t="69708" x="4572000" y="6584950"/>
          <p14:tracePt t="69723" x="4387850" y="6616700"/>
          <p14:tracePt t="69741" x="4298950" y="6623050"/>
          <p14:tracePt t="69758" x="4114800" y="6654800"/>
          <p14:tracePt t="69773" x="4051300" y="6661150"/>
          <p14:tracePt t="69790" x="3962400" y="6673850"/>
          <p14:tracePt t="69807" x="3949700" y="6673850"/>
          <p14:tracePt t="69827" x="3968750" y="6673850"/>
          <p14:tracePt t="69840" x="4013200" y="6654800"/>
          <p14:tracePt t="69856" x="4210050" y="6591300"/>
          <p14:tracePt t="69873" x="4324350" y="6559550"/>
          <p14:tracePt t="69889" x="4559300" y="6496050"/>
          <p14:tracePt t="69906" x="4692650" y="6470650"/>
          <p14:tracePt t="69923" x="4718050" y="6470650"/>
          <p14:tracePt t="69940" x="4724400" y="6470650"/>
          <p14:tracePt t="69956" x="4711700" y="6477000"/>
          <p14:tracePt t="69972" x="4699000" y="6483350"/>
          <p14:tracePt t="69990" x="4641850" y="6502400"/>
          <p14:tracePt t="70006" x="4533900" y="6553200"/>
          <p14:tracePt t="70022" x="4464050" y="6584950"/>
          <p14:tracePt t="70039" x="4279900" y="6680200"/>
          <p14:tracePt t="70055" x="4197350" y="6718300"/>
          <p14:tracePt t="70072" x="4083050" y="6775450"/>
          <p14:tracePt t="70089" x="4038600" y="6794500"/>
          <p14:tracePt t="70122" x="4057650" y="6794500"/>
          <p14:tracePt t="70139" x="4127500" y="6769100"/>
          <p14:tracePt t="70155" x="4197350" y="6762750"/>
          <p14:tracePt t="70172" x="4305300" y="6737350"/>
          <p14:tracePt t="70188" x="4387850" y="6711950"/>
          <p14:tracePt t="70205" x="4419600" y="6711950"/>
          <p14:tracePt t="70222" x="4432300" y="6711950"/>
          <p14:tracePt t="70249" x="4419600" y="6711950"/>
          <p14:tracePt t="70258" x="4406900" y="6711950"/>
          <p14:tracePt t="70272" x="4387850" y="6711950"/>
          <p14:tracePt t="70288" x="4292600" y="6724650"/>
          <p14:tracePt t="70306" x="4229100" y="6743700"/>
          <p14:tracePt t="70321" x="4070350" y="6769100"/>
          <p14:tracePt t="70338" x="3994150" y="6775450"/>
          <p14:tracePt t="70355" x="3867150" y="6800850"/>
          <p14:tracePt t="70371" x="3854450" y="6807200"/>
          <p14:tracePt t="70411" x="3867150" y="6807200"/>
          <p14:tracePt t="70421" x="3892550" y="6800850"/>
          <p14:tracePt t="70438" x="3924300" y="6794500"/>
          <p14:tracePt t="70454" x="4032250" y="6769100"/>
          <p14:tracePt t="70471" x="4165600" y="6737350"/>
          <p14:tracePt t="70488" x="4197350" y="6731000"/>
          <p14:tracePt t="70504" x="4222750" y="6724650"/>
          <p14:tracePt t="70521" x="4229100" y="6724650"/>
          <p14:tracePt t="70538" x="4203700" y="6731000"/>
          <p14:tracePt t="70554" x="4191000" y="6737350"/>
          <p14:tracePt t="70572" x="4133850" y="6750050"/>
          <p14:tracePt t="70587" x="4051300" y="6769100"/>
          <p14:tracePt t="70604" x="4019550" y="6781800"/>
          <p14:tracePt t="70621" x="3987800" y="6794500"/>
          <p14:tracePt t="70637" x="3949700" y="6807200"/>
          <p14:tracePt t="70671" x="3968750" y="6807200"/>
          <p14:tracePt t="70687" x="3987800" y="6800850"/>
          <p14:tracePt t="70703" x="4095750" y="6769100"/>
          <p14:tracePt t="70721" x="4324350" y="6731000"/>
          <p14:tracePt t="70737" x="4470400" y="6692900"/>
          <p14:tracePt t="70753" x="4737100" y="6654800"/>
          <p14:tracePt t="70770" x="4876800" y="6635750"/>
          <p14:tracePt t="70787" x="4895850" y="6635750"/>
          <p14:tracePt t="70803" x="4908550" y="6635750"/>
          <p14:tracePt t="70820" x="4889500" y="6635750"/>
          <p14:tracePt t="70837" x="4876800" y="6642100"/>
          <p14:tracePt t="70853" x="4819650" y="6648450"/>
          <p14:tracePt t="70869" x="4711700" y="6686550"/>
          <p14:tracePt t="70886" x="4641850" y="6705600"/>
          <p14:tracePt t="70903" x="4495800" y="6731000"/>
          <p14:tracePt t="70919" x="4394200" y="6750050"/>
          <p14:tracePt t="70936" x="4362450" y="6750050"/>
          <p14:tracePt t="70953" x="4343400" y="6756400"/>
          <p14:tracePt t="70969" x="4337050" y="6756400"/>
          <p14:tracePt t="70986" x="4343400" y="6756400"/>
          <p14:tracePt t="71003" x="4394200" y="6750050"/>
          <p14:tracePt t="71019" x="4451350" y="6718300"/>
          <p14:tracePt t="71036" x="4635500" y="6667500"/>
          <p14:tracePt t="71052" x="4851400" y="6604000"/>
          <p14:tracePt t="71069" x="4946650" y="6565900"/>
          <p14:tracePt t="71086" x="5067300" y="6515100"/>
          <p14:tracePt t="71102" x="5118100" y="6508750"/>
          <p14:tracePt t="71120" x="5130800" y="6508750"/>
          <p14:tracePt t="85668" x="5124450" y="6508750"/>
          <p14:tracePt t="85682" x="5118100" y="6508750"/>
          <p14:tracePt t="85696" x="5111750" y="6508750"/>
          <p14:tracePt t="85704" x="5099050" y="6508750"/>
          <p14:tracePt t="85718" x="5092700" y="6508750"/>
          <p14:tracePt t="85734" x="5080000" y="6508750"/>
          <p14:tracePt t="85752" x="5035550" y="6508750"/>
          <p14:tracePt t="85768" x="5003800" y="6508750"/>
          <p14:tracePt t="85784" x="4972050" y="6508750"/>
          <p14:tracePt t="85801" x="4914900" y="6521450"/>
          <p14:tracePt t="85818" x="4889500" y="6521450"/>
          <p14:tracePt t="85834" x="4857750" y="6527800"/>
          <p14:tracePt t="85851" x="4826000" y="6527800"/>
          <p14:tracePt t="85867" x="4813300" y="6534150"/>
          <p14:tracePt t="85885" x="4794250" y="6540500"/>
          <p14:tracePt t="85901" x="4787900" y="6540500"/>
          <p14:tracePt t="85917" x="4781550" y="6540500"/>
          <p14:tracePt t="85934" x="4775200" y="6540500"/>
          <p14:tracePt t="86548" x="4762500" y="6489700"/>
          <p14:tracePt t="86555" x="4718050" y="6369050"/>
          <p14:tracePt t="86569" x="4673600" y="6223000"/>
          <p14:tracePt t="86585" x="4603750" y="6032500"/>
          <p14:tracePt t="86599" x="4476750" y="5683250"/>
          <p14:tracePt t="86615" x="4425950" y="5524500"/>
          <p14:tracePt t="86633" x="4337050" y="5245100"/>
          <p14:tracePt t="86649" x="4248150" y="5016500"/>
          <p14:tracePt t="86665" x="4210050" y="4921250"/>
          <p14:tracePt t="86682" x="4127500" y="4737100"/>
          <p14:tracePt t="86698" x="4044950" y="4584700"/>
          <p14:tracePt t="86715" x="4019550" y="4502150"/>
          <p14:tracePt t="86731" x="3949700" y="4368800"/>
          <p14:tracePt t="86748" x="3917950" y="4298950"/>
          <p14:tracePt t="86764" x="3867150" y="4210050"/>
          <p14:tracePt t="86781" x="3841750" y="4146550"/>
          <p14:tracePt t="86798" x="3829050" y="4127500"/>
          <p14:tracePt t="86815" x="3816350" y="4083050"/>
          <p14:tracePt t="86832" x="3816350" y="4051300"/>
          <p14:tracePt t="86848" x="3810000" y="4044950"/>
          <p14:tracePt t="86864" x="3803650" y="4025900"/>
          <p14:tracePt t="86881" x="3797300" y="4000500"/>
          <p14:tracePt t="86899" x="3790950" y="3968750"/>
          <p14:tracePt t="86914" x="3784600" y="3949700"/>
          <p14:tracePt t="86930" x="3778250" y="3905250"/>
          <p14:tracePt t="86948" x="3778250" y="3898900"/>
          <p14:tracePt t="86964" x="3765550" y="3867150"/>
          <p14:tracePt t="86980" x="3765550" y="3848100"/>
          <p14:tracePt t="86997" x="3765550" y="3822700"/>
          <p14:tracePt t="87013" x="3765550" y="3810000"/>
          <p14:tracePt t="87030" x="3759200" y="3790950"/>
          <p14:tracePt t="87047" x="3759200" y="3759200"/>
          <p14:tracePt t="87064" x="3759200" y="3746500"/>
          <p14:tracePt t="87080" x="3759200" y="3733800"/>
          <p14:tracePt t="87098" x="3752850" y="3663950"/>
          <p14:tracePt t="87113" x="3740150" y="3625850"/>
          <p14:tracePt t="87130" x="3733800" y="3575050"/>
          <p14:tracePt t="87146" x="3727450" y="3467100"/>
          <p14:tracePt t="87163" x="3714750" y="3390900"/>
          <p14:tracePt t="87180" x="3695700" y="3219450"/>
          <p14:tracePt t="87197" x="3676650" y="3041650"/>
          <p14:tracePt t="87213" x="3663950" y="2965450"/>
          <p14:tracePt t="87230" x="3644900" y="2819400"/>
          <p14:tracePt t="87246" x="3638550" y="2692400"/>
          <p14:tracePt t="87263" x="3625850" y="2628900"/>
          <p14:tracePt t="87279" x="3600450" y="2508250"/>
          <p14:tracePt t="87296" x="3581400" y="2400300"/>
          <p14:tracePt t="87313" x="3575050" y="2355850"/>
          <p14:tracePt t="87329" x="3549650" y="2273300"/>
          <p14:tracePt t="87346" x="3530600" y="2203450"/>
          <p14:tracePt t="87363" x="3517900" y="2146300"/>
          <p14:tracePt t="87379" x="3511550" y="2120900"/>
          <p14:tracePt t="87396" x="3498850" y="2070100"/>
          <p14:tracePt t="87413" x="3486150" y="2032000"/>
          <p14:tracePt t="87429" x="3486150" y="2012950"/>
          <p14:tracePt t="87445" x="3473450" y="1993900"/>
          <p14:tracePt t="87462" x="3460750" y="1981200"/>
          <p14:tracePt t="87478" x="3441700" y="1968500"/>
          <p14:tracePt t="87496" x="3390900" y="1955800"/>
          <p14:tracePt t="87512" x="3365500" y="1955800"/>
          <p14:tracePt t="87821" x="3441700" y="1943100"/>
          <p14:tracePt t="87835" x="3556000" y="1924050"/>
          <p14:tracePt t="87842" x="3702050" y="1885950"/>
          <p14:tracePt t="87856" x="3867150" y="1828800"/>
          <p14:tracePt t="87864" x="4013200" y="1752600"/>
          <p14:tracePt t="87877" x="4140200" y="1670050"/>
          <p14:tracePt t="87894" x="4400550" y="1454150"/>
          <p14:tracePt t="87910" x="4489450" y="1339850"/>
          <p14:tracePt t="87928" x="4591050" y="1098550"/>
          <p14:tracePt t="87943" x="4597400" y="857250"/>
          <p14:tracePt t="87961" x="4572000" y="742950"/>
          <p14:tracePt t="87977" x="4483100" y="565150"/>
          <p14:tracePt t="87993" x="4419600" y="463550"/>
          <p14:tracePt t="88011" x="4127500" y="152400"/>
          <p14:tracePt t="88027" x="4013200" y="57150"/>
          <p14:tracePt t="88043" x="3860800" y="0"/>
          <p14:tracePt t="88060" x="3536950" y="0"/>
          <p14:tracePt t="88076" x="3333750" y="0"/>
          <p14:tracePt t="88093" x="3105150" y="0"/>
          <p14:tracePt t="88110" x="2540000" y="0"/>
          <p14:tracePt t="88126" x="2216150" y="25400"/>
          <p14:tracePt t="88143" x="1682750" y="146050"/>
          <p14:tracePt t="88159" x="1352550" y="273050"/>
          <p14:tracePt t="88176" x="1181100" y="387350"/>
          <p14:tracePt t="88193" x="1104900" y="469900"/>
          <p14:tracePt t="88209" x="965200" y="673100"/>
          <p14:tracePt t="88226" x="831850" y="863600"/>
          <p14:tracePt t="88243" x="749300" y="1035050"/>
          <p14:tracePt t="88259" x="717550" y="1136650"/>
          <p14:tracePt t="88276" x="717550" y="1225550"/>
          <p14:tracePt t="88292" x="793750" y="1466850"/>
          <p14:tracePt t="88309" x="876300" y="1536700"/>
          <p14:tracePt t="88326" x="971550" y="1612900"/>
          <p14:tracePt t="88342" x="1219200" y="1771650"/>
          <p14:tracePt t="88359" x="1606550" y="1949450"/>
          <p14:tracePt t="88376" x="2108200" y="2038350"/>
          <p14:tracePt t="88392" x="2355850" y="2070100"/>
          <p14:tracePt t="88409" x="2825750" y="2082800"/>
          <p14:tracePt t="88426" x="3270250" y="2032000"/>
          <p14:tracePt t="88442" x="3448050" y="1993900"/>
          <p14:tracePt t="88459" x="3746500" y="1885950"/>
          <p14:tracePt t="88475" x="3930650" y="1784350"/>
          <p14:tracePt t="88492" x="3981450" y="1739900"/>
          <p14:tracePt t="88508" x="4032250" y="1657350"/>
          <p14:tracePt t="88525" x="4038600" y="1600200"/>
          <p14:tracePt t="88541" x="4025900" y="1562100"/>
          <p14:tracePt t="88559" x="3994150" y="1473200"/>
          <p14:tracePt t="88575" x="3892550" y="1358900"/>
          <p14:tracePt t="88591" x="3810000" y="1276350"/>
          <p14:tracePt t="88608" x="3505200" y="1073150"/>
          <p14:tracePt t="88624" x="3327400" y="965200"/>
          <p14:tracePt t="88641" x="2965450" y="800100"/>
          <p14:tracePt t="88658" x="2654300" y="730250"/>
          <p14:tracePt t="88674" x="2527300" y="711200"/>
          <p14:tracePt t="88692" x="2324100" y="698500"/>
          <p14:tracePt t="88707" x="2127250" y="723900"/>
          <p14:tracePt t="88724" x="2051050" y="742950"/>
          <p14:tracePt t="88741" x="1905000" y="793750"/>
          <p14:tracePt t="88757" x="1809750" y="882650"/>
          <p14:tracePt t="88774" x="1784350" y="939800"/>
          <p14:tracePt t="88791" x="1752600" y="1123950"/>
          <p14:tracePt t="88807" x="1746250" y="1314450"/>
          <p14:tracePt t="88824" x="1778000" y="1397000"/>
          <p14:tracePt t="88841" x="1854200" y="1555750"/>
          <p14:tracePt t="88857" x="2025650" y="1714500"/>
          <p14:tracePt t="88874" x="2120900" y="1778000"/>
          <p14:tracePt t="88890" x="2362200" y="1898650"/>
          <p14:tracePt t="88907" x="2489200" y="1930400"/>
          <p14:tracePt t="88924" x="3009900" y="1955800"/>
          <p14:tracePt t="88940" x="3181350" y="1930400"/>
          <p14:tracePt t="88957" x="3314700" y="1885950"/>
          <p14:tracePt t="88974" x="3689350" y="1752600"/>
          <p14:tracePt t="88990" x="3968750" y="1581150"/>
          <p14:tracePt t="89007" x="4051300" y="1530350"/>
          <p14:tracePt t="89023" x="4152900" y="1403350"/>
          <p14:tracePt t="89040" x="4178300" y="1282700"/>
          <p14:tracePt t="89057" x="4178300" y="1219200"/>
          <p14:tracePt t="89073" x="4114800" y="1066800"/>
          <p14:tracePt t="89090" x="4006850" y="914400"/>
          <p14:tracePt t="89107" x="3771900" y="762000"/>
          <p14:tracePt t="89123" x="3594100" y="654050"/>
          <p14:tracePt t="89127" x="3448050" y="577850"/>
          <p14:tracePt t="89140" x="3308350" y="520700"/>
          <p14:tracePt t="89156" x="3035300" y="476250"/>
          <p14:tracePt t="89172" x="2901950" y="476250"/>
          <p14:tracePt t="89189" x="2743200" y="476250"/>
          <p14:tracePt t="89206" x="2368550" y="577850"/>
          <p14:tracePt t="89222" x="2235200" y="647700"/>
          <p14:tracePt t="89240" x="2108200" y="711200"/>
          <p14:tracePt t="89256" x="1892300" y="876300"/>
          <p14:tracePt t="89272" x="1739900" y="1149350"/>
          <p14:tracePt t="89290" x="1682750" y="1390650"/>
          <p14:tracePt t="89305" x="1676400" y="1492250"/>
          <p14:tracePt t="89322" x="1708150" y="1638300"/>
          <p14:tracePt t="89339" x="1803400" y="1816100"/>
          <p14:tracePt t="89355" x="1860550" y="1885950"/>
          <p14:tracePt t="89372" x="2063750" y="2025650"/>
          <p14:tracePt t="89389" x="2324100" y="2063750"/>
          <p14:tracePt t="89405" x="2470150" y="2089150"/>
          <p14:tracePt t="89422" x="2876550" y="2057400"/>
          <p14:tracePt t="89438" x="3282950" y="1955800"/>
          <p14:tracePt t="89455" x="3479800" y="1860550"/>
          <p14:tracePt t="89472" x="3790950" y="1663700"/>
          <p14:tracePt t="89488" x="3987800" y="1479550"/>
          <p14:tracePt t="89505" x="4038600" y="1397000"/>
          <p14:tracePt t="89522" x="4076700" y="1276350"/>
          <p14:tracePt t="89538" x="4064000" y="1212850"/>
          <p14:tracePt t="89555" x="3968750" y="1035050"/>
          <p14:tracePt t="89571" x="3740150" y="793750"/>
          <p14:tracePt t="89588" x="3600450" y="679450"/>
          <p14:tracePt t="89605" x="3327400" y="469900"/>
          <p14:tracePt t="89621" x="3067050" y="355600"/>
          <p14:tracePt t="89638" x="2914650" y="311150"/>
          <p14:tracePt t="89655" x="2647950" y="266700"/>
          <p14:tracePt t="89671" x="2393950" y="279400"/>
          <p14:tracePt t="89688" x="2279650" y="298450"/>
          <p14:tracePt t="89705" x="2095500" y="361950"/>
          <p14:tracePt t="89721" x="1943100" y="476250"/>
          <p14:tracePt t="89738" x="1879600" y="546100"/>
          <p14:tracePt t="89755" x="1809750" y="717550"/>
          <p14:tracePt t="89770" x="1790700" y="946150"/>
          <p14:tracePt t="89787" x="1816100" y="1092200"/>
          <p14:tracePt t="89804" x="1924050" y="1333500"/>
          <p14:tracePt t="89821" x="1987550" y="1441450"/>
          <p14:tracePt t="89837" x="2286000" y="1727200"/>
          <p14:tracePt t="89854" x="2432050" y="1797050"/>
          <p14:tracePt t="89870" x="2609850" y="1892300"/>
          <p14:tracePt t="89887" x="3289300" y="1962150"/>
          <p14:tracePt t="89904" x="3524250" y="1962150"/>
          <p14:tracePt t="89920" x="3746500" y="1936750"/>
          <p14:tracePt t="89937" x="4127500" y="1847850"/>
          <p14:tracePt t="89954" x="4381500" y="1758950"/>
          <p14:tracePt t="89970" x="4457700" y="1714500"/>
          <p14:tracePt t="89986" x="4508500" y="1670050"/>
          <p14:tracePt t="90003" x="4514850" y="1651000"/>
          <p14:tracePt t="90020" x="4508500" y="1644650"/>
          <p14:tracePt t="90036" x="4502150" y="1644650"/>
          <p14:tracePt t="90053" x="4495800" y="1644650"/>
          <p14:tracePt t="90070" x="4476750" y="1663700"/>
          <p14:tracePt t="90086" x="4457700" y="1682750"/>
          <p14:tracePt t="90103" x="4438650" y="1701800"/>
          <p14:tracePt t="90533" x="4438650" y="1784350"/>
          <p14:tracePt t="90547" x="4457700" y="1911350"/>
          <p14:tracePt t="90554" x="4476750" y="2057400"/>
          <p14:tracePt t="90568" x="4502150" y="2254250"/>
          <p14:tracePt t="90585" x="4533900" y="2679700"/>
          <p14:tracePt t="90602" x="4559300" y="2927350"/>
          <p14:tracePt t="90618" x="4572000" y="3422650"/>
          <p14:tracePt t="90634" x="4565650" y="3898900"/>
          <p14:tracePt t="90652" x="4527550" y="4330700"/>
          <p14:tracePt t="90667" x="4502150" y="4527550"/>
          <p14:tracePt t="90684" x="4464050" y="4679950"/>
          <p14:tracePt t="90702" x="4368800" y="5029200"/>
          <p14:tracePt t="90717" x="4349750" y="5124450"/>
          <p14:tracePt t="90734" x="4337050" y="5187950"/>
          <p14:tracePt t="90751" x="4330700" y="5302250"/>
          <p14:tracePt t="90767" x="4324350" y="5397500"/>
          <p14:tracePt t="90784" x="4330700" y="5441950"/>
          <p14:tracePt t="90801" x="4381500" y="5562600"/>
          <p14:tracePt t="90817" x="4425950" y="5708650"/>
          <p14:tracePt t="90834" x="4476750" y="5848350"/>
          <p14:tracePt t="90850" x="4508500" y="5924550"/>
          <p14:tracePt t="90867" x="4578350" y="6083300"/>
          <p14:tracePt t="90884" x="4622800" y="6223000"/>
          <p14:tracePt t="90900" x="4641850" y="6273800"/>
          <p14:tracePt t="90917" x="4667250" y="6362700"/>
          <p14:tracePt t="90933" x="4705350" y="6457950"/>
          <p14:tracePt t="90950" x="4718050" y="6502400"/>
          <p14:tracePt t="90966" x="4743450" y="6565900"/>
          <p14:tracePt t="90983" x="4775200" y="6604000"/>
          <p14:tracePt t="91000" x="4794250" y="6629400"/>
          <p14:tracePt t="91017" x="4819650" y="6654800"/>
          <p14:tracePt t="91032" x="4832350" y="6661150"/>
          <p14:tracePt t="91049" x="4864100" y="6680200"/>
          <p14:tracePt t="91067" x="4895850" y="6699250"/>
          <p14:tracePt t="91083" x="4908550" y="6718300"/>
          <p14:tracePt t="91100" x="4946650" y="6743700"/>
          <p14:tracePt t="91117" x="4972050" y="6769100"/>
          <p14:tracePt t="91133" x="4984750" y="6775450"/>
          <p14:tracePt t="91150" x="5003800" y="6788150"/>
          <p14:tracePt t="91166" x="5010150" y="6788150"/>
          <p14:tracePt t="100532" x="5010150" y="6781800"/>
          <p14:tracePt t="100574" x="5003800" y="6781800"/>
          <p14:tracePt t="100616" x="5003800" y="6775450"/>
          <p14:tracePt t="100658" x="5003800" y="6769100"/>
          <p14:tracePt t="100665" x="5003800" y="6762750"/>
          <p14:tracePt t="100693" x="4997450" y="6756400"/>
          <p14:tracePt t="100714" x="4997450" y="6750050"/>
          <p14:tracePt t="100742" x="4991100" y="6750050"/>
          <p14:tracePt t="100763" x="4984750" y="6743700"/>
          <p14:tracePt t="100827" x="4984750" y="6737350"/>
          <p14:tracePt t="100876" x="4978400" y="6731000"/>
          <p14:tracePt t="100884" x="4978400" y="6724650"/>
          <p14:tracePt t="100904" x="4972050" y="6718300"/>
          <p14:tracePt t="100946" x="4965700" y="6711950"/>
          <p14:tracePt t="100953" x="4965700" y="6705600"/>
          <p14:tracePt t="101002" x="4959350" y="6705600"/>
          <p14:tracePt t="101023" x="4959350" y="6699250"/>
          <p14:tracePt t="101045" x="4953000" y="6692900"/>
          <p14:tracePt t="101066" x="4953000" y="6686550"/>
          <p14:tracePt t="101072" x="4946650" y="6680200"/>
          <p14:tracePt t="101094" x="4946650" y="6673850"/>
          <p14:tracePt t="101116" x="4946650" y="6667500"/>
          <p14:tracePt t="101143" x="4940300" y="6661150"/>
          <p14:tracePt t="101164" x="4933950" y="6654800"/>
          <p14:tracePt t="101178" x="4933950" y="6642100"/>
          <p14:tracePt t="101185" x="4927600" y="6635750"/>
          <p14:tracePt t="101197" x="4927600" y="6629400"/>
          <p14:tracePt t="101214" x="4914900" y="6610350"/>
          <p14:tracePt t="101231" x="4902200" y="6591300"/>
          <p14:tracePt t="101234" x="4895850" y="6578600"/>
          <p14:tracePt t="101248" x="4889500" y="6559550"/>
          <p14:tracePt t="101264" x="4883150" y="6553200"/>
          <p14:tracePt t="101281" x="4876800" y="6534150"/>
          <p14:tracePt t="101298" x="4864100" y="6508750"/>
          <p14:tracePt t="101314" x="4857750" y="6477000"/>
          <p14:tracePt t="101331" x="4857750" y="6464300"/>
          <p14:tracePt t="102531" x="4857750" y="6457950"/>
          <p14:tracePt t="102552" x="4857750" y="6451600"/>
          <p14:tracePt t="102573" x="4857750" y="6438900"/>
          <p14:tracePt t="102580" x="4857750" y="6432550"/>
          <p14:tracePt t="102596" x="4857750" y="6426200"/>
          <p14:tracePt t="102610" x="4851400" y="6419850"/>
          <p14:tracePt t="102626" x="4851400" y="6394450"/>
          <p14:tracePt t="102643" x="4851400" y="6343650"/>
          <p14:tracePt t="102660" x="4851400" y="6292850"/>
          <p14:tracePt t="102676" x="4851400" y="6223000"/>
          <p14:tracePt t="102693" x="4857750" y="6076950"/>
          <p14:tracePt t="102709" x="4876800" y="5937250"/>
          <p14:tracePt t="102726" x="4902200" y="5734050"/>
          <p14:tracePt t="102729" x="4908550" y="5638800"/>
          <p14:tracePt t="102743" x="4927600" y="5448300"/>
          <p14:tracePt t="102760" x="4953000" y="5181600"/>
          <p14:tracePt t="102776" x="4997450" y="4692650"/>
          <p14:tracePt t="102792" x="5022850" y="4235450"/>
          <p14:tracePt t="102809" x="5022850" y="3892550"/>
          <p14:tracePt t="102826" x="5035550" y="3187700"/>
          <p14:tracePt t="102842" x="5035550" y="2901950"/>
          <p14:tracePt t="102859" x="5022850" y="2609850"/>
          <p14:tracePt t="102876" x="4978400" y="2254250"/>
          <p14:tracePt t="102892" x="4940300" y="2082800"/>
          <p14:tracePt t="102908" x="4889500" y="1949450"/>
          <p14:tracePt t="102925" x="4800600" y="1733550"/>
          <p14:tracePt t="102942" x="4762500" y="1676400"/>
          <p14:tracePt t="102959" x="4699000" y="1562100"/>
          <p14:tracePt t="102975" x="4610100" y="1479550"/>
          <p14:tracePt t="102991" x="4559300" y="1441450"/>
          <p14:tracePt t="103009" x="4502150" y="1371600"/>
          <p14:tracePt t="103025" x="4425950" y="1282700"/>
          <p14:tracePt t="103041" x="4400550" y="1225550"/>
          <p14:tracePt t="103058" x="4318000" y="1123950"/>
          <p14:tracePt t="103075" x="4229100" y="1003300"/>
          <p14:tracePt t="103091" x="4184650" y="958850"/>
          <p14:tracePt t="103108" x="4064000" y="882650"/>
          <p14:tracePt t="103124" x="4013200" y="863600"/>
          <p14:tracePt t="103142" x="3854450" y="793750"/>
          <p14:tracePt t="103157" x="3803650" y="774700"/>
          <p14:tracePt t="103175" x="3746500" y="742950"/>
          <p14:tracePt t="103191" x="3638550" y="711200"/>
          <p14:tracePt t="103208" x="3536950" y="673100"/>
          <p14:tracePt t="103224" x="3479800" y="654050"/>
          <p14:tracePt t="103241" x="3346450" y="609600"/>
          <p14:tracePt t="103257" x="3213100" y="571500"/>
          <p14:tracePt t="103274" x="3149600" y="552450"/>
          <p14:tracePt t="103291" x="3022600" y="501650"/>
          <p14:tracePt t="103308" x="2870200" y="469900"/>
          <p14:tracePt t="103325" x="2698750" y="425450"/>
          <p14:tracePt t="103340" x="2628900" y="406400"/>
          <p14:tracePt t="103357" x="2533650" y="374650"/>
          <p14:tracePt t="103375" x="2463800" y="374650"/>
          <p14:tracePt t="103390" x="2438400" y="374650"/>
          <p14:tracePt t="103407" x="2400300" y="374650"/>
          <p14:tracePt t="103424" x="2311400" y="368300"/>
          <p14:tracePt t="103440" x="2286000" y="368300"/>
          <p14:tracePt t="103457" x="2254250" y="368300"/>
          <p14:tracePt t="103473" x="2184400" y="387350"/>
          <p14:tracePt t="103490" x="2133600" y="400050"/>
          <p14:tracePt t="103508" x="2114550" y="400050"/>
          <p14:tracePt t="103523" x="2089150" y="406400"/>
          <p14:tracePt t="103540" x="2070100" y="419100"/>
          <p14:tracePt t="103557" x="2063750" y="425450"/>
          <p14:tracePt t="103573" x="2063750" y="438150"/>
          <p14:tracePt t="103590" x="2063750" y="444500"/>
          <p14:tracePt t="103607" x="2076450" y="444500"/>
          <p14:tracePt t="103623" x="2076450" y="450850"/>
          <p14:tracePt t="103639" x="2089150" y="457200"/>
          <p14:tracePt t="103656" x="2095500" y="463550"/>
          <p14:tracePt t="103672" x="2101850" y="463550"/>
          <p14:tracePt t="103691" x="2114550" y="469900"/>
          <p14:tracePt t="103706" x="2127250" y="476250"/>
          <p14:tracePt t="103723" x="2133600" y="482600"/>
          <p14:tracePt t="103740" x="2146300" y="482600"/>
          <p14:tracePt t="103756" x="2152650" y="482600"/>
          <p14:tracePt t="103772" x="2178050" y="488950"/>
          <p14:tracePt t="103776" x="2197100" y="501650"/>
          <p14:tracePt t="103791" x="2222500" y="501650"/>
          <p14:tracePt t="103806" x="2247900" y="508000"/>
          <p14:tracePt t="103822" x="2343150" y="514350"/>
          <p14:tracePt t="103839" x="2457450" y="520700"/>
          <p14:tracePt t="103855" x="2527300" y="520700"/>
          <p14:tracePt t="103872" x="2641600" y="501650"/>
          <p14:tracePt t="103888" x="2762250" y="476250"/>
          <p14:tracePt t="103905" x="2825750" y="476250"/>
          <p14:tracePt t="103922" x="2927350" y="450850"/>
          <p14:tracePt t="103938" x="2990850" y="450850"/>
          <p14:tracePt t="103955" x="3009900" y="450850"/>
          <p14:tracePt t="103972" x="3028950" y="444500"/>
          <p14:tracePt t="103988" x="3041650" y="444500"/>
          <p14:tracePt t="104056" x="3035300" y="444500"/>
          <p14:tracePt t="104077" x="3022600" y="444500"/>
          <p14:tracePt t="104091" x="3009900" y="444500"/>
          <p14:tracePt t="104098" x="2990850" y="444500"/>
          <p14:tracePt t="104112" x="2959100" y="444500"/>
          <p14:tracePt t="104121" x="2921000" y="444500"/>
          <p14:tracePt t="104138" x="2857500" y="444500"/>
          <p14:tracePt t="104154" x="2743200" y="444500"/>
          <p14:tracePt t="104171" x="2597150" y="450850"/>
          <p14:tracePt t="104187" x="2533650" y="450850"/>
          <p14:tracePt t="104204" x="2438400" y="469900"/>
          <p14:tracePt t="104221" x="2381250" y="469900"/>
          <p14:tracePt t="104238" x="2362200" y="469900"/>
          <p14:tracePt t="104254" x="2349500" y="476250"/>
          <p14:tracePt t="104289" x="2349500" y="482600"/>
          <p14:tracePt t="104302" x="2355850" y="482600"/>
          <p14:tracePt t="104308" x="2355850" y="488950"/>
          <p14:tracePt t="104324" x="2362200" y="495300"/>
          <p14:tracePt t="104337" x="2374900" y="495300"/>
          <p14:tracePt t="104353" x="2381250" y="495300"/>
          <p14:tracePt t="104371" x="2387600" y="495300"/>
          <p14:tracePt t="104387" x="2393950" y="501650"/>
          <p14:tracePt t="104403" x="2400300" y="501650"/>
          <p14:tracePt t="104436" x="2406650" y="501650"/>
          <p14:tracePt t="104453" x="2413000" y="501650"/>
          <p14:tracePt t="104470" x="2419350" y="501650"/>
          <p14:tracePt t="104486" x="2425700" y="501650"/>
          <p14:tracePt t="104503" x="2438400" y="501650"/>
          <p14:tracePt t="104520" x="2463800" y="501650"/>
          <p14:tracePt t="104536" x="2482850" y="508000"/>
          <p14:tracePt t="104553" x="2527300" y="514350"/>
          <p14:tracePt t="104570" x="2571750" y="514350"/>
          <p14:tracePt t="104589" x="2584450" y="514350"/>
          <p14:tracePt t="104603" x="2622550" y="520700"/>
          <p14:tracePt t="104619" x="2641600" y="527050"/>
          <p14:tracePt t="104636" x="2647950" y="527050"/>
          <p14:tracePt t="104669" x="2641600" y="527050"/>
          <p14:tracePt t="104685" x="2628900" y="520700"/>
          <p14:tracePt t="104703" x="2603500" y="520700"/>
          <p14:tracePt t="104719" x="2584450" y="520700"/>
          <p14:tracePt t="104735" x="2514600" y="520700"/>
          <p14:tracePt t="104752" x="2444750" y="539750"/>
          <p14:tracePt t="104769" x="2419350" y="539750"/>
          <p14:tracePt t="104772" x="2387600" y="539750"/>
          <p14:tracePt t="104786" x="2368550" y="546100"/>
          <p14:tracePt t="104801" x="2343150" y="546100"/>
          <p14:tracePt t="104849" x="2349500" y="546100"/>
          <p14:tracePt t="104871" x="2362200" y="546100"/>
          <p14:tracePt t="104878" x="2374900" y="546100"/>
          <p14:tracePt t="104892" x="2393950" y="546100"/>
          <p14:tracePt t="104902" x="2425700" y="539750"/>
          <p14:tracePt t="104918" x="2470150" y="533400"/>
          <p14:tracePt t="104935" x="2584450" y="501650"/>
          <p14:tracePt t="104951" x="2667000" y="482600"/>
          <p14:tracePt t="104968" x="2844800" y="450850"/>
          <p14:tracePt t="104985" x="3003550" y="412750"/>
          <p14:tracePt t="105001" x="3073400" y="406400"/>
          <p14:tracePt t="105018" x="3155950" y="387350"/>
          <p14:tracePt t="105034" x="3200400" y="387350"/>
          <p14:tracePt t="105051" x="3206750" y="387350"/>
          <p14:tracePt t="105068" x="3219450" y="387350"/>
          <p14:tracePt t="105084" x="3225800" y="393700"/>
          <p14:tracePt t="105101" x="3225800" y="400050"/>
          <p14:tracePt t="105118" x="3225800" y="412750"/>
          <p14:tracePt t="105134" x="3225800" y="438150"/>
          <p14:tracePt t="106707" x="3206750" y="444500"/>
          <p14:tracePt t="106721" x="3194050" y="450850"/>
          <p14:tracePt t="106728" x="3162300" y="463550"/>
          <p14:tracePt t="106735" x="3136900" y="463550"/>
          <p14:tracePt t="106749" x="3105150" y="469900"/>
          <p14:tracePt t="106762" x="3079750" y="469900"/>
          <p14:tracePt t="106778" x="3016250" y="476250"/>
          <p14:tracePt t="106795" x="2978150" y="482600"/>
          <p14:tracePt t="106812" x="2921000" y="482600"/>
          <p14:tracePt t="106828" x="2863850" y="482600"/>
          <p14:tracePt t="106845" x="2844800" y="482600"/>
          <p14:tracePt t="106862" x="2794000" y="482600"/>
          <p14:tracePt t="106878" x="2774950" y="469900"/>
          <p14:tracePt t="106895" x="2749550" y="463550"/>
          <p14:tracePt t="106911" x="2724150" y="450850"/>
          <p14:tracePt t="106928" x="2705100" y="444500"/>
          <p14:tracePt t="106945" x="2667000" y="425450"/>
          <p14:tracePt t="106961" x="2622550" y="412750"/>
          <p14:tracePt t="106978" x="2609850" y="406400"/>
          <p14:tracePt t="106995" x="2584450" y="393700"/>
          <p14:tracePt t="107011" x="2565400" y="393700"/>
          <p14:tracePt t="107028" x="2559050" y="387350"/>
          <p14:tracePt t="107044" x="2546350" y="387350"/>
          <p14:tracePt t="107061" x="2533650" y="387350"/>
          <p14:tracePt t="107078" x="2527300" y="387350"/>
          <p14:tracePt t="107094" x="2520950" y="393700"/>
          <p14:tracePt t="107111" x="2514600" y="393700"/>
          <p14:tracePt t="107129" x="2508250" y="400050"/>
          <p14:tracePt t="107143" x="2501900" y="406400"/>
          <p14:tracePt t="107160" x="2495550" y="406400"/>
          <p14:tracePt t="107178" x="2482850" y="406400"/>
          <p14:tracePt t="107194" x="2476500" y="406400"/>
          <p14:tracePt t="107211" x="2463800" y="419100"/>
          <p14:tracePt t="107227" x="2425700" y="425450"/>
          <p14:tracePt t="107244" x="2368550" y="431800"/>
          <p14:tracePt t="107260" x="2349500" y="438150"/>
          <p14:tracePt t="107277" x="2298700" y="438150"/>
          <p14:tracePt t="107293" x="2260600" y="450850"/>
          <p14:tracePt t="107311" x="2241550" y="457200"/>
          <p14:tracePt t="107343" x="2241550" y="463550"/>
          <p14:tracePt t="107360" x="2247900" y="469900"/>
          <p14:tracePt t="107376" x="2254250" y="469900"/>
          <p14:tracePt t="107393" x="2260600" y="469900"/>
          <p14:tracePt t="107410" x="2273300" y="469900"/>
          <p14:tracePt t="107426" x="2279650" y="469900"/>
          <p14:tracePt t="107459" x="2292350" y="469900"/>
          <p14:tracePt t="107476" x="2298700" y="469900"/>
          <p14:tracePt t="107493" x="2311400" y="469900"/>
          <p14:tracePt t="107509" x="2317750" y="469900"/>
          <p14:tracePt t="107526" x="2336800" y="469900"/>
          <p14:tracePt t="107543" x="2368550" y="469900"/>
          <p14:tracePt t="107559" x="2387600" y="469900"/>
          <p14:tracePt t="107576" x="2438400" y="469900"/>
          <p14:tracePt t="107592" x="2482850" y="476250"/>
          <p14:tracePt t="107609" x="2527300" y="482600"/>
          <p14:tracePt t="107626" x="2603500" y="488950"/>
          <p14:tracePt t="107642" x="2711450" y="508000"/>
          <p14:tracePt t="107659" x="2762250" y="514350"/>
          <p14:tracePt t="107676" x="2870200" y="514350"/>
          <p14:tracePt t="107692" x="2965450" y="508000"/>
          <p14:tracePt t="107708" x="3016250" y="495300"/>
          <p14:tracePt t="107725" x="3098800" y="488950"/>
          <p14:tracePt t="107742" x="3155950" y="482600"/>
          <p14:tracePt t="107758" x="3168650" y="482600"/>
          <p14:tracePt t="107775" x="3194050" y="482600"/>
          <p14:tracePt t="107791" x="3206750" y="476250"/>
          <p14:tracePt t="107808" x="3213100" y="476250"/>
          <p14:tracePt t="118451" x="3206750" y="469900"/>
          <p14:tracePt t="118479" x="3194050" y="463550"/>
          <p14:tracePt t="118486" x="3187700" y="463550"/>
          <p14:tracePt t="118500" x="3181350" y="463550"/>
          <p14:tracePt t="118508" x="3175000" y="463550"/>
          <p14:tracePt t="118522" x="3155950" y="463550"/>
          <p14:tracePt t="118538" x="3143250" y="463550"/>
          <p14:tracePt t="118555" x="3136900" y="463550"/>
          <p14:tracePt t="118571" x="3111500" y="463550"/>
          <p14:tracePt t="118588" x="3105150" y="463550"/>
          <p14:tracePt t="118605" x="3092450" y="463550"/>
          <p14:tracePt t="118621" x="3067050" y="463550"/>
          <p14:tracePt t="118638" x="3060700" y="463550"/>
          <p14:tracePt t="118655" x="3035300" y="463550"/>
          <p14:tracePt t="118671" x="3003550" y="469900"/>
          <p14:tracePt t="118687" x="2984500" y="469900"/>
          <p14:tracePt t="118704" x="2927350" y="476250"/>
          <p14:tracePt t="118720" x="2857500" y="495300"/>
          <p14:tracePt t="118737" x="2813050" y="501650"/>
          <p14:tracePt t="118754" x="2717800" y="527050"/>
          <p14:tracePt t="118770" x="2667000" y="539750"/>
          <p14:tracePt t="118787" x="2597150" y="546100"/>
          <p14:tracePt t="118803" x="2533650" y="558800"/>
          <p14:tracePt t="118820" x="2514600" y="558800"/>
          <p14:tracePt t="118837" x="2470150" y="565150"/>
          <p14:tracePt t="118854" x="2444750" y="571500"/>
          <p14:tracePt t="118887" x="2432050" y="571500"/>
          <p14:tracePt t="118903" x="2425700" y="571500"/>
          <p14:tracePt t="118923" x="2425700" y="565150"/>
          <p14:tracePt t="118964" x="2425700" y="558800"/>
          <p14:tracePt t="119020" x="2425700" y="552450"/>
          <p14:tracePt t="119083" x="2425700" y="546100"/>
          <p14:tracePt t="119125" x="2425700" y="539750"/>
          <p14:tracePt t="119407" x="2419350" y="539750"/>
          <p14:tracePt t="119414" x="2413000" y="539750"/>
          <p14:tracePt t="119421" x="2406650" y="539750"/>
          <p14:tracePt t="119438" x="2400300" y="539750"/>
          <p14:tracePt t="119451" x="2387600" y="539750"/>
          <p14:tracePt t="119468" x="2355850" y="539750"/>
          <p14:tracePt t="119485" x="2305050" y="539750"/>
          <p14:tracePt t="119501" x="2273300" y="539750"/>
          <p14:tracePt t="119518" x="2216150" y="539750"/>
          <p14:tracePt t="119534" x="2171700" y="533400"/>
          <p14:tracePt t="119551" x="2146300" y="533400"/>
          <p14:tracePt t="119568" x="2120900" y="527050"/>
          <p14:tracePt t="119584" x="2101850" y="527050"/>
          <p14:tracePt t="119601" x="2095500" y="520700"/>
          <p14:tracePt t="119618" x="2082800" y="520700"/>
          <p14:tracePt t="119634" x="2076450" y="520700"/>
          <p14:tracePt t="119737" x="2082800" y="514350"/>
          <p14:tracePt t="119765" x="2089150" y="514350"/>
          <p14:tracePt t="119772" x="2095500" y="514350"/>
          <p14:tracePt t="119814" x="2101850" y="514350"/>
          <p14:tracePt t="119835" x="2108200" y="514350"/>
          <p14:tracePt t="119842" x="2114550" y="514350"/>
          <p14:tracePt t="119856" x="2120900" y="514350"/>
          <p14:tracePt t="119885" x="2127250" y="514350"/>
          <p14:tracePt t="119898" x="2139950" y="514350"/>
          <p14:tracePt t="119912" x="2159000" y="514350"/>
          <p14:tracePt t="119926" x="2178050" y="520700"/>
          <p14:tracePt t="119936" x="2197100" y="520700"/>
          <p14:tracePt t="119949" x="2235200" y="527050"/>
          <p14:tracePt t="119966" x="2292350" y="527050"/>
          <p14:tracePt t="119983" x="2520950" y="546100"/>
          <p14:tracePt t="119999" x="2622550" y="546100"/>
          <p14:tracePt t="120016" x="2736850" y="546100"/>
          <p14:tracePt t="120033" x="2940050" y="546100"/>
          <p14:tracePt t="120049" x="3143250" y="539750"/>
          <p14:tracePt t="120066" x="3308350" y="539750"/>
          <p14:tracePt t="120082" x="3384550" y="539750"/>
          <p14:tracePt t="120099" x="3486150" y="533400"/>
          <p14:tracePt t="120116" x="3556000" y="533400"/>
          <p14:tracePt t="120132" x="3575050" y="533400"/>
          <p14:tracePt t="120149" x="3638550" y="539750"/>
          <p14:tracePt t="120165" x="3676650" y="533400"/>
          <p14:tracePt t="120182" x="3676650" y="520700"/>
          <p14:tracePt t="126418" x="3670300" y="514350"/>
          <p14:tracePt t="126439" x="3670300" y="508000"/>
          <p14:tracePt t="126446" x="3663950" y="508000"/>
          <p14:tracePt t="126461" x="3638550" y="501650"/>
          <p14:tracePt t="126477" x="3594100" y="488950"/>
          <p14:tracePt t="126494" x="3511550" y="476250"/>
          <p14:tracePt t="126497" x="3460750" y="463550"/>
          <p14:tracePt t="126511" x="3308350" y="457200"/>
          <p14:tracePt t="126527" x="3143250" y="457200"/>
          <p14:tracePt t="126544" x="2971800" y="444500"/>
          <p14:tracePt t="126560" x="2717800" y="444500"/>
          <p14:tracePt t="126577" x="2578100" y="438150"/>
          <p14:tracePt t="126594" x="2432050" y="425450"/>
          <p14:tracePt t="126610" x="2387600" y="425450"/>
          <p14:tracePt t="126627" x="2368550" y="425450"/>
          <p14:tracePt t="126643" x="2349500" y="425450"/>
          <p14:tracePt t="126660" x="2343150" y="425450"/>
          <p14:tracePt t="126676" x="2336800" y="419100"/>
          <p14:tracePt t="126693" x="2330450" y="419100"/>
          <p14:tracePt t="126710" x="2324100" y="419100"/>
          <p14:tracePt t="126726" x="2311400" y="425450"/>
          <p14:tracePt t="126742" x="2298700" y="431800"/>
          <p14:tracePt t="126759" x="2286000" y="431800"/>
          <p14:tracePt t="126777" x="2260600" y="431800"/>
          <p14:tracePt t="126793" x="2254250" y="438150"/>
          <p14:tracePt t="126809" x="2241550" y="444500"/>
          <p14:tracePt t="126826" x="2222500" y="444500"/>
          <p14:tracePt t="126842" x="2216150" y="444500"/>
          <p14:tracePt t="127037" x="2222500" y="444500"/>
          <p14:tracePt t="127072" x="2235200" y="444500"/>
          <p14:tracePt t="127086" x="2241550" y="444500"/>
          <p14:tracePt t="127100" x="2247900" y="444500"/>
          <p14:tracePt t="127475" x="2260600" y="457200"/>
          <p14:tracePt t="127482" x="2273300" y="476250"/>
          <p14:tracePt t="127491" x="2286000" y="495300"/>
          <p14:tracePt t="127507" x="2330450" y="552450"/>
          <p14:tracePt t="127524" x="2387600" y="628650"/>
          <p14:tracePt t="127540" x="2432050" y="692150"/>
          <p14:tracePt t="127557" x="2476500" y="755650"/>
          <p14:tracePt t="127574" x="2565400" y="831850"/>
          <p14:tracePt t="127590" x="2635250" y="908050"/>
          <p14:tracePt t="127606" x="2711450" y="1003300"/>
          <p14:tracePt t="127623" x="2851150" y="1155700"/>
          <p14:tracePt t="127640" x="2921000" y="1231900"/>
          <p14:tracePt t="127656" x="3028950" y="1327150"/>
          <p14:tracePt t="127673" x="3187700" y="1460500"/>
          <p14:tracePt t="127690" x="3308350" y="1549400"/>
          <p14:tracePt t="127707" x="3479800" y="1695450"/>
          <p14:tracePt t="127722" x="3587750" y="1778000"/>
          <p14:tracePt t="127739" x="3689350" y="1866900"/>
          <p14:tracePt t="127756" x="3829050" y="1974850"/>
          <p14:tracePt t="127772" x="3943350" y="2051050"/>
          <p14:tracePt t="127789" x="4032250" y="2127250"/>
          <p14:tracePt t="127806" x="4146550" y="2209800"/>
          <p14:tracePt t="127822" x="4184650" y="2286000"/>
          <p14:tracePt t="127839" x="4235450" y="2343150"/>
          <p14:tracePt t="127856" x="4311650" y="2476500"/>
          <p14:tracePt t="127872" x="4349750" y="2552700"/>
          <p14:tracePt t="127890" x="4387850" y="2635250"/>
          <p14:tracePt t="127905" x="4406900" y="2705100"/>
          <p14:tracePt t="127922" x="4445000" y="2806700"/>
          <p14:tracePt t="127939" x="4457700" y="3035300"/>
          <p14:tracePt t="127955" x="4451350" y="3213100"/>
          <p14:tracePt t="127972" x="4464050" y="3365500"/>
          <p14:tracePt t="127988" x="4483100" y="3562350"/>
          <p14:tracePt t="128005" x="4495800" y="3708400"/>
          <p14:tracePt t="128022" x="4470400" y="3803650"/>
          <p14:tracePt t="128039" x="4451350" y="3924300"/>
          <p14:tracePt t="128055" x="4419600" y="4032250"/>
          <p14:tracePt t="128072" x="4349750" y="4203700"/>
          <p14:tracePt t="128088" x="4267200" y="4349750"/>
          <p14:tracePt t="128104" x="4210050" y="4451350"/>
          <p14:tracePt t="128122" x="4108450" y="4603750"/>
          <p14:tracePt t="128138" x="4064000" y="4616450"/>
          <p14:tracePt t="128496" x="4070350" y="4699000"/>
          <p14:tracePt t="128504" x="4076700" y="4800600"/>
          <p14:tracePt t="128510" x="4089400" y="4902200"/>
          <p14:tracePt t="128520" x="4089400" y="5003800"/>
          <p14:tracePt t="128536" x="4102100" y="5143500"/>
          <p14:tracePt t="128553" x="4171950" y="5461000"/>
          <p14:tracePt t="128570" x="4210050" y="5613400"/>
          <p14:tracePt t="128587" x="4235450" y="5943600"/>
          <p14:tracePt t="128603" x="4248150" y="6045200"/>
          <p14:tracePt t="128620" x="4248150" y="6108700"/>
          <p14:tracePt t="128637" x="4254500" y="6184900"/>
          <p14:tracePt t="128653" x="4254500" y="6223000"/>
          <p14:tracePt t="128670" x="4254500" y="6229350"/>
          <p14:tracePt t="128686" x="4267200" y="6242050"/>
          <p14:tracePt t="128728" x="4260850" y="6242050"/>
          <p14:tracePt t="128819" x="4267200" y="6242050"/>
          <p14:tracePt t="128833" x="4267200" y="6248400"/>
          <p14:tracePt t="128841" x="4273550" y="6254750"/>
          <p14:tracePt t="128856" x="4279900" y="6267450"/>
          <p14:tracePt t="128869" x="4298950" y="6299200"/>
          <p14:tracePt t="128885" x="4305300" y="6324600"/>
          <p14:tracePt t="128902" x="4318000" y="6343650"/>
          <p14:tracePt t="128919" x="4349750" y="6407150"/>
          <p14:tracePt t="128935" x="4381500" y="6470650"/>
          <p14:tracePt t="128953" x="4406900" y="6508750"/>
          <p14:tracePt t="128968" x="4425950" y="6534150"/>
          <p14:tracePt t="128985" x="4457700" y="6565900"/>
          <p14:tracePt t="129002" x="4495800" y="6604000"/>
          <p14:tracePt t="129018" x="4514850" y="6623050"/>
          <p14:tracePt t="129035" x="4552950" y="6654800"/>
          <p14:tracePt t="129052" x="4597400" y="6673850"/>
          <p14:tracePt t="129068" x="4610100" y="6699250"/>
          <p14:tracePt t="129085" x="4635500" y="6718300"/>
          <p14:tracePt t="129101" x="4660900" y="6731000"/>
          <p14:tracePt t="129118" x="4667250" y="6743700"/>
          <p14:tracePt t="129135" x="4686300" y="6756400"/>
          <p14:tracePt t="129151" x="4699000" y="6762750"/>
          <p14:tracePt t="129185" x="4699000" y="6769100"/>
          <p14:tracePt t="129201" x="4705350" y="6769100"/>
          <p14:tracePt t="129241" x="4699000" y="6769100"/>
          <p14:tracePt t="129262" x="4692650" y="6769100"/>
          <p14:tracePt t="129276" x="4692650" y="6762750"/>
          <p14:tracePt t="129283" x="4686300" y="6762750"/>
          <p14:tracePt t="129290" x="4679950" y="6756400"/>
          <p14:tracePt t="129311" x="4673600" y="6750050"/>
          <p14:tracePt t="129325" x="4660900" y="6737350"/>
          <p14:tracePt t="129334" x="4635500" y="6724650"/>
          <p14:tracePt t="129351" x="4610100" y="6699250"/>
          <p14:tracePt t="129367" x="4508500" y="6654800"/>
          <p14:tracePt t="129384" x="4394200" y="6610350"/>
          <p14:tracePt t="129400" x="4330700" y="6591300"/>
          <p14:tracePt t="129417" x="4184650" y="6540500"/>
          <p14:tracePt t="129433" x="4089400" y="6515100"/>
          <p14:tracePt t="129451" x="4013200" y="6483350"/>
          <p14:tracePt t="129467" x="4000500" y="6477000"/>
          <p14:tracePt t="129483" x="3987800" y="6470650"/>
          <p14:tracePt t="129501" x="3981450" y="6470650"/>
          <p14:tracePt t="129537" x="3987800" y="6470650"/>
          <p14:tracePt t="129557" x="3987800" y="6477000"/>
          <p14:tracePt t="129566" x="3994150" y="6477000"/>
          <p14:tracePt t="129583" x="4006850" y="6483350"/>
          <p14:tracePt t="129600" x="4032250" y="6496050"/>
          <p14:tracePt t="129616" x="4083050" y="6515100"/>
          <p14:tracePt t="129633" x="4127500" y="6521450"/>
          <p14:tracePt t="129649" x="4260850" y="6546850"/>
          <p14:tracePt t="129666" x="4400550" y="6578600"/>
          <p14:tracePt t="129684" x="4521200" y="6604000"/>
          <p14:tracePt t="129699" x="4578350" y="6616700"/>
          <p14:tracePt t="129716" x="4654550" y="6623050"/>
          <p14:tracePt t="129733" x="4699000" y="6635750"/>
          <p14:tracePt t="129749" x="4718050" y="6635750"/>
          <p14:tracePt t="129782" x="4724400" y="6642100"/>
          <p14:tracePt t="129824" x="4711700" y="6642100"/>
          <p14:tracePt t="129845" x="4699000" y="6635750"/>
          <p14:tracePt t="129852" x="4692650" y="6629400"/>
          <p14:tracePt t="129868" x="4679950" y="6623050"/>
          <p14:tracePt t="129882" x="4660900" y="6616700"/>
          <p14:tracePt t="129898" x="4610100" y="6597650"/>
          <p14:tracePt t="129916" x="4483100" y="6559550"/>
          <p14:tracePt t="129932" x="4406900" y="6540500"/>
          <p14:tracePt t="129948" x="4273550" y="6502400"/>
          <p14:tracePt t="129965" x="4203700" y="6483350"/>
          <p14:tracePt t="129982" x="4171950" y="6483350"/>
          <p14:tracePt t="129999" x="4152900" y="6477000"/>
          <p14:tracePt t="130035" x="4159250" y="6477000"/>
          <p14:tracePt t="130051" x="4165600" y="6477000"/>
          <p14:tracePt t="130064" x="4178300" y="6483350"/>
          <p14:tracePt t="130081" x="4191000" y="6483350"/>
          <p14:tracePt t="130098" x="4229100" y="6496050"/>
          <p14:tracePt t="130114" x="4267200" y="6515100"/>
          <p14:tracePt t="130131" x="4356100" y="6546850"/>
          <p14:tracePt t="130148" x="4445000" y="6591300"/>
          <p14:tracePt t="130164" x="4495800" y="6616700"/>
          <p14:tracePt t="130181" x="4578350" y="6673850"/>
          <p14:tracePt t="130197" x="4616450" y="6692900"/>
          <p14:tracePt t="130214" x="4629150" y="6705600"/>
          <p14:tracePt t="130231" x="4641850" y="6711950"/>
          <p14:tracePt t="130247" x="4648200" y="6718300"/>
          <p14:tracePt t="130337" x="4654550" y="6718300"/>
          <p14:tracePt t="130386" x="4654550" y="6711950"/>
          <p14:tracePt t="130428" x="4648200" y="6711950"/>
          <p14:tracePt t="130456" x="4641850" y="6705600"/>
          <p14:tracePt t="130477" x="4635500" y="6705600"/>
          <p14:tracePt t="130498" x="4622800" y="6705600"/>
          <p14:tracePt t="130505" x="4616450" y="6705600"/>
          <p14:tracePt t="130520" x="4591050" y="6705600"/>
          <p14:tracePt t="130530" x="4559300" y="6705600"/>
          <p14:tracePt t="130547" x="4514850" y="6705600"/>
          <p14:tracePt t="130562" x="4387850" y="6705600"/>
          <p14:tracePt t="130580" x="4235450" y="6705600"/>
          <p14:tracePt t="130597" x="4152900" y="6699250"/>
          <p14:tracePt t="130613" x="4000500" y="6699250"/>
          <p14:tracePt t="130630" x="3924300" y="6699250"/>
          <p14:tracePt t="130646" x="3873500" y="6699250"/>
          <p14:tracePt t="130663" x="3860800" y="6699250"/>
          <p14:tracePt t="130679" x="3848100" y="6699250"/>
          <p14:tracePt t="130696" x="3848100" y="6705600"/>
          <p14:tracePt t="130716" x="3854450" y="6705600"/>
          <p14:tracePt t="130732" x="3860800" y="6705600"/>
          <p14:tracePt t="130746" x="3867150" y="6711950"/>
          <p14:tracePt t="130762" x="3879850" y="6718300"/>
          <p14:tracePt t="130782" x="3892550" y="6718300"/>
          <p14:tracePt t="130795" x="3898900" y="6718300"/>
          <p14:tracePt t="130811" x="3930650" y="6724650"/>
          <p14:tracePt t="130829" x="3987800" y="6731000"/>
          <p14:tracePt t="130845" x="4051300" y="6731000"/>
          <p14:tracePt t="130862" x="4210050" y="6731000"/>
          <p14:tracePt t="130879" x="4400550" y="6718300"/>
          <p14:tracePt t="130895" x="4476750" y="6711950"/>
          <p14:tracePt t="130912" x="4660900" y="6661150"/>
          <p14:tracePt t="130928" x="4819650" y="6610350"/>
          <p14:tracePt t="130945" x="4902200" y="6578600"/>
          <p14:tracePt t="130962" x="5022850" y="6540500"/>
          <p14:tracePt t="130978" x="5092700" y="6527800"/>
          <p14:tracePt t="130995" x="5105400" y="6521450"/>
          <p14:tracePt t="131012" x="5124450" y="6515100"/>
          <p14:tracePt t="131109" x="5118100" y="6515100"/>
          <p14:tracePt t="131152" x="5111750" y="6515100"/>
          <p14:tracePt t="131662" x="5111750" y="6451600"/>
          <p14:tracePt t="131669" x="5105400" y="6350000"/>
          <p14:tracePt t="131683" x="5080000" y="6223000"/>
          <p14:tracePt t="131693" x="5041900" y="6019800"/>
          <p14:tracePt t="131709" x="4965700" y="5740400"/>
          <p14:tracePt t="131726" x="4730750" y="4914900"/>
          <p14:tracePt t="131743" x="4578350" y="4375150"/>
          <p14:tracePt t="131761" x="4127500" y="2679700"/>
          <p14:tracePt t="131776" x="3981450" y="2209800"/>
          <p14:tracePt t="131793" x="3708400" y="1574800"/>
          <p14:tracePt t="131811" x="3511550" y="1282700"/>
          <p14:tracePt t="131826" x="3435350" y="1174750"/>
          <p14:tracePt t="131842" x="3365500" y="1079500"/>
          <p14:tracePt t="131860" x="3143250" y="819150"/>
          <p14:tracePt t="131875" x="3060700" y="730250"/>
          <p14:tracePt t="131892" x="2971800" y="635000"/>
          <p14:tracePt t="131909" x="2806700" y="457200"/>
          <p14:tracePt t="131926" x="2622550" y="298450"/>
          <p14:tracePt t="131942" x="2565400" y="241300"/>
          <p14:tracePt t="131958" x="2489200" y="171450"/>
          <p14:tracePt t="131975" x="2432050" y="146050"/>
          <p14:tracePt t="131991" x="2413000" y="133350"/>
          <p14:tracePt t="132008" x="2393950" y="114300"/>
          <p14:tracePt t="132025" x="2368550" y="95250"/>
          <p14:tracePt t="132042" x="2362200" y="82550"/>
          <p14:tracePt t="132058" x="2355850" y="76200"/>
          <p14:tracePt t="132112" x="2362200" y="76200"/>
          <p14:tracePt t="132133" x="2368550" y="82550"/>
          <p14:tracePt t="132161" x="2368550" y="88900"/>
          <p14:tracePt t="132183" x="2368550" y="101600"/>
          <p14:tracePt t="132197" x="2368550" y="107950"/>
          <p14:tracePt t="132210" x="2368550" y="120650"/>
          <p14:tracePt t="132225" x="2362200" y="120650"/>
          <p14:tracePt t="132232" x="2362200" y="127000"/>
          <p14:tracePt t="132246" x="2362200" y="133350"/>
          <p14:tracePt t="132257" x="2368550" y="146050"/>
          <p14:tracePt t="132274" x="2374900" y="171450"/>
          <p14:tracePt t="132290" x="2381250" y="177800"/>
          <p14:tracePt t="132307" x="2393950" y="196850"/>
          <p14:tracePt t="132323" x="2406650" y="222250"/>
          <p14:tracePt t="132340" x="2406650" y="228600"/>
          <p14:tracePt t="132357" x="2419350" y="273050"/>
          <p14:tracePt t="132373" x="2432050" y="323850"/>
          <p14:tracePt t="132390" x="2438400" y="355600"/>
          <p14:tracePt t="132407" x="2451100" y="425450"/>
          <p14:tracePt t="132423" x="2463800" y="463550"/>
          <p14:tracePt t="132440" x="2470150" y="476250"/>
          <p14:tracePt t="132457" x="2482850" y="495300"/>
          <p14:tracePt t="132473" x="2482850" y="501650"/>
          <p14:tracePt t="132490" x="2482850" y="508000"/>
          <p14:tracePt t="132597" x="2482850" y="501650"/>
          <p14:tracePt t="132688" x="2482850" y="495300"/>
          <p14:tracePt t="132723" x="2489200" y="495300"/>
          <p14:tracePt t="132794" x="2495550" y="495300"/>
          <p14:tracePt t="132814" x="2495550" y="488950"/>
          <p14:tracePt t="132835" x="2501900" y="488950"/>
          <p14:tracePt t="132842" x="2508250" y="488950"/>
          <p14:tracePt t="132858" x="2514600" y="488950"/>
          <p14:tracePt t="132872" x="2520950" y="488950"/>
          <p14:tracePt t="132888" x="2533650" y="482600"/>
          <p14:tracePt t="132905" x="2578100" y="476250"/>
          <p14:tracePt t="132922" x="2603500" y="476250"/>
          <p14:tracePt t="132938" x="2705100" y="463550"/>
          <p14:tracePt t="132955" x="2844800" y="463550"/>
          <p14:tracePt t="132971" x="2914650" y="463550"/>
          <p14:tracePt t="132988" x="3067050" y="463550"/>
          <p14:tracePt t="133005" x="3219450" y="463550"/>
          <p14:tracePt t="133021" x="3282950" y="463550"/>
          <p14:tracePt t="133038" x="3346450" y="463550"/>
          <p14:tracePt t="133041" x="3397250" y="463550"/>
          <p14:tracePt t="133055" x="3479800" y="463550"/>
          <p14:tracePt t="133071" x="3505200" y="463550"/>
          <p14:tracePt t="133089" x="3536950" y="463550"/>
          <p14:tracePt t="133104" x="3549650" y="463550"/>
          <p14:tracePt t="133138" x="3549650" y="457200"/>
          <p14:tracePt t="133166" x="3543300" y="457200"/>
          <p14:tracePt t="133188" x="3530600" y="457200"/>
          <p14:tracePt t="133194" x="3517900" y="450850"/>
          <p14:tracePt t="133208" x="3505200" y="450850"/>
          <p14:tracePt t="133220" x="3479800" y="438150"/>
          <p14:tracePt t="133237" x="3416300" y="431800"/>
          <p14:tracePt t="133254" x="3365500" y="431800"/>
          <p14:tracePt t="133271" x="3232150" y="431800"/>
          <p14:tracePt t="133287" x="3092450" y="431800"/>
          <p14:tracePt t="133303" x="3016250" y="431800"/>
          <p14:tracePt t="133321" x="2863850" y="431800"/>
          <p14:tracePt t="133337" x="2711450" y="431800"/>
          <p14:tracePt t="133353" x="2635250" y="431800"/>
          <p14:tracePt t="133370" x="2546350" y="431800"/>
          <p14:tracePt t="133387" x="2495550" y="431800"/>
          <p14:tracePt t="133403" x="2482850" y="431800"/>
          <p14:tracePt t="133420" x="2463800" y="425450"/>
          <p14:tracePt t="133476" x="2470150" y="425450"/>
          <p14:tracePt t="133490" x="2476500" y="425450"/>
          <p14:tracePt t="133496" x="2482850" y="425450"/>
          <p14:tracePt t="133510" x="2489200" y="431800"/>
          <p14:tracePt t="133519" x="2495550" y="438150"/>
          <p14:tracePt t="133539" x="2501900" y="444500"/>
          <p14:tracePt t="133553" x="2501900" y="450850"/>
          <p14:tracePt t="133569" x="2520950" y="450850"/>
          <p14:tracePt t="133586" x="2527300" y="450850"/>
          <p14:tracePt t="133603" x="2559050" y="463550"/>
          <p14:tracePt t="133619" x="2603500" y="482600"/>
          <p14:tracePt t="133636" x="2686050" y="508000"/>
          <p14:tracePt t="133652" x="2724150" y="514350"/>
          <p14:tracePt t="133669" x="2781300" y="533400"/>
          <p14:tracePt t="133686" x="2933700" y="577850"/>
          <p14:tracePt t="133702" x="2990850" y="596900"/>
          <p14:tracePt t="133719" x="3054350" y="615950"/>
          <p14:tracePt t="133735" x="3175000" y="654050"/>
          <p14:tracePt t="133752" x="3289300" y="685800"/>
          <p14:tracePt t="133769" x="3340100" y="698500"/>
          <p14:tracePt t="133785" x="3435350" y="717550"/>
          <p14:tracePt t="133802" x="3505200" y="730250"/>
          <p14:tracePt t="133818" x="3517900" y="736600"/>
          <p14:tracePt t="134991" x="3505200" y="736600"/>
          <p14:tracePt t="135004" x="3492500" y="736600"/>
          <p14:tracePt t="135012" x="3479800" y="736600"/>
          <p14:tracePt t="135026" x="3467100" y="736600"/>
          <p14:tracePt t="135034" x="3454400" y="730250"/>
          <p14:tracePt t="135047" x="3441700" y="730250"/>
          <p14:tracePt t="135064" x="3416300" y="717550"/>
          <p14:tracePt t="135081" x="3384550" y="711200"/>
          <p14:tracePt t="135098" x="3371850" y="711200"/>
          <p14:tracePt t="135114" x="3352800" y="711200"/>
          <p14:tracePt t="135132" x="3282950" y="711200"/>
          <p14:tracePt t="135147" x="3251200" y="711200"/>
          <p14:tracePt t="135164" x="3213100" y="704850"/>
          <p14:tracePt t="135181" x="3130550" y="692150"/>
          <p14:tracePt t="135197" x="3041650" y="685800"/>
          <p14:tracePt t="135214" x="2997200" y="685800"/>
          <p14:tracePt t="135231" x="2895600" y="679450"/>
          <p14:tracePt t="135247" x="2787650" y="666750"/>
          <p14:tracePt t="135264" x="2736850" y="666750"/>
          <p14:tracePt t="135279" x="2641600" y="647700"/>
          <p14:tracePt t="135296" x="2603500" y="641350"/>
          <p14:tracePt t="135314" x="2559050" y="635000"/>
          <p14:tracePt t="135330" x="2520950" y="622300"/>
          <p14:tracePt t="135347" x="2495550" y="615950"/>
          <p14:tracePt t="135363" x="2470150" y="596900"/>
          <p14:tracePt t="135380" x="2463800" y="590550"/>
          <p14:tracePt t="135396" x="2457450" y="590550"/>
          <p14:tracePt t="135476" x="2463800" y="590550"/>
          <p14:tracePt t="135497" x="2470150" y="590550"/>
          <p14:tracePt t="135525" x="2476500" y="590550"/>
          <p14:tracePt t="135547" x="2482850" y="590550"/>
          <p14:tracePt t="135560" x="2489200" y="584200"/>
          <p14:tracePt t="135630" x="2495550" y="584200"/>
          <p14:tracePt t="135637" x="2501900" y="584200"/>
          <p14:tracePt t="135645" x="2508250" y="584200"/>
          <p14:tracePt t="135662" x="2520950" y="584200"/>
          <p14:tracePt t="135680" x="2552700" y="584200"/>
          <p14:tracePt t="135695" x="2622550" y="565150"/>
          <p14:tracePt t="135712" x="2660650" y="565150"/>
          <p14:tracePt t="135729" x="2781300" y="546100"/>
          <p14:tracePt t="135745" x="2844800" y="539750"/>
          <p14:tracePt t="135762" x="2990850" y="520700"/>
          <p14:tracePt t="135779" x="3143250" y="501650"/>
          <p14:tracePt t="135795" x="3213100" y="488950"/>
          <p14:tracePt t="135812" x="3327400" y="469900"/>
          <p14:tracePt t="135828" x="3435350" y="457200"/>
          <p14:tracePt t="135845" x="3473450" y="457200"/>
          <p14:tracePt t="135862" x="3556000" y="444500"/>
          <p14:tracePt t="135878" x="3613150" y="438150"/>
          <p14:tracePt t="135894" x="3638550" y="431800"/>
          <p14:tracePt t="135912" x="3695700" y="406400"/>
          <p14:tracePt t="135928" x="3721100" y="387350"/>
          <p14:tracePt t="135944" x="3733800" y="381000"/>
          <p14:tracePt t="135961" x="3765550" y="374650"/>
          <p14:tracePt t="146289" x="3759200" y="381000"/>
          <p14:tracePt t="146296" x="3752850" y="412750"/>
          <p14:tracePt t="146308" x="3727450" y="457200"/>
          <p14:tracePt t="146325" x="3651250" y="622300"/>
          <p14:tracePt t="146342" x="3600450" y="736600"/>
          <p14:tracePt t="146359" x="3524250" y="901700"/>
          <p14:tracePt t="146375" x="3486150" y="1016000"/>
          <p14:tracePt t="146391" x="3448050" y="1123950"/>
          <p14:tracePt t="146409" x="3390900" y="1320800"/>
          <p14:tracePt t="146425" x="3346450" y="1447800"/>
          <p14:tracePt t="146441" x="3308350" y="1593850"/>
          <p14:tracePt t="146458" x="3238500" y="1828800"/>
          <p14:tracePt t="146474" x="3194050" y="1987550"/>
          <p14:tracePt t="146491" x="3162300" y="2095500"/>
          <p14:tracePt t="146507" x="3124200" y="2222500"/>
          <p14:tracePt t="146524" x="3098800" y="2317750"/>
          <p14:tracePt t="146542" x="3073400" y="2501900"/>
          <p14:tracePt t="146558" x="3054350" y="2609850"/>
          <p14:tracePt t="146574" x="3035300" y="2705100"/>
          <p14:tracePt t="146591" x="3028950" y="2838450"/>
          <p14:tracePt t="146608" x="3028950" y="2933700"/>
          <p14:tracePt t="146624" x="3048000" y="3028950"/>
          <p14:tracePt t="146641" x="3048000" y="3181350"/>
          <p14:tracePt t="146657" x="3048000" y="3276600"/>
          <p14:tracePt t="146674" x="3048000" y="3333750"/>
          <p14:tracePt t="146677" x="3048000" y="3359150"/>
          <p14:tracePt t="146690" x="3073400" y="3429000"/>
          <p14:tracePt t="146707" x="3086100" y="3505200"/>
          <p14:tracePt t="146725" x="3111500" y="3600450"/>
          <p14:tracePt t="146740" x="3130550" y="3695700"/>
          <p14:tracePt t="146757" x="3143250" y="3790950"/>
          <p14:tracePt t="146774" x="3181350" y="3949700"/>
          <p14:tracePt t="146790" x="3187700" y="4083050"/>
          <p14:tracePt t="146807" x="3187700" y="4191000"/>
          <p14:tracePt t="146824" x="3206750" y="4337050"/>
          <p14:tracePt t="146840" x="3225800" y="4419600"/>
          <p14:tracePt t="146857" x="3232150" y="4508500"/>
          <p14:tracePt t="146873" x="3225800" y="4654550"/>
          <p14:tracePt t="146890" x="3219450" y="4775200"/>
          <p14:tracePt t="146907" x="3219450" y="4946650"/>
          <p14:tracePt t="146923" x="3232150" y="5035550"/>
          <p14:tracePt t="146940" x="3232150" y="5118100"/>
          <p14:tracePt t="146957" x="3232150" y="5276850"/>
          <p14:tracePt t="146973" x="3232150" y="5346700"/>
          <p14:tracePt t="146990" x="3232150" y="5403850"/>
          <p14:tracePt t="147006" x="3232150" y="5467350"/>
          <p14:tracePt t="147023" x="3232150" y="5480050"/>
          <p14:tracePt t="147040" x="3232150" y="5492750"/>
          <p14:tracePt t="147055" x="3232150" y="5499100"/>
          <p14:tracePt t="147073" x="3238500" y="5499100"/>
          <p14:tracePt t="147146" x="3232150" y="5499100"/>
          <p14:tracePt t="147167" x="3225800" y="5499100"/>
          <p14:tracePt t="147174" x="3219450" y="5499100"/>
          <p14:tracePt t="147188" x="3206750" y="5511800"/>
          <p14:tracePt t="147195" x="3194050" y="5530850"/>
          <p14:tracePt t="147209" x="3181350" y="5543550"/>
          <p14:tracePt t="147224" x="3136900" y="5568950"/>
          <p14:tracePt t="147238" x="3117850" y="5594350"/>
          <p14:tracePt t="147255" x="3092450" y="5600700"/>
          <p14:tracePt t="147272" x="3041650" y="5638800"/>
          <p14:tracePt t="147289" x="2984500" y="5695950"/>
          <p14:tracePt t="147305" x="2965450" y="5715000"/>
          <p14:tracePt t="147322" x="2921000" y="5759450"/>
          <p14:tracePt t="147338" x="2876550" y="5797550"/>
          <p14:tracePt t="147355" x="2857500" y="5810250"/>
          <p14:tracePt t="147372" x="2819400" y="5822950"/>
          <p14:tracePt t="147388" x="2787650" y="5835650"/>
          <p14:tracePt t="147407" x="2762250" y="5835650"/>
          <p14:tracePt t="147422" x="2749550" y="5835650"/>
          <p14:tracePt t="147438" x="2724150" y="5835650"/>
          <p14:tracePt t="147455" x="2711450" y="5835650"/>
          <p14:tracePt t="147471" x="2705100" y="5835650"/>
          <p14:tracePt t="147488" x="2698750" y="5835650"/>
          <p14:tracePt t="147504" x="2686050" y="5835650"/>
          <p14:tracePt t="147538" x="2679700" y="5835650"/>
          <p14:tracePt t="147567" x="2679700" y="5829300"/>
          <p14:tracePt t="147596" x="2673350" y="5829300"/>
          <p14:tracePt t="147631" x="2667000" y="5822950"/>
          <p14:tracePt t="147645" x="2660650" y="5822950"/>
          <p14:tracePt t="147659" x="2660650" y="5816600"/>
          <p14:tracePt t="147666" x="2654300" y="5816600"/>
          <p14:tracePt t="147680" x="2647950" y="5816600"/>
          <p14:tracePt t="147690" x="2641600" y="5816600"/>
          <p14:tracePt t="147704" x="2635250" y="5816600"/>
          <p14:tracePt t="147721" x="2616200" y="5816600"/>
          <p14:tracePt t="147738" x="2565400" y="5816600"/>
          <p14:tracePt t="147754" x="2527300" y="5816600"/>
          <p14:tracePt t="147771" x="2432050" y="5822950"/>
          <p14:tracePt t="147787" x="2317750" y="5835650"/>
          <p14:tracePt t="147803" x="2260600" y="5829300"/>
          <p14:tracePt t="147820" x="2133600" y="5829300"/>
          <p14:tracePt t="147837" x="2070100" y="5829300"/>
          <p14:tracePt t="147854" x="1968500" y="5829300"/>
          <p14:tracePt t="147870" x="1860550" y="5835650"/>
          <p14:tracePt t="147886" x="1822450" y="5835650"/>
          <p14:tracePt t="147903" x="1758950" y="5842000"/>
          <p14:tracePt t="147920" x="1727200" y="5842000"/>
          <p14:tracePt t="147936" x="1714500" y="5842000"/>
          <p14:tracePt t="147953" x="1701800" y="5842000"/>
          <p14:tracePt t="148038" x="1708150" y="5842000"/>
          <p14:tracePt t="148066" x="1714500" y="5848350"/>
          <p14:tracePt t="148088" x="1720850" y="5848350"/>
          <p14:tracePt t="148115" x="1727200" y="5848350"/>
          <p14:tracePt t="148137" x="1733550" y="5848350"/>
          <p14:tracePt t="148179" x="1739900" y="5854700"/>
          <p14:tracePt t="148206" x="1746250" y="5854700"/>
          <p14:tracePt t="148228" x="1752600" y="5854700"/>
          <p14:tracePt t="148256" x="1758950" y="5854700"/>
          <p14:tracePt t="148277" x="1765300" y="5861050"/>
          <p14:tracePt t="148298" x="1771650" y="5861050"/>
          <p14:tracePt t="148347" x="1778000" y="5861050"/>
          <p14:tracePt t="148396" x="1784350" y="5861050"/>
          <p14:tracePt t="148418" x="1790700" y="5861050"/>
          <p14:tracePt t="148439" x="1797050" y="5861050"/>
          <p14:tracePt t="148460" x="1803400" y="5861050"/>
          <p14:tracePt t="148488" x="1809750" y="5861050"/>
          <p14:tracePt t="148523" x="1816100" y="5861050"/>
          <p14:tracePt t="148530" x="1822450" y="5861050"/>
          <p14:tracePt t="148552" x="1828800" y="5861050"/>
          <p14:tracePt t="148558" x="1841500" y="5861050"/>
          <p14:tracePt t="148572" x="1854200" y="5861050"/>
          <p14:tracePt t="148584" x="1873250" y="5861050"/>
          <p14:tracePt t="148601" x="1924050" y="5854700"/>
          <p14:tracePt t="148617" x="1949450" y="5854700"/>
          <p14:tracePt t="148635" x="2032000" y="5842000"/>
          <p14:tracePt t="148650" x="2114550" y="5829300"/>
          <p14:tracePt t="148667" x="2152650" y="5816600"/>
          <p14:tracePt t="148684" x="2247900" y="5810250"/>
          <p14:tracePt t="148700" x="2336800" y="5803900"/>
          <p14:tracePt t="148716" x="2381250" y="5791200"/>
          <p14:tracePt t="148734" x="2451100" y="5791200"/>
          <p14:tracePt t="148750" x="2489200" y="5784850"/>
          <p14:tracePt t="148767" x="2552700" y="5784850"/>
          <p14:tracePt t="148783" x="2609850" y="5778500"/>
          <p14:tracePt t="148800" x="2641600" y="5778500"/>
          <p14:tracePt t="148817" x="2698750" y="5778500"/>
          <p14:tracePt t="148833" x="2755900" y="5784850"/>
          <p14:tracePt t="148850" x="2787650" y="5784850"/>
          <p14:tracePt t="148867" x="2825750" y="5784850"/>
          <p14:tracePt t="148883" x="2863850" y="5784850"/>
          <p14:tracePt t="148900" x="2889250" y="5784850"/>
          <p14:tracePt t="148916" x="2921000" y="5791200"/>
          <p14:tracePt t="148933" x="2940050" y="5791200"/>
          <p14:tracePt t="148950" x="2946400" y="5791200"/>
          <p14:tracePt t="148966" x="2965450" y="5797550"/>
          <p14:tracePt t="148983" x="2978150" y="5797550"/>
          <p14:tracePt t="149000" x="2984500" y="5797550"/>
          <p14:tracePt t="149015" x="2990850" y="5797550"/>
          <p14:tracePt t="149036" x="2997200" y="5797550"/>
          <p14:tracePt t="149050" x="3003550" y="5803900"/>
          <p14:tracePt t="149066" x="3016250" y="5803900"/>
          <p14:tracePt t="149082" x="3016250" y="5810250"/>
          <p14:tracePt t="149099" x="3028950" y="5816600"/>
          <p14:tracePt t="149115" x="3035300" y="5816600"/>
          <p14:tracePt t="149149" x="3048000" y="5816600"/>
          <p14:tracePt t="149165" x="3048000" y="5822950"/>
          <p14:tracePt t="149183" x="3060700" y="5822950"/>
          <p14:tracePt t="149198" x="3067050" y="5829300"/>
          <p14:tracePt t="149215" x="3092450" y="5829300"/>
          <p14:tracePt t="149232" x="3130550" y="5829300"/>
          <p14:tracePt t="149248" x="3149600" y="5835650"/>
          <p14:tracePt t="149265" x="3200400" y="5835650"/>
          <p14:tracePt t="149282" x="3238500" y="5835650"/>
          <p14:tracePt t="149298" x="3263900" y="5835650"/>
          <p14:tracePt t="149315" x="3302000" y="5835650"/>
          <p14:tracePt t="149332" x="3327400" y="5835650"/>
          <p14:tracePt t="149348" x="3340100" y="5835650"/>
          <p14:tracePt t="149366" x="3359150" y="5835650"/>
          <p14:tracePt t="149381" x="3365500" y="5835650"/>
          <p14:tracePt t="149398" x="3371850" y="5835650"/>
          <p14:tracePt t="149415" x="3378200" y="5835650"/>
          <p14:tracePt t="149431" x="3384550" y="5835650"/>
          <p14:tracePt t="149448" x="3397250" y="5835650"/>
          <p14:tracePt t="149465" x="3403600" y="5835650"/>
          <p14:tracePt t="149481" x="3409950" y="5835650"/>
          <p14:tracePt t="149497" x="3435350" y="5835650"/>
          <p14:tracePt t="149514" x="3460750" y="5835650"/>
          <p14:tracePt t="149531" x="3479800" y="5835650"/>
          <p14:tracePt t="149548" x="3524250" y="5829300"/>
          <p14:tracePt t="149564" x="3556000" y="5829300"/>
          <p14:tracePt t="149581" x="3568700" y="5829300"/>
          <p14:tracePt t="149598" x="3600450" y="5829300"/>
          <p14:tracePt t="149614" x="3625850" y="5829300"/>
          <p14:tracePt t="149647" x="3651250" y="5829300"/>
          <p14:tracePt t="149663" x="3670300" y="5829300"/>
          <p14:tracePt t="149680" x="3676650" y="5829300"/>
          <p14:tracePt t="149697" x="3689350" y="5829300"/>
          <p14:tracePt t="149713" x="3708400" y="5829300"/>
          <p14:tracePt t="149730" x="3740150" y="5829300"/>
          <p14:tracePt t="149747" x="3790950" y="5829300"/>
          <p14:tracePt t="149763" x="3810000" y="5829300"/>
          <p14:tracePt t="149780" x="3854450" y="5829300"/>
          <p14:tracePt t="149797" x="3886200" y="5829300"/>
          <p14:tracePt t="149813" x="3905250" y="5829300"/>
          <p14:tracePt t="149830" x="3917950" y="5829300"/>
          <p14:tracePt t="149846" x="3930650" y="5822950"/>
          <p14:tracePt t="149893" x="3937000" y="5822950"/>
          <p14:tracePt t="149935" x="3943350" y="5822950"/>
          <p14:tracePt t="149977" x="3949700" y="5822950"/>
          <p14:tracePt t="150005" x="3956050" y="5822950"/>
          <p14:tracePt t="150014" x="3962400" y="5822950"/>
          <p14:tracePt t="150047" x="3968750" y="5822950"/>
          <p14:tracePt t="150054" x="3975100" y="5822950"/>
          <p14:tracePt t="150083" x="3981450" y="5822950"/>
          <p14:tracePt t="150104" x="3987800" y="5822950"/>
          <p14:tracePt t="150125" x="3994150" y="5822950"/>
          <p14:tracePt t="150147" x="4000500" y="5822950"/>
          <p14:tracePt t="150195" x="4006850" y="5822950"/>
          <p14:tracePt t="150216" x="4006850" y="5829300"/>
          <p14:tracePt t="150223" x="4013200" y="5829300"/>
          <p14:tracePt t="150244" x="4019550" y="5829300"/>
          <p14:tracePt t="150265" x="4025900" y="5829300"/>
          <p14:tracePt t="150294" x="4032250" y="5829300"/>
          <p14:tracePt t="150314" x="4038600" y="5829300"/>
          <p14:tracePt t="150357" x="4044950" y="5829300"/>
          <p14:tracePt t="150384" x="4051300" y="5829300"/>
          <p14:tracePt t="150434" x="4057650" y="5829300"/>
          <p14:tracePt t="150455" x="4064000" y="5829300"/>
          <p14:tracePt t="150497" x="4070350" y="5829300"/>
          <p14:tracePt t="151012" x="4051300" y="5784850"/>
          <p14:tracePt t="151019" x="4013200" y="5651500"/>
          <p14:tracePt t="151033" x="3924300" y="5435600"/>
          <p14:tracePt t="151041" x="3790950" y="5143500"/>
          <p14:tracePt t="151059" x="3657600" y="4794250"/>
          <p14:tracePt t="151076" x="3409950" y="4229100"/>
          <p14:tracePt t="151092" x="3168650" y="3670300"/>
          <p14:tracePt t="151109" x="3079750" y="3429000"/>
          <p14:tracePt t="151125" x="2882900" y="2946400"/>
          <p14:tracePt t="151142" x="2743200" y="2546350"/>
          <p14:tracePt t="151159" x="2679700" y="2266950"/>
          <p14:tracePt t="151175" x="2654300" y="2159000"/>
          <p14:tracePt t="151192" x="2635250" y="2070100"/>
          <p14:tracePt t="151209" x="2540000" y="1771650"/>
          <p14:tracePt t="151225" x="2514600" y="1663700"/>
          <p14:tracePt t="151242" x="2489200" y="1549400"/>
          <p14:tracePt t="151258" x="2432050" y="1403350"/>
          <p14:tracePt t="151275" x="2381250" y="1314450"/>
          <p14:tracePt t="151292" x="2349500" y="1270000"/>
          <p14:tracePt t="151308" x="2298700" y="1187450"/>
          <p14:tracePt t="151324" x="2247900" y="1092200"/>
          <p14:tracePt t="151342" x="2203450" y="1003300"/>
          <p14:tracePt t="151357" x="2171700" y="946150"/>
          <p14:tracePt t="151374" x="2133600" y="838200"/>
          <p14:tracePt t="151393" x="2114550" y="762000"/>
          <p14:tracePt t="151408" x="2101850" y="736600"/>
          <p14:tracePt t="151424" x="2095500" y="692150"/>
          <p14:tracePt t="151441" x="2089150" y="660400"/>
          <p14:tracePt t="151457" x="2089150" y="628650"/>
          <p14:tracePt t="151474" x="2089150" y="596900"/>
          <p14:tracePt t="151491" x="2095500" y="546100"/>
          <p14:tracePt t="151507" x="2095500" y="533400"/>
          <p14:tracePt t="151525" x="2108200" y="495300"/>
          <p14:tracePt t="151541" x="2114550" y="482600"/>
          <p14:tracePt t="151557" x="2114550" y="457200"/>
          <p14:tracePt t="151574" x="2114550" y="438150"/>
          <p14:tracePt t="151607" x="2114550" y="419100"/>
          <p14:tracePt t="151624" x="2114550" y="406400"/>
          <p14:tracePt t="151640" x="2114550" y="400050"/>
          <p14:tracePt t="151657" x="2114550" y="393700"/>
          <p14:tracePt t="151673" x="2120900" y="381000"/>
          <p14:tracePt t="151707" x="2120900" y="374650"/>
          <p14:tracePt t="151743" x="2127250" y="368300"/>
          <p14:tracePt t="151792" x="2133600" y="368300"/>
          <p14:tracePt t="151807" x="2139950" y="368300"/>
          <p14:tracePt t="151812" x="2146300" y="368300"/>
          <p14:tracePt t="151834" x="2152650" y="368300"/>
          <p14:tracePt t="151862" x="2159000" y="374650"/>
          <p14:tracePt t="151883" x="2165350" y="374650"/>
          <p14:tracePt t="151897" x="2171700" y="381000"/>
          <p14:tracePt t="151904" x="2178050" y="381000"/>
          <p14:tracePt t="151926" x="2190750" y="381000"/>
          <p14:tracePt t="151932" x="2203450" y="387350"/>
          <p14:tracePt t="151947" x="2222500" y="387350"/>
          <p14:tracePt t="151955" x="2241550" y="387350"/>
          <p14:tracePt t="151972" x="2266950" y="393700"/>
          <p14:tracePt t="151989" x="2324100" y="393700"/>
          <p14:tracePt t="152005" x="2368550" y="400050"/>
          <p14:tracePt t="152022" x="2393950" y="400050"/>
          <p14:tracePt t="152039" x="2425700" y="400050"/>
          <p14:tracePt t="152055" x="2444750" y="400050"/>
          <p14:tracePt t="152115" x="2451100" y="393700"/>
          <p14:tracePt t="152123" x="2451100" y="387350"/>
          <p14:tracePt t="152193" x="2444750" y="381000"/>
          <p14:tracePt t="152249" x="2438400" y="381000"/>
          <p14:tracePt t="152256" x="2432050" y="381000"/>
          <p14:tracePt t="152277" x="2425700" y="381000"/>
          <p14:tracePt t="152284" x="2419350" y="381000"/>
          <p14:tracePt t="152298" x="2413000" y="381000"/>
          <p14:tracePt t="152307" x="2413000" y="387350"/>
          <p14:tracePt t="152326" x="2413000" y="393700"/>
          <p14:tracePt t="152338" x="2406650" y="400050"/>
          <p14:tracePt t="152354" x="2400300" y="412750"/>
          <p14:tracePt t="152371" x="2393950" y="425450"/>
          <p14:tracePt t="152388" x="2381250" y="438150"/>
          <p14:tracePt t="152404" x="2355850" y="501650"/>
          <p14:tracePt t="152420" x="2343150" y="520700"/>
          <p14:tracePt t="152438" x="2324100" y="590550"/>
          <p14:tracePt t="152455" x="2311400" y="635000"/>
          <p14:tracePt t="152471" x="2286000" y="717550"/>
          <p14:tracePt t="152488" x="2273300" y="787400"/>
          <p14:tracePt t="152504" x="2260600" y="825500"/>
          <p14:tracePt t="152520" x="2254250" y="869950"/>
          <p14:tracePt t="152537" x="2254250" y="901700"/>
          <p14:tracePt t="152554" x="2260600" y="908050"/>
          <p14:tracePt t="152571" x="2266950" y="914400"/>
          <p14:tracePt t="152587" x="2273300" y="914400"/>
          <p14:tracePt t="152621" x="2286000" y="908050"/>
          <p14:tracePt t="152636" x="2292350" y="908050"/>
          <p14:tracePt t="152653" x="2298700" y="901700"/>
          <p14:tracePt t="152671" x="2311400" y="895350"/>
          <p14:tracePt t="152686" x="2324100" y="882650"/>
          <p14:tracePt t="152719" x="2336800" y="863600"/>
          <p14:tracePt t="152736" x="2343150" y="857250"/>
          <p14:tracePt t="152753" x="2355850" y="831850"/>
          <p14:tracePt t="152770" x="2368550" y="800100"/>
          <p14:tracePt t="152786" x="2381250" y="774700"/>
          <p14:tracePt t="152803" x="2406650" y="730250"/>
          <p14:tracePt t="152819" x="2425700" y="666750"/>
          <p14:tracePt t="152836" x="2444750" y="622300"/>
          <p14:tracePt t="152853" x="2457450" y="571500"/>
          <p14:tracePt t="152869" x="2476500" y="514350"/>
          <p14:tracePt t="152886" x="2482850" y="495300"/>
          <p14:tracePt t="152902" x="2482850" y="450850"/>
          <p14:tracePt t="152919" x="2482850" y="425450"/>
          <p14:tracePt t="152935" x="2482850" y="412750"/>
          <p14:tracePt t="152952" x="2476500" y="412750"/>
          <p14:tracePt t="152969" x="2470150" y="400050"/>
          <p14:tracePt t="153120" x="2470150" y="406400"/>
          <p14:tracePt t="153239" x="2470150" y="412750"/>
          <p14:tracePt t="153281" x="2476500" y="419100"/>
          <p14:tracePt t="153317" x="2482850" y="425450"/>
          <p14:tracePt t="153373" x="2489200" y="425450"/>
          <p14:tracePt t="153387" x="2495550" y="425450"/>
          <p14:tracePt t="153407" x="2508250" y="425450"/>
          <p14:tracePt t="153428" x="2514600" y="425450"/>
          <p14:tracePt t="153443" x="2520950" y="431800"/>
          <p14:tracePt t="153457" x="2533650" y="431800"/>
          <p14:tracePt t="153471" x="2546350" y="431800"/>
          <p14:tracePt t="153478" x="2559050" y="438150"/>
          <p14:tracePt t="153491" x="2571750" y="438150"/>
          <p14:tracePt t="153501" x="2590800" y="444500"/>
          <p14:tracePt t="153517" x="2616200" y="444500"/>
          <p14:tracePt t="153534" x="2667000" y="457200"/>
          <p14:tracePt t="153550" x="2711450" y="457200"/>
          <p14:tracePt t="153567" x="2743200" y="457200"/>
          <p14:tracePt t="153584" x="2794000" y="469900"/>
          <p14:tracePt t="153600" x="2851150" y="482600"/>
          <p14:tracePt t="153617" x="2876550" y="482600"/>
          <p14:tracePt t="153634" x="2921000" y="482600"/>
          <p14:tracePt t="153650" x="2940050" y="482600"/>
          <p14:tracePt t="153667" x="2978150" y="482600"/>
          <p14:tracePt t="153684" x="3003550" y="482600"/>
          <p14:tracePt t="153700" x="3016250" y="482600"/>
          <p14:tracePt t="153717" x="3048000" y="482600"/>
          <p14:tracePt t="153733" x="3073400" y="482600"/>
          <p14:tracePt t="153750" x="3086100" y="482600"/>
          <p14:tracePt t="153767" x="3105150" y="482600"/>
          <p14:tracePt t="153783" x="3136900" y="482600"/>
          <p14:tracePt t="153799" x="3149600" y="482600"/>
          <p14:tracePt t="153816" x="3187700" y="469900"/>
          <p14:tracePt t="153832" x="3219450" y="463550"/>
          <p14:tracePt t="153850" x="3244850" y="463550"/>
          <p14:tracePt t="153866" x="3263900" y="457200"/>
          <p14:tracePt t="153883" x="3276600" y="457200"/>
          <p14:tracePt t="153900" x="3289300" y="457200"/>
          <p14:tracePt t="153915" x="3295650" y="457200"/>
          <p14:tracePt t="153932" x="3302000" y="457200"/>
          <p14:tracePt t="153949" x="3308350" y="457200"/>
          <p14:tracePt t="153982" x="3314700" y="457200"/>
          <p14:tracePt t="153998" x="3321050" y="457200"/>
          <p14:tracePt t="154041" x="3327400" y="450850"/>
          <p14:tracePt t="154061" x="3333750" y="450850"/>
          <p14:tracePt t="154083" x="3340100" y="450850"/>
          <p14:tracePt t="154110" x="3340100" y="444500"/>
          <p14:tracePt t="154133" x="3346450" y="438150"/>
          <p14:tracePt t="154160" x="3352800" y="431800"/>
          <p14:tracePt t="154182" x="3359150" y="425450"/>
          <p14:tracePt t="154195" x="3365500" y="419100"/>
          <p14:tracePt t="154216" x="3378200" y="412750"/>
          <p14:tracePt t="154223" x="3384550" y="412750"/>
          <p14:tracePt t="154232" x="3397250" y="400050"/>
          <p14:tracePt t="154248" x="3416300" y="393700"/>
          <p14:tracePt t="154265" x="3479800" y="361950"/>
          <p14:tracePt t="154281" x="3543300" y="311150"/>
          <p14:tracePt t="154298" x="3587750" y="292100"/>
          <p14:tracePt t="154315" x="3651250" y="254000"/>
          <p14:tracePt t="154331" x="3683000" y="234950"/>
          <p14:tracePt t="154347" x="3714750" y="215900"/>
          <p14:tracePt t="154364" x="3740150" y="203200"/>
          <p14:tracePt t="154381" x="3746500" y="196850"/>
          <p14:tracePt t="154398" x="3752850" y="190500"/>
          <p14:tracePt t="154441" x="3759200" y="190500"/>
          <p14:tracePt t="154483" x="3765550" y="203200"/>
          <p14:tracePt t="154504" x="3771900" y="209550"/>
          <p14:tracePt t="154524" x="3778250" y="215900"/>
          <p14:tracePt t="154532" x="3778250" y="222250"/>
          <p14:tracePt t="154561" x="3784600" y="228600"/>
          <p14:tracePt t="154574" x="3790950" y="234950"/>
          <p14:tracePt t="154582" x="3797300" y="247650"/>
          <p14:tracePt t="154597" x="3803650" y="260350"/>
          <p14:tracePt t="154613" x="3816350" y="279400"/>
          <p14:tracePt t="154630" x="3848100" y="336550"/>
          <p14:tracePt t="154646" x="3892550" y="419100"/>
          <p14:tracePt t="154663" x="3898900" y="457200"/>
          <p14:tracePt t="154680" x="3930650" y="571500"/>
          <p14:tracePt t="154696" x="3943350" y="615950"/>
          <p14:tracePt t="154713" x="3949700" y="641350"/>
          <p14:tracePt t="154730" x="3956050" y="685800"/>
          <p14:tracePt t="154746" x="3956050" y="717550"/>
          <p14:tracePt t="154762" x="3956050" y="723900"/>
          <p14:tracePt t="154779" x="3949700" y="730250"/>
          <p14:tracePt t="154796" x="3943350" y="730250"/>
          <p14:tracePt t="154862" x="3943350" y="723900"/>
          <p14:tracePt t="154883" x="3943350" y="717550"/>
          <p14:tracePt t="156418" x="3943350" y="711200"/>
          <p14:tracePt t="156432" x="3943350" y="704850"/>
          <p14:tracePt t="156439" x="3937000" y="704850"/>
          <p14:tracePt t="156453" x="3937000" y="698500"/>
          <p14:tracePt t="156460" x="3924300" y="692150"/>
          <p14:tracePt t="156477" x="3911600" y="685800"/>
          <p14:tracePt t="156490" x="3886200" y="666750"/>
          <p14:tracePt t="156507" x="3867150" y="647700"/>
          <p14:tracePt t="156524" x="3835400" y="628650"/>
          <p14:tracePt t="156540" x="3822700" y="622300"/>
          <p14:tracePt t="156556" x="3771900" y="615950"/>
          <p14:tracePt t="156573" x="3702050" y="603250"/>
          <p14:tracePt t="156590" x="3663950" y="590550"/>
          <p14:tracePt t="156607" x="3581400" y="584200"/>
          <p14:tracePt t="156623" x="3486150" y="565150"/>
          <p14:tracePt t="156640" x="3435350" y="565150"/>
          <p14:tracePt t="156657" x="3333750" y="565150"/>
          <p14:tracePt t="156673" x="3200400" y="558800"/>
          <p14:tracePt t="156690" x="3124200" y="558800"/>
          <p14:tracePt t="156706" x="3028950" y="546100"/>
          <p14:tracePt t="156723" x="2984500" y="533400"/>
          <p14:tracePt t="156740" x="2959100" y="533400"/>
          <p14:tracePt t="156756" x="2933700" y="527050"/>
          <p14:tracePt t="156772" x="2921000" y="527050"/>
          <p14:tracePt t="156789" x="2908300" y="527050"/>
          <p14:tracePt t="156805" x="2889250" y="527050"/>
          <p14:tracePt t="156823" x="2870200" y="527050"/>
          <p14:tracePt t="156855" x="2851150" y="527050"/>
          <p14:tracePt t="156872" x="2844800" y="527050"/>
          <p14:tracePt t="156889" x="2825750" y="527050"/>
          <p14:tracePt t="156922" x="2819400" y="527050"/>
          <p14:tracePt t="156939" x="2813050" y="527050"/>
          <p14:tracePt t="157071" x="2819400" y="527050"/>
          <p14:tracePt t="157100" x="2825750" y="527050"/>
          <p14:tracePt t="157114" x="2832100" y="527050"/>
          <p14:tracePt t="157122" x="2838450" y="527050"/>
          <p14:tracePt t="157135" x="2851150" y="527050"/>
          <p14:tracePt t="157142" x="2857500" y="527050"/>
          <p14:tracePt t="157158" x="2876550" y="527050"/>
          <p14:tracePt t="157171" x="2901950" y="520700"/>
          <p14:tracePt t="157188" x="2984500" y="514350"/>
          <p14:tracePt t="157205" x="3117850" y="482600"/>
          <p14:tracePt t="157221" x="3181350" y="476250"/>
          <p14:tracePt t="157237" x="3327400" y="444500"/>
          <p14:tracePt t="157254" x="3435350" y="431800"/>
          <p14:tracePt t="157271" x="3486150" y="419100"/>
          <p14:tracePt t="157274" x="3517900" y="412750"/>
          <p14:tracePt t="157288" x="3543300" y="406400"/>
          <p14:tracePt t="157304" x="3581400" y="400050"/>
          <p14:tracePt t="157320" x="3594100" y="400050"/>
          <p14:tracePt t="157395" x="3594100" y="406400"/>
          <p14:tracePt t="157409" x="3594100" y="412750"/>
          <p14:tracePt t="162410" x="3568700" y="412750"/>
          <p14:tracePt t="162417" x="3524250" y="431800"/>
          <p14:tracePt t="162431" x="3473450" y="438150"/>
          <p14:tracePt t="162439" x="3422650" y="438150"/>
          <p14:tracePt t="162453" x="3378200" y="450850"/>
          <p14:tracePt t="162469" x="3276600" y="450850"/>
          <p14:tracePt t="162487" x="3136900" y="444500"/>
          <p14:tracePt t="162502" x="3054350" y="438150"/>
          <p14:tracePt t="162519" x="2965450" y="425450"/>
          <p14:tracePt t="162536" x="2749550" y="412750"/>
          <p14:tracePt t="162552" x="2705100" y="406400"/>
          <p14:tracePt t="162569" x="2667000" y="400050"/>
          <p14:tracePt t="162586" x="2597150" y="393700"/>
          <p14:tracePt t="162602" x="2540000" y="374650"/>
          <p14:tracePt t="162619" x="2508250" y="374650"/>
          <p14:tracePt t="162636" x="2463800" y="368300"/>
          <p14:tracePt t="162652" x="2419350" y="368300"/>
          <p14:tracePt t="162669" x="2406650" y="368300"/>
          <p14:tracePt t="162685" x="2381250" y="374650"/>
          <p14:tracePt t="162702" x="2355850" y="381000"/>
          <p14:tracePt t="162719" x="2336800" y="387350"/>
          <p14:tracePt t="162751" x="2330450" y="387350"/>
          <p14:tracePt t="162782" x="2324100" y="393700"/>
          <p14:tracePt t="162839" x="2330450" y="393700"/>
          <p14:tracePt t="162881" x="2336800" y="393700"/>
          <p14:tracePt t="162887" x="2343150" y="393700"/>
          <p14:tracePt t="162909" x="2349500" y="393700"/>
          <p14:tracePt t="162930" x="2355850" y="393700"/>
          <p14:tracePt t="162944" x="2362200" y="393700"/>
          <p14:tracePt t="162953" x="2368550" y="393700"/>
          <p14:tracePt t="162968" x="2374900" y="393700"/>
          <p14:tracePt t="162984" x="2406650" y="393700"/>
          <p14:tracePt t="163001" x="2489200" y="400050"/>
          <p14:tracePt t="163017" x="2552700" y="400050"/>
          <p14:tracePt t="163035" x="2717800" y="400050"/>
          <p14:tracePt t="163050" x="2921000" y="431800"/>
          <p14:tracePt t="163067" x="3041650" y="444500"/>
          <p14:tracePt t="163084" x="3143250" y="457200"/>
          <p14:tracePt t="163100" x="3435350" y="476250"/>
          <p14:tracePt t="163117" x="3498850" y="476250"/>
          <p14:tracePt t="163134" x="3600450" y="476250"/>
          <p14:tracePt t="163150" x="3632200" y="476250"/>
          <p14:tracePt t="163167" x="3663950" y="476250"/>
          <p14:tracePt t="163184" x="3683000" y="476250"/>
          <p14:tracePt t="163253" x="3683000" y="482600"/>
          <p14:tracePt t="163260" x="3683000" y="488950"/>
          <p14:tracePt t="163274" x="3683000" y="495300"/>
          <p14:tracePt t="163283" x="3683000" y="508000"/>
          <p14:tracePt t="163299" x="3683000" y="514350"/>
          <p14:tracePt t="163316" x="3683000" y="520700"/>
          <p14:tracePt t="163333" x="3683000" y="539750"/>
          <p14:tracePt t="163350" x="3683000" y="552450"/>
          <p14:tracePt t="163366" x="3683000" y="603250"/>
          <p14:tracePt t="163383" x="3689350" y="692150"/>
          <p14:tracePt t="163401" x="3695700" y="831850"/>
          <p14:tracePt t="163416" x="3708400" y="933450"/>
          <p14:tracePt t="163433" x="3721100" y="1047750"/>
          <p14:tracePt t="163450" x="3759200" y="1295400"/>
          <p14:tracePt t="163466" x="3829050" y="1543050"/>
          <p14:tracePt t="163483" x="3873500" y="1676400"/>
          <p14:tracePt t="163499" x="3968750" y="1930400"/>
          <p14:tracePt t="163516" x="4127500" y="2203450"/>
          <p14:tracePt t="163532" x="4222750" y="2336800"/>
          <p14:tracePt t="163549" x="4400550" y="2559050"/>
          <p14:tracePt t="163565" x="4565650" y="2768600"/>
          <p14:tracePt t="163583" x="4679950" y="2946400"/>
          <p14:tracePt t="163598" x="4743450" y="3028950"/>
          <p14:tracePt t="163615" x="4845050" y="3206750"/>
          <p14:tracePt t="163632" x="4965700" y="3409950"/>
          <p14:tracePt t="163648" x="5010150" y="3543300"/>
          <p14:tracePt t="163665" x="5124450" y="3886200"/>
          <p14:tracePt t="163682" x="5156200" y="3987800"/>
          <p14:tracePt t="164126" x="5200650" y="4057650"/>
          <p14:tracePt t="164132" x="5226050" y="4127500"/>
          <p14:tracePt t="164150" x="5245100" y="4197350"/>
          <p14:tracePt t="164163" x="5257800" y="4260850"/>
          <p14:tracePt t="164180" x="5276850" y="4400550"/>
          <p14:tracePt t="164197" x="5283200" y="4508500"/>
          <p14:tracePt t="164213" x="5283200" y="4540250"/>
          <p14:tracePt t="164232" x="5264150" y="4572000"/>
          <p14:tracePt t="164247" x="5238750" y="4603750"/>
          <p14:tracePt t="164263" x="5219700" y="4622800"/>
          <p14:tracePt t="164280" x="5137150" y="4692650"/>
          <p14:tracePt t="164296" x="4972050" y="4813300"/>
          <p14:tracePt t="164313" x="4851400" y="4876800"/>
          <p14:tracePt t="164330" x="4572000" y="4997450"/>
          <p14:tracePt t="164346" x="4337050" y="5073650"/>
          <p14:tracePt t="164363" x="4248150" y="5092700"/>
          <p14:tracePt t="164380" x="4114800" y="5111750"/>
          <p14:tracePt t="164396" x="4038600" y="5111750"/>
          <p14:tracePt t="164413" x="4006850" y="5105400"/>
          <p14:tracePt t="164430" x="3956050" y="5105400"/>
          <p14:tracePt t="164446" x="3943350" y="5099050"/>
          <p14:tracePt t="164464" x="3911600" y="5092700"/>
          <p14:tracePt t="164496" x="3905250" y="5092700"/>
          <p14:tracePt t="164513" x="3892550" y="5086350"/>
          <p14:tracePt t="164529" x="3879850" y="5086350"/>
          <p14:tracePt t="164546" x="3873500" y="5086350"/>
          <p14:tracePt t="164562" x="3860800" y="5086350"/>
          <p14:tracePt t="164579" x="3848100" y="5092700"/>
          <p14:tracePt t="164595" x="3841750" y="5092700"/>
          <p14:tracePt t="164612" x="3829050" y="5092700"/>
          <p14:tracePt t="164629" x="3816350" y="5105400"/>
          <p14:tracePt t="164646" x="3797300" y="5118100"/>
          <p14:tracePt t="164661" x="3790950" y="5124450"/>
          <p14:tracePt t="164678" x="3752850" y="5149850"/>
          <p14:tracePt t="164696" x="3702050" y="5187950"/>
          <p14:tracePt t="164711" x="3663950" y="5213350"/>
          <p14:tracePt t="164728" x="3625850" y="5232400"/>
          <p14:tracePt t="164745" x="3556000" y="5283200"/>
          <p14:tracePt t="164761" x="3543300" y="5289550"/>
          <p14:tracePt t="164778" x="3536950" y="5295900"/>
          <p14:tracePt t="164850" x="3543300" y="5295900"/>
          <p14:tracePt t="164857" x="3549650" y="5308600"/>
          <p14:tracePt t="164864" x="3556000" y="5308600"/>
          <p14:tracePt t="164881" x="3562350" y="5314950"/>
          <p14:tracePt t="164895" x="3575050" y="5327650"/>
          <p14:tracePt t="164911" x="3581400" y="5334000"/>
          <p14:tracePt t="164928" x="3581400" y="5340350"/>
          <p14:tracePt t="164944" x="3587750" y="5340350"/>
          <p14:tracePt t="164970" x="3594100" y="5346700"/>
          <p14:tracePt t="164998" x="3600450" y="5346700"/>
          <p14:tracePt t="165005" x="3600450" y="5353050"/>
          <p14:tracePt t="165026" x="3606800" y="5359400"/>
          <p14:tracePt t="165047" x="3613150" y="5359400"/>
          <p14:tracePt t="165062" x="3619500" y="5365750"/>
          <p14:tracePt t="165075" x="3625850" y="5372100"/>
          <p14:tracePt t="165089" x="3638550" y="5378450"/>
          <p14:tracePt t="165097" x="3663950" y="5391150"/>
          <p14:tracePt t="165113" x="3689350" y="5397500"/>
          <p14:tracePt t="165127" x="3746500" y="5416550"/>
          <p14:tracePt t="165143" x="3797300" y="5429250"/>
          <p14:tracePt t="165160" x="3943350" y="5454650"/>
          <p14:tracePt t="165177" x="4121150" y="5467350"/>
          <p14:tracePt t="165194" x="4324350" y="5473700"/>
          <p14:tracePt t="165210" x="4527550" y="5473700"/>
          <p14:tracePt t="165226" x="4616450" y="5473700"/>
          <p14:tracePt t="165243" x="4813300" y="5454650"/>
          <p14:tracePt t="165260" x="5016500" y="5429250"/>
          <p14:tracePt t="165277" x="5130800" y="5422900"/>
          <p14:tracePt t="165293" x="5346700" y="5391150"/>
          <p14:tracePt t="165309" x="5568950" y="5346700"/>
          <p14:tracePt t="165326" x="5683250" y="5340350"/>
          <p14:tracePt t="165343" x="5937250" y="5314950"/>
          <p14:tracePt t="165359" x="6178550" y="5295900"/>
          <p14:tracePt t="165377" x="6305550" y="5295900"/>
          <p14:tracePt t="165393" x="6534150" y="5276850"/>
          <p14:tracePt t="165409" x="6692900" y="5251450"/>
          <p14:tracePt t="165426" x="6959600" y="5238750"/>
          <p14:tracePt t="165442" x="7175500" y="5238750"/>
          <p14:tracePt t="165459" x="7289800" y="5245100"/>
          <p14:tracePt t="165476" x="7543800" y="5264150"/>
          <p14:tracePt t="165492" x="7759700" y="5295900"/>
          <p14:tracePt t="165509" x="7861300" y="5295900"/>
          <p14:tracePt t="165525" x="8013700" y="5314950"/>
          <p14:tracePt t="165542" x="8159750" y="5334000"/>
          <p14:tracePt t="165559" x="8242300" y="5346700"/>
          <p14:tracePt t="165575" x="8267700" y="5346700"/>
          <p14:tracePt t="165592" x="8312150" y="5353050"/>
          <p14:tracePt t="165609" x="8337550" y="5359400"/>
          <p14:tracePt t="165625" x="8343900" y="5365750"/>
          <p14:tracePt t="165721" x="8337550" y="5372100"/>
          <p14:tracePt t="165728" x="8331200" y="5372100"/>
          <p14:tracePt t="165744" x="8318500" y="5372100"/>
          <p14:tracePt t="165758" x="8312150" y="5372100"/>
          <p14:tracePt t="165775" x="8280400" y="5372100"/>
          <p14:tracePt t="165792" x="8204200" y="5378450"/>
          <p14:tracePt t="165808" x="8134350" y="5391150"/>
          <p14:tracePt t="165824" x="7981950" y="5410200"/>
          <p14:tracePt t="165841" x="7778750" y="5416550"/>
          <p14:tracePt t="165858" x="7664450" y="5429250"/>
          <p14:tracePt t="165874" x="7410450" y="5448300"/>
          <p14:tracePt t="165891" x="7181850" y="5473700"/>
          <p14:tracePt t="165909" x="7073900" y="5492750"/>
          <p14:tracePt t="165926" x="6896100" y="5505450"/>
          <p14:tracePt t="165941" x="6718300" y="5530850"/>
          <p14:tracePt t="165957" x="6648450" y="5543550"/>
          <p14:tracePt t="165975" x="6572250" y="5549900"/>
          <p14:tracePt t="165991" x="6502400" y="5556250"/>
          <p14:tracePt t="166007" x="6470650" y="5568950"/>
          <p14:tracePt t="166024" x="6413500" y="5575300"/>
          <p14:tracePt t="166040" x="6388100" y="5575300"/>
          <p14:tracePt t="166057" x="6324600" y="5568950"/>
          <p14:tracePt t="166074" x="6267450" y="5568950"/>
          <p14:tracePt t="166090" x="6248400" y="5575300"/>
          <p14:tracePt t="166108" x="6197600" y="5581650"/>
          <p14:tracePt t="166123" x="6146800" y="5600700"/>
          <p14:tracePt t="166140" x="6108700" y="5607050"/>
          <p14:tracePt t="166158" x="6032500" y="5651500"/>
          <p14:tracePt t="166173" x="5930900" y="5689600"/>
          <p14:tracePt t="166190" x="5899150" y="5715000"/>
          <p14:tracePt t="166206" x="5822950" y="5753100"/>
          <p14:tracePt t="166223" x="5740400" y="5791200"/>
          <p14:tracePt t="166240" x="5708650" y="5803900"/>
          <p14:tracePt t="166257" x="5645150" y="5829300"/>
          <p14:tracePt t="166273" x="5600700" y="5842000"/>
          <p14:tracePt t="166291" x="5461000" y="5886450"/>
          <p14:tracePt t="166306" x="5410200" y="5899150"/>
          <p14:tracePt t="166323" x="5365750" y="5911850"/>
          <p14:tracePt t="166340" x="5283200" y="5930900"/>
          <p14:tracePt t="166356" x="5226050" y="5937250"/>
          <p14:tracePt t="166373" x="5207000" y="5937250"/>
          <p14:tracePt t="166390" x="5187950" y="5943600"/>
          <p14:tracePt t="166406" x="5175250" y="5943600"/>
          <p14:tracePt t="166422" x="5168900" y="5943600"/>
          <p14:tracePt t="166438" x="5162550" y="5937250"/>
          <p14:tracePt t="166466" x="5162550" y="5930900"/>
          <p14:tracePt t="166502" x="5162550" y="5924550"/>
          <p14:tracePt t="166524" x="5168900" y="5918200"/>
          <p14:tracePt t="166544" x="5168900" y="5911850"/>
          <p14:tracePt t="166565" x="5175250" y="5905500"/>
          <p14:tracePt t="166607" x="5181600" y="5899150"/>
          <p14:tracePt t="166635" x="5187950" y="5892800"/>
          <p14:tracePt t="166642" x="5194300" y="5892800"/>
          <p14:tracePt t="166658" x="5200650" y="5892800"/>
          <p14:tracePt t="166677" x="5213350" y="5892800"/>
          <p14:tracePt t="166688" x="5226050" y="5892800"/>
          <p14:tracePt t="166705" x="5238750" y="5892800"/>
          <p14:tracePt t="166721" x="5289550" y="5892800"/>
          <p14:tracePt t="166738" x="5378450" y="5892800"/>
          <p14:tracePt t="166755" x="5511800" y="5899150"/>
          <p14:tracePt t="166771" x="5575300" y="5899150"/>
          <p14:tracePt t="166788" x="5702300" y="5918200"/>
          <p14:tracePt t="166804" x="5835650" y="5930900"/>
          <p14:tracePt t="166821" x="5886450" y="5930900"/>
          <p14:tracePt t="166839" x="5975350" y="5937250"/>
          <p14:tracePt t="166854" x="6045200" y="5937250"/>
          <p14:tracePt t="166870" x="6076950" y="5943600"/>
          <p14:tracePt t="166888" x="6115050" y="5969000"/>
          <p14:tracePt t="166904" x="6140450" y="5969000"/>
          <p14:tracePt t="166921" x="6178550" y="5975350"/>
          <p14:tracePt t="166937" x="6210300" y="5981700"/>
          <p14:tracePt t="166954" x="6229350" y="5981700"/>
          <p14:tracePt t="166971" x="6254750" y="5981700"/>
          <p14:tracePt t="166987" x="6273800" y="5981700"/>
          <p14:tracePt t="167004" x="6280150" y="5981700"/>
          <p14:tracePt t="167021" x="6292850" y="5981700"/>
          <p14:tracePt t="167037" x="6299200" y="5981700"/>
          <p14:tracePt t="167054" x="6305550" y="5981700"/>
          <p14:tracePt t="167070" x="6311900" y="5981700"/>
          <p14:tracePt t="167086" x="6324600" y="5981700"/>
          <p14:tracePt t="167103" x="6337300" y="5981700"/>
          <p14:tracePt t="167871" x="6330950" y="5975350"/>
          <p14:tracePt t="167878" x="6311900" y="5969000"/>
          <p14:tracePt t="167892" x="6286500" y="5956300"/>
          <p14:tracePt t="167901" x="6261100" y="5949950"/>
          <p14:tracePt t="167917" x="6216650" y="5930900"/>
          <p14:tracePt t="167934" x="6121400" y="5905500"/>
          <p14:tracePt t="167951" x="5969000" y="5842000"/>
          <p14:tracePt t="167967" x="5880100" y="5816600"/>
          <p14:tracePt t="167984" x="5670550" y="5759450"/>
          <p14:tracePt t="168000" x="5391150" y="5683250"/>
          <p14:tracePt t="168018" x="5149850" y="5638800"/>
          <p14:tracePt t="168033" x="5048250" y="5632450"/>
          <p14:tracePt t="168050" x="4946650" y="5632450"/>
          <p14:tracePt t="168067" x="4781550" y="5632450"/>
          <p14:tracePt t="168083" x="4654550" y="5619750"/>
          <p14:tracePt t="168100" x="4597400" y="5619750"/>
          <p14:tracePt t="168117" x="4521200" y="5619750"/>
          <p14:tracePt t="168133" x="4502150" y="5619750"/>
          <p14:tracePt t="168150" x="4495800" y="5619750"/>
          <p14:tracePt t="168167" x="4489450" y="5626100"/>
          <p14:tracePt t="168203" x="4489450" y="5632450"/>
          <p14:tracePt t="168250" x="4489450" y="5638800"/>
          <p14:tracePt t="168271" x="4495800" y="5638800"/>
          <p14:tracePt t="168278" x="4502150" y="5638800"/>
          <p14:tracePt t="168292" x="4508500" y="5638800"/>
          <p14:tracePt t="168302" x="4514850" y="5645150"/>
          <p14:tracePt t="168315" x="4527550" y="5645150"/>
          <p14:tracePt t="168332" x="4540250" y="5651500"/>
          <p14:tracePt t="168349" x="4559300" y="5664200"/>
          <p14:tracePt t="168366" x="4572000" y="5670550"/>
          <p14:tracePt t="168383" x="4610100" y="5676900"/>
          <p14:tracePt t="168399" x="4648200" y="5676900"/>
          <p14:tracePt t="168415" x="4781550" y="5676900"/>
          <p14:tracePt t="168433" x="4946650" y="5676900"/>
          <p14:tracePt t="168449" x="5060950" y="5676900"/>
          <p14:tracePt t="168465" x="5283200" y="5670550"/>
          <p14:tracePt t="168482" x="5499100" y="5670550"/>
          <p14:tracePt t="168499" x="5600700" y="5670550"/>
          <p14:tracePt t="168516" x="5810250" y="5695950"/>
          <p14:tracePt t="168532" x="5988050" y="5746750"/>
          <p14:tracePt t="168548" x="6070600" y="5765800"/>
          <p14:tracePt t="168565" x="6203950" y="5803900"/>
          <p14:tracePt t="168581" x="6273800" y="5829300"/>
          <p14:tracePt t="168598" x="6305550" y="5835650"/>
          <p14:tracePt t="168616" x="6337300" y="5835650"/>
          <p14:tracePt t="168631" x="6356350" y="5842000"/>
          <p14:tracePt t="168665" x="6362700" y="5842000"/>
          <p14:tracePt t="168721" x="6362700" y="5835650"/>
          <p14:tracePt t="168742" x="6362700" y="5829300"/>
          <p14:tracePt t="168763" x="6362700" y="5822950"/>
          <p14:tracePt t="168791" x="6356350" y="5822950"/>
          <p14:tracePt t="168812" x="6350000" y="5822950"/>
          <p14:tracePt t="168840" x="6343650" y="5816600"/>
          <p14:tracePt t="168946" x="6337300" y="5816600"/>
          <p14:tracePt t="169518" x="6305550" y="5816600"/>
          <p14:tracePt t="169525" x="6267450" y="5816600"/>
          <p14:tracePt t="169539" x="6216650" y="5816600"/>
          <p14:tracePt t="169548" x="6165850" y="5816600"/>
          <p14:tracePt t="169561" x="6108700" y="5822950"/>
          <p14:tracePt t="169578" x="5943600" y="5842000"/>
          <p14:tracePt t="169595" x="5702300" y="5873750"/>
          <p14:tracePt t="169612" x="5537200" y="5899150"/>
          <p14:tracePt t="169628" x="5156200" y="5937250"/>
          <p14:tracePt t="169644" x="4673600" y="5975350"/>
          <p14:tracePt t="169661" x="4406900" y="5994400"/>
          <p14:tracePt t="169678" x="3879850" y="6007100"/>
          <p14:tracePt t="169694" x="3511550" y="6000750"/>
          <p14:tracePt t="169711" x="3365500" y="5981700"/>
          <p14:tracePt t="169728" x="3041650" y="5918200"/>
          <p14:tracePt t="169744" x="2933700" y="5880100"/>
          <p14:tracePt t="169761" x="2736850" y="5829300"/>
          <p14:tracePt t="169778" x="2616200" y="5791200"/>
          <p14:tracePt t="169794" x="2565400" y="5772150"/>
          <p14:tracePt t="169811" x="2501900" y="5753100"/>
          <p14:tracePt t="169827" x="2457450" y="5753100"/>
          <p14:tracePt t="169844" x="2425700" y="5753100"/>
          <p14:tracePt t="169861" x="2374900" y="5753100"/>
          <p14:tracePt t="169877" x="2343150" y="5753100"/>
          <p14:tracePt t="169894" x="2324100" y="5753100"/>
          <p14:tracePt t="169911" x="2292350" y="5753100"/>
          <p14:tracePt t="169927" x="2279650" y="5753100"/>
          <p14:tracePt t="169943" x="2273300" y="5753100"/>
          <p14:tracePt t="170115" x="2279650" y="5759450"/>
          <p14:tracePt t="170157" x="2292350" y="5765800"/>
          <p14:tracePt t="170171" x="2298700" y="5765800"/>
          <p14:tracePt t="170185" x="2305050" y="5765800"/>
          <p14:tracePt t="170206" x="2311400" y="5772150"/>
          <p14:tracePt t="170248" x="2317750" y="5772150"/>
          <p14:tracePt t="170255" x="2324100" y="5772150"/>
          <p14:tracePt t="170277" x="2330450" y="5772150"/>
          <p14:tracePt t="170290" x="2343150" y="5772150"/>
          <p14:tracePt t="170298" x="2355850" y="5772150"/>
          <p14:tracePt t="170312" x="2374900" y="5772150"/>
          <p14:tracePt t="170326" x="2438400" y="5772150"/>
          <p14:tracePt t="170341" x="2495550" y="5772150"/>
          <p14:tracePt t="170359" x="2559050" y="5772150"/>
          <p14:tracePt t="170375" x="2800350" y="5759450"/>
          <p14:tracePt t="170392" x="2889250" y="5746750"/>
          <p14:tracePt t="170409" x="2965450" y="5746750"/>
          <p14:tracePt t="170425" x="3111500" y="5740400"/>
          <p14:tracePt t="170442" x="3200400" y="5727700"/>
          <p14:tracePt t="170459" x="3257550" y="5727700"/>
          <p14:tracePt t="170475" x="3270250" y="5727700"/>
          <p14:tracePt t="170492" x="3295650" y="5727700"/>
          <p14:tracePt t="170509" x="3308350" y="5727700"/>
          <p14:tracePt t="170541" x="3314700" y="5727700"/>
          <p14:tracePt t="170656" x="3327400" y="5727700"/>
          <p14:tracePt t="170677" x="3333750" y="5727700"/>
          <p14:tracePt t="170698" x="3340100" y="5727700"/>
          <p14:tracePt t="170719" x="3346450" y="5727700"/>
          <p14:tracePt t="170726" x="3352800" y="5727700"/>
          <p14:tracePt t="170740" x="3359150" y="5727700"/>
          <p14:tracePt t="170769" x="3365500" y="5721350"/>
          <p14:tracePt t="170783" x="3378200" y="5721350"/>
          <p14:tracePt t="170789" x="3384550" y="5715000"/>
          <p14:tracePt t="170804" x="3397250" y="5708650"/>
          <p14:tracePt t="170810" x="3409950" y="5708650"/>
          <p14:tracePt t="170824" x="3429000" y="5702300"/>
          <p14:tracePt t="170840" x="3460750" y="5695950"/>
          <p14:tracePt t="170857" x="3473450" y="5689600"/>
          <p14:tracePt t="170874" x="3498850" y="5683250"/>
          <p14:tracePt t="170890" x="3524250" y="5676900"/>
          <p14:tracePt t="170907" x="3530600" y="5676900"/>
          <p14:tracePt t="170923" x="3543300" y="5676900"/>
          <p14:tracePt t="170940" x="3549650" y="5676900"/>
          <p14:tracePt t="171155" x="3556000" y="5683250"/>
          <p14:tracePt t="171162" x="3562350" y="5683250"/>
          <p14:tracePt t="171172" x="3568700" y="5683250"/>
          <p14:tracePt t="171190" x="3575050" y="5689600"/>
          <p14:tracePt t="171222" x="3581400" y="5695950"/>
          <p14:tracePt t="171240" x="3587750" y="5695950"/>
          <p14:tracePt t="171260" x="3594100" y="5695950"/>
          <p14:tracePt t="171276" x="3600450" y="5695950"/>
          <p14:tracePt t="171289" x="3606800" y="5702300"/>
          <p14:tracePt t="171305" x="3613150" y="5702300"/>
          <p14:tracePt t="171322" x="3619500" y="5708650"/>
          <p14:tracePt t="171339" x="3625850" y="5708650"/>
          <p14:tracePt t="171355" x="3632200" y="5715000"/>
          <p14:tracePt t="171373" x="3644900" y="5715000"/>
          <p14:tracePt t="171388" x="3651250" y="5715000"/>
          <p14:tracePt t="171405" x="3663950" y="5715000"/>
          <p14:tracePt t="171422" x="3683000" y="5727700"/>
          <p14:tracePt t="171439" x="3689350" y="5727700"/>
          <p14:tracePt t="171442" x="3708400" y="5734050"/>
          <p14:tracePt t="171455" x="3721100" y="5740400"/>
          <p14:tracePt t="171472" x="3765550" y="5759450"/>
          <p14:tracePt t="171488" x="3784600" y="5765800"/>
          <p14:tracePt t="171505" x="3803650" y="5765800"/>
          <p14:tracePt t="171521" x="3867150" y="5772150"/>
          <p14:tracePt t="171538" x="3886200" y="5778500"/>
          <p14:tracePt t="171556" x="3930650" y="5778500"/>
          <p14:tracePt t="171571" x="3949700" y="5778500"/>
          <p14:tracePt t="171588" x="3994150" y="5784850"/>
          <p14:tracePt t="171605" x="4006850" y="5784850"/>
          <p14:tracePt t="171621" x="4019550" y="5784850"/>
          <p14:tracePt t="171638" x="4038600" y="5784850"/>
          <p14:tracePt t="171654" x="4057650" y="5784850"/>
          <p14:tracePt t="171687" x="4064000" y="5784850"/>
          <p14:tracePt t="171704" x="4070350" y="5784850"/>
          <p14:tracePt t="171724" x="4076700" y="5784850"/>
          <p14:tracePt t="171738" x="4083050" y="5784850"/>
          <p14:tracePt t="171754" x="4089400" y="5784850"/>
          <p14:tracePt t="171774" x="4095750" y="5784850"/>
          <p14:tracePt t="171822" x="4102100" y="5784850"/>
          <p14:tracePt t="171844" x="4108450" y="5784850"/>
          <p14:tracePt t="171872" x="4114800" y="5784850"/>
          <p14:tracePt t="171928" x="4121150" y="5784850"/>
          <p14:tracePt t="171934" x="4127500" y="5784850"/>
          <p14:tracePt t="171984" x="4133850" y="5784850"/>
          <p14:tracePt t="172012" x="4140200" y="5784850"/>
          <p14:tracePt t="172033" x="4140200" y="5778500"/>
          <p14:tracePt t="172040" x="4140200" y="5772150"/>
          <p14:tracePt t="172696" x="4133850" y="5721350"/>
          <p14:tracePt t="172703" x="4102100" y="5645150"/>
          <p14:tracePt t="172720" x="4083050" y="5562600"/>
          <p14:tracePt t="172734" x="4051300" y="5473700"/>
          <p14:tracePt t="172751" x="3994150" y="5302250"/>
          <p14:tracePt t="172767" x="3930650" y="5137150"/>
          <p14:tracePt t="172784" x="3892550" y="5048250"/>
          <p14:tracePt t="172801" x="3810000" y="4857750"/>
          <p14:tracePt t="172817" x="3714750" y="4546600"/>
          <p14:tracePt t="172833" x="3663950" y="4368800"/>
          <p14:tracePt t="172851" x="3575050" y="3917950"/>
          <p14:tracePt t="172867" x="3511550" y="3594100"/>
          <p14:tracePt t="172883" x="3492500" y="3505200"/>
          <p14:tracePt t="172900" x="3448050" y="3365500"/>
          <p14:tracePt t="172916" x="3429000" y="3302000"/>
          <p14:tracePt t="172933" x="3365500" y="3149600"/>
          <p14:tracePt t="172950" x="3314700" y="2959100"/>
          <p14:tracePt t="172966" x="3289300" y="2863850"/>
          <p14:tracePt t="172984" x="3244850" y="2660650"/>
          <p14:tracePt t="172999" x="3194050" y="2451100"/>
          <p14:tracePt t="173016" x="3175000" y="2336800"/>
          <p14:tracePt t="173033" x="3124200" y="2178050"/>
          <p14:tracePt t="173049" x="3073400" y="2051050"/>
          <p14:tracePt t="173066" x="3048000" y="1974850"/>
          <p14:tracePt t="173082" x="2984500" y="1803400"/>
          <p14:tracePt t="173099" x="2927350" y="1663700"/>
          <p14:tracePt t="173117" x="2895600" y="1600200"/>
          <p14:tracePt t="173133" x="2870200" y="1479550"/>
          <p14:tracePt t="173149" x="2838450" y="1403350"/>
          <p14:tracePt t="173166" x="2800350" y="1327150"/>
          <p14:tracePt t="173182" x="2787650" y="1295400"/>
          <p14:tracePt t="173199" x="2768600" y="1244600"/>
          <p14:tracePt t="173216" x="2736850" y="1117600"/>
          <p14:tracePt t="173232" x="2736850" y="1073150"/>
          <p14:tracePt t="173248" x="2730500" y="1047750"/>
          <p14:tracePt t="173265" x="2711450" y="977900"/>
          <p14:tracePt t="173282" x="2705100" y="952500"/>
          <p14:tracePt t="173300" x="2692400" y="933450"/>
          <p14:tracePt t="173315" x="2692400" y="901700"/>
          <p14:tracePt t="173331" x="2692400" y="863600"/>
          <p14:tracePt t="173349" x="2692400" y="812800"/>
          <p14:tracePt t="173365" x="2686050" y="781050"/>
          <p14:tracePt t="173382" x="2686050" y="749300"/>
          <p14:tracePt t="173399" x="2686050" y="717550"/>
          <p14:tracePt t="173415" x="2686050" y="704850"/>
          <p14:tracePt t="173431" x="2686050" y="692150"/>
          <p14:tracePt t="173448" x="2692400" y="685800"/>
          <p14:tracePt t="173465" x="2692400" y="679450"/>
          <p14:tracePt t="173481" x="2698750" y="679450"/>
          <p14:tracePt t="173498" x="2705100" y="673100"/>
          <p14:tracePt t="173514" x="2717800" y="673100"/>
          <p14:tracePt t="173532" x="2730500" y="666750"/>
          <p14:tracePt t="173547" x="2736850" y="666750"/>
          <p14:tracePt t="173564" x="2749550" y="666750"/>
          <p14:tracePt t="173581" x="2762250" y="660400"/>
          <p14:tracePt t="173598" x="2781300" y="660400"/>
          <p14:tracePt t="173614" x="2813050" y="660400"/>
          <p14:tracePt t="173631" x="2863850" y="660400"/>
          <p14:tracePt t="173647" x="2889250" y="654050"/>
          <p14:tracePt t="173665" x="2946400" y="654050"/>
          <p14:tracePt t="173680" x="3009900" y="647700"/>
          <p14:tracePt t="173697" x="3035300" y="641350"/>
          <p14:tracePt t="173714" x="3086100" y="641350"/>
          <p14:tracePt t="173731" x="3124200" y="641350"/>
          <p14:tracePt t="173747" x="3149600" y="641350"/>
          <p14:tracePt t="173764" x="3187700" y="641350"/>
          <p14:tracePt t="173780" x="3206750" y="647700"/>
          <p14:tracePt t="173797" x="3213100" y="647700"/>
          <p14:tracePt t="173814" x="3219450" y="660400"/>
          <p14:tracePt t="173841" x="3225800" y="660400"/>
          <p14:tracePt t="173850" x="3225800" y="666750"/>
          <p14:tracePt t="173883" x="3232150" y="666750"/>
          <p14:tracePt t="173911" x="3244850" y="673100"/>
          <p14:tracePt t="173932" x="3251200" y="679450"/>
          <p14:tracePt t="173960" x="3257550" y="679450"/>
          <p14:tracePt t="173967" x="3263900" y="685800"/>
          <p14:tracePt t="174009" x="3270250" y="685800"/>
          <p14:tracePt t="174016" x="3276600" y="692150"/>
          <p14:tracePt t="174037" x="3282950" y="698500"/>
          <p14:tracePt t="174058" x="3289300" y="698500"/>
          <p14:tracePt t="174641" x="3282950" y="692150"/>
          <p14:tracePt t="174655" x="3263900" y="685800"/>
          <p14:tracePt t="174663" x="3238500" y="660400"/>
          <p14:tracePt t="174677" x="3219450" y="641350"/>
          <p14:tracePt t="174693" x="3136900" y="590550"/>
          <p14:tracePt t="174711" x="3086100" y="552450"/>
          <p14:tracePt t="174727" x="3054350" y="527050"/>
          <p14:tracePt t="174744" x="3028950" y="501650"/>
          <p14:tracePt t="174761" x="2984500" y="450850"/>
          <p14:tracePt t="174777" x="2965450" y="438150"/>
          <p14:tracePt t="174793" x="2952750" y="431800"/>
          <p14:tracePt t="174810" x="2933700" y="412750"/>
          <p14:tracePt t="174827" x="2914650" y="400050"/>
          <p14:tracePt t="174844" x="2914650" y="393700"/>
          <p14:tracePt t="174860" x="2908300" y="387350"/>
          <p14:tracePt t="174876" x="2901950" y="387350"/>
          <p14:tracePt t="174922" x="2895600" y="387350"/>
          <p14:tracePt t="175013" x="2901950" y="387350"/>
          <p14:tracePt t="175034" x="2908300" y="387350"/>
          <p14:tracePt t="175041" x="2908300" y="393700"/>
          <p14:tracePt t="180239" x="2908300" y="400050"/>
          <p14:tracePt t="180253" x="2908300" y="406400"/>
          <p14:tracePt t="180261" x="2908300" y="419100"/>
          <p14:tracePt t="180274" x="2908300" y="431800"/>
          <p14:tracePt t="180291" x="2908300" y="450850"/>
          <p14:tracePt t="180308" x="2908300" y="463550"/>
          <p14:tracePt t="180324" x="2908300" y="476250"/>
          <p14:tracePt t="180341" x="2901950" y="495300"/>
          <p14:tracePt t="180358" x="2889250" y="514350"/>
          <p14:tracePt t="180374" x="2882900" y="527050"/>
          <p14:tracePt t="180391" x="2876550" y="539750"/>
          <p14:tracePt t="180408" x="2851150" y="577850"/>
          <p14:tracePt t="180424" x="2838450" y="590550"/>
          <p14:tracePt t="180440" x="2832100" y="609600"/>
          <p14:tracePt t="180457" x="2806700" y="647700"/>
          <p14:tracePt t="180474" x="2794000" y="679450"/>
          <p14:tracePt t="180491" x="2794000" y="685800"/>
          <p14:tracePt t="180507" x="2787650" y="704850"/>
          <p14:tracePt t="180540" x="2787650" y="717550"/>
          <p14:tracePt t="180569" x="2787650" y="723900"/>
          <p14:tracePt t="183709" x="2857500" y="762000"/>
          <p14:tracePt t="183723" x="2984500" y="857250"/>
          <p14:tracePt t="183732" x="3168650" y="984250"/>
          <p14:tracePt t="183746" x="3378200" y="1117600"/>
          <p14:tracePt t="183762" x="3854450" y="1479550"/>
          <p14:tracePt t="183780" x="4095750" y="1676400"/>
          <p14:tracePt t="183796" x="4654550" y="2152650"/>
          <p14:tracePt t="183813" x="4902200" y="2381250"/>
          <p14:tracePt t="183830" x="5695950" y="3124200"/>
          <p14:tracePt t="183846" x="5930900" y="3314700"/>
          <p14:tracePt t="183862" x="6108700" y="3486150"/>
          <p14:tracePt t="183879" x="6381750" y="3816350"/>
          <p14:tracePt t="183895" x="6553200" y="4013200"/>
          <p14:tracePt t="183912" x="6591300" y="4070350"/>
          <p14:tracePt t="183929" x="6661150" y="4184650"/>
          <p14:tracePt t="183945" x="6686550" y="4267200"/>
          <p14:tracePt t="183962" x="6692900" y="4318000"/>
          <p14:tracePt t="183978" x="6686550" y="4343400"/>
          <p14:tracePt t="183995" x="6661150" y="4413250"/>
          <p14:tracePt t="184012" x="6642100" y="4483100"/>
          <p14:tracePt t="184028" x="6623050" y="4540250"/>
          <p14:tracePt t="184045" x="6616700" y="4654550"/>
          <p14:tracePt t="184061" x="6610350" y="4762500"/>
          <p14:tracePt t="184078" x="6597650" y="4813300"/>
          <p14:tracePt t="184082" x="6604000" y="4889500"/>
          <p14:tracePt t="184097" x="6610350" y="4984750"/>
          <p14:tracePt t="184111" x="6610350" y="5149850"/>
          <p14:tracePt t="184128" x="6610350" y="5238750"/>
          <p14:tracePt t="184145" x="6578600" y="5391150"/>
          <p14:tracePt t="184161" x="6553200" y="5448300"/>
          <p14:tracePt t="184178" x="6496050" y="5562600"/>
          <p14:tracePt t="184194" x="6451600" y="5651500"/>
          <p14:tracePt t="184211" x="6426200" y="5683250"/>
          <p14:tracePt t="184228" x="6375400" y="5759450"/>
          <p14:tracePt t="184244" x="6318250" y="5810250"/>
          <p14:tracePt t="184261" x="6305550" y="5822950"/>
          <p14:tracePt t="184278" x="6261100" y="5867400"/>
          <p14:tracePt t="184294" x="6223000" y="5905500"/>
          <p14:tracePt t="184310" x="6203950" y="5930900"/>
          <p14:tracePt t="184327" x="6178550" y="5956300"/>
          <p14:tracePt t="184344" x="6165850" y="5969000"/>
          <p14:tracePt t="184360" x="6159500" y="5975350"/>
          <p14:tracePt t="184377" x="6153150" y="5975350"/>
          <p14:tracePt t="184394" x="6146800" y="5969000"/>
          <p14:tracePt t="184427" x="6146800" y="5962650"/>
          <p14:tracePt t="184443" x="6146800" y="5956300"/>
          <p14:tracePt t="184461" x="6146800" y="5943600"/>
          <p14:tracePt t="184503" x="6153150" y="5937250"/>
          <p14:tracePt t="184530" x="6153150" y="5930900"/>
          <p14:tracePt t="184566" x="6159500" y="5930900"/>
          <p14:tracePt t="184594" x="6165850" y="5924550"/>
          <p14:tracePt t="184623" x="6165850" y="5918200"/>
          <p14:tracePt t="184644" x="6165850" y="5911850"/>
          <p14:tracePt t="184665" x="6165850" y="5905500"/>
          <p14:tracePt t="184671" x="6159500" y="5905500"/>
          <p14:tracePt t="184694" x="6153150" y="5905500"/>
          <p14:tracePt t="184707" x="6146800" y="5899150"/>
          <p14:tracePt t="184714" x="6140450" y="5899150"/>
          <p14:tracePt t="184729" x="6134100" y="5899150"/>
          <p14:tracePt t="184742" x="6108700" y="5892800"/>
          <p14:tracePt t="184759" x="6076950" y="5886450"/>
          <p14:tracePt t="184776" x="6026150" y="5886450"/>
          <p14:tracePt t="184792" x="5905500" y="5867400"/>
          <p14:tracePt t="184809" x="5702300" y="5829300"/>
          <p14:tracePt t="184826" x="5480050" y="5784850"/>
          <p14:tracePt t="184842" x="5365750" y="5765800"/>
          <p14:tracePt t="184859" x="5168900" y="5715000"/>
          <p14:tracePt t="184876" x="5035550" y="5676900"/>
          <p14:tracePt t="184892" x="4984750" y="5670550"/>
          <p14:tracePt t="184909" x="4933950" y="5657850"/>
          <p14:tracePt t="184925" x="4908550" y="5651500"/>
          <p14:tracePt t="184958" x="4902200" y="5651500"/>
          <p14:tracePt t="184975" x="4902200" y="5657850"/>
          <p14:tracePt t="184991" x="4902200" y="5664200"/>
          <p14:tracePt t="185011" x="4902200" y="5670550"/>
          <p14:tracePt t="185025" x="4902200" y="5676900"/>
          <p14:tracePt t="185045" x="4908550" y="5683250"/>
          <p14:tracePt t="185079" x="4914900" y="5683250"/>
          <p14:tracePt t="185128" x="4921250" y="5683250"/>
          <p14:tracePt t="185135" x="4927600" y="5683250"/>
          <p14:tracePt t="185206" x="4927600" y="5689600"/>
          <p14:tracePt t="185227" x="4933950" y="5695950"/>
          <p14:tracePt t="185233" x="4933950" y="5702300"/>
          <p14:tracePt t="185243" x="4940300" y="5702300"/>
          <p14:tracePt t="185557" x="4883150" y="5651500"/>
          <p14:tracePt t="185564" x="4794250" y="5524500"/>
          <p14:tracePt t="185578" x="4679950" y="5384800"/>
          <p14:tracePt t="185589" x="4552950" y="5207000"/>
          <p14:tracePt t="185607" x="4260850" y="4743450"/>
          <p14:tracePt t="185623" x="4064000" y="4387850"/>
          <p14:tracePt t="185639" x="3740150" y="3733800"/>
          <p14:tracePt t="185656" x="3486150" y="3073400"/>
          <p14:tracePt t="185672" x="3365500" y="2736850"/>
          <p14:tracePt t="185689" x="3244850" y="2393950"/>
          <p14:tracePt t="185706" x="3060700" y="1866900"/>
          <p14:tracePt t="185722" x="2946400" y="1428750"/>
          <p14:tracePt t="185739" x="2876550" y="1193800"/>
          <p14:tracePt t="185757" x="2787650" y="831850"/>
          <p14:tracePt t="185772" x="2724150" y="615950"/>
          <p14:tracePt t="185790" x="2654300" y="438150"/>
          <p14:tracePt t="185805" x="2622550" y="361950"/>
          <p14:tracePt t="185822" x="2578100" y="273050"/>
          <p14:tracePt t="185839" x="2520950" y="203200"/>
          <p14:tracePt t="185856" x="2482850" y="177800"/>
          <p14:tracePt t="185872" x="2432050" y="133350"/>
          <p14:tracePt t="185889" x="2368550" y="107950"/>
          <p14:tracePt t="185905" x="2349500" y="95250"/>
          <p14:tracePt t="185921" x="2324100" y="82550"/>
          <p14:tracePt t="185938" x="2305050" y="76200"/>
          <p14:tracePt t="185972" x="2298700" y="82550"/>
          <p14:tracePt t="185988" x="2298700" y="101600"/>
          <p14:tracePt t="186005" x="2298700" y="114300"/>
          <p14:tracePt t="186022" x="2311400" y="139700"/>
          <p14:tracePt t="186038" x="2317750" y="152400"/>
          <p14:tracePt t="186055" x="2336800" y="177800"/>
          <p14:tracePt t="186071" x="2362200" y="228600"/>
          <p14:tracePt t="186088" x="2374900" y="260350"/>
          <p14:tracePt t="186091" x="2381250" y="304800"/>
          <p14:tracePt t="186105" x="2393950" y="342900"/>
          <p14:tracePt t="186121" x="2425700" y="444500"/>
          <p14:tracePt t="186138" x="2438400" y="482600"/>
          <p14:tracePt t="186156" x="2457450" y="533400"/>
          <p14:tracePt t="186170" x="2476500" y="571500"/>
          <p14:tracePt t="186187" x="2482850" y="584200"/>
          <p14:tracePt t="186204" x="2495550" y="584200"/>
          <p14:tracePt t="186221" x="2495550" y="590550"/>
          <p14:tracePt t="186282" x="2501900" y="590550"/>
          <p14:tracePt t="186288" x="2508250" y="590550"/>
          <p14:tracePt t="186324" x="2514600" y="596900"/>
          <p14:tracePt t="186352" x="2520950" y="596900"/>
          <p14:tracePt t="186359" x="2527300" y="603250"/>
          <p14:tracePt t="186373" x="2533650" y="603250"/>
          <p14:tracePt t="186387" x="2540000" y="609600"/>
          <p14:tracePt t="186403" x="2559050" y="615950"/>
          <p14:tracePt t="186420" x="2565400" y="628650"/>
          <p14:tracePt t="186437" x="2590800" y="647700"/>
          <p14:tracePt t="186453" x="2622550" y="666750"/>
          <p14:tracePt t="186472" x="2647950" y="679450"/>
          <p14:tracePt t="186486" x="2660650" y="692150"/>
          <p14:tracePt t="186503" x="2686050" y="704850"/>
          <p14:tracePt t="186520" x="2705100" y="717550"/>
          <p14:tracePt t="186536" x="2711450" y="717550"/>
          <p14:tracePt t="186553" x="2724150" y="723900"/>
          <p14:tracePt t="186570" x="2743200" y="723900"/>
          <p14:tracePt t="186586" x="2755900" y="730250"/>
          <p14:tracePt t="186589" x="2774950" y="730250"/>
          <p14:tracePt t="186603" x="2800350" y="736600"/>
          <p14:tracePt t="186619" x="2838450" y="749300"/>
          <p14:tracePt t="189545" x="2800350" y="825500"/>
          <p14:tracePt t="189551" x="2711450" y="946150"/>
          <p14:tracePt t="189566" x="2584450" y="1130300"/>
          <p14:tracePt t="189575" x="2457450" y="1384300"/>
          <p14:tracePt t="189592" x="2317750" y="1631950"/>
          <p14:tracePt t="189609" x="2139950" y="2089150"/>
          <p14:tracePt t="189625" x="2038350" y="2546350"/>
          <p14:tracePt t="189643" x="1974850" y="2965450"/>
          <p14:tracePt t="189659" x="1943100" y="3213100"/>
          <p14:tracePt t="189675" x="1930400" y="3613150"/>
          <p14:tracePt t="189692" x="1936750" y="3797300"/>
          <p14:tracePt t="189709" x="1955800" y="4064000"/>
          <p14:tracePt t="189725" x="1968500" y="4191000"/>
          <p14:tracePt t="189742" x="2038350" y="4521200"/>
          <p14:tracePt t="189759" x="2057400" y="4584700"/>
          <p14:tracePt t="189775" x="2076450" y="4667250"/>
          <p14:tracePt t="189792" x="2133600" y="4787900"/>
          <p14:tracePt t="189808" x="2190750" y="4902200"/>
          <p14:tracePt t="189826" x="2235200" y="4978400"/>
          <p14:tracePt t="189841" x="2260600" y="5022850"/>
          <p14:tracePt t="189858" x="2286000" y="5105400"/>
          <p14:tracePt t="189875" x="2317750" y="5181600"/>
          <p14:tracePt t="189891" x="2336800" y="5232400"/>
          <p14:tracePt t="189908" x="2393950" y="5372100"/>
          <p14:tracePt t="189925" x="2438400" y="5461000"/>
          <p14:tracePt t="189941" x="2463800" y="5492750"/>
          <p14:tracePt t="189959" x="2489200" y="5537200"/>
          <p14:tracePt t="189974" x="2514600" y="5568950"/>
          <p14:tracePt t="189991" x="2520950" y="5581650"/>
          <p14:tracePt t="190009" x="2540000" y="5607050"/>
          <p14:tracePt t="190024" x="2571750" y="5613400"/>
          <p14:tracePt t="190041" x="2584450" y="5619750"/>
          <p14:tracePt t="190057" x="2609850" y="5619750"/>
          <p14:tracePt t="190074" x="2622550" y="5619750"/>
          <p14:tracePt t="190091" x="2647950" y="5619750"/>
          <p14:tracePt t="190107" x="2673350" y="5619750"/>
          <p14:tracePt t="190124" x="2679700" y="5613400"/>
          <p14:tracePt t="190142" x="2692400" y="5613400"/>
          <p14:tracePt t="190158" x="2698750" y="5613400"/>
          <p14:tracePt t="190174" x="2705100" y="5613400"/>
          <p14:tracePt t="190191" x="2711450" y="5613400"/>
          <p14:tracePt t="190207" x="2717800" y="5613400"/>
          <p14:tracePt t="190223" x="2724150" y="5613400"/>
          <p14:tracePt t="190240" x="2730500" y="5613400"/>
          <p14:tracePt t="190275" x="2736850" y="5613400"/>
          <p14:tracePt t="190297" x="2743200" y="5613400"/>
          <p14:tracePt t="190303" x="2749550" y="5613400"/>
          <p14:tracePt t="190325" x="2755900" y="5613400"/>
          <p14:tracePt t="190339" x="2762250" y="5613400"/>
          <p14:tracePt t="190346" x="2768600" y="5613400"/>
          <p14:tracePt t="190367" x="2774950" y="5613400"/>
          <p14:tracePt t="190376" x="2787650" y="5613400"/>
          <p14:tracePt t="190390" x="2813050" y="5607050"/>
          <p14:tracePt t="191111" x="2800350" y="5600700"/>
          <p14:tracePt t="191118" x="2787650" y="5581650"/>
          <p14:tracePt t="191132" x="2774950" y="5581650"/>
          <p14:tracePt t="191140" x="2755900" y="5575300"/>
          <p14:tracePt t="191154" x="2743200" y="5568950"/>
          <p14:tracePt t="191170" x="2711450" y="5568950"/>
          <p14:tracePt t="191187" x="2692400" y="5568950"/>
          <p14:tracePt t="191204" x="2647950" y="5588000"/>
          <p14:tracePt t="191220" x="2628900" y="5594350"/>
          <p14:tracePt t="191238" x="2578100" y="5619750"/>
          <p14:tracePt t="191253" x="2565400" y="5626100"/>
          <p14:tracePt t="191270" x="2559050" y="5638800"/>
          <p14:tracePt t="191287" x="2546350" y="5651500"/>
          <p14:tracePt t="191303" x="2540000" y="5657850"/>
          <p14:tracePt t="191320" x="2527300" y="5664200"/>
          <p14:tracePt t="191336" x="2514600" y="5670550"/>
          <p14:tracePt t="191353" x="2501900" y="5683250"/>
          <p14:tracePt t="191386" x="2489200" y="5689600"/>
          <p14:tracePt t="191403" x="2476500" y="5695950"/>
          <p14:tracePt t="191420" x="2470150" y="5695950"/>
          <p14:tracePt t="191452" x="2463800" y="5695950"/>
          <p14:tracePt t="191469" x="2457450" y="5702300"/>
          <p14:tracePt t="191502" x="2451100" y="5702300"/>
          <p14:tracePt t="191519" x="2444750" y="5708650"/>
          <p14:tracePt t="191553" x="2438400" y="5708650"/>
          <p14:tracePt t="191568" x="2432050" y="5708650"/>
          <p14:tracePt t="191585" x="2432050" y="5715000"/>
          <p14:tracePt t="191610" x="2425700" y="5715000"/>
          <p14:tracePt t="191673" x="2419350" y="5721350"/>
          <p14:tracePt t="193006" x="2419350" y="5708650"/>
          <p14:tracePt t="193020" x="2419350" y="5683250"/>
          <p14:tracePt t="193027" x="2419350" y="5645150"/>
          <p14:tracePt t="193034" x="2419350" y="5588000"/>
          <p14:tracePt t="193050" x="2419350" y="5537200"/>
          <p14:tracePt t="193063" x="2419350" y="5473700"/>
          <p14:tracePt t="193080" x="2387600" y="5270500"/>
          <p14:tracePt t="193097" x="2317750" y="4787900"/>
          <p14:tracePt t="193113" x="2247900" y="4413250"/>
          <p14:tracePt t="193130" x="2178050" y="4006850"/>
          <p14:tracePt t="193147" x="2006600" y="2832100"/>
          <p14:tracePt t="193163" x="1955800" y="2552700"/>
          <p14:tracePt t="193180" x="1892300" y="2184400"/>
          <p14:tracePt t="193196" x="1841500" y="1962150"/>
          <p14:tracePt t="193213" x="1809750" y="1860550"/>
          <p14:tracePt t="193217" x="1778000" y="1765300"/>
          <p14:tracePt t="193233" x="1746250" y="1676400"/>
          <p14:tracePt t="193246" x="1720850" y="1479550"/>
          <p14:tracePt t="193263" x="1708150" y="1403350"/>
          <p14:tracePt t="193280" x="1701800" y="1257300"/>
          <p14:tracePt t="193296" x="1701800" y="1193800"/>
          <p14:tracePt t="193312" x="1701800" y="1041400"/>
          <p14:tracePt t="193329" x="1701800" y="889000"/>
          <p14:tracePt t="193346" x="1720850" y="781050"/>
          <p14:tracePt t="193363" x="1765300" y="603250"/>
          <p14:tracePt t="193379" x="1803400" y="419100"/>
          <p14:tracePt t="193396" x="1822450" y="355600"/>
          <p14:tracePt t="193413" x="1854200" y="266700"/>
          <p14:tracePt t="193429" x="1879600" y="234950"/>
          <p14:tracePt t="193446" x="1885950" y="228600"/>
          <p14:tracePt t="193463" x="1885950" y="222250"/>
          <p14:tracePt t="193479" x="1892300" y="234950"/>
          <p14:tracePt t="193495" x="1892300" y="241300"/>
          <p14:tracePt t="193512" x="1898650" y="273050"/>
          <p14:tracePt t="193529" x="1930400" y="317500"/>
          <p14:tracePt t="193545" x="1955800" y="349250"/>
          <p14:tracePt t="193562" x="2019300" y="393700"/>
          <p14:tracePt t="193579" x="2063750" y="425450"/>
          <p14:tracePt t="193596" x="2139950" y="476250"/>
          <p14:tracePt t="193612" x="2228850" y="501650"/>
          <p14:tracePt t="193628" x="2266950" y="514350"/>
          <p14:tracePt t="193645" x="2355850" y="539750"/>
          <p14:tracePt t="193662" x="2381250" y="539750"/>
          <p14:tracePt t="193678" x="2400300" y="539750"/>
          <p14:tracePt t="193695" x="2432050" y="539750"/>
          <p14:tracePt t="193711" x="2457450" y="539750"/>
          <p14:tracePt t="193728" x="2463800" y="539750"/>
          <p14:tracePt t="193732" x="2470150" y="539750"/>
          <p14:tracePt t="193744" x="2476500" y="539750"/>
          <p14:tracePt t="193771" x="2489200" y="533400"/>
          <p14:tracePt t="193786" x="2495550" y="527050"/>
          <p14:tracePt t="193800" x="2501900" y="520700"/>
          <p14:tracePt t="193811" x="2508250" y="520700"/>
          <p14:tracePt t="193830" x="2514600" y="514350"/>
          <p14:tracePt t="193848" x="2527300" y="508000"/>
          <p14:tracePt t="193870" x="2533650" y="501650"/>
          <p14:tracePt t="270709" x="2527300" y="501650"/>
          <p14:tracePt t="270716" x="2520950" y="501650"/>
          <p14:tracePt t="270732" x="2514600" y="495300"/>
          <p14:tracePt t="270746" x="2508250" y="495300"/>
          <p14:tracePt t="270762" x="2495550" y="495300"/>
          <p14:tracePt t="270779" x="2482850" y="495300"/>
          <p14:tracePt t="270795" x="2470150" y="495300"/>
          <p14:tracePt t="270812" x="2457450" y="495300"/>
          <p14:tracePt t="270829" x="2444750" y="495300"/>
          <p14:tracePt t="270845" x="2438400" y="495300"/>
          <p14:tracePt t="270878" x="2419350" y="495300"/>
          <p14:tracePt t="270911" x="2413000" y="495300"/>
          <p14:tracePt t="270928" x="2406650" y="495300"/>
          <p14:tracePt t="270944" x="2400300" y="495300"/>
          <p14:tracePt t="270964" x="2393950" y="495300"/>
          <p14:tracePt t="270983" x="2381250" y="495300"/>
          <p14:tracePt t="270994" x="2374900" y="495300"/>
          <p14:tracePt t="271011" x="2343150" y="508000"/>
          <p14:tracePt t="271028" x="2330450" y="508000"/>
          <p14:tracePt t="271045" x="2298700" y="514350"/>
          <p14:tracePt t="271061" x="2254250" y="520700"/>
          <p14:tracePt t="271077" x="2241550" y="520700"/>
          <p14:tracePt t="271094" x="2216150" y="527050"/>
          <p14:tracePt t="271111" x="2190750" y="527050"/>
          <p14:tracePt t="271127" x="2184400" y="527050"/>
          <p14:tracePt t="271146" x="2165350" y="533400"/>
          <p14:tracePt t="271160" x="2152650" y="533400"/>
          <p14:tracePt t="271177" x="2146300" y="533400"/>
          <p14:tracePt t="271194" x="2139950" y="533400"/>
          <p14:tracePt t="271210" x="2133600" y="533400"/>
          <p14:tracePt t="271227" x="2114550" y="539750"/>
          <p14:tracePt t="271244" x="2101850" y="539750"/>
          <p14:tracePt t="271261" x="2095500" y="539750"/>
          <p14:tracePt t="271277" x="2076450" y="546100"/>
          <p14:tracePt t="271293" x="2057400" y="546100"/>
          <p14:tracePt t="271310" x="2051050" y="546100"/>
          <p14:tracePt t="271314" x="2044700" y="546100"/>
          <p14:tracePt t="271334" x="2032000" y="546100"/>
          <p14:tracePt t="271343" x="2025650" y="546100"/>
          <p14:tracePt t="271360" x="2019300" y="546100"/>
          <p14:tracePt t="271376" x="2012950" y="546100"/>
          <p14:tracePt t="271393" x="2006600" y="546100"/>
          <p14:tracePt t="271531" x="2012950" y="546100"/>
          <p14:tracePt t="271545" x="2019300" y="546100"/>
          <p14:tracePt t="271566" x="2025650" y="546100"/>
          <p14:tracePt t="271580" x="2032000" y="546100"/>
          <p14:tracePt t="271594" x="2038350" y="546100"/>
          <p14:tracePt t="271615" x="2051050" y="546100"/>
          <p14:tracePt t="271622" x="2063750" y="539750"/>
          <p14:tracePt t="271636" x="2095500" y="533400"/>
          <p14:tracePt t="271645" x="2120900" y="533400"/>
          <p14:tracePt t="271658" x="2159000" y="520700"/>
          <p14:tracePt t="271675" x="2266950" y="514350"/>
          <p14:tracePt t="271692" x="2393950" y="514350"/>
          <p14:tracePt t="271708" x="2451100" y="501650"/>
          <p14:tracePt t="271725" x="2565400" y="495300"/>
          <p14:tracePt t="271742" x="2635250" y="495300"/>
          <p14:tracePt t="271758" x="2660650" y="495300"/>
          <p14:tracePt t="271775" x="2692400" y="495300"/>
          <p14:tracePt t="271792" x="2724150" y="508000"/>
          <p14:tracePt t="271812" x="2724150" y="514350"/>
          <p14:tracePt t="271854" x="2730500" y="514350"/>
          <p14:tracePt t="272789" x="2743200" y="520700"/>
          <p14:tracePt t="272796" x="2768600" y="533400"/>
          <p14:tracePt t="272804" x="2806700" y="558800"/>
          <p14:tracePt t="272821" x="2832100" y="565150"/>
          <p14:tracePt t="272838" x="2895600" y="590550"/>
          <p14:tracePt t="272854" x="2921000" y="596900"/>
          <p14:tracePt t="272871" x="2997200" y="622300"/>
          <p14:tracePt t="272888" x="3079750" y="654050"/>
          <p14:tracePt t="272904" x="3136900" y="692150"/>
          <p14:tracePt t="272921" x="3270250" y="781050"/>
          <p14:tracePt t="272937" x="3397250" y="927100"/>
          <p14:tracePt t="272954" x="3473450" y="1009650"/>
          <p14:tracePt t="272971" x="3581400" y="1162050"/>
          <p14:tracePt t="272987" x="3644900" y="1346200"/>
          <p14:tracePt t="273004" x="3663950" y="1460500"/>
          <p14:tracePt t="273021" x="3695700" y="1714500"/>
          <p14:tracePt t="273037" x="3695700" y="1841500"/>
          <p14:tracePt t="273053" x="3695700" y="2082800"/>
          <p14:tracePt t="273070" x="3670300" y="2349500"/>
          <p14:tracePt t="273087" x="3638550" y="2501900"/>
          <p14:tracePt t="273104" x="3543300" y="2781300"/>
          <p14:tracePt t="273120" x="3397250" y="3092450"/>
          <p14:tracePt t="273137" x="3333750" y="3257550"/>
          <p14:tracePt t="273154" x="3181350" y="3683000"/>
          <p14:tracePt t="273170" x="3162300" y="3784600"/>
          <p14:tracePt t="273187" x="3149600" y="3898900"/>
          <p14:tracePt t="273204" x="3092450" y="4210050"/>
          <p14:tracePt t="273220" x="3067050" y="4311650"/>
          <p14:tracePt t="273236" x="3048000" y="4400550"/>
          <p14:tracePt t="273253" x="3003550" y="4540250"/>
          <p14:tracePt t="273270" x="2952750" y="4648200"/>
          <p14:tracePt t="273287" x="2940050" y="4692650"/>
          <p14:tracePt t="273303" x="2895600" y="4718050"/>
          <p14:tracePt t="273320" x="2832100" y="4762500"/>
          <p14:tracePt t="273337" x="2755900" y="4775200"/>
          <p14:tracePt t="273352" x="2743200" y="4787900"/>
          <p14:tracePt t="273764" x="2768600" y="4838700"/>
          <p14:tracePt t="273771" x="2832100" y="4908550"/>
          <p14:tracePt t="273785" x="2882900" y="4978400"/>
          <p14:tracePt t="273801" x="3003550" y="5124450"/>
          <p14:tracePt t="273818" x="3060700" y="5181600"/>
          <p14:tracePt t="273822" x="3111500" y="5251450"/>
          <p14:tracePt t="273837" x="3143250" y="5321300"/>
          <p14:tracePt t="273851" x="3206750" y="5422900"/>
          <p14:tracePt t="273868" x="3219450" y="5454650"/>
          <p14:tracePt t="273885" x="3244850" y="5492750"/>
          <p14:tracePt t="273902" x="3257550" y="5530850"/>
          <p14:tracePt t="273918" x="3257550" y="5537200"/>
          <p14:tracePt t="273934" x="3263900" y="5543550"/>
          <p14:tracePt t="273951" x="3263900" y="5556250"/>
          <p14:tracePt t="273968" x="3270250" y="5588000"/>
          <p14:tracePt t="273984" x="3276600" y="5594350"/>
          <p14:tracePt t="274001" x="3282950" y="5607050"/>
          <p14:tracePt t="274017" x="3302000" y="5613400"/>
          <p14:tracePt t="274034" x="3308350" y="5619750"/>
          <p14:tracePt t="274050" x="3314700" y="5619750"/>
          <p14:tracePt t="274067" x="3321050" y="5626100"/>
          <p14:tracePt t="274109" x="3327400" y="5626100"/>
          <p14:tracePt t="274123" x="3333750" y="5632450"/>
          <p14:tracePt t="274152" x="3346450" y="5638800"/>
          <p14:tracePt t="274165" x="3352800" y="5638800"/>
          <p14:tracePt t="274172" x="3359150" y="5638800"/>
          <p14:tracePt t="274187" x="3365500" y="5638800"/>
          <p14:tracePt t="274203" x="3371850" y="5645150"/>
          <p14:tracePt t="274217" x="3378200" y="5645150"/>
          <p14:tracePt t="274233" x="3390900" y="5645150"/>
          <p14:tracePt t="274249" x="3422650" y="5651500"/>
          <p14:tracePt t="274266" x="3479800" y="5657850"/>
          <p14:tracePt t="274283" x="3517900" y="5657850"/>
          <p14:tracePt t="274299" x="3613150" y="5664200"/>
          <p14:tracePt t="274316" x="3714750" y="5664200"/>
          <p14:tracePt t="274333" x="3797300" y="5676900"/>
          <p14:tracePt t="274350" x="3816350" y="5676900"/>
          <p14:tracePt t="274366" x="3860800" y="5683250"/>
          <p14:tracePt t="274383" x="3886200" y="5683250"/>
          <p14:tracePt t="274399" x="3886200" y="5689600"/>
          <p14:tracePt t="274433" x="3892550" y="5689600"/>
          <p14:tracePt t="274481" x="3898900" y="5689600"/>
          <p14:tracePt t="274734" x="3905250" y="5695950"/>
          <p14:tracePt t="274749" x="3911600" y="5702300"/>
          <p14:tracePt t="275138" x="3911600" y="5689600"/>
          <p14:tracePt t="275144" x="3905250" y="5651500"/>
          <p14:tracePt t="275159" x="3892550" y="5600700"/>
          <p14:tracePt t="275166" x="3886200" y="5518150"/>
          <p14:tracePt t="275180" x="3860800" y="5416550"/>
          <p14:tracePt t="275196" x="3841750" y="5162550"/>
          <p14:tracePt t="275213" x="3829050" y="5022850"/>
          <p14:tracePt t="275230" x="3822700" y="4768850"/>
          <p14:tracePt t="275246" x="3810000" y="4521200"/>
          <p14:tracePt t="275263" x="3790950" y="4375150"/>
          <p14:tracePt t="275280" x="3746500" y="4108450"/>
          <p14:tracePt t="275296" x="3721100" y="3937000"/>
          <p14:tracePt t="275313" x="3657600" y="3422650"/>
          <p14:tracePt t="275329" x="3600450" y="2832100"/>
          <p14:tracePt t="275346" x="3556000" y="2628900"/>
          <p14:tracePt t="275363" x="3492500" y="2241550"/>
          <p14:tracePt t="275379" x="3460750" y="2146300"/>
          <p14:tracePt t="275396" x="3441700" y="2057400"/>
          <p14:tracePt t="275412" x="3390900" y="1924050"/>
          <p14:tracePt t="275429" x="3359150" y="1822450"/>
          <p14:tracePt t="275446" x="3346450" y="1784350"/>
          <p14:tracePt t="275462" x="3314700" y="1708150"/>
          <p14:tracePt t="275479" x="3270250" y="1606550"/>
          <p14:tracePt t="275496" x="3225800" y="1524000"/>
          <p14:tracePt t="275512" x="3206750" y="1466850"/>
          <p14:tracePt t="275529" x="3162300" y="1352550"/>
          <p14:tracePt t="275546" x="3098800" y="1193800"/>
          <p14:tracePt t="275562" x="3060700" y="1111250"/>
          <p14:tracePt t="275578" x="3028950" y="1035050"/>
          <p14:tracePt t="275595" x="2933700" y="863600"/>
          <p14:tracePt t="275611" x="2908300" y="819150"/>
          <p14:tracePt t="275629" x="2882900" y="774700"/>
          <p14:tracePt t="275645" x="2844800" y="730250"/>
          <p14:tracePt t="275661" x="2813050" y="685800"/>
          <p14:tracePt t="275679" x="2774950" y="647700"/>
          <p14:tracePt t="275695" x="2762250" y="635000"/>
          <p14:tracePt t="275711" x="2724150" y="603250"/>
          <p14:tracePt t="275728" x="2705100" y="584200"/>
          <p14:tracePt t="275744" x="2692400" y="577850"/>
          <p14:tracePt t="275761" x="2667000" y="552450"/>
          <p14:tracePt t="275778" x="2641600" y="527050"/>
          <p14:tracePt t="275794" x="2628900" y="508000"/>
          <p14:tracePt t="275811" x="2609850" y="482600"/>
          <p14:tracePt t="275827" x="2578100" y="457200"/>
          <p14:tracePt t="275844" x="2571750" y="444500"/>
          <p14:tracePt t="275861" x="2559050" y="438150"/>
          <p14:tracePt t="275877" x="2546350" y="419100"/>
          <p14:tracePt t="275904" x="2540000" y="412750"/>
          <p14:tracePt t="275967" x="2540000" y="419100"/>
          <p14:tracePt t="275974" x="2540000" y="425450"/>
          <p14:tracePt t="275988" x="2540000" y="431800"/>
          <p14:tracePt t="276002" x="2540000" y="438150"/>
          <p14:tracePt t="276037" x="2546350" y="444500"/>
          <p14:tracePt t="276079" x="2546350" y="450850"/>
          <p14:tracePt t="276107" x="2546350" y="457200"/>
          <p14:tracePt t="276128" x="2552700" y="463550"/>
          <p14:tracePt t="276150" x="2552700" y="469900"/>
          <p14:tracePt t="276156" x="2559050" y="476250"/>
          <p14:tracePt t="276170" x="2565400" y="482600"/>
          <p14:tracePt t="276191" x="2578100" y="495300"/>
          <p14:tracePt t="276199" x="2597150" y="514350"/>
          <p14:tracePt t="276213" x="2622550" y="546100"/>
          <p14:tracePt t="276227" x="2717800" y="628650"/>
          <p14:tracePt t="276243" x="2787650" y="698500"/>
          <p14:tracePt t="276260" x="2882900" y="774700"/>
          <p14:tracePt t="276276" x="3111500" y="965200"/>
          <p14:tracePt t="276293" x="3422650" y="1270000"/>
          <p14:tracePt t="276310" x="3581400" y="1435100"/>
          <p14:tracePt t="276326" x="3949700" y="1847850"/>
          <p14:tracePt t="276342" x="4305300" y="2305050"/>
          <p14:tracePt t="276360" x="4616450" y="2768600"/>
          <p14:tracePt t="276376" x="4775200" y="3003550"/>
          <p14:tracePt t="276392" x="4972050" y="3397250"/>
          <p14:tracePt t="276396" x="5041900" y="3613150"/>
          <p14:tracePt t="276412" x="5105400" y="3771900"/>
          <p14:tracePt t="276425" x="5149850" y="3930650"/>
          <p14:tracePt t="276442" x="5226050" y="4197350"/>
          <p14:tracePt t="276459" x="5270500" y="4483100"/>
          <p14:tracePt t="276475" x="5295900" y="4610100"/>
          <p14:tracePt t="276492" x="5302250" y="4724400"/>
          <p14:tracePt t="276508" x="5346700" y="5029200"/>
          <p14:tracePt t="276525" x="5346700" y="5130800"/>
          <p14:tracePt t="276542" x="5346700" y="5283200"/>
          <p14:tracePt t="276558" x="5353050" y="5353050"/>
          <p14:tracePt t="276575" x="5353050" y="5441950"/>
          <p14:tracePt t="276592" x="5365750" y="5537200"/>
          <p14:tracePt t="276608" x="5372100" y="5575300"/>
          <p14:tracePt t="276625" x="5378450" y="5657850"/>
          <p14:tracePt t="276641" x="5416550" y="5753100"/>
          <p14:tracePt t="276658" x="5441950" y="5797550"/>
          <p14:tracePt t="276675" x="5473700" y="5873750"/>
          <p14:tracePt t="276691" x="5499100" y="5924550"/>
          <p14:tracePt t="276708" x="5511800" y="5949950"/>
          <p14:tracePt t="276725" x="5530850" y="5981700"/>
          <p14:tracePt t="276741" x="5556250" y="6013450"/>
          <p14:tracePt t="276758" x="5568950" y="6019800"/>
          <p14:tracePt t="276775" x="5575300" y="6038850"/>
          <p14:tracePt t="276791" x="5594350" y="6057900"/>
          <p14:tracePt t="276808" x="5607050" y="6057900"/>
          <p14:tracePt t="276824" x="5619750" y="6064250"/>
          <p14:tracePt t="276841" x="5626100" y="6070600"/>
          <p14:tracePt t="276857" x="5638800" y="6070600"/>
          <p14:tracePt t="276874" x="5664200" y="6070600"/>
          <p14:tracePt t="276891" x="5676900" y="6070600"/>
          <p14:tracePt t="276894" x="5689600" y="6070600"/>
          <p14:tracePt t="276908" x="5708650" y="6070600"/>
          <p14:tracePt t="276924" x="5759450" y="6070600"/>
          <p14:tracePt t="276941" x="5797550" y="6070600"/>
          <p14:tracePt t="276957" x="5867400" y="6057900"/>
          <p14:tracePt t="276974" x="5962650" y="6045200"/>
          <p14:tracePt t="276991" x="6000750" y="6032500"/>
          <p14:tracePt t="277007" x="6064250" y="6013450"/>
          <p14:tracePt t="277023" x="6096000" y="6000750"/>
          <p14:tracePt t="277041" x="6121400" y="5994400"/>
          <p14:tracePt t="277056" x="6127750" y="5988050"/>
          <p14:tracePt t="277073" x="6134100" y="5988050"/>
          <p14:tracePt t="277091" x="6140450" y="5981700"/>
          <p14:tracePt t="277141" x="6134100" y="5975350"/>
          <p14:tracePt t="277154" x="6127750" y="5975350"/>
          <p14:tracePt t="277161" x="6121400" y="5975350"/>
          <p14:tracePt t="277196" x="6115050" y="5975350"/>
          <p14:tracePt t="277203" x="6102350" y="5975350"/>
          <p14:tracePt t="277210" x="6096000" y="5975350"/>
          <p14:tracePt t="277227" x="6083300" y="5975350"/>
          <p14:tracePt t="277239" x="6064250" y="5975350"/>
          <p14:tracePt t="277256" x="6007100" y="5975350"/>
          <p14:tracePt t="277273" x="5905500" y="5975350"/>
          <p14:tracePt t="277289" x="5835650" y="5969000"/>
          <p14:tracePt t="277306" x="5695950" y="5956300"/>
          <p14:tracePt t="277323" x="5549900" y="5937250"/>
          <p14:tracePt t="277339" x="5473700" y="5924550"/>
          <p14:tracePt t="277356" x="5353050" y="5899150"/>
          <p14:tracePt t="277372" x="5257800" y="5880100"/>
          <p14:tracePt t="277389" x="5232400" y="5873750"/>
          <p14:tracePt t="277407" x="5181600" y="5867400"/>
          <p14:tracePt t="277422" x="5162550" y="5861050"/>
          <p14:tracePt t="277439" x="5156200" y="5854700"/>
          <p14:tracePt t="277456" x="5149850" y="5854700"/>
          <p14:tracePt t="277472" x="5149850" y="5848350"/>
          <p14:tracePt t="277492" x="5149850" y="5842000"/>
          <p14:tracePt t="277526" x="5156200" y="5842000"/>
          <p14:tracePt t="277547" x="5162550" y="5842000"/>
          <p14:tracePt t="277553" x="5168900" y="5842000"/>
          <p14:tracePt t="277560" x="5175250" y="5842000"/>
          <p14:tracePt t="277596" x="5181600" y="5848350"/>
          <p14:tracePt t="277603" x="5187950" y="5848350"/>
          <p14:tracePt t="277624" x="5194300" y="5848350"/>
          <p14:tracePt t="277631" x="5200650" y="5848350"/>
          <p14:tracePt t="277646" x="5207000" y="5848350"/>
          <p14:tracePt t="277667" x="5219700" y="5848350"/>
          <p14:tracePt t="277674" x="5226050" y="5848350"/>
          <p14:tracePt t="277691" x="5251450" y="5848350"/>
          <p14:tracePt t="277704" x="5295900" y="5848350"/>
          <p14:tracePt t="277722" x="5334000" y="5848350"/>
          <p14:tracePt t="277738" x="5429250" y="5848350"/>
          <p14:tracePt t="277755" x="5480050" y="5848350"/>
          <p14:tracePt t="277772" x="5645150" y="5848350"/>
          <p14:tracePt t="277787" x="5695950" y="5848350"/>
          <p14:tracePt t="277804" x="5753100" y="5848350"/>
          <p14:tracePt t="277821" x="5829300" y="5848350"/>
          <p14:tracePt t="277837" x="5873750" y="5867400"/>
          <p14:tracePt t="277854" x="5892800" y="5867400"/>
          <p14:tracePt t="277871" x="5911850" y="5867400"/>
          <p14:tracePt t="277887" x="5918200" y="5867400"/>
          <p14:tracePt t="278004" x="5911850" y="5867400"/>
          <p14:tracePt t="278018" x="5899150" y="5867400"/>
          <p14:tracePt t="278024" x="5892800" y="5867400"/>
          <p14:tracePt t="278046" x="5880100" y="5867400"/>
          <p14:tracePt t="278067" x="5867400" y="5867400"/>
          <p14:tracePt t="278074" x="5842000" y="5861050"/>
          <p14:tracePt t="278090" x="5816600" y="5861050"/>
          <p14:tracePt t="278103" x="5784850" y="5854700"/>
          <p14:tracePt t="278120" x="5689600" y="5835650"/>
          <p14:tracePt t="278137" x="5562600" y="5816600"/>
          <p14:tracePt t="278153" x="5492750" y="5803900"/>
          <p14:tracePt t="278170" x="5340350" y="5784850"/>
          <p14:tracePt t="278186" x="5181600" y="5765800"/>
          <p14:tracePt t="278203" x="5105400" y="5759450"/>
          <p14:tracePt t="278219" x="5016500" y="5746750"/>
          <p14:tracePt t="278236" x="4953000" y="5746750"/>
          <p14:tracePt t="278253" x="4933950" y="5746750"/>
          <p14:tracePt t="278270" x="4921250" y="5746750"/>
          <p14:tracePt t="278321" x="4927600" y="5746750"/>
          <p14:tracePt t="278334" x="4933950" y="5746750"/>
          <p14:tracePt t="278348" x="4940300" y="5746750"/>
          <p14:tracePt t="278355" x="4946650" y="5746750"/>
          <p14:tracePt t="278376" x="4953000" y="5746750"/>
          <p14:tracePt t="278404" x="4959350" y="5746750"/>
          <p14:tracePt t="278419" x="4965700" y="5746750"/>
          <p14:tracePt t="278425" x="4972050" y="5746750"/>
          <p14:tracePt t="278446" x="4978400" y="5746750"/>
          <p14:tracePt t="278460" x="4991100" y="5746750"/>
          <p14:tracePt t="278475" x="5010150" y="5746750"/>
          <p14:tracePt t="278489" x="5022850" y="5746750"/>
          <p14:tracePt t="278502" x="5054600" y="5753100"/>
          <p14:tracePt t="278518" x="5111750" y="5759450"/>
          <p14:tracePt t="278535" x="5149850" y="5772150"/>
          <p14:tracePt t="278552" x="5245100" y="5784850"/>
          <p14:tracePt t="278568" x="5353050" y="5816600"/>
          <p14:tracePt t="278585" x="5410200" y="5822950"/>
          <p14:tracePt t="278602" x="5505450" y="5842000"/>
          <p14:tracePt t="278618" x="5600700" y="5861050"/>
          <p14:tracePt t="278635" x="5638800" y="5867400"/>
          <p14:tracePt t="278651" x="5721350" y="5867400"/>
          <p14:tracePt t="278668" x="5746750" y="5867400"/>
          <p14:tracePt t="278685" x="5791200" y="5867400"/>
          <p14:tracePt t="278701" x="5803900" y="5867400"/>
          <p14:tracePt t="278718" x="5816600" y="5861050"/>
          <p14:tracePt t="278734" x="5835650" y="5854700"/>
          <p14:tracePt t="278751" x="5848350" y="5848350"/>
          <p14:tracePt t="278768" x="5854700" y="5848350"/>
          <p14:tracePt t="278785" x="5861050" y="5842000"/>
          <p14:tracePt t="278801" x="5861050" y="5835650"/>
          <p14:tracePt t="278818" x="5861050" y="5829300"/>
          <p14:tracePt t="278834" x="5861050" y="5822950"/>
          <p14:tracePt t="278851" x="5854700" y="5803900"/>
          <p14:tracePt t="278868" x="5842000" y="5772150"/>
          <p14:tracePt t="278884" x="5816600" y="5727700"/>
          <p14:tracePt t="278900" x="5734050" y="5556250"/>
          <p14:tracePt t="278917" x="5543550" y="5187950"/>
          <p14:tracePt t="278934" x="5416550" y="4914900"/>
          <p14:tracePt t="278950" x="5264150" y="4616450"/>
          <p14:tracePt t="278967" x="4838700" y="3600450"/>
          <p14:tracePt t="278984" x="4724400" y="3333750"/>
          <p14:tracePt t="279001" x="4489450" y="2794000"/>
          <p14:tracePt t="279017" x="4362450" y="2546350"/>
          <p14:tracePt t="279033" x="4146550" y="2146300"/>
          <p14:tracePt t="279051" x="3968750" y="1816100"/>
          <p14:tracePt t="279066" x="3911600" y="1701800"/>
          <p14:tracePt t="279084" x="3790950" y="1473200"/>
          <p14:tracePt t="279101" x="3670300" y="1282700"/>
          <p14:tracePt t="279116" x="3619500" y="1206500"/>
          <p14:tracePt t="279133" x="3486150" y="1047750"/>
          <p14:tracePt t="279150" x="3359150" y="895350"/>
          <p14:tracePt t="279166" x="3302000" y="838200"/>
          <p14:tracePt t="279184" x="3206750" y="730250"/>
          <p14:tracePt t="279199" x="3111500" y="635000"/>
          <p14:tracePt t="279216" x="3073400" y="603250"/>
          <p14:tracePt t="279233" x="3009900" y="533400"/>
          <p14:tracePt t="279249" x="2965450" y="495300"/>
          <p14:tracePt t="279266" x="2940050" y="482600"/>
          <p14:tracePt t="279283" x="2914650" y="450850"/>
          <p14:tracePt t="279300" x="2908300" y="438150"/>
          <p14:tracePt t="279316" x="2889250" y="419100"/>
          <p14:tracePt t="279332" x="2863850" y="412750"/>
          <p14:tracePt t="279349" x="2857500" y="406400"/>
          <p14:tracePt t="279366" x="2844800" y="400050"/>
          <p14:tracePt t="279383" x="2832100" y="387350"/>
          <p14:tracePt t="279399" x="2819400" y="387350"/>
          <p14:tracePt t="279415" x="2806700" y="387350"/>
          <p14:tracePt t="279432" x="2800350" y="381000"/>
          <p14:tracePt t="279452" x="2794000" y="374650"/>
          <p14:tracePt t="279499" x="2794000" y="381000"/>
          <p14:tracePt t="279513" x="2800350" y="381000"/>
          <p14:tracePt t="279520" x="2800350" y="387350"/>
          <p14:tracePt t="279532" x="2806700" y="387350"/>
          <p14:tracePt t="279549" x="2813050" y="393700"/>
          <p14:tracePt t="279565" x="2819400" y="400050"/>
          <p14:tracePt t="279582" x="2825750" y="400050"/>
          <p14:tracePt t="279598" x="2832100" y="406400"/>
          <p14:tracePt t="279618" x="2838450" y="419100"/>
          <p14:tracePt t="279640" x="2838450" y="425450"/>
          <p14:tracePt t="279653" x="2844800" y="425450"/>
          <p14:tracePt t="279664" x="2844800" y="431800"/>
          <p14:tracePt t="279681" x="2851150" y="444500"/>
          <p14:tracePt t="279698" x="2857500" y="476250"/>
          <p14:tracePt t="279714" x="2870200" y="527050"/>
          <p14:tracePt t="279732" x="2889250" y="609600"/>
          <p14:tracePt t="279747" x="2895600" y="647700"/>
          <p14:tracePt t="279764" x="2921000" y="749300"/>
          <p14:tracePt t="279781" x="2940050" y="819150"/>
          <p14:tracePt t="279797" x="2940050" y="844550"/>
          <p14:tracePt t="279815" x="2946400" y="876300"/>
          <p14:tracePt t="279831" x="2952750" y="889000"/>
          <p14:tracePt t="279847" x="2952750" y="895350"/>
          <p14:tracePt t="279864" x="2952750" y="908050"/>
          <p14:tracePt t="328320" x="2965450" y="914400"/>
          <p14:tracePt t="328327" x="2997200" y="927100"/>
          <p14:tracePt t="328334" x="3016250" y="952500"/>
          <p14:tracePt t="328346" x="3041650" y="965200"/>
          <p14:tracePt t="328363" x="3117850" y="1041400"/>
          <p14:tracePt t="328379" x="3155950" y="1092200"/>
          <p14:tracePt t="328396" x="3181350" y="1143000"/>
          <p14:tracePt t="328413" x="3213100" y="1193800"/>
          <p14:tracePt t="328429" x="3225800" y="1238250"/>
          <p14:tracePt t="328447" x="3232150" y="1289050"/>
          <p14:tracePt t="328463" x="3238500" y="1327150"/>
          <p14:tracePt t="328479" x="3238500" y="1365250"/>
          <p14:tracePt t="328496" x="3238500" y="1416050"/>
          <p14:tracePt t="328512" x="3238500" y="1454150"/>
          <p14:tracePt t="328529" x="3238500" y="1466850"/>
          <p14:tracePt t="328546" x="3238500" y="1485900"/>
          <p14:tracePt t="328562" x="3238500" y="1498600"/>
          <p14:tracePt t="328595" x="3238500" y="1504950"/>
          <p14:tracePt t="328664" x="3244850" y="1504950"/>
          <p14:tracePt t="328671" x="3251200" y="1504950"/>
          <p14:tracePt t="328686" x="3251200" y="1498600"/>
          <p14:tracePt t="388807" x="3244850" y="1492250"/>
          <p14:tracePt t="388814" x="3238500" y="1485900"/>
          <p14:tracePt t="388823" x="3232150" y="1479550"/>
          <p14:tracePt t="388837" x="3213100" y="1460500"/>
          <p14:tracePt t="388853" x="3200400" y="1435100"/>
          <p14:tracePt t="388870" x="3181350" y="1409700"/>
          <p14:tracePt t="388887" x="3175000" y="1397000"/>
          <p14:tracePt t="388890" x="3168650" y="1390650"/>
          <p14:tracePt t="388903" x="3168650" y="1377950"/>
          <p14:tracePt t="388920" x="3168650" y="1365250"/>
          <p14:tracePt t="388936" x="3162300" y="1352550"/>
          <p14:tracePt t="388953" x="3149600" y="1339850"/>
          <p14:tracePt t="388969" x="3143250" y="1314450"/>
          <p14:tracePt t="388986" x="3130550" y="1289050"/>
          <p14:tracePt t="389004" x="3111500" y="1257300"/>
          <p14:tracePt t="389020" x="3105150" y="1238250"/>
          <p14:tracePt t="389036" x="3086100" y="1219200"/>
          <p14:tracePt t="389053" x="3022600" y="1143000"/>
          <p14:tracePt t="389070" x="3009900" y="1117600"/>
          <p14:tracePt t="389086" x="2984500" y="1098550"/>
          <p14:tracePt t="389103" x="2959100" y="1060450"/>
          <p14:tracePt t="389119" x="2933700" y="1028700"/>
          <p14:tracePt t="389137" x="2914650" y="1003300"/>
          <p14:tracePt t="389152" x="2895600" y="996950"/>
          <p14:tracePt t="389169" x="2889250" y="977900"/>
          <p14:tracePt t="389186" x="2876550" y="958850"/>
          <p14:tracePt t="389203" x="2870200" y="952500"/>
          <p14:tracePt t="389219" x="2863850" y="939800"/>
          <p14:tracePt t="389236" x="2857500" y="927100"/>
          <p14:tracePt t="389252" x="2851150" y="920750"/>
          <p14:tracePt t="389269" x="2844800" y="908050"/>
          <p14:tracePt t="389285" x="2838450" y="901700"/>
          <p14:tracePt t="389302" x="2832100" y="895350"/>
          <p14:tracePt t="389319" x="2819400" y="889000"/>
          <p14:tracePt t="389335" x="2787650" y="869950"/>
          <p14:tracePt t="389352" x="2774950" y="857250"/>
          <p14:tracePt t="389369" x="2736850" y="825500"/>
          <p14:tracePt t="389385" x="2717800" y="812800"/>
          <p14:tracePt t="389388" x="2686050" y="800100"/>
          <p14:tracePt t="389402" x="2667000" y="781050"/>
          <p14:tracePt t="389418" x="2609850" y="762000"/>
          <p14:tracePt t="389435" x="2578100" y="755650"/>
          <p14:tracePt t="389452" x="2501900" y="755650"/>
          <p14:tracePt t="389468" x="2393950" y="755650"/>
          <p14:tracePt t="389484" x="2343150" y="755650"/>
          <p14:tracePt t="389502" x="2222500" y="749300"/>
          <p14:tracePt t="389518" x="2133600" y="749300"/>
          <p14:tracePt t="389534" x="2082800" y="749300"/>
          <p14:tracePt t="389551" x="2012950" y="742950"/>
          <p14:tracePt t="389568" x="1962150" y="723900"/>
          <p14:tracePt t="389585" x="1949450" y="717550"/>
          <p14:tracePt t="389601" x="1924050" y="698500"/>
          <p14:tracePt t="389618" x="1898650" y="673100"/>
          <p14:tracePt t="389635" x="1873250" y="647700"/>
          <p14:tracePt t="389651" x="1873250" y="641350"/>
          <p14:tracePt t="389667" x="1866900" y="641350"/>
          <p14:tracePt t="389684" x="1854200" y="622300"/>
          <p14:tracePt t="389701" x="1854200" y="615950"/>
          <p14:tracePt t="389717" x="1847850" y="609600"/>
          <p14:tracePt t="389751" x="1847850" y="603250"/>
          <p14:tracePt t="389818" x="1854200" y="596900"/>
          <p14:tracePt t="389853" x="1854200" y="590550"/>
          <p14:tracePt t="389860" x="1860550" y="584200"/>
          <p14:tracePt t="389869" x="1866900" y="577850"/>
          <p14:tracePt t="389916" x="1873250" y="571500"/>
          <p14:tracePt t="389937" x="1879600" y="565150"/>
          <p14:tracePt t="389952" x="1885950" y="565150"/>
          <p14:tracePt t="389958" x="1892300" y="565150"/>
          <p14:tracePt t="389967" x="1898650" y="558800"/>
          <p14:tracePt t="389983" x="1911350" y="552450"/>
          <p14:tracePt t="390000" x="1930400" y="539750"/>
          <p14:tracePt t="390016" x="1974850" y="514350"/>
          <p14:tracePt t="390033" x="2057400" y="463550"/>
          <p14:tracePt t="390050" x="2146300" y="412750"/>
          <p14:tracePt t="390066" x="2190750" y="393700"/>
          <p14:tracePt t="390083" x="2279650" y="342900"/>
          <p14:tracePt t="390100" x="2343150" y="311150"/>
          <p14:tracePt t="390116" x="2374900" y="292100"/>
          <p14:tracePt t="390133" x="2406650" y="279400"/>
          <p14:tracePt t="390150" x="2425700" y="266700"/>
          <p14:tracePt t="390183" x="2432050" y="266700"/>
          <p14:tracePt t="390281" x="2432050" y="273050"/>
          <p14:tracePt t="390372" x="2432050" y="279400"/>
          <p14:tracePt t="390407" x="2432050" y="285750"/>
          <p14:tracePt t="390492" x="2425700" y="292100"/>
          <p14:tracePt t="390499" x="2425700" y="298450"/>
          <p14:tracePt t="390527" x="2419350" y="304800"/>
          <p14:tracePt t="390569" x="2413000" y="317500"/>
          <p14:tracePt t="390597" x="2413000" y="323850"/>
          <p14:tracePt t="390611" x="2413000" y="330200"/>
          <p14:tracePt t="390632" x="2406650" y="330200"/>
          <p14:tracePt t="390660" x="2406650" y="336550"/>
          <p14:tracePt t="390682" x="2400300" y="349250"/>
          <p14:tracePt t="390716" x="2400300" y="361950"/>
          <p14:tracePt t="390745" x="2400300" y="368300"/>
          <p14:tracePt t="390765" x="2400300" y="374650"/>
          <p14:tracePt t="390779" x="2400300" y="381000"/>
          <p14:tracePt t="390800" x="2400300" y="387350"/>
          <p14:tracePt t="390843" x="2400300" y="393700"/>
          <p14:tracePt t="390849" x="2406650" y="400050"/>
          <p14:tracePt t="390878" x="2406650" y="406400"/>
          <p14:tracePt t="390899" x="2406650" y="412750"/>
          <p14:tracePt t="390927" x="2413000" y="419100"/>
          <p14:tracePt t="390962" x="2413000" y="425450"/>
          <p14:tracePt t="391018" x="2413000" y="431800"/>
          <p14:tracePt t="391046" x="2413000" y="438150"/>
          <p14:tracePt t="391166" x="2406650" y="438150"/>
          <p14:tracePt t="391215" x="2400300" y="438150"/>
          <p14:tracePt t="391236" x="2400300" y="444500"/>
          <p14:tracePt t="391243" x="2400300" y="450850"/>
          <p14:tracePt t="391263" x="2400300" y="457200"/>
          <p14:tracePt t="391285" x="2400300" y="463550"/>
          <p14:tracePt t="391292" x="2400300" y="469900"/>
          <p14:tracePt t="391320" x="2393950" y="482600"/>
          <p14:tracePt t="391341" x="2393950" y="488950"/>
          <p14:tracePt t="391355" x="2393950" y="495300"/>
          <p14:tracePt t="391365" x="2393950" y="501650"/>
          <p14:tracePt t="391390" x="2400300" y="508000"/>
          <p14:tracePt t="391404" x="2400300" y="514350"/>
          <p14:tracePt t="391414" x="2406650" y="514350"/>
          <p14:tracePt t="391432" x="2413000" y="527050"/>
          <p14:tracePt t="391453" x="2419350" y="533400"/>
          <p14:tracePt t="391462" x="2425700" y="533400"/>
          <p14:tracePt t="391477" x="2432050" y="533400"/>
          <p14:tracePt t="391495" x="2444750" y="539750"/>
          <p14:tracePt t="391511" x="2508250" y="539750"/>
          <p14:tracePt t="391527" x="2540000" y="539750"/>
          <p14:tracePt t="391545" x="2622550" y="520700"/>
          <p14:tracePt t="391561" x="2673350" y="514350"/>
          <p14:tracePt t="391577" x="2781300" y="482600"/>
          <p14:tracePt t="391594" x="2838450" y="469900"/>
          <p14:tracePt t="391611" x="2933700" y="438150"/>
          <p14:tracePt t="391628" x="2984500" y="438150"/>
          <p14:tracePt t="391644" x="3060700" y="419100"/>
          <p14:tracePt t="391660" x="3086100" y="419100"/>
          <p14:tracePt t="391678" x="3105150" y="419100"/>
          <p14:tracePt t="391694" x="3136900" y="419100"/>
          <p14:tracePt t="391711" x="3149600" y="419100"/>
          <p14:tracePt t="391728" x="3175000" y="419100"/>
          <p14:tracePt t="391743" x="3187700" y="419100"/>
          <p14:tracePt t="391760" x="3213100" y="425450"/>
          <p14:tracePt t="391777" x="3232150" y="431800"/>
          <p14:tracePt t="391793" x="3251200" y="431800"/>
          <p14:tracePt t="391810" x="3257550" y="431800"/>
          <p14:tracePt t="391827" x="3282950" y="431800"/>
          <p14:tracePt t="391843" x="3295650" y="431800"/>
          <p14:tracePt t="391860" x="3314700" y="431800"/>
          <p14:tracePt t="391876" x="3340100" y="431800"/>
          <p14:tracePt t="391893" x="3352800" y="431800"/>
          <p14:tracePt t="391910" x="3390900" y="438150"/>
          <p14:tracePt t="391927" x="3429000" y="444500"/>
          <p14:tracePt t="391930" x="3448050" y="444500"/>
          <p14:tracePt t="391960" x="3479800" y="450850"/>
          <p14:tracePt t="391976" x="3517900" y="457200"/>
          <p14:tracePt t="391993" x="3549650" y="463550"/>
          <p14:tracePt t="392009" x="3568700" y="463550"/>
          <p14:tracePt t="392026" x="3600450" y="463550"/>
          <p14:tracePt t="392043" x="3644900" y="463550"/>
          <p14:tracePt t="392059" x="3663950" y="463550"/>
          <p14:tracePt t="392076" x="3702050" y="463550"/>
          <p14:tracePt t="392093" x="3759200" y="469900"/>
          <p14:tracePt t="392109" x="3803650" y="469900"/>
          <p14:tracePt t="392126" x="3873500" y="488950"/>
          <p14:tracePt t="392142" x="3943350" y="495300"/>
          <p14:tracePt t="392159" x="3981450" y="495300"/>
          <p14:tracePt t="392176" x="4038600" y="508000"/>
          <p14:tracePt t="392191" x="4057650" y="508000"/>
          <p14:tracePt t="392208" x="4108450" y="514350"/>
          <p14:tracePt t="392226" x="4159250" y="514350"/>
          <p14:tracePt t="392242" x="4178300" y="520700"/>
          <p14:tracePt t="392258" x="4216400" y="527050"/>
          <p14:tracePt t="392275" x="4254500" y="527050"/>
          <p14:tracePt t="392292" x="4267200" y="527050"/>
          <p14:tracePt t="392308" x="4279900" y="533400"/>
          <p14:tracePt t="392325" x="4286250" y="533400"/>
          <p14:tracePt t="392359" x="4292600" y="539750"/>
          <p14:tracePt t="392375" x="4298950" y="539750"/>
          <p14:tracePt t="392422" x="4305300" y="539750"/>
          <p14:tracePt t="392465" x="4305300" y="533400"/>
          <p14:tracePt t="397120" x="4343400" y="615950"/>
          <p14:tracePt t="397128" x="4387850" y="736600"/>
          <p14:tracePt t="397145" x="4445000" y="908050"/>
          <p14:tracePt t="397158" x="4622800" y="1365250"/>
          <p14:tracePt t="397175" x="4794250" y="1663700"/>
          <p14:tracePt t="397192" x="5130800" y="2298700"/>
          <p14:tracePt t="397208" x="5276850" y="2546350"/>
          <p14:tracePt t="397225" x="5543550" y="3162300"/>
          <p14:tracePt t="397241" x="5759450" y="3676650"/>
          <p14:tracePt t="397258" x="5861050" y="3898900"/>
          <p14:tracePt t="397275" x="6064250" y="4318000"/>
          <p14:tracePt t="397291" x="6305550" y="4787900"/>
          <p14:tracePt t="397307" x="6388100" y="4959350"/>
          <p14:tracePt t="397325" x="6496050" y="5194300"/>
          <p14:tracePt t="397341" x="6578600" y="5365750"/>
          <p14:tracePt t="397357" x="6610350" y="5435600"/>
          <p14:tracePt t="397374" x="6654800" y="5556250"/>
          <p14:tracePt t="397391" x="6692900" y="5645150"/>
          <p14:tracePt t="397408" x="6699250" y="5670550"/>
          <p14:tracePt t="397424" x="6711950" y="5708650"/>
          <p14:tracePt t="397441" x="6724650" y="5746750"/>
          <p14:tracePt t="397459" x="6737350" y="5778500"/>
          <p14:tracePt t="397474" x="6743700" y="5784850"/>
          <p14:tracePt t="397490" x="6750050" y="5791200"/>
          <p14:tracePt t="397507" x="6756400" y="5829300"/>
          <p14:tracePt t="397523" x="6762750" y="5842000"/>
          <p14:tracePt t="397540" x="6762750" y="5854700"/>
          <p14:tracePt t="397557" x="6762750" y="5880100"/>
          <p14:tracePt t="397573" x="6762750" y="5905500"/>
          <p14:tracePt t="397591" x="6762750" y="5924550"/>
          <p14:tracePt t="397606" x="6756400" y="5924550"/>
          <p14:tracePt t="397623" x="6737350" y="5930900"/>
          <p14:tracePt t="397641" x="6711950" y="5930900"/>
          <p14:tracePt t="397657" x="6705600" y="5930900"/>
          <p14:tracePt t="397673" x="6692900" y="5918200"/>
          <p14:tracePt t="397690" x="6667500" y="5911850"/>
          <p14:tracePt t="397706" x="6654800" y="5905500"/>
          <p14:tracePt t="397723" x="6610350" y="5899150"/>
          <p14:tracePt t="397740" x="6559550" y="5899150"/>
          <p14:tracePt t="397757" x="6502400" y="5886450"/>
          <p14:tracePt t="397773" x="6438900" y="5886450"/>
          <p14:tracePt t="397789" x="6210300" y="5892800"/>
          <p14:tracePt t="397806" x="6134100" y="5892800"/>
          <p14:tracePt t="397823" x="5988050" y="5880100"/>
          <p14:tracePt t="397839" x="5937250" y="5880100"/>
          <p14:tracePt t="397856" x="5810250" y="5867400"/>
          <p14:tracePt t="397873" x="5689600" y="5867400"/>
          <p14:tracePt t="397889" x="5638800" y="5867400"/>
          <p14:tracePt t="397906" x="5594350" y="5867400"/>
          <p14:tracePt t="397922" x="5556250" y="5867400"/>
          <p14:tracePt t="397939" x="5537200" y="5861050"/>
          <p14:tracePt t="397956" x="5530850" y="5861050"/>
          <p14:tracePt t="397972" x="5505450" y="5861050"/>
          <p14:tracePt t="397988" x="5492750" y="5861050"/>
          <p14:tracePt t="398006" x="5480050" y="5861050"/>
          <p14:tracePt t="398022" x="5467350" y="5861050"/>
          <p14:tracePt t="398038" x="5461000" y="5861050"/>
          <p14:tracePt t="398090" x="5467350" y="5861050"/>
          <p14:tracePt t="398104" x="5473700" y="5861050"/>
          <p14:tracePt t="398125" x="5480050" y="5861050"/>
          <p14:tracePt t="398153" x="5486400" y="5861050"/>
          <p14:tracePt t="398159" x="5492750" y="5861050"/>
          <p14:tracePt t="398175" x="5499100" y="5861050"/>
          <p14:tracePt t="398195" x="5505450" y="5861050"/>
          <p14:tracePt t="398204" x="5518150" y="5861050"/>
          <p14:tracePt t="398221" x="5530850" y="5861050"/>
          <p14:tracePt t="398238" x="5588000" y="5854700"/>
          <p14:tracePt t="398255" x="5664200" y="5848350"/>
          <p14:tracePt t="398272" x="5772150" y="5842000"/>
          <p14:tracePt t="398287" x="5822950" y="5842000"/>
          <p14:tracePt t="398304" x="5899150" y="5829300"/>
          <p14:tracePt t="398321" x="5949950" y="5829300"/>
          <p14:tracePt t="398337" x="5969000" y="5829300"/>
          <p14:tracePt t="398354" x="5994400" y="5829300"/>
          <p14:tracePt t="398371" x="6000750" y="5829300"/>
          <p14:tracePt t="398407" x="5994400" y="5829300"/>
          <p14:tracePt t="398420" x="5975350" y="5829300"/>
          <p14:tracePt t="398437" x="5956300" y="5829300"/>
          <p14:tracePt t="398454" x="5886450" y="5816600"/>
          <p14:tracePt t="398470" x="5835650" y="5803900"/>
          <p14:tracePt t="398487" x="5676900" y="5778500"/>
          <p14:tracePt t="398504" x="5486400" y="5746750"/>
          <p14:tracePt t="398520" x="5384800" y="5727700"/>
          <p14:tracePt t="398537" x="5200650" y="5683250"/>
          <p14:tracePt t="398553" x="5067300" y="5657850"/>
          <p14:tracePt t="398570" x="5010150" y="5638800"/>
          <p14:tracePt t="398587" x="4953000" y="5626100"/>
          <p14:tracePt t="398604" x="4927600" y="5600700"/>
          <p14:tracePt t="398620" x="4921250" y="5600700"/>
          <p14:tracePt t="398653" x="4927600" y="5594350"/>
          <p14:tracePt t="398670" x="4933950" y="5594350"/>
          <p14:tracePt t="398687" x="4953000" y="5588000"/>
          <p14:tracePt t="398703" x="4972050" y="5588000"/>
          <p14:tracePt t="398720" x="4984750" y="5588000"/>
          <p14:tracePt t="398736" x="4997450" y="5568950"/>
          <p14:tracePt t="398753" x="5003800" y="5562600"/>
          <p14:tracePt t="398770" x="5016500" y="5537200"/>
          <p14:tracePt t="398786" x="5010150" y="5486400"/>
          <p14:tracePt t="398803" x="4997450" y="5435600"/>
          <p14:tracePt t="398820" x="4972050" y="5353050"/>
          <p14:tracePt t="398836" x="4819650" y="4826000"/>
          <p14:tracePt t="398852" x="4718050" y="4508500"/>
          <p14:tracePt t="398869" x="4533900" y="3790950"/>
          <p14:tracePt t="398885" x="4356100" y="3003550"/>
          <p14:tracePt t="398902" x="4286250" y="2622550"/>
          <p14:tracePt t="398919" x="4171950" y="1943100"/>
          <p14:tracePt t="398935" x="4064000" y="1390650"/>
          <p14:tracePt t="398953" x="4025900" y="1187450"/>
          <p14:tracePt t="398968" x="3962400" y="844550"/>
          <p14:tracePt t="398985" x="3930650" y="711200"/>
          <p14:tracePt t="399002" x="3917950" y="584200"/>
          <p14:tracePt t="399019" x="3886200" y="368300"/>
          <p14:tracePt t="399035" x="3867150" y="190500"/>
          <p14:tracePt t="399052" x="3860800" y="82550"/>
          <p14:tracePt t="399068" x="3848100" y="25400"/>
          <p14:tracePt t="399085" x="3848100" y="12700"/>
          <p14:tracePt t="399102" x="3835400" y="0"/>
          <p14:tracePt t="399118" x="3822700" y="0"/>
          <p14:tracePt t="399135" x="3816350" y="0"/>
          <p14:tracePt t="399164" x="3816350" y="12700"/>
          <p14:tracePt t="399178" x="3822700" y="19050"/>
          <p14:tracePt t="399187" x="3822700" y="25400"/>
          <p14:tracePt t="399201" x="3829050" y="31750"/>
          <p14:tracePt t="399218" x="3829050" y="44450"/>
          <p14:tracePt t="399235" x="3835400" y="57150"/>
          <p14:tracePt t="399251" x="3835400" y="63500"/>
          <p14:tracePt t="399268" x="3835400" y="82550"/>
          <p14:tracePt t="399284" x="3835400" y="88900"/>
          <p14:tracePt t="399301" x="3835400" y="95250"/>
          <p14:tracePt t="399318" x="3841750" y="120650"/>
          <p14:tracePt t="399334" x="3854450" y="158750"/>
          <p14:tracePt t="399351" x="3860800" y="184150"/>
          <p14:tracePt t="399368" x="3873500" y="234950"/>
          <p14:tracePt t="399384" x="3892550" y="266700"/>
          <p14:tracePt t="399400" x="3911600" y="323850"/>
          <p14:tracePt t="399417" x="3937000" y="412750"/>
          <p14:tracePt t="399434" x="3943350" y="450850"/>
          <p14:tracePt t="399451" x="3962400" y="501650"/>
          <p14:tracePt t="399467" x="3968750" y="558800"/>
          <p14:tracePt t="399483" x="3975100" y="577850"/>
          <p14:tracePt t="399501" x="3981450" y="622300"/>
          <p14:tracePt t="399517" x="3987800" y="654050"/>
          <p14:tracePt t="399534" x="3994150" y="666750"/>
          <p14:tracePt t="399550" x="4000500" y="698500"/>
          <p14:tracePt t="399566" x="4019550" y="736600"/>
          <p14:tracePt t="399583" x="4025900" y="749300"/>
          <p14:tracePt t="399600" x="4038600" y="806450"/>
          <p14:tracePt t="399616" x="4044950" y="863600"/>
          <p14:tracePt t="428134" x="4013200" y="971550"/>
          <p14:tracePt t="428140" x="3981450" y="1085850"/>
          <p14:tracePt t="428151" x="3937000" y="1219200"/>
          <p14:tracePt t="428169" x="3860800" y="1517650"/>
          <p14:tracePt t="428184" x="3835400" y="1720850"/>
          <p14:tracePt t="428201" x="3784600" y="2012950"/>
          <p14:tracePt t="428218" x="3721100" y="2336800"/>
          <p14:tracePt t="428234" x="3663950" y="2628900"/>
          <p14:tracePt t="428251" x="3600450" y="2876550"/>
          <p14:tracePt t="428267" x="3498850" y="3187700"/>
          <p14:tracePt t="428284" x="3435350" y="3384550"/>
          <p14:tracePt t="428301" x="3263900" y="3695700"/>
          <p14:tracePt t="428317" x="3181350" y="3892550"/>
          <p14:tracePt t="428334" x="3105150" y="4114800"/>
          <p14:tracePt t="428352" x="3041650" y="4279900"/>
          <p14:tracePt t="428367" x="2997200" y="4324350"/>
          <p14:tracePt t="428383" x="2971800" y="4375150"/>
          <p14:tracePt t="428400" x="2952750" y="4457700"/>
          <p14:tracePt t="428417" x="2933700" y="4489450"/>
          <p14:tracePt t="428420" x="2927350" y="4514850"/>
          <p14:tracePt t="428434" x="2927350" y="4527550"/>
          <p14:tracePt t="428450" x="2908300" y="4552950"/>
          <p14:tracePt t="428467" x="2901950" y="4572000"/>
          <p14:tracePt t="428484" x="2895600" y="4584700"/>
          <p14:tracePt t="428499" x="2895600" y="4597400"/>
          <p14:tracePt t="428516" x="2895600" y="4610100"/>
          <p14:tracePt t="428534" x="2889250" y="4616450"/>
          <p14:tracePt t="428566" x="2889250" y="4635500"/>
          <p14:tracePt t="428583" x="2889250" y="4660900"/>
          <p14:tracePt t="428599" x="2889250" y="4679950"/>
          <p14:tracePt t="428616" x="2889250" y="4699000"/>
          <p14:tracePt t="428633" x="2889250" y="4730750"/>
          <p14:tracePt t="428649" x="2895600" y="4762500"/>
          <p14:tracePt t="428667" x="2901950" y="4813300"/>
          <p14:tracePt t="428682" x="2908300" y="4857750"/>
          <p14:tracePt t="428699" x="2921000" y="4895850"/>
          <p14:tracePt t="428717" x="2933700" y="4959350"/>
          <p14:tracePt t="428732" x="2959100" y="5003800"/>
          <p14:tracePt t="428748" x="2971800" y="5029200"/>
          <p14:tracePt t="428766" x="2990850" y="5067300"/>
          <p14:tracePt t="428782" x="3016250" y="5092700"/>
          <p14:tracePt t="428799" x="3035300" y="5105400"/>
          <p14:tracePt t="428815" x="3060700" y="5137150"/>
          <p14:tracePt t="428832" x="3086100" y="5162550"/>
          <p14:tracePt t="428849" x="3124200" y="5187950"/>
          <p14:tracePt t="428865" x="3143250" y="5213350"/>
          <p14:tracePt t="428882" x="3162300" y="5226050"/>
          <p14:tracePt t="428899" x="3251200" y="5276850"/>
          <p14:tracePt t="428915" x="3282950" y="5302250"/>
          <p14:tracePt t="428919" x="3327400" y="5321300"/>
          <p14:tracePt t="428948" x="3384550" y="5334000"/>
          <p14:tracePt t="428965" x="3454400" y="5353050"/>
          <p14:tracePt t="428982" x="3486150" y="5359400"/>
          <p14:tracePt t="428998" x="3549650" y="5365750"/>
          <p14:tracePt t="429015" x="3619500" y="5365750"/>
          <p14:tracePt t="429032" x="3676650" y="5365750"/>
          <p14:tracePt t="429048" x="3714750" y="5365750"/>
          <p14:tracePt t="429065" x="3765550" y="5365750"/>
          <p14:tracePt t="429082" x="3822700" y="5365750"/>
          <p14:tracePt t="429098" x="3848100" y="5365750"/>
          <p14:tracePt t="429114" x="3905250" y="5365750"/>
          <p14:tracePt t="429131" x="3949700" y="5372100"/>
          <p14:tracePt t="429148" x="3962400" y="5378450"/>
          <p14:tracePt t="429165" x="3981450" y="5384800"/>
          <p14:tracePt t="429181" x="4019550" y="5416550"/>
          <p14:tracePt t="429197" x="4044950" y="5422900"/>
          <p14:tracePt t="429215" x="4057650" y="5429250"/>
          <p14:tracePt t="429231" x="4064000" y="5429250"/>
          <p14:tracePt t="429247" x="4076700" y="5435600"/>
          <p14:tracePt t="429264" x="4089400" y="5441950"/>
          <p14:tracePt t="429965" x="4089400" y="5448300"/>
          <p14:tracePt t="429980" x="4083050" y="5461000"/>
          <p14:tracePt t="429986" x="4070350" y="5473700"/>
          <p14:tracePt t="430001" x="4051300" y="5486400"/>
          <p14:tracePt t="430011" x="4038600" y="5499100"/>
          <p14:tracePt t="430028" x="4000500" y="5524500"/>
          <p14:tracePt t="430045" x="3975100" y="5530850"/>
          <p14:tracePt t="430061" x="3917950" y="5549900"/>
          <p14:tracePt t="430078" x="3873500" y="5562600"/>
          <p14:tracePt t="430094" x="3854450" y="5575300"/>
          <p14:tracePt t="430111" x="3822700" y="5581650"/>
          <p14:tracePt t="430128" x="3803650" y="5581650"/>
          <p14:tracePt t="430144" x="3790950" y="5581650"/>
          <p14:tracePt t="430161" x="3784600" y="5588000"/>
          <p14:tracePt t="430198" x="3778250" y="5588000"/>
          <p14:tracePt t="430309" x="3771900" y="5588000"/>
          <p14:tracePt t="430359" x="3771900" y="5594350"/>
          <p14:tracePt t="430401" x="3778250" y="5594350"/>
          <p14:tracePt t="430450" x="3784600" y="5600700"/>
          <p14:tracePt t="430457" x="3790950" y="5600700"/>
          <p14:tracePt t="430471" x="3797300" y="5600700"/>
          <p14:tracePt t="430479" x="3803650" y="5600700"/>
          <p14:tracePt t="430494" x="3816350" y="5600700"/>
          <p14:tracePt t="430510" x="3829050" y="5607050"/>
          <p14:tracePt t="430527" x="3854450" y="5613400"/>
          <p14:tracePt t="430543" x="3886200" y="5613400"/>
          <p14:tracePt t="430560" x="3905250" y="5619750"/>
          <p14:tracePt t="430576" x="3981450" y="5626100"/>
          <p14:tracePt t="430593" x="4006850" y="5632450"/>
          <p14:tracePt t="430610" x="4025900" y="5638800"/>
          <p14:tracePt t="430626" x="4064000" y="5638800"/>
          <p14:tracePt t="430642" x="4083050" y="5645150"/>
          <p14:tracePt t="430660" x="4095750" y="5651500"/>
          <p14:tracePt t="430675" x="4102100" y="5651500"/>
          <p14:tracePt t="430692" x="4108450" y="5651500"/>
          <p14:tracePt t="430725" x="4114800" y="5651500"/>
          <p14:tracePt t="430850" x="4121150" y="5651500"/>
          <p14:tracePt t="430856" x="4127500" y="5651500"/>
          <p14:tracePt t="430871" x="4133850" y="5651500"/>
          <p14:tracePt t="430878" x="4140200" y="5651500"/>
          <p14:tracePt t="430894" x="4146550" y="5651500"/>
          <p14:tracePt t="430908" x="4152900" y="5651500"/>
          <p14:tracePt t="430925" x="4165600" y="5651500"/>
          <p14:tracePt t="430942" x="4216400" y="5651500"/>
          <p14:tracePt t="430958" x="4254500" y="5651500"/>
          <p14:tracePt t="430975" x="4349750" y="5645150"/>
          <p14:tracePt t="430991" x="4489450" y="5632450"/>
          <p14:tracePt t="431008" x="4565650" y="5632450"/>
          <p14:tracePt t="431025" x="4737100" y="5613400"/>
          <p14:tracePt t="431041" x="4902200" y="5581650"/>
          <p14:tracePt t="431058" x="4978400" y="5575300"/>
          <p14:tracePt t="431075" x="5124450" y="5562600"/>
          <p14:tracePt t="431091" x="5245100" y="5549900"/>
          <p14:tracePt t="431108" x="5270500" y="5549900"/>
          <p14:tracePt t="431124" x="5321300" y="5537200"/>
          <p14:tracePt t="431141" x="5353050" y="5537200"/>
          <p14:tracePt t="431158" x="5359400" y="5537200"/>
          <p14:tracePt t="431174" x="5365750" y="5537200"/>
          <p14:tracePt t="431191" x="5372100" y="5543550"/>
          <p14:tracePt t="431208" x="5391150" y="5549900"/>
          <p14:tracePt t="431224" x="5397500" y="5549900"/>
          <p14:tracePt t="431241" x="5403850" y="5556250"/>
          <p14:tracePt t="431257" x="5410200" y="5556250"/>
          <p14:tracePt t="431274" x="5422900" y="5562600"/>
          <p14:tracePt t="431290" x="5429250" y="5562600"/>
          <p14:tracePt t="431307" x="5441950" y="5562600"/>
          <p14:tracePt t="431323" x="5454650" y="5568950"/>
          <p14:tracePt t="431341" x="5461000" y="5568950"/>
          <p14:tracePt t="431356" x="5492750" y="5568950"/>
          <p14:tracePt t="431373" x="5549900" y="5581650"/>
          <p14:tracePt t="431391" x="5607050" y="5581650"/>
          <p14:tracePt t="431406" x="5645150" y="5581650"/>
          <p14:tracePt t="431423" x="5702300" y="5581650"/>
          <p14:tracePt t="431440" x="5759450" y="5581650"/>
          <p14:tracePt t="431456" x="5791200" y="5581650"/>
          <p14:tracePt t="431473" x="5829300" y="5581650"/>
          <p14:tracePt t="431490" x="5867400" y="5575300"/>
          <p14:tracePt t="431506" x="5880100" y="5575300"/>
          <p14:tracePt t="431525" x="5918200" y="5568950"/>
          <p14:tracePt t="431540" x="5930900" y="5568950"/>
          <p14:tracePt t="431557" x="5949950" y="5568950"/>
          <p14:tracePt t="431573" x="5969000" y="5568950"/>
          <p14:tracePt t="431589" x="5981700" y="5568950"/>
          <p14:tracePt t="431606" x="6000750" y="5568950"/>
          <p14:tracePt t="431622" x="6007100" y="5568950"/>
          <p14:tracePt t="431639" x="6013450" y="5568950"/>
          <p14:tracePt t="431655" x="6032500" y="5568950"/>
          <p14:tracePt t="431672" x="6051550" y="5575300"/>
          <p14:tracePt t="431706" x="6070600" y="5575300"/>
          <p14:tracePt t="431722" x="6096000" y="5581650"/>
          <p14:tracePt t="431739" x="6115050" y="5581650"/>
          <p14:tracePt t="431756" x="6153150" y="5588000"/>
          <p14:tracePt t="431772" x="6184900" y="5594350"/>
          <p14:tracePt t="431788" x="6197600" y="5600700"/>
          <p14:tracePt t="431805" x="6216650" y="5607050"/>
          <p14:tracePt t="431838" x="6223000" y="5613400"/>
          <p14:tracePt t="431875" x="6229350" y="5613400"/>
          <p14:tracePt t="432474" x="6210300" y="5613400"/>
          <p14:tracePt t="432480" x="6184900" y="5613400"/>
          <p14:tracePt t="432495" x="6140450" y="5607050"/>
          <p14:tracePt t="432503" x="6102350" y="5594350"/>
          <p14:tracePt t="432519" x="6045200" y="5588000"/>
          <p14:tracePt t="432536" x="5911850" y="5556250"/>
          <p14:tracePt t="432552" x="5822950" y="5537200"/>
          <p14:tracePt t="432569" x="5588000" y="5473700"/>
          <p14:tracePt t="432587" x="5334000" y="5410200"/>
          <p14:tracePt t="432602" x="5168900" y="5372100"/>
          <p14:tracePt t="432619" x="4895850" y="5308600"/>
          <p14:tracePt t="432636" x="4679950" y="5295900"/>
          <p14:tracePt t="432652" x="4578350" y="5302250"/>
          <p14:tracePt t="432669" x="4406900" y="5334000"/>
          <p14:tracePt t="432686" x="4286250" y="5353050"/>
          <p14:tracePt t="432702" x="4248150" y="5359400"/>
          <p14:tracePt t="432719" x="4191000" y="5397500"/>
          <p14:tracePt t="432735" x="4108450" y="5505450"/>
          <p14:tracePt t="432752" x="4095750" y="5524500"/>
          <p14:tracePt t="438870" x="4083050" y="5524500"/>
          <p14:tracePt t="438877" x="4064000" y="5524500"/>
          <p14:tracePt t="438885" x="4038600" y="5524500"/>
          <p14:tracePt t="438897" x="4013200" y="5524500"/>
          <p14:tracePt t="438914" x="3867150" y="5543550"/>
          <p14:tracePt t="438930" x="3746500" y="5556250"/>
          <p14:tracePt t="438948" x="3562350" y="5594350"/>
          <p14:tracePt t="438964" x="3441700" y="5626100"/>
          <p14:tracePt t="438980" x="3346450" y="5651500"/>
          <p14:tracePt t="438997" x="3238500" y="5657850"/>
          <p14:tracePt t="439014" x="3187700" y="5657850"/>
          <p14:tracePt t="439017" x="3168650" y="5657850"/>
          <p14:tracePt t="439030" x="3155950" y="5657850"/>
          <p14:tracePt t="439047" x="3117850" y="5670550"/>
          <p14:tracePt t="439063" x="3105150" y="5670550"/>
          <p14:tracePt t="439080" x="3092450" y="5676900"/>
          <p14:tracePt t="439096" x="3086100" y="5683250"/>
          <p14:tracePt t="439113" x="3079750" y="5689600"/>
          <p14:tracePt t="439130" x="3067050" y="5689600"/>
          <p14:tracePt t="439208" x="3067050" y="5683250"/>
          <p14:tracePt t="439264" x="3067050" y="5676900"/>
          <p14:tracePt t="439334" x="3060700" y="5676900"/>
          <p14:tracePt t="439341" x="3060700" y="5670550"/>
          <p14:tracePt t="439364" x="3060700" y="5664200"/>
          <p14:tracePt t="439383" x="3060700" y="5657850"/>
          <p14:tracePt t="439390" x="3060700" y="5651500"/>
          <p14:tracePt t="439404" x="3054350" y="5645150"/>
          <p14:tracePt t="439412" x="3054350" y="5632450"/>
          <p14:tracePt t="439429" x="3041650" y="5619750"/>
          <p14:tracePt t="439446" x="3028950" y="5588000"/>
          <p14:tracePt t="439462" x="3016250" y="5575300"/>
          <p14:tracePt t="439478" x="3003550" y="5556250"/>
          <p14:tracePt t="439496" x="2984500" y="5543550"/>
          <p14:tracePt t="439512" x="2965450" y="5524500"/>
          <p14:tracePt t="439515" x="2959100" y="5524500"/>
          <p14:tracePt t="439528" x="2946400" y="5518150"/>
          <p14:tracePt t="439545" x="2914650" y="5499100"/>
          <p14:tracePt t="439562" x="2901950" y="5492750"/>
          <p14:tracePt t="439578" x="2889250" y="5486400"/>
          <p14:tracePt t="439595" x="2863850" y="5480050"/>
          <p14:tracePt t="439611" x="2857500" y="5480050"/>
          <p14:tracePt t="439629" x="2832100" y="5473700"/>
          <p14:tracePt t="439645" x="2819400" y="5473700"/>
          <p14:tracePt t="439661" x="2813050" y="5473700"/>
          <p14:tracePt t="439678" x="2794000" y="5473700"/>
          <p14:tracePt t="439694" x="2787650" y="5473700"/>
          <p14:tracePt t="440703" x="2800350" y="5473700"/>
          <p14:tracePt t="440718" x="2825750" y="5473700"/>
          <p14:tracePt t="440727" x="2851150" y="5473700"/>
          <p14:tracePt t="440741" x="2870200" y="5473700"/>
          <p14:tracePt t="440757" x="2921000" y="5473700"/>
          <p14:tracePt t="440774" x="2952750" y="5480050"/>
          <p14:tracePt t="440791" x="2971800" y="5480050"/>
          <p14:tracePt t="440807" x="3003550" y="5492750"/>
          <p14:tracePt t="440824" x="3041650" y="5505450"/>
          <p14:tracePt t="440841" x="3060700" y="5518150"/>
          <p14:tracePt t="440858" x="3105150" y="5530850"/>
          <p14:tracePt t="440874" x="3124200" y="5537200"/>
          <p14:tracePt t="440891" x="3155950" y="5562600"/>
          <p14:tracePt t="440907" x="3194050" y="5575300"/>
          <p14:tracePt t="440923" x="3206750" y="5581650"/>
          <p14:tracePt t="440940" x="3232150" y="5588000"/>
          <p14:tracePt t="440957" x="3238500" y="5594350"/>
          <p14:tracePt t="440974" x="3244850" y="5594350"/>
          <p14:tracePt t="440991" x="3251200" y="5600700"/>
          <p14:tracePt t="441006" x="3257550" y="5600700"/>
          <p14:tracePt t="441055" x="3263900" y="5600700"/>
          <p14:tracePt t="441146" x="3257550" y="5600700"/>
          <p14:tracePt t="441160" x="3251200" y="5600700"/>
          <p14:tracePt t="441166" x="3244850" y="5600700"/>
          <p14:tracePt t="441188" x="3238500" y="5600700"/>
          <p14:tracePt t="441210" x="3225800" y="5600700"/>
          <p14:tracePt t="441216" x="3213100" y="5600700"/>
          <p14:tracePt t="441230" x="3194050" y="5607050"/>
          <p14:tracePt t="441239" x="3155950" y="5607050"/>
          <p14:tracePt t="441255" x="3111500" y="5613400"/>
          <p14:tracePt t="441273" x="2997200" y="5619750"/>
          <p14:tracePt t="441289" x="2851150" y="5638800"/>
          <p14:tracePt t="441306" x="2774950" y="5638800"/>
          <p14:tracePt t="441322" x="2647950" y="5638800"/>
          <p14:tracePt t="441339" x="2546350" y="5638800"/>
          <p14:tracePt t="441356" x="2463800" y="5638800"/>
          <p14:tracePt t="441372" x="2444750" y="5632450"/>
          <p14:tracePt t="441389" x="2419350" y="5632450"/>
          <p14:tracePt t="441406" x="2381250" y="5613400"/>
          <p14:tracePt t="441422" x="2368550" y="5600700"/>
          <p14:tracePt t="441438" x="2355850" y="5600700"/>
          <p14:tracePt t="441455" x="2343150" y="5594350"/>
          <p14:tracePt t="441472" x="2324100" y="5594350"/>
          <p14:tracePt t="441489" x="2317750" y="5594350"/>
          <p14:tracePt t="441505" x="2298700" y="5594350"/>
          <p14:tracePt t="441521" x="2292350" y="5594350"/>
          <p14:tracePt t="441538" x="2279650" y="5594350"/>
          <p14:tracePt t="441555" x="2260600" y="5600700"/>
          <p14:tracePt t="441571" x="2235200" y="5607050"/>
          <p14:tracePt t="441589" x="2184400" y="5626100"/>
          <p14:tracePt t="441605" x="2152650" y="5626100"/>
          <p14:tracePt t="441621" x="2108200" y="5638800"/>
          <p14:tracePt t="441638" x="2044700" y="5664200"/>
          <p14:tracePt t="441654" x="2025650" y="5670550"/>
          <p14:tracePt t="441671" x="1993900" y="5676900"/>
          <p14:tracePt t="441688" x="1949450" y="5695950"/>
          <p14:tracePt t="441704" x="1936750" y="5702300"/>
          <p14:tracePt t="441721" x="1924050" y="5708650"/>
          <p14:tracePt t="441757" x="1917700" y="5715000"/>
          <p14:tracePt t="441813" x="1917700" y="5721350"/>
          <p14:tracePt t="441848" x="1924050" y="5721350"/>
          <p14:tracePt t="441870" x="1930400" y="5721350"/>
          <p14:tracePt t="441890" x="1930400" y="5715000"/>
          <p14:tracePt t="441897" x="1936750" y="5708650"/>
          <p14:tracePt t="441918" x="1949450" y="5708650"/>
          <p14:tracePt t="441960" x="1955800" y="5708650"/>
          <p14:tracePt t="441968" x="1962150" y="5702300"/>
          <p14:tracePt t="441981" x="1968500" y="5702300"/>
          <p14:tracePt t="441990" x="1974850" y="5702300"/>
          <p14:tracePt t="442004" x="1981200" y="5695950"/>
          <p14:tracePt t="442020" x="2000250" y="5695950"/>
          <p14:tracePt t="442037" x="2038350" y="5689600"/>
          <p14:tracePt t="442053" x="2108200" y="5670550"/>
          <p14:tracePt t="442070" x="2165350" y="5651500"/>
          <p14:tracePt t="442074" x="2216150" y="5645150"/>
          <p14:tracePt t="442087" x="2286000" y="5626100"/>
          <p14:tracePt t="442103" x="2438400" y="5607050"/>
          <p14:tracePt t="442120" x="2508250" y="5600700"/>
          <p14:tracePt t="442137" x="2673350" y="5568950"/>
          <p14:tracePt t="442153" x="2844800" y="5537200"/>
          <p14:tracePt t="442170" x="2933700" y="5518150"/>
          <p14:tracePt t="442186" x="3105150" y="5499100"/>
          <p14:tracePt t="442202" x="3257550" y="5486400"/>
          <p14:tracePt t="442220" x="3384550" y="5486400"/>
          <p14:tracePt t="442236" x="3435350" y="5486400"/>
          <p14:tracePt t="442253" x="3505200" y="5486400"/>
          <p14:tracePt t="442270" x="3556000" y="5499100"/>
          <p14:tracePt t="442285" x="3568700" y="5499100"/>
          <p14:tracePt t="442302" x="3581400" y="5505450"/>
          <p14:tracePt t="442319" x="3587750" y="5511800"/>
          <p14:tracePt t="442353" x="3594100" y="5511800"/>
          <p14:tracePt t="442480" x="3594100" y="5518150"/>
          <p14:tracePt t="442509" x="3594100" y="5524500"/>
          <p14:tracePt t="443704" x="3568700" y="5524500"/>
          <p14:tracePt t="443718" x="3536950" y="5524500"/>
          <p14:tracePt t="443725" x="3498850" y="5524500"/>
          <p14:tracePt t="443740" x="3460750" y="5524500"/>
          <p14:tracePt t="443748" x="3422650" y="5524500"/>
          <p14:tracePt t="443764" x="3365500" y="5530850"/>
          <p14:tracePt t="443781" x="3289300" y="5543550"/>
          <p14:tracePt t="443796" x="3194050" y="5549900"/>
          <p14:tracePt t="443814" x="3155950" y="5556250"/>
          <p14:tracePt t="443831" x="3060700" y="5575300"/>
          <p14:tracePt t="443847" x="2940050" y="5594350"/>
          <p14:tracePt t="443863" x="2895600" y="5600700"/>
          <p14:tracePt t="443880" x="2813050" y="5619750"/>
          <p14:tracePt t="443897" x="2755900" y="5632450"/>
          <p14:tracePt t="443913" x="2724150" y="5638800"/>
          <p14:tracePt t="443930" x="2698750" y="5638800"/>
          <p14:tracePt t="443946" x="2673350" y="5645150"/>
          <p14:tracePt t="443964" x="2660650" y="5645150"/>
          <p14:tracePt t="443996" x="2654300" y="5645150"/>
          <p14:tracePt t="444035" x="2641600" y="5645150"/>
          <p14:tracePt t="444055" x="2635250" y="5645150"/>
          <p14:tracePt t="444077" x="2628900" y="5645150"/>
          <p14:tracePt t="444084" x="2622550" y="5645150"/>
          <p14:tracePt t="444099" x="2616200" y="5645150"/>
          <p14:tracePt t="444119" x="2609850" y="5645150"/>
          <p14:tracePt t="444128" x="2603500" y="5645150"/>
          <p14:tracePt t="444147" x="2590800" y="5645150"/>
          <p14:tracePt t="444162" x="2578100" y="5645150"/>
          <p14:tracePt t="444179" x="2540000" y="5645150"/>
          <p14:tracePt t="444196" x="2489200" y="5638800"/>
          <p14:tracePt t="444212" x="2451100" y="5638800"/>
          <p14:tracePt t="444229" x="2425700" y="5638800"/>
          <p14:tracePt t="444246" x="2311400" y="5626100"/>
          <p14:tracePt t="444262" x="2286000" y="5626100"/>
          <p14:tracePt t="444279" x="2254250" y="5619750"/>
          <p14:tracePt t="444295" x="2197100" y="5619750"/>
          <p14:tracePt t="444312" x="2146300" y="5613400"/>
          <p14:tracePt t="444329" x="2108200" y="5613400"/>
          <p14:tracePt t="444345" x="2095500" y="5613400"/>
          <p14:tracePt t="444362" x="2076450" y="5613400"/>
          <p14:tracePt t="444379" x="2063750" y="5613400"/>
          <p14:tracePt t="444395" x="2051050" y="5613400"/>
          <p14:tracePt t="444412" x="2044700" y="5613400"/>
          <p14:tracePt t="444428" x="2038350" y="5613400"/>
          <p14:tracePt t="444462" x="2032000" y="5613400"/>
          <p14:tracePt t="444582" x="2038350" y="5613400"/>
          <p14:tracePt t="444596" x="2044700" y="5613400"/>
          <p14:tracePt t="444618" x="2051050" y="5613400"/>
          <p14:tracePt t="444652" x="2051050" y="5607050"/>
          <p14:tracePt t="444667" x="2057400" y="5607050"/>
          <p14:tracePt t="444681" x="2063750" y="5607050"/>
          <p14:tracePt t="444688" x="2070100" y="5607050"/>
          <p14:tracePt t="444702" x="2076450" y="5607050"/>
          <p14:tracePt t="444710" x="2089150" y="5600700"/>
          <p14:tracePt t="444727" x="2108200" y="5594350"/>
          <p14:tracePt t="444744" x="2178050" y="5588000"/>
          <p14:tracePt t="444760" x="2305050" y="5568950"/>
          <p14:tracePt t="444777" x="2400300" y="5556250"/>
          <p14:tracePt t="444794" x="2603500" y="5537200"/>
          <p14:tracePt t="444810" x="2857500" y="5518150"/>
          <p14:tracePt t="444827" x="3098800" y="5486400"/>
          <p14:tracePt t="444843" x="3213100" y="5473700"/>
          <p14:tracePt t="444860" x="3314700" y="5473700"/>
          <p14:tracePt t="444877" x="3517900" y="5473700"/>
          <p14:tracePt t="444893" x="3562350" y="5473700"/>
          <p14:tracePt t="444910" x="3587750" y="5473700"/>
          <p14:tracePt t="444927" x="3619500" y="5486400"/>
          <p14:tracePt t="444943" x="3638550" y="5486400"/>
          <p14:tracePt t="444960" x="3638550" y="5492750"/>
          <p14:tracePt t="444976" x="3644900" y="5492750"/>
          <p14:tracePt t="444993" x="3644900" y="5499100"/>
          <p14:tracePt t="445026" x="3644900" y="5505450"/>
          <p14:tracePt t="445061" x="3644900" y="5511800"/>
          <p14:tracePt t="445067" x="3644900" y="5518150"/>
          <p14:tracePt t="446142" x="3644900" y="5505450"/>
          <p14:tracePt t="446157" x="3644900" y="5467350"/>
          <p14:tracePt t="446163" x="3644900" y="5429250"/>
          <p14:tracePt t="446177" x="3644900" y="5353050"/>
          <p14:tracePt t="446188" x="3638550" y="5257800"/>
          <p14:tracePt t="446206" x="3625850" y="5029200"/>
          <p14:tracePt t="446222" x="3613150" y="4895850"/>
          <p14:tracePt t="446238" x="3594100" y="4597400"/>
          <p14:tracePt t="446255" x="3581400" y="4222750"/>
          <p14:tracePt t="446272" x="3549650" y="4000500"/>
          <p14:tracePt t="446289" x="3536950" y="3606800"/>
          <p14:tracePt t="446305" x="3498850" y="3124200"/>
          <p14:tracePt t="446322" x="3467100" y="2901950"/>
          <p14:tracePt t="446339" x="3409950" y="2438400"/>
          <p14:tracePt t="446355" x="3352800" y="2133600"/>
          <p14:tracePt t="446371" x="3346450" y="2032000"/>
          <p14:tracePt t="446388" x="3302000" y="1841500"/>
          <p14:tracePt t="446405" x="3263900" y="1644650"/>
          <p14:tracePt t="446421" x="3244850" y="1543050"/>
          <p14:tracePt t="446438" x="3200400" y="1358900"/>
          <p14:tracePt t="446454" x="3181350" y="1295400"/>
          <p14:tracePt t="446471" x="3136900" y="1149350"/>
          <p14:tracePt t="446488" x="3117850" y="1016000"/>
          <p14:tracePt t="446504" x="3105150" y="965200"/>
          <p14:tracePt t="446521" x="3092450" y="908050"/>
          <p14:tracePt t="446537" x="3079750" y="857250"/>
          <p14:tracePt t="446554" x="3067050" y="844550"/>
          <p14:tracePt t="446571" x="3060700" y="819150"/>
          <p14:tracePt t="446587" x="3041650" y="793750"/>
          <p14:tracePt t="446604" x="3035300" y="781050"/>
          <p14:tracePt t="446607" x="3022600" y="768350"/>
          <p14:tracePt t="446621" x="3016250" y="762000"/>
          <p14:tracePt t="446637" x="3003550" y="749300"/>
          <p14:tracePt t="446654" x="2990850" y="736600"/>
          <p14:tracePt t="446670" x="2984500" y="730250"/>
          <p14:tracePt t="446687" x="2965450" y="711200"/>
          <p14:tracePt t="446704" x="2952750" y="692150"/>
          <p14:tracePt t="446720" x="2940050" y="685800"/>
          <p14:tracePt t="446737" x="2933700" y="685800"/>
          <p14:tracePt t="446754" x="2901950" y="660400"/>
          <p14:tracePt t="446770" x="2889250" y="654050"/>
          <p14:tracePt t="446787" x="2876550" y="647700"/>
          <p14:tracePt t="446803" x="2851150" y="635000"/>
          <p14:tracePt t="446820" x="2825750" y="622300"/>
          <p14:tracePt t="446838" x="2800350" y="615950"/>
          <p14:tracePt t="446853" x="2781300" y="615950"/>
          <p14:tracePt t="446870" x="2749550" y="615950"/>
          <p14:tracePt t="446887" x="2717800" y="622300"/>
          <p14:tracePt t="446903" x="2686050" y="628650"/>
          <p14:tracePt t="446920" x="2641600" y="647700"/>
          <p14:tracePt t="446936" x="2603500" y="654050"/>
          <p14:tracePt t="446953" x="2584450" y="654050"/>
          <p14:tracePt t="446970" x="2546350" y="647700"/>
          <p14:tracePt t="446986" x="2527300" y="628650"/>
          <p14:tracePt t="447003" x="2514600" y="615950"/>
          <p14:tracePt t="447020" x="2508250" y="609600"/>
          <p14:tracePt t="447035" x="2501900" y="590550"/>
          <p14:tracePt t="447052" x="2501900" y="584200"/>
          <p14:tracePt t="447070" x="2495550" y="577850"/>
          <p14:tracePt t="447086" x="2495550" y="571500"/>
          <p14:tracePt t="447105" x="2495550" y="565150"/>
          <p14:tracePt t="447126" x="2495550" y="558800"/>
          <p14:tracePt t="447175" x="2495550" y="552450"/>
          <p14:tracePt t="447196" x="2501900" y="552450"/>
          <p14:tracePt t="447210" x="2508250" y="552450"/>
          <p14:tracePt t="447238" x="2514600" y="552450"/>
          <p14:tracePt t="447266" x="2520950" y="552450"/>
          <p14:tracePt t="447287" x="2527300" y="552450"/>
          <p14:tracePt t="447315" x="2533650" y="552450"/>
          <p14:tracePt t="447329" x="2540000" y="552450"/>
          <p14:tracePt t="447343" x="2552700" y="552450"/>
          <p14:tracePt t="450722" x="2540000" y="552450"/>
          <p14:tracePt t="450729" x="2527300" y="546100"/>
          <p14:tracePt t="450739" x="2514600" y="533400"/>
          <p14:tracePt t="450757" x="2482850" y="527050"/>
          <p14:tracePt t="450773" x="2470150" y="520700"/>
          <p14:tracePt t="450789" x="2457450" y="514350"/>
          <p14:tracePt t="450806" x="2406650" y="501650"/>
          <p14:tracePt t="450823" x="2387600" y="495300"/>
          <p14:tracePt t="450839" x="2374900" y="495300"/>
          <p14:tracePt t="450856" x="2336800" y="482600"/>
          <p14:tracePt t="450872" x="2298700" y="469900"/>
          <p14:tracePt t="450891" x="2266950" y="469900"/>
          <p14:tracePt t="450905" x="2260600" y="469900"/>
          <p14:tracePt t="450922" x="2254250" y="469900"/>
          <p14:tracePt t="450940" x="2241550" y="463550"/>
          <p14:tracePt t="450982" x="2235200" y="463550"/>
          <p14:tracePt t="451073" x="2241550" y="463550"/>
          <p14:tracePt t="451080" x="2247900" y="463550"/>
          <p14:tracePt t="451108" x="2254250" y="463550"/>
          <p14:tracePt t="451129" x="2254250" y="469900"/>
          <p14:tracePt t="451150" x="2260600" y="476250"/>
          <p14:tracePt t="451157" x="2266950" y="476250"/>
          <p14:tracePt t="451173" x="2279650" y="476250"/>
          <p14:tracePt t="451178" x="2286000" y="482600"/>
          <p14:tracePt t="451192" x="2298700" y="482600"/>
          <p14:tracePt t="451206" x="2317750" y="488950"/>
          <p14:tracePt t="451222" x="2374900" y="501650"/>
          <p14:tracePt t="451238" x="2419350" y="520700"/>
          <p14:tracePt t="451255" x="2527300" y="539750"/>
          <p14:tracePt t="451271" x="2641600" y="546100"/>
          <p14:tracePt t="451288" x="2717800" y="546100"/>
          <p14:tracePt t="451305" x="2870200" y="546100"/>
          <p14:tracePt t="451321" x="3060700" y="546100"/>
          <p14:tracePt t="451338" x="3162300" y="546100"/>
          <p14:tracePt t="451354" x="3371850" y="527050"/>
          <p14:tracePt t="451371" x="3562350" y="495300"/>
          <p14:tracePt t="451387" x="3651250" y="482600"/>
          <p14:tracePt t="451405" x="3803650" y="476250"/>
          <p14:tracePt t="451421" x="3886200" y="463550"/>
          <p14:tracePt t="451438" x="4102100" y="444500"/>
          <p14:tracePt t="451454" x="4152900" y="444500"/>
          <p14:tracePt t="451470" x="4210050" y="438150"/>
          <p14:tracePt t="451487" x="4286250" y="438150"/>
          <p14:tracePt t="451504" x="4337050" y="438150"/>
          <p14:tracePt t="451520" x="4356100" y="438150"/>
          <p14:tracePt t="451537" x="4394200" y="438150"/>
          <p14:tracePt t="451553" x="4438650" y="438150"/>
          <p14:tracePt t="451571" x="4457700" y="444500"/>
          <p14:tracePt t="451587" x="4508500" y="450850"/>
          <p14:tracePt t="451604" x="4578350" y="463550"/>
          <p14:tracePt t="451621" x="4648200" y="476250"/>
          <p14:tracePt t="451637" x="4686300" y="476250"/>
          <p14:tracePt t="451653" x="4787900" y="476250"/>
          <p14:tracePt t="451670" x="4895850" y="476250"/>
          <p14:tracePt t="451686" x="4959350" y="482600"/>
          <p14:tracePt t="451705" x="5092700" y="495300"/>
          <p14:tracePt t="451720" x="5207000" y="495300"/>
          <p14:tracePt t="451736" x="5270500" y="495300"/>
          <p14:tracePt t="451753" x="5308600" y="495300"/>
          <p14:tracePt t="451769" x="5365750" y="501650"/>
          <p14:tracePt t="451786" x="5397500" y="501650"/>
          <p14:tracePt t="451805" x="5410200" y="501650"/>
          <p14:tracePt t="451819" x="5416550" y="501650"/>
          <p14:tracePt t="451836" x="5416550" y="508000"/>
          <p14:tracePt t="451881" x="5410200" y="508000"/>
          <p14:tracePt t="451895" x="5403850" y="508000"/>
          <p14:tracePt t="451903" x="5391150" y="508000"/>
          <p14:tracePt t="451919" x="5384800" y="508000"/>
          <p14:tracePt t="451936" x="5346700" y="508000"/>
          <p14:tracePt t="451952" x="5257800" y="514350"/>
          <p14:tracePt t="451969" x="5181600" y="508000"/>
          <p14:tracePt t="451986" x="4978400" y="508000"/>
          <p14:tracePt t="452002" x="4724400" y="514350"/>
          <p14:tracePt t="452019" x="4572000" y="514350"/>
          <p14:tracePt t="452035" x="4197350" y="508000"/>
          <p14:tracePt t="452051" x="4013200" y="514350"/>
          <p14:tracePt t="452068" x="3644900" y="514350"/>
          <p14:tracePt t="452085" x="3359150" y="514350"/>
          <p14:tracePt t="452102" x="3232150" y="527050"/>
          <p14:tracePt t="452119" x="3016250" y="546100"/>
          <p14:tracePt t="452135" x="2838450" y="546100"/>
          <p14:tracePt t="452151" x="2762250" y="533400"/>
          <p14:tracePt t="452168" x="2641600" y="501650"/>
          <p14:tracePt t="452185" x="2578100" y="488950"/>
          <p14:tracePt t="452201" x="2552700" y="482600"/>
          <p14:tracePt t="452218" x="2514600" y="476250"/>
          <p14:tracePt t="452235" x="2482850" y="469900"/>
          <p14:tracePt t="452252" x="2476500" y="463550"/>
          <p14:tracePt t="452268" x="2463800" y="463550"/>
          <p14:tracePt t="452284" x="2457450" y="463550"/>
          <p14:tracePt t="452302" x="2451100" y="463550"/>
          <p14:tracePt t="452318" x="2444750" y="463550"/>
          <p14:tracePt t="452334" x="2438400" y="463550"/>
          <p14:tracePt t="452351" x="2432050" y="463550"/>
          <p14:tracePt t="452367" x="2425700" y="463550"/>
          <p14:tracePt t="452384" x="2419350" y="469900"/>
          <p14:tracePt t="452400" x="2406650" y="476250"/>
          <p14:tracePt t="452418" x="2400300" y="476250"/>
          <p14:tracePt t="452451" x="2393950" y="482600"/>
          <p14:tracePt t="452467" x="2387600" y="488950"/>
          <p14:tracePt t="452527" x="2387600" y="495300"/>
          <p14:tracePt t="452535" x="2393950" y="501650"/>
          <p14:tracePt t="452562" x="2400300" y="501650"/>
          <p14:tracePt t="452583" x="2406650" y="501650"/>
          <p14:tracePt t="452597" x="2413000" y="501650"/>
          <p14:tracePt t="452604" x="2419350" y="501650"/>
          <p14:tracePt t="452620" x="2419350" y="508000"/>
          <p14:tracePt t="452633" x="2451100" y="508000"/>
          <p14:tracePt t="452650" x="2489200" y="508000"/>
          <p14:tracePt t="452667" x="2590800" y="508000"/>
          <p14:tracePt t="452683" x="2667000" y="508000"/>
          <p14:tracePt t="452700" x="2857500" y="508000"/>
          <p14:tracePt t="452717" x="3111500" y="501650"/>
          <p14:tracePt t="452733" x="3263900" y="488950"/>
          <p14:tracePt t="452750" x="3613150" y="476250"/>
          <p14:tracePt t="452766" x="3943350" y="457200"/>
          <p14:tracePt t="452783" x="4127500" y="457200"/>
          <p14:tracePt t="452800" x="4445000" y="444500"/>
          <p14:tracePt t="452816" x="4724400" y="425450"/>
          <p14:tracePt t="452832" x="4838700" y="425450"/>
          <p14:tracePt t="452850" x="5041900" y="425450"/>
          <p14:tracePt t="452866" x="5194300" y="438150"/>
          <p14:tracePt t="452882" x="5257800" y="438150"/>
          <p14:tracePt t="452899" x="5340350" y="438150"/>
          <p14:tracePt t="452915" x="5384800" y="438150"/>
          <p14:tracePt t="452949" x="5391150" y="438150"/>
          <p14:tracePt t="452966" x="5397500" y="438150"/>
          <p14:tracePt t="452982" x="5391150" y="438150"/>
          <p14:tracePt t="452999" x="5378450" y="438150"/>
          <p14:tracePt t="453015" x="5359400" y="438150"/>
          <p14:tracePt t="453032" x="5295900" y="425450"/>
          <p14:tracePt t="453048" x="5162550" y="387350"/>
          <p14:tracePt t="453065" x="5086350" y="368300"/>
          <p14:tracePt t="453082" x="4876800" y="336550"/>
          <p14:tracePt t="453098" x="4572000" y="304800"/>
          <p14:tracePt t="453115" x="4362450" y="304800"/>
          <p14:tracePt t="453131" x="3968750" y="304800"/>
          <p14:tracePt t="453148" x="3467100" y="323850"/>
          <p14:tracePt t="453166" x="2984500" y="368300"/>
          <p14:tracePt t="453181" x="2768600" y="381000"/>
          <p14:tracePt t="453198" x="2387600" y="412750"/>
          <p14:tracePt t="453215" x="2108200" y="431800"/>
          <p14:tracePt t="453231" x="2006600" y="444500"/>
          <p14:tracePt t="453248" x="1905000" y="444500"/>
          <p14:tracePt t="453264" x="1720850" y="444500"/>
          <p14:tracePt t="453281" x="1682750" y="431800"/>
          <p14:tracePt t="453297" x="1663700" y="431800"/>
          <p14:tracePt t="453314" x="1644650" y="425450"/>
          <p14:tracePt t="453330" x="1638300" y="425450"/>
          <p14:tracePt t="453356" x="1644650" y="425450"/>
          <p14:tracePt t="453369" x="1651000" y="431800"/>
          <p14:tracePt t="453380" x="1657350" y="438150"/>
          <p14:tracePt t="453398" x="1670050" y="444500"/>
          <p14:tracePt t="453414" x="1682750" y="444500"/>
          <p14:tracePt t="453430" x="1695450" y="457200"/>
          <p14:tracePt t="453447" x="1708150" y="463550"/>
          <p14:tracePt t="453464" x="1714500" y="469900"/>
          <p14:tracePt t="453481" x="1727200" y="476250"/>
          <p14:tracePt t="453497" x="1739900" y="482600"/>
          <p14:tracePt t="453513" x="1746250" y="488950"/>
          <p14:tracePt t="453531" x="1758950" y="495300"/>
          <p14:tracePt t="453546" x="1784350" y="501650"/>
          <p14:tracePt t="453563" x="1803400" y="501650"/>
          <p14:tracePt t="453580" x="1847850" y="514350"/>
          <p14:tracePt t="453596" x="1885950" y="520700"/>
          <p14:tracePt t="453613" x="1968500" y="527050"/>
          <p14:tracePt t="453630" x="2095500" y="539750"/>
          <p14:tracePt t="453646" x="2190750" y="546100"/>
          <p14:tracePt t="453663" x="2355850" y="558800"/>
          <p14:tracePt t="453680" x="2520950" y="558800"/>
          <p14:tracePt t="453696" x="2597150" y="552450"/>
          <p14:tracePt t="453713" x="2768600" y="527050"/>
          <p14:tracePt t="453729" x="2921000" y="508000"/>
          <p14:tracePt t="453746" x="2984500" y="495300"/>
          <p14:tracePt t="453763" x="3105150" y="495300"/>
          <p14:tracePt t="453779" x="3162300" y="495300"/>
          <p14:tracePt t="453796" x="3175000" y="495300"/>
          <p14:tracePt t="453812" x="3187700" y="495300"/>
          <p14:tracePt t="453829" x="3194050" y="495300"/>
          <p14:tracePt t="453862" x="3200400" y="488950"/>
          <p14:tracePt t="453889" x="3194050" y="495300"/>
          <p14:tracePt t="453898" x="3194050" y="501650"/>
          <p14:tracePt t="455090" x="3213100" y="609600"/>
          <p14:tracePt t="455097" x="3251200" y="762000"/>
          <p14:tracePt t="455112" x="3327400" y="1022350"/>
          <p14:tracePt t="455125" x="3403600" y="1282700"/>
          <p14:tracePt t="455141" x="3536950" y="1797050"/>
          <p14:tracePt t="455158" x="3581400" y="2051050"/>
          <p14:tracePt t="455175" x="3695700" y="2489200"/>
          <p14:tracePt t="455191" x="3797300" y="2965450"/>
          <p14:tracePt t="455209" x="3841750" y="3378200"/>
          <p14:tracePt t="455226" x="3867150" y="3575050"/>
          <p14:tracePt t="455230" x="3873500" y="3733800"/>
          <p14:tracePt t="455241" x="3886200" y="3898900"/>
          <p14:tracePt t="455258" x="3911600" y="4044950"/>
          <p14:tracePt t="455274" x="3962400" y="4229100"/>
          <p14:tracePt t="455291" x="4013200" y="4330700"/>
          <p14:tracePt t="455308" x="4083050" y="4387850"/>
          <p14:tracePt t="455324" x="4108450" y="4419600"/>
          <p14:tracePt t="455341" x="4152900" y="4451350"/>
          <p14:tracePt t="455357" x="4235450" y="4527550"/>
          <p14:tracePt t="455374" x="4279900" y="4552950"/>
          <p14:tracePt t="455391" x="4311650" y="4591050"/>
          <p14:tracePt t="455407" x="4368800" y="4648200"/>
          <p14:tracePt t="455424" x="4438650" y="4705350"/>
          <p14:tracePt t="455441" x="4476750" y="4781550"/>
          <p14:tracePt t="455456" x="4495800" y="4813300"/>
          <p14:tracePt t="455473" x="4527550" y="4908550"/>
          <p14:tracePt t="455490" x="4546600" y="5067300"/>
          <p14:tracePt t="455507" x="4559300" y="5181600"/>
          <p14:tracePt t="455523" x="4578350" y="5384800"/>
          <p14:tracePt t="455540" x="4597400" y="5556250"/>
          <p14:tracePt t="455556" x="4610100" y="5632450"/>
          <p14:tracePt t="455573" x="4616450" y="5784850"/>
          <p14:tracePt t="455590" x="4641850" y="5956300"/>
          <p14:tracePt t="455606" x="4641850" y="6051550"/>
          <p14:tracePt t="455623" x="4660900" y="6261100"/>
          <p14:tracePt t="455639" x="4660900" y="6438900"/>
          <p14:tracePt t="455656" x="4667250" y="6515100"/>
          <p14:tracePt t="455673" x="4667250" y="6642100"/>
          <p14:tracePt t="455689" x="4667250" y="6711950"/>
          <p14:tracePt t="455706" x="4667250" y="6724650"/>
          <p14:tracePt t="455722" x="4711700" y="6750050"/>
          <p14:tracePt t="455739" x="4724400" y="6756400"/>
          <p14:tracePt t="455771" x="4718050" y="6756400"/>
          <p14:tracePt t="456718" x="4692650" y="6756400"/>
          <p14:tracePt t="456724" x="4648200" y="6743700"/>
          <p14:tracePt t="456735" x="4597400" y="6737350"/>
          <p14:tracePt t="456753" x="4483100" y="6699250"/>
          <p14:tracePt t="456769" x="4432300" y="6680200"/>
          <p14:tracePt t="456785" x="4349750" y="6648450"/>
          <p14:tracePt t="456802" x="4216400" y="6610350"/>
          <p14:tracePt t="456819" x="4057650" y="6572250"/>
          <p14:tracePt t="456835" x="3981450" y="6553200"/>
          <p14:tracePt t="456852" x="3835400" y="6515100"/>
          <p14:tracePt t="456868" x="3702050" y="6464300"/>
          <p14:tracePt t="456885" x="3644900" y="6445250"/>
          <p14:tracePt t="456902" x="3562350" y="6419850"/>
          <p14:tracePt t="456918" x="3511550" y="6413500"/>
          <p14:tracePt t="456936" x="3486150" y="6407150"/>
          <p14:tracePt t="456951" x="3479800" y="6407150"/>
          <p14:tracePt t="456968" x="3467100" y="6400800"/>
          <p14:tracePt t="457027" x="3473450" y="6400800"/>
          <p14:tracePt t="457033" x="3479800" y="6400800"/>
          <p14:tracePt t="457048" x="3486150" y="6400800"/>
          <p14:tracePt t="457069" x="3492500" y="6400800"/>
          <p14:tracePt t="457083" x="3498850" y="6400800"/>
          <p14:tracePt t="457097" x="3505200" y="6400800"/>
          <p14:tracePt t="457104" x="3511550" y="6400800"/>
          <p14:tracePt t="457121" x="3517900" y="6407150"/>
          <p14:tracePt t="457134" x="3524250" y="6413500"/>
          <p14:tracePt t="457151" x="3530600" y="6419850"/>
          <p14:tracePt t="457168" x="3556000" y="6432550"/>
          <p14:tracePt t="457184" x="3581400" y="6438900"/>
          <p14:tracePt t="457201" x="3638550" y="6470650"/>
          <p14:tracePt t="457217" x="3727450" y="6521450"/>
          <p14:tracePt t="457234" x="3784600" y="6553200"/>
          <p14:tracePt t="457251" x="3898900" y="6604000"/>
          <p14:tracePt t="457267" x="4013200" y="6661150"/>
          <p14:tracePt t="457284" x="4057650" y="6686550"/>
          <p14:tracePt t="457301" x="4121150" y="6718300"/>
          <p14:tracePt t="457317" x="4146550" y="6724650"/>
          <p14:tracePt t="457333" x="4146550" y="6731000"/>
          <p14:tracePt t="457351" x="4159250" y="6737350"/>
          <p14:tracePt t="457387" x="4165600" y="6737350"/>
          <p14:tracePt t="458049" x="4152900" y="6699250"/>
          <p14:tracePt t="458062" x="4121150" y="6635750"/>
          <p14:tracePt t="458070" x="4083050" y="6540500"/>
          <p14:tracePt t="458080" x="4038600" y="6426200"/>
          <p14:tracePt t="458098" x="3924300" y="6064250"/>
          <p14:tracePt t="458115" x="3848100" y="5829300"/>
          <p14:tracePt t="458131" x="3771900" y="5543550"/>
          <p14:tracePt t="458148" x="3543300" y="4572000"/>
          <p14:tracePt t="458164" x="3473450" y="4241800"/>
          <p14:tracePt t="458181" x="3416300" y="3962400"/>
          <p14:tracePt t="458197" x="3282950" y="3359150"/>
          <p14:tracePt t="458214" x="3206750" y="2711450"/>
          <p14:tracePt t="458232" x="3143250" y="2044700"/>
          <p14:tracePt t="458247" x="3124200" y="1752600"/>
          <p14:tracePt t="458264" x="3073400" y="1339850"/>
          <p14:tracePt t="458280" x="3041650" y="1111250"/>
          <p14:tracePt t="458297" x="3022600" y="1016000"/>
          <p14:tracePt t="458314" x="2990850" y="895350"/>
          <p14:tracePt t="458330" x="2952750" y="787400"/>
          <p14:tracePt t="458347" x="2946400" y="762000"/>
          <p14:tracePt t="458364" x="2940050" y="692150"/>
          <p14:tracePt t="458380" x="2940050" y="641350"/>
          <p14:tracePt t="458396" x="2940050" y="622300"/>
          <p14:tracePt t="458414" x="2940050" y="571500"/>
          <p14:tracePt t="458430" x="2940050" y="508000"/>
          <p14:tracePt t="458447" x="2946400" y="463550"/>
          <p14:tracePt t="458463" x="2959100" y="381000"/>
          <p14:tracePt t="458480" x="2959100" y="342900"/>
          <p14:tracePt t="458496" x="2971800" y="292100"/>
          <p14:tracePt t="458513" x="2971800" y="260350"/>
          <p14:tracePt t="458530" x="2971800" y="247650"/>
          <p14:tracePt t="458547" x="2971800" y="234950"/>
          <p14:tracePt t="458583" x="2978150" y="234950"/>
          <p14:tracePt t="458604" x="2984500" y="241300"/>
          <p14:tracePt t="458612" x="2984500" y="247650"/>
          <p14:tracePt t="458629" x="2984500" y="260350"/>
          <p14:tracePt t="458646" x="2990850" y="279400"/>
          <p14:tracePt t="458663" x="2990850" y="292100"/>
          <p14:tracePt t="458679" x="2990850" y="298450"/>
          <p14:tracePt t="458696" x="2990850" y="317500"/>
          <p14:tracePt t="458712" x="2990850" y="330200"/>
          <p14:tracePt t="458730" x="3003550" y="342900"/>
          <p14:tracePt t="458745" x="3003550" y="349250"/>
          <p14:tracePt t="458762" x="3003550" y="355600"/>
          <p14:tracePt t="458766" x="3003550" y="361950"/>
          <p14:tracePt t="458779" x="3009900" y="387350"/>
          <p14:tracePt t="458795" x="3022600" y="412750"/>
          <p14:tracePt t="458812" x="3028950" y="431800"/>
          <p14:tracePt t="458828" x="3048000" y="476250"/>
          <p14:tracePt t="458845" x="3060700" y="514350"/>
          <p14:tracePt t="458862" x="3067050" y="533400"/>
          <p14:tracePt t="458878" x="3079750" y="552450"/>
          <p14:tracePt t="458895" x="3098800" y="565150"/>
          <p14:tracePt t="463205" x="3086100" y="558800"/>
          <p14:tracePt t="463218" x="3067050" y="552450"/>
          <p14:tracePt t="463226" x="3054350" y="533400"/>
          <p14:tracePt t="463233" x="3022600" y="527050"/>
          <p14:tracePt t="463249" x="2984500" y="520700"/>
          <p14:tracePt t="463263" x="2940050" y="501650"/>
          <p14:tracePt t="463280" x="2819400" y="469900"/>
          <p14:tracePt t="463296" x="2673350" y="444500"/>
          <p14:tracePt t="463313" x="2584450" y="444500"/>
          <p14:tracePt t="463330" x="2419350" y="431800"/>
          <p14:tracePt t="463346" x="2292350" y="431800"/>
          <p14:tracePt t="463363" x="2235200" y="438150"/>
          <p14:tracePt t="463380" x="2178050" y="438150"/>
          <p14:tracePt t="463395" x="2152650" y="438150"/>
          <p14:tracePt t="463412" x="2152650" y="431800"/>
          <p14:tracePt t="463446" x="2152650" y="425450"/>
          <p14:tracePt t="463462" x="2165350" y="425450"/>
          <p14:tracePt t="463482" x="2171700" y="425450"/>
          <p14:tracePt t="463496" x="2184400" y="425450"/>
          <p14:tracePt t="463512" x="2197100" y="419100"/>
          <p14:tracePt t="463545" x="2203450" y="419100"/>
          <p14:tracePt t="463562" x="2209800" y="419100"/>
          <p14:tracePt t="463579" x="2216150" y="419100"/>
          <p14:tracePt t="463599" x="2222500" y="419100"/>
          <p14:tracePt t="463639" x="2228850" y="419100"/>
          <p14:tracePt t="463675" x="2235200" y="419100"/>
          <p14:tracePt t="463717" x="2241550" y="419100"/>
          <p14:tracePt t="463725" x="2247900" y="419100"/>
          <p14:tracePt t="463739" x="2254250" y="419100"/>
          <p14:tracePt t="463759" x="2260600" y="419100"/>
          <p14:tracePt t="463766" x="2260600" y="425450"/>
          <p14:tracePt t="463782" x="2266950" y="425450"/>
          <p14:tracePt t="463795" x="2273300" y="425450"/>
          <p14:tracePt t="463811" x="2279650" y="431800"/>
          <p14:tracePt t="463828" x="2292350" y="431800"/>
          <p14:tracePt t="463844" x="2349500" y="444500"/>
          <p14:tracePt t="463861" x="2457450" y="469900"/>
          <p14:tracePt t="463878" x="2540000" y="501650"/>
          <p14:tracePt t="463894" x="2736850" y="584200"/>
          <p14:tracePt t="463911" x="2965450" y="717550"/>
          <p14:tracePt t="463928" x="3105150" y="831850"/>
          <p14:tracePt t="463944" x="3295650" y="1079500"/>
          <p14:tracePt t="463961" x="3473450" y="1466850"/>
          <p14:tracePt t="463978" x="3562350" y="1968500"/>
          <p14:tracePt t="463994" x="3594100" y="2235200"/>
          <p14:tracePt t="464011" x="3568700" y="2819400"/>
          <p14:tracePt t="464027" x="3511550" y="3333750"/>
          <p14:tracePt t="464044" x="3467100" y="3581400"/>
          <p14:tracePt t="464061" x="3384550" y="3987800"/>
          <p14:tracePt t="464076" x="3340100" y="4267200"/>
          <p14:tracePt t="464093" x="3321050" y="4368800"/>
          <p14:tracePt t="464111" x="3308350" y="4572000"/>
          <p14:tracePt t="464127" x="3321050" y="4737100"/>
          <p14:tracePt t="464143" x="3340100" y="4806950"/>
          <p14:tracePt t="464160" x="3365500" y="4889500"/>
          <p14:tracePt t="464177" x="3416300" y="4959350"/>
          <p14:tracePt t="464193" x="3441700" y="4991100"/>
          <p14:tracePt t="464210" x="3473450" y="5041900"/>
          <p14:tracePt t="464226" x="3492500" y="5105400"/>
          <p14:tracePt t="464244" x="3492500" y="5118100"/>
          <p14:tracePt t="464631" x="3486150" y="5149850"/>
          <p14:tracePt t="464638" x="3467100" y="5175250"/>
          <p14:tracePt t="464652" x="3454400" y="5219700"/>
          <p14:tracePt t="464661" x="3429000" y="5264150"/>
          <p14:tracePt t="464675" x="3403600" y="5295900"/>
          <p14:tracePt t="464691" x="3352800" y="5365750"/>
          <p14:tracePt t="464710" x="3295650" y="5416550"/>
          <p14:tracePt t="464725" x="3276600" y="5435600"/>
          <p14:tracePt t="464741" x="3251200" y="5448300"/>
          <p14:tracePt t="464758" x="3168650" y="5511800"/>
          <p14:tracePt t="464774" x="3136900" y="5530850"/>
          <p14:tracePt t="464791" x="3105150" y="5556250"/>
          <p14:tracePt t="464795" x="3067050" y="5575300"/>
          <p14:tracePt t="464808" x="3048000" y="5594350"/>
          <p14:tracePt t="464824" x="3003550" y="5626100"/>
          <p14:tracePt t="464842" x="2971800" y="5651500"/>
          <p14:tracePt t="464857" x="2952750" y="5664200"/>
          <p14:tracePt t="464874" x="2940050" y="5670550"/>
          <p14:tracePt t="464892" x="2927350" y="5676900"/>
          <p14:tracePt t="464907" x="2914650" y="5676900"/>
          <p14:tracePt t="464924" x="2901950" y="5676900"/>
          <p14:tracePt t="464941" x="2895600" y="5676900"/>
          <p14:tracePt t="464974" x="2882900" y="5676900"/>
          <p14:tracePt t="465039" x="2876550" y="5676900"/>
          <p14:tracePt t="465123" x="2882900" y="5676900"/>
          <p14:tracePt t="465137" x="2889250" y="5676900"/>
          <p14:tracePt t="465151" x="2895600" y="5676900"/>
          <p14:tracePt t="465160" x="2895600" y="5683250"/>
          <p14:tracePt t="465174" x="2908300" y="5689600"/>
          <p14:tracePt t="465190" x="2940050" y="5695950"/>
          <p14:tracePt t="465208" x="3022600" y="5721350"/>
          <p14:tracePt t="465224" x="3155950" y="5759450"/>
          <p14:tracePt t="465239" x="3238500" y="5778500"/>
          <p14:tracePt t="465257" x="3409950" y="5822950"/>
          <p14:tracePt t="465273" x="3575050" y="5848350"/>
          <p14:tracePt t="465290" x="3644900" y="5861050"/>
          <p14:tracePt t="465293" x="3721100" y="5867400"/>
          <p14:tracePt t="465308" x="3784600" y="5880100"/>
          <p14:tracePt t="465323" x="3879850" y="5892800"/>
          <p14:tracePt t="465341" x="3917950" y="5892800"/>
          <p14:tracePt t="465356" x="3949700" y="5905500"/>
          <p14:tracePt t="465372" x="3956050" y="5905500"/>
          <p14:tracePt t="465389" x="3962400" y="5905500"/>
          <p14:tracePt t="465426" x="3956050" y="5905500"/>
          <p14:tracePt t="465439" x="3949700" y="5905500"/>
          <p14:tracePt t="465455" x="3924300" y="5905500"/>
          <p14:tracePt t="465472" x="3898900" y="5905500"/>
          <p14:tracePt t="465489" x="3854450" y="5892800"/>
          <p14:tracePt t="465505" x="3790950" y="5886450"/>
          <p14:tracePt t="465523" x="3676650" y="5867400"/>
          <p14:tracePt t="465538" x="3619500" y="5861050"/>
          <p14:tracePt t="465555" x="3543300" y="5842000"/>
          <p14:tracePt t="465572" x="3409950" y="5810250"/>
          <p14:tracePt t="465588" x="3359150" y="5803900"/>
          <p14:tracePt t="465605" x="3302000" y="5784850"/>
          <p14:tracePt t="465622" x="3251200" y="5772150"/>
          <p14:tracePt t="465638" x="3244850" y="5765800"/>
          <p14:tracePt t="465655" x="3232150" y="5753100"/>
          <p14:tracePt t="465671" x="3225800" y="5753100"/>
          <p14:tracePt t="465698" x="3225800" y="5746750"/>
          <p14:tracePt t="465734" x="3232150" y="5746750"/>
          <p14:tracePt t="465748" x="3238500" y="5746750"/>
          <p14:tracePt t="465762" x="3244850" y="5746750"/>
          <p14:tracePt t="465776" x="3251200" y="5753100"/>
          <p14:tracePt t="465787" x="3257550" y="5753100"/>
          <p14:tracePt t="465804" x="3263900" y="5759450"/>
          <p14:tracePt t="465821" x="3276600" y="5759450"/>
          <p14:tracePt t="465838" x="3282950" y="5759450"/>
          <p14:tracePt t="465854" x="3302000" y="5765800"/>
          <p14:tracePt t="465871" x="3321050" y="5765800"/>
          <p14:tracePt t="465888" x="3371850" y="5772150"/>
          <p14:tracePt t="465905" x="3448050" y="5778500"/>
          <p14:tracePt t="465921" x="3498850" y="5791200"/>
          <p14:tracePt t="465938" x="3594100" y="5803900"/>
          <p14:tracePt t="465954" x="3702050" y="5816600"/>
          <p14:tracePt t="465970" x="3740150" y="5822950"/>
          <p14:tracePt t="465987" x="3822700" y="5822950"/>
          <p14:tracePt t="466004" x="3848100" y="5829300"/>
          <p14:tracePt t="466020" x="3886200" y="5829300"/>
          <p14:tracePt t="466037" x="3898900" y="5829300"/>
          <p14:tracePt t="466053" x="3905250" y="5829300"/>
          <p14:tracePt t="466170" x="3905250" y="5822950"/>
          <p14:tracePt t="467720" x="3898900" y="5816600"/>
          <p14:tracePt t="467726" x="3879850" y="5797550"/>
          <p14:tracePt t="467740" x="3848100" y="5784850"/>
          <p14:tracePt t="467748" x="3822700" y="5778500"/>
          <p14:tracePt t="467764" x="3797300" y="5772150"/>
          <p14:tracePt t="467781" x="3771900" y="5765800"/>
          <p14:tracePt t="467798" x="3702050" y="5746750"/>
          <p14:tracePt t="467814" x="3632200" y="5740400"/>
          <p14:tracePt t="467832" x="3562350" y="5721350"/>
          <p14:tracePt t="467847" x="3524250" y="5721350"/>
          <p14:tracePt t="467851" x="3498850" y="5715000"/>
          <p14:tracePt t="467864" x="3479800" y="5715000"/>
          <p14:tracePt t="467881" x="3448050" y="5708650"/>
          <p14:tracePt t="467898" x="3435350" y="5708650"/>
          <p14:tracePt t="467914" x="3422650" y="5708650"/>
          <p14:tracePt t="467930" x="3416300" y="5708650"/>
          <p14:tracePt t="467963" x="3416300" y="5702300"/>
          <p14:tracePt t="467980" x="3422650" y="5702300"/>
          <p14:tracePt t="468000" x="3429000" y="5702300"/>
          <p14:tracePt t="468021" x="3435350" y="5702300"/>
          <p14:tracePt t="468030" x="3441700" y="5695950"/>
          <p14:tracePt t="468070" x="3448050" y="5695950"/>
          <p14:tracePt t="468091" x="3454400" y="5689600"/>
          <p14:tracePt t="468119" x="3467100" y="5689600"/>
          <p14:tracePt t="468134" x="3473450" y="5689600"/>
          <p14:tracePt t="468141" x="3492500" y="5683250"/>
          <p14:tracePt t="468149" x="3511550" y="5683250"/>
          <p14:tracePt t="468163" x="3543300" y="5676900"/>
          <p14:tracePt t="468179" x="3581400" y="5670550"/>
          <p14:tracePt t="468196" x="3702050" y="5638800"/>
          <p14:tracePt t="468213" x="3873500" y="5607050"/>
          <p14:tracePt t="468229" x="3962400" y="5600700"/>
          <p14:tracePt t="468246" x="4127500" y="5568950"/>
          <p14:tracePt t="468262" x="4298950" y="5549900"/>
          <p14:tracePt t="468279" x="4362450" y="5530850"/>
          <p14:tracePt t="468296" x="4495800" y="5511800"/>
          <p14:tracePt t="468312" x="4629150" y="5492750"/>
          <p14:tracePt t="468329" x="4679950" y="5486400"/>
          <p14:tracePt t="468345" x="4800600" y="5473700"/>
          <p14:tracePt t="468362" x="4851400" y="5473700"/>
          <p14:tracePt t="468379" x="5010150" y="5499100"/>
          <p14:tracePt t="468395" x="5060950" y="5499100"/>
          <p14:tracePt t="468412" x="5105400" y="5511800"/>
          <p14:tracePt t="468429" x="5187950" y="5537200"/>
          <p14:tracePt t="468445" x="5238750" y="5562600"/>
          <p14:tracePt t="468462" x="5257800" y="5568950"/>
          <p14:tracePt t="468479" x="5321300" y="5581650"/>
          <p14:tracePt t="468495" x="5359400" y="5607050"/>
          <p14:tracePt t="468512" x="5384800" y="5613400"/>
          <p14:tracePt t="468528" x="5422900" y="5626100"/>
          <p14:tracePt t="468545" x="5461000" y="5638800"/>
          <p14:tracePt t="468562" x="5492750" y="5645150"/>
          <p14:tracePt t="468578" x="5499100" y="5651500"/>
          <p14:tracePt t="468595" x="5511800" y="5651500"/>
          <p14:tracePt t="468612" x="5524500" y="5657850"/>
          <p14:tracePt t="468628" x="5530850" y="5657850"/>
          <p14:tracePt t="468661" x="5543550" y="5657850"/>
          <p14:tracePt t="468787" x="5543550" y="5664200"/>
          <p14:tracePt t="468836" x="5543550" y="5670550"/>
          <p14:tracePt t="468858" x="5549900" y="5670550"/>
          <p14:tracePt t="468864" x="5556250" y="5670550"/>
          <p14:tracePt t="468877" x="5562600" y="5670550"/>
          <p14:tracePt t="468893" x="5581650" y="5676900"/>
          <p14:tracePt t="468910" x="5588000" y="5676900"/>
          <p14:tracePt t="468928" x="5626100" y="5683250"/>
          <p14:tracePt t="468943" x="5683250" y="5689600"/>
          <p14:tracePt t="468960" x="5734050" y="5689600"/>
          <p14:tracePt t="468977" x="5848350" y="5702300"/>
          <p14:tracePt t="468993" x="5981700" y="5708650"/>
          <p14:tracePt t="469010" x="6032500" y="5721350"/>
          <p14:tracePt t="469027" x="6165850" y="5727700"/>
          <p14:tracePt t="469043" x="6216650" y="5727700"/>
          <p14:tracePt t="469060" x="6292850" y="5740400"/>
          <p14:tracePt t="469076" x="6356350" y="5740400"/>
          <p14:tracePt t="469093" x="6375400" y="5746750"/>
          <p14:tracePt t="469110" x="6400800" y="5753100"/>
          <p14:tracePt t="469126" x="6419850" y="5759450"/>
          <p14:tracePt t="469143" x="6426200" y="5759450"/>
          <p14:tracePt t="469160" x="6432550" y="5759450"/>
          <p14:tracePt t="469223" x="6426200" y="5759450"/>
          <p14:tracePt t="469237" x="6419850" y="5759450"/>
          <p14:tracePt t="469258" x="6413500" y="5759450"/>
          <p14:tracePt t="469265" x="6407150" y="5759450"/>
          <p14:tracePt t="469275" x="6400800" y="5759450"/>
          <p14:tracePt t="469295" x="6388100" y="5759450"/>
          <p14:tracePt t="469314" x="6375400" y="5759450"/>
          <p14:tracePt t="469329" x="6369050" y="5759450"/>
          <p14:tracePt t="469342" x="6337300" y="5759450"/>
          <p14:tracePt t="469359" x="6318250" y="5759450"/>
          <p14:tracePt t="469362" x="6286500" y="5759450"/>
          <p14:tracePt t="469392" x="6210300" y="5759450"/>
          <p14:tracePt t="469408" x="6083300" y="5778500"/>
          <p14:tracePt t="469426" x="6007100" y="5778500"/>
          <p14:tracePt t="469442" x="5816600" y="5772150"/>
          <p14:tracePt t="469459" x="5645150" y="5765800"/>
          <p14:tracePt t="469476" x="5480050" y="5734050"/>
          <p14:tracePt t="469491" x="5397500" y="5721350"/>
          <p14:tracePt t="469508" x="5314950" y="5695950"/>
          <p14:tracePt t="469525" x="5276850" y="5689600"/>
          <p14:tracePt t="469542" x="5270500" y="5689600"/>
          <p14:tracePt t="469558" x="5264150" y="5689600"/>
          <p14:tracePt t="469575" x="5270500" y="5683250"/>
          <p14:tracePt t="469608" x="5276850" y="5683250"/>
          <p14:tracePt t="469624" x="5283200" y="5689600"/>
          <p14:tracePt t="469641" x="5295900" y="5695950"/>
          <p14:tracePt t="469659" x="5308600" y="5702300"/>
          <p14:tracePt t="469691" x="5314950" y="5708650"/>
          <p14:tracePt t="469710" x="5321300" y="5708650"/>
          <p14:tracePt t="469724" x="5327650" y="5715000"/>
          <p14:tracePt t="469741" x="5334000" y="5715000"/>
          <p14:tracePt t="469758" x="5346700" y="5715000"/>
          <p14:tracePt t="469774" x="5359400" y="5721350"/>
          <p14:tracePt t="469791" x="5397500" y="5734050"/>
          <p14:tracePt t="469807" x="5480050" y="5746750"/>
          <p14:tracePt t="469824" x="5543550" y="5759450"/>
          <p14:tracePt t="469841" x="5702300" y="5778500"/>
          <p14:tracePt t="469857" x="5892800" y="5784850"/>
          <p14:tracePt t="469874" x="5981700" y="5784850"/>
          <p14:tracePt t="469890" x="6172200" y="5784850"/>
          <p14:tracePt t="469907" x="6248400" y="5784850"/>
          <p14:tracePt t="469923" x="6388100" y="5772150"/>
          <p14:tracePt t="469940" x="6470650" y="5765800"/>
          <p14:tracePt t="469957" x="6489700" y="5759450"/>
          <p14:tracePt t="469974" x="6515100" y="5746750"/>
          <p14:tracePt t="469990" x="6521450" y="5746750"/>
          <p14:tracePt t="470038" x="6515100" y="5746750"/>
          <p14:tracePt t="470080" x="6508750" y="5746750"/>
          <p14:tracePt t="470087" x="6502400" y="5746750"/>
          <p14:tracePt t="470108" x="6489700" y="5746750"/>
          <p14:tracePt t="470123" x="6483350" y="5746750"/>
          <p14:tracePt t="470129" x="6470650" y="5746750"/>
          <p14:tracePt t="470139" x="6470650" y="5740400"/>
          <p14:tracePt t="470156" x="6457950" y="5740400"/>
          <p14:tracePt t="470173" x="6407150" y="5740400"/>
          <p14:tracePt t="470189" x="6369050" y="5740400"/>
          <p14:tracePt t="470207" x="6165850" y="5734050"/>
          <p14:tracePt t="470222" x="6070600" y="5721350"/>
          <p14:tracePt t="470239" x="5962650" y="5721350"/>
          <p14:tracePt t="470256" x="5734050" y="5721350"/>
          <p14:tracePt t="470272" x="5543550" y="5708650"/>
          <p14:tracePt t="470289" x="5454650" y="5708650"/>
          <p14:tracePt t="470306" x="5308600" y="5702300"/>
          <p14:tracePt t="470322" x="5245100" y="5702300"/>
          <p14:tracePt t="470339" x="5219700" y="5702300"/>
          <p14:tracePt t="470355" x="5213350" y="5702300"/>
          <p14:tracePt t="470372" x="5207000" y="5702300"/>
          <p14:tracePt t="470438" x="5213350" y="5702300"/>
          <p14:tracePt t="470473" x="5219700" y="5702300"/>
          <p14:tracePt t="470544" x="5226050" y="5708650"/>
          <p14:tracePt t="470572" x="5232400" y="5708650"/>
          <p14:tracePt t="471443" x="5226050" y="5695950"/>
          <p14:tracePt t="471457" x="5200650" y="5651500"/>
          <p14:tracePt t="471463" x="5175250" y="5594350"/>
          <p14:tracePt t="471477" x="5130800" y="5530850"/>
          <p14:tracePt t="471487" x="5092700" y="5448300"/>
          <p14:tracePt t="471501" x="5048250" y="5340350"/>
          <p14:tracePt t="471518" x="4953000" y="4991100"/>
          <p14:tracePt t="471534" x="4826000" y="4597400"/>
          <p14:tracePt t="471551" x="4743450" y="4381500"/>
          <p14:tracePt t="471568" x="4610100" y="4006850"/>
          <p14:tracePt t="471584" x="4470400" y="3606800"/>
          <p14:tracePt t="471601" x="4406900" y="3441700"/>
          <p14:tracePt t="471618" x="4260850" y="3086100"/>
          <p14:tracePt t="471634" x="4146550" y="2806700"/>
          <p14:tracePt t="471651" x="4102100" y="2698750"/>
          <p14:tracePt t="471668" x="4032250" y="2489200"/>
          <p14:tracePt t="471684" x="3987800" y="2387600"/>
          <p14:tracePt t="471701" x="3924300" y="2178050"/>
          <p14:tracePt t="471717" x="3854450" y="1968500"/>
          <p14:tracePt t="471734" x="3797300" y="1873250"/>
          <p14:tracePt t="471751" x="3695700" y="1663700"/>
          <p14:tracePt t="471767" x="3581400" y="1485900"/>
          <p14:tracePt t="471784" x="3530600" y="1403350"/>
          <p14:tracePt t="471801" x="3441700" y="1301750"/>
          <p14:tracePt t="471817" x="3384550" y="1231900"/>
          <p14:tracePt t="471833" x="3352800" y="1206500"/>
          <p14:tracePt t="471850" x="3289300" y="1143000"/>
          <p14:tracePt t="471867" x="3225800" y="1079500"/>
          <p14:tracePt t="471883" x="3187700" y="1047750"/>
          <p14:tracePt t="471900" x="3136900" y="971550"/>
          <p14:tracePt t="471917" x="3079750" y="889000"/>
          <p14:tracePt t="471934" x="3035300" y="800100"/>
          <p14:tracePt t="471949" x="3016250" y="768350"/>
          <p14:tracePt t="471966" x="3003550" y="730250"/>
          <p14:tracePt t="471983" x="2959100" y="660400"/>
          <p14:tracePt t="472000" x="2933700" y="622300"/>
          <p14:tracePt t="472016" x="2927350" y="596900"/>
          <p14:tracePt t="472033" x="2901950" y="565150"/>
          <p14:tracePt t="472049" x="2889250" y="546100"/>
          <p14:tracePt t="472066" x="2882900" y="533400"/>
          <p14:tracePt t="472083" x="2876550" y="514350"/>
          <p14:tracePt t="472099" x="2863850" y="501650"/>
          <p14:tracePt t="472116" x="2857500" y="488950"/>
          <p14:tracePt t="472132" x="2851150" y="469900"/>
          <p14:tracePt t="472149" x="2844800" y="457200"/>
          <p14:tracePt t="472166" x="2838450" y="457200"/>
          <p14:tracePt t="472199" x="2838450" y="444500"/>
          <p14:tracePt t="472265" x="2844800" y="450850"/>
          <p14:tracePt t="472286" x="2851150" y="450850"/>
          <p14:tracePt t="472307" x="2851150" y="457200"/>
          <p14:tracePt t="472328" x="2857500" y="457200"/>
          <p14:tracePt t="472335" x="2863850" y="457200"/>
          <p14:tracePt t="474396" x="2908300" y="508000"/>
          <p14:tracePt t="474404" x="2978150" y="590550"/>
          <p14:tracePt t="474418" x="3054350" y="698500"/>
          <p14:tracePt t="474428" x="3143250" y="806450"/>
          <p14:tracePt t="474441" x="3232150" y="958850"/>
          <p14:tracePt t="474458" x="3403600" y="1301750"/>
          <p14:tracePt t="474475" x="3587750" y="1689100"/>
          <p14:tracePt t="474491" x="3702050" y="1892300"/>
          <p14:tracePt t="474508" x="3854450" y="2127250"/>
          <p14:tracePt t="474524" x="4260850" y="2787650"/>
          <p14:tracePt t="474541" x="4387850" y="2971800"/>
          <p14:tracePt t="474557" x="4495800" y="3130550"/>
          <p14:tracePt t="474574" x="4648200" y="3384550"/>
          <p14:tracePt t="474590" x="4768850" y="3549650"/>
          <p14:tracePt t="474608" x="4895850" y="3708400"/>
          <p14:tracePt t="474624" x="4946650" y="3790950"/>
          <p14:tracePt t="474641" x="5016500" y="3924300"/>
          <p14:tracePt t="474657" x="5067300" y="4025900"/>
          <p14:tracePt t="474674" x="5086350" y="4057650"/>
          <p14:tracePt t="474690" x="5105400" y="4121150"/>
          <p14:tracePt t="474707" x="5111750" y="4159250"/>
          <p14:tracePt t="474723" x="5124450" y="4197350"/>
          <p14:tracePt t="474740" x="5137150" y="4292600"/>
          <p14:tracePt t="474757" x="5149850" y="4413250"/>
          <p14:tracePt t="474773" x="5156200" y="4489450"/>
          <p14:tracePt t="474791" x="5168900" y="4603750"/>
          <p14:tracePt t="474806" x="5181600" y="4686300"/>
          <p14:tracePt t="474823" x="5181600" y="4705350"/>
          <p14:tracePt t="474840" x="5200650" y="4756150"/>
          <p14:tracePt t="474856" x="5200650" y="4781550"/>
          <p14:tracePt t="474873" x="5207000" y="4813300"/>
          <p14:tracePt t="474890" x="5213350" y="4851400"/>
          <p14:tracePt t="474906" x="5219700" y="4864100"/>
          <p14:tracePt t="474923" x="5226050" y="4908550"/>
          <p14:tracePt t="474939" x="5232400" y="4933950"/>
          <p14:tracePt t="474956" x="5232400" y="4946650"/>
          <p14:tracePt t="474974" x="5238750" y="4997450"/>
          <p14:tracePt t="474989" x="5245100" y="5016500"/>
          <p14:tracePt t="475006" x="5245100" y="5041900"/>
          <p14:tracePt t="475023" x="5270500" y="5092700"/>
          <p14:tracePt t="475039" x="5289550" y="5143500"/>
          <p14:tracePt t="475056" x="5308600" y="5175250"/>
          <p14:tracePt t="475072" x="5327650" y="5232400"/>
          <p14:tracePt t="475089" x="5365750" y="5283200"/>
          <p14:tracePt t="475105" x="5384800" y="5302250"/>
          <p14:tracePt t="475122" x="5397500" y="5346700"/>
          <p14:tracePt t="475139" x="5403850" y="5378450"/>
          <p14:tracePt t="475156" x="5410200" y="5410200"/>
          <p14:tracePt t="475172" x="5410200" y="5429250"/>
          <p14:tracePt t="475188" x="5410200" y="5480050"/>
          <p14:tracePt t="475206" x="5410200" y="5537200"/>
          <p14:tracePt t="475221" x="5397500" y="5568950"/>
          <p14:tracePt t="475238" x="5391150" y="5594350"/>
          <p14:tracePt t="475255" x="5378450" y="5645150"/>
          <p14:tracePt t="475271" x="5378450" y="5657850"/>
          <p14:tracePt t="475289" x="5378450" y="5670550"/>
          <p14:tracePt t="475305" x="5378450" y="5676900"/>
          <p14:tracePt t="475346" x="5378450" y="5683250"/>
          <p14:tracePt t="475439" x="5372100" y="5689600"/>
          <p14:tracePt t="475529" x="5372100" y="5695950"/>
          <p14:tracePt t="475881" x="5378450" y="5695950"/>
          <p14:tracePt t="475888" x="5384800" y="5695950"/>
          <p14:tracePt t="475909" x="5391150" y="5695950"/>
          <p14:tracePt t="475922" x="5397500" y="5689600"/>
          <p14:tracePt t="475930" x="5403850" y="5689600"/>
          <p14:tracePt t="475939" x="5410200" y="5683250"/>
          <p14:tracePt t="475952" x="5422900" y="5683250"/>
          <p14:tracePt t="475969" x="5448300" y="5676900"/>
          <p14:tracePt t="475986" x="5499100" y="5657850"/>
          <p14:tracePt t="476002" x="5594350" y="5632450"/>
          <p14:tracePt t="476019" x="5657850" y="5619750"/>
          <p14:tracePt t="476036" x="5791200" y="5594350"/>
          <p14:tracePt t="476052" x="5949950" y="5562600"/>
          <p14:tracePt t="476070" x="6102350" y="5562600"/>
          <p14:tracePt t="476085" x="6178550" y="5562600"/>
          <p14:tracePt t="476102" x="6305550" y="5556250"/>
          <p14:tracePt t="476120" x="6426200" y="5543550"/>
          <p14:tracePt t="476135" x="6489700" y="5543550"/>
          <p14:tracePt t="476152" x="6540500" y="5543550"/>
          <p14:tracePt t="476168" x="6673850" y="5537200"/>
          <p14:tracePt t="476185" x="6711950" y="5537200"/>
          <p14:tracePt t="476202" x="6731000" y="5537200"/>
          <p14:tracePt t="476218" x="6762750" y="5537200"/>
          <p14:tracePt t="476235" x="6800850" y="5537200"/>
          <p14:tracePt t="476268" x="6813550" y="5537200"/>
          <p14:tracePt t="476285" x="6826250" y="5537200"/>
          <p14:tracePt t="476302" x="6832600" y="5537200"/>
          <p14:tracePt t="476334" x="6838950" y="5537200"/>
          <p14:tracePt t="476843" x="6838950" y="5530850"/>
          <p14:tracePt t="476893" x="6832600" y="5530850"/>
          <p14:tracePt t="476914" x="6826250" y="5530850"/>
          <p14:tracePt t="476928" x="6819900" y="5530850"/>
          <p14:tracePt t="476936" x="6813550" y="5530850"/>
          <p14:tracePt t="476956" x="6807200" y="5524500"/>
          <p14:tracePt t="476977" x="6794500" y="5524500"/>
          <p14:tracePt t="476985" x="6781800" y="5524500"/>
          <p14:tracePt t="477000" x="6743700" y="5524500"/>
          <p14:tracePt t="477016" x="6648450" y="5530850"/>
          <p14:tracePt t="477033" x="6508750" y="5537200"/>
          <p14:tracePt t="477049" x="6419850" y="5549900"/>
          <p14:tracePt t="477065" x="6318250" y="5556250"/>
          <p14:tracePt t="477082" x="5994400" y="5588000"/>
          <p14:tracePt t="477099" x="5905500" y="5607050"/>
          <p14:tracePt t="477115" x="5816600" y="5619750"/>
          <p14:tracePt t="477132" x="5670550" y="5638800"/>
          <p14:tracePt t="477148" x="5568950" y="5645150"/>
          <p14:tracePt t="477166" x="5524500" y="5645150"/>
          <p14:tracePt t="477182" x="5467350" y="5645150"/>
          <p14:tracePt t="477198" x="5435600" y="5645150"/>
          <p14:tracePt t="477216" x="5422900" y="5645150"/>
          <p14:tracePt t="477231" x="5416550" y="5645150"/>
          <p14:tracePt t="477279" x="5416550" y="5638800"/>
          <p14:tracePt t="477286" x="5422900" y="5638800"/>
          <p14:tracePt t="477297" x="5429250" y="5638800"/>
          <p14:tracePt t="477315" x="5435600" y="5638800"/>
          <p14:tracePt t="477331" x="5448300" y="5638800"/>
          <p14:tracePt t="477347" x="5454650" y="5638800"/>
          <p14:tracePt t="477364" x="5467350" y="5638800"/>
          <p14:tracePt t="477381" x="5473700" y="5645150"/>
          <p14:tracePt t="477399" x="5486400" y="5645150"/>
          <p14:tracePt t="477414" x="5492750" y="5645150"/>
          <p14:tracePt t="477431" x="5511800" y="5645150"/>
          <p14:tracePt t="477448" x="5588000" y="5619750"/>
          <p14:tracePt t="477464" x="5651500" y="5600700"/>
          <p14:tracePt t="477481" x="5797550" y="5575300"/>
          <p14:tracePt t="477497" x="5962650" y="5543550"/>
          <p14:tracePt t="477514" x="6070600" y="5524500"/>
          <p14:tracePt t="477531" x="6248400" y="5480050"/>
          <p14:tracePt t="477547" x="6419850" y="5454650"/>
          <p14:tracePt t="477564" x="6496050" y="5454650"/>
          <p14:tracePt t="477581" x="6623050" y="5441950"/>
          <p14:tracePt t="477597" x="6705600" y="5441950"/>
          <p14:tracePt t="477613" x="6737350" y="5441950"/>
          <p14:tracePt t="477631" x="6769100" y="5448300"/>
          <p14:tracePt t="477647" x="6781800" y="5454650"/>
          <p14:tracePt t="477663" x="6781800" y="5461000"/>
          <p14:tracePt t="477680" x="6781800" y="5467350"/>
          <p14:tracePt t="477750" x="6781800" y="5473700"/>
          <p14:tracePt t="477806" x="6781800" y="5480050"/>
          <p14:tracePt t="477827" x="6775450" y="5480050"/>
          <p14:tracePt t="477848" x="6769100" y="5480050"/>
          <p14:tracePt t="477855" x="6762750" y="5480050"/>
          <p14:tracePt t="477876" x="6756400" y="5480050"/>
          <p14:tracePt t="477898" x="6750050" y="5480050"/>
          <p14:tracePt t="477912" x="6743700" y="5480050"/>
          <p14:tracePt t="477919" x="6724650" y="5480050"/>
          <p14:tracePt t="477929" x="6705600" y="5480050"/>
          <p14:tracePt t="477947" x="6623050" y="5486400"/>
          <p14:tracePt t="477962" x="6559550" y="5492750"/>
          <p14:tracePt t="477979" x="6477000" y="5492750"/>
          <p14:tracePt t="477996" x="6184900" y="5524500"/>
          <p14:tracePt t="478012" x="6070600" y="5537200"/>
          <p14:tracePt t="478029" x="5969000" y="5556250"/>
          <p14:tracePt t="478045" x="5746750" y="5600700"/>
          <p14:tracePt t="478062" x="5568950" y="5626100"/>
          <p14:tracePt t="478079" x="5486400" y="5645150"/>
          <p14:tracePt t="478095" x="5359400" y="5657850"/>
          <p14:tracePt t="478112" x="5302250" y="5664200"/>
          <p14:tracePt t="478129" x="5257800" y="5664200"/>
          <p14:tracePt t="478145" x="5251450" y="5664200"/>
          <p14:tracePt t="478162" x="5245100" y="5664200"/>
          <p14:tracePt t="478221" x="5245100" y="5657850"/>
          <p14:tracePt t="478249" x="5251450" y="5657850"/>
          <p14:tracePt t="478277" x="5257800" y="5657850"/>
          <p14:tracePt t="478298" x="5264150" y="5657850"/>
          <p14:tracePt t="482742" x="5276850" y="5657850"/>
          <p14:tracePt t="482748" x="5295900" y="5676900"/>
          <p14:tracePt t="482762" x="5321300" y="5689600"/>
          <p14:tracePt t="482778" x="5365750" y="5702300"/>
          <p14:tracePt t="482796" x="5397500" y="5715000"/>
          <p14:tracePt t="482813" x="5461000" y="5734050"/>
          <p14:tracePt t="482829" x="5530850" y="5759450"/>
          <p14:tracePt t="482846" x="5568950" y="5759450"/>
          <p14:tracePt t="482862" x="5664200" y="5765800"/>
          <p14:tracePt t="482878" x="5753100" y="5765800"/>
          <p14:tracePt t="482895" x="5797550" y="5765800"/>
          <p14:tracePt t="482912" x="5867400" y="5746750"/>
          <p14:tracePt t="482928" x="5924550" y="5746750"/>
          <p14:tracePt t="482946" x="5975350" y="5740400"/>
          <p14:tracePt t="482961" x="6000750" y="5740400"/>
          <p14:tracePt t="482978" x="6019800" y="5740400"/>
          <p14:tracePt t="482996" x="6089650" y="5740400"/>
          <p14:tracePt t="483011" x="6108700" y="5746750"/>
          <p14:tracePt t="483028" x="6134100" y="5746750"/>
          <p14:tracePt t="483045" x="6178550" y="5746750"/>
          <p14:tracePt t="483061" x="6235700" y="5753100"/>
          <p14:tracePt t="483078" x="6267450" y="5753100"/>
          <p14:tracePt t="483094" x="6305550" y="5753100"/>
          <p14:tracePt t="483111" x="6337300" y="5753100"/>
          <p14:tracePt t="483129" x="6356350" y="5753100"/>
          <p14:tracePt t="483161" x="6369050" y="5753100"/>
          <p14:tracePt t="483241" x="6362700" y="5759450"/>
          <p14:tracePt t="483283" x="6356350" y="5765800"/>
          <p14:tracePt t="483311" x="6350000" y="5765800"/>
          <p14:tracePt t="483473" x="6350000" y="5759450"/>
          <p14:tracePt t="483480" x="6356350" y="5759450"/>
          <p14:tracePt t="483496" x="6362700" y="5759450"/>
          <p14:tracePt t="483510" x="6369050" y="5759450"/>
          <p14:tracePt t="483526" x="6407150" y="5734050"/>
          <p14:tracePt t="483543" x="6502400" y="5702300"/>
          <p14:tracePt t="483560" x="6572250" y="5664200"/>
          <p14:tracePt t="483576" x="6731000" y="5600700"/>
          <p14:tracePt t="483593" x="6908800" y="5518150"/>
          <p14:tracePt t="483609" x="6997700" y="5480050"/>
          <p14:tracePt t="483627" x="7169150" y="5416550"/>
          <p14:tracePt t="483642" x="7308850" y="5359400"/>
          <p14:tracePt t="483659" x="7359650" y="5353050"/>
          <p14:tracePt t="483676" x="7416800" y="5346700"/>
          <p14:tracePt t="483693" x="7442200" y="5334000"/>
          <p14:tracePt t="483709" x="7454900" y="5334000"/>
          <p14:tracePt t="483742" x="7461250" y="5334000"/>
          <p14:tracePt t="483803" x="7454900" y="5334000"/>
          <p14:tracePt t="483845" x="7448550" y="5334000"/>
          <p14:tracePt t="483866" x="7442200" y="5340350"/>
          <p14:tracePt t="483873" x="7435850" y="5340350"/>
          <p14:tracePt t="483881" x="7429500" y="5340350"/>
          <p14:tracePt t="483895" x="7416800" y="5340350"/>
          <p14:tracePt t="483909" x="7410450" y="5340350"/>
          <p14:tracePt t="483925" x="7366000" y="5346700"/>
          <p14:tracePt t="483942" x="7315200" y="5353050"/>
          <p14:tracePt t="483958" x="7162800" y="5384800"/>
          <p14:tracePt t="483975" x="6927850" y="5416550"/>
          <p14:tracePt t="483993" x="6648450" y="5435600"/>
          <p14:tracePt t="484009" x="6477000" y="5461000"/>
          <p14:tracePt t="484025" x="6102350" y="5473700"/>
          <p14:tracePt t="484042" x="5746750" y="5499100"/>
          <p14:tracePt t="484058" x="5581650" y="5524500"/>
          <p14:tracePt t="484074" x="5416550" y="5537200"/>
          <p14:tracePt t="484092" x="5010150" y="5568950"/>
          <p14:tracePt t="484108" x="4883150" y="5581650"/>
          <p14:tracePt t="484124" x="4768850" y="5581650"/>
          <p14:tracePt t="484141" x="4552950" y="5588000"/>
          <p14:tracePt t="484157" x="4337050" y="5575300"/>
          <p14:tracePt t="484175" x="4146550" y="5575300"/>
          <p14:tracePt t="484191" x="4044950" y="5575300"/>
          <p14:tracePt t="484208" x="3841750" y="5581650"/>
          <p14:tracePt t="484225" x="3587750" y="5588000"/>
          <p14:tracePt t="484241" x="3473450" y="5600700"/>
          <p14:tracePt t="484257" x="3232150" y="5632450"/>
          <p14:tracePt t="484274" x="3003550" y="5638800"/>
          <p14:tracePt t="484291" x="2889250" y="5638800"/>
          <p14:tracePt t="484307" x="2698750" y="5626100"/>
          <p14:tracePt t="484324" x="2540000" y="5575300"/>
          <p14:tracePt t="484340" x="2457450" y="5556250"/>
          <p14:tracePt t="484358" x="2343150" y="5537200"/>
          <p14:tracePt t="484373" x="2260600" y="5524500"/>
          <p14:tracePt t="484390" x="2216150" y="5511800"/>
          <p14:tracePt t="484407" x="2152650" y="5486400"/>
          <p14:tracePt t="484424" x="2133600" y="5467350"/>
          <p14:tracePt t="484440" x="2108200" y="5454650"/>
          <p14:tracePt t="484457" x="2089150" y="5435600"/>
          <p14:tracePt t="484473" x="2063750" y="5429250"/>
          <p14:tracePt t="485361" x="2070100" y="5429250"/>
          <p14:tracePt t="485367" x="2095500" y="5429250"/>
          <p14:tracePt t="485382" x="2114550" y="5448300"/>
          <p14:tracePt t="485390" x="2133600" y="5454650"/>
          <p14:tracePt t="485403" x="2159000" y="5461000"/>
          <p14:tracePt t="485420" x="2216150" y="5480050"/>
          <p14:tracePt t="485436" x="2260600" y="5492750"/>
          <p14:tracePt t="485453" x="2343150" y="5505450"/>
          <p14:tracePt t="485470" x="2413000" y="5524500"/>
          <p14:tracePt t="485487" x="2463800" y="5530850"/>
          <p14:tracePt t="485503" x="2559050" y="5549900"/>
          <p14:tracePt t="485519" x="2616200" y="5556250"/>
          <p14:tracePt t="485537" x="2787650" y="5594350"/>
          <p14:tracePt t="485553" x="2851150" y="5607050"/>
          <p14:tracePt t="485569" x="2895600" y="5619750"/>
          <p14:tracePt t="485586" x="3009900" y="5651500"/>
          <p14:tracePt t="485602" x="3028950" y="5651500"/>
          <p14:tracePt t="485619" x="3041650" y="5657850"/>
          <p14:tracePt t="485636" x="3073400" y="5657850"/>
          <p14:tracePt t="485652" x="3086100" y="5664200"/>
          <p14:tracePt t="485670" x="3098800" y="5664200"/>
          <p14:tracePt t="485685" x="3111500" y="5664200"/>
          <p14:tracePt t="485702" x="3117850" y="5670550"/>
          <p14:tracePt t="485719" x="3117850" y="5676900"/>
          <p14:tracePt t="485762" x="3124200" y="5683250"/>
          <p14:tracePt t="485818" x="3117850" y="5683250"/>
          <p14:tracePt t="485832" x="3111500" y="5676900"/>
          <p14:tracePt t="485839" x="3105150" y="5670550"/>
          <p14:tracePt t="485855" x="3098800" y="5664200"/>
          <p14:tracePt t="485868" x="3092450" y="5657850"/>
          <p14:tracePt t="485885" x="3060700" y="5638800"/>
          <p14:tracePt t="485902" x="3016250" y="5594350"/>
          <p14:tracePt t="485918" x="2990850" y="5562600"/>
          <p14:tracePt t="485935" x="2933700" y="5505450"/>
          <p14:tracePt t="485952" x="2908300" y="5473700"/>
          <p14:tracePt t="485968" x="2895600" y="5467350"/>
          <p14:tracePt t="485985" x="2889250" y="5448300"/>
          <p14:tracePt t="486018" x="2889250" y="5441950"/>
          <p14:tracePt t="486034" x="2914650" y="5435600"/>
          <p14:tracePt t="486051" x="2971800" y="5429250"/>
          <p14:tracePt t="486068" x="3028950" y="5416550"/>
          <p14:tracePt t="486085" x="3155950" y="5416550"/>
          <p14:tracePt t="486101" x="3333750" y="5416550"/>
          <p14:tracePt t="486117" x="3448050" y="5422900"/>
          <p14:tracePt t="486134" x="3663950" y="5454650"/>
          <p14:tracePt t="486151" x="3778250" y="5461000"/>
          <p14:tracePt t="486167" x="4044950" y="5530850"/>
          <p14:tracePt t="486184" x="4349750" y="5651500"/>
          <p14:tracePt t="486201" x="4533900" y="5702300"/>
          <p14:tracePt t="486217" x="4845050" y="5784850"/>
          <p14:tracePt t="486233" x="5099050" y="5842000"/>
          <p14:tracePt t="486251" x="5200650" y="5861050"/>
          <p14:tracePt t="486267" x="5372100" y="5880100"/>
          <p14:tracePt t="486283" x="5499100" y="5892800"/>
          <p14:tracePt t="486300" x="5537200" y="5892800"/>
          <p14:tracePt t="486317" x="5645150" y="5886450"/>
          <p14:tracePt t="486333" x="5702300" y="5880100"/>
          <p14:tracePt t="486350" x="5715000" y="5880100"/>
          <p14:tracePt t="486366" x="5740400" y="5880100"/>
          <p14:tracePt t="486384" x="5759450" y="5880100"/>
          <p14:tracePt t="486400" x="5765800" y="5880100"/>
          <p14:tracePt t="486417" x="5778500" y="5880100"/>
          <p14:tracePt t="486433" x="5784850" y="5880100"/>
          <p14:tracePt t="486451" x="5784850" y="5873750"/>
          <p14:tracePt t="486501" x="5784850" y="5867400"/>
          <p14:tracePt t="486633" x="5791200" y="5867400"/>
          <p14:tracePt t="486661" x="5797550" y="5867400"/>
          <p14:tracePt t="486675" x="5803900" y="5867400"/>
          <p14:tracePt t="486684" x="5810250" y="5867400"/>
          <p14:tracePt t="486698" x="5810250" y="5861050"/>
          <p14:tracePt t="486715" x="5822950" y="5861050"/>
          <p14:tracePt t="486732" x="5848350" y="5854700"/>
          <p14:tracePt t="486749" x="5861050" y="5854700"/>
          <p14:tracePt t="486766" x="5892800" y="5848350"/>
          <p14:tracePt t="486782" x="5962650" y="5822950"/>
          <p14:tracePt t="486798" x="6070600" y="5803900"/>
          <p14:tracePt t="486816" x="6178550" y="5778500"/>
          <p14:tracePt t="486831" x="6229350" y="5765800"/>
          <p14:tracePt t="486848" x="6324600" y="5746750"/>
          <p14:tracePt t="486866" x="6375400" y="5740400"/>
          <p14:tracePt t="486881" x="6394450" y="5740400"/>
          <p14:tracePt t="486899" x="6413500" y="5740400"/>
          <p14:tracePt t="486915" x="6419850" y="5746750"/>
          <p14:tracePt t="486947" x="6419850" y="5753100"/>
          <p14:tracePt t="486965" x="6413500" y="5753100"/>
          <p14:tracePt t="486981" x="6400800" y="5753100"/>
          <p14:tracePt t="487001" x="6388100" y="5753100"/>
          <p14:tracePt t="487014" x="6362700" y="5753100"/>
          <p14:tracePt t="487031" x="6343650" y="5759450"/>
          <p14:tracePt t="487048" x="6267450" y="5759450"/>
          <p14:tracePt t="487064" x="6159500" y="5759450"/>
          <p14:tracePt t="487081" x="6096000" y="5772150"/>
          <p14:tracePt t="487085" x="6032500" y="5772150"/>
          <p14:tracePt t="487100" x="5956300" y="5772150"/>
          <p14:tracePt t="487114" x="5867400" y="5772150"/>
          <p14:tracePt t="487131" x="5676900" y="5753100"/>
          <p14:tracePt t="487147" x="5454650" y="5734050"/>
          <p14:tracePt t="487164" x="5359400" y="5734050"/>
          <p14:tracePt t="487181" x="5156200" y="5734050"/>
          <p14:tracePt t="487197" x="4978400" y="5734050"/>
          <p14:tracePt t="487213" x="4895850" y="5727700"/>
          <p14:tracePt t="487230" x="4768850" y="5715000"/>
          <p14:tracePt t="487247" x="4699000" y="5702300"/>
          <p14:tracePt t="487263" x="4679950" y="5702300"/>
          <p14:tracePt t="487281" x="4667250" y="5695950"/>
          <p14:tracePt t="487297" x="4660900" y="5695950"/>
          <p14:tracePt t="487313" x="4660900" y="5689600"/>
          <p14:tracePt t="487330" x="4667250" y="5689600"/>
          <p14:tracePt t="487346" x="4673600" y="5689600"/>
          <p14:tracePt t="487363" x="4679950" y="5689600"/>
          <p14:tracePt t="487385" x="4679950" y="5695950"/>
          <p14:tracePt t="487407" x="4686300" y="5695950"/>
          <p14:tracePt t="487427" x="4692650" y="5695950"/>
          <p14:tracePt t="487434" x="4699000" y="5695950"/>
          <p14:tracePt t="487456" x="4705350" y="5702300"/>
          <p14:tracePt t="487498" x="4711700" y="5702300"/>
          <p14:tracePt t="487526" x="4718050" y="5702300"/>
          <p14:tracePt t="487568" x="4730750" y="5702300"/>
          <p14:tracePt t="487589" x="4737100" y="5702300"/>
          <p14:tracePt t="487597" x="4743450" y="5702300"/>
          <p14:tracePt t="487610" x="4749800" y="5702300"/>
          <p14:tracePt t="487631" x="4762500" y="5708650"/>
          <p14:tracePt t="487638" x="4781550" y="5708650"/>
          <p14:tracePt t="487648" x="4800600" y="5708650"/>
          <p14:tracePt t="487662" x="4851400" y="5708650"/>
          <p14:tracePt t="487679" x="4889500" y="5708650"/>
          <p14:tracePt t="487695" x="5168900" y="5695950"/>
          <p14:tracePt t="487712" x="5295900" y="5683250"/>
          <p14:tracePt t="487730" x="5594350" y="5651500"/>
          <p14:tracePt t="487745" x="5791200" y="5626100"/>
          <p14:tracePt t="487762" x="6153150" y="5588000"/>
          <p14:tracePt t="487779" x="6432550" y="5556250"/>
          <p14:tracePt t="487795" x="6546850" y="5543550"/>
          <p14:tracePt t="487811" x="6724650" y="5537200"/>
          <p14:tracePt t="487829" x="6819900" y="5524500"/>
          <p14:tracePt t="487845" x="6858000" y="5524500"/>
          <p14:tracePt t="487861" x="6889750" y="5524500"/>
          <p14:tracePt t="487878" x="6908800" y="5530850"/>
          <p14:tracePt t="487894" x="6908800" y="5537200"/>
          <p14:tracePt t="487913" x="6915150" y="5543550"/>
          <p14:tracePt t="487928" x="6921500" y="5543550"/>
          <p14:tracePt t="487962" x="6921500" y="5549900"/>
          <p14:tracePt t="487978" x="6927850" y="5556250"/>
          <p14:tracePt t="487997" x="6934200" y="5556250"/>
          <p14:tracePt t="488060" x="6940550" y="5556250"/>
          <p14:tracePt t="488088" x="6953250" y="5556250"/>
          <p14:tracePt t="488102" x="6959600" y="5556250"/>
          <p14:tracePt t="488131" x="6972300" y="5549900"/>
          <p14:tracePt t="488159" x="6985000" y="5549900"/>
          <p14:tracePt t="488173" x="6991350" y="5549900"/>
          <p14:tracePt t="488180" x="6997700" y="5549900"/>
          <p14:tracePt t="488197" x="7004050" y="5549900"/>
          <p14:tracePt t="488210" x="7048500" y="5549900"/>
          <p14:tracePt t="488227" x="7073900" y="5543550"/>
          <p14:tracePt t="488244" x="7143750" y="5543550"/>
          <p14:tracePt t="488260" x="7181850" y="5543550"/>
          <p14:tracePt t="488277" x="7270750" y="5543550"/>
          <p14:tracePt t="488293" x="7366000" y="5543550"/>
          <p14:tracePt t="488310" x="7391400" y="5543550"/>
          <p14:tracePt t="488327" x="7454900" y="5530850"/>
          <p14:tracePt t="488343" x="7486650" y="5524500"/>
          <p14:tracePt t="488360" x="7499350" y="5524500"/>
          <p14:tracePt t="488377" x="7505700" y="5518150"/>
          <p14:tracePt t="488440" x="7499350" y="5518150"/>
          <p14:tracePt t="488453" x="7493000" y="5518150"/>
          <p14:tracePt t="488474" x="7486650" y="5518150"/>
          <p14:tracePt t="488482" x="7473950" y="5518150"/>
          <p14:tracePt t="488503" x="7467600" y="5518150"/>
          <p14:tracePt t="488524" x="7461250" y="5518150"/>
          <p14:tracePt t="488531" x="7448550" y="5518150"/>
          <p14:tracePt t="488546" x="7442200" y="5511800"/>
          <p14:tracePt t="488559" x="7410450" y="5505450"/>
          <p14:tracePt t="488575" x="7378700" y="5499100"/>
          <p14:tracePt t="488592" x="7340600" y="5486400"/>
          <p14:tracePt t="488609" x="7245350" y="5480050"/>
          <p14:tracePt t="488625" x="7131050" y="5467350"/>
          <p14:tracePt t="488642" x="7048500" y="5461000"/>
          <p14:tracePt t="488646" x="6972300" y="5461000"/>
          <p14:tracePt t="488658" x="6896100" y="5448300"/>
          <p14:tracePt t="488675" x="6769100" y="5441950"/>
          <p14:tracePt t="488693" x="6686550" y="5422900"/>
          <p14:tracePt t="488708" x="6667500" y="5422900"/>
          <p14:tracePt t="488725" x="6629400" y="5416550"/>
          <p14:tracePt t="488742" x="6623050" y="5416550"/>
          <p14:tracePt t="488770" x="6623050" y="5410200"/>
          <p14:tracePt t="488778" x="6623050" y="5403850"/>
          <p14:tracePt t="490200" x="6610350" y="5410200"/>
          <p14:tracePt t="490208" x="6597650" y="5429250"/>
          <p14:tracePt t="490220" x="6578600" y="5441950"/>
          <p14:tracePt t="490236" x="6546850" y="5467350"/>
          <p14:tracePt t="490253" x="6534150" y="5480050"/>
          <p14:tracePt t="490271" x="6508750" y="5492750"/>
          <p14:tracePt t="490286" x="6470650" y="5524500"/>
          <p14:tracePt t="490303" x="6457950" y="5524500"/>
          <p14:tracePt t="490320" x="6451600" y="5524500"/>
          <p14:tracePt t="490336" x="6445250" y="5524500"/>
          <p14:tracePt t="490352" x="6438900" y="5524500"/>
          <p14:tracePt t="490370" x="6426200" y="5524500"/>
          <p14:tracePt t="490403" x="6407150" y="5524500"/>
          <p14:tracePt t="490419" x="6400800" y="5524500"/>
          <p14:tracePt t="490436" x="6394450" y="5524500"/>
          <p14:tracePt t="490453" x="6381750" y="5524500"/>
          <p14:tracePt t="490469" x="6350000" y="5530850"/>
          <p14:tracePt t="490486" x="6330950" y="5543550"/>
          <p14:tracePt t="490503" x="6273800" y="5549900"/>
          <p14:tracePt t="490519" x="6191250" y="5556250"/>
          <p14:tracePt t="490536" x="6146800" y="5575300"/>
          <p14:tracePt t="490552" x="6051550" y="5594350"/>
          <p14:tracePt t="490569" x="6000750" y="5600700"/>
          <p14:tracePt t="490586" x="5880100" y="5619750"/>
          <p14:tracePt t="490602" x="5778500" y="5619750"/>
          <p14:tracePt t="490619" x="5727700" y="5619750"/>
          <p14:tracePt t="490635" x="5626100" y="5619750"/>
          <p14:tracePt t="490652" x="5543550" y="5626100"/>
          <p14:tracePt t="490668" x="5505450" y="5626100"/>
          <p14:tracePt t="490672" x="5473700" y="5626100"/>
          <p14:tracePt t="490685" x="5448300" y="5626100"/>
          <p14:tracePt t="490702" x="5403850" y="5626100"/>
          <p14:tracePt t="490718" x="5384800" y="5626100"/>
          <p14:tracePt t="490735" x="5353050" y="5626100"/>
          <p14:tracePt t="490751" x="5327650" y="5619750"/>
          <p14:tracePt t="490768" x="5314950" y="5619750"/>
          <p14:tracePt t="490785" x="5302250" y="5619750"/>
          <p14:tracePt t="490801" x="5295900" y="5619750"/>
          <p14:tracePt t="490862" x="5302250" y="5626100"/>
          <p14:tracePt t="490869" x="5308600" y="5632450"/>
          <p14:tracePt t="490890" x="5314950" y="5632450"/>
          <p14:tracePt t="490911" x="5321300" y="5638800"/>
          <p14:tracePt t="491623" x="5321300" y="5632450"/>
          <p14:tracePt t="491637" x="5321300" y="5619750"/>
          <p14:tracePt t="491644" x="5314950" y="5607050"/>
          <p14:tracePt t="491658" x="5314950" y="5594350"/>
          <p14:tracePt t="491668" x="5314950" y="5575300"/>
          <p14:tracePt t="491681" x="5314950" y="5556250"/>
          <p14:tracePt t="491698" x="5314950" y="5505450"/>
          <p14:tracePt t="491715" x="5314950" y="5372100"/>
          <p14:tracePt t="491731" x="5314950" y="5283200"/>
          <p14:tracePt t="491749" x="5314950" y="5105400"/>
          <p14:tracePt t="491764" x="5327650" y="4902200"/>
          <p14:tracePt t="491781" x="5327650" y="4787900"/>
          <p14:tracePt t="491798" x="5346700" y="4603750"/>
          <p14:tracePt t="491814" x="5365750" y="4425950"/>
          <p14:tracePt t="491831" x="5378450" y="4349750"/>
          <p14:tracePt t="491848" x="5403850" y="4229100"/>
          <p14:tracePt t="491864" x="5416550" y="4171950"/>
          <p14:tracePt t="491881" x="5422900" y="4083050"/>
          <p14:tracePt t="491898" x="5441950" y="4013200"/>
          <p14:tracePt t="491914" x="5448300" y="3981450"/>
          <p14:tracePt t="491932" x="5454650" y="3949700"/>
          <p14:tracePt t="491947" x="5454650" y="3924300"/>
          <p14:tracePt t="491964" x="5461000" y="3917950"/>
          <p14:tracePt t="491981" x="5461000" y="3905250"/>
          <p14:tracePt t="491997" x="5467350" y="3898900"/>
          <p14:tracePt t="492014" x="5473700" y="3898900"/>
          <p14:tracePt t="492031" x="5480050" y="3898900"/>
          <p14:tracePt t="492067" x="5480050" y="3905250"/>
          <p14:tracePt t="492081" x="5480050" y="3911600"/>
          <p14:tracePt t="492096" x="5480050" y="3917950"/>
          <p14:tracePt t="492114" x="5480050" y="3924300"/>
          <p14:tracePt t="492136" x="5480050" y="3930650"/>
          <p14:tracePt t="492165" x="5480050" y="3937000"/>
          <p14:tracePt t="492319" x="5480050" y="3930650"/>
          <p14:tracePt t="492325" x="5480050" y="3924300"/>
          <p14:tracePt t="492348" x="5473700" y="3911600"/>
          <p14:tracePt t="492360" x="5473700" y="3905250"/>
          <p14:tracePt t="492368" x="5467350" y="3898900"/>
          <p14:tracePt t="492379" x="5467350" y="3892550"/>
          <p14:tracePt t="492396" x="5454650" y="3848100"/>
          <p14:tracePt t="492412" x="5454650" y="3829050"/>
          <p14:tracePt t="492429" x="5441950" y="3797300"/>
          <p14:tracePt t="492446" x="5416550" y="3683000"/>
          <p14:tracePt t="492462" x="5410200" y="3644900"/>
          <p14:tracePt t="492479" x="5391150" y="3549650"/>
          <p14:tracePt t="493401" x="5391150" y="3568700"/>
          <p14:tracePt t="493407" x="5384800" y="3613150"/>
          <p14:tracePt t="493422" x="5372100" y="3663950"/>
          <p14:tracePt t="493429" x="5372100" y="3714750"/>
          <p14:tracePt t="493445" x="5353050" y="3784600"/>
          <p14:tracePt t="493459" x="5346700" y="3860800"/>
          <p14:tracePt t="493475" x="5314950" y="4019550"/>
          <p14:tracePt t="493492" x="5295900" y="4222750"/>
          <p14:tracePt t="493509" x="5264150" y="4349750"/>
          <p14:tracePt t="493525" x="5194300" y="4635500"/>
          <p14:tracePt t="493542" x="5156200" y="4991100"/>
          <p14:tracePt t="493558" x="5130800" y="5162550"/>
          <p14:tracePt t="493576" x="5105400" y="5473700"/>
          <p14:tracePt t="493591" x="5086350" y="5689600"/>
          <p14:tracePt t="493608" x="5086350" y="5791200"/>
          <p14:tracePt t="493626" x="5080000" y="5905500"/>
          <p14:tracePt t="493642" x="5080000" y="5962650"/>
          <p14:tracePt t="493658" x="5080000" y="5975350"/>
          <p14:tracePt t="493675" x="5073650" y="5988050"/>
          <p14:tracePt t="493691" x="5073650" y="5994400"/>
          <p14:tracePt t="493708" x="5073650" y="6000750"/>
          <p14:tracePt t="493745" x="5080000" y="6000750"/>
          <p14:tracePt t="493766" x="5080000" y="6007100"/>
          <p14:tracePt t="493772" x="5086350" y="6007100"/>
          <p14:tracePt t="493780" x="5092700" y="6007100"/>
          <p14:tracePt t="493794" x="5105400" y="6013450"/>
          <p14:tracePt t="493808" x="5111750" y="6013450"/>
          <p14:tracePt t="493824" x="5130800" y="6019800"/>
          <p14:tracePt t="493857" x="5156200" y="6026150"/>
          <p14:tracePt t="493874" x="5168900" y="6026150"/>
          <p14:tracePt t="493891" x="5175250" y="6026150"/>
          <p14:tracePt t="493923" x="5181600" y="6026150"/>
          <p14:tracePt t="493991" x="5181600" y="6019800"/>
          <p14:tracePt t="494012" x="5181600" y="6013450"/>
          <p14:tracePt t="494033" x="5181600" y="6007100"/>
          <p14:tracePt t="494047" x="5181600" y="6000750"/>
          <p14:tracePt t="494054" x="5181600" y="5994400"/>
          <p14:tracePt t="494103" x="5181600" y="5988050"/>
          <p14:tracePt t="494125" x="5181600" y="5981700"/>
          <p14:tracePt t="494153" x="5181600" y="5975350"/>
          <p14:tracePt t="494174" x="5181600" y="5969000"/>
          <p14:tracePt t="494195" x="5181600" y="5962650"/>
          <p14:tracePt t="494201" x="5181600" y="5956300"/>
          <p14:tracePt t="494244" x="5181600" y="5949950"/>
          <p14:tracePt t="494265" x="5187950" y="5943600"/>
          <p14:tracePt t="494273" x="5187950" y="5937250"/>
          <p14:tracePt t="494314" x="5187950" y="5930900"/>
          <p14:tracePt t="494321" x="5194300" y="5924550"/>
          <p14:tracePt t="494342" x="5194300" y="5918200"/>
          <p14:tracePt t="494364" x="5200650" y="5918200"/>
          <p14:tracePt t="494378" x="5200650" y="5911850"/>
          <p14:tracePt t="494384" x="5207000" y="5911850"/>
          <p14:tracePt t="494392" x="5207000" y="5905500"/>
          <p14:tracePt t="494413" x="5213350" y="5905500"/>
          <p14:tracePt t="494427" x="5219700" y="5899150"/>
          <p14:tracePt t="494439" x="5219700" y="5892800"/>
          <p14:tracePt t="494462" x="5226050" y="5886450"/>
          <p14:tracePt t="494483" x="5232400" y="5880100"/>
          <p14:tracePt t="494525" x="5238750" y="5880100"/>
          <p14:tracePt t="494532" x="5245100" y="5880100"/>
          <p14:tracePt t="494567" x="5251450" y="5880100"/>
          <p14:tracePt t="494574" x="5257800" y="5873750"/>
          <p14:tracePt t="494596" x="5264150" y="5873750"/>
          <p14:tracePt t="495109" x="5283200" y="5867400"/>
          <p14:tracePt t="495116" x="5321300" y="5861050"/>
          <p14:tracePt t="495130" x="5378450" y="5848350"/>
          <p14:tracePt t="495139" x="5441950" y="5842000"/>
          <p14:tracePt t="495153" x="5524500" y="5822950"/>
          <p14:tracePt t="495170" x="5740400" y="5791200"/>
          <p14:tracePt t="495187" x="5842000" y="5765800"/>
          <p14:tracePt t="495203" x="6057900" y="5734050"/>
          <p14:tracePt t="495220" x="6203950" y="5715000"/>
          <p14:tracePt t="495223" x="6356350" y="5676900"/>
          <p14:tracePt t="495236" x="6597650" y="5651500"/>
          <p14:tracePt t="495252" x="6699250" y="5626100"/>
          <p14:tracePt t="495269" x="6807200" y="5594350"/>
          <p14:tracePt t="495286" x="6972300" y="5568950"/>
          <p14:tracePt t="495302" x="7118350" y="5537200"/>
          <p14:tracePt t="495319" x="7169150" y="5530850"/>
          <p14:tracePt t="495335" x="7264400" y="5530850"/>
          <p14:tracePt t="495352" x="7296150" y="5530850"/>
          <p14:tracePt t="495369" x="7321550" y="5530850"/>
          <p14:tracePt t="495385" x="7334250" y="5530850"/>
          <p14:tracePt t="495402" x="7340600" y="5537200"/>
          <p14:tracePt t="495503" x="7327900" y="5537200"/>
          <p14:tracePt t="495510" x="7315200" y="5537200"/>
          <p14:tracePt t="495518" x="7302500" y="5530850"/>
          <p14:tracePt t="495534" x="7289800" y="5530850"/>
          <p14:tracePt t="495552" x="7239000" y="5524500"/>
          <p14:tracePt t="495568" x="7200900" y="5511800"/>
          <p14:tracePt t="495585" x="7061200" y="5511800"/>
          <p14:tracePt t="495601" x="6908800" y="5505450"/>
          <p14:tracePt t="495618" x="6807200" y="5505450"/>
          <p14:tracePt t="495635" x="6604000" y="5511800"/>
          <p14:tracePt t="495651" x="6350000" y="5518150"/>
          <p14:tracePt t="495667" x="6235700" y="5543550"/>
          <p14:tracePt t="495685" x="6013450" y="5581650"/>
          <p14:tracePt t="495701" x="5835650" y="5619750"/>
          <p14:tracePt t="495718" x="5753100" y="5632450"/>
          <p14:tracePt t="495735" x="5645150" y="5657850"/>
          <p14:tracePt t="495751" x="5588000" y="5676900"/>
          <p14:tracePt t="495767" x="5575300" y="5676900"/>
          <p14:tracePt t="495784" x="5568950" y="5676900"/>
          <p14:tracePt t="495801" x="5575300" y="5676900"/>
          <p14:tracePt t="495817" x="5575300" y="5670550"/>
          <p14:tracePt t="495834" x="5581650" y="5670550"/>
          <p14:tracePt t="495850" x="5588000" y="5670550"/>
          <p14:tracePt t="495867" x="5594350" y="5664200"/>
          <p14:tracePt t="495883" x="5600700" y="5664200"/>
          <p14:tracePt t="495900" x="5607050" y="5664200"/>
          <p14:tracePt t="495939" x="5613400" y="5664200"/>
          <p14:tracePt t="495960" x="5619750" y="5664200"/>
          <p14:tracePt t="495981" x="5626100" y="5664200"/>
          <p14:tracePt t="495995" x="5632450" y="5664200"/>
          <p14:tracePt t="496003" x="5645150" y="5664200"/>
          <p14:tracePt t="496016" x="5657850" y="5664200"/>
          <p14:tracePt t="496033" x="5695950" y="5670550"/>
          <p14:tracePt t="496050" x="5765800" y="5670550"/>
          <p14:tracePt t="496067" x="5803900" y="5670550"/>
          <p14:tracePt t="496083" x="5918200" y="5676900"/>
          <p14:tracePt t="496101" x="6064250" y="5676900"/>
          <p14:tracePt t="496116" x="6153150" y="5664200"/>
          <p14:tracePt t="496133" x="6242050" y="5657850"/>
          <p14:tracePt t="496150" x="6515100" y="5626100"/>
          <p14:tracePt t="496166" x="6604000" y="5594350"/>
          <p14:tracePt t="496183" x="6718300" y="5575300"/>
          <p14:tracePt t="496200" x="6927850" y="5543550"/>
          <p14:tracePt t="496216" x="7118350" y="5511800"/>
          <p14:tracePt t="496233" x="7194550" y="5505450"/>
          <p14:tracePt t="496249" x="7277100" y="5505450"/>
          <p14:tracePt t="496267" x="7308850" y="5505450"/>
          <p14:tracePt t="496284" x="7315200" y="5505450"/>
          <p14:tracePt t="496315" x="7315200" y="5511800"/>
          <p14:tracePt t="496332" x="7302500" y="5518150"/>
          <p14:tracePt t="496349" x="7296150" y="5518150"/>
          <p14:tracePt t="496366" x="7289800" y="5524500"/>
          <p14:tracePt t="496382" x="7270750" y="5524500"/>
          <p14:tracePt t="496399" x="7258050" y="5524500"/>
          <p14:tracePt t="496416" x="7245350" y="5530850"/>
          <p14:tracePt t="496432" x="7150100" y="5549900"/>
          <p14:tracePt t="496448" x="7092950" y="5556250"/>
          <p14:tracePt t="496467" x="6946900" y="5594350"/>
          <p14:tracePt t="496482" x="6858000" y="5613400"/>
          <p14:tracePt t="496498" x="6667500" y="5645150"/>
          <p14:tracePt t="496515" x="6419850" y="5689600"/>
          <p14:tracePt t="496531" x="6305550" y="5695950"/>
          <p14:tracePt t="496548" x="6076950" y="5753100"/>
          <p14:tracePt t="496565" x="5867400" y="5784850"/>
          <p14:tracePt t="496581" x="5791200" y="5784850"/>
          <p14:tracePt t="496599" x="5664200" y="5803900"/>
          <p14:tracePt t="496614" x="5594350" y="5810250"/>
          <p14:tracePt t="496631" x="5562600" y="5810250"/>
          <p14:tracePt t="496648" x="5549900" y="5810250"/>
          <p14:tracePt t="496732" x="5556250" y="5810250"/>
          <p14:tracePt t="496746" x="5562600" y="5810250"/>
          <p14:tracePt t="496753" x="5568950" y="5810250"/>
          <p14:tracePt t="496768" x="5575300" y="5816600"/>
          <p14:tracePt t="496781" x="5581650" y="5816600"/>
          <p14:tracePt t="496798" x="5588000" y="5816600"/>
          <p14:tracePt t="496814" x="5594350" y="5816600"/>
          <p14:tracePt t="496831" x="5600700" y="5816600"/>
          <p14:tracePt t="496847" x="5632450" y="5816600"/>
          <p14:tracePt t="496864" x="5664200" y="5816600"/>
          <p14:tracePt t="496881" x="5727700" y="5810250"/>
          <p14:tracePt t="496897" x="5835650" y="5797550"/>
          <p14:tracePt t="496916" x="6013450" y="5784850"/>
          <p14:tracePt t="496930" x="6108700" y="5765800"/>
          <p14:tracePt t="496947" x="6311900" y="5734050"/>
          <p14:tracePt t="496963" x="6413500" y="5721350"/>
          <p14:tracePt t="496980" x="6597650" y="5695950"/>
          <p14:tracePt t="496997" x="6762750" y="5664200"/>
          <p14:tracePt t="497014" x="6845300" y="5645150"/>
          <p14:tracePt t="497030" x="6959600" y="5626100"/>
          <p14:tracePt t="497047" x="6991350" y="5619750"/>
          <p14:tracePt t="497064" x="7042150" y="5613400"/>
          <p14:tracePt t="497079" x="7061200" y="5607050"/>
          <p14:tracePt t="497096" x="7061200" y="5600700"/>
          <p14:tracePt t="497113" x="7067550" y="5600700"/>
          <p14:tracePt t="497169" x="7061200" y="5600700"/>
          <p14:tracePt t="497190" x="7054850" y="5600700"/>
          <p14:tracePt t="497198" x="7048500" y="5600700"/>
          <p14:tracePt t="497204" x="7042150" y="5600700"/>
          <p14:tracePt t="497218" x="7035800" y="5600700"/>
          <p14:tracePt t="497229" x="7023100" y="5600700"/>
          <p14:tracePt t="497249" x="7016750" y="5600700"/>
          <p14:tracePt t="497262" x="7004050" y="5600700"/>
          <p14:tracePt t="497279" x="6985000" y="5600700"/>
          <p14:tracePt t="497296" x="6972300" y="5600700"/>
          <p14:tracePt t="497312" x="6953250" y="5594350"/>
          <p14:tracePt t="497329" x="6934200" y="5594350"/>
          <p14:tracePt t="497345" x="6858000" y="5588000"/>
          <p14:tracePt t="497362" x="6819900" y="5588000"/>
          <p14:tracePt t="497379" x="6724650" y="5588000"/>
          <p14:tracePt t="497395" x="6661150" y="5588000"/>
          <p14:tracePt t="497412" x="6534150" y="5588000"/>
          <p14:tracePt t="497429" x="6388100" y="5600700"/>
          <p14:tracePt t="497446" x="6311900" y="5619750"/>
          <p14:tracePt t="497462" x="6191250" y="5638800"/>
          <p14:tracePt t="497479" x="6083300" y="5664200"/>
          <p14:tracePt t="497495" x="6057900" y="5664200"/>
          <p14:tracePt t="497512" x="6032500" y="5664200"/>
          <p14:tracePt t="497548" x="6032500" y="5670550"/>
          <p14:tracePt t="497562" x="6038850" y="5670550"/>
          <p14:tracePt t="497590" x="6045200" y="5670550"/>
          <p14:tracePt t="497598" x="6051550" y="5670550"/>
          <p14:tracePt t="497614" x="6057900" y="5670550"/>
          <p14:tracePt t="497627" x="6070600" y="5676900"/>
          <p14:tracePt t="498319" x="5988050" y="5683250"/>
          <p14:tracePt t="498334" x="5848350" y="5695950"/>
          <p14:tracePt t="498340" x="5695950" y="5695950"/>
          <p14:tracePt t="498355" x="5505450" y="5708650"/>
          <p14:tracePt t="498362" x="5308600" y="5734050"/>
          <p14:tracePt t="498375" x="5118100" y="5759450"/>
          <p14:tracePt t="498391" x="4819650" y="5772150"/>
          <p14:tracePt t="498408" x="4660900" y="5778500"/>
          <p14:tracePt t="498425" x="4381500" y="5778500"/>
          <p14:tracePt t="498441" x="4127500" y="5784850"/>
          <p14:tracePt t="498458" x="3975100" y="5784850"/>
          <p14:tracePt t="498475" x="3721100" y="5784850"/>
          <p14:tracePt t="498491" x="3594100" y="5784850"/>
          <p14:tracePt t="498509" x="3213100" y="5765800"/>
          <p14:tracePt t="498524" x="3111500" y="5746750"/>
          <p14:tracePt t="498541" x="3009900" y="5746750"/>
          <p14:tracePt t="498558" x="2851150" y="5715000"/>
          <p14:tracePt t="498574" x="2730500" y="5689600"/>
          <p14:tracePt t="498591" x="2686050" y="5670550"/>
          <p14:tracePt t="498608" x="2622550" y="5638800"/>
          <p14:tracePt t="498624" x="2590800" y="5626100"/>
          <p14:tracePt t="498641" x="2584450" y="5619750"/>
          <p14:tracePt t="498657" x="2565400" y="5613400"/>
          <p14:tracePt t="498674" x="2552700" y="5600700"/>
          <p14:tracePt t="498692" x="2540000" y="5588000"/>
          <p14:tracePt t="498707" x="2527300" y="5588000"/>
          <p14:tracePt t="498724" x="2501900" y="5581650"/>
          <p14:tracePt t="498741" x="2476500" y="5581650"/>
          <p14:tracePt t="498757" x="2457450" y="5581650"/>
          <p14:tracePt t="498773" x="2425700" y="5581650"/>
          <p14:tracePt t="498777" x="2406650" y="5581650"/>
          <p14:tracePt t="498790" x="2336800" y="5594350"/>
          <p14:tracePt t="498807" x="2298700" y="5594350"/>
          <p14:tracePt t="498824" x="2273300" y="5600700"/>
          <p14:tracePt t="498840" x="2197100" y="5613400"/>
          <p14:tracePt t="498857" x="2139950" y="5632450"/>
          <p14:tracePt t="498873" x="2114550" y="5638800"/>
          <p14:tracePt t="498890" x="2076450" y="5651500"/>
          <p14:tracePt t="498906" x="2051050" y="5657850"/>
          <p14:tracePt t="498924" x="2044700" y="5657850"/>
          <p14:tracePt t="498956" x="2044700" y="5664200"/>
          <p14:tracePt t="498987" x="2051050" y="5664200"/>
          <p14:tracePt t="498994" x="2051050" y="5670550"/>
          <p14:tracePt t="499006" x="2057400" y="5670550"/>
          <p14:tracePt t="499024" x="2063750" y="5670550"/>
          <p14:tracePt t="499039" x="2070100" y="5670550"/>
          <p14:tracePt t="499057" x="2076450" y="5670550"/>
          <p14:tracePt t="499072" x="2082800" y="5670550"/>
          <p14:tracePt t="499089" x="2089150" y="5676900"/>
          <p14:tracePt t="499106" x="2095500" y="5676900"/>
          <p14:tracePt t="499122" x="2108200" y="5676900"/>
          <p14:tracePt t="499139" x="2120900" y="5683250"/>
          <p14:tracePt t="499156" x="2152650" y="5689600"/>
          <p14:tracePt t="499172" x="2165350" y="5689600"/>
          <p14:tracePt t="499189" x="2222500" y="5702300"/>
          <p14:tracePt t="499205" x="2286000" y="5734050"/>
          <p14:tracePt t="499222" x="2317750" y="5746750"/>
          <p14:tracePt t="499239" x="2413000" y="5772150"/>
          <p14:tracePt t="499255" x="2508250" y="5803900"/>
          <p14:tracePt t="499272" x="2565400" y="5816600"/>
          <p14:tracePt t="499290" x="2667000" y="5816600"/>
          <p14:tracePt t="499305" x="2743200" y="5816600"/>
          <p14:tracePt t="499322" x="2787650" y="5816600"/>
          <p14:tracePt t="499339" x="2863850" y="5816600"/>
          <p14:tracePt t="499355" x="2914650" y="5829300"/>
          <p14:tracePt t="499372" x="2933700" y="5829300"/>
          <p14:tracePt t="499388" x="2984500" y="5835650"/>
          <p14:tracePt t="499405" x="3009900" y="5842000"/>
          <p14:tracePt t="499422" x="3054350" y="5854700"/>
          <p14:tracePt t="499438" x="3092450" y="5861050"/>
          <p14:tracePt t="499455" x="3117850" y="5867400"/>
          <p14:tracePt t="499472" x="3162300" y="5873750"/>
          <p14:tracePt t="499488" x="3206750" y="5886450"/>
          <p14:tracePt t="499504" x="3225800" y="5899150"/>
          <p14:tracePt t="499521" x="3302000" y="5899150"/>
          <p14:tracePt t="499538" x="3321050" y="5905500"/>
          <p14:tracePt t="503347" x="3359150" y="5905500"/>
          <p14:tracePt t="503360" x="3397250" y="5905500"/>
          <p14:tracePt t="503368" x="3448050" y="5899150"/>
          <p14:tracePt t="503377" x="3524250" y="5899150"/>
          <p14:tracePt t="503391" x="3587750" y="5892800"/>
          <p14:tracePt t="503408" x="3657600" y="5892800"/>
          <p14:tracePt t="503424" x="3797300" y="5880100"/>
          <p14:tracePt t="503441" x="3924300" y="5880100"/>
          <p14:tracePt t="503458" x="3975100" y="5880100"/>
          <p14:tracePt t="503474" x="4108450" y="5873750"/>
          <p14:tracePt t="503491" x="4248150" y="5861050"/>
          <p14:tracePt t="503508" x="4375150" y="5854700"/>
          <p14:tracePt t="503524" x="4432300" y="5854700"/>
          <p14:tracePt t="503541" x="4533900" y="5848350"/>
          <p14:tracePt t="503558" x="4641850" y="5854700"/>
          <p14:tracePt t="503574" x="4705350" y="5854700"/>
          <p14:tracePt t="503591" x="4813300" y="5867400"/>
          <p14:tracePt t="503607" x="4889500" y="5873750"/>
          <p14:tracePt t="503624" x="4921250" y="5880100"/>
          <p14:tracePt t="503640" x="4959350" y="5880100"/>
          <p14:tracePt t="503657" x="4997450" y="5886450"/>
          <p14:tracePt t="503673" x="5003800" y="5886450"/>
          <p14:tracePt t="503691" x="5048250" y="5886450"/>
          <p14:tracePt t="503707" x="5099050" y="5886450"/>
          <p14:tracePt t="503723" x="5118100" y="5886450"/>
          <p14:tracePt t="503740" x="5175250" y="5880100"/>
          <p14:tracePt t="503756" x="5207000" y="5873750"/>
          <p14:tracePt t="503773" x="5264150" y="5854700"/>
          <p14:tracePt t="503790" x="5321300" y="5842000"/>
          <p14:tracePt t="503806" x="5353050" y="5835650"/>
          <p14:tracePt t="503824" x="5397500" y="5822950"/>
          <p14:tracePt t="503839" x="5435600" y="5803900"/>
          <p14:tracePt t="503856" x="5448300" y="5803900"/>
          <p14:tracePt t="503873" x="5467350" y="5803900"/>
          <p14:tracePt t="503889" x="5473700" y="5803900"/>
          <p14:tracePt t="503978" x="5480050" y="5803900"/>
          <p14:tracePt t="504000" x="5486400" y="5803900"/>
          <p14:tracePt t="504007" x="5492750" y="5803900"/>
          <p14:tracePt t="504028" x="5505450" y="5797550"/>
          <p14:tracePt t="504035" x="5511800" y="5797550"/>
          <p14:tracePt t="504050" x="5518150" y="5797550"/>
          <p14:tracePt t="504059" x="5518150" y="5791200"/>
          <p14:tracePt t="504756" x="5537200" y="5791200"/>
          <p14:tracePt t="504763" x="5568950" y="5791200"/>
          <p14:tracePt t="504772" x="5594350" y="5784850"/>
          <p14:tracePt t="504786" x="5626100" y="5765800"/>
          <p14:tracePt t="504803" x="5657850" y="5759450"/>
          <p14:tracePt t="504819" x="5746750" y="5727700"/>
          <p14:tracePt t="504836" x="5848350" y="5708650"/>
          <p14:tracePt t="504853" x="5930900" y="5689600"/>
          <p14:tracePt t="504870" x="6089650" y="5645150"/>
          <p14:tracePt t="504886" x="6261100" y="5588000"/>
          <p14:tracePt t="504903" x="6362700" y="5556250"/>
          <p14:tracePt t="504919" x="6546850" y="5505450"/>
          <p14:tracePt t="504936" x="6718300" y="5473700"/>
          <p14:tracePt t="504954" x="6883400" y="5448300"/>
          <p14:tracePt t="504969" x="6972300" y="5448300"/>
          <p14:tracePt t="504985" x="7156450" y="5422900"/>
          <p14:tracePt t="505003" x="7321550" y="5416550"/>
          <p14:tracePt t="505019" x="7385050" y="5403850"/>
          <p14:tracePt t="505035" x="7423150" y="5403850"/>
          <p14:tracePt t="505052" x="7499350" y="5397500"/>
          <p14:tracePt t="505069" x="7505700" y="5397500"/>
          <p14:tracePt t="505086" x="7512050" y="5397500"/>
          <p14:tracePt t="505118" x="7512050" y="5403850"/>
          <p14:tracePt t="505136" x="7512050" y="5410200"/>
          <p14:tracePt t="505164" x="7512050" y="5416550"/>
          <p14:tracePt t="505178" x="7505700" y="5422900"/>
          <p14:tracePt t="505188" x="7499350" y="5429250"/>
          <p14:tracePt t="505201" x="7493000" y="5448300"/>
          <p14:tracePt t="505218" x="7442200" y="5486400"/>
          <p14:tracePt t="505234" x="7372350" y="5543550"/>
          <p14:tracePt t="505251" x="7315200" y="5575300"/>
          <p14:tracePt t="505269" x="7175500" y="5651500"/>
          <p14:tracePt t="505284" x="7016750" y="5708650"/>
          <p14:tracePt t="505301" x="6927850" y="5734050"/>
          <p14:tracePt t="505319" x="6686550" y="5765800"/>
          <p14:tracePt t="505334" x="6400800" y="5797550"/>
          <p14:tracePt t="505351" x="6235700" y="5810250"/>
          <p14:tracePt t="505368" x="5918200" y="5816600"/>
          <p14:tracePt t="505384" x="5759450" y="5816600"/>
          <p14:tracePt t="505388" x="5594350" y="5829300"/>
          <p14:tracePt t="505401" x="5454650" y="5829300"/>
          <p14:tracePt t="505417" x="5213350" y="5829300"/>
          <p14:tracePt t="505434" x="5099050" y="5842000"/>
          <p14:tracePt t="505451" x="4921250" y="5842000"/>
          <p14:tracePt t="505467" x="4832350" y="5842000"/>
          <p14:tracePt t="505484" x="4813300" y="5842000"/>
          <p14:tracePt t="505501" x="4787900" y="5842000"/>
          <p14:tracePt t="505517" x="4781550" y="5842000"/>
          <p14:tracePt t="505550" x="4787900" y="5842000"/>
          <p14:tracePt t="505567" x="4794250" y="5842000"/>
          <p14:tracePt t="505583" x="4800600" y="5842000"/>
          <p14:tracePt t="505602" x="4813300" y="5842000"/>
          <p14:tracePt t="505617" x="4826000" y="5848350"/>
          <p14:tracePt t="505634" x="4838700" y="5848350"/>
          <p14:tracePt t="505650" x="4851400" y="5835650"/>
          <p14:tracePt t="507748" x="4921250" y="5822950"/>
          <p14:tracePt t="507755" x="4997450" y="5829300"/>
          <p14:tracePt t="507762" x="5073650" y="5829300"/>
          <p14:tracePt t="507779" x="5137150" y="5829300"/>
          <p14:tracePt t="507792" x="5200650" y="5829300"/>
          <p14:tracePt t="507809" x="5378450" y="5829300"/>
          <p14:tracePt t="507826" x="5562600" y="5816600"/>
          <p14:tracePt t="507842" x="5638800" y="5816600"/>
          <p14:tracePt t="507859" x="5765800" y="5816600"/>
          <p14:tracePt t="507876" x="5899150" y="5829300"/>
          <p14:tracePt t="507892" x="5975350" y="5848350"/>
          <p14:tracePt t="507896" x="6045200" y="5867400"/>
          <p14:tracePt t="507910" x="6083300" y="5873750"/>
          <p14:tracePt t="507925" x="6146800" y="5873750"/>
          <p14:tracePt t="507942" x="6165850" y="5873750"/>
          <p14:tracePt t="507959" x="6191250" y="5873750"/>
          <p14:tracePt t="507975" x="6197600" y="5880100"/>
          <p14:tracePt t="508043" x="6197600" y="5892800"/>
          <p14:tracePt t="508219" x="6191250" y="5892800"/>
          <p14:tracePt t="508240" x="6184900" y="5886450"/>
          <p14:tracePt t="508247" x="6178550" y="5886450"/>
          <p14:tracePt t="508257" x="6172200" y="5886450"/>
          <p14:tracePt t="508274" x="6153150" y="5886450"/>
          <p14:tracePt t="508290" x="6140450" y="5886450"/>
          <p14:tracePt t="508307" x="6115050" y="5886450"/>
          <p14:tracePt t="508325" x="6032500" y="5886450"/>
          <p14:tracePt t="508340" x="5981700" y="5880100"/>
          <p14:tracePt t="508357" x="5930900" y="5880100"/>
          <p14:tracePt t="508374" x="5810250" y="5867400"/>
          <p14:tracePt t="508390" x="5657850" y="5873750"/>
          <p14:tracePt t="508394" x="5581650" y="5880100"/>
          <p14:tracePt t="508410" x="5492750" y="5880100"/>
          <p14:tracePt t="508424" x="5416550" y="5880100"/>
          <p14:tracePt t="508440" x="5264150" y="5880100"/>
          <p14:tracePt t="508457" x="5143500" y="5880100"/>
          <p14:tracePt t="508473" x="5080000" y="5880100"/>
          <p14:tracePt t="508490" x="4991100" y="5880100"/>
          <p14:tracePt t="508507" x="4933950" y="5892800"/>
          <p14:tracePt t="508523" x="4902200" y="5892800"/>
          <p14:tracePt t="508540" x="4870450" y="5899150"/>
          <p14:tracePt t="508557" x="4838700" y="5911850"/>
          <p14:tracePt t="508573" x="4813300" y="5918200"/>
          <p14:tracePt t="508590" x="4775200" y="5924550"/>
          <p14:tracePt t="508606" x="4730750" y="5943600"/>
          <p14:tracePt t="508623" x="4711700" y="5962650"/>
          <p14:tracePt t="508640" x="4673600" y="5975350"/>
          <p14:tracePt t="509481" x="4667250" y="5962650"/>
          <p14:tracePt t="509495" x="4654550" y="5930900"/>
          <p14:tracePt t="509502" x="4635500" y="5886450"/>
          <p14:tracePt t="509509" x="4603750" y="5822950"/>
          <p14:tracePt t="509523" x="4584700" y="5753100"/>
          <p14:tracePt t="509537" x="4552950" y="5638800"/>
          <p14:tracePt t="509553" x="4489450" y="5365750"/>
          <p14:tracePt t="509570" x="4438650" y="5181600"/>
          <p14:tracePt t="509586" x="4286250" y="4660900"/>
          <p14:tracePt t="509603" x="4159250" y="4273550"/>
          <p14:tracePt t="509620" x="4057650" y="3860800"/>
          <p14:tracePt t="509636" x="3759200" y="2705100"/>
          <p14:tracePt t="509653" x="3568700" y="1936750"/>
          <p14:tracePt t="509670" x="3530600" y="1739900"/>
          <p14:tracePt t="509685" x="3479800" y="1555750"/>
          <p14:tracePt t="509702" x="3429000" y="1428750"/>
          <p14:tracePt t="509720" x="3390900" y="1346200"/>
          <p14:tracePt t="509736" x="3371850" y="1314450"/>
          <p14:tracePt t="509752" x="3346450" y="1257300"/>
          <p14:tracePt t="509769" x="3308350" y="1181100"/>
          <p14:tracePt t="509785" x="3257550" y="1079500"/>
          <p14:tracePt t="509802" x="3232150" y="1047750"/>
          <p14:tracePt t="509819" x="3168650" y="946150"/>
          <p14:tracePt t="509835" x="3124200" y="857250"/>
          <p14:tracePt t="509852" x="3092450" y="800100"/>
          <p14:tracePt t="509868" x="3035300" y="679450"/>
          <p14:tracePt t="509885" x="2984500" y="565150"/>
          <p14:tracePt t="509902" x="2952750" y="508000"/>
          <p14:tracePt t="509918" x="2895600" y="406400"/>
          <p14:tracePt t="509935" x="2838450" y="285750"/>
          <p14:tracePt t="509952" x="2787650" y="184150"/>
          <p14:tracePt t="509968" x="2762250" y="152400"/>
          <p14:tracePt t="509985" x="2736850" y="127000"/>
          <p14:tracePt t="510001" x="2667000" y="95250"/>
          <p14:tracePt t="510018" x="2647950" y="88900"/>
          <p14:tracePt t="510035" x="2635250" y="88900"/>
          <p14:tracePt t="510051" x="2603500" y="76200"/>
          <p14:tracePt t="510068" x="2578100" y="76200"/>
          <p14:tracePt t="510086" x="2559050" y="88900"/>
          <p14:tracePt t="510101" x="2552700" y="95250"/>
          <p14:tracePt t="510118" x="2533650" y="107950"/>
          <p14:tracePt t="510135" x="2514600" y="133350"/>
          <p14:tracePt t="510151" x="2501900" y="146050"/>
          <p14:tracePt t="510168" x="2457450" y="184150"/>
          <p14:tracePt t="510185" x="2425700" y="228600"/>
          <p14:tracePt t="510201" x="2400300" y="241300"/>
          <p14:tracePt t="510218" x="2368550" y="260350"/>
          <p14:tracePt t="510234" x="2355850" y="266700"/>
          <p14:tracePt t="510251" x="2349500" y="266700"/>
          <p14:tracePt t="510268" x="2343150" y="273050"/>
          <p14:tracePt t="510284" x="2324100" y="273050"/>
          <p14:tracePt t="511018" x="2330450" y="279400"/>
          <p14:tracePt t="511025" x="2330450" y="285750"/>
          <p14:tracePt t="511046" x="2343150" y="292100"/>
          <p14:tracePt t="511096" x="2368550" y="292100"/>
          <p14:tracePt t="511117" x="2374900" y="292100"/>
          <p14:tracePt t="511130" x="2381250" y="292100"/>
          <p14:tracePt t="511138" x="2387600" y="292100"/>
          <p14:tracePt t="511152" x="2393950" y="292100"/>
          <p14:tracePt t="511164" x="2400300" y="292100"/>
          <p14:tracePt t="511181" x="2406650" y="292100"/>
          <p14:tracePt t="511197" x="2413000" y="292100"/>
          <p14:tracePt t="511214" x="2419350" y="292100"/>
          <p14:tracePt t="511271" x="2425700" y="292100"/>
          <p14:tracePt t="511299" x="2432050" y="298450"/>
          <p14:tracePt t="511306" x="2438400" y="298450"/>
          <p14:tracePt t="511348" x="2438400" y="304800"/>
          <p14:tracePt t="511377" x="2444750" y="304800"/>
          <p14:tracePt t="511398" x="2451100" y="311150"/>
          <p14:tracePt t="511419" x="2457450" y="311150"/>
          <p14:tracePt t="511447" x="2463800" y="311150"/>
          <p14:tracePt t="511482" x="2463800" y="317500"/>
          <p14:tracePt t="511538" x="2463800" y="323850"/>
          <p14:tracePt t="511581" x="2463800" y="330200"/>
          <p14:tracePt t="511623" x="2457450" y="336550"/>
          <p14:tracePt t="511651" x="2451100" y="336550"/>
          <p14:tracePt t="511657" x="2451100" y="342900"/>
          <p14:tracePt t="511680" x="2444750" y="349250"/>
          <p14:tracePt t="511700" x="2444750" y="355600"/>
          <p14:tracePt t="511721" x="2444750" y="361950"/>
          <p14:tracePt t="511728" x="2438400" y="361950"/>
          <p14:tracePt t="511749" x="2438400" y="368300"/>
          <p14:tracePt t="511764" x="2432050" y="368300"/>
          <p14:tracePt t="511791" x="2425700" y="374650"/>
          <p14:tracePt t="511818" x="2419350" y="381000"/>
          <p14:tracePt t="511833" x="2413000" y="387350"/>
          <p14:tracePt t="511841" x="2413000" y="393700"/>
          <p14:tracePt t="511869" x="2406650" y="400050"/>
          <p14:tracePt t="511889" x="2406650" y="406400"/>
          <p14:tracePt t="511960" x="2406650" y="412750"/>
          <p14:tracePt t="511967" x="2400300" y="419100"/>
          <p14:tracePt t="513035" x="2400300" y="438150"/>
          <p14:tracePt t="513050" x="2406650" y="457200"/>
          <p14:tracePt t="513056" x="2413000" y="482600"/>
          <p14:tracePt t="513064" x="2425700" y="501650"/>
          <p14:tracePt t="513078" x="2432050" y="520700"/>
          <p14:tracePt t="513091" x="2438400" y="546100"/>
          <p14:tracePt t="513107" x="2457450" y="577850"/>
          <p14:tracePt t="513124" x="2470150" y="590550"/>
          <p14:tracePt t="513141" x="2482850" y="609600"/>
          <p14:tracePt t="513157" x="2489200" y="628650"/>
          <p14:tracePt t="513174" x="2495550" y="635000"/>
          <p14:tracePt t="513190" x="2514600" y="647700"/>
          <p14:tracePt t="513207" x="2533650" y="660400"/>
          <p14:tracePt t="513224" x="2540000" y="660400"/>
          <p14:tracePt t="513240" x="2552700" y="666750"/>
          <p14:tracePt t="513257" x="2559050" y="673100"/>
          <p14:tracePt t="513274" x="2565400" y="673100"/>
          <p14:tracePt t="513295" x="2571750" y="673100"/>
          <p14:tracePt t="513338" x="2578100" y="673100"/>
          <p14:tracePt t="513387" x="2590800" y="666750"/>
          <p14:tracePt t="513408" x="2590800" y="660400"/>
          <p14:tracePt t="513415" x="2597150" y="660400"/>
          <p14:tracePt t="513436" x="2603500" y="660400"/>
          <p14:tracePt t="513471" x="2609850" y="660400"/>
          <p14:tracePt t="513506" x="2616200" y="654050"/>
          <p14:tracePt t="513577" x="2603500" y="654050"/>
          <p14:tracePt t="513591" x="2597150" y="654050"/>
          <p14:tracePt t="513612" x="2590800" y="654050"/>
          <p14:tracePt t="513626" x="2584450" y="654050"/>
          <p14:tracePt t="513641" x="2578100" y="654050"/>
          <p14:tracePt t="513647" x="2571750" y="654050"/>
          <p14:tracePt t="513661" x="2565400" y="647700"/>
          <p14:tracePt t="513672" x="2546350" y="635000"/>
          <p14:tracePt t="513689" x="2520950" y="615950"/>
          <p14:tracePt t="513705" x="2508250" y="590550"/>
          <p14:tracePt t="513722" x="2470150" y="546100"/>
          <p14:tracePt t="513738" x="2438400" y="495300"/>
          <p14:tracePt t="513755" x="2432050" y="476250"/>
          <p14:tracePt t="513773" x="2419350" y="444500"/>
          <p14:tracePt t="513788" x="2413000" y="419100"/>
          <p14:tracePt t="513805" x="2413000" y="412750"/>
          <p14:tracePt t="513822" x="2413000" y="400050"/>
          <p14:tracePt t="513838" x="2419350" y="387350"/>
          <p14:tracePt t="513855" x="2425700" y="387350"/>
          <p14:tracePt t="513872" x="2432050" y="374650"/>
          <p14:tracePt t="513888" x="2438400" y="374650"/>
          <p14:tracePt t="513905" x="2451100" y="374650"/>
          <p14:tracePt t="513921" x="2457450" y="374650"/>
          <p14:tracePt t="513938" x="2463800" y="374650"/>
          <p14:tracePt t="513955" x="2476500" y="374650"/>
          <p14:tracePt t="513971" x="2482850" y="374650"/>
          <p14:tracePt t="514005" x="2495550" y="374650"/>
          <p14:tracePt t="514037" x="2501900" y="374650"/>
          <p14:tracePt t="514069" x="2508250" y="374650"/>
          <p14:tracePt t="514089" x="2514600" y="374650"/>
          <p14:tracePt t="514111" x="2520950" y="374650"/>
          <p14:tracePt t="514863" x="2527300" y="374650"/>
          <p14:tracePt t="514877" x="2540000" y="368300"/>
          <p14:tracePt t="514883" x="2552700" y="361950"/>
          <p14:tracePt t="514891" x="2565400" y="361950"/>
          <p14:tracePt t="514905" x="2571750" y="355600"/>
          <p14:tracePt t="514918" x="2584450" y="349250"/>
          <p14:tracePt t="514935" x="2597150" y="336550"/>
          <p14:tracePt t="514951" x="2603500" y="336550"/>
          <p14:tracePt t="514968" x="2616200" y="323850"/>
          <p14:tracePt t="514984" x="2628900" y="323850"/>
          <p14:tracePt t="515001" x="2635250" y="323850"/>
          <p14:tracePt t="515018" x="2635250" y="317500"/>
          <p14:tracePt t="516908" x="2635250" y="323850"/>
          <p14:tracePt t="516964" x="2628900" y="323850"/>
          <p14:tracePt t="516971" x="2622550" y="330200"/>
          <p14:tracePt t="517013" x="2616200" y="330200"/>
          <p14:tracePt t="517070" x="2616200" y="342900"/>
          <p14:tracePt t="517090" x="2616200" y="349250"/>
          <p14:tracePt t="517140" x="2622550" y="355600"/>
          <p14:tracePt t="517162" x="2622550" y="361950"/>
          <p14:tracePt t="517189" x="2622550" y="368300"/>
          <p14:tracePt t="517211" x="2622550" y="374650"/>
          <p14:tracePt t="517231" x="2622550" y="381000"/>
          <p14:tracePt t="517245" x="2622550" y="387350"/>
          <p14:tracePt t="517259" x="2616200" y="393700"/>
          <p14:tracePt t="517273" x="2616200" y="406400"/>
          <p14:tracePt t="517280" x="2616200" y="419100"/>
          <p14:tracePt t="517296" x="2616200" y="425450"/>
          <p14:tracePt t="517309" x="2616200" y="438150"/>
          <p14:tracePt t="517326" x="2609850" y="463550"/>
          <p14:tracePt t="517343" x="2609850" y="476250"/>
          <p14:tracePt t="517359" x="2609850" y="482600"/>
          <p14:tracePt t="517376" x="2609850" y="488950"/>
          <p14:tracePt t="517393" x="2609850" y="495300"/>
          <p14:tracePt t="517541" x="2616200" y="495300"/>
          <p14:tracePt t="517583" x="2622550" y="488950"/>
          <p14:tracePt t="517737" x="2628900" y="482600"/>
          <p14:tracePt t="517857" x="2628900" y="488950"/>
          <p14:tracePt t="517927" x="2622550" y="488950"/>
          <p14:tracePt t="517934" x="2616200" y="488950"/>
          <p14:tracePt t="517955" x="2609850" y="488950"/>
          <p14:tracePt t="517962" x="2597150" y="488950"/>
          <p14:tracePt t="517978" x="2590800" y="488950"/>
          <p14:tracePt t="517991" x="2584450" y="482600"/>
          <p14:tracePt t="518007" x="2540000" y="476250"/>
          <p14:tracePt t="518024" x="2508250" y="469900"/>
          <p14:tracePt t="518040" x="2463800" y="463550"/>
          <p14:tracePt t="518057" x="2393950" y="457200"/>
          <p14:tracePt t="518074" x="2324100" y="444500"/>
          <p14:tracePt t="518090" x="2305050" y="444500"/>
          <p14:tracePt t="518107" x="2254250" y="444500"/>
          <p14:tracePt t="518124" x="2228850" y="438150"/>
          <p14:tracePt t="518140" x="2216150" y="438150"/>
          <p14:tracePt t="518244" x="2222500" y="438150"/>
          <p14:tracePt t="518264" x="2228850" y="438150"/>
          <p14:tracePt t="518286" x="2235200" y="438150"/>
          <p14:tracePt t="518335" x="2247900" y="438150"/>
          <p14:tracePt t="518377" x="2254250" y="438150"/>
          <p14:tracePt t="518405" x="2260600" y="438150"/>
          <p14:tracePt t="518426" x="2266950" y="438150"/>
          <p14:tracePt t="518447" x="2273300" y="438150"/>
          <p14:tracePt t="518475" x="2279650" y="444500"/>
          <p14:tracePt t="518497" x="2286000" y="444500"/>
          <p14:tracePt t="518525" x="2292350" y="444500"/>
          <p14:tracePt t="518539" x="2298700" y="450850"/>
          <p14:tracePt t="518560" x="2305050" y="450850"/>
          <p14:tracePt t="518567" x="2311400" y="450850"/>
          <p14:tracePt t="518589" x="2317750" y="450850"/>
          <p14:tracePt t="518595" x="2324100" y="450850"/>
          <p14:tracePt t="518609" x="2330450" y="457200"/>
          <p14:tracePt t="518622" x="2343150" y="457200"/>
          <p14:tracePt t="518639" x="2374900" y="457200"/>
          <p14:tracePt t="518655" x="2400300" y="463550"/>
          <p14:tracePt t="518672" x="2451100" y="469900"/>
          <p14:tracePt t="518688" x="2495550" y="476250"/>
          <p14:tracePt t="518705" x="2527300" y="476250"/>
          <p14:tracePt t="518722" x="2590800" y="476250"/>
          <p14:tracePt t="518738" x="2641600" y="476250"/>
          <p14:tracePt t="518755" x="2667000" y="476250"/>
          <p14:tracePt t="518771" x="2736850" y="469900"/>
          <p14:tracePt t="518788" x="2768600" y="463550"/>
          <p14:tracePt t="518805" x="2851150" y="450850"/>
          <p14:tracePt t="518821" x="2933700" y="438150"/>
          <p14:tracePt t="518838" x="2984500" y="438150"/>
          <p14:tracePt t="518855" x="3073400" y="438150"/>
          <p14:tracePt t="518871" x="3194050" y="450850"/>
          <p14:tracePt t="518887" x="3244850" y="457200"/>
          <p14:tracePt t="518905" x="3352800" y="457200"/>
          <p14:tracePt t="518921" x="3429000" y="457200"/>
          <p14:tracePt t="518938" x="3467100" y="457200"/>
          <p14:tracePt t="518954" x="3543300" y="438150"/>
          <p14:tracePt t="518971" x="3606800" y="438150"/>
          <p14:tracePt t="518988" x="3638550" y="444500"/>
          <p14:tracePt t="519004" x="3676650" y="444500"/>
          <p14:tracePt t="519020" x="3721100" y="444500"/>
          <p14:tracePt t="519038" x="3752850" y="438150"/>
          <p14:tracePt t="519054" x="3771900" y="438150"/>
          <p14:tracePt t="519071" x="3797300" y="431800"/>
          <p14:tracePt t="519087" x="3816350" y="431800"/>
          <p14:tracePt t="519103" x="3829050" y="431800"/>
          <p14:tracePt t="519120" x="3841750" y="431800"/>
          <p14:tracePt t="519137" x="3854450" y="431800"/>
          <p14:tracePt t="519153" x="3867150" y="431800"/>
          <p14:tracePt t="519171" x="3873500" y="431800"/>
          <p14:tracePt t="519186" x="3879850" y="431800"/>
          <p14:tracePt t="519203" x="3892550" y="431800"/>
          <p14:tracePt t="519220" x="3898900" y="431800"/>
          <p14:tracePt t="519236" x="3911600" y="425450"/>
          <p14:tracePt t="519253" x="3917950" y="425450"/>
          <p14:tracePt t="519333" x="3924300" y="425450"/>
          <p14:tracePt t="519340" x="3930650" y="425450"/>
          <p14:tracePt t="519361" x="3937000" y="425450"/>
          <p14:tracePt t="519390" x="3943350" y="425450"/>
          <p14:tracePt t="519411" x="3949700" y="425450"/>
          <p14:tracePt t="519432" x="3956050" y="431800"/>
          <p14:tracePt t="519481" x="3962400" y="431800"/>
          <p14:tracePt t="519502" x="3968750" y="431800"/>
          <p14:tracePt t="519508" x="3975100" y="431800"/>
          <p14:tracePt t="519551" x="3981450" y="438150"/>
          <p14:tracePt t="519565" x="3987800" y="438150"/>
          <p14:tracePt t="519579" x="3994150" y="438150"/>
          <p14:tracePt t="519600" x="4000500" y="438150"/>
          <p14:tracePt t="519615" x="4006850" y="444500"/>
          <p14:tracePt t="519622" x="4013200" y="444500"/>
          <p14:tracePt t="519638" x="4025900" y="444500"/>
          <p14:tracePt t="519651" x="4051300" y="450850"/>
          <p14:tracePt t="519668" x="4064000" y="457200"/>
          <p14:tracePt t="519685" x="4095750" y="463550"/>
          <p14:tracePt t="519701" x="4108450" y="469900"/>
          <p14:tracePt t="519718" x="4140200" y="469900"/>
          <p14:tracePt t="519735" x="4152900" y="476250"/>
          <p14:tracePt t="519751" x="4159250" y="476250"/>
          <p14:tracePt t="519768" x="4159250" y="482600"/>
          <p14:tracePt t="519790" x="4165600" y="488950"/>
          <p14:tracePt t="520846" x="4152900" y="488950"/>
          <p14:tracePt t="520860" x="4133850" y="488950"/>
          <p14:tracePt t="520867" x="4108450" y="482600"/>
          <p14:tracePt t="520883" x="4089400" y="469900"/>
          <p14:tracePt t="520899" x="4064000" y="469900"/>
          <p14:tracePt t="520914" x="3968750" y="463550"/>
          <p14:tracePt t="520931" x="3854450" y="457200"/>
          <p14:tracePt t="520947" x="3778250" y="457200"/>
          <p14:tracePt t="520964" x="3600450" y="457200"/>
          <p14:tracePt t="520980" x="3384550" y="457200"/>
          <p14:tracePt t="520997" x="3270250" y="457200"/>
          <p14:tracePt t="521014" x="3054350" y="457200"/>
          <p14:tracePt t="521030" x="2876550" y="457200"/>
          <p14:tracePt t="521047" x="2800350" y="444500"/>
          <p14:tracePt t="521063" x="2692400" y="438150"/>
          <p14:tracePt t="521080" x="2622550" y="419100"/>
          <p14:tracePt t="521097" x="2603500" y="412750"/>
          <p14:tracePt t="521113" x="2552700" y="400050"/>
          <p14:tracePt t="521130" x="2527300" y="374650"/>
          <p14:tracePt t="521147" x="2508250" y="361950"/>
          <p14:tracePt t="521162" x="2489200" y="342900"/>
          <p14:tracePt t="521180" x="2482850" y="330200"/>
          <p14:tracePt t="521197" x="2444750" y="298450"/>
          <p14:tracePt t="521213" x="2438400" y="292100"/>
          <p14:tracePt t="521229" x="2432050" y="285750"/>
          <p14:tracePt t="521246" x="2419350" y="279400"/>
          <p14:tracePt t="521263" x="2413000" y="273050"/>
          <p14:tracePt t="521279" x="2406650" y="273050"/>
          <p14:tracePt t="521296" x="2400300" y="273050"/>
          <p14:tracePt t="521312" x="2393950" y="285750"/>
          <p14:tracePt t="521345" x="2393950" y="304800"/>
          <p14:tracePt t="521362" x="2393950" y="323850"/>
          <p14:tracePt t="521379" x="2393950" y="336550"/>
          <p14:tracePt t="521396" x="2387600" y="361950"/>
          <p14:tracePt t="521412" x="2387600" y="393700"/>
          <p14:tracePt t="521429" x="2387600" y="431800"/>
          <p14:tracePt t="521445" x="2387600" y="463550"/>
          <p14:tracePt t="521462" x="2387600" y="482600"/>
          <p14:tracePt t="521466" x="2387600" y="520700"/>
          <p14:tracePt t="521479" x="2413000" y="596900"/>
          <p14:tracePt t="521496" x="2432050" y="628650"/>
          <p14:tracePt t="521514" x="2457450" y="673100"/>
          <p14:tracePt t="521528" x="2470150" y="685800"/>
          <p14:tracePt t="521545" x="2489200" y="698500"/>
          <p14:tracePt t="521563" x="2520950" y="698500"/>
          <p14:tracePt t="521578" x="2546350" y="704850"/>
          <p14:tracePt t="521595" x="2578100" y="704850"/>
          <p14:tracePt t="521612" x="2622550" y="679450"/>
          <p14:tracePt t="521628" x="2647950" y="666750"/>
          <p14:tracePt t="521644" x="2717800" y="628650"/>
          <p14:tracePt t="521661" x="2787650" y="596900"/>
          <p14:tracePt t="521678" x="2819400" y="577850"/>
          <p14:tracePt t="521695" x="2895600" y="552450"/>
          <p14:tracePt t="521711" x="2978150" y="520700"/>
          <p14:tracePt t="521728" x="3022600" y="501650"/>
          <p14:tracePt t="521745" x="3105150" y="476250"/>
          <p14:tracePt t="521761" x="3187700" y="463550"/>
          <p14:tracePt t="521777" x="3232150" y="463550"/>
          <p14:tracePt t="521795" x="3295650" y="450850"/>
          <p14:tracePt t="521811" x="3365500" y="444500"/>
          <p14:tracePt t="521828" x="3397250" y="444500"/>
          <p14:tracePt t="521844" x="3454400" y="444500"/>
          <p14:tracePt t="521861" x="3486150" y="444500"/>
          <p14:tracePt t="521877" x="3524250" y="450850"/>
          <p14:tracePt t="521894" x="3556000" y="457200"/>
          <p14:tracePt t="521911" x="3575050" y="457200"/>
          <p14:tracePt t="521928" x="3613150" y="476250"/>
          <p14:tracePt t="521944" x="3644900" y="495300"/>
          <p14:tracePt t="521960" x="3676650" y="508000"/>
          <p14:tracePt t="521964" x="3695700" y="514350"/>
          <p14:tracePt t="521977" x="3727450" y="520700"/>
          <p14:tracePt t="521993" x="3797300" y="546100"/>
          <p14:tracePt t="522010" x="3829050" y="552450"/>
          <p14:tracePt t="522027" x="3911600" y="571500"/>
          <p14:tracePt t="522044" x="3987800" y="577850"/>
          <p14:tracePt t="522060" x="4032250" y="590550"/>
          <p14:tracePt t="522077" x="4159250" y="596900"/>
          <p14:tracePt t="522093" x="4222750" y="596900"/>
          <p14:tracePt t="522110" x="4330700" y="596900"/>
          <p14:tracePt t="522126" x="4387850" y="596900"/>
          <p14:tracePt t="522144" x="4406900" y="596900"/>
          <p14:tracePt t="522160" x="4425950" y="596900"/>
          <p14:tracePt t="522176" x="4438650" y="596900"/>
          <p14:tracePt t="522210" x="4438650" y="603250"/>
          <p14:tracePt t="523852" x="4438650" y="622300"/>
          <p14:tracePt t="523859" x="4425950" y="647700"/>
          <p14:tracePt t="523873" x="4394200" y="692150"/>
          <p14:tracePt t="523887" x="4362450" y="730250"/>
          <p14:tracePt t="523903" x="4267200" y="825500"/>
          <p14:tracePt t="523920" x="4197350" y="869950"/>
          <p14:tracePt t="523937" x="4032250" y="965200"/>
          <p14:tracePt t="523953" x="3822700" y="1104900"/>
          <p14:tracePt t="523971" x="3683000" y="1174750"/>
          <p14:tracePt t="523974" x="3562350" y="1225550"/>
          <p14:tracePt t="523986" x="3409950" y="1282700"/>
          <p14:tracePt t="524003" x="3162300" y="1371600"/>
          <p14:tracePt t="524020" x="2965450" y="1416050"/>
          <p14:tracePt t="524036" x="2876550" y="1435100"/>
          <p14:tracePt t="524053" x="2711450" y="1441450"/>
          <p14:tracePt t="524070" x="2616200" y="1441450"/>
          <p14:tracePt t="524086" x="2597150" y="1441450"/>
          <p14:tracePt t="524103" x="2584450" y="1441450"/>
          <p14:tracePt t="524119" x="2571750" y="1435100"/>
          <p14:tracePt t="524136" x="2571750" y="1428750"/>
          <p14:tracePt t="524153" x="2571750" y="1422400"/>
          <p14:tracePt t="524169" x="2571750" y="1416050"/>
          <p14:tracePt t="524186" x="2571750" y="1409700"/>
          <p14:tracePt t="524203" x="2571750" y="1403350"/>
          <p14:tracePt t="524219" x="2571750" y="1397000"/>
          <p14:tracePt t="524245" x="2578100" y="1397000"/>
          <p14:tracePt t="524260" x="2584450" y="1403350"/>
          <p14:tracePt t="524273" x="2584450" y="1416050"/>
          <p14:tracePt t="524285" x="2590800" y="1422400"/>
          <p14:tracePt t="524302" x="2603500" y="1428750"/>
          <p14:tracePt t="526492" x="2616200" y="1460500"/>
          <p14:tracePt t="526499" x="2647950" y="1492250"/>
          <p14:tracePt t="526514" x="2667000" y="1536700"/>
          <p14:tracePt t="526528" x="2679700" y="1555750"/>
          <p14:tracePt t="526544" x="2711450" y="1631950"/>
          <p14:tracePt t="526561" x="2730500" y="1663700"/>
          <p14:tracePt t="526577" x="2749550" y="1714500"/>
          <p14:tracePt t="526594" x="2774950" y="1771650"/>
          <p14:tracePt t="526611" x="2787650" y="1822450"/>
          <p14:tracePt t="526627" x="2794000" y="1854200"/>
          <p14:tracePt t="526644" x="2806700" y="1892300"/>
          <p14:tracePt t="526661" x="2813050" y="1930400"/>
          <p14:tracePt t="526694" x="2813050" y="1943100"/>
          <p14:tracePt t="526710" x="2813050" y="1949450"/>
          <p14:tracePt t="526744" x="2813050" y="1955800"/>
          <p14:tracePt t="526781" x="2813050" y="1962150"/>
          <p14:tracePt t="526829" x="2813050" y="1968500"/>
          <p14:tracePt t="527454" x="2838450" y="2006600"/>
          <p14:tracePt t="527468" x="2876550" y="2051050"/>
          <p14:tracePt t="527477" x="2921000" y="2101850"/>
          <p14:tracePt t="527491" x="2978150" y="2146300"/>
          <p14:tracePt t="527508" x="3073400" y="2241550"/>
          <p14:tracePt t="527525" x="3162300" y="2324100"/>
          <p14:tracePt t="527541" x="3213100" y="2374900"/>
          <p14:tracePt t="527558" x="3308350" y="2489200"/>
          <p14:tracePt t="527574" x="3441700" y="2654300"/>
          <p14:tracePt t="527591" x="3505200" y="2724150"/>
          <p14:tracePt t="527608" x="3606800" y="2876550"/>
          <p14:tracePt t="527624" x="3689350" y="2984500"/>
          <p14:tracePt t="527641" x="3727450" y="3041650"/>
          <p14:tracePt t="527658" x="3790950" y="3143250"/>
          <p14:tracePt t="527674" x="3829050" y="3187700"/>
          <p14:tracePt t="527691" x="3905250" y="3302000"/>
          <p14:tracePt t="527707" x="3968750" y="3384550"/>
          <p14:tracePt t="527724" x="4019550" y="3429000"/>
          <p14:tracePt t="527741" x="4044950" y="3460750"/>
          <p14:tracePt t="527757" x="4089400" y="3505200"/>
          <p14:tracePt t="527774" x="4114800" y="3530600"/>
          <p14:tracePt t="527791" x="4165600" y="3594100"/>
          <p14:tracePt t="527806" x="4216400" y="3683000"/>
          <p14:tracePt t="527823" x="4248150" y="3752850"/>
          <p14:tracePt t="527840" x="4286250" y="3956050"/>
          <p14:tracePt t="527856" x="4318000" y="4178300"/>
          <p14:tracePt t="527873" x="4330700" y="4279900"/>
          <p14:tracePt t="527890" x="4337050" y="4483100"/>
          <p14:tracePt t="527906" x="4337050" y="4508500"/>
          <p14:tracePt t="528539" x="4362450" y="4578350"/>
          <p14:tracePt t="528552" x="4394200" y="4660900"/>
          <p14:tracePt t="528560" x="4413250" y="4749800"/>
          <p14:tracePt t="528571" x="4425950" y="4838700"/>
          <p14:tracePt t="528588" x="4445000" y="5022850"/>
          <p14:tracePt t="528604" x="4445000" y="5099050"/>
          <p14:tracePt t="528621" x="4464050" y="5200650"/>
          <p14:tracePt t="528638" x="4476750" y="5441950"/>
          <p14:tracePt t="528654" x="4476750" y="5530850"/>
          <p14:tracePt t="528671" x="4476750" y="5594350"/>
          <p14:tracePt t="528687" x="4495800" y="5765800"/>
          <p14:tracePt t="528704" x="4514850" y="5943600"/>
          <p14:tracePt t="528721" x="4527550" y="6076950"/>
          <p14:tracePt t="528737" x="4533900" y="6127750"/>
          <p14:tracePt t="528753" x="4533900" y="6203950"/>
          <p14:tracePt t="528771" x="4533900" y="6254750"/>
          <p14:tracePt t="528787" x="4533900" y="6273800"/>
          <p14:tracePt t="528803" x="4533900" y="6292850"/>
          <p14:tracePt t="528820" x="4533900" y="6305550"/>
          <p14:tracePt t="528903" x="4527550" y="6311900"/>
          <p14:tracePt t="528911" x="4514850" y="6318250"/>
          <p14:tracePt t="528932" x="4502150" y="6330950"/>
          <p14:tracePt t="528940" x="4489450" y="6337300"/>
          <p14:tracePt t="528956" x="4483100" y="6350000"/>
          <p14:tracePt t="528969" x="4470400" y="6375400"/>
          <p14:tracePt t="528986" x="4451350" y="6413500"/>
          <p14:tracePt t="529003" x="4425950" y="6470650"/>
          <p14:tracePt t="529020" x="4413250" y="6502400"/>
          <p14:tracePt t="529023" x="4400550" y="6540500"/>
          <p14:tracePt t="529036" x="4387850" y="6572250"/>
          <p14:tracePt t="529053" x="4356100" y="6623050"/>
          <p14:tracePt t="529069" x="4343400" y="6648450"/>
          <p14:tracePt t="529087" x="4324350" y="6661150"/>
          <p14:tracePt t="529102" x="4305300" y="6661150"/>
          <p14:tracePt t="529119" x="4298950" y="6661150"/>
          <p14:tracePt t="529136" x="4267200" y="6654800"/>
          <p14:tracePt t="529152" x="4241800" y="6635750"/>
          <p14:tracePt t="529169" x="4210050" y="6623050"/>
          <p14:tracePt t="529186" x="4159250" y="6565900"/>
          <p14:tracePt t="529202" x="4076700" y="6502400"/>
          <p14:tracePt t="529219" x="4032250" y="6470650"/>
          <p14:tracePt t="529235" x="3968750" y="6419850"/>
          <p14:tracePt t="529251" x="3930650" y="6394450"/>
          <p14:tracePt t="529270" x="3822700" y="6337300"/>
          <p14:tracePt t="529284" x="3803650" y="6311900"/>
          <p14:tracePt t="529301" x="3771900" y="6305550"/>
          <p14:tracePt t="529319" x="3721100" y="6273800"/>
          <p14:tracePt t="529335" x="3651250" y="6254750"/>
          <p14:tracePt t="529351" x="3606800" y="6242050"/>
          <p14:tracePt t="529368" x="3524250" y="6210300"/>
          <p14:tracePt t="529384" x="3435350" y="6184900"/>
          <p14:tracePt t="529401" x="3384550" y="6178550"/>
          <p14:tracePt t="529418" x="3302000" y="6153150"/>
          <p14:tracePt t="529435" x="3257550" y="6140450"/>
          <p14:tracePt t="529452" x="3225800" y="6134100"/>
          <p14:tracePt t="529468" x="3213100" y="6134100"/>
          <p14:tracePt t="529484" x="3187700" y="6134100"/>
          <p14:tracePt t="529501" x="3162300" y="6140450"/>
          <p14:tracePt t="529518" x="3149600" y="6153150"/>
          <p14:tracePt t="529534" x="3130550" y="6165850"/>
          <p14:tracePt t="529538" x="3086100" y="6178550"/>
          <p14:tracePt t="529551" x="2965450" y="6235700"/>
          <p14:tracePt t="529567" x="2895600" y="6280150"/>
          <p14:tracePt t="529584" x="2813050" y="6318250"/>
          <p14:tracePt t="529601" x="2667000" y="6388100"/>
          <p14:tracePt t="529617" x="2540000" y="6457950"/>
          <p14:tracePt t="529635" x="2444750" y="6483350"/>
          <p14:tracePt t="529650" x="2400300" y="6496050"/>
          <p14:tracePt t="529668" x="2343150" y="6496050"/>
          <p14:tracePt t="529684" x="2298700" y="6496050"/>
          <p14:tracePt t="529700" x="2286000" y="6489700"/>
          <p14:tracePt t="529717" x="2266950" y="6477000"/>
          <p14:tracePt t="529734" x="2241550" y="6470650"/>
          <p14:tracePt t="529750" x="2228850" y="6457950"/>
          <p14:tracePt t="529768" x="2203450" y="6445250"/>
          <p14:tracePt t="529783" x="2190750" y="6445250"/>
          <p14:tracePt t="529800" x="2184400" y="6438900"/>
          <p14:tracePt t="529817" x="2171700" y="6426200"/>
          <p14:tracePt t="529833" x="2146300" y="6407150"/>
          <p14:tracePt t="529850" x="2139950" y="6400800"/>
          <p14:tracePt t="529867" x="2139950" y="6394450"/>
          <p14:tracePt t="529883" x="2133600" y="6394450"/>
          <p14:tracePt t="529917" x="2127250" y="6388100"/>
          <p14:tracePt t="529958" x="2127250" y="6381750"/>
          <p14:tracePt t="529972" x="2127250" y="6375400"/>
          <p14:tracePt t="529994" x="2127250" y="6369050"/>
          <p14:tracePt t="530015" x="2127250" y="6362700"/>
          <p14:tracePt t="530078" x="2127250" y="6356350"/>
          <p14:tracePt t="530106" x="2133600" y="6356350"/>
          <p14:tracePt t="530134" x="2139950" y="6356350"/>
          <p14:tracePt t="530155" x="2146300" y="6356350"/>
          <p14:tracePt t="530176" x="2152650" y="6356350"/>
          <p14:tracePt t="530240" x="2159000" y="6356350"/>
          <p14:tracePt t="530246" x="2165350" y="6356350"/>
          <p14:tracePt t="530296" x="2171700" y="6356350"/>
          <p14:tracePt t="530317" x="2178050" y="6362700"/>
          <p14:tracePt t="530324" x="2190750" y="6369050"/>
          <p14:tracePt t="530338" x="2197100" y="6375400"/>
          <p14:tracePt t="530347" x="2209800" y="6381750"/>
          <p14:tracePt t="530364" x="2241550" y="6394450"/>
          <p14:tracePt t="530381" x="2324100" y="6438900"/>
          <p14:tracePt t="530398" x="2438400" y="6508750"/>
          <p14:tracePt t="530415" x="2590800" y="6584950"/>
          <p14:tracePt t="530431" x="2673350" y="6629400"/>
          <p14:tracePt t="530447" x="2749550" y="6667500"/>
          <p14:tracePt t="530465" x="2933700" y="6762750"/>
          <p14:tracePt t="530481" x="2978150" y="6788150"/>
          <p14:tracePt t="530497" x="3022600" y="6807200"/>
          <p14:tracePt t="530514" x="3067050" y="6826250"/>
          <p14:tracePt t="530531" x="3079750" y="6832600"/>
          <p14:tracePt t="530547" x="3086100" y="6832600"/>
          <p14:tracePt t="530551" x="3092450" y="6832600"/>
          <p14:tracePt t="530564" x="3098800" y="6832600"/>
          <p14:tracePt t="530584" x="3105150" y="6832600"/>
          <p14:tracePt t="530619" x="3111500" y="6832600"/>
          <p14:tracePt t="530626" x="3117850" y="6832600"/>
          <p14:tracePt t="530648" x="3124200" y="6832600"/>
          <p14:tracePt t="530654" x="3130550" y="6832600"/>
          <p14:tracePt t="530668" x="3136900" y="6832600"/>
          <p14:tracePt t="530689" x="3143250" y="6832600"/>
          <p14:tracePt t="530697" x="3149600" y="6832600"/>
          <p14:tracePt t="530713" x="3155950" y="6832600"/>
          <p14:tracePt t="530730" x="3162300" y="6832600"/>
          <p14:tracePt t="530746" x="3200400" y="6832600"/>
          <p14:tracePt t="530763" x="3238500" y="6826250"/>
          <p14:tracePt t="530781" x="3314700" y="6813550"/>
          <p14:tracePt t="530796" x="3384550" y="6813550"/>
          <p14:tracePt t="530813" x="3498850" y="6800850"/>
          <p14:tracePt t="530830" x="3644900" y="6788150"/>
          <p14:tracePt t="530846" x="3708400" y="6781800"/>
          <p14:tracePt t="530863" x="3822700" y="6769100"/>
          <p14:tracePt t="530880" x="3905250" y="6762750"/>
          <p14:tracePt t="530896" x="3937000" y="6762750"/>
          <p14:tracePt t="530913" x="3968750" y="6762750"/>
          <p14:tracePt t="530929" x="3987800" y="6762750"/>
          <p14:tracePt t="530946" x="3994150" y="6762750"/>
          <p14:tracePt t="530963" x="4000500" y="6769100"/>
          <p14:tracePt t="530979" x="4006850" y="6775450"/>
          <p14:tracePt t="530996" x="4013200" y="6775450"/>
          <p14:tracePt t="531013" x="4025900" y="6781800"/>
          <p14:tracePt t="531029" x="4038600" y="6781800"/>
          <p14:tracePt t="531663" x="4057650" y="6762750"/>
          <p14:tracePt t="531669" x="4083050" y="6724650"/>
          <p14:tracePt t="531684" x="4108450" y="6705600"/>
          <p14:tracePt t="531693" x="4140200" y="6673850"/>
          <p14:tracePt t="531710" x="4159250" y="6642100"/>
          <p14:tracePt t="531727" x="4216400" y="6572250"/>
          <p14:tracePt t="531743" x="4279900" y="6483350"/>
          <p14:tracePt t="531760" x="4318000" y="6426200"/>
          <p14:tracePt t="531776" x="4400550" y="6273800"/>
          <p14:tracePt t="531793" x="4514850" y="6096000"/>
          <p14:tracePt t="531810" x="4578350" y="6000750"/>
          <p14:tracePt t="531826" x="4679950" y="5803900"/>
          <p14:tracePt t="531843" x="4775200" y="5594350"/>
          <p14:tracePt t="531860" x="4870450" y="5384800"/>
          <p14:tracePt t="531876" x="4921250" y="5276850"/>
          <p14:tracePt t="531893" x="4953000" y="5187950"/>
          <p14:tracePt t="531910" x="5048250" y="4895850"/>
          <p14:tracePt t="531926" x="5054600" y="4832350"/>
          <p14:tracePt t="531942" x="5054600" y="4756150"/>
          <p14:tracePt t="531959" x="5035550" y="4635500"/>
          <p14:tracePt t="531976" x="4984750" y="4476750"/>
          <p14:tracePt t="531992" x="4965700" y="4362450"/>
          <p14:tracePt t="532009" x="4902200" y="4140200"/>
          <p14:tracePt t="532025" x="4838700" y="3917950"/>
          <p14:tracePt t="532043" x="4787900" y="3733800"/>
          <p14:tracePt t="532058" x="4768850" y="3632200"/>
          <p14:tracePt t="532075" x="4743450" y="3441700"/>
          <p14:tracePt t="532092" x="4705350" y="3282950"/>
          <p14:tracePt t="532108" x="4699000" y="3232150"/>
          <p14:tracePt t="532125" x="4699000" y="3175000"/>
          <p14:tracePt t="532142" x="4679950" y="2997200"/>
          <p14:tracePt t="532158" x="4667250" y="2940050"/>
          <p14:tracePt t="532175" x="4660900" y="2901950"/>
          <p14:tracePt t="532191" x="4635500" y="2794000"/>
          <p14:tracePt t="532208" x="4635500" y="2774950"/>
          <p14:tracePt t="532225" x="4629150" y="2749550"/>
          <p14:tracePt t="532241" x="4629150" y="2730500"/>
          <p14:tracePt t="532275" x="4641850" y="2692400"/>
          <p14:tracePt t="532291" x="4629150" y="2679700"/>
          <p14:tracePt t="532308" x="4622800" y="2660650"/>
          <p14:tracePt t="533491" x="4629150" y="2660650"/>
          <p14:tracePt t="533498" x="4648200" y="2660650"/>
          <p14:tracePt t="533506" x="4673600" y="2667000"/>
          <p14:tracePt t="533520" x="4699000" y="2673350"/>
          <p14:tracePt t="533537" x="4730750" y="2686050"/>
          <p14:tracePt t="533554" x="4794250" y="2705100"/>
          <p14:tracePt t="533571" x="4851400" y="2730500"/>
          <p14:tracePt t="533587" x="4870450" y="2736850"/>
          <p14:tracePt t="533590" x="4914900" y="2743200"/>
          <p14:tracePt t="533603" x="4965700" y="2762250"/>
          <p14:tracePt t="533620" x="5048250" y="2781300"/>
          <p14:tracePt t="533637" x="5092700" y="2794000"/>
          <p14:tracePt t="533653" x="5181600" y="2832100"/>
          <p14:tracePt t="533670" x="5219700" y="2851150"/>
          <p14:tracePt t="533687" x="5340350" y="2901950"/>
          <p14:tracePt t="533703" x="5372100" y="2914650"/>
          <p14:tracePt t="533720" x="5403850" y="2933700"/>
          <p14:tracePt t="533737" x="5480050" y="2971800"/>
          <p14:tracePt t="533753" x="5556250" y="3022600"/>
          <p14:tracePt t="533770" x="5600700" y="3060700"/>
          <p14:tracePt t="533786" x="5683250" y="3124200"/>
          <p14:tracePt t="533802" x="5759450" y="3194050"/>
          <p14:tracePt t="533819" x="5784850" y="3213100"/>
          <p14:tracePt t="533836" x="5842000" y="3276600"/>
          <p14:tracePt t="533852" x="5886450" y="3327400"/>
          <p14:tracePt t="533870" x="5930900" y="3390900"/>
          <p14:tracePt t="533885" x="5949950" y="3429000"/>
          <p14:tracePt t="533902" x="5994400" y="3505200"/>
          <p14:tracePt t="533920" x="6032500" y="3600450"/>
          <p14:tracePt t="533935" x="6051550" y="3657600"/>
          <p14:tracePt t="533952" x="6064250" y="3708400"/>
          <p14:tracePt t="533969" x="6102350" y="3873500"/>
          <p14:tracePt t="533986" x="6108700" y="3911600"/>
          <p14:tracePt t="534002" x="6127750" y="3968750"/>
          <p14:tracePt t="534019" x="6146800" y="4038600"/>
          <p14:tracePt t="534035" x="6159500" y="4108450"/>
          <p14:tracePt t="534054" x="6178550" y="4191000"/>
          <p14:tracePt t="534069" x="6184900" y="4248150"/>
          <p14:tracePt t="534085" x="6203950" y="4349750"/>
          <p14:tracePt t="534102" x="6229350" y="4464050"/>
          <p14:tracePt t="534118" x="6229350" y="4514850"/>
          <p14:tracePt t="534135" x="6242050" y="4616450"/>
          <p14:tracePt t="534152" x="6242050" y="4686300"/>
          <p14:tracePt t="534168" x="6248400" y="4705350"/>
          <p14:tracePt t="534185" x="6248400" y="4737100"/>
          <p14:tracePt t="534201" x="6248400" y="4749800"/>
          <p14:tracePt t="534218" x="6248400" y="4756150"/>
          <p14:tracePt t="534235" x="6248400" y="4775200"/>
          <p14:tracePt t="534251" x="6248400" y="4781550"/>
          <p14:tracePt t="534284" x="6248400" y="4787900"/>
          <p14:tracePt t="534746" x="6242050" y="4787900"/>
          <p14:tracePt t="534753" x="6235700" y="4787900"/>
          <p14:tracePt t="534768" x="6223000" y="4787900"/>
          <p14:tracePt t="534782" x="6203950" y="4787900"/>
          <p14:tracePt t="534799" x="6178550" y="4781550"/>
          <p14:tracePt t="534816" x="6121400" y="4762500"/>
          <p14:tracePt t="534832" x="6076950" y="4749800"/>
          <p14:tracePt t="534849" x="5975350" y="4699000"/>
          <p14:tracePt t="534866" x="5873750" y="4629150"/>
          <p14:tracePt t="534882" x="5829300" y="4597400"/>
          <p14:tracePt t="534899" x="5740400" y="4533900"/>
          <p14:tracePt t="534915" x="5657850" y="4470400"/>
          <p14:tracePt t="534932" x="5638800" y="4451350"/>
          <p14:tracePt t="534949" x="5600700" y="4406900"/>
          <p14:tracePt t="534965" x="5575300" y="4368800"/>
          <p14:tracePt t="534982" x="5562600" y="4349750"/>
          <p14:tracePt t="534999" x="5530850" y="4298950"/>
          <p14:tracePt t="535015" x="5499100" y="4222750"/>
          <p14:tracePt t="535032" x="5486400" y="4171950"/>
          <p14:tracePt t="535049" x="5461000" y="4083050"/>
          <p14:tracePt t="535065" x="5448300" y="4044950"/>
          <p14:tracePt t="535082" x="5435600" y="3975100"/>
          <p14:tracePt t="535098" x="5429250" y="3930650"/>
          <p14:tracePt t="535115" x="5429250" y="3917950"/>
          <p14:tracePt t="535132" x="5422900" y="3898900"/>
          <p14:tracePt t="535148" x="5422900" y="3892550"/>
          <p14:tracePt t="535164" x="5422900" y="3886200"/>
          <p14:tracePt t="535182" x="5422900" y="3879850"/>
          <p14:tracePt t="535209" x="5429250" y="3873500"/>
          <p14:tracePt t="535245" x="5435600" y="3873500"/>
          <p14:tracePt t="535259" x="5435600" y="3879850"/>
          <p14:tracePt t="535267" x="5435600" y="3886200"/>
          <p14:tracePt t="535281" x="5435600" y="3892550"/>
          <p14:tracePt t="535297" x="5441950" y="3898900"/>
          <p14:tracePt t="535315" x="5448300" y="3917950"/>
          <p14:tracePt t="535330" x="5448300" y="3930650"/>
          <p14:tracePt t="535347" x="5448300" y="3956050"/>
          <p14:tracePt t="535364" x="5454650" y="4102100"/>
          <p14:tracePt t="535381" x="5454650" y="4178300"/>
          <p14:tracePt t="535397" x="5448300" y="4267200"/>
          <p14:tracePt t="535414" x="5410200" y="4591050"/>
          <p14:tracePt t="535430" x="5391150" y="4705350"/>
          <p14:tracePt t="535447" x="5378450" y="4806950"/>
          <p14:tracePt t="535464" x="5340350" y="4991100"/>
          <p14:tracePt t="535480" x="5327650" y="5143500"/>
          <p14:tracePt t="535498" x="5295900" y="5308600"/>
          <p14:tracePt t="535513" x="5289550" y="5391150"/>
          <p14:tracePt t="535530" x="5276850" y="5518150"/>
          <p14:tracePt t="535547" x="5264150" y="5626100"/>
          <p14:tracePt t="535563" x="5251450" y="5664200"/>
          <p14:tracePt t="535580" x="5245100" y="5708650"/>
          <p14:tracePt t="535597" x="5245100" y="5727700"/>
          <p14:tracePt t="535613" x="5245100" y="5734050"/>
          <p14:tracePt t="535850" x="5245100" y="5740400"/>
          <p14:tracePt t="535856" x="5245100" y="5746750"/>
          <p14:tracePt t="535877" x="5245100" y="5753100"/>
          <p14:tracePt t="535920" x="5245100" y="5759450"/>
          <p14:tracePt t="535926" x="5238750" y="5765800"/>
          <p14:tracePt t="535969" x="5238750" y="5772150"/>
          <p14:tracePt t="535983" x="5245100" y="5772150"/>
          <p14:tracePt t="535990" x="5251450" y="5772150"/>
          <p14:tracePt t="535998" x="5257800" y="5772150"/>
          <p14:tracePt t="536012" x="5264150" y="5778500"/>
          <p14:tracePt t="536039" x="5276850" y="5778500"/>
          <p14:tracePt t="536053" x="5283200" y="5778500"/>
          <p14:tracePt t="536062" x="5295900" y="5778500"/>
          <p14:tracePt t="536078" x="5308600" y="5778500"/>
          <p14:tracePt t="536095" x="5340350" y="5784850"/>
          <p14:tracePt t="536111" x="5391150" y="5791200"/>
          <p14:tracePt t="536128" x="5410200" y="5791200"/>
          <p14:tracePt t="536132" x="5441950" y="5803900"/>
          <p14:tracePt t="536145" x="5461000" y="5803900"/>
          <p14:tracePt t="536161" x="5499100" y="5810250"/>
          <p14:tracePt t="536178" x="5524500" y="5810250"/>
          <p14:tracePt t="536194" x="5562600" y="5816600"/>
          <p14:tracePt t="536211" x="5594350" y="5822950"/>
          <p14:tracePt t="536228" x="5607050" y="5829300"/>
          <p14:tracePt t="536244" x="5632450" y="5835650"/>
          <p14:tracePt t="536261" x="5657850" y="5835650"/>
          <p14:tracePt t="536278" x="5689600" y="5842000"/>
          <p14:tracePt t="536294" x="5715000" y="5842000"/>
          <p14:tracePt t="536311" x="5740400" y="5848350"/>
          <p14:tracePt t="536328" x="5842000" y="5867400"/>
          <p14:tracePt t="536344" x="5873750" y="5873750"/>
          <p14:tracePt t="536360" x="5924550" y="5880100"/>
          <p14:tracePt t="536377" x="5994400" y="5880100"/>
          <p14:tracePt t="536394" x="6038850" y="5880100"/>
          <p14:tracePt t="536411" x="6057900" y="5880100"/>
          <p14:tracePt t="536426" x="6096000" y="5880100"/>
          <p14:tracePt t="536443" x="6102350" y="5880100"/>
          <p14:tracePt t="536461" x="6108700" y="588010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__hash__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</a:t>
            </a:r>
            <a:r>
              <a:rPr lang="en-US" sz="2200" b="1" spc="-10" dirty="0" err="1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frozen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(1,3</a:t>
            </a:r>
            <a:r>
              <a:rPr lang="fr-FR" sz="2200" spc="-2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hash(x)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sz="2200" dirty="0">
                <a:solidFill>
                  <a:srgbClr val="FF4B4B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4343400" y="3048000"/>
            <a:ext cx="4572001" cy="1524000"/>
          </a:xfrm>
          <a:prstGeom prst="wedgeRoundRectCallout">
            <a:avLst>
              <a:gd name="adj1" fmla="val -21444"/>
              <a:gd name="adj2" fmla="val 118241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altLang="en-US" sz="2800" kern="0" spc="-100" dirty="0">
                <a:solidFill>
                  <a:schemeClr val="tx1"/>
                </a:solidFill>
              </a:rPr>
              <a:t>If </a:t>
            </a:r>
            <a:r>
              <a:rPr lang="en-US" altLang="en-US" sz="2800" kern="0" dirty="0">
                <a:solidFill>
                  <a:schemeClr val="tx1"/>
                </a:solidFill>
              </a:rPr>
              <a:t>f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r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zen i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s </a:t>
            </a:r>
            <a:r>
              <a:rPr lang="en-US" altLang="en-US" sz="2800" kern="0" spc="-200" dirty="0">
                <a:solidFill>
                  <a:schemeClr val="tx1"/>
                </a:solidFill>
              </a:rPr>
              <a:t>T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r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ue </a:t>
            </a:r>
            <a:r>
              <a:rPr lang="en-US" altLang="en-US" sz="2800" kern="0" spc="-200" dirty="0">
                <a:solidFill>
                  <a:schemeClr val="tx1"/>
                </a:solidFill>
              </a:rPr>
              <a:t>(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not </a:t>
            </a:r>
            <a:r>
              <a:rPr lang="en-US" altLang="en-US" sz="2800" kern="0" dirty="0">
                <a:solidFill>
                  <a:schemeClr val="tx1"/>
                </a:solidFill>
              </a:rPr>
              <a:t>t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he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d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ef</a:t>
            </a:r>
            <a:r>
              <a:rPr lang="en-US" altLang="en-US" sz="2800" kern="0" spc="-40" dirty="0">
                <a:solidFill>
                  <a:schemeClr val="tx1"/>
                </a:solidFill>
              </a:rPr>
              <a:t>a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u</a:t>
            </a:r>
            <a:r>
              <a:rPr lang="en-US" altLang="en-US" sz="2800" kern="0" spc="-40" dirty="0">
                <a:solidFill>
                  <a:schemeClr val="tx1"/>
                </a:solidFill>
              </a:rPr>
              <a:t>l</a:t>
            </a:r>
            <a:r>
              <a:rPr lang="en-US" altLang="en-US" sz="2800" kern="0" spc="-200" dirty="0">
                <a:solidFill>
                  <a:schemeClr val="tx1"/>
                </a:solidFill>
              </a:rPr>
              <a:t>t)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80000"/>
              </a:lnSpc>
            </a:pPr>
            <a:r>
              <a:rPr lang="en-US" altLang="en-US" sz="2800" kern="0" dirty="0">
                <a:solidFill>
                  <a:schemeClr val="tx1"/>
                </a:solidFill>
              </a:rPr>
              <a:t>then </a:t>
            </a:r>
            <a:r>
              <a:rPr lang="en-US" altLang="en-US" sz="2800" b="1" kern="0" dirty="0">
                <a:solidFill>
                  <a:schemeClr val="tx1"/>
                </a:solidFill>
              </a:rPr>
              <a:t>trying to assign</a:t>
            </a:r>
            <a:r>
              <a:rPr lang="en-US" altLang="en-US" sz="2800" kern="0" dirty="0">
                <a:solidFill>
                  <a:schemeClr val="tx1"/>
                </a:solidFill>
              </a:rPr>
              <a:t> to any</a:t>
            </a:r>
          </a:p>
          <a:p>
            <a:pPr algn="ctr">
              <a:lnSpc>
                <a:spcPct val="80000"/>
              </a:lnSpc>
            </a:pPr>
            <a:r>
              <a:rPr lang="en-US" altLang="en-US" sz="2800" spc="-30" dirty="0">
                <a:solidFill>
                  <a:schemeClr val="tx1"/>
                </a:solidFill>
              </a:rPr>
              <a:t>auto-generated instance attribute</a:t>
            </a:r>
            <a:br>
              <a:rPr lang="en-US" altLang="en-US" sz="2800" spc="-30" dirty="0">
                <a:solidFill>
                  <a:schemeClr val="tx1"/>
                </a:solidFill>
              </a:rPr>
            </a:br>
            <a:r>
              <a:rPr lang="en-US" altLang="en-US" sz="280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raises </a:t>
            </a:r>
            <a:r>
              <a:rPr lang="en-US" altLang="en-US" sz="2800" b="1" kern="0" dirty="0">
                <a:solidFill>
                  <a:schemeClr val="tx1"/>
                </a:solidFill>
              </a:rPr>
              <a:t>a </a:t>
            </a:r>
            <a:r>
              <a:rPr lang="en-US" altLang="en-US" sz="2800" b="1" kern="0" dirty="0" err="1">
                <a:solidFill>
                  <a:schemeClr val="tx1"/>
                </a:solidFill>
              </a:rPr>
              <a:t>TypeError</a:t>
            </a:r>
            <a:r>
              <a:rPr lang="en-US" altLang="en-US" sz="2800" kern="0" dirty="0">
                <a:solidFill>
                  <a:schemeClr val="tx1"/>
                </a:solidFill>
              </a:rPr>
              <a:t>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343400" y="1524000"/>
            <a:ext cx="4572001" cy="1524000"/>
          </a:xfrm>
          <a:prstGeom prst="wedgeRoundRectCallout">
            <a:avLst>
              <a:gd name="adj1" fmla="val 10112"/>
              <a:gd name="adj2" fmla="val 127574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altLang="en-US" sz="2800" kern="0" spc="-100" dirty="0">
                <a:solidFill>
                  <a:schemeClr val="tx1"/>
                </a:solidFill>
              </a:rPr>
              <a:t>This is true even if you implement</a:t>
            </a:r>
          </a:p>
          <a:p>
            <a:pPr algn="ctr">
              <a:lnSpc>
                <a:spcPct val="80000"/>
              </a:lnSpc>
            </a:pPr>
            <a:r>
              <a:rPr lang="en-US" altLang="en-US" sz="2800" kern="0" spc="-100" dirty="0">
                <a:solidFill>
                  <a:schemeClr val="tx1"/>
                </a:solidFill>
              </a:rPr>
              <a:t> your own __</a:t>
            </a:r>
            <a:r>
              <a:rPr lang="en-US" altLang="en-US" sz="2800" kern="0" spc="-100" dirty="0" err="1">
                <a:solidFill>
                  <a:schemeClr val="tx1"/>
                </a:solidFill>
              </a:rPr>
              <a:t>init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__(), which is bad </a:t>
            </a:r>
            <a:br>
              <a:rPr lang="en-US" altLang="en-US" sz="2800" kern="0" spc="-100" dirty="0">
                <a:solidFill>
                  <a:schemeClr val="tx1"/>
                </a:solidFill>
              </a:rPr>
            </a:br>
            <a:r>
              <a:rPr lang="en-US" altLang="en-US" sz="2800" kern="0" spc="-100" dirty="0">
                <a:solidFill>
                  <a:schemeClr val="tx1"/>
                </a:solidFill>
              </a:rPr>
              <a:t>because even immutable objects</a:t>
            </a:r>
            <a:br>
              <a:rPr lang="en-US" altLang="en-US" sz="2800" kern="0" spc="-100" dirty="0">
                <a:solidFill>
                  <a:schemeClr val="tx1"/>
                </a:solidFill>
              </a:rPr>
            </a:br>
            <a:r>
              <a:rPr lang="en-US" altLang="en-US" sz="2800" b="1" kern="0" spc="-100" dirty="0">
                <a:solidFill>
                  <a:schemeClr val="tx1"/>
                </a:solidFill>
              </a:rPr>
              <a:t>need to be </a:t>
            </a:r>
            <a:r>
              <a:rPr lang="en-US" altLang="en-US" sz="2800" b="1" kern="0" spc="-100" dirty="0" err="1">
                <a:solidFill>
                  <a:schemeClr val="tx1"/>
                </a:solidFill>
              </a:rPr>
              <a:t>intializable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.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394200" y="0"/>
            <a:ext cx="4572001" cy="1524000"/>
          </a:xfrm>
          <a:prstGeom prst="wedgeRoundRectCallout">
            <a:avLst>
              <a:gd name="adj1" fmla="val 13445"/>
              <a:gd name="adj2" fmla="val 127149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altLang="en-US" sz="2800" kern="0" spc="-100" dirty="0">
                <a:solidFill>
                  <a:schemeClr val="tx1"/>
                </a:solidFill>
              </a:rPr>
              <a:t>But there is an ugly work-around:</a:t>
            </a:r>
            <a:br>
              <a:rPr lang="en-US" altLang="en-US" sz="2800" kern="0" spc="-100" dirty="0">
                <a:solidFill>
                  <a:schemeClr val="tx1"/>
                </a:solidFill>
              </a:rPr>
            </a:br>
            <a:r>
              <a:rPr lang="en-US" altLang="en-US" sz="2800" kern="0" spc="-100" dirty="0">
                <a:solidFill>
                  <a:schemeClr val="tx1"/>
                </a:solidFill>
              </a:rPr>
              <a:t>object</a:t>
            </a:r>
            <a:r>
              <a:rPr lang="en-US" altLang="en-US" sz="2800" kern="0" spc="-300" dirty="0">
                <a:solidFill>
                  <a:schemeClr val="tx1"/>
                </a:solidFill>
              </a:rPr>
              <a:t>.</a:t>
            </a:r>
            <a:r>
              <a:rPr lang="en-US" altLang="en-US" sz="2800" kern="0" spc="-700" dirty="0">
                <a:solidFill>
                  <a:schemeClr val="tx1"/>
                </a:solidFill>
              </a:rPr>
              <a:t>_</a:t>
            </a:r>
            <a:r>
              <a:rPr lang="en-US" altLang="en-US" sz="2800" kern="0" spc="-300" dirty="0">
                <a:solidFill>
                  <a:schemeClr val="tx1"/>
                </a:solidFill>
              </a:rPr>
              <a:t>_</a:t>
            </a:r>
            <a:r>
              <a:rPr lang="en-US" altLang="en-US" sz="2800" kern="0" spc="-100" dirty="0" err="1">
                <a:solidFill>
                  <a:schemeClr val="tx1"/>
                </a:solidFill>
              </a:rPr>
              <a:t>setatt</a:t>
            </a:r>
            <a:r>
              <a:rPr lang="en-US" altLang="en-US" sz="2800" kern="0" spc="-300" dirty="0" err="1">
                <a:solidFill>
                  <a:schemeClr val="tx1"/>
                </a:solidFill>
              </a:rPr>
              <a:t>r</a:t>
            </a:r>
            <a:r>
              <a:rPr lang="en-US" altLang="en-US" sz="2800" kern="0" spc="-700" dirty="0">
                <a:solidFill>
                  <a:schemeClr val="tx1"/>
                </a:solidFill>
              </a:rPr>
              <a:t>_</a:t>
            </a:r>
            <a:r>
              <a:rPr lang="en-US" altLang="en-US" sz="2800" kern="0" spc="-300" dirty="0">
                <a:solidFill>
                  <a:schemeClr val="tx1"/>
                </a:solidFill>
              </a:rPr>
              <a:t>_(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self,"</a:t>
            </a:r>
            <a:r>
              <a:rPr lang="en-US" altLang="en-US" sz="2800" kern="0" spc="-100" dirty="0" err="1">
                <a:solidFill>
                  <a:schemeClr val="tx1"/>
                </a:solidFill>
              </a:rPr>
              <a:t>atrname</a:t>
            </a:r>
            <a:r>
              <a:rPr lang="en-US" altLang="en-US" sz="2800" kern="0" spc="-250" dirty="0">
                <a:solidFill>
                  <a:schemeClr val="tx1"/>
                </a:solidFill>
              </a:rPr>
              <a:t>",</a:t>
            </a:r>
            <a:r>
              <a:rPr lang="en-US" altLang="en-US" sz="2800" kern="0" spc="-100" dirty="0" err="1">
                <a:solidFill>
                  <a:schemeClr val="tx1"/>
                </a:solidFill>
              </a:rPr>
              <a:t>val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)</a:t>
            </a:r>
          </a:p>
          <a:p>
            <a:pPr algn="ctr">
              <a:lnSpc>
                <a:spcPct val="80000"/>
              </a:lnSpc>
            </a:pPr>
            <a:r>
              <a:rPr kumimoji="0" lang="en-US" sz="2800" b="0" i="0" u="none" strike="noStrike" cap="none" spc="-1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Because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of this work-around, </a:t>
            </a:r>
            <a:r>
              <a:rPr lang="en-US" sz="2800" spc="-100" dirty="0">
                <a:solidFill>
                  <a:schemeClr val="tx1"/>
                </a:solidFill>
                <a:latin typeface="Times New Roman" charset="0"/>
              </a:rPr>
              <a:t>no</a:t>
            </a:r>
            <a:br>
              <a:rPr lang="en-US" sz="2800" spc="-100" dirty="0">
                <a:solidFill>
                  <a:schemeClr val="tx1"/>
                </a:solidFill>
                <a:latin typeface="Times New Roman" charset="0"/>
              </a:rPr>
            </a:br>
            <a:r>
              <a:rPr lang="en-US" sz="2800" spc="-1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Python types are truly immutable. </a:t>
            </a:r>
            <a:endParaRPr kumimoji="0" lang="en-US" sz="2800" b="0" i="0" u="none" strike="noStrike" cap="none" spc="-100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175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712"/>
    </mc:Choice>
    <mc:Fallback xmlns="">
      <p:transition spd="slow" advTm="6257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 animBg="1"/>
      <p:bldP spid="2" grpId="1" animBg="1"/>
      <p:bldP spid="10" grpId="0" animBg="1"/>
      <p:bldP spid="10" grpId="1" animBg="1"/>
      <p:bldP spid="11" grpId="0" animBg="1"/>
      <p:bldP spid="11" grpId="1" animBg="1"/>
    </p:bldLst>
  </p:timing>
  <p:extLst>
    <p:ext uri="{3A86A75C-4F4B-4683-9AE1-C65F6400EC91}">
      <p14:laserTraceLst xmlns:p14="http://schemas.microsoft.com/office/powerpoint/2010/main">
        <p14:tracePtLst>
          <p14:tracePt t="365" x="6096000" y="4711700"/>
          <p14:tracePt t="382" x="6096000" y="4743450"/>
          <p14:tracePt t="397" x="6096000" y="4794250"/>
          <p14:tracePt t="414" x="6096000" y="4832350"/>
          <p14:tracePt t="433" x="6083300" y="4914900"/>
          <p14:tracePt t="448" x="6083300" y="4940300"/>
          <p14:tracePt t="466" x="6057900" y="5054600"/>
          <p14:tracePt t="497" x="6045200" y="5099050"/>
          <p14:tracePt t="514" x="6032500" y="5137150"/>
          <p14:tracePt t="530" x="6026150" y="5156200"/>
          <p14:tracePt t="546" x="6019800" y="5162550"/>
          <p14:tracePt t="564" x="6019800" y="5168900"/>
          <p14:tracePt t="649" x="6019800" y="5156200"/>
          <p14:tracePt t="663" x="6026150" y="5149850"/>
          <p14:tracePt t="670" x="6026150" y="5137150"/>
          <p14:tracePt t="679" x="6032500" y="5130800"/>
          <p14:tracePt t="695" x="6032500" y="5118100"/>
          <p14:tracePt t="712" x="6038850" y="5080000"/>
          <p14:tracePt t="729" x="6045200" y="5041900"/>
          <p14:tracePt t="745" x="6051550" y="4921250"/>
          <p14:tracePt t="762" x="6064250" y="4781550"/>
          <p14:tracePt t="778" x="6070600" y="4718050"/>
          <p14:tracePt t="796" x="6070600" y="4584700"/>
          <p14:tracePt t="811" x="6070600" y="4457700"/>
          <p14:tracePt t="828" x="6070600" y="4394200"/>
          <p14:tracePt t="845" x="6057900" y="4241800"/>
          <p14:tracePt t="861" x="6032500" y="4070350"/>
          <p14:tracePt t="878" x="6019800" y="4006850"/>
          <p14:tracePt t="895" x="5994400" y="3898900"/>
          <p14:tracePt t="911" x="5981700" y="3854450"/>
          <p14:tracePt t="928" x="5975350" y="3841750"/>
          <p14:tracePt t="945" x="5969000" y="3829050"/>
          <p14:tracePt t="961" x="5962650" y="3816350"/>
          <p14:tracePt t="979" x="5956300" y="3810000"/>
          <p14:tracePt t="1000" x="5949950" y="3803650"/>
          <p14:tracePt t="1015" x="5943600" y="3797300"/>
          <p14:tracePt t="1031" x="5937250" y="3790950"/>
          <p14:tracePt t="1044" x="5924550" y="3784600"/>
          <p14:tracePt t="1061" x="5918200" y="3778250"/>
          <p14:tracePt t="1077" x="5905500" y="3771900"/>
          <p14:tracePt t="1094" x="5892800" y="3765550"/>
          <p14:tracePt t="1111" x="5880100" y="3759200"/>
          <p14:tracePt t="1127" x="5848350" y="3740150"/>
          <p14:tracePt t="1144" x="5810250" y="3708400"/>
          <p14:tracePt t="1161" x="5765800" y="3663950"/>
          <p14:tracePt t="1177" x="5740400" y="3651250"/>
          <p14:tracePt t="1194" x="5715000" y="3632200"/>
          <p14:tracePt t="1211" x="5702300" y="3613150"/>
          <p14:tracePt t="1227" x="5702300" y="3600450"/>
          <p14:tracePt t="1244" x="5715000" y="3594100"/>
          <p14:tracePt t="1260" x="5734050" y="3581400"/>
          <p14:tracePt t="1277" x="5746750" y="3575050"/>
          <p14:tracePt t="1293" x="5765800" y="3575050"/>
          <p14:tracePt t="1310" x="5848350" y="3556000"/>
          <p14:tracePt t="1326" x="5892800" y="3536950"/>
          <p14:tracePt t="1344" x="5988050" y="3517900"/>
          <p14:tracePt t="1360" x="6026150" y="3511550"/>
          <p14:tracePt t="1376" x="6096000" y="3511550"/>
          <p14:tracePt t="1394" x="6146800" y="3505200"/>
          <p14:tracePt t="1410" x="6165850" y="3505200"/>
          <p14:tracePt t="1427" x="6203950" y="3505200"/>
          <p14:tracePt t="1443" x="6229350" y="3505200"/>
          <p14:tracePt t="1460" x="6242050" y="3505200"/>
          <p14:tracePt t="1476" x="6267450" y="3505200"/>
          <p14:tracePt t="1493" x="6280150" y="3511550"/>
          <p14:tracePt t="1509" x="6292850" y="3511550"/>
          <p14:tracePt t="1526" x="6299200" y="3511550"/>
          <p14:tracePt t="1542" x="6311900" y="3517900"/>
          <p14:tracePt t="1559" x="6318250" y="3517900"/>
          <p14:tracePt t="3036" x="6400800" y="3517900"/>
          <p14:tracePt t="3051" x="6515100" y="3549650"/>
          <p14:tracePt t="3057" x="6629400" y="3568700"/>
          <p14:tracePt t="3074" x="6762750" y="3600450"/>
          <p14:tracePt t="3087" x="6908800" y="3644900"/>
          <p14:tracePt t="3104" x="7181850" y="3733800"/>
          <p14:tracePt t="3121" x="7385050" y="3797300"/>
          <p14:tracePt t="3137" x="7505700" y="3829050"/>
          <p14:tracePt t="3154" x="7696200" y="3879850"/>
          <p14:tracePt t="3170" x="7854950" y="3911600"/>
          <p14:tracePt t="3187" x="7931150" y="3924300"/>
          <p14:tracePt t="3204" x="8077200" y="3943350"/>
          <p14:tracePt t="3220" x="8235950" y="3968750"/>
          <p14:tracePt t="3237" x="8312150" y="3987800"/>
          <p14:tracePt t="3254" x="8407400" y="4000500"/>
          <p14:tracePt t="3270" x="8477250" y="4000500"/>
          <p14:tracePt t="3286" x="8509000" y="4000500"/>
          <p14:tracePt t="3304" x="8528050" y="3994150"/>
          <p14:tracePt t="3320" x="8547100" y="3981450"/>
          <p14:tracePt t="3337" x="8559800" y="3981450"/>
          <p14:tracePt t="3353" x="8572500" y="3981450"/>
          <p14:tracePt t="3371" x="8591550" y="3981450"/>
          <p14:tracePt t="3386" x="8591550" y="3975100"/>
          <p14:tracePt t="3402" x="8610600" y="3962400"/>
          <p14:tracePt t="3419" x="8623300" y="3956050"/>
          <p14:tracePt t="3437" x="8642350" y="3930650"/>
          <p14:tracePt t="3453" x="8680450" y="3892550"/>
          <p14:tracePt t="3470" x="8693150" y="3873500"/>
          <p14:tracePt t="3486" x="8731250" y="3822700"/>
          <p14:tracePt t="3502" x="8769350" y="3778250"/>
          <p14:tracePt t="3519" x="8788400" y="3752850"/>
          <p14:tracePt t="3536" x="8807450" y="3721100"/>
          <p14:tracePt t="3552" x="8820150" y="3689350"/>
          <p14:tracePt t="3585" x="8820150" y="3670300"/>
          <p14:tracePt t="3602" x="8813800" y="3651250"/>
          <p14:tracePt t="3620" x="8794750" y="3638550"/>
          <p14:tracePt t="3635" x="8788400" y="3638550"/>
          <p14:tracePt t="3652" x="8782050" y="3625850"/>
          <p14:tracePt t="3669" x="8750300" y="3606800"/>
          <p14:tracePt t="3685" x="8743950" y="3606800"/>
          <p14:tracePt t="3702" x="8737600" y="3600450"/>
          <p14:tracePt t="3718" x="8718550" y="3581400"/>
          <p14:tracePt t="3735" x="8712200" y="3581400"/>
          <p14:tracePt t="3751" x="8705850" y="3575050"/>
          <p14:tracePt t="3768" x="8699500" y="3568700"/>
          <p14:tracePt t="3809" x="8693150" y="3568700"/>
          <p14:tracePt t="3844" x="8686800" y="3562350"/>
          <p14:tracePt t="3853" x="8680450" y="3562350"/>
          <p14:tracePt t="3880" x="8674100" y="3562350"/>
          <p14:tracePt t="3915" x="8667750" y="3562350"/>
          <p14:tracePt t="4478" x="8585200" y="3562350"/>
          <p14:tracePt t="4485" x="8445500" y="3556000"/>
          <p14:tracePt t="4499" x="8299450" y="3530600"/>
          <p14:tracePt t="4516" x="7893050" y="3492500"/>
          <p14:tracePt t="4533" x="7721600" y="3467100"/>
          <p14:tracePt t="4549" x="7372350" y="3403600"/>
          <p14:tracePt t="4565" x="7042150" y="3371850"/>
          <p14:tracePt t="4582" x="6915150" y="3359150"/>
          <p14:tracePt t="4599" x="6648450" y="3346450"/>
          <p14:tracePt t="4615" x="6521450" y="3346450"/>
          <p14:tracePt t="4632" x="6242050" y="3352800"/>
          <p14:tracePt t="4648" x="6178550" y="3352800"/>
          <p14:tracePt t="4665" x="6121400" y="3359150"/>
          <p14:tracePt t="4682" x="5981700" y="3378200"/>
          <p14:tracePt t="4698" x="5829300" y="3378200"/>
          <p14:tracePt t="4715" x="5784850" y="3378200"/>
          <p14:tracePt t="4731" x="5689600" y="3378200"/>
          <p14:tracePt t="4748" x="5651500" y="3378200"/>
          <p14:tracePt t="4765" x="5626100" y="3378200"/>
          <p14:tracePt t="4781" x="5613400" y="3378200"/>
          <p14:tracePt t="4798" x="5600700" y="3378200"/>
          <p14:tracePt t="4815" x="5588000" y="3378200"/>
          <p14:tracePt t="4831" x="5581650" y="3371850"/>
          <p14:tracePt t="4848" x="5581650" y="3365500"/>
          <p14:tracePt t="4865" x="5575300" y="3359150"/>
          <p14:tracePt t="4898" x="5568950" y="3352800"/>
          <p14:tracePt t="5131" x="5575300" y="3352800"/>
          <p14:tracePt t="5146" x="5568950" y="3352800"/>
          <p14:tracePt t="5831" x="5562600" y="3340100"/>
          <p14:tracePt t="5838" x="5537200" y="3308350"/>
          <p14:tracePt t="5852" x="5511800" y="3276600"/>
          <p14:tracePt t="5861" x="5492750" y="3251200"/>
          <p14:tracePt t="5877" x="5454650" y="3219450"/>
          <p14:tracePt t="5895" x="5391150" y="3168650"/>
          <p14:tracePt t="5911" x="5314950" y="3117850"/>
          <p14:tracePt t="5928" x="5270500" y="3092450"/>
          <p14:tracePt t="5944" x="5168900" y="3035300"/>
          <p14:tracePt t="5961" x="5041900" y="2959100"/>
          <p14:tracePt t="5977" x="4972050" y="2901950"/>
          <p14:tracePt t="5994" x="4794250" y="2787650"/>
          <p14:tracePt t="6011" x="4711700" y="2698750"/>
          <p14:tracePt t="6028" x="4470400" y="2482850"/>
          <p14:tracePt t="6044" x="4394200" y="2400300"/>
          <p14:tracePt t="6060" x="4349750" y="2343150"/>
          <p14:tracePt t="6077" x="4241800" y="2222500"/>
          <p14:tracePt t="6093" x="4152900" y="2082800"/>
          <p14:tracePt t="6110" x="4102100" y="2000250"/>
          <p14:tracePt t="6127" x="4006850" y="1854200"/>
          <p14:tracePt t="6143" x="3943350" y="1727200"/>
          <p14:tracePt t="6160" x="3905250" y="1670050"/>
          <p14:tracePt t="6176" x="3816350" y="1555750"/>
          <p14:tracePt t="6193" x="3746500" y="1460500"/>
          <p14:tracePt t="6211" x="3714750" y="1403350"/>
          <p14:tracePt t="6227" x="3625850" y="1270000"/>
          <p14:tracePt t="6243" x="3556000" y="1130300"/>
          <p14:tracePt t="6260" x="3479800" y="1016000"/>
          <p14:tracePt t="6276" x="3441700" y="971550"/>
          <p14:tracePt t="6293" x="3397250" y="920750"/>
          <p14:tracePt t="6310" x="3276600" y="793750"/>
          <p14:tracePt t="6326" x="3232150" y="762000"/>
          <p14:tracePt t="6343" x="3200400" y="723900"/>
          <p14:tracePt t="6359" x="3130550" y="666750"/>
          <p14:tracePt t="6376" x="3067050" y="615950"/>
          <p14:tracePt t="6393" x="2997200" y="565150"/>
          <p14:tracePt t="6409" x="2978150" y="546100"/>
          <p14:tracePt t="6426" x="2908300" y="495300"/>
          <p14:tracePt t="6443" x="2857500" y="463550"/>
          <p14:tracePt t="6459" x="2838450" y="450850"/>
          <p14:tracePt t="6476" x="2787650" y="419100"/>
          <p14:tracePt t="6492" x="2724150" y="400050"/>
          <p14:tracePt t="6509" x="2705100" y="381000"/>
          <p14:tracePt t="6525" x="2667000" y="361950"/>
          <p14:tracePt t="6542" x="2641600" y="342900"/>
          <p14:tracePt t="6559" x="2635250" y="336550"/>
          <p14:tracePt t="6576" x="2616200" y="323850"/>
          <p14:tracePt t="6592" x="2597150" y="317500"/>
          <p14:tracePt t="6608" x="2590800" y="317500"/>
          <p14:tracePt t="6625" x="2584450" y="311150"/>
          <p14:tracePt t="6642" x="2565400" y="311150"/>
          <p14:tracePt t="6658" x="2559050" y="311150"/>
          <p14:tracePt t="6675" x="2546350" y="311150"/>
          <p14:tracePt t="6697" x="2533650" y="311150"/>
          <p14:tracePt t="6708" x="2520950" y="311150"/>
          <p14:tracePt t="6725" x="2508250" y="317500"/>
          <p14:tracePt t="6741" x="2495550" y="317500"/>
          <p14:tracePt t="6758" x="2463800" y="323850"/>
          <p14:tracePt t="6775" x="2419350" y="330200"/>
          <p14:tracePt t="6791" x="2406650" y="336550"/>
          <p14:tracePt t="6808" x="2374900" y="349250"/>
          <p14:tracePt t="6824" x="2330450" y="368300"/>
          <p14:tracePt t="6841" x="2311400" y="374650"/>
          <p14:tracePt t="6858" x="2286000" y="381000"/>
          <p14:tracePt t="6874" x="2266950" y="387350"/>
          <p14:tracePt t="6907" x="2260600" y="387350"/>
          <p14:tracePt t="7005" x="2266950" y="387350"/>
          <p14:tracePt t="7033" x="2273300" y="387350"/>
          <p14:tracePt t="7054" x="2279650" y="387350"/>
          <p14:tracePt t="7075" x="2286000" y="387350"/>
          <p14:tracePt t="7104" x="2292350" y="387350"/>
          <p14:tracePt t="7167" x="2298700" y="387350"/>
          <p14:tracePt t="7174" x="2305050" y="387350"/>
          <p14:tracePt t="7209" x="2311400" y="387350"/>
          <p14:tracePt t="7224" x="2317750" y="387350"/>
          <p14:tracePt t="7258" x="2324100" y="393700"/>
          <p14:tracePt t="7315" x="2330450" y="393700"/>
          <p14:tracePt t="7336" x="2336800" y="400050"/>
          <p14:tracePt t="7357" x="2343150" y="406400"/>
          <p14:tracePt t="7377" x="2349500" y="406400"/>
          <p14:tracePt t="7399" x="2355850" y="412750"/>
          <p14:tracePt t="7427" x="2362200" y="412750"/>
          <p14:tracePt t="7455" x="2368550" y="419100"/>
          <p14:tracePt t="7476" x="2374900" y="419100"/>
          <p14:tracePt t="7483" x="2381250" y="419100"/>
          <p14:tracePt t="7504" x="2387600" y="419100"/>
          <p14:tracePt t="7526" x="2400300" y="419100"/>
          <p14:tracePt t="7568" x="2406650" y="419100"/>
          <p14:tracePt t="7575" x="2413000" y="419100"/>
          <p14:tracePt t="7596" x="2419350" y="419100"/>
          <p14:tracePt t="7610" x="2425700" y="419100"/>
          <p14:tracePt t="7625" x="2432050" y="419100"/>
          <p14:tracePt t="7639" x="2438400" y="419100"/>
          <p14:tracePt t="7666" x="2444750" y="419100"/>
          <p14:tracePt t="7680" x="2451100" y="419100"/>
          <p14:tracePt t="7688" x="2457450" y="419100"/>
          <p14:tracePt t="7708" x="2463800" y="419100"/>
          <p14:tracePt t="7722" x="2476500" y="419100"/>
          <p14:tracePt t="7737" x="2514600" y="419100"/>
          <p14:tracePt t="7754" x="2527300" y="425450"/>
          <p14:tracePt t="7772" x="2565400" y="431800"/>
          <p14:tracePt t="7787" x="2616200" y="438150"/>
          <p14:tracePt t="7804" x="2635250" y="438150"/>
          <p14:tracePt t="7821" x="2686050" y="444500"/>
          <p14:tracePt t="7837" x="2717800" y="450850"/>
          <p14:tracePt t="7854" x="2762250" y="463550"/>
          <p14:tracePt t="7870" x="2813050" y="463550"/>
          <p14:tracePt t="7887" x="2838450" y="463550"/>
          <p14:tracePt t="7904" x="2889250" y="463550"/>
          <p14:tracePt t="7920" x="2940050" y="463550"/>
          <p14:tracePt t="7937" x="2959100" y="463550"/>
          <p14:tracePt t="7954" x="3009900" y="463550"/>
          <p14:tracePt t="7970" x="3054350" y="463550"/>
          <p14:tracePt t="7987" x="3079750" y="457200"/>
          <p14:tracePt t="8004" x="3111500" y="457200"/>
          <p14:tracePt t="8020" x="3143250" y="457200"/>
          <p14:tracePt t="8037" x="3155950" y="457200"/>
          <p14:tracePt t="8053" x="3181350" y="457200"/>
          <p14:tracePt t="8070" x="3200400" y="463550"/>
          <p14:tracePt t="8087" x="3213100" y="463550"/>
          <p14:tracePt t="8103" x="3219450" y="463550"/>
          <p14:tracePt t="8120" x="3225800" y="463550"/>
          <p14:tracePt t="8137" x="3232150" y="469900"/>
          <p14:tracePt t="8152" x="3232150" y="476250"/>
          <p14:tracePt t="8179" x="3225800" y="476250"/>
          <p14:tracePt t="8193" x="3219450" y="476250"/>
          <p14:tracePt t="8203" x="3213100" y="476250"/>
          <p14:tracePt t="8219" x="3206750" y="476250"/>
          <p14:tracePt t="8236" x="3175000" y="476250"/>
          <p14:tracePt t="8253" x="3111500" y="476250"/>
          <p14:tracePt t="8270" x="3073400" y="469900"/>
          <p14:tracePt t="8286" x="2997200" y="457200"/>
          <p14:tracePt t="8302" x="2901950" y="457200"/>
          <p14:tracePt t="8320" x="2813050" y="457200"/>
          <p14:tracePt t="8336" x="2762250" y="457200"/>
          <p14:tracePt t="8352" x="2667000" y="463550"/>
          <p14:tracePt t="8369" x="2590800" y="469900"/>
          <p14:tracePt t="8385" x="2559050" y="469900"/>
          <p14:tracePt t="8402" x="2508250" y="476250"/>
          <p14:tracePt t="8419" x="2476500" y="476250"/>
          <p14:tracePt t="8435" x="2457450" y="482600"/>
          <p14:tracePt t="8452" x="2444750" y="482600"/>
          <p14:tracePt t="8468" x="2419350" y="482600"/>
          <p14:tracePt t="8485" x="2413000" y="482600"/>
          <p14:tracePt t="8538" x="2406650" y="482600"/>
          <p14:tracePt t="8594" x="2406650" y="488950"/>
          <p14:tracePt t="8629" x="2406650" y="495300"/>
          <p14:tracePt t="8663" x="2406650" y="501650"/>
          <p14:tracePt t="8692" x="2413000" y="501650"/>
          <p14:tracePt t="8699" x="2419350" y="508000"/>
          <p14:tracePt t="8721" x="2425700" y="508000"/>
          <p14:tracePt t="8735" x="2432050" y="508000"/>
          <p14:tracePt t="8742" x="2438400" y="508000"/>
          <p14:tracePt t="8756" x="2444750" y="514350"/>
          <p14:tracePt t="8767" x="2451100" y="514350"/>
          <p14:tracePt t="8784" x="2514600" y="520700"/>
          <p14:tracePt t="8801" x="2565400" y="520700"/>
          <p14:tracePt t="8818" x="2705100" y="520700"/>
          <p14:tracePt t="8834" x="2882900" y="520700"/>
          <p14:tracePt t="8851" x="2971800" y="520700"/>
          <p14:tracePt t="8868" x="3149600" y="520700"/>
          <p14:tracePt t="8884" x="3289300" y="520700"/>
          <p14:tracePt t="8901" x="3327400" y="520700"/>
          <p14:tracePt t="8917" x="3384550" y="520700"/>
          <p14:tracePt t="8934" x="3403600" y="520700"/>
          <p14:tracePt t="8950" x="3409950" y="520700"/>
          <p14:tracePt t="8967" x="3416300" y="520700"/>
          <p14:tracePt t="9072" x="3409950" y="527050"/>
          <p14:tracePt t="9543" x="3359150" y="533400"/>
          <p14:tracePt t="9557" x="3289300" y="539750"/>
          <p14:tracePt t="9563" x="3225800" y="558800"/>
          <p14:tracePt t="9578" x="3162300" y="571500"/>
          <p14:tracePt t="9585" x="3086100" y="571500"/>
          <p14:tracePt t="9601" x="3009900" y="571500"/>
          <p14:tracePt t="9615" x="2876550" y="571500"/>
          <p14:tracePt t="9631" x="2813050" y="571500"/>
          <p14:tracePt t="9648" x="2711450" y="571500"/>
          <p14:tracePt t="9665" x="2673350" y="577850"/>
          <p14:tracePt t="9682" x="2609850" y="577850"/>
          <p14:tracePt t="9698" x="2571750" y="571500"/>
          <p14:tracePt t="9714" x="2559050" y="571500"/>
          <p14:tracePt t="9732" x="2533650" y="571500"/>
          <p14:tracePt t="9747" x="2514600" y="565150"/>
          <p14:tracePt t="9764" x="2514600" y="558800"/>
          <p14:tracePt t="9781" x="2508250" y="558800"/>
          <p14:tracePt t="9798" x="2501900" y="558800"/>
          <p14:tracePt t="9879" x="2495550" y="558800"/>
          <p14:tracePt t="9950" x="2489200" y="558800"/>
          <p14:tracePt t="10056" x="2482850" y="558800"/>
          <p14:tracePt t="10091" x="2476500" y="565150"/>
          <p14:tracePt t="10189" x="2476500" y="571500"/>
          <p14:tracePt t="10218" x="2470150" y="571500"/>
          <p14:tracePt t="10239" x="2463800" y="571500"/>
          <p14:tracePt t="10247" x="2457450" y="571500"/>
          <p14:tracePt t="10267" x="2451100" y="571500"/>
          <p14:tracePt t="10288" x="2444750" y="571500"/>
          <p14:tracePt t="10302" x="2438400" y="571500"/>
          <p14:tracePt t="10330" x="2432050" y="571500"/>
          <p14:tracePt t="10337" x="2425700" y="571500"/>
          <p14:tracePt t="10351" x="2419350" y="571500"/>
          <p14:tracePt t="10380" x="2413000" y="571500"/>
          <p14:tracePt t="10385" x="2406650" y="571500"/>
          <p14:tracePt t="10520" x="2419350" y="571500"/>
          <p14:tracePt t="10541" x="2425700" y="571500"/>
          <p14:tracePt t="10563" x="2432050" y="571500"/>
          <p14:tracePt t="10569" x="2438400" y="571500"/>
          <p14:tracePt t="10597" x="2444750" y="571500"/>
          <p14:tracePt t="10613" x="2457450" y="571500"/>
          <p14:tracePt t="10618" x="2470150" y="571500"/>
          <p14:tracePt t="10632" x="2482850" y="571500"/>
          <p14:tracePt t="10644" x="2501900" y="571500"/>
          <p14:tracePt t="10661" x="2546350" y="565150"/>
          <p14:tracePt t="10678" x="2565400" y="565150"/>
          <p14:tracePt t="10694" x="2597150" y="558800"/>
          <p14:tracePt t="10711" x="2641600" y="552450"/>
          <p14:tracePt t="10728" x="2654300" y="552450"/>
          <p14:tracePt t="10745" x="2679700" y="546100"/>
          <p14:tracePt t="10761" x="2686050" y="546100"/>
          <p14:tracePt t="10777" x="2698750" y="546100"/>
          <p14:tracePt t="10794" x="2705100" y="546100"/>
          <p14:tracePt t="10811" x="2724150" y="546100"/>
          <p14:tracePt t="10844" x="2730500" y="539750"/>
          <p14:tracePt t="10871" x="2736850" y="539750"/>
          <p14:tracePt t="10900" x="2743200" y="539750"/>
          <p14:tracePt t="10921" x="2749550" y="539750"/>
          <p14:tracePt t="10949" x="2755900" y="533400"/>
          <p14:tracePt t="11019" x="2762250" y="527050"/>
          <p14:tracePt t="11039" x="2762250" y="520700"/>
          <p14:tracePt t="11124" x="2768600" y="520700"/>
          <p14:tracePt t="11153" x="2774950" y="520700"/>
          <p14:tracePt t="11181" x="2781300" y="520700"/>
          <p14:tracePt t="11223" x="2781300" y="514350"/>
          <p14:tracePt t="11244" x="2768600" y="514350"/>
          <p14:tracePt t="11251" x="2755900" y="514350"/>
          <p14:tracePt t="11272" x="2736850" y="508000"/>
          <p14:tracePt t="11286" x="2711450" y="508000"/>
          <p14:tracePt t="11295" x="2673350" y="501650"/>
          <p14:tracePt t="11309" x="2647950" y="501650"/>
          <p14:tracePt t="11325" x="2552700" y="488950"/>
          <p14:tracePt t="11343" x="2463800" y="482600"/>
          <p14:tracePt t="11359" x="2406650" y="476250"/>
          <p14:tracePt t="11375" x="2343150" y="469900"/>
          <p14:tracePt t="11392" x="2298700" y="457200"/>
          <p14:tracePt t="11408" x="2286000" y="457200"/>
          <p14:tracePt t="11425" x="2279650" y="457200"/>
          <p14:tracePt t="11442" x="2279650" y="463550"/>
          <p14:tracePt t="11475" x="2286000" y="469900"/>
          <p14:tracePt t="11491" x="2292350" y="476250"/>
          <p14:tracePt t="11508" x="2298700" y="476250"/>
          <p14:tracePt t="11525" x="2305050" y="476250"/>
          <p14:tracePt t="11541" x="2311400" y="476250"/>
          <p14:tracePt t="11558" x="2317750" y="476250"/>
          <p14:tracePt t="11603" x="2324100" y="476250"/>
          <p14:tracePt t="11624" x="2330450" y="476250"/>
          <p14:tracePt t="11645" x="2336800" y="476250"/>
          <p14:tracePt t="11694" x="2343150" y="476250"/>
          <p14:tracePt t="11715" x="2349500" y="482600"/>
          <p14:tracePt t="11743" x="2355850" y="488950"/>
          <p14:tracePt t="11763" x="2362200" y="488950"/>
          <p14:tracePt t="11785" x="2368550" y="488950"/>
          <p14:tracePt t="11814" x="2374900" y="488950"/>
          <p14:tracePt t="11863" x="2381250" y="488950"/>
          <p14:tracePt t="11884" x="2387600" y="488950"/>
          <p14:tracePt t="11905" x="2393950" y="495300"/>
          <p14:tracePt t="11919" x="2400300" y="495300"/>
          <p14:tracePt t="11926" x="2406650" y="495300"/>
          <p14:tracePt t="11947" x="2413000" y="495300"/>
          <p14:tracePt t="11996" x="2425700" y="495300"/>
          <p14:tracePt t="12024" x="2432050" y="495300"/>
          <p14:tracePt t="12046" x="2438400" y="495300"/>
          <p14:tracePt t="12060" x="2444750" y="495300"/>
          <p14:tracePt t="12095" x="2451100" y="495300"/>
          <p14:tracePt t="12115" x="2457450" y="495300"/>
          <p14:tracePt t="12144" x="2463800" y="495300"/>
          <p14:tracePt t="12165" x="2470150" y="495300"/>
          <p14:tracePt t="12179" x="2476500" y="495300"/>
          <p14:tracePt t="12186" x="2482850" y="495300"/>
          <p14:tracePt t="12200" x="2489200" y="495300"/>
          <p14:tracePt t="12209" x="2489200" y="488950"/>
          <p14:tracePt t="12228" x="2495550" y="488950"/>
          <p14:tracePt t="12239" x="2501900" y="488950"/>
          <p14:tracePt t="12259" x="2508250" y="488950"/>
          <p14:tracePt t="12277" x="2514600" y="488950"/>
          <p14:tracePt t="12289" x="2520950" y="488950"/>
          <p14:tracePt t="12309" x="2527300" y="488950"/>
          <p14:tracePt t="12354" x="2533650" y="488950"/>
          <p14:tracePt t="12376" x="2540000" y="488950"/>
          <p14:tracePt t="12411" x="2546350" y="488950"/>
          <p14:tracePt t="12439" x="2552700" y="488950"/>
          <p14:tracePt t="12446" x="2559050" y="488950"/>
          <p14:tracePt t="12467" x="2565400" y="488950"/>
          <p14:tracePt t="12530" x="2565400" y="495300"/>
          <p14:tracePt t="12538" x="2565400" y="501650"/>
          <p14:tracePt t="12551" x="2565400" y="508000"/>
          <p14:tracePt t="12559" x="2565400" y="514350"/>
          <p14:tracePt t="12571" x="2565400" y="520700"/>
          <p14:tracePt t="12588" x="2559050" y="552450"/>
          <p14:tracePt t="12604" x="2552700" y="577850"/>
          <p14:tracePt t="12622" x="2520950" y="711200"/>
          <p14:tracePt t="12638" x="2501900" y="901700"/>
          <p14:tracePt t="12654" x="2501900" y="1003300"/>
          <p14:tracePt t="12671" x="2508250" y="1244600"/>
          <p14:tracePt t="12687" x="2514600" y="1384300"/>
          <p14:tracePt t="12704" x="2571750" y="1682750"/>
          <p14:tracePt t="12721" x="2654300" y="1987550"/>
          <p14:tracePt t="12738" x="2705100" y="2139950"/>
          <p14:tracePt t="12754" x="2787650" y="2451100"/>
          <p14:tracePt t="12770" x="2838450" y="2692400"/>
          <p14:tracePt t="12788" x="2851150" y="2832100"/>
          <p14:tracePt t="12804" x="2844800" y="3098800"/>
          <p14:tracePt t="12820" x="2838450" y="3352800"/>
          <p14:tracePt t="12837" x="2838450" y="3454400"/>
          <p14:tracePt t="12854" x="2794000" y="3657600"/>
          <p14:tracePt t="12871" x="2768600" y="3790950"/>
          <p14:tracePt t="12887" x="2755900" y="3835400"/>
          <p14:tracePt t="12903" x="2749550" y="3848100"/>
          <p14:tracePt t="13267" x="2749550" y="3917950"/>
          <p14:tracePt t="13274" x="2724150" y="4032250"/>
          <p14:tracePt t="13285" x="2717800" y="4159250"/>
          <p14:tracePt t="13302" x="2692400" y="4375150"/>
          <p14:tracePt t="13318" x="2686050" y="4476750"/>
          <p14:tracePt t="13335" x="2673350" y="4610100"/>
          <p14:tracePt t="13351" x="2647950" y="4718050"/>
          <p14:tracePt t="13368" x="2628900" y="4756150"/>
          <p14:tracePt t="13386" x="2616200" y="4832350"/>
          <p14:tracePt t="13401" x="2609850" y="4889500"/>
          <p14:tracePt t="13418" x="2603500" y="4927600"/>
          <p14:tracePt t="13435" x="2590800" y="4972050"/>
          <p14:tracePt t="13451" x="2584450" y="4997450"/>
          <p14:tracePt t="13468" x="2584450" y="5003800"/>
          <p14:tracePt t="13485" x="2578100" y="5022850"/>
          <p14:tracePt t="13501" x="2571750" y="5048250"/>
          <p14:tracePt t="13518" x="2565400" y="5060950"/>
          <p14:tracePt t="13535" x="2552700" y="5080000"/>
          <p14:tracePt t="13551" x="2552700" y="5086350"/>
          <p14:tracePt t="13568" x="2546350" y="5099050"/>
          <p14:tracePt t="13584" x="2533650" y="5118100"/>
          <p14:tracePt t="13601" x="2520950" y="5124450"/>
          <p14:tracePt t="13618" x="2508250" y="5143500"/>
          <p14:tracePt t="13634" x="2482850" y="5168900"/>
          <p14:tracePt t="13651" x="2470150" y="5187950"/>
          <p14:tracePt t="13667" x="2432050" y="5232400"/>
          <p14:tracePt t="13684" x="2393950" y="5295900"/>
          <p14:tracePt t="13701" x="2368550" y="5314950"/>
          <p14:tracePt t="13717" x="2343150" y="5359400"/>
          <p14:tracePt t="13734" x="2324100" y="5384800"/>
          <p14:tracePt t="13751" x="2311400" y="5397500"/>
          <p14:tracePt t="13766" x="2305050" y="5397500"/>
          <p14:tracePt t="13784" x="2305050" y="5403850"/>
          <p14:tracePt t="13801" x="2298700" y="5403850"/>
          <p14:tracePt t="13857" x="2298700" y="5410200"/>
          <p14:tracePt t="13962" x="2298700" y="5416550"/>
          <p14:tracePt t="14005" x="2298700" y="5422900"/>
          <p14:tracePt t="14026" x="2298700" y="5429250"/>
          <p14:tracePt t="14034" x="2298700" y="5435600"/>
          <p14:tracePt t="14054" x="2305050" y="5441950"/>
          <p14:tracePt t="14075" x="2311400" y="5441950"/>
          <p14:tracePt t="14081" x="2311400" y="5448300"/>
          <p14:tracePt t="14096" x="2317750" y="5448300"/>
          <p14:tracePt t="14117" x="2317750" y="5454650"/>
          <p14:tracePt t="14124" x="2324100" y="5454650"/>
          <p14:tracePt t="14138" x="2336800" y="5454650"/>
          <p14:tracePt t="14149" x="2355850" y="5461000"/>
          <p14:tracePt t="14166" x="2413000" y="5467350"/>
          <p14:tracePt t="14182" x="2457450" y="5473700"/>
          <p14:tracePt t="14199" x="2552700" y="5480050"/>
          <p14:tracePt t="14215" x="2647950" y="5499100"/>
          <p14:tracePt t="14232" x="2698750" y="5511800"/>
          <p14:tracePt t="14249" x="2768600" y="5518150"/>
          <p14:tracePt t="14265" x="2825750" y="5524500"/>
          <p14:tracePt t="14282" x="2857500" y="5524500"/>
          <p14:tracePt t="14298" x="2889250" y="5530850"/>
          <p14:tracePt t="14315" x="2921000" y="5537200"/>
          <p14:tracePt t="14331" x="2933700" y="5537200"/>
          <p14:tracePt t="14349" x="2952750" y="5537200"/>
          <p14:tracePt t="14365" x="2959100" y="5537200"/>
          <p14:tracePt t="14382" x="2965450" y="5537200"/>
          <p14:tracePt t="14398" x="2971800" y="5537200"/>
          <p14:tracePt t="14415" x="2978150" y="5537200"/>
          <p14:tracePt t="14432" x="2984500" y="5537200"/>
          <p14:tracePt t="14524" x="2990850" y="5537200"/>
          <p14:tracePt t="14560" x="2997200" y="5537200"/>
          <p14:tracePt t="14595" x="3009900" y="5537200"/>
          <p14:tracePt t="14616" x="3016250" y="5537200"/>
          <p14:tracePt t="14630" x="3028950" y="5537200"/>
          <p14:tracePt t="14637" x="3041650" y="5537200"/>
          <p14:tracePt t="14647" x="3060700" y="5543550"/>
          <p14:tracePt t="14664" x="3079750" y="5543550"/>
          <p14:tracePt t="14680" x="3175000" y="5549900"/>
          <p14:tracePt t="14697" x="3238500" y="5562600"/>
          <p14:tracePt t="14715" x="3517900" y="5575300"/>
          <p14:tracePt t="14730" x="3619500" y="5581650"/>
          <p14:tracePt t="14747" x="3733800" y="5581650"/>
          <p14:tracePt t="14764" x="3949700" y="5594350"/>
          <p14:tracePt t="14780" x="4178300" y="5588000"/>
          <p14:tracePt t="14797" x="4292600" y="5588000"/>
          <p14:tracePt t="14813" x="4521200" y="5568950"/>
          <p14:tracePt t="14830" x="4711700" y="5568950"/>
          <p14:tracePt t="14847" x="4787900" y="5568950"/>
          <p14:tracePt t="14864" x="4953000" y="5568950"/>
          <p14:tracePt t="14880" x="5099050" y="5581650"/>
          <p14:tracePt t="14897" x="5213350" y="5588000"/>
          <p14:tracePt t="14913" x="5264150" y="5600700"/>
          <p14:tracePt t="14930" x="5359400" y="5613400"/>
          <p14:tracePt t="14946" x="5435600" y="5638800"/>
          <p14:tracePt t="14963" x="5454650" y="5645150"/>
          <p14:tracePt t="14980" x="5473700" y="5657850"/>
          <p14:tracePt t="14996" x="5537200" y="5683250"/>
          <p14:tracePt t="15013" x="5562600" y="5695950"/>
          <p14:tracePt t="15030" x="5581650" y="5708650"/>
          <p14:tracePt t="15046" x="5613400" y="5734050"/>
          <p14:tracePt t="15062" x="5645150" y="5746750"/>
          <p14:tracePt t="15080" x="5657850" y="5759450"/>
          <p14:tracePt t="15096" x="5670550" y="5765800"/>
          <p14:tracePt t="15112" x="5676900" y="5765800"/>
          <p14:tracePt t="15129" x="5683250" y="5765800"/>
          <p14:tracePt t="15221" x="5676900" y="5765800"/>
          <p14:tracePt t="15241" x="5670550" y="5765800"/>
          <p14:tracePt t="15248" x="5664200" y="5765800"/>
          <p14:tracePt t="15265" x="5651500" y="5765800"/>
          <p14:tracePt t="15278" x="5632450" y="5765800"/>
          <p14:tracePt t="15295" x="5619750" y="5765800"/>
          <p14:tracePt t="15312" x="5581650" y="5778500"/>
          <p14:tracePt t="15328" x="5562600" y="5778500"/>
          <p14:tracePt t="15345" x="5505450" y="5784850"/>
          <p14:tracePt t="15362" x="5448300" y="5784850"/>
          <p14:tracePt t="15378" x="5422900" y="5784850"/>
          <p14:tracePt t="15395" x="5378450" y="5772150"/>
          <p14:tracePt t="15411" x="5334000" y="5772150"/>
          <p14:tracePt t="15428" x="5321300" y="5765800"/>
          <p14:tracePt t="15445" x="5295900" y="5765800"/>
          <p14:tracePt t="15461" x="5289550" y="5765800"/>
          <p14:tracePt t="15478" x="5283200" y="5765800"/>
          <p14:tracePt t="15495" x="5276850" y="5765800"/>
          <p14:tracePt t="15579" x="5283200" y="5765800"/>
          <p14:tracePt t="15593" x="5289550" y="5765800"/>
          <p14:tracePt t="15621" x="5295900" y="5765800"/>
          <p14:tracePt t="15629" x="5302250" y="5772150"/>
          <p14:tracePt t="15649" x="5308600" y="5772150"/>
          <p14:tracePt t="15663" x="5314950" y="5772150"/>
          <p14:tracePt t="15670" x="5327650" y="5772150"/>
          <p14:tracePt t="15684" x="5340350" y="5772150"/>
          <p14:tracePt t="15693" x="5365750" y="5778500"/>
          <p14:tracePt t="15711" x="5397500" y="5778500"/>
          <p14:tracePt t="15727" x="5486400" y="5778500"/>
          <p14:tracePt t="15744" x="5626100" y="5778500"/>
          <p14:tracePt t="15761" x="5778500" y="5765800"/>
          <p14:tracePt t="15776" x="5842000" y="5765800"/>
          <p14:tracePt t="15793" x="5975350" y="5759450"/>
          <p14:tracePt t="15811" x="6070600" y="5740400"/>
          <p14:tracePt t="15827" x="6108700" y="5740400"/>
          <p14:tracePt t="15844" x="6165850" y="5740400"/>
          <p14:tracePt t="15861" x="6210300" y="5734050"/>
          <p14:tracePt t="15876" x="6216650" y="5734050"/>
          <p14:tracePt t="15893" x="6223000" y="5734050"/>
          <p14:tracePt t="15910" x="6248400" y="5734050"/>
          <p14:tracePt t="15927" x="6254750" y="5734050"/>
          <p14:tracePt t="15944" x="6261100" y="5734050"/>
          <p14:tracePt t="16071" x="6267450" y="5734050"/>
          <p14:tracePt t="16817" x="6261100" y="5734050"/>
          <p14:tracePt t="16838" x="6242050" y="5734050"/>
          <p14:tracePt t="16844" x="6229350" y="5734050"/>
          <p14:tracePt t="16859" x="6197600" y="5734050"/>
          <p14:tracePt t="16873" x="6159500" y="5734050"/>
          <p14:tracePt t="16890" x="6127750" y="5734050"/>
          <p14:tracePt t="16906" x="6108700" y="5740400"/>
          <p14:tracePt t="16923" x="6057900" y="5746750"/>
          <p14:tracePt t="16939" x="5988050" y="5765800"/>
          <p14:tracePt t="16957" x="5905500" y="5778500"/>
          <p14:tracePt t="16972" x="5854700" y="5791200"/>
          <p14:tracePt t="16989" x="5746750" y="5803900"/>
          <p14:tracePt t="17006" x="5613400" y="5822950"/>
          <p14:tracePt t="17022" x="5575300" y="5822950"/>
          <p14:tracePt t="17039" x="5492750" y="5835650"/>
          <p14:tracePt t="17056" x="5454650" y="5842000"/>
          <p14:tracePt t="17072" x="5441950" y="5842000"/>
          <p14:tracePt t="17089" x="5416550" y="5848350"/>
          <p14:tracePt t="17106" x="5391150" y="5848350"/>
          <p14:tracePt t="17121" x="5384800" y="5848350"/>
          <p14:tracePt t="17139" x="5372100" y="5854700"/>
          <p14:tracePt t="17155" x="5359400" y="5861050"/>
          <p14:tracePt t="17172" x="5353050" y="5861050"/>
          <p14:tracePt t="17189" x="5346700" y="5861050"/>
          <p14:tracePt t="17245" x="5353050" y="5861050"/>
          <p14:tracePt t="17266" x="5359400" y="5861050"/>
          <p14:tracePt t="17281" x="5365750" y="5861050"/>
          <p14:tracePt t="17316" x="5372100" y="5861050"/>
          <p14:tracePt t="17337" x="5378450" y="5861050"/>
          <p14:tracePt t="17350" x="5384800" y="5861050"/>
          <p14:tracePt t="17358" x="5391150" y="5861050"/>
          <p14:tracePt t="17371" x="5403850" y="5854700"/>
          <p14:tracePt t="17388" x="5429250" y="5848350"/>
          <p14:tracePt t="17404" x="5448300" y="5835650"/>
          <p14:tracePt t="17421" x="5511800" y="5803900"/>
          <p14:tracePt t="17438" x="5575300" y="5759450"/>
          <p14:tracePt t="17454" x="5594350" y="5740400"/>
          <p14:tracePt t="17471" x="5626100" y="5676900"/>
          <p14:tracePt t="17487" x="5638800" y="5632450"/>
          <p14:tracePt t="17504" x="5632450" y="5556250"/>
          <p14:tracePt t="17520" x="5613400" y="5435600"/>
          <p14:tracePt t="17537" x="5607050" y="5372100"/>
          <p14:tracePt t="17554" x="5594350" y="5194300"/>
          <p14:tracePt t="17570" x="5594350" y="4978400"/>
          <p14:tracePt t="17587" x="5600700" y="4876800"/>
          <p14:tracePt t="17604" x="5632450" y="4654550"/>
          <p14:tracePt t="17620" x="5683250" y="4470400"/>
          <p14:tracePt t="17637" x="5715000" y="4381500"/>
          <p14:tracePt t="17654" x="5772150" y="4210050"/>
          <p14:tracePt t="17670" x="5854700" y="4070350"/>
          <p14:tracePt t="17687" x="5892800" y="4013200"/>
          <p14:tracePt t="17703" x="5943600" y="3937000"/>
          <p14:tracePt t="17720" x="5975350" y="3879850"/>
          <p14:tracePt t="17738" x="5988050" y="3867150"/>
          <p14:tracePt t="17753" x="5988050" y="3854450"/>
          <p14:tracePt t="17770" x="5988050" y="3841750"/>
          <p14:tracePt t="17787" x="5988050" y="3784600"/>
          <p14:tracePt t="17803" x="5988050" y="3778250"/>
          <p14:tracePt t="17820" x="5988050" y="3765550"/>
          <p14:tracePt t="17836" x="5994400" y="3746500"/>
          <p14:tracePt t="17853" x="5994400" y="3733800"/>
          <p14:tracePt t="17870" x="6000750" y="3727450"/>
          <p14:tracePt t="17902" x="6007100" y="3727450"/>
          <p14:tracePt t="17922" x="6013450" y="3727450"/>
          <p14:tracePt t="17936" x="6013450" y="3721100"/>
          <p14:tracePt t="17952" x="6032500" y="3714750"/>
          <p14:tracePt t="17970" x="6057900" y="3702050"/>
          <p14:tracePt t="17986" x="6076950" y="3683000"/>
          <p14:tracePt t="18003" x="6153150" y="3632200"/>
          <p14:tracePt t="18019" x="6292850" y="3543300"/>
          <p14:tracePt t="18036" x="6362700" y="3492500"/>
          <p14:tracePt t="18052" x="6445250" y="3441700"/>
          <p14:tracePt t="18069" x="6673850" y="3321050"/>
          <p14:tracePt t="18085" x="6750050" y="3302000"/>
          <p14:tracePt t="18103" x="6864350" y="3276600"/>
          <p14:tracePt t="18119" x="6902450" y="3263900"/>
          <p14:tracePt t="18135" x="6965950" y="3251200"/>
          <p14:tracePt t="18152" x="6991350" y="3244850"/>
          <p14:tracePt t="18168" x="7004050" y="3244850"/>
          <p14:tracePt t="18185" x="7016750" y="3244850"/>
          <p14:tracePt t="18201" x="7023100" y="3244850"/>
          <p14:tracePt t="18218" x="7023100" y="3251200"/>
          <p14:tracePt t="18221" x="7029450" y="3251200"/>
          <p14:tracePt t="18236" x="7035800" y="3251200"/>
          <p14:tracePt t="18251" x="7048500" y="3263900"/>
          <p14:tracePt t="18268" x="7054850" y="3270250"/>
          <p14:tracePt t="18285" x="7080250" y="3276600"/>
          <p14:tracePt t="18301" x="7105650" y="3289300"/>
          <p14:tracePt t="18318" x="7124700" y="3295650"/>
          <p14:tracePt t="18335" x="7181850" y="3314700"/>
          <p14:tracePt t="18351" x="7251700" y="3327400"/>
          <p14:tracePt t="18368" x="7283450" y="3333750"/>
          <p14:tracePt t="18384" x="7353300" y="3352800"/>
          <p14:tracePt t="18401" x="7423150" y="3359150"/>
          <p14:tracePt t="18418" x="7454900" y="3365500"/>
          <p14:tracePt t="18434" x="7512050" y="3365500"/>
          <p14:tracePt t="18451" x="7550150" y="3365500"/>
          <p14:tracePt t="18468" x="7594600" y="3365500"/>
          <p14:tracePt t="18484" x="7607300" y="3365500"/>
          <p14:tracePt t="18501" x="7620000" y="3365500"/>
          <p14:tracePt t="18896" x="7556500" y="3365500"/>
          <p14:tracePt t="18903" x="7429500" y="3378200"/>
          <p14:tracePt t="18919" x="7302500" y="3390900"/>
          <p14:tracePt t="18932" x="6921500" y="3390900"/>
          <p14:tracePt t="18949" x="6731000" y="3384550"/>
          <p14:tracePt t="18966" x="6457950" y="3359150"/>
          <p14:tracePt t="18982" x="6330950" y="3327400"/>
          <p14:tracePt t="18999" x="6076950" y="3295650"/>
          <p14:tracePt t="19016" x="5803900" y="3251200"/>
          <p14:tracePt t="19032" x="5689600" y="3238500"/>
          <p14:tracePt t="19049" x="5473700" y="3232150"/>
          <p14:tracePt t="19065" x="5314950" y="3219450"/>
          <p14:tracePt t="19082" x="5264150" y="3213100"/>
          <p14:tracePt t="19098" x="5181600" y="3194050"/>
          <p14:tracePt t="19115" x="5149850" y="3187700"/>
          <p14:tracePt t="19132" x="5137150" y="3181350"/>
          <p14:tracePt t="19149" x="5124450" y="3175000"/>
          <p14:tracePt t="19165" x="5118100" y="3175000"/>
          <p14:tracePt t="19181" x="5118100" y="3168650"/>
          <p14:tracePt t="19199" x="5111750" y="3162300"/>
          <p14:tracePt t="19215" x="5111750" y="3149600"/>
          <p14:tracePt t="19247" x="5105400" y="3143250"/>
          <p14:tracePt t="19276" x="5092700" y="3136900"/>
          <p14:tracePt t="19296" x="5080000" y="3130550"/>
          <p14:tracePt t="19304" x="5067300" y="3124200"/>
          <p14:tracePt t="19318" x="5054600" y="3117850"/>
          <p14:tracePt t="19332" x="5035550" y="3111500"/>
          <p14:tracePt t="19348" x="4959350" y="3073400"/>
          <p14:tracePt t="19364" x="4902200" y="3035300"/>
          <p14:tracePt t="19381" x="4775200" y="2933700"/>
          <p14:tracePt t="19398" x="4622800" y="2787650"/>
          <p14:tracePt t="19414" x="4546600" y="2692400"/>
          <p14:tracePt t="19431" x="4324350" y="2425700"/>
          <p14:tracePt t="19448" x="4089400" y="2165350"/>
          <p14:tracePt t="19464" x="3975100" y="2025650"/>
          <p14:tracePt t="19480" x="3790950" y="1778000"/>
          <p14:tracePt t="19497" x="3625850" y="1574800"/>
          <p14:tracePt t="19515" x="3492500" y="1428750"/>
          <p14:tracePt t="19531" x="3429000" y="1346200"/>
          <p14:tracePt t="19547" x="3384550" y="1276350"/>
          <p14:tracePt t="19564" x="3263900" y="1073150"/>
          <p14:tracePt t="19580" x="3225800" y="1009650"/>
          <p14:tracePt t="19597" x="3194050" y="958850"/>
          <p14:tracePt t="19613" x="3155950" y="901700"/>
          <p14:tracePt t="19630" x="3130550" y="850900"/>
          <p14:tracePt t="19647" x="3124200" y="838200"/>
          <p14:tracePt t="19663" x="3111500" y="812800"/>
          <p14:tracePt t="19680" x="3092450" y="793750"/>
          <p14:tracePt t="19697" x="3079750" y="787400"/>
          <p14:tracePt t="19713" x="3041650" y="768350"/>
          <p14:tracePt t="19730" x="3003550" y="749300"/>
          <p14:tracePt t="19747" x="2971800" y="742950"/>
          <p14:tracePt t="19763" x="2965450" y="742950"/>
          <p14:tracePt t="19780" x="2946400" y="736600"/>
          <p14:tracePt t="19796" x="2921000" y="723900"/>
          <p14:tracePt t="19813" x="2914650" y="717550"/>
          <p14:tracePt t="19829" x="2895600" y="711200"/>
          <p14:tracePt t="19846" x="2863850" y="692150"/>
          <p14:tracePt t="19863" x="2851150" y="685800"/>
          <p14:tracePt t="19880" x="2838450" y="679450"/>
          <p14:tracePt t="19896" x="2832100" y="673100"/>
          <p14:tracePt t="19912" x="2813050" y="660400"/>
          <p14:tracePt t="19930" x="2794000" y="641350"/>
          <p14:tracePt t="19946" x="2787650" y="641350"/>
          <p14:tracePt t="19962" x="2755900" y="609600"/>
          <p14:tracePt t="19979" x="2730500" y="584200"/>
          <p14:tracePt t="19996" x="2717800" y="571500"/>
          <p14:tracePt t="20012" x="2686050" y="533400"/>
          <p14:tracePt t="20029" x="2667000" y="501650"/>
          <p14:tracePt t="20045" x="2654300" y="488950"/>
          <p14:tracePt t="20063" x="2635250" y="476250"/>
          <p14:tracePt t="20078" x="2628900" y="463550"/>
          <p14:tracePt t="20096" x="2622550" y="463550"/>
          <p14:tracePt t="20112" x="2609850" y="457200"/>
          <p14:tracePt t="20128" x="2603500" y="457200"/>
          <p14:tracePt t="20162" x="2590800" y="450850"/>
          <p14:tracePt t="20178" x="2584450" y="450850"/>
          <p14:tracePt t="20197" x="2578100" y="444500"/>
          <p14:tracePt t="20228" x="2571750" y="444500"/>
          <p14:tracePt t="20253" x="2565400" y="438150"/>
          <p14:tracePt t="20288" x="2559050" y="431800"/>
          <p14:tracePt t="20309" x="2552700" y="431800"/>
          <p14:tracePt t="20330" x="2546350" y="431800"/>
          <p14:tracePt t="20380" x="2540000" y="431800"/>
          <p14:tracePt t="20408" x="2533650" y="438150"/>
          <p14:tracePt t="20429" x="2533650" y="444500"/>
          <p14:tracePt t="20449" x="2533650" y="450850"/>
          <p14:tracePt t="20471" x="2533650" y="463550"/>
          <p14:tracePt t="20499" x="2540000" y="469900"/>
          <p14:tracePt t="20520" x="2546350" y="476250"/>
          <p14:tracePt t="20534" x="2546350" y="482600"/>
          <p14:tracePt t="20541" x="2546350" y="488950"/>
          <p14:tracePt t="20547" x="2552700" y="488950"/>
          <p14:tracePt t="20569" x="2559050" y="495300"/>
          <p14:tracePt t="20583" x="2565400" y="501650"/>
          <p14:tracePt t="20593" x="2571750" y="501650"/>
          <p14:tracePt t="20613" x="2578100" y="501650"/>
          <p14:tracePt t="20633" x="2584450" y="508000"/>
          <p14:tracePt t="20643" x="2597150" y="514350"/>
          <p14:tracePt t="20661" x="2641600" y="520700"/>
          <p14:tracePt t="20676" x="2667000" y="527050"/>
          <p14:tracePt t="20693" x="2749550" y="546100"/>
          <p14:tracePt t="20710" x="2870200" y="552450"/>
          <p14:tracePt t="20726" x="2933700" y="552450"/>
          <p14:tracePt t="20743" x="2984500" y="552450"/>
          <p14:tracePt t="20760" x="3130550" y="552450"/>
          <p14:tracePt t="20776" x="3155950" y="552450"/>
          <p14:tracePt t="20793" x="3175000" y="552450"/>
          <p14:tracePt t="20809" x="3225800" y="539750"/>
          <p14:tracePt t="20826" x="3251200" y="533400"/>
          <p14:tracePt t="20844" x="3289300" y="520700"/>
          <p14:tracePt t="20859" x="3295650" y="514350"/>
          <p14:tracePt t="20876" x="3308350" y="514350"/>
          <p14:tracePt t="20893" x="3327400" y="508000"/>
          <p14:tracePt t="20909" x="3340100" y="508000"/>
          <p14:tracePt t="20926" x="3365500" y="508000"/>
          <p14:tracePt t="20942" x="3403600" y="501650"/>
          <p14:tracePt t="20959" x="3435350" y="501650"/>
          <p14:tracePt t="20976" x="3498850" y="501650"/>
          <p14:tracePt t="20992" x="3562350" y="501650"/>
          <p14:tracePt t="21009" x="3606800" y="501650"/>
          <p14:tracePt t="21026" x="3670300" y="501650"/>
          <p14:tracePt t="21042" x="3721100" y="501650"/>
          <p14:tracePt t="21058" x="3740150" y="508000"/>
          <p14:tracePt t="21076" x="3765550" y="508000"/>
          <p14:tracePt t="21092" x="3778250" y="508000"/>
          <p14:tracePt t="21108" x="3803650" y="501650"/>
          <p14:tracePt t="21125" x="3816350" y="501650"/>
          <p14:tracePt t="21142" x="3822700" y="495300"/>
          <p14:tracePt t="21158" x="3848100" y="488950"/>
          <p14:tracePt t="21175" x="3873500" y="482600"/>
          <p14:tracePt t="21191" x="3892550" y="476250"/>
          <p14:tracePt t="21209" x="3943350" y="469900"/>
          <p14:tracePt t="21224" x="4013200" y="457200"/>
          <p14:tracePt t="21241" x="4051300" y="444500"/>
          <p14:tracePt t="21258" x="4146550" y="431800"/>
          <p14:tracePt t="21274" x="4216400" y="419100"/>
          <p14:tracePt t="21291" x="4248150" y="419100"/>
          <p14:tracePt t="21308" x="4279900" y="419100"/>
          <p14:tracePt t="21324" x="4298950" y="419100"/>
          <p14:tracePt t="21342" x="4305300" y="419100"/>
          <p14:tracePt t="21385" x="4311650" y="419100"/>
          <p14:tracePt t="21419" x="4311650" y="425450"/>
          <p14:tracePt t="21455" x="4311650" y="431800"/>
          <p14:tracePt t="21476" x="4311650" y="438150"/>
          <p14:tracePt t="21483" x="4311650" y="444500"/>
          <p14:tracePt t="21504" x="4311650" y="450850"/>
          <p14:tracePt t="21511" x="4311650" y="463550"/>
          <p14:tracePt t="21527" x="4311650" y="476250"/>
          <p14:tracePt t="21540" x="4311650" y="495300"/>
          <p14:tracePt t="21557" x="4311650" y="546100"/>
          <p14:tracePt t="21574" x="4305300" y="590550"/>
          <p14:tracePt t="21590" x="4298950" y="615950"/>
          <p14:tracePt t="21606" x="4286250" y="641350"/>
          <p14:tracePt t="21624" x="4273550" y="654050"/>
          <p14:tracePt t="21640" x="4267200" y="666750"/>
          <p14:tracePt t="21656" x="4254500" y="666750"/>
          <p14:tracePt t="21673" x="4248150" y="666750"/>
          <p14:tracePt t="21690" x="4241800" y="666750"/>
          <p14:tracePt t="21806" x="4248150" y="673100"/>
          <p14:tracePt t="21813" x="4248150" y="679450"/>
          <p14:tracePt t="21835" x="4254500" y="685800"/>
          <p14:tracePt t="21849" x="4260850" y="685800"/>
          <p14:tracePt t="21858" x="4267200" y="698500"/>
          <p14:tracePt t="21872" x="4279900" y="723900"/>
          <p14:tracePt t="21889" x="4330700" y="812800"/>
          <p14:tracePt t="21905" x="4425950" y="971550"/>
          <p14:tracePt t="21922" x="4489450" y="1066800"/>
          <p14:tracePt t="21939" x="4540250" y="1174750"/>
          <p14:tracePt t="21955" x="4768850" y="1549400"/>
          <p14:tracePt t="21972" x="4857750" y="1701800"/>
          <p14:tracePt t="21989" x="5016500" y="2000250"/>
          <p14:tracePt t="22005" x="5105400" y="2152650"/>
          <p14:tracePt t="22022" x="5276850" y="2432050"/>
          <p14:tracePt t="22039" x="5410200" y="2679700"/>
          <p14:tracePt t="22055" x="5480050" y="2800350"/>
          <p14:tracePt t="22071" x="5568950" y="2997200"/>
          <p14:tracePt t="22088" x="5651500" y="3175000"/>
          <p14:tracePt t="22105" x="5683250" y="3251200"/>
          <p14:tracePt t="22123" x="5740400" y="3390900"/>
          <p14:tracePt t="22138" x="5778500" y="3524250"/>
          <p14:tracePt t="22155" x="5791200" y="3575050"/>
          <p14:tracePt t="22172" x="5803900" y="3670300"/>
          <p14:tracePt t="22188" x="5822950" y="3721100"/>
          <p14:tracePt t="22204" x="5829300" y="3740150"/>
          <p14:tracePt t="22221" x="5835650" y="3778250"/>
          <p14:tracePt t="22238" x="5848350" y="3803650"/>
          <p14:tracePt t="22254" x="5848350" y="3816350"/>
          <p14:tracePt t="22271" x="5848350" y="3841750"/>
          <p14:tracePt t="22287" x="5848350" y="3854450"/>
          <p14:tracePt t="22304" x="5842000" y="3873500"/>
          <p14:tracePt t="22321" x="5835650" y="3886200"/>
          <p14:tracePt t="22337" x="5835650" y="3892550"/>
          <p14:tracePt t="22355" x="5822950" y="3917950"/>
          <p14:tracePt t="22370" x="5803900" y="3943350"/>
          <p14:tracePt t="22387" x="5797550" y="3956050"/>
          <p14:tracePt t="22404" x="5778500" y="3981450"/>
          <p14:tracePt t="22421" x="5765800" y="4000500"/>
          <p14:tracePt t="22437" x="5759450" y="4006850"/>
          <p14:tracePt t="22454" x="5746750" y="4019550"/>
          <p14:tracePt t="22470" x="5740400" y="4019550"/>
          <p14:tracePt t="27965" x="5727700" y="4019550"/>
          <p14:tracePt t="27972" x="5727700" y="4013200"/>
          <p14:tracePt t="27984" x="5727700" y="4006850"/>
          <p14:tracePt t="28001" x="5708650" y="3987800"/>
          <p14:tracePt t="28018" x="5695950" y="3987800"/>
          <p14:tracePt t="28035" x="5664200" y="3981450"/>
          <p14:tracePt t="28051" x="5645150" y="3962400"/>
          <p14:tracePt t="28068" x="5632450" y="3956050"/>
          <p14:tracePt t="28085" x="5594350" y="3937000"/>
          <p14:tracePt t="28101" x="5575300" y="3917950"/>
          <p14:tracePt t="28117" x="5549900" y="3898900"/>
          <p14:tracePt t="28134" x="5524500" y="3886200"/>
          <p14:tracePt t="28151" x="5518150" y="3886200"/>
          <p14:tracePt t="28168" x="5505450" y="3873500"/>
          <p14:tracePt t="28183" x="5492750" y="3873500"/>
          <p14:tracePt t="28232" x="5492750" y="3867150"/>
          <p14:tracePt t="28260" x="5492750" y="3860800"/>
          <p14:tracePt t="28295" x="5499100" y="3854450"/>
          <p14:tracePt t="28323" x="5499100" y="3841750"/>
          <p14:tracePt t="28329" x="5505450" y="3841750"/>
          <p14:tracePt t="28343" x="5505450" y="3835400"/>
          <p14:tracePt t="28372" x="5511800" y="3829050"/>
          <p14:tracePt t="28422" x="5518150" y="3822700"/>
          <p14:tracePt t="28456" x="5518150" y="3816350"/>
          <p14:tracePt t="28484" x="5518150" y="3810000"/>
          <p14:tracePt t="28512" x="5524500" y="3803650"/>
          <p14:tracePt t="28534" x="5530850" y="3803650"/>
          <p14:tracePt t="28554" x="5537200" y="3803650"/>
          <p14:tracePt t="28561" x="5543550" y="3803650"/>
          <p14:tracePt t="28603" x="5549900" y="3803650"/>
          <p14:tracePt t="28610" x="5556250" y="3810000"/>
          <p14:tracePt t="28645" x="5562600" y="3816350"/>
          <p14:tracePt t="28653" x="5575300" y="3816350"/>
          <p14:tracePt t="28668" x="5581650" y="3822700"/>
          <p14:tracePt t="28683" x="5607050" y="3829050"/>
          <p14:tracePt t="28699" x="5619750" y="3835400"/>
          <p14:tracePt t="28716" x="5651500" y="3848100"/>
          <p14:tracePt t="28733" x="5670550" y="3854450"/>
          <p14:tracePt t="28749" x="5708650" y="3867150"/>
          <p14:tracePt t="28766" x="5734050" y="3879850"/>
          <p14:tracePt t="28783" x="5753100" y="3886200"/>
          <p14:tracePt t="28799" x="5784850" y="3898900"/>
          <p14:tracePt t="28816" x="5803900" y="3911600"/>
          <p14:tracePt t="28833" x="5816600" y="3917950"/>
          <p14:tracePt t="28836" x="5822950" y="3924300"/>
          <p14:tracePt t="28849" x="5835650" y="3924300"/>
          <p14:tracePt t="28866" x="5835650" y="3930650"/>
          <p14:tracePt t="28882" x="5848350" y="3930650"/>
          <p14:tracePt t="28899" x="5867400" y="3937000"/>
          <p14:tracePt t="28915" x="5886450" y="3956050"/>
          <p14:tracePt t="28932" x="5899150" y="3962400"/>
          <p14:tracePt t="28949" x="5937250" y="3975100"/>
          <p14:tracePt t="28965" x="5981700" y="4000500"/>
          <p14:tracePt t="28981" x="6000750" y="4006850"/>
          <p14:tracePt t="28998" x="6038850" y="4025900"/>
          <p14:tracePt t="29014" x="6051550" y="4032250"/>
          <p14:tracePt t="29032" x="6070600" y="4038600"/>
          <p14:tracePt t="29048" x="6083300" y="4051300"/>
          <p14:tracePt t="29064" x="6089650" y="4051300"/>
          <p14:tracePt t="29081" x="6102350" y="4057650"/>
          <p14:tracePt t="29097" x="6108700" y="4057650"/>
          <p14:tracePt t="29114" x="6115050" y="4057650"/>
          <p14:tracePt t="29166" x="6121400" y="4057650"/>
          <p14:tracePt t="29173" x="6127750" y="4064000"/>
          <p14:tracePt t="29208" x="6134100" y="4064000"/>
          <p14:tracePt t="29215" x="6134100" y="4070350"/>
          <p14:tracePt t="29229" x="6140450" y="4070350"/>
          <p14:tracePt t="29236" x="6140450" y="4076700"/>
          <p14:tracePt t="29265" x="6146800" y="4076700"/>
          <p14:tracePt t="29285" x="6153150" y="4083050"/>
          <p14:tracePt t="29306" x="6153150" y="4089400"/>
          <p14:tracePt t="29314" x="6159500" y="4089400"/>
          <p14:tracePt t="29341" x="6165850" y="4089400"/>
          <p14:tracePt t="29363" x="6178550" y="4095750"/>
          <p14:tracePt t="29377" x="6178550" y="4102100"/>
          <p14:tracePt t="30010" x="6184900" y="4102100"/>
          <p14:tracePt t="30017" x="6191250" y="4108450"/>
          <p14:tracePt t="30031" x="6203950" y="4121150"/>
          <p14:tracePt t="30046" x="6223000" y="4133850"/>
          <p14:tracePt t="30061" x="6242050" y="4146550"/>
          <p14:tracePt t="30078" x="6261100" y="4152900"/>
          <p14:tracePt t="30095" x="6292850" y="4171950"/>
          <p14:tracePt t="30111" x="6337300" y="4197350"/>
          <p14:tracePt t="30128" x="6369050" y="4210050"/>
          <p14:tracePt t="30145" x="6426200" y="4222750"/>
          <p14:tracePt t="30161" x="6470650" y="4241800"/>
          <p14:tracePt t="30178" x="6483350" y="4248150"/>
          <p14:tracePt t="30195" x="6508750" y="4254500"/>
          <p14:tracePt t="30211" x="6515100" y="4254500"/>
          <p14:tracePt t="30229" x="6527800" y="4260850"/>
          <p14:tracePt t="30244" x="6534150" y="4260850"/>
          <p14:tracePt t="30261" x="6546850" y="4260850"/>
          <p14:tracePt t="30278" x="6553200" y="4267200"/>
          <p14:tracePt t="30310" x="6559550" y="4273550"/>
          <p14:tracePt t="30327" x="6559550" y="4286250"/>
          <p14:tracePt t="30361" x="6565900" y="4286250"/>
          <p14:tracePt t="30377" x="6572250" y="4286250"/>
          <p14:tracePt t="30397" x="6572250" y="4292600"/>
          <p14:tracePt t="30413" x="6578600" y="4292600"/>
          <p14:tracePt t="30427" x="6584950" y="4292600"/>
          <p14:tracePt t="30443" x="6591300" y="4292600"/>
          <p14:tracePt t="30463" x="6597650" y="4298950"/>
          <p14:tracePt t="30481" x="6604000" y="4298950"/>
          <p14:tracePt t="30493" x="6610350" y="4298950"/>
          <p14:tracePt t="30510" x="6635750" y="4298950"/>
          <p14:tracePt t="30526" x="6654800" y="4305300"/>
          <p14:tracePt t="30542" x="6686550" y="4305300"/>
          <p14:tracePt t="30560" x="6731000" y="4305300"/>
          <p14:tracePt t="30576" x="6756400" y="4305300"/>
          <p14:tracePt t="30593" x="6775450" y="4305300"/>
          <p14:tracePt t="30609" x="6826250" y="4305300"/>
          <p14:tracePt t="30626" x="6883400" y="4286250"/>
          <p14:tracePt t="30642" x="6915150" y="4286250"/>
          <p14:tracePt t="30659" x="6985000" y="4267200"/>
          <p14:tracePt t="30676" x="7054850" y="4248150"/>
          <p14:tracePt t="30693" x="7105650" y="4241800"/>
          <p14:tracePt t="30709" x="7124700" y="4235450"/>
          <p14:tracePt t="30726" x="7175500" y="4229100"/>
          <p14:tracePt t="30742" x="7213600" y="4222750"/>
          <p14:tracePt t="30759" x="7226300" y="4222750"/>
          <p14:tracePt t="30776" x="7270750" y="4203700"/>
          <p14:tracePt t="30792" x="7296150" y="4203700"/>
          <p14:tracePt t="30809" x="7302500" y="4203700"/>
          <p14:tracePt t="30826" x="7315200" y="4203700"/>
          <p14:tracePt t="30842" x="7334250" y="4203700"/>
          <p14:tracePt t="30858" x="7340600" y="4203700"/>
          <p14:tracePt t="30875" x="7353300" y="4203700"/>
          <p14:tracePt t="30903" x="7359650" y="4203700"/>
          <p14:tracePt t="30912" x="7366000" y="4197350"/>
          <p14:tracePt t="30926" x="7372350" y="4197350"/>
          <p14:tracePt t="30945" x="7378700" y="4197350"/>
          <p14:tracePt t="30973" x="7385050" y="4197350"/>
          <p14:tracePt t="30980" x="7391400" y="4197350"/>
          <p14:tracePt t="31043" x="7404100" y="4191000"/>
          <p14:tracePt t="31071" x="7410450" y="4191000"/>
          <p14:tracePt t="31093" x="7423150" y="4191000"/>
          <p14:tracePt t="31120" x="7429500" y="4191000"/>
          <p14:tracePt t="31135" x="7435850" y="4184650"/>
          <p14:tracePt t="31144" x="7442200" y="4184650"/>
          <p14:tracePt t="31184" x="7448550" y="4178300"/>
          <p14:tracePt t="31192" x="7454900" y="4178300"/>
          <p14:tracePt t="31205" x="7461250" y="4178300"/>
          <p14:tracePt t="31212" x="7467600" y="4178300"/>
          <p14:tracePt t="31227" x="7473950" y="4171950"/>
          <p14:tracePt t="31241" x="7480300" y="4171950"/>
          <p14:tracePt t="31258" x="7505700" y="4165600"/>
          <p14:tracePt t="31274" x="7518400" y="4165600"/>
          <p14:tracePt t="31291" x="7569200" y="4152900"/>
          <p14:tracePt t="31307" x="7620000" y="4146550"/>
          <p14:tracePt t="31325" x="7677150" y="4140200"/>
          <p14:tracePt t="31341" x="7715250" y="4140200"/>
          <p14:tracePt t="31357" x="7766050" y="4140200"/>
          <p14:tracePt t="31374" x="7816850" y="4140200"/>
          <p14:tracePt t="31390" x="7842250" y="4140200"/>
          <p14:tracePt t="31407" x="7893050" y="4140200"/>
          <p14:tracePt t="31424" x="7931150" y="4140200"/>
          <p14:tracePt t="31440" x="7943850" y="4140200"/>
          <p14:tracePt t="31457" x="7956550" y="4140200"/>
          <p14:tracePt t="31473" x="7981950" y="4146550"/>
          <p14:tracePt t="31490" x="7994650" y="4146550"/>
          <p14:tracePt t="31523" x="8001000" y="4146550"/>
          <p14:tracePt t="31541" x="8007350" y="4146550"/>
          <p14:tracePt t="31669" x="8001000" y="4146550"/>
          <p14:tracePt t="31683" x="7994650" y="4146550"/>
          <p14:tracePt t="31697" x="7988300" y="4146550"/>
          <p14:tracePt t="31706" x="7969250" y="4146550"/>
          <p14:tracePt t="31722" x="7950200" y="4146550"/>
          <p14:tracePt t="31739" x="7880350" y="4152900"/>
          <p14:tracePt t="31756" x="7740650" y="4152900"/>
          <p14:tracePt t="31772" x="7639050" y="4152900"/>
          <p14:tracePt t="31789" x="7410450" y="4165600"/>
          <p14:tracePt t="31806" x="7283450" y="4165600"/>
          <p14:tracePt t="31822" x="7010400" y="4171950"/>
          <p14:tracePt t="31839" x="6756400" y="4171950"/>
          <p14:tracePt t="31856" x="6629400" y="4171950"/>
          <p14:tracePt t="31874" x="6292850" y="4171950"/>
          <p14:tracePt t="31889" x="6184900" y="4184650"/>
          <p14:tracePt t="31905" x="6108700" y="4184650"/>
          <p14:tracePt t="31908" x="6032500" y="4191000"/>
          <p14:tracePt t="31923" x="5956300" y="4203700"/>
          <p14:tracePt t="31939" x="5816600" y="4216400"/>
          <p14:tracePt t="31955" x="5759450" y="4222750"/>
          <p14:tracePt t="31972" x="5657850" y="4229100"/>
          <p14:tracePt t="31988" x="5600700" y="4241800"/>
          <p14:tracePt t="32005" x="5581650" y="4248150"/>
          <p14:tracePt t="32021" x="5568950" y="4248150"/>
          <p14:tracePt t="32038" x="5556250" y="4248150"/>
          <p14:tracePt t="32055" x="5549900" y="4254500"/>
          <p14:tracePt t="32089" x="5543550" y="4260850"/>
          <p14:tracePt t="32126" x="5543550" y="4267200"/>
          <p14:tracePt t="32161" x="5537200" y="4273550"/>
          <p14:tracePt t="32168" x="5537200" y="4279900"/>
          <p14:tracePt t="32210" x="5537200" y="4286250"/>
          <p14:tracePt t="32358" x="5543550" y="4286250"/>
          <p14:tracePt t="32379" x="5549900" y="4286250"/>
          <p14:tracePt t="32952" x="5562600" y="4286250"/>
          <p14:tracePt t="32959" x="5594350" y="4305300"/>
          <p14:tracePt t="32973" x="5619750" y="4305300"/>
          <p14:tracePt t="32985" x="5638800" y="4305300"/>
          <p14:tracePt t="33003" x="5689600" y="4318000"/>
          <p14:tracePt t="33018" x="5708650" y="4324350"/>
          <p14:tracePt t="33035" x="5759450" y="4330700"/>
          <p14:tracePt t="33052" x="5816600" y="4337050"/>
          <p14:tracePt t="33068" x="5848350" y="4337050"/>
          <p14:tracePt t="33084" x="5930900" y="4343400"/>
          <p14:tracePt t="33102" x="6019800" y="4349750"/>
          <p14:tracePt t="33118" x="6057900" y="4349750"/>
          <p14:tracePt t="33134" x="6127750" y="4349750"/>
          <p14:tracePt t="33151" x="6184900" y="4349750"/>
          <p14:tracePt t="33167" x="6216650" y="4343400"/>
          <p14:tracePt t="33185" x="6286500" y="4330700"/>
          <p14:tracePt t="33201" x="6343650" y="4311650"/>
          <p14:tracePt t="33217" x="6375400" y="4305300"/>
          <p14:tracePt t="33235" x="6426200" y="4298950"/>
          <p14:tracePt t="33250" x="6451600" y="4298950"/>
          <p14:tracePt t="33267" x="6489700" y="4298950"/>
          <p14:tracePt t="33284" x="6521450" y="4298950"/>
          <p14:tracePt t="33300" x="6534150" y="4298950"/>
          <p14:tracePt t="33317" x="6553200" y="4298950"/>
          <p14:tracePt t="33334" x="6572250" y="4298950"/>
          <p14:tracePt t="33350" x="6597650" y="4298950"/>
          <p14:tracePt t="33367" x="6610350" y="4298950"/>
          <p14:tracePt t="44643" x="6610350" y="4292600"/>
          <p14:tracePt t="44650" x="6610350" y="4279900"/>
          <p14:tracePt t="44660" x="6610350" y="4273550"/>
          <p14:tracePt t="44677" x="6597650" y="4241800"/>
          <p14:tracePt t="44693" x="6584950" y="4222750"/>
          <p14:tracePt t="44710" x="6578600" y="4203700"/>
          <p14:tracePt t="44727" x="6565900" y="4178300"/>
          <p14:tracePt t="44743" x="6559550" y="4152900"/>
          <p14:tracePt t="44760" x="6553200" y="4133850"/>
          <p14:tracePt t="44777" x="6546850" y="4102100"/>
          <p14:tracePt t="44793" x="6540500" y="4076700"/>
          <p14:tracePt t="44810" x="6534150" y="4051300"/>
          <p14:tracePt t="44826" x="6521450" y="3994150"/>
          <p14:tracePt t="44843" x="6515100" y="3968750"/>
          <p14:tracePt t="44861" x="6508750" y="3924300"/>
          <p14:tracePt t="44876" x="6502400" y="3905250"/>
          <p14:tracePt t="44893" x="6502400" y="3886200"/>
          <p14:tracePt t="44910" x="6502400" y="3860800"/>
          <p14:tracePt t="44926" x="6502400" y="3848100"/>
          <p14:tracePt t="44942" x="6502400" y="3822700"/>
          <p14:tracePt t="44960" x="6508750" y="3810000"/>
          <p14:tracePt t="44976" x="6515100" y="3803650"/>
          <p14:tracePt t="45009" x="6527800" y="3797300"/>
          <p14:tracePt t="45025" x="6534150" y="3797300"/>
          <p14:tracePt t="45079" x="6540500" y="3797300"/>
          <p14:tracePt t="45100" x="6546850" y="3797300"/>
          <p14:tracePt t="45114" x="6546850" y="3810000"/>
          <p14:tracePt t="45135" x="6546850" y="3816350"/>
          <p14:tracePt t="49849" x="6515100" y="3784600"/>
          <p14:tracePt t="49856" x="6470650" y="3733800"/>
          <p14:tracePt t="49862" x="6419850" y="3676650"/>
          <p14:tracePt t="49877" x="6350000" y="3606800"/>
          <p14:tracePt t="49892" x="6292850" y="3543300"/>
          <p14:tracePt t="49908" x="6223000" y="3492500"/>
          <p14:tracePt t="49926" x="6108700" y="3429000"/>
          <p14:tracePt t="49942" x="6045200" y="3397250"/>
          <p14:tracePt t="49958" x="5988050" y="3352800"/>
          <p14:tracePt t="49975" x="5943600" y="3321050"/>
          <p14:tracePt t="49992" x="5905500" y="3289300"/>
          <p14:tracePt t="50008" x="5873750" y="3270250"/>
          <p14:tracePt t="50025" x="5816600" y="3251200"/>
          <p14:tracePt t="50042" x="5791200" y="3244850"/>
          <p14:tracePt t="50059" x="5759450" y="3238500"/>
          <p14:tracePt t="50075" x="5721350" y="3238500"/>
          <p14:tracePt t="50091" x="5695950" y="3238500"/>
          <p14:tracePt t="50109" x="5689600" y="3238500"/>
          <p14:tracePt t="50125" x="5683250" y="3238500"/>
          <p14:tracePt t="50145" x="5683250" y="3244850"/>
          <p14:tracePt t="50158" x="5683250" y="3251200"/>
          <p14:tracePt t="50175" x="5695950" y="3257550"/>
          <p14:tracePt t="50191" x="5708650" y="3263900"/>
          <p14:tracePt t="50209" x="5715000" y="3270250"/>
          <p14:tracePt t="50224" x="5721350" y="3270250"/>
          <p14:tracePt t="50258" x="5734050" y="3276600"/>
          <p14:tracePt t="50274" x="5740400" y="3282950"/>
          <p14:tracePt t="50291" x="5746750" y="3282950"/>
          <p14:tracePt t="50323" x="5753100" y="3282950"/>
          <p14:tracePt t="50343" x="5759450" y="3282950"/>
          <p14:tracePt t="50383" x="5765800" y="3282950"/>
          <p14:tracePt t="50391" x="5772150" y="3282950"/>
          <p14:tracePt t="50432" x="5784850" y="3282950"/>
          <p14:tracePt t="50453" x="5791200" y="3282950"/>
          <p14:tracePt t="50461" x="5803900" y="3282950"/>
          <p14:tracePt t="50474" x="5829300" y="3289300"/>
          <p14:tracePt t="50490" x="5873750" y="3295650"/>
          <p14:tracePt t="50507" x="5930900" y="3314700"/>
          <p14:tracePt t="50524" x="6057900" y="3346450"/>
          <p14:tracePt t="50541" x="6153150" y="3371850"/>
          <p14:tracePt t="50559" x="6292850" y="3429000"/>
          <p14:tracePt t="50573" x="6407150" y="3479800"/>
          <p14:tracePt t="50590" x="6496050" y="3536950"/>
          <p14:tracePt t="50607" x="6597650" y="3587750"/>
          <p14:tracePt t="50623" x="6686550" y="3663950"/>
          <p14:tracePt t="50640" x="6724650" y="3695700"/>
          <p14:tracePt t="50657" x="6762750" y="3740150"/>
          <p14:tracePt t="50673" x="6781800" y="3765550"/>
          <p14:tracePt t="50689" x="6781800" y="3778250"/>
          <p14:tracePt t="50706" x="6788150" y="3816350"/>
          <p14:tracePt t="50723" x="6788150" y="3841750"/>
          <p14:tracePt t="50739" x="6788150" y="3867150"/>
          <p14:tracePt t="50756" x="6781800" y="3911600"/>
          <p14:tracePt t="50772" x="6781800" y="3937000"/>
          <p14:tracePt t="50789" x="6781800" y="3962400"/>
          <p14:tracePt t="50806" x="6775450" y="3981450"/>
          <p14:tracePt t="50823" x="6775450" y="3987800"/>
          <p14:tracePt t="50839" x="6775450" y="3994150"/>
          <p14:tracePt t="50856" x="6769100" y="3994150"/>
          <p14:tracePt t="50952" x="6775450" y="3994150"/>
          <p14:tracePt t="50973" x="6788150" y="3994150"/>
          <p14:tracePt t="50987" x="6794500" y="3994150"/>
          <p14:tracePt t="50995" x="6807200" y="4000500"/>
          <p14:tracePt t="51008" x="6819900" y="4000500"/>
          <p14:tracePt t="51022" x="6832600" y="4000500"/>
          <p14:tracePt t="51038" x="6896100" y="4000500"/>
          <p14:tracePt t="51055" x="6946900" y="4000500"/>
          <p14:tracePt t="51072" x="7143750" y="4006850"/>
          <p14:tracePt t="51088" x="7219950" y="4019550"/>
          <p14:tracePt t="51105" x="7283450" y="4019550"/>
          <p14:tracePt t="51121" x="7423150" y="4019550"/>
          <p14:tracePt t="51138" x="7518400" y="4019550"/>
          <p14:tracePt t="51156" x="7543800" y="4019550"/>
          <p14:tracePt t="51158" x="7562850" y="4019550"/>
          <p14:tracePt t="51171" x="7575550" y="4019550"/>
          <p14:tracePt t="51188" x="7594600" y="4019550"/>
          <p14:tracePt t="51221" x="7600950" y="4013200"/>
          <p14:tracePt t="51283" x="7607300" y="4006850"/>
          <p14:tracePt t="51325" x="7607300" y="4000500"/>
          <p14:tracePt t="51346" x="7613650" y="4000500"/>
          <p14:tracePt t="51367" x="7620000" y="4000500"/>
          <p14:tracePt t="51373" x="7626350" y="4000500"/>
          <p14:tracePt t="51395" x="7632700" y="4000500"/>
          <p14:tracePt t="51409" x="7639050" y="4000500"/>
          <p14:tracePt t="51438" x="7645400" y="4000500"/>
          <p14:tracePt t="51515" x="7639050" y="4000500"/>
          <p14:tracePt t="51529" x="7626350" y="4000500"/>
          <p14:tracePt t="51535" x="7613650" y="4000500"/>
          <p14:tracePt t="51550" x="7588250" y="4000500"/>
          <p14:tracePt t="51556" x="7550150" y="4000500"/>
          <p14:tracePt t="51570" x="7493000" y="4006850"/>
          <p14:tracePt t="51587" x="7353300" y="4006850"/>
          <p14:tracePt t="51603" x="7264400" y="4006850"/>
          <p14:tracePt t="51620" x="7112000" y="4000500"/>
          <p14:tracePt t="51636" x="7048500" y="4000500"/>
          <p14:tracePt t="51653" x="6940550" y="3994150"/>
          <p14:tracePt t="51670" x="6902450" y="3994150"/>
          <p14:tracePt t="51686" x="6889750" y="3994150"/>
          <p14:tracePt t="51702" x="6883400" y="3994150"/>
          <p14:tracePt t="51740" x="6889750" y="4000500"/>
          <p14:tracePt t="51746" x="6896100" y="4000500"/>
          <p14:tracePt t="51761" x="6896100" y="4006850"/>
          <p14:tracePt t="51769" x="6908800" y="4006850"/>
          <p14:tracePt t="51785" x="6915150" y="4006850"/>
          <p14:tracePt t="51803" x="6940550" y="4006850"/>
          <p14:tracePt t="51819" x="6978650" y="3994150"/>
          <p14:tracePt t="51835" x="7004050" y="3987800"/>
          <p14:tracePt t="51852" x="7073900" y="3962400"/>
          <p14:tracePt t="51869" x="7156450" y="3949700"/>
          <p14:tracePt t="51885" x="7188200" y="3930650"/>
          <p14:tracePt t="51902" x="7239000" y="3917950"/>
          <p14:tracePt t="51918" x="7264400" y="3905250"/>
          <p14:tracePt t="51936" x="7277100" y="3905250"/>
          <p14:tracePt t="51968" x="7283450" y="3905250"/>
          <p14:tracePt t="52020" x="7277100" y="3905250"/>
          <p14:tracePt t="52027" x="7270750" y="3905250"/>
          <p14:tracePt t="52042" x="7264400" y="3905250"/>
          <p14:tracePt t="52051" x="7251700" y="3898900"/>
          <p14:tracePt t="52071" x="7239000" y="3898900"/>
          <p14:tracePt t="52085" x="7213600" y="3892550"/>
          <p14:tracePt t="52101" x="7137400" y="3892550"/>
          <p14:tracePt t="52119" x="7035800" y="3886200"/>
          <p14:tracePt t="52134" x="6959600" y="3873500"/>
          <p14:tracePt t="52151" x="6826250" y="3854450"/>
          <p14:tracePt t="52168" x="6756400" y="3848100"/>
          <p14:tracePt t="52184" x="6737350" y="3848100"/>
          <p14:tracePt t="52201" x="6731000" y="3848100"/>
          <p14:tracePt t="52220" x="6743700" y="3854450"/>
          <p14:tracePt t="52234" x="6756400" y="3867150"/>
          <p14:tracePt t="52251" x="6781800" y="3873500"/>
          <p14:tracePt t="52267" x="6985000" y="3911600"/>
          <p14:tracePt t="52284" x="7112000" y="3917950"/>
          <p14:tracePt t="52301" x="7239000" y="3943350"/>
          <p14:tracePt t="52317" x="7493000" y="3975100"/>
          <p14:tracePt t="52334" x="7683500" y="4013200"/>
          <p14:tracePt t="52351" x="7804150" y="4032250"/>
          <p14:tracePt t="52367" x="7835900" y="4051300"/>
          <p14:tracePt t="52383" x="7854950" y="4051300"/>
          <p14:tracePt t="52401" x="7854950" y="4064000"/>
          <p14:tracePt t="52417" x="7848600" y="4070350"/>
          <p14:tracePt t="52434" x="7804150" y="4102100"/>
          <p14:tracePt t="52450" x="7689850" y="4165600"/>
          <p14:tracePt t="52466" x="7613650" y="4203700"/>
          <p14:tracePt t="52484" x="7505700" y="4248150"/>
          <p14:tracePt t="52499" x="7029450" y="4406900"/>
          <p14:tracePt t="52516" x="6902450" y="4438650"/>
          <p14:tracePt t="52534" x="6661150" y="4470400"/>
          <p14:tracePt t="52550" x="6559550" y="4470400"/>
          <p14:tracePt t="52567" x="6381750" y="4470400"/>
          <p14:tracePt t="52583" x="6254750" y="4470400"/>
          <p14:tracePt t="52599" x="6210300" y="4470400"/>
          <p14:tracePt t="52616" x="6172200" y="4470400"/>
          <p14:tracePt t="52633" x="6153150" y="4470400"/>
          <p14:tracePt t="52649" x="6146800" y="4470400"/>
          <p14:tracePt t="52666" x="6146800" y="4464050"/>
          <p14:tracePt t="52682" x="6153150" y="4464050"/>
          <p14:tracePt t="52703" x="6159500" y="4451350"/>
          <p14:tracePt t="52716" x="6165850" y="4445000"/>
          <p14:tracePt t="52732" x="6184900" y="4438650"/>
          <p14:tracePt t="52749" x="6191250" y="4432300"/>
          <p14:tracePt t="52766" x="6203950" y="4432300"/>
          <p14:tracePt t="52782" x="6235700" y="4400550"/>
          <p14:tracePt t="52799" x="6254750" y="4381500"/>
          <p14:tracePt t="53770" x="6318250" y="4381500"/>
          <p14:tracePt t="53777" x="6445250" y="4387850"/>
          <p14:tracePt t="53784" x="6578600" y="4406900"/>
          <p14:tracePt t="53798" x="6692900" y="4425950"/>
          <p14:tracePt t="53813" x="6794500" y="4451350"/>
          <p14:tracePt t="53829" x="6985000" y="4476750"/>
          <p14:tracePt t="53845" x="7080250" y="4502150"/>
          <p14:tracePt t="53861" x="7283450" y="4552950"/>
          <p14:tracePt t="53878" x="7442200" y="4591050"/>
          <p14:tracePt t="53896" x="7550150" y="4610100"/>
          <p14:tracePt t="53912" x="7569200" y="4610100"/>
          <p14:tracePt t="53928" x="7600950" y="4610100"/>
          <p14:tracePt t="53946" x="7620000" y="4610100"/>
          <p14:tracePt t="53978" x="7620000" y="4603750"/>
          <p14:tracePt t="53997" x="7626350" y="4597400"/>
          <p14:tracePt t="54016" x="7626350" y="4591050"/>
          <p14:tracePt t="54037" x="7626350" y="4584700"/>
          <p14:tracePt t="54045" x="7620000" y="4584700"/>
          <p14:tracePt t="54061" x="7613650" y="4584700"/>
          <p14:tracePt t="54078" x="7613650" y="4578350"/>
          <p14:tracePt t="54094" x="7594600" y="4572000"/>
          <p14:tracePt t="54111" x="7575550" y="4559300"/>
          <p14:tracePt t="54128" x="7543800" y="4540250"/>
          <p14:tracePt t="54144" x="7512050" y="4533900"/>
          <p14:tracePt t="54162" x="7429500" y="4514850"/>
          <p14:tracePt t="54178" x="7296150" y="4476750"/>
          <p14:tracePt t="54193" x="7219950" y="4457700"/>
          <p14:tracePt t="54211" x="7061200" y="4425950"/>
          <p14:tracePt t="54227" x="6927850" y="4387850"/>
          <p14:tracePt t="54244" x="6883400" y="4375150"/>
          <p14:tracePt t="54262" x="6813550" y="4356100"/>
          <p14:tracePt t="54277" x="6769100" y="4343400"/>
          <p14:tracePt t="54294" x="6750050" y="4337050"/>
          <p14:tracePt t="54311" x="6724650" y="4324350"/>
          <p14:tracePt t="54327" x="6718300" y="4324350"/>
          <p14:tracePt t="54344" x="6705600" y="4318000"/>
          <p14:tracePt t="54361" x="6705600" y="4305300"/>
          <p14:tracePt t="54393" x="6705600" y="4298950"/>
          <p14:tracePt t="54416" x="6711950" y="4298950"/>
          <p14:tracePt t="54437" x="6718300" y="4298950"/>
          <p14:tracePt t="54446" x="6724650" y="4298950"/>
          <p14:tracePt t="54465" x="6731000" y="4298950"/>
          <p14:tracePt t="54480" x="6731000" y="4292600"/>
          <p14:tracePt t="55001" x="6731000" y="4279900"/>
          <p14:tracePt t="55014" x="6718300" y="4248150"/>
          <p14:tracePt t="55022" x="6705600" y="4229100"/>
          <p14:tracePt t="55029" x="6699250" y="4210050"/>
          <p14:tracePt t="55044" x="6686550" y="4178300"/>
          <p14:tracePt t="55058" x="6673850" y="4121150"/>
          <p14:tracePt t="55074" x="6629400" y="4025900"/>
          <p14:tracePt t="55092" x="6572250" y="3898900"/>
          <p14:tracePt t="55107" x="6534150" y="3816350"/>
          <p14:tracePt t="55124" x="6445250" y="3670300"/>
          <p14:tracePt t="55141" x="6375400" y="3568700"/>
          <p14:tracePt t="55157" x="6330950" y="3505200"/>
          <p14:tracePt t="55174" x="6248400" y="3422650"/>
          <p14:tracePt t="55191" x="6184900" y="3359150"/>
          <p14:tracePt t="55207" x="6159500" y="3327400"/>
          <p14:tracePt t="55224" x="6140450" y="3302000"/>
          <p14:tracePt t="55228" x="6127750" y="3282950"/>
          <p14:tracePt t="55240" x="6108700" y="3244850"/>
          <p14:tracePt t="55257" x="6089650" y="3238500"/>
          <p14:tracePt t="55274" x="6083300" y="3225800"/>
          <p14:tracePt t="55290" x="6076950" y="3219450"/>
          <p14:tracePt t="55326" x="6070600" y="3219450"/>
          <p14:tracePt t="55340" x="6070600" y="3225800"/>
          <p14:tracePt t="55356" x="6070600" y="3238500"/>
          <p14:tracePt t="55376" x="6070600" y="3251200"/>
          <p14:tracePt t="55389" x="6070600" y="3257550"/>
          <p14:tracePt t="55406" x="6083300" y="3276600"/>
          <p14:tracePt t="55423" x="6089650" y="3282950"/>
          <p14:tracePt t="55440" x="6096000" y="3295650"/>
          <p14:tracePt t="55457" x="6134100" y="3340100"/>
          <p14:tracePt t="55473" x="6223000" y="3429000"/>
          <p14:tracePt t="55490" x="6299200" y="3492500"/>
          <p14:tracePt t="55507" x="6438900" y="3632200"/>
          <p14:tracePt t="55523" x="6597650" y="3778250"/>
          <p14:tracePt t="55540" x="6667500" y="3841750"/>
          <p14:tracePt t="55556" x="6769100" y="3943350"/>
          <p14:tracePt t="55572" x="6819900" y="3981450"/>
          <p14:tracePt t="55589" x="6877050" y="4038600"/>
          <p14:tracePt t="55606" x="6921500" y="4083050"/>
          <p14:tracePt t="55622" x="6934200" y="4095750"/>
          <p14:tracePt t="55639" x="6953250" y="4114800"/>
          <p14:tracePt t="55655" x="6965950" y="4127500"/>
          <p14:tracePt t="55746" x="6953250" y="4127500"/>
          <p14:tracePt t="55752" x="6946900" y="4121150"/>
          <p14:tracePt t="55767" x="6934200" y="4114800"/>
          <p14:tracePt t="55775" x="6921500" y="4108450"/>
          <p14:tracePt t="55789" x="6908800" y="4102100"/>
          <p14:tracePt t="55805" x="6864350" y="4076700"/>
          <p14:tracePt t="55822" x="6838950" y="4057650"/>
          <p14:tracePt t="55838" x="6743700" y="4000500"/>
          <p14:tracePt t="55855" x="6686550" y="3962400"/>
          <p14:tracePt t="55872" x="6489700" y="3829050"/>
          <p14:tracePt t="55888" x="6426200" y="3803650"/>
          <p14:tracePt t="55905" x="6356350" y="3771900"/>
          <p14:tracePt t="55921" x="6242050" y="3727450"/>
          <p14:tracePt t="55938" x="6172200" y="3702050"/>
          <p14:tracePt t="55955" x="6153150" y="3695700"/>
          <p14:tracePt t="55971" x="6127750" y="3683000"/>
          <p14:tracePt t="55988" x="6121400" y="3676650"/>
          <p14:tracePt t="56004" x="6115050" y="3676650"/>
          <p14:tracePt t="56037" x="6115050" y="3670300"/>
          <p14:tracePt t="56069" x="6108700" y="3663950"/>
          <p14:tracePt t="56104" x="6102350" y="3651250"/>
          <p14:tracePt t="56126" x="6096000" y="3651250"/>
          <p14:tracePt t="56139" x="6096000" y="3638550"/>
          <p14:tracePt t="56146" x="6089650" y="3632200"/>
          <p14:tracePt t="56154" x="6089650" y="3613150"/>
          <p14:tracePt t="56170" x="6076950" y="3594100"/>
          <p14:tracePt t="56187" x="6064250" y="3562350"/>
          <p14:tracePt t="56204" x="6038850" y="3467100"/>
          <p14:tracePt t="56220" x="5994400" y="3365500"/>
          <p14:tracePt t="56224" x="5975350" y="3321050"/>
          <p14:tracePt t="56240" x="5949950" y="3289300"/>
          <p14:tracePt t="56253" x="5930900" y="3244850"/>
          <p14:tracePt t="56270" x="5892800" y="3181350"/>
          <p14:tracePt t="56287" x="5867400" y="3136900"/>
          <p14:tracePt t="56303" x="5854700" y="3124200"/>
          <p14:tracePt t="56319" x="5835650" y="3111500"/>
          <p14:tracePt t="56336" x="5822950" y="3111500"/>
          <p14:tracePt t="56353" x="5810250" y="3111500"/>
          <p14:tracePt t="56370" x="5803900" y="3105150"/>
          <p14:tracePt t="56386" x="5791200" y="3105150"/>
          <p14:tracePt t="56420" x="5784850" y="3105150"/>
          <p14:tracePt t="56436" x="5772150" y="3105150"/>
          <p14:tracePt t="56518" x="5765800" y="3105150"/>
          <p14:tracePt t="56547" x="5765800" y="3111500"/>
          <p14:tracePt t="56560" x="5765800" y="3117850"/>
          <p14:tracePt t="56574" x="5772150" y="3124200"/>
          <p14:tracePt t="56596" x="5778500" y="3130550"/>
          <p14:tracePt t="56617" x="5784850" y="3130550"/>
          <p14:tracePt t="56631" x="5797550" y="3136900"/>
          <p14:tracePt t="56639" x="5810250" y="3143250"/>
          <p14:tracePt t="56652" x="5835650" y="3149600"/>
          <p14:tracePt t="56669" x="5918200" y="3155950"/>
          <p14:tracePt t="56685" x="5969000" y="3168650"/>
          <p14:tracePt t="56702" x="6102350" y="3187700"/>
          <p14:tracePt t="56719" x="6223000" y="3200400"/>
          <p14:tracePt t="56735" x="6273800" y="3213100"/>
          <p14:tracePt t="56752" x="6356350" y="3219450"/>
          <p14:tracePt t="56768" x="6375400" y="3219450"/>
          <p14:tracePt t="56787" x="6407150" y="3225800"/>
          <p14:tracePt t="56801" x="6413500" y="3225800"/>
          <p14:tracePt t="56856" x="6407150" y="3225800"/>
          <p14:tracePt t="56877" x="6400800" y="3225800"/>
          <p14:tracePt t="56962" x="6400800" y="3232150"/>
          <p14:tracePt t="56983" x="6400800" y="3238500"/>
          <p14:tracePt t="56990" x="6407150" y="3238500"/>
          <p14:tracePt t="57011" x="6413500" y="3244850"/>
          <p14:tracePt t="57021" x="6413500" y="3257550"/>
          <p14:tracePt t="57034" x="6419850" y="3270250"/>
          <p14:tracePt t="57051" x="6432550" y="3282950"/>
          <p14:tracePt t="57067" x="6502400" y="3429000"/>
          <p14:tracePt t="57084" x="6540500" y="3498850"/>
          <p14:tracePt t="57100" x="6591300" y="3587750"/>
          <p14:tracePt t="57117" x="6718300" y="3765550"/>
          <p14:tracePt t="57134" x="6864350" y="3937000"/>
          <p14:tracePt t="57152" x="7010400" y="4064000"/>
          <p14:tracePt t="57167" x="7067550" y="4127500"/>
          <p14:tracePt t="57183" x="7150100" y="4197350"/>
          <p14:tracePt t="57201" x="7200900" y="4235450"/>
          <p14:tracePt t="57217" x="7213600" y="4248150"/>
          <p14:tracePt t="57220" x="7226300" y="4254500"/>
          <p14:tracePt t="57234" x="7239000" y="4260850"/>
          <p14:tracePt t="57251" x="7251700" y="4267200"/>
          <p14:tracePt t="57267" x="7264400" y="4267200"/>
          <p14:tracePt t="57283" x="7277100" y="4279900"/>
          <p14:tracePt t="57300" x="7283450" y="4286250"/>
          <p14:tracePt t="57316" x="7289800" y="4292600"/>
          <p14:tracePt t="57334" x="7296150" y="4292600"/>
          <p14:tracePt t="57350" x="7296150" y="4298950"/>
          <p14:tracePt t="57367" x="7302500" y="4298950"/>
          <p14:tracePt t="57386" x="7308850" y="4298950"/>
          <p14:tracePt t="57412" x="7308850" y="4305300"/>
          <p14:tracePt t="57419" x="7308850" y="4311650"/>
          <p14:tracePt t="57439" x="7308850" y="4318000"/>
          <p14:tracePt t="57454" x="7302500" y="4318000"/>
          <p14:tracePt t="57466" x="7296150" y="4318000"/>
          <p14:tracePt t="57482" x="7264400" y="4318000"/>
          <p14:tracePt t="57499" x="7239000" y="4318000"/>
          <p14:tracePt t="57516" x="7112000" y="4318000"/>
          <p14:tracePt t="57532" x="6908800" y="4318000"/>
          <p14:tracePt t="57549" x="6819900" y="4318000"/>
          <p14:tracePt t="57567" x="6616700" y="4292600"/>
          <p14:tracePt t="57583" x="6464300" y="4273550"/>
          <p14:tracePt t="57601" x="6388100" y="4248150"/>
          <p14:tracePt t="57616" x="6369050" y="4248150"/>
          <p14:tracePt t="57632" x="6356350" y="4241800"/>
          <p14:tracePt t="57666" x="6362700" y="4241800"/>
          <p14:tracePt t="57681" x="6369050" y="4241800"/>
          <p14:tracePt t="57699" x="6381750" y="4241800"/>
          <p14:tracePt t="57715" x="6400800" y="4248150"/>
          <p14:tracePt t="57732" x="6419850" y="4254500"/>
          <p14:tracePt t="57749" x="6477000" y="4254500"/>
          <p14:tracePt t="57765" x="6572250" y="4235450"/>
          <p14:tracePt t="57782" x="6635750" y="4229100"/>
          <p14:tracePt t="57799" x="6769100" y="4197350"/>
          <p14:tracePt t="57815" x="6921500" y="4178300"/>
          <p14:tracePt t="57831" x="7016750" y="4159250"/>
          <p14:tracePt t="57848" x="7131050" y="4152900"/>
          <p14:tracePt t="57865" x="7226300" y="4152900"/>
          <p14:tracePt t="57882" x="7264400" y="4152900"/>
          <p14:tracePt t="57898" x="7315200" y="4152900"/>
          <p14:tracePt t="57914" x="7334250" y="4159250"/>
          <p14:tracePt t="57932" x="7346950" y="4165600"/>
          <p14:tracePt t="57948" x="7353300" y="4171950"/>
          <p14:tracePt t="58002" x="7346950" y="4171950"/>
          <p14:tracePt t="58016" x="7340600" y="4171950"/>
          <p14:tracePt t="58022" x="7334250" y="4165600"/>
          <p14:tracePt t="58031" x="7321550" y="4159250"/>
          <p14:tracePt t="58047" x="7315200" y="4159250"/>
          <p14:tracePt t="58064" x="7302500" y="4152900"/>
          <p14:tracePt t="58080" x="7258050" y="4146550"/>
          <p14:tracePt t="58097" x="7175500" y="4121150"/>
          <p14:tracePt t="58115" x="7073900" y="4102100"/>
          <p14:tracePt t="58130" x="7004050" y="4095750"/>
          <p14:tracePt t="58147" x="6902450" y="4095750"/>
          <p14:tracePt t="58164" x="6832600" y="4095750"/>
          <p14:tracePt t="58180" x="6819900" y="4095750"/>
          <p14:tracePt t="58197" x="6800850" y="4095750"/>
          <p14:tracePt t="58214" x="6788150" y="4095750"/>
          <p14:tracePt t="58255" x="6794500" y="4095750"/>
          <p14:tracePt t="58276" x="6800850" y="4095750"/>
          <p14:tracePt t="58283" x="6813550" y="4095750"/>
          <p14:tracePt t="58304" x="6826250" y="4102100"/>
          <p14:tracePt t="58318" x="6838950" y="4102100"/>
          <p14:tracePt t="58329" x="6851650" y="4102100"/>
          <p14:tracePt t="58347" x="6908800" y="4121150"/>
          <p14:tracePt t="58363" x="6965950" y="4127500"/>
          <p14:tracePt t="58380" x="7086600" y="4152900"/>
          <p14:tracePt t="58396" x="7226300" y="4184650"/>
          <p14:tracePt t="58413" x="7308850" y="4203700"/>
          <p14:tracePt t="58429" x="7467600" y="4235450"/>
          <p14:tracePt t="58446" x="7607300" y="4260850"/>
          <p14:tracePt t="58462" x="7658100" y="4260850"/>
          <p14:tracePt t="58480" x="7727950" y="4260850"/>
          <p14:tracePt t="58496" x="7759700" y="4260850"/>
          <p14:tracePt t="58512" x="7772400" y="4260850"/>
          <p14:tracePt t="58529" x="7778750" y="4260850"/>
          <p14:tracePt t="58614" x="7778750" y="4267200"/>
          <p14:tracePt t="59054" x="7778750" y="4260850"/>
          <p14:tracePt t="59068" x="7772400" y="4254500"/>
          <p14:tracePt t="59075" x="7766050" y="4248150"/>
          <p14:tracePt t="59090" x="7759700" y="4229100"/>
          <p14:tracePt t="59097" x="7753350" y="4216400"/>
          <p14:tracePt t="59113" x="7747000" y="4184650"/>
          <p14:tracePt t="59127" x="7740650" y="4133850"/>
          <p14:tracePt t="59143" x="7734300" y="4108450"/>
          <p14:tracePt t="59160" x="7734300" y="4044950"/>
          <p14:tracePt t="59177" x="7734300" y="4019550"/>
          <p14:tracePt t="59193" x="7740650" y="3975100"/>
          <p14:tracePt t="59210" x="7747000" y="3937000"/>
          <p14:tracePt t="59226" x="7753350" y="3924300"/>
          <p14:tracePt t="59244" x="7766050" y="3886200"/>
          <p14:tracePt t="59260" x="7778750" y="3860800"/>
          <p14:tracePt t="59276" x="7778750" y="3854450"/>
          <p14:tracePt t="59293" x="7778750" y="3841750"/>
          <p14:tracePt t="59309" x="7778750" y="3835400"/>
          <p14:tracePt t="59326" x="7778750" y="3829050"/>
          <p14:tracePt t="59342" x="7778750" y="3822700"/>
          <p14:tracePt t="59359" x="7778750" y="3816350"/>
          <p14:tracePt t="59376" x="7772400" y="3816350"/>
          <p14:tracePt t="59392" x="7766050" y="3816350"/>
          <p14:tracePt t="59409" x="7753350" y="3816350"/>
          <p14:tracePt t="59426" x="7753350" y="3810000"/>
          <p14:tracePt t="59442" x="7747000" y="3810000"/>
          <p14:tracePt t="59469" x="7740650" y="3810000"/>
          <p14:tracePt t="59490" x="7734300" y="3810000"/>
          <p14:tracePt t="59497" x="7727950" y="3803650"/>
          <p14:tracePt t="59512" x="7715250" y="3803650"/>
          <p14:tracePt t="59525" x="7708900" y="3803650"/>
          <p14:tracePt t="59542" x="7677150" y="3797300"/>
          <p14:tracePt t="59559" x="7658100" y="3797300"/>
          <p14:tracePt t="59575" x="7607300" y="3790950"/>
          <p14:tracePt t="59592" x="7569200" y="3784600"/>
          <p14:tracePt t="59609" x="7537450" y="3784600"/>
          <p14:tracePt t="59626" x="7524750" y="3784600"/>
          <p14:tracePt t="59642" x="7518400" y="3784600"/>
          <p14:tracePt t="59675" x="7524750" y="3790950"/>
          <p14:tracePt t="59691" x="7524750" y="3797300"/>
          <p14:tracePt t="59709" x="7537450" y="3810000"/>
          <p14:tracePt t="59725" x="7550150" y="3816350"/>
          <p14:tracePt t="59742" x="7556500" y="3822700"/>
          <p14:tracePt t="59745" x="7569200" y="3835400"/>
          <p14:tracePt t="59758" x="7594600" y="3860800"/>
          <p14:tracePt t="59775" x="7607300" y="3879850"/>
          <p14:tracePt t="59792" x="7639050" y="3930650"/>
          <p14:tracePt t="59807" x="7645400" y="3962400"/>
          <p14:tracePt t="59825" x="7664450" y="4019550"/>
          <p14:tracePt t="59842" x="7664450" y="4076700"/>
          <p14:tracePt t="59858" x="7658100" y="4121150"/>
          <p14:tracePt t="59874" x="7620000" y="4197350"/>
          <p14:tracePt t="59891" x="7569200" y="4273550"/>
          <p14:tracePt t="59908" x="7543800" y="4292600"/>
          <p14:tracePt t="59925" x="7499350" y="4324350"/>
          <p14:tracePt t="59941" x="7461250" y="4337050"/>
          <p14:tracePt t="59957" x="7435850" y="4349750"/>
          <p14:tracePt t="59975" x="7416800" y="4362450"/>
          <p14:tracePt t="59990" x="7410450" y="4368800"/>
          <p14:tracePt t="60007" x="7404100" y="4368800"/>
          <p14:tracePt t="60116" x="7397750" y="4362450"/>
          <p14:tracePt t="60130" x="7391400" y="4362450"/>
          <p14:tracePt t="60144" x="7385050" y="4362450"/>
          <p14:tracePt t="60150" x="7378700" y="4356100"/>
          <p14:tracePt t="60171" x="7372350" y="4349750"/>
          <p14:tracePt t="60193" x="7366000" y="4349750"/>
          <p14:tracePt t="60200" x="7359650" y="4349750"/>
          <p14:tracePt t="60214" x="7353300" y="4343400"/>
          <p14:tracePt t="60223" x="7340600" y="4337050"/>
          <p14:tracePt t="60240" x="7327900" y="4337050"/>
          <p14:tracePt t="60256" x="7302500" y="4311650"/>
          <p14:tracePt t="60273" x="7277100" y="4279900"/>
          <p14:tracePt t="60290" x="7264400" y="4273550"/>
          <p14:tracePt t="60306" x="7239000" y="4248150"/>
          <p14:tracePt t="60323" x="7226300" y="4241800"/>
          <p14:tracePt t="60340" x="7219950" y="4235450"/>
          <p14:tracePt t="60356" x="7213600" y="4235450"/>
          <p14:tracePt t="60373" x="7207250" y="4235450"/>
          <p14:tracePt t="60390" x="7200900" y="4235450"/>
          <p14:tracePt t="60406" x="7181850" y="4235450"/>
          <p14:tracePt t="60422" x="7175500" y="4235450"/>
          <p14:tracePt t="60439" x="7143750" y="4235450"/>
          <p14:tracePt t="60456" x="7080250" y="4235450"/>
          <p14:tracePt t="60473" x="7010400" y="4216400"/>
          <p14:tracePt t="60489" x="6972300" y="4210050"/>
          <p14:tracePt t="60505" x="6902450" y="4197350"/>
          <p14:tracePt t="60524" x="6845300" y="4171950"/>
          <p14:tracePt t="60538" x="6826250" y="4165600"/>
          <p14:tracePt t="60555" x="6807200" y="4159250"/>
          <p14:tracePt t="60573" x="6813550" y="4152900"/>
          <p14:tracePt t="60589" x="6826250" y="4152900"/>
          <p14:tracePt t="60605" x="6838950" y="4152900"/>
          <p14:tracePt t="60622" x="6908800" y="4159250"/>
          <p14:tracePt t="60638" x="6959600" y="4159250"/>
          <p14:tracePt t="60656" x="7035800" y="4159250"/>
          <p14:tracePt t="60672" x="7219950" y="4127500"/>
          <p14:tracePt t="60689" x="7385050" y="4089400"/>
          <p14:tracePt t="60705" x="7531100" y="4038600"/>
          <p14:tracePt t="60721" x="7575550" y="4019550"/>
          <p14:tracePt t="60738" x="7639050" y="3994150"/>
          <p14:tracePt t="60755" x="7664450" y="3981450"/>
          <p14:tracePt t="60771" x="7689850" y="3981450"/>
          <p14:tracePt t="60788" x="7702550" y="3962400"/>
          <p14:tracePt t="77287" x="7702550" y="3956050"/>
          <p14:tracePt t="77300" x="7696200" y="3956050"/>
          <p14:tracePt t="77308" x="7689850" y="3943350"/>
          <p14:tracePt t="77317" x="7683500" y="3937000"/>
          <p14:tracePt t="77330" x="7670800" y="3924300"/>
          <p14:tracePt t="77347" x="7651750" y="3905250"/>
          <p14:tracePt t="77364" x="7600950" y="3867150"/>
          <p14:tracePt t="77380" x="7550150" y="3829050"/>
          <p14:tracePt t="77397" x="7493000" y="3771900"/>
          <p14:tracePt t="77414" x="7385050" y="3676650"/>
          <p14:tracePt t="77430" x="7302500" y="3581400"/>
          <p14:tracePt t="77447" x="7175500" y="3441700"/>
          <p14:tracePt t="77463" x="7105650" y="3371850"/>
          <p14:tracePt t="77480" x="7042150" y="3308350"/>
          <p14:tracePt t="77497" x="6965950" y="3225800"/>
          <p14:tracePt t="77513" x="6896100" y="3168650"/>
          <p14:tracePt t="77530" x="6845300" y="3130550"/>
          <p14:tracePt t="77547" x="6762750" y="3048000"/>
          <p14:tracePt t="77563" x="6699250" y="3016250"/>
          <p14:tracePt t="77580" x="6642100" y="2946400"/>
          <p14:tracePt t="77596" x="6578600" y="2889250"/>
          <p14:tracePt t="77613" x="6553200" y="2863850"/>
          <p14:tracePt t="77617" x="6540500" y="2844800"/>
          <p14:tracePt t="77630" x="6534150" y="2832100"/>
          <p14:tracePt t="77646" x="6496050" y="2813050"/>
          <p14:tracePt t="77663" x="6470650" y="2787650"/>
          <p14:tracePt t="77680" x="6426200" y="2755900"/>
          <p14:tracePt t="77696" x="6400800" y="2724150"/>
          <p14:tracePt t="77713" x="6388100" y="2692400"/>
          <p14:tracePt t="77729" x="6362700" y="2660650"/>
          <p14:tracePt t="77746" x="6350000" y="2635250"/>
          <p14:tracePt t="77763" x="6330950" y="2609850"/>
          <p14:tracePt t="77779" x="6311900" y="2571750"/>
          <p14:tracePt t="77796" x="6292850" y="2546350"/>
          <p14:tracePt t="77813" x="6254750" y="2495550"/>
          <p14:tracePt t="77829" x="6235700" y="2470150"/>
          <p14:tracePt t="77845" x="6223000" y="2444750"/>
          <p14:tracePt t="77864" x="6184900" y="2400300"/>
          <p14:tracePt t="77878" x="6153150" y="2381250"/>
          <p14:tracePt t="77895" x="6146800" y="2368550"/>
          <p14:tracePt t="77912" x="6115050" y="2343150"/>
          <p14:tracePt t="77929" x="6102350" y="2336800"/>
          <p14:tracePt t="77945" x="6083300" y="2324100"/>
          <p14:tracePt t="77962" x="6070600" y="2305050"/>
          <p14:tracePt t="77978" x="6057900" y="2298700"/>
          <p14:tracePt t="77995" x="6038850" y="2279650"/>
          <p14:tracePt t="78011" x="6007100" y="2254250"/>
          <p14:tracePt t="78029" x="5988050" y="2235200"/>
          <p14:tracePt t="78045" x="5956300" y="2216150"/>
          <p14:tracePt t="78061" x="5924550" y="2184400"/>
          <p14:tracePt t="78078" x="5899150" y="2171700"/>
          <p14:tracePt t="78095" x="5861050" y="2146300"/>
          <p14:tracePt t="78111" x="5842000" y="2127250"/>
          <p14:tracePt t="78129" x="5822950" y="2120900"/>
          <p14:tracePt t="78132" x="5803900" y="2114550"/>
          <p14:tracePt t="78145" x="5759450" y="2089150"/>
          <p14:tracePt t="78161" x="5702300" y="2070100"/>
          <p14:tracePt t="83909" x="5708650" y="2070100"/>
          <p14:tracePt t="83923" x="5715000" y="2070100"/>
          <p14:tracePt t="83930" x="5721350" y="2070100"/>
          <p14:tracePt t="83941" x="5734050" y="2076450"/>
          <p14:tracePt t="83958" x="5772150" y="2089150"/>
          <p14:tracePt t="83974" x="5797550" y="2095500"/>
          <p14:tracePt t="83991" x="5835650" y="2108200"/>
          <p14:tracePt t="84008" x="5924550" y="2133600"/>
          <p14:tracePt t="84024" x="5994400" y="2146300"/>
          <p14:tracePt t="84041" x="6076950" y="2159000"/>
          <p14:tracePt t="84058" x="6203950" y="2184400"/>
          <p14:tracePt t="84074" x="6292850" y="2190750"/>
          <p14:tracePt t="84091" x="6369050" y="2203450"/>
          <p14:tracePt t="84107" x="6464300" y="2235200"/>
          <p14:tracePt t="84124" x="6489700" y="2241550"/>
          <p14:tracePt t="84141" x="6534150" y="2254250"/>
          <p14:tracePt t="84157" x="6565900" y="2266950"/>
          <p14:tracePt t="84174" x="6591300" y="2266950"/>
          <p14:tracePt t="84191" x="6616700" y="2286000"/>
          <p14:tracePt t="84207" x="6635750" y="2292350"/>
          <p14:tracePt t="84224" x="6667500" y="2305050"/>
          <p14:tracePt t="84240" x="6705600" y="2330450"/>
          <p14:tracePt t="84257" x="6724650" y="2336800"/>
          <p14:tracePt t="84274" x="6750050" y="2343150"/>
          <p14:tracePt t="84289" x="6769100" y="2349500"/>
          <p14:tracePt t="84306" x="6775450" y="2349500"/>
          <p14:tracePt t="84324" x="6800850" y="2368550"/>
          <p14:tracePt t="90747" x="6794500" y="2368550"/>
          <p14:tracePt t="90754" x="6769100" y="2362200"/>
          <p14:tracePt t="90768" x="6680200" y="2330450"/>
          <p14:tracePt t="90785" x="6572250" y="2279650"/>
          <p14:tracePt t="90801" x="6445250" y="2203450"/>
          <p14:tracePt t="90818" x="6191250" y="2070100"/>
          <p14:tracePt t="90834" x="5930900" y="1911350"/>
          <p14:tracePt t="90851" x="5727700" y="1778000"/>
          <p14:tracePt t="90854" x="5492750" y="1600200"/>
          <p14:tracePt t="90868" x="5264150" y="1479550"/>
          <p14:tracePt t="90885" x="4984750" y="1301750"/>
          <p14:tracePt t="90902" x="4451350" y="882650"/>
          <p14:tracePt t="90917" x="3975100" y="501650"/>
          <p14:tracePt t="90933" x="3759200" y="330200"/>
          <p14:tracePt t="90951" x="3378200" y="0"/>
          <p14:tracePt t="90967" x="3143250" y="0"/>
          <p14:tracePt t="90984" x="3022600" y="0"/>
          <p14:tracePt t="91000" x="2832100" y="0"/>
          <p14:tracePt t="91017" x="2660650" y="0"/>
          <p14:tracePt t="91033" x="2603500" y="0"/>
          <p14:tracePt t="91050" x="2501900" y="0"/>
          <p14:tracePt t="91067" x="2419350" y="0"/>
          <p14:tracePt t="91084" x="2368550" y="0"/>
          <p14:tracePt t="91100" x="2355850" y="0"/>
          <p14:tracePt t="91116" x="2336800" y="0"/>
          <p14:tracePt t="91134" x="2317750" y="6350"/>
          <p14:tracePt t="91150" x="2305050" y="19050"/>
          <p14:tracePt t="91166" x="2286000" y="38100"/>
          <p14:tracePt t="91183" x="2152650" y="215900"/>
          <p14:tracePt t="91200" x="2101850" y="298450"/>
          <p14:tracePt t="91216" x="2044700" y="412750"/>
          <p14:tracePt t="91233" x="1936750" y="635000"/>
          <p14:tracePt t="91249" x="1866900" y="869950"/>
          <p14:tracePt t="91266" x="1847850" y="958850"/>
          <p14:tracePt t="91283" x="1816100" y="1079500"/>
          <p14:tracePt t="91299" x="1816100" y="1117600"/>
          <p14:tracePt t="91317" x="1816100" y="1130300"/>
          <p14:tracePt t="91348" x="1822450" y="1130300"/>
          <p14:tracePt t="91369" x="1822450" y="1123950"/>
          <p14:tracePt t="91382" x="1828800" y="1117600"/>
          <p14:tracePt t="91399" x="1828800" y="1104900"/>
          <p14:tracePt t="91415" x="1835150" y="1079500"/>
          <p14:tracePt t="91448" x="1841500" y="1060450"/>
          <p14:tracePt t="91465" x="1854200" y="1009650"/>
          <p14:tracePt t="91481" x="1866900" y="984250"/>
          <p14:tracePt t="91499" x="1892300" y="939800"/>
          <p14:tracePt t="91515" x="1911350" y="920750"/>
          <p14:tracePt t="91532" x="1949450" y="876300"/>
          <p14:tracePt t="91549" x="1993900" y="838200"/>
          <p14:tracePt t="91565" x="2025650" y="812800"/>
          <p14:tracePt t="91582" x="2101850" y="762000"/>
          <p14:tracePt t="91598" x="2190750" y="698500"/>
          <p14:tracePt t="91615" x="2222500" y="673100"/>
          <p14:tracePt t="91632" x="2292350" y="641350"/>
          <p14:tracePt t="91648" x="2324100" y="622300"/>
          <p14:tracePt t="91664" x="2330450" y="622300"/>
          <p14:tracePt t="91682" x="2343150" y="615950"/>
          <p14:tracePt t="91698" x="2349500" y="609600"/>
          <p14:tracePt t="91717" x="2355850" y="609600"/>
          <p14:tracePt t="92027" x="2355850" y="603250"/>
          <p14:tracePt t="92048" x="2355850" y="596900"/>
          <p14:tracePt t="92089" x="2355850" y="590550"/>
          <p14:tracePt t="92098" x="2362200" y="584200"/>
          <p14:tracePt t="92139" x="2368550" y="571500"/>
          <p14:tracePt t="92160" x="2368550" y="565150"/>
          <p14:tracePt t="92167" x="2374900" y="558800"/>
          <p14:tracePt t="92188" x="2381250" y="552450"/>
          <p14:tracePt t="92223" x="2387600" y="552450"/>
          <p14:tracePt t="92231" x="2387600" y="546100"/>
          <p14:tracePt t="92251" x="2393950" y="546100"/>
          <p14:tracePt t="92258" x="2393950" y="539750"/>
          <p14:tracePt t="92301" x="2406650" y="539750"/>
          <p14:tracePt t="92308" x="2406650" y="533400"/>
          <p14:tracePt t="92330" x="2413000" y="533400"/>
          <p14:tracePt t="92343" x="2419350" y="533400"/>
          <p14:tracePt t="92371" x="2425700" y="533400"/>
          <p14:tracePt t="92378" x="2432050" y="533400"/>
          <p14:tracePt t="92399" x="2432050" y="527050"/>
          <p14:tracePt t="92413" x="2438400" y="527050"/>
          <p14:tracePt t="92434" x="2444750" y="527050"/>
          <p14:tracePt t="92448" x="2451100" y="520700"/>
          <p14:tracePt t="92463" x="2457450" y="520700"/>
          <p14:tracePt t="92469" x="2463800" y="520700"/>
          <p14:tracePt t="92483" x="2470150" y="520700"/>
          <p14:tracePt t="92495" x="2470150" y="514350"/>
          <p14:tracePt t="92514" x="2482850" y="514350"/>
          <p14:tracePt t="92528" x="2489200" y="514350"/>
          <p14:tracePt t="92545" x="2520950" y="514350"/>
          <p14:tracePt t="92561" x="2565400" y="508000"/>
          <p14:tracePt t="92578" x="2584450" y="501650"/>
          <p14:tracePt t="92595" x="2635250" y="501650"/>
          <p14:tracePt t="92611" x="2679700" y="495300"/>
          <p14:tracePt t="92628" x="2711450" y="488950"/>
          <p14:tracePt t="92645" x="2762250" y="488950"/>
          <p14:tracePt t="92661" x="2806700" y="488950"/>
          <p14:tracePt t="92677" x="2832100" y="488950"/>
          <p14:tracePt t="92695" x="2870200" y="488950"/>
          <p14:tracePt t="92711" x="2901950" y="488950"/>
          <p14:tracePt t="92727" x="2914650" y="488950"/>
          <p14:tracePt t="92744" x="2933700" y="495300"/>
          <p14:tracePt t="92761" x="2940050" y="495300"/>
          <p14:tracePt t="92778" x="2952750" y="495300"/>
          <p14:tracePt t="92794" x="2965450" y="501650"/>
          <p14:tracePt t="92810" x="2971800" y="501650"/>
          <p14:tracePt t="92828" x="2978150" y="508000"/>
          <p14:tracePt t="92844" x="2984500" y="508000"/>
          <p14:tracePt t="92877" x="2990850" y="508000"/>
          <p14:tracePt t="92893" x="2997200" y="508000"/>
          <p14:tracePt t="92914" x="3003550" y="508000"/>
          <p14:tracePt t="92933" x="3009900" y="508000"/>
          <p14:tracePt t="92943" x="3016250" y="508000"/>
          <p14:tracePt t="92963" x="3022600" y="508000"/>
          <p14:tracePt t="92977" x="3028950" y="508000"/>
          <p14:tracePt t="92997" x="3035300" y="508000"/>
          <p14:tracePt t="93010" x="3054350" y="508000"/>
          <p14:tracePt t="93026" x="3067050" y="508000"/>
          <p14:tracePt t="93043" x="3086100" y="508000"/>
          <p14:tracePt t="93060" x="3111500" y="508000"/>
          <p14:tracePt t="93076" x="3136900" y="508000"/>
          <p14:tracePt t="93093" x="3149600" y="508000"/>
          <p14:tracePt t="93110" x="3168650" y="501650"/>
          <p14:tracePt t="93126" x="3175000" y="501650"/>
          <p14:tracePt t="93151" x="3181350" y="501650"/>
          <p14:tracePt t="93705" x="3181350" y="552450"/>
          <p14:tracePt t="93719" x="3168650" y="654050"/>
          <p14:tracePt t="93727" x="3136900" y="774700"/>
          <p14:tracePt t="93741" x="3105150" y="920750"/>
          <p14:tracePt t="93757" x="3003550" y="1397000"/>
          <p14:tracePt t="93774" x="2914650" y="1733550"/>
          <p14:tracePt t="93791" x="2743200" y="2470150"/>
          <p14:tracePt t="93807" x="2628900" y="3124200"/>
          <p14:tracePt t="93825" x="2565400" y="3714750"/>
          <p14:tracePt t="93840" x="2565400" y="4000500"/>
          <p14:tracePt t="93858" x="2603500" y="4387850"/>
          <p14:tracePt t="93874" x="2622550" y="4641850"/>
          <p14:tracePt t="93890" x="2628900" y="4730750"/>
          <p14:tracePt t="93907" x="2641600" y="4794250"/>
          <p14:tracePt t="93910" x="2647950" y="4864100"/>
          <p14:tracePt t="93924" x="2667000" y="4965700"/>
          <p14:tracePt t="93940" x="2679700" y="5022850"/>
          <p14:tracePt t="93957" x="2698750" y="5080000"/>
          <p14:tracePt t="93973" x="2762250" y="5264150"/>
          <p14:tracePt t="93989" x="2787650" y="5321300"/>
          <p14:tracePt t="94008" x="2857500" y="5435600"/>
          <p14:tracePt t="94023" x="2914650" y="5492750"/>
          <p14:tracePt t="94040" x="3016250" y="5626100"/>
          <p14:tracePt t="94057" x="3073400" y="5683250"/>
          <p14:tracePt t="94073" x="3206750" y="5803900"/>
          <p14:tracePt t="94089" x="3321050" y="5930900"/>
          <p14:tracePt t="94106" x="3429000" y="6007100"/>
          <p14:tracePt t="94123" x="3486150" y="6045200"/>
          <p14:tracePt t="94139" x="3530600" y="6083300"/>
          <p14:tracePt t="94156" x="3746500" y="6153150"/>
          <p14:tracePt t="94172" x="3784600" y="6165850"/>
          <p14:tracePt t="94191" x="3879850" y="6178550"/>
          <p14:tracePt t="94205" x="3905250" y="6178550"/>
          <p14:tracePt t="94222" x="3968750" y="6178550"/>
          <p14:tracePt t="94239" x="3987800" y="6165850"/>
          <p14:tracePt t="94256" x="4038600" y="6140450"/>
          <p14:tracePt t="94272" x="4095750" y="6089650"/>
          <p14:tracePt t="94290" x="4178300" y="6051550"/>
          <p14:tracePt t="94305" x="4216400" y="6026150"/>
          <p14:tracePt t="94322" x="4260850" y="5969000"/>
          <p14:tracePt t="94339" x="4279900" y="5924550"/>
          <p14:tracePt t="94355" x="4292600" y="5899150"/>
          <p14:tracePt t="94372" x="4292600" y="5867400"/>
          <p14:tracePt t="94389" x="4292600" y="5848350"/>
          <p14:tracePt t="94406" x="4292600" y="5835650"/>
          <p14:tracePt t="94409" x="4286250" y="5829300"/>
          <p14:tracePt t="94425" x="4279900" y="5822950"/>
          <p14:tracePt t="94438" x="4267200" y="5816600"/>
          <p14:tracePt t="94455" x="4260850" y="5816600"/>
          <p14:tracePt t="94472" x="4248150" y="5816600"/>
          <p14:tracePt t="94488" x="4241800" y="5816600"/>
          <p14:tracePt t="94505" x="4222750" y="5816600"/>
          <p14:tracePt t="94521" x="4210050" y="5816600"/>
          <p14:tracePt t="94538" x="4203700" y="5816600"/>
          <p14:tracePt t="94555" x="4159250" y="5810250"/>
          <p14:tracePt t="94571" x="4121150" y="5803900"/>
          <p14:tracePt t="94588" x="4089400" y="5797550"/>
          <p14:tracePt t="94605" x="4019550" y="5772150"/>
          <p14:tracePt t="94621" x="3943350" y="5746750"/>
          <p14:tracePt t="94637" x="3911600" y="5734050"/>
          <p14:tracePt t="94654" x="3854450" y="5708650"/>
          <p14:tracePt t="94671" x="3803650" y="5689600"/>
          <p14:tracePt t="94687" x="3778250" y="5683250"/>
          <p14:tracePt t="94704" x="3740150" y="5670550"/>
          <p14:tracePt t="94721" x="3714750" y="5664200"/>
          <p14:tracePt t="94738" x="3695700" y="5651500"/>
          <p14:tracePt t="94753" x="3683000" y="5645150"/>
          <p14:tracePt t="94770" x="3676650" y="5632450"/>
          <p14:tracePt t="94787" x="3676650" y="5626100"/>
          <p14:tracePt t="94804" x="3676650" y="5619750"/>
          <p14:tracePt t="94821" x="3683000" y="5619750"/>
          <p14:tracePt t="94837" x="3702050" y="5613400"/>
          <p14:tracePt t="94853" x="3714750" y="5607050"/>
          <p14:tracePt t="94870" x="3727450" y="5607050"/>
          <p14:tracePt t="94887" x="3771900" y="5588000"/>
          <p14:tracePt t="94903" x="3829050" y="5575300"/>
          <p14:tracePt t="94921" x="3924300" y="5556250"/>
          <p14:tracePt t="94936" x="3968750" y="5549900"/>
          <p14:tracePt t="94953" x="4070350" y="5530850"/>
          <p14:tracePt t="94970" x="4165600" y="5524500"/>
          <p14:tracePt t="94986" x="4210050" y="5518150"/>
          <p14:tracePt t="95003" x="4267200" y="5505450"/>
          <p14:tracePt t="95020" x="4318000" y="5499100"/>
          <p14:tracePt t="95036" x="4337050" y="5492750"/>
          <p14:tracePt t="95053" x="4356100" y="5492750"/>
          <p14:tracePt t="95069" x="4394200" y="5492750"/>
          <p14:tracePt t="95086" x="4400550" y="5492750"/>
          <p14:tracePt t="95103" x="4406900" y="5492750"/>
          <p14:tracePt t="95119" x="4425950" y="5492750"/>
          <p14:tracePt t="95136" x="4432300" y="5492750"/>
          <p14:tracePt t="95153" x="4451350" y="5492750"/>
          <p14:tracePt t="95169" x="4457700" y="5492750"/>
          <p14:tracePt t="97809" x="4464050" y="5486400"/>
          <p14:tracePt t="97823" x="4470400" y="5480050"/>
          <p14:tracePt t="97830" x="4483100" y="5473700"/>
          <p14:tracePt t="97846" x="4489450" y="5461000"/>
          <p14:tracePt t="97860" x="4508500" y="5454650"/>
          <p14:tracePt t="97877" x="4527550" y="5416550"/>
          <p14:tracePt t="97894" x="4559300" y="5353050"/>
          <p14:tracePt t="97910" x="4572000" y="5321300"/>
          <p14:tracePt t="97926" x="4616450" y="5219700"/>
          <p14:tracePt t="97943" x="4699000" y="5092700"/>
          <p14:tracePt t="97959" x="4737100" y="5016500"/>
          <p14:tracePt t="97963" x="4775200" y="4921250"/>
          <p14:tracePt t="97977" x="4845050" y="4813300"/>
          <p14:tracePt t="97993" x="4946650" y="4591050"/>
          <p14:tracePt t="98009" x="5003800" y="4476750"/>
          <p14:tracePt t="98026" x="5099050" y="4254500"/>
          <p14:tracePt t="98042" x="5187950" y="4076700"/>
          <p14:tracePt t="98059" x="5232400" y="4006850"/>
          <p14:tracePt t="98076" x="5308600" y="3867150"/>
          <p14:tracePt t="98093" x="5372100" y="3778250"/>
          <p14:tracePt t="98109" x="5397500" y="3746500"/>
          <p14:tracePt t="98126" x="5448300" y="3676650"/>
          <p14:tracePt t="98142" x="5473700" y="3644900"/>
          <p14:tracePt t="98159" x="5530850" y="3530600"/>
          <p14:tracePt t="98175" x="5543550" y="3498850"/>
          <p14:tracePt t="98192" x="5562600" y="3454400"/>
          <p14:tracePt t="98209" x="5594350" y="3390900"/>
          <p14:tracePt t="98225" x="5619750" y="3327400"/>
          <p14:tracePt t="98241" x="5632450" y="3308350"/>
          <p14:tracePt t="98258" x="5664200" y="3232150"/>
          <p14:tracePt t="98275" x="5715000" y="3168650"/>
          <p14:tracePt t="98292" x="5727700" y="3136900"/>
          <p14:tracePt t="98308" x="5784850" y="3035300"/>
          <p14:tracePt t="98325" x="5822950" y="2940050"/>
          <p14:tracePt t="98342" x="5835650" y="2914650"/>
          <p14:tracePt t="98358" x="5854700" y="2857500"/>
          <p14:tracePt t="98375" x="5886450" y="2806700"/>
          <p14:tracePt t="98392" x="5892800" y="2781300"/>
          <p14:tracePt t="98408" x="5905500" y="2743200"/>
          <p14:tracePt t="98425" x="5911850" y="2717800"/>
          <p14:tracePt t="98441" x="5937250" y="2673350"/>
          <p14:tracePt t="98458" x="5937250" y="2660650"/>
          <p14:tracePt t="98461" x="5943600" y="2641600"/>
          <p14:tracePt t="98491" x="5949950" y="2609850"/>
          <p14:tracePt t="98508" x="5949950" y="2584450"/>
          <p14:tracePt t="98525" x="5949950" y="2565400"/>
          <p14:tracePt t="98541" x="5949950" y="2540000"/>
          <p14:tracePt t="98557" x="5949950" y="2508250"/>
          <p14:tracePt t="98575" x="5956300" y="2457450"/>
          <p14:tracePt t="98591" x="5962650" y="2425700"/>
          <p14:tracePt t="98607" x="5969000" y="2368550"/>
          <p14:tracePt t="98624" x="5969000" y="2317750"/>
          <p14:tracePt t="98640" x="5969000" y="2298700"/>
          <p14:tracePt t="98657" x="5969000" y="2260600"/>
          <p14:tracePt t="98674" x="5969000" y="2228850"/>
          <p14:tracePt t="98690" x="5969000" y="2222500"/>
          <p14:tracePt t="98707" x="5969000" y="2216150"/>
          <p14:tracePt t="98723" x="5969000" y="2197100"/>
          <p14:tracePt t="98740" x="5962650" y="2190750"/>
          <p14:tracePt t="98757" x="5962650" y="2178050"/>
          <p14:tracePt t="98773" x="5962650" y="2171700"/>
          <p14:tracePt t="98790" x="5962650" y="2146300"/>
          <p14:tracePt t="98807" x="5956300" y="2133600"/>
          <p14:tracePt t="98823" x="5949950" y="2133600"/>
          <p14:tracePt t="98840" x="5949950" y="2120900"/>
          <p14:tracePt t="98856" x="5949950" y="2108200"/>
          <p14:tracePt t="98873" x="5943600" y="2108200"/>
          <p14:tracePt t="98890" x="5943600" y="2101850"/>
          <p14:tracePt t="98905" x="5943600" y="2095500"/>
          <p14:tracePt t="98953" x="5937250" y="2089150"/>
          <p14:tracePt t="98974" x="5937250" y="2082800"/>
          <p14:tracePt t="99003" x="5930900" y="2076450"/>
          <p14:tracePt t="99038" x="5930900" y="2070100"/>
          <p14:tracePt t="99116" x="5937250" y="2076450"/>
          <p14:tracePt t="99130" x="5937250" y="2082800"/>
          <p14:tracePt t="99144" x="5943600" y="2089150"/>
          <p14:tracePt t="99200" x="5949950" y="2089150"/>
          <p14:tracePt t="99207" x="5949950" y="2095500"/>
          <p14:tracePt t="99214" x="5956300" y="2095500"/>
          <p14:tracePt t="99235" x="5956300" y="2101850"/>
          <p14:tracePt t="99256" x="5956300" y="2108200"/>
          <p14:tracePt t="99298" x="5956300" y="2114550"/>
          <p14:tracePt t="99354" x="5962650" y="2114550"/>
          <p14:tracePt t="99671" x="5962650" y="2120900"/>
          <p14:tracePt t="99677" x="5962650" y="2127250"/>
          <p14:tracePt t="99748" x="5956300" y="2127250"/>
          <p14:tracePt t="99769" x="5949950" y="2127250"/>
          <p14:tracePt t="99776" x="5943600" y="2127250"/>
          <p14:tracePt t="99790" x="5937250" y="2127250"/>
          <p14:tracePt t="99803" x="5930900" y="2133600"/>
          <p14:tracePt t="99819" x="5911850" y="2133600"/>
          <p14:tracePt t="99836" x="5899150" y="2133600"/>
          <p14:tracePt t="99853" x="5867400" y="2133600"/>
          <p14:tracePt t="99869" x="5829300" y="2139950"/>
          <p14:tracePt t="99886" x="5816600" y="2139950"/>
          <p14:tracePt t="99903" x="5803900" y="2146300"/>
          <p14:tracePt t="99919" x="5791200" y="2152650"/>
          <p14:tracePt t="99936" x="5791200" y="2159000"/>
          <p14:tracePt t="99953" x="5784850" y="2159000"/>
          <p14:tracePt t="99969" x="5784850" y="2165350"/>
          <p14:tracePt t="99986" x="5784850" y="2171700"/>
          <p14:tracePt t="100029" x="5784850" y="2184400"/>
          <p14:tracePt t="100050" x="5791200" y="2184400"/>
          <p14:tracePt t="100057" x="5797550" y="2184400"/>
          <p14:tracePt t="100093" x="5797550" y="2190750"/>
          <p14:tracePt t="100100" x="5803900" y="2190750"/>
          <p14:tracePt t="100120" x="5803900" y="2197100"/>
          <p14:tracePt t="100149" x="5810250" y="2203450"/>
          <p14:tracePt t="100170" x="5816600" y="2203450"/>
          <p14:tracePt t="100183" x="5822950" y="2203450"/>
          <p14:tracePt t="100219" x="5829300" y="2209800"/>
          <p14:tracePt t="100233" x="5835650" y="2209800"/>
          <p14:tracePt t="100240" x="5842000" y="2209800"/>
          <p14:tracePt t="100269" x="5842000" y="2216150"/>
          <p14:tracePt t="100289" x="5848350" y="2216150"/>
          <p14:tracePt t="100310" x="5854700" y="2216150"/>
          <p14:tracePt t="100324" x="5861050" y="2216150"/>
          <p14:tracePt t="100339" x="5867400" y="2216150"/>
          <p14:tracePt t="100353" x="5873750" y="2216150"/>
          <p14:tracePt t="100359" x="5880100" y="2216150"/>
          <p14:tracePt t="100381" x="5886450" y="2222500"/>
          <p14:tracePt t="100388" x="5892800" y="2222500"/>
          <p14:tracePt t="100404" x="5905500" y="2222500"/>
          <p14:tracePt t="100417" x="5918200" y="2228850"/>
          <p14:tracePt t="100434" x="5962650" y="2241550"/>
          <p14:tracePt t="100451" x="6019800" y="2247900"/>
          <p14:tracePt t="100467" x="6045200" y="2254250"/>
          <p14:tracePt t="100471" x="6076950" y="2260600"/>
          <p14:tracePt t="100484" x="6115050" y="2273300"/>
          <p14:tracePt t="100500" x="6191250" y="2286000"/>
          <p14:tracePt t="100517" x="6229350" y="2292350"/>
          <p14:tracePt t="100534" x="6286500" y="2305050"/>
          <p14:tracePt t="100551" x="6464300" y="2311400"/>
          <p14:tracePt t="100567" x="6527800" y="2311400"/>
          <p14:tracePt t="100584" x="6667500" y="2311400"/>
          <p14:tracePt t="100600" x="6718300" y="2311400"/>
          <p14:tracePt t="100617" x="6851650" y="2317750"/>
          <p14:tracePt t="100634" x="6953250" y="2317750"/>
          <p14:tracePt t="100650" x="6985000" y="2317750"/>
          <p14:tracePt t="100667" x="7035800" y="2311400"/>
          <p14:tracePt t="100683" x="7048500" y="2305050"/>
          <p14:tracePt t="100716" x="7054850" y="2305050"/>
          <p14:tracePt t="100781" x="7042150" y="2305050"/>
          <p14:tracePt t="100816" x="7029450" y="2305050"/>
          <p14:tracePt t="100823" x="7016750" y="2305050"/>
          <p14:tracePt t="100832" x="7004050" y="2305050"/>
          <p14:tracePt t="100849" x="6985000" y="2305050"/>
          <p14:tracePt t="100866" x="6889750" y="2311400"/>
          <p14:tracePt t="100883" x="6826250" y="2324100"/>
          <p14:tracePt t="100900" x="6623050" y="2343150"/>
          <p14:tracePt t="100915" x="6381750" y="2362200"/>
          <p14:tracePt t="100932" x="6280150" y="2374900"/>
          <p14:tracePt t="100949" x="6089650" y="2387600"/>
          <p14:tracePt t="100966" x="5956300" y="2374900"/>
          <p14:tracePt t="100982" x="5911850" y="2362200"/>
          <p14:tracePt t="100999" x="5867400" y="2349500"/>
          <p14:tracePt t="101016" x="5835650" y="2336800"/>
          <p14:tracePt t="101032" x="5835650" y="2330450"/>
          <p14:tracePt t="101049" x="5835650" y="2324100"/>
          <p14:tracePt t="101085" x="5835650" y="2317750"/>
          <p14:tracePt t="101273" x="5842000" y="2317750"/>
          <p14:tracePt t="101294" x="5848350" y="2317750"/>
          <p14:tracePt t="101308" x="5861050" y="2317750"/>
          <p14:tracePt t="101317" x="5867400" y="2317750"/>
          <p14:tracePt t="101331" x="5880100" y="2317750"/>
          <p14:tracePt t="101347" x="5937250" y="2317750"/>
          <p14:tracePt t="101365" x="6051550" y="2317750"/>
          <p14:tracePt t="101381" x="6127750" y="2317750"/>
          <p14:tracePt t="101398" x="6280150" y="2324100"/>
          <p14:tracePt t="101414" x="6407150" y="2324100"/>
          <p14:tracePt t="101431" x="6477000" y="2324100"/>
          <p14:tracePt t="101447" x="6515100" y="2330450"/>
          <p14:tracePt t="101463" x="6591300" y="2330450"/>
          <p14:tracePt t="101480" x="6604000" y="2330450"/>
          <p14:tracePt t="101485" x="6610350" y="2330450"/>
          <p14:tracePt t="101500" x="6616700" y="2330450"/>
          <p14:tracePt t="101514" x="6623050" y="2330450"/>
          <p14:tracePt t="101531" x="6629400" y="2330450"/>
          <p14:tracePt t="101695" x="6629400" y="2324100"/>
          <p14:tracePt t="102594" x="6604000" y="2324100"/>
          <p14:tracePt t="102600" x="6572250" y="2324100"/>
          <p14:tracePt t="102610" x="6527800" y="2311400"/>
          <p14:tracePt t="102626" x="6489700" y="2292350"/>
          <p14:tracePt t="102643" x="6407150" y="2273300"/>
          <p14:tracePt t="102660" x="6362700" y="2266950"/>
          <p14:tracePt t="102677" x="6254750" y="2247900"/>
          <p14:tracePt t="102693" x="6076950" y="2209800"/>
          <p14:tracePt t="102710" x="5975350" y="2197100"/>
          <p14:tracePt t="102727" x="5727700" y="2146300"/>
          <p14:tracePt t="102743" x="5435600" y="2076450"/>
          <p14:tracePt t="102759" x="5302250" y="2032000"/>
          <p14:tracePt t="102776" x="5054600" y="1949450"/>
          <p14:tracePt t="102792" x="4857750" y="1885950"/>
          <p14:tracePt t="102809" x="4794250" y="1854200"/>
          <p14:tracePt t="102826" x="4692650" y="1822450"/>
          <p14:tracePt t="102842" x="4610100" y="1784350"/>
          <p14:tracePt t="102861" x="4546600" y="1765300"/>
          <p14:tracePt t="102876" x="4514850" y="1746250"/>
          <p14:tracePt t="102892" x="4438650" y="1714500"/>
          <p14:tracePt t="102910" x="4362450" y="1682750"/>
          <p14:tracePt t="102925" x="4324350" y="1663700"/>
          <p14:tracePt t="102942" x="4248150" y="1631950"/>
          <p14:tracePt t="102959" x="4184650" y="1593850"/>
          <p14:tracePt t="102975" x="4159250" y="1574800"/>
          <p14:tracePt t="102992" x="4127500" y="1555750"/>
          <p14:tracePt t="103009" x="4089400" y="1524000"/>
          <p14:tracePt t="103025" x="4064000" y="1504950"/>
          <p14:tracePt t="103042" x="4038600" y="1492250"/>
          <p14:tracePt t="103058" x="4006850" y="1466850"/>
          <p14:tracePt t="103075" x="3968750" y="1435100"/>
          <p14:tracePt t="103092" x="3949700" y="1422400"/>
          <p14:tracePt t="103108" x="3911600" y="1384300"/>
          <p14:tracePt t="103125" x="3873500" y="1339850"/>
          <p14:tracePt t="103142" x="3848100" y="1301750"/>
          <p14:tracePt t="103158" x="3822700" y="1270000"/>
          <p14:tracePt t="103175" x="3778250" y="1225550"/>
          <p14:tracePt t="103191" x="3721100" y="1168400"/>
          <p14:tracePt t="103208" x="3702050" y="1143000"/>
          <p14:tracePt t="103227" x="3632200" y="1092200"/>
          <p14:tracePt t="103241" x="3587750" y="1047750"/>
          <p14:tracePt t="103258" x="3568700" y="1035050"/>
          <p14:tracePt t="103275" x="3517900" y="996950"/>
          <p14:tracePt t="103291" x="3486150" y="984250"/>
          <p14:tracePt t="103308" x="3441700" y="958850"/>
          <p14:tracePt t="103325" x="3390900" y="946150"/>
          <p14:tracePt t="103341" x="3371850" y="939800"/>
          <p14:tracePt t="103357" x="3321050" y="927100"/>
          <p14:tracePt t="103374" x="3270250" y="901700"/>
          <p14:tracePt t="103391" x="3251200" y="895350"/>
          <p14:tracePt t="103407" x="3219450" y="889000"/>
          <p14:tracePt t="103424" x="3181350" y="869950"/>
          <p14:tracePt t="103441" x="3168650" y="863600"/>
          <p14:tracePt t="103458" x="3149600" y="857250"/>
          <p14:tracePt t="103473" x="3124200" y="850900"/>
          <p14:tracePt t="103507" x="3105150" y="838200"/>
          <p14:tracePt t="103523" x="3079750" y="831850"/>
          <p14:tracePt t="103540" x="3073400" y="825500"/>
          <p14:tracePt t="103557" x="3048000" y="812800"/>
          <p14:tracePt t="103573" x="3035300" y="812800"/>
          <p14:tracePt t="103590" x="3022600" y="800100"/>
          <p14:tracePt t="103607" x="3003550" y="800100"/>
          <p14:tracePt t="103623" x="2990850" y="793750"/>
          <p14:tracePt t="103640" x="2978150" y="787400"/>
          <p14:tracePt t="103656" x="2965450" y="781050"/>
          <p14:tracePt t="103690" x="2965450" y="774700"/>
          <p14:tracePt t="103706" x="2959100" y="768350"/>
          <p14:tracePt t="103732" x="2952750" y="768350"/>
          <p14:tracePt t="103753" x="2946400" y="762000"/>
          <p14:tracePt t="103767" x="2940050" y="755650"/>
          <p14:tracePt t="103776" x="2933700" y="755650"/>
          <p14:tracePt t="103790" x="2927350" y="755650"/>
          <p14:tracePt t="103806" x="2908300" y="742950"/>
          <p14:tracePt t="103824" x="2863850" y="717550"/>
          <p14:tracePt t="103839" x="2844800" y="711200"/>
          <p14:tracePt t="103856" x="2800350" y="698500"/>
          <p14:tracePt t="103873" x="2698750" y="647700"/>
          <p14:tracePt t="103889" x="2654300" y="628650"/>
          <p14:tracePt t="103906" x="2622550" y="622300"/>
          <p14:tracePt t="103923" x="2571750" y="596900"/>
          <p14:tracePt t="103939" x="2533650" y="577850"/>
          <p14:tracePt t="103956" x="2520950" y="571500"/>
          <p14:tracePt t="103972" x="2514600" y="565150"/>
          <p14:tracePt t="103988" x="2508250" y="558800"/>
          <p14:tracePt t="104006" x="2501900" y="552450"/>
          <p14:tracePt t="104022" x="2495550" y="552450"/>
          <p14:tracePt t="104038" x="2495550" y="539750"/>
          <p14:tracePt t="104058" x="2489200" y="539750"/>
          <p14:tracePt t="104076" x="2489200" y="533400"/>
          <p14:tracePt t="104088" x="2489200" y="527050"/>
          <p14:tracePt t="104125" x="2482850" y="527050"/>
          <p14:tracePt t="104407" x="2489200" y="533400"/>
          <p14:tracePt t="104428" x="2495550" y="546100"/>
          <p14:tracePt t="104435" x="2508250" y="577850"/>
          <p14:tracePt t="104449" x="2514600" y="609600"/>
          <p14:tracePt t="104463" x="2533650" y="673100"/>
          <p14:tracePt t="104473" x="2552700" y="755650"/>
          <p14:tracePt t="104486" x="2571750" y="869950"/>
          <p14:tracePt t="104503" x="2635250" y="1212850"/>
          <p14:tracePt t="104521" x="2749550" y="1695450"/>
          <p14:tracePt t="104537" x="2844800" y="1962150"/>
          <p14:tracePt t="104554" x="3073400" y="2546350"/>
          <p14:tracePt t="104569" x="3359150" y="3168650"/>
          <p14:tracePt t="104586" x="3505200" y="3467100"/>
          <p14:tracePt t="104603" x="3816350" y="4019550"/>
          <p14:tracePt t="104620" x="4102100" y="4527550"/>
          <p14:tracePt t="104636" x="4235450" y="4730750"/>
          <p14:tracePt t="104653" x="4419600" y="5016500"/>
          <p14:tracePt t="104669" x="4559300" y="5207000"/>
          <p14:tracePt t="104686" x="4610100" y="5289550"/>
          <p14:tracePt t="104703" x="4686300" y="5416550"/>
          <p14:tracePt t="104719" x="4743450" y="5518150"/>
          <p14:tracePt t="104737" x="4768850" y="5562600"/>
          <p14:tracePt t="104752" x="4806950" y="5657850"/>
          <p14:tracePt t="104769" x="4813300" y="5702300"/>
          <p14:tracePt t="104786" x="4851400" y="5886450"/>
          <p14:tracePt t="104802" x="4864100" y="5975350"/>
          <p14:tracePt t="104819" x="4870450" y="6076950"/>
          <p14:tracePt t="104836" x="4883150" y="6235700"/>
          <p14:tracePt t="104853" x="4889500" y="6337300"/>
          <p14:tracePt t="104869" x="4889500" y="6375400"/>
          <p14:tracePt t="104886" x="4889500" y="6407150"/>
          <p14:tracePt t="104902" x="4889500" y="6413500"/>
          <p14:tracePt t="104935" x="4883150" y="6419850"/>
          <p14:tracePt t="104952" x="4876800" y="6413500"/>
          <p14:tracePt t="104969" x="4876800" y="6400800"/>
          <p14:tracePt t="104985" x="4870450" y="6388100"/>
          <p14:tracePt t="105002" x="4857750" y="6375400"/>
          <p14:tracePt t="105019" x="4845050" y="6356350"/>
          <p14:tracePt t="105035" x="4838700" y="6337300"/>
          <p14:tracePt t="105051" x="4826000" y="6324600"/>
          <p14:tracePt t="105055" x="4813300" y="6292850"/>
          <p14:tracePt t="105069" x="4768850" y="6229350"/>
          <p14:tracePt t="105085" x="4743450" y="6184900"/>
          <p14:tracePt t="105102" x="4718050" y="6140450"/>
          <p14:tracePt t="105117" x="4679950" y="6057900"/>
          <p14:tracePt t="105134" x="4648200" y="5981700"/>
          <p14:tracePt t="105152" x="4629150" y="5930900"/>
          <p14:tracePt t="105168" x="4616450" y="5911850"/>
          <p14:tracePt t="105184" x="4591050" y="5873750"/>
          <p14:tracePt t="105201" x="4572000" y="5842000"/>
          <p14:tracePt t="105218" x="4559300" y="5816600"/>
          <p14:tracePt t="105234" x="4533900" y="5791200"/>
          <p14:tracePt t="105251" x="4508500" y="5759450"/>
          <p14:tracePt t="105267" x="4502150" y="5746750"/>
          <p14:tracePt t="105284" x="4489450" y="5727700"/>
          <p14:tracePt t="105301" x="4476750" y="5708650"/>
          <p14:tracePt t="105317" x="4464050" y="5695950"/>
          <p14:tracePt t="105335" x="4445000" y="5670550"/>
          <p14:tracePt t="105350" x="4425950" y="5626100"/>
          <p14:tracePt t="105367" x="4400550" y="5613400"/>
          <p14:tracePt t="105384" x="4381500" y="5568950"/>
          <p14:tracePt t="105400" x="4375150" y="5556250"/>
          <p14:tracePt t="105417" x="4356100" y="5530850"/>
          <p14:tracePt t="105434" x="4349750" y="5518150"/>
          <p14:tracePt t="105450" x="4343400" y="5511800"/>
          <p14:tracePt t="105467" x="4337050" y="5505450"/>
          <p14:tracePt t="105532" x="4337050" y="5511800"/>
          <p14:tracePt t="106702" x="4324350" y="5511800"/>
          <p14:tracePt t="106709" x="4311650" y="5511800"/>
          <p14:tracePt t="106716" x="4305300" y="5505450"/>
          <p14:tracePt t="106732" x="4298950" y="5505450"/>
          <p14:tracePt t="106746" x="4292600" y="5505450"/>
          <p14:tracePt t="106762" x="4286250" y="5505450"/>
          <p14:tracePt t="106779" x="4267200" y="5505450"/>
          <p14:tracePt t="106795" x="4267200" y="5499100"/>
          <p14:tracePt t="106812" x="4254500" y="5499100"/>
          <p14:tracePt t="106829" x="4241800" y="5492750"/>
          <p14:tracePt t="106862" x="4222750" y="5486400"/>
          <p14:tracePt t="106878" x="4210050" y="5480050"/>
          <p14:tracePt t="106895" x="4197350" y="5480050"/>
          <p14:tracePt t="106912" x="4184650" y="5473700"/>
          <p14:tracePt t="106928" x="4171950" y="5467350"/>
          <p14:tracePt t="106945" x="4159250" y="5461000"/>
          <p14:tracePt t="106962" x="4146550" y="5454650"/>
          <p14:tracePt t="106978" x="4127500" y="5441950"/>
          <p14:tracePt t="107011" x="4114800" y="5435600"/>
          <p14:tracePt t="107028" x="4108450" y="5429250"/>
          <p14:tracePt t="107045" x="4095750" y="5416550"/>
          <p14:tracePt t="107061" x="4083050" y="5403850"/>
          <p14:tracePt t="107082" x="4076700" y="5397500"/>
          <p14:tracePt t="107094" x="4070350" y="5397500"/>
          <p14:tracePt t="107111" x="4057650" y="5378450"/>
          <p14:tracePt t="107127" x="4051300" y="5372100"/>
          <p14:tracePt t="107145" x="4038600" y="5353050"/>
          <p14:tracePt t="107161" x="4019550" y="5327650"/>
          <p14:tracePt t="107177" x="4013200" y="5308600"/>
          <p14:tracePt t="107194" x="3994150" y="5270500"/>
          <p14:tracePt t="107211" x="3962400" y="5213350"/>
          <p14:tracePt t="107227" x="3937000" y="5181600"/>
          <p14:tracePt t="107244" x="3886200" y="5099050"/>
          <p14:tracePt t="107261" x="3860800" y="5054600"/>
          <p14:tracePt t="107277" x="3771900" y="4953000"/>
          <p14:tracePt t="107294" x="3695700" y="4838700"/>
          <p14:tracePt t="107310" x="3651250" y="4768850"/>
          <p14:tracePt t="107328" x="3473450" y="4508500"/>
          <p14:tracePt t="107343" x="3422650" y="4438650"/>
          <p14:tracePt t="107360" x="3371850" y="4368800"/>
          <p14:tracePt t="107377" x="3289300" y="4267200"/>
          <p14:tracePt t="107393" x="3175000" y="4114800"/>
          <p14:tracePt t="107410" x="3111500" y="4032250"/>
          <p14:tracePt t="107427" x="2984500" y="3841750"/>
          <p14:tracePt t="107443" x="2882900" y="3651250"/>
          <p14:tracePt t="107461" x="2844800" y="3575050"/>
          <p14:tracePt t="107476" x="2781300" y="3390900"/>
          <p14:tracePt t="107493" x="2730500" y="3238500"/>
          <p14:tracePt t="107510" x="2698750" y="3143250"/>
          <p14:tracePt t="107526" x="2673350" y="3111500"/>
          <p14:tracePt t="107543" x="2654300" y="3079750"/>
          <p14:tracePt t="107560" x="2597150" y="2946400"/>
          <p14:tracePt t="107576" x="2565400" y="2889250"/>
          <p14:tracePt t="107580" x="2514600" y="2800350"/>
          <p14:tracePt t="107609" x="2444750" y="2609850"/>
          <p14:tracePt t="107626" x="2343150" y="2355850"/>
          <p14:tracePt t="107643" x="2298700" y="2222500"/>
          <p14:tracePt t="107659" x="2178050" y="1917700"/>
          <p14:tracePt t="107676" x="2114550" y="1771650"/>
          <p14:tracePt t="107693" x="2032000" y="1587500"/>
          <p14:tracePt t="107709" x="1955800" y="1460500"/>
          <p14:tracePt t="107725" x="1892300" y="1371600"/>
          <p14:tracePt t="107743" x="1847850" y="1314450"/>
          <p14:tracePt t="107759" x="1822450" y="1295400"/>
          <p14:tracePt t="107777" x="1790700" y="1263650"/>
          <p14:tracePt t="107792" x="1746250" y="1231900"/>
          <p14:tracePt t="107809" x="1733550" y="1225550"/>
          <p14:tracePt t="107825" x="1720850" y="1219200"/>
          <p14:tracePt t="107841" x="1695450" y="1193800"/>
          <p14:tracePt t="107859" x="1689100" y="1181100"/>
          <p14:tracePt t="107877" x="1670050" y="1168400"/>
          <p14:tracePt t="107892" x="1663700" y="1162050"/>
          <p14:tracePt t="107908" x="1657350" y="1155700"/>
          <p14:tracePt t="107925" x="1651000" y="1155700"/>
          <p14:tracePt t="107942" x="1644650" y="1149350"/>
          <p14:tracePt t="107958" x="1631950" y="1149350"/>
          <p14:tracePt t="107975" x="1625600" y="1155700"/>
          <p14:tracePt t="107991" x="1625600" y="1162050"/>
          <p14:tracePt t="108008" x="1625600" y="1187450"/>
          <p14:tracePt t="108024" x="1638300" y="1225550"/>
          <p14:tracePt t="108041" x="1644650" y="1238250"/>
          <p14:tracePt t="108058" x="1644650" y="1282700"/>
          <p14:tracePt t="108075" x="1644650" y="1339850"/>
          <p14:tracePt t="108091" x="1644650" y="1371600"/>
          <p14:tracePt t="108108" x="1644650" y="1435100"/>
          <p14:tracePt t="108124" x="1631950" y="1517650"/>
          <p14:tracePt t="108141" x="1631950" y="1555750"/>
          <p14:tracePt t="108157" x="1619250" y="1619250"/>
          <p14:tracePt t="108175" x="1619250" y="1644650"/>
          <p14:tracePt t="108192" x="1612900" y="1708150"/>
          <p14:tracePt t="108207" x="1612900" y="1727200"/>
          <p14:tracePt t="108224" x="1612900" y="1746250"/>
          <p14:tracePt t="108241" x="1612900" y="1778000"/>
          <p14:tracePt t="108257" x="1612900" y="1822450"/>
          <p14:tracePt t="108274" x="1619250" y="1835150"/>
          <p14:tracePt t="108291" x="1619250" y="1866900"/>
          <p14:tracePt t="108307" x="1625600" y="1885950"/>
          <p14:tracePt t="108323" x="1631950" y="1898650"/>
          <p14:tracePt t="108340" x="1631950" y="1911350"/>
          <p14:tracePt t="108357" x="1638300" y="1917700"/>
          <p14:tracePt t="108390" x="1638300" y="1930400"/>
          <p14:tracePt t="108407" x="1638300" y="1936750"/>
          <p14:tracePt t="108445" x="1638300" y="1943100"/>
          <p14:tracePt t="108474" x="1644650" y="1943100"/>
          <p14:tracePt t="108516" x="1651000" y="1943100"/>
          <p14:tracePt t="108537" x="1657350" y="1943100"/>
          <p14:tracePt t="108543" x="1657350" y="1949450"/>
          <p14:tracePt t="108565" x="1663700" y="1949450"/>
          <p14:tracePt t="108586" x="1670050" y="1949450"/>
          <p14:tracePt t="108600" x="1676400" y="1949450"/>
          <p14:tracePt t="108635" x="1682750" y="1949450"/>
          <p14:tracePt t="108657" x="1689100" y="1949450"/>
          <p14:tracePt t="108677" x="1695450" y="1949450"/>
          <p14:tracePt t="108684" x="1701800" y="1949450"/>
          <p14:tracePt t="108707" x="1708150" y="1955800"/>
          <p14:tracePt t="108726" x="1708150" y="1962150"/>
          <p14:tracePt t="108748" x="1714500" y="1968500"/>
          <p14:tracePt t="108754" x="1714500" y="1974850"/>
          <p14:tracePt t="108790" x="1714500" y="1981200"/>
          <p14:tracePt t="108796" x="1714500" y="1987550"/>
          <p14:tracePt t="108818" x="1708150" y="1987550"/>
          <p14:tracePt t="108825" x="1701800" y="1993900"/>
          <p14:tracePt t="108842" x="1689100" y="2000250"/>
          <p14:tracePt t="108855" x="1676400" y="2006600"/>
          <p14:tracePt t="108872" x="1644650" y="2019300"/>
          <p14:tracePt t="108889" x="1593850" y="2032000"/>
          <p14:tracePt t="108905" x="1574800" y="2038350"/>
          <p14:tracePt t="108922" x="1530350" y="2038350"/>
          <p14:tracePt t="108938" x="1492250" y="2044700"/>
          <p14:tracePt t="108955" x="1485900" y="2044700"/>
          <p14:tracePt t="108972" x="1466850" y="2044700"/>
          <p14:tracePt t="108987" x="1460500" y="2051050"/>
          <p14:tracePt t="109050" x="1466850" y="2051050"/>
          <p14:tracePt t="109057" x="1466850" y="2057400"/>
          <p14:tracePt t="109077" x="1473200" y="2057400"/>
          <p14:tracePt t="109093" x="1479550" y="2057400"/>
          <p14:tracePt t="109104" x="1485900" y="2057400"/>
          <p14:tracePt t="109121" x="1492250" y="2063750"/>
          <p14:tracePt t="109154" x="1517650" y="2070100"/>
          <p14:tracePt t="109170" x="1568450" y="2076450"/>
          <p14:tracePt t="109187" x="1606550" y="2076450"/>
          <p14:tracePt t="109204" x="1714500" y="2082800"/>
          <p14:tracePt t="109220" x="1854200" y="2082800"/>
          <p14:tracePt t="109237" x="1943100" y="2095500"/>
          <p14:tracePt t="109254" x="2108200" y="2095500"/>
          <p14:tracePt t="109270" x="2273300" y="2108200"/>
          <p14:tracePt t="109287" x="2349500" y="2108200"/>
          <p14:tracePt t="109304" x="2482850" y="2108200"/>
          <p14:tracePt t="109321" x="2597150" y="2108200"/>
          <p14:tracePt t="109337" x="2635250" y="2114550"/>
          <p14:tracePt t="109353" x="2692400" y="2114550"/>
          <p14:tracePt t="109370" x="2724150" y="2114550"/>
          <p14:tracePt t="109387" x="2768600" y="2114550"/>
          <p14:tracePt t="109403" x="2781300" y="2114550"/>
          <p14:tracePt t="109420" x="2787650" y="2108200"/>
          <p14:tracePt t="109436" x="2813050" y="2108200"/>
          <p14:tracePt t="109453" x="2825750" y="2101850"/>
          <p14:tracePt t="109469" x="2838450" y="2095500"/>
          <p14:tracePt t="109486" x="2857500" y="2089150"/>
          <p14:tracePt t="109503" x="2876550" y="2082800"/>
          <p14:tracePt t="109521" x="2889250" y="2082800"/>
          <p14:tracePt t="109536" x="2895600" y="2076450"/>
          <p14:tracePt t="109553" x="2914650" y="2076450"/>
          <p14:tracePt t="109570" x="2927350" y="2076450"/>
          <p14:tracePt t="109586" x="2959100" y="2076450"/>
          <p14:tracePt t="109602" x="2997200" y="2070100"/>
          <p14:tracePt t="109619" x="3035300" y="2063750"/>
          <p14:tracePt t="109636" x="3054350" y="2063750"/>
          <p14:tracePt t="109652" x="3067050" y="2063750"/>
          <p14:tracePt t="109669" x="3086100" y="2057400"/>
          <p14:tracePt t="109685" x="3092450" y="2057400"/>
          <p14:tracePt t="109702" x="3098800" y="2057400"/>
          <p14:tracePt t="109724" x="3105150" y="2057400"/>
          <p14:tracePt t="109900" x="3098800" y="2063750"/>
          <p14:tracePt t="109929" x="3092450" y="2063750"/>
          <p14:tracePt t="110863" x="3073400" y="2063750"/>
          <p14:tracePt t="110878" x="3048000" y="2063750"/>
          <p14:tracePt t="110884" x="3009900" y="2063750"/>
          <p14:tracePt t="110901" x="2971800" y="2063750"/>
          <p14:tracePt t="110914" x="2927350" y="2070100"/>
          <p14:tracePt t="110931" x="2825750" y="2082800"/>
          <p14:tracePt t="110948" x="2698750" y="2082800"/>
          <p14:tracePt t="110964" x="2628900" y="2101850"/>
          <p14:tracePt t="110981" x="2520950" y="2114550"/>
          <p14:tracePt t="110998" x="2413000" y="2146300"/>
          <p14:tracePt t="111014" x="2387600" y="2152650"/>
          <p14:tracePt t="111031" x="2336800" y="2165350"/>
          <p14:tracePt t="111047" x="2298700" y="2171700"/>
          <p14:tracePt t="111064" x="2286000" y="2178050"/>
          <p14:tracePt t="111081" x="2247900" y="2178050"/>
          <p14:tracePt t="111097" x="2197100" y="2184400"/>
          <p14:tracePt t="111114" x="2171700" y="2184400"/>
          <p14:tracePt t="111131" x="2114550" y="2184400"/>
          <p14:tracePt t="111147" x="2082800" y="2184400"/>
          <p14:tracePt t="111164" x="2063750" y="2190750"/>
          <p14:tracePt t="111181" x="2051050" y="2190750"/>
          <p14:tracePt t="111198" x="2038350" y="2190750"/>
          <p14:tracePt t="111215" x="2012950" y="2190750"/>
          <p14:tracePt t="111230" x="1993900" y="2190750"/>
          <p14:tracePt t="111264" x="1968500" y="2190750"/>
          <p14:tracePt t="111280" x="1943100" y="2190750"/>
          <p14:tracePt t="111297" x="1930400" y="2190750"/>
          <p14:tracePt t="111313" x="1905000" y="2184400"/>
          <p14:tracePt t="111330" x="1879600" y="2178050"/>
          <p14:tracePt t="111346" x="1860550" y="2171700"/>
          <p14:tracePt t="111363" x="1816100" y="2165350"/>
          <p14:tracePt t="111380" x="1784350" y="2152650"/>
          <p14:tracePt t="111397" x="1765300" y="2139950"/>
          <p14:tracePt t="111412" x="1752600" y="2133600"/>
          <p14:tracePt t="111429" x="1746250" y="2127250"/>
          <p14:tracePt t="111447" x="1746250" y="2120900"/>
          <p14:tracePt t="111480" x="1746250" y="2114550"/>
          <p14:tracePt t="111499" x="1752600" y="2108200"/>
          <p14:tracePt t="111512" x="1758950" y="2108200"/>
          <p14:tracePt t="111528" x="1765300" y="2108200"/>
          <p14:tracePt t="111546" x="1771650" y="2108200"/>
          <p14:tracePt t="111562" x="1784350" y="2108200"/>
          <p14:tracePt t="111581" x="1816100" y="2108200"/>
          <p14:tracePt t="111596" x="1860550" y="2101850"/>
          <p14:tracePt t="111612" x="2012950" y="2101850"/>
          <p14:tracePt t="111629" x="2235200" y="2101850"/>
          <p14:tracePt t="111651" x="2362200" y="2101850"/>
          <p14:tracePt t="111662" x="2654300" y="2101850"/>
          <p14:tracePt t="111679" x="2921000" y="2101850"/>
          <p14:tracePt t="111695" x="3048000" y="2101850"/>
          <p14:tracePt t="111712" x="3225800" y="2101850"/>
          <p14:tracePt t="111729" x="3327400" y="2101850"/>
          <p14:tracePt t="111745" x="3352800" y="2101850"/>
          <p14:tracePt t="111762" x="3365500" y="2101850"/>
          <p14:tracePt t="111778" x="3390900" y="2108200"/>
          <p14:tracePt t="111812" x="3397250" y="2108200"/>
          <p14:tracePt t="112716" x="3429000" y="2184400"/>
          <p14:tracePt t="112723" x="3486150" y="2305050"/>
          <p14:tracePt t="112737" x="3556000" y="2457450"/>
          <p14:tracePt t="112745" x="3613150" y="2597150"/>
          <p14:tracePt t="112758" x="3689350" y="2743200"/>
          <p14:tracePt t="112775" x="3879850" y="3117850"/>
          <p14:tracePt t="112791" x="3962400" y="3308350"/>
          <p14:tracePt t="112808" x="4038600" y="3562350"/>
          <p14:tracePt t="112824" x="4083050" y="3822700"/>
          <p14:tracePt t="112842" x="4114800" y="3949700"/>
          <p14:tracePt t="112858" x="4159250" y="4210050"/>
          <p14:tracePt t="112874" x="4191000" y="4425950"/>
          <p14:tracePt t="112892" x="4210050" y="4546600"/>
          <p14:tracePt t="112908" x="4210050" y="4584700"/>
          <p14:tracePt t="112924" x="4216400" y="4622800"/>
          <p14:tracePt t="112941" x="4216400" y="4705350"/>
          <p14:tracePt t="112957" x="4216400" y="4724400"/>
          <p14:tracePt t="112974" x="4216400" y="4737100"/>
          <p14:tracePt t="112991" x="4210050" y="4775200"/>
          <p14:tracePt t="113007" x="4203700" y="4819650"/>
          <p14:tracePt t="113025" x="4191000" y="4851400"/>
          <p14:tracePt t="113041" x="4184650" y="4870450"/>
          <p14:tracePt t="113057" x="4171950" y="4908550"/>
          <p14:tracePt t="113074" x="4165600" y="4946650"/>
          <p14:tracePt t="113090" x="4165600" y="4978400"/>
          <p14:tracePt t="113107" x="4152900" y="5022850"/>
          <p14:tracePt t="113124" x="4140200" y="5073650"/>
          <p14:tracePt t="113140" x="4127500" y="5118100"/>
          <p14:tracePt t="113157" x="4108450" y="5175250"/>
          <p14:tracePt t="113174" x="4076700" y="5238750"/>
          <p14:tracePt t="113190" x="4051300" y="5270500"/>
          <p14:tracePt t="113207" x="3981450" y="5334000"/>
          <p14:tracePt t="113223" x="3905250" y="5384800"/>
          <p14:tracePt t="113240" x="3848100" y="5410200"/>
          <p14:tracePt t="113257" x="3790950" y="5429250"/>
          <p14:tracePt t="113273" x="3733800" y="5435600"/>
          <p14:tracePt t="113289" x="3702050" y="5441950"/>
          <p14:tracePt t="113307" x="3644900" y="5441950"/>
          <p14:tracePt t="113323" x="3619500" y="5441950"/>
          <p14:tracePt t="113340" x="3562350" y="5441950"/>
          <p14:tracePt t="113356" x="3486150" y="5448300"/>
          <p14:tracePt t="113373" x="3448050" y="5461000"/>
          <p14:tracePt t="113390" x="3371850" y="5461000"/>
          <p14:tracePt t="113406" x="3289300" y="5473700"/>
          <p14:tracePt t="113422" x="3257550" y="5473700"/>
          <p14:tracePt t="113440" x="3175000" y="5492750"/>
          <p14:tracePt t="113456" x="3117850" y="5499100"/>
          <p14:tracePt t="113472" x="3092450" y="5499100"/>
          <p14:tracePt t="113490" x="3048000" y="5499100"/>
          <p14:tracePt t="113506" x="3028950" y="5499100"/>
          <p14:tracePt t="113522" x="3009900" y="5499100"/>
          <p14:tracePt t="113539" x="3009900" y="5492750"/>
          <p14:tracePt t="113571" x="3009900" y="5486400"/>
          <p14:tracePt t="113595" x="3009900" y="5480050"/>
          <p14:tracePt t="113630" x="3003550" y="5473700"/>
          <p14:tracePt t="113784" x="3016250" y="5473700"/>
          <p14:tracePt t="113820" x="3022600" y="5473700"/>
          <p14:tracePt t="113826" x="3028950" y="5473700"/>
          <p14:tracePt t="113841" x="3035300" y="5480050"/>
          <p14:tracePt t="113857" x="3041650" y="5480050"/>
          <p14:tracePt t="113872" x="3048000" y="5480050"/>
          <p14:tracePt t="113887" x="3054350" y="5480050"/>
          <p14:tracePt t="113904" x="3092450" y="5480050"/>
          <p14:tracePt t="113921" x="3149600" y="5486400"/>
          <p14:tracePt t="113937" x="3187700" y="5486400"/>
          <p14:tracePt t="113954" x="3308350" y="5505450"/>
          <p14:tracePt t="113971" x="3448050" y="5518150"/>
          <p14:tracePt t="113988" x="3619500" y="5537200"/>
          <p14:tracePt t="114004" x="3683000" y="5537200"/>
          <p14:tracePt t="114020" x="3810000" y="5543550"/>
          <p14:tracePt t="114037" x="3917950" y="5556250"/>
          <p14:tracePt t="114054" x="3968750" y="5556250"/>
          <p14:tracePt t="114070" x="4051300" y="5568950"/>
          <p14:tracePt t="114087" x="4108450" y="5581650"/>
          <p14:tracePt t="114103" x="4121150" y="5588000"/>
          <p14:tracePt t="114120" x="4146550" y="5588000"/>
          <p14:tracePt t="114137" x="4171950" y="5588000"/>
          <p14:tracePt t="114153" x="4184650" y="5588000"/>
          <p14:tracePt t="114171" x="4203700" y="5588000"/>
          <p14:tracePt t="114187" x="4222750" y="5588000"/>
          <p14:tracePt t="114203" x="4229100" y="5588000"/>
          <p14:tracePt t="114220" x="4241800" y="5588000"/>
          <p14:tracePt t="114236" x="4254500" y="5588000"/>
          <p14:tracePt t="114253" x="4260850" y="5588000"/>
          <p14:tracePt t="114270" x="4273550" y="5588000"/>
          <p14:tracePt t="114286" x="4279900" y="5588000"/>
          <p14:tracePt t="114303" x="4286250" y="5588000"/>
          <p14:tracePt t="114320" x="4292600" y="5588000"/>
          <p14:tracePt t="114353" x="4298950" y="5588000"/>
          <p14:tracePt t="114369" x="4311650" y="5588000"/>
          <p14:tracePt t="114386" x="4318000" y="5588000"/>
          <p14:tracePt t="114404" x="4330700" y="5588000"/>
          <p14:tracePt t="114435" x="4356100" y="5581650"/>
          <p14:tracePt t="114452" x="4375150" y="5575300"/>
          <p14:tracePt t="114469" x="4381500" y="5568950"/>
          <p14:tracePt t="114486" x="4387850" y="5568950"/>
          <p14:tracePt t="114578" x="4381500" y="5568950"/>
          <p14:tracePt t="114584" x="4375150" y="5568950"/>
          <p14:tracePt t="114599" x="4368800" y="5568950"/>
          <p14:tracePt t="114605" x="4362450" y="5568950"/>
          <p14:tracePt t="114621" x="4349750" y="5568950"/>
          <p14:tracePt t="114635" x="4311650" y="5568950"/>
          <p14:tracePt t="114652" x="4279900" y="5568950"/>
          <p14:tracePt t="114669" x="4191000" y="5581650"/>
          <p14:tracePt t="114685" x="4133850" y="5588000"/>
          <p14:tracePt t="114702" x="4019550" y="5600700"/>
          <p14:tracePt t="114719" x="3905250" y="5600700"/>
          <p14:tracePt t="114735" x="3854450" y="5600700"/>
          <p14:tracePt t="114751" x="3771900" y="5600700"/>
          <p14:tracePt t="114768" x="3702050" y="5594350"/>
          <p14:tracePt t="114785" x="3676650" y="5588000"/>
          <p14:tracePt t="114802" x="3632200" y="5575300"/>
          <p14:tracePt t="114818" x="3606800" y="5568950"/>
          <p14:tracePt t="114834" x="3594100" y="5568950"/>
          <p14:tracePt t="114851" x="3587750" y="5562600"/>
          <p14:tracePt t="114868" x="3575050" y="5562600"/>
          <p14:tracePt t="114901" x="3575050" y="5556250"/>
          <p14:tracePt t="114957" x="3581400" y="5556250"/>
          <p14:tracePt t="114978" x="3587750" y="5556250"/>
          <p14:tracePt t="114985" x="3594100" y="5556250"/>
          <p14:tracePt t="115006" x="3600450" y="5556250"/>
          <p14:tracePt t="115027" x="3613150" y="5556250"/>
          <p14:tracePt t="115048" x="3619500" y="5556250"/>
          <p14:tracePt t="115069" x="3632200" y="5556250"/>
          <p14:tracePt t="115076" x="3644900" y="5556250"/>
          <p14:tracePt t="115091" x="3657600" y="5556250"/>
          <p14:tracePt t="115100" x="3676650" y="5556250"/>
          <p14:tracePt t="115116" x="3708400" y="5556250"/>
          <p14:tracePt t="115134" x="3778250" y="5543550"/>
          <p14:tracePt t="115150" x="3860800" y="5524500"/>
          <p14:tracePt t="115167" x="3905250" y="5518150"/>
          <p14:tracePt t="115183" x="3975100" y="5499100"/>
          <p14:tracePt t="115200" x="4025900" y="5486400"/>
          <p14:tracePt t="115217" x="4064000" y="5480050"/>
          <p14:tracePt t="115233" x="4076700" y="5480050"/>
          <p14:tracePt t="115250" x="4095750" y="5480050"/>
          <p14:tracePt t="115266" x="4102100" y="5473700"/>
          <p14:tracePt t="115300" x="4108450" y="5473700"/>
          <p14:tracePt t="115386" x="4114800" y="5473700"/>
          <p14:tracePt t="115407" x="4121150" y="5473700"/>
          <p14:tracePt t="115449" x="4127500" y="5473700"/>
          <p14:tracePt t="115477" x="4133850" y="5473700"/>
          <p14:tracePt t="115491" x="4140200" y="5473700"/>
          <p14:tracePt t="115511" x="4140200" y="5467350"/>
          <p14:tracePt t="115518" x="4146550" y="5467350"/>
          <p14:tracePt t="115540" x="4152900" y="5467350"/>
          <p14:tracePt t="115548" x="4159250" y="5467350"/>
          <p14:tracePt t="115569" x="4165600" y="5461000"/>
          <p14:tracePt t="115585" x="4171950" y="5461000"/>
          <p14:tracePt t="115598" x="4178300" y="5461000"/>
          <p14:tracePt t="115632" x="4184650" y="5461000"/>
          <p14:tracePt t="115639" x="4191000" y="5461000"/>
          <p14:tracePt t="115737" x="4191000" y="5454650"/>
          <p14:tracePt t="115779" x="4184650" y="5454650"/>
          <p14:tracePt t="115814" x="4178300" y="5454650"/>
          <p14:tracePt t="115821" x="4171950" y="5454650"/>
          <p14:tracePt t="115830" x="4165600" y="5454650"/>
          <p14:tracePt t="115848" x="4159250" y="5454650"/>
          <p14:tracePt t="115864" x="4140200" y="5448300"/>
          <p14:tracePt t="115881" x="4121150" y="5448300"/>
          <p14:tracePt t="115898" x="4025900" y="5448300"/>
          <p14:tracePt t="115914" x="3987800" y="5448300"/>
          <p14:tracePt t="115931" x="3949700" y="5448300"/>
          <p14:tracePt t="115948" x="3829050" y="5448300"/>
          <p14:tracePt t="115964" x="3803650" y="5448300"/>
          <p14:tracePt t="115980" x="3765550" y="5448300"/>
          <p14:tracePt t="115997" x="3714750" y="5448300"/>
          <p14:tracePt t="116014" x="3670300" y="5448300"/>
          <p14:tracePt t="116030" x="3657600" y="5448300"/>
          <p14:tracePt t="116047" x="3638550" y="5448300"/>
          <p14:tracePt t="116063" x="3619500" y="5448300"/>
          <p14:tracePt t="116081" x="3600450" y="5448300"/>
          <p14:tracePt t="116096" x="3587750" y="5448300"/>
          <p14:tracePt t="116113" x="3581400" y="5448300"/>
          <p14:tracePt t="116130" x="3575050" y="5448300"/>
          <p14:tracePt t="116200" x="3575050" y="5454650"/>
          <p14:tracePt t="116222" x="3587750" y="5454650"/>
          <p14:tracePt t="116264" x="3594100" y="5454650"/>
          <p14:tracePt t="116271" x="3600450" y="5454650"/>
          <p14:tracePt t="116285" x="3606800" y="5454650"/>
          <p14:tracePt t="116295" x="3613150" y="5454650"/>
          <p14:tracePt t="116314" x="3632200" y="5454650"/>
          <p14:tracePt t="116329" x="3651250" y="5454650"/>
          <p14:tracePt t="116346" x="3708400" y="5454650"/>
          <p14:tracePt t="116363" x="3835400" y="5448300"/>
          <p14:tracePt t="116379" x="3905250" y="5435600"/>
          <p14:tracePt t="116396" x="4044950" y="5429250"/>
          <p14:tracePt t="116412" x="4191000" y="5410200"/>
          <p14:tracePt t="116429" x="4241800" y="5410200"/>
          <p14:tracePt t="116446" x="4330700" y="5397500"/>
          <p14:tracePt t="116461" x="4381500" y="5391150"/>
          <p14:tracePt t="116479" x="4400550" y="5391150"/>
          <p14:tracePt t="116496" x="4413250" y="5391150"/>
          <p14:tracePt t="116512" x="4432300" y="5391150"/>
          <p14:tracePt t="116528" x="4445000" y="5391150"/>
          <p14:tracePt t="116545" x="4457700" y="5391150"/>
          <p14:tracePt t="116578" x="4464050" y="5391150"/>
          <p14:tracePt t="116595" x="4476750" y="5391150"/>
          <p14:tracePt t="116611" x="4489450" y="5391150"/>
          <p14:tracePt t="116628" x="4495800" y="5391150"/>
          <p14:tracePt t="117631" x="4489450" y="5378450"/>
          <p14:tracePt t="117638" x="4464050" y="5340350"/>
          <p14:tracePt t="117652" x="4425950" y="5283200"/>
          <p14:tracePt t="117661" x="4387850" y="5213350"/>
          <p14:tracePt t="117674" x="4337050" y="5118100"/>
          <p14:tracePt t="117691" x="4210050" y="4870450"/>
          <p14:tracePt t="117709" x="3879850" y="4197350"/>
          <p14:tracePt t="117724" x="3695700" y="3771900"/>
          <p14:tracePt t="117741" x="3155950" y="2266950"/>
          <p14:tracePt t="117758" x="2501900" y="209550"/>
          <p14:tracePt t="117774" x="2184400" y="0"/>
          <p14:tracePt t="117791" x="2038350" y="0"/>
          <p14:tracePt t="117807" x="1905000" y="0"/>
          <p14:tracePt t="117824" x="1879600" y="0"/>
          <p14:tracePt t="117841" x="1854200" y="0"/>
          <p14:tracePt t="117857" x="1809750" y="0"/>
          <p14:tracePt t="117874" x="1784350" y="0"/>
          <p14:tracePt t="117891" x="1778000" y="0"/>
          <p14:tracePt t="117907" x="1765300" y="0"/>
          <p14:tracePt t="117924" x="1752600" y="0"/>
          <p14:tracePt t="117941" x="1727200" y="0"/>
          <p14:tracePt t="117974" x="1695450" y="0"/>
          <p14:tracePt t="117991" x="1670050" y="0"/>
          <p14:tracePt t="118007" x="1657350" y="0"/>
          <p14:tracePt t="118023" x="1644650" y="0"/>
          <p14:tracePt t="118060" x="1644650" y="6350"/>
          <p14:tracePt t="118076" x="1657350" y="12700"/>
          <p14:tracePt t="118090" x="1676400" y="44450"/>
          <p14:tracePt t="118106" x="1689100" y="50800"/>
          <p14:tracePt t="118123" x="1708150" y="76200"/>
          <p14:tracePt t="118140" x="1720850" y="88900"/>
          <p14:tracePt t="118156" x="1733550" y="107950"/>
          <p14:tracePt t="118173" x="1752600" y="120650"/>
          <p14:tracePt t="118190" x="1752600" y="127000"/>
          <p14:tracePt t="118207" x="1765300" y="146050"/>
          <p14:tracePt t="118223" x="1778000" y="171450"/>
          <p14:tracePt t="118239" x="1797050" y="184150"/>
          <p14:tracePt t="118243" x="1797050" y="190500"/>
          <p14:tracePt t="118256" x="1803400" y="209550"/>
          <p14:tracePt t="118272" x="1816100" y="222250"/>
          <p14:tracePt t="118289" x="1816100" y="234950"/>
          <p14:tracePt t="118306" x="1828800" y="247650"/>
          <p14:tracePt t="118322" x="1835150" y="260350"/>
          <p14:tracePt t="118339" x="1841500" y="266700"/>
          <p14:tracePt t="118356" x="1847850" y="279400"/>
          <p14:tracePt t="118372" x="1854200" y="292100"/>
          <p14:tracePt t="118389" x="1860550" y="298450"/>
          <p14:tracePt t="118406" x="1866900" y="317500"/>
          <p14:tracePt t="118422" x="1866900" y="323850"/>
          <p14:tracePt t="118440" x="1885950" y="361950"/>
          <p14:tracePt t="118455" x="1892300" y="374650"/>
          <p14:tracePt t="118472" x="1898650" y="387350"/>
          <p14:tracePt t="118489" x="1911350" y="412750"/>
          <p14:tracePt t="118505" x="1917700" y="431800"/>
          <p14:tracePt t="118522" x="1924050" y="431800"/>
          <p14:tracePt t="118539" x="1930400" y="438150"/>
          <p14:tracePt t="118571" x="1930400" y="444500"/>
          <p14:tracePt t="118594" x="1930400" y="450850"/>
          <p14:tracePt t="118650" x="1936750" y="450850"/>
          <p14:tracePt t="118721" x="1943100" y="450850"/>
          <p14:tracePt t="118805" x="1949450" y="450850"/>
          <p14:tracePt t="118812" x="1955800" y="450850"/>
          <p14:tracePt t="118854" x="1962150" y="450850"/>
          <p14:tracePt t="118883" x="1968500" y="450850"/>
          <p14:tracePt t="118897" x="1974850" y="450850"/>
          <p14:tracePt t="118918" x="1981200" y="450850"/>
          <p14:tracePt t="118925" x="1987550" y="450850"/>
          <p14:tracePt t="118936" x="2000250" y="450850"/>
          <p14:tracePt t="118954" x="2032000" y="457200"/>
          <p14:tracePt t="118970" x="2063750" y="457200"/>
          <p14:tracePt t="118988" x="2089150" y="457200"/>
          <p14:tracePt t="119003" x="2203450" y="457200"/>
          <p14:tracePt t="119020" x="2260600" y="457200"/>
          <p14:tracePt t="119038" x="2324100" y="457200"/>
          <p14:tracePt t="119053" x="2355850" y="457200"/>
          <p14:tracePt t="119070" x="2406650" y="444500"/>
          <p14:tracePt t="119087" x="2425700" y="425450"/>
          <p14:tracePt t="119103" x="2432050" y="419100"/>
          <p14:tracePt t="119120" x="2438400" y="406400"/>
          <p14:tracePt t="119136" x="2438400" y="393700"/>
          <p14:tracePt t="119169" x="2432050" y="393700"/>
          <p14:tracePt t="119199" x="2425700" y="393700"/>
          <p14:tracePt t="119213" x="2425700" y="400050"/>
          <p14:tracePt t="119227" x="2425700" y="406400"/>
          <p14:tracePt t="119235" x="2425700" y="412750"/>
          <p14:tracePt t="119252" x="2425700" y="419100"/>
          <p14:tracePt t="119269" x="2425700" y="425450"/>
          <p14:tracePt t="119286" x="2425700" y="431800"/>
          <p14:tracePt t="119302" x="2425700" y="438150"/>
          <p14:tracePt t="119319" x="2425700" y="444500"/>
          <p14:tracePt t="119335" x="2425700" y="450850"/>
          <p14:tracePt t="119353" x="2425700" y="469900"/>
          <p14:tracePt t="119369" x="2432050" y="501650"/>
          <p14:tracePt t="119385" x="2438400" y="514350"/>
          <p14:tracePt t="119403" x="2470150" y="615950"/>
          <p14:tracePt t="119418" x="2476500" y="654050"/>
          <p14:tracePt t="119435" x="2495550" y="698500"/>
          <p14:tracePt t="119452" x="2527300" y="774700"/>
          <p14:tracePt t="119468" x="2552700" y="825500"/>
          <p14:tracePt t="119485" x="2559050" y="838200"/>
          <p14:tracePt t="119501" x="2578100" y="857250"/>
          <p14:tracePt t="119518" x="2584450" y="857250"/>
          <p14:tracePt t="119551" x="2590800" y="857250"/>
          <p14:tracePt t="119568" x="2597150" y="857250"/>
          <p14:tracePt t="119585" x="2609850" y="850900"/>
          <p14:tracePt t="119601" x="2616200" y="844550"/>
          <p14:tracePt t="119618" x="2616200" y="838200"/>
          <p14:tracePt t="119635" x="2628900" y="819150"/>
          <p14:tracePt t="119651" x="2635250" y="819150"/>
          <p14:tracePt t="119668" x="2641600" y="812800"/>
          <p14:tracePt t="119684" x="2660650" y="806450"/>
          <p14:tracePt t="119700" x="2679700" y="787400"/>
          <p14:tracePt t="119718" x="2698750" y="768350"/>
          <p14:tracePt t="119734" x="2749550" y="730250"/>
          <p14:tracePt t="119751" x="2825750" y="692150"/>
          <p14:tracePt t="119768" x="2901950" y="654050"/>
          <p14:tracePt t="119784" x="2946400" y="641350"/>
          <p14:tracePt t="119801" x="3022600" y="609600"/>
          <p14:tracePt t="119818" x="3092450" y="584200"/>
          <p14:tracePt t="119834" x="3136900" y="565150"/>
          <p14:tracePt t="119850" x="3187700" y="552450"/>
          <p14:tracePt t="119867" x="3225800" y="546100"/>
          <p14:tracePt t="119883" x="3244850" y="539750"/>
          <p14:tracePt t="119900" x="3251200" y="533400"/>
          <p14:tracePt t="119917" x="3276600" y="527050"/>
          <p14:tracePt t="119933" x="3282950" y="527050"/>
          <p14:tracePt t="119951" x="3289300" y="527050"/>
          <p14:tracePt t="119967" x="3295650" y="527050"/>
          <p14:tracePt t="119987" x="3302000" y="527050"/>
          <p14:tracePt t="120003" x="3308350" y="527050"/>
          <p14:tracePt t="120016" x="3314700" y="533400"/>
          <p14:tracePt t="120033" x="3333750" y="533400"/>
          <p14:tracePt t="120050" x="3346450" y="533400"/>
          <p14:tracePt t="120066" x="3352800" y="533400"/>
          <p14:tracePt t="120083" x="3384550" y="539750"/>
          <p14:tracePt t="120099" x="3422650" y="539750"/>
          <p14:tracePt t="120116" x="3448050" y="539750"/>
          <p14:tracePt t="120133" x="3486150" y="539750"/>
          <p14:tracePt t="120149" x="3530600" y="539750"/>
          <p14:tracePt t="120166" x="3556000" y="539750"/>
          <p14:tracePt t="120183" x="3587750" y="527050"/>
          <p14:tracePt t="120199" x="3625850" y="527050"/>
          <p14:tracePt t="120216" x="3632200" y="527050"/>
          <p14:tracePt t="120233" x="3670300" y="527050"/>
          <p14:tracePt t="120266" x="3695700" y="527050"/>
          <p14:tracePt t="120282" x="3714750" y="527050"/>
          <p14:tracePt t="120299" x="3721100" y="527050"/>
          <p14:tracePt t="120303" x="3727450" y="527050"/>
          <p14:tracePt t="120324" x="3733800" y="527050"/>
          <p14:tracePt t="120332" x="3740150" y="527050"/>
          <p14:tracePt t="120359" x="3746500" y="527050"/>
          <p14:tracePt t="120380" x="3752850" y="527050"/>
          <p14:tracePt t="120429" x="3759200" y="527050"/>
          <p14:tracePt t="120534" x="3759200" y="533400"/>
          <p14:tracePt t="120745" x="3765550" y="533400"/>
          <p14:tracePt t="120780" x="3771900" y="533400"/>
          <p14:tracePt t="120801" x="3784600" y="533400"/>
          <p14:tracePt t="120823" x="3790950" y="533400"/>
          <p14:tracePt t="120829" x="3790950" y="527050"/>
          <p14:tracePt t="120851" x="3797300" y="527050"/>
          <p14:tracePt t="120872" x="3803650" y="527050"/>
          <p14:tracePt t="120921" x="3810000" y="520700"/>
          <p14:tracePt t="120956" x="3816350" y="520700"/>
          <p14:tracePt t="121034" x="3816350" y="527050"/>
          <p14:tracePt t="121040" x="3816350" y="533400"/>
          <p14:tracePt t="121062" x="3816350" y="539750"/>
          <p14:tracePt t="121076" x="3816350" y="546100"/>
          <p14:tracePt t="121104" x="3816350" y="552450"/>
          <p14:tracePt t="121132" x="3810000" y="558800"/>
          <p14:tracePt t="121153" x="3797300" y="565150"/>
          <p14:tracePt t="121167" x="3790950" y="571500"/>
          <p14:tracePt t="121174" x="3778250" y="577850"/>
          <p14:tracePt t="121182" x="3752850" y="584200"/>
          <p14:tracePt t="121197" x="3714750" y="603250"/>
          <p14:tracePt t="121212" x="3683000" y="615950"/>
          <p14:tracePt t="121229" x="3575050" y="654050"/>
          <p14:tracePt t="121245" x="3454400" y="685800"/>
          <p14:tracePt t="121262" x="3384550" y="704850"/>
          <p14:tracePt t="121280" x="3263900" y="717550"/>
          <p14:tracePt t="121296" x="3149600" y="736600"/>
          <p14:tracePt t="121312" x="3111500" y="736600"/>
          <p14:tracePt t="121329" x="3035300" y="755650"/>
          <p14:tracePt t="121345" x="2997200" y="762000"/>
          <p14:tracePt t="121362" x="2990850" y="768350"/>
          <p14:tracePt t="121378" x="2978150" y="768350"/>
          <p14:tracePt t="121395" x="2971800" y="768350"/>
          <p14:tracePt t="121428" x="2971800" y="774700"/>
          <p14:tracePt t="121449" x="2971800" y="781050"/>
          <p14:tracePt t="121462" x="2971800" y="787400"/>
          <p14:tracePt t="121491" x="2971800" y="793750"/>
          <p14:tracePt t="121526" x="2971800" y="800100"/>
          <p14:tracePt t="121546" x="2971800" y="806450"/>
          <p14:tracePt t="121562" x="2965450" y="806450"/>
          <p14:tracePt t="121582" x="2965450" y="812800"/>
          <p14:tracePt t="121589" x="2959100" y="819150"/>
          <p14:tracePt t="121597" x="2959100" y="825500"/>
          <p14:tracePt t="121612" x="2959100" y="831850"/>
          <p14:tracePt t="121628" x="2946400" y="844550"/>
          <p14:tracePt t="121645" x="2933700" y="869950"/>
          <p14:tracePt t="121661" x="2921000" y="889000"/>
          <p14:tracePt t="121677" x="2882900" y="939800"/>
          <p14:tracePt t="121694" x="2838450" y="1041400"/>
          <p14:tracePt t="121711" x="2800350" y="1098550"/>
          <p14:tracePt t="121728" x="2762250" y="1155700"/>
          <p14:tracePt t="121744" x="2660650" y="1352550"/>
          <p14:tracePt t="121761" x="2622550" y="1409700"/>
          <p14:tracePt t="121777" x="2578100" y="1466850"/>
          <p14:tracePt t="121794" x="2489200" y="1555750"/>
          <p14:tracePt t="121810" x="2419350" y="1663700"/>
          <p14:tracePt t="121814" x="2387600" y="1708150"/>
          <p14:tracePt t="121830" x="2368550" y="1739900"/>
          <p14:tracePt t="121844" x="2349500" y="1771650"/>
          <p14:tracePt t="121861" x="2311400" y="1803400"/>
          <p14:tracePt t="121877" x="2292350" y="1847850"/>
          <p14:tracePt t="121893" x="2279650" y="1860550"/>
          <p14:tracePt t="121910" x="2266950" y="1885950"/>
          <p14:tracePt t="121927" x="2254250" y="1905000"/>
          <p14:tracePt t="121943" x="2247900" y="1917700"/>
          <p14:tracePt t="121960" x="2235200" y="1930400"/>
          <p14:tracePt t="121976" x="2222500" y="1943100"/>
          <p14:tracePt t="121993" x="2216150" y="1943100"/>
          <p14:tracePt t="122010" x="2203450" y="1949450"/>
          <p14:tracePt t="122026" x="2190750" y="1949450"/>
          <p14:tracePt t="122043" x="2184400" y="1955800"/>
          <p14:tracePt t="122060" x="2178050" y="1955800"/>
          <p14:tracePt t="122076" x="2152650" y="1968500"/>
          <p14:tracePt t="122093" x="2114550" y="1981200"/>
          <p14:tracePt t="122110" x="2057400" y="2000250"/>
          <p14:tracePt t="122126" x="2032000" y="2006600"/>
          <p14:tracePt t="122142" x="1955800" y="2019300"/>
          <p14:tracePt t="122159" x="1885950" y="2032000"/>
          <p14:tracePt t="122176" x="1860550" y="2038350"/>
          <p14:tracePt t="122193" x="1809750" y="2038350"/>
          <p14:tracePt t="122209" x="1778000" y="2038350"/>
          <p14:tracePt t="122226" x="1758950" y="2038350"/>
          <p14:tracePt t="122242" x="1727200" y="2038350"/>
          <p14:tracePt t="122259" x="1708150" y="2038350"/>
          <p14:tracePt t="122275" x="1701800" y="2038350"/>
          <p14:tracePt t="122292" x="1676400" y="2038350"/>
          <p14:tracePt t="122308" x="1663700" y="2025650"/>
          <p14:tracePt t="122325" x="1657350" y="2019300"/>
          <p14:tracePt t="122342" x="1638300" y="2012950"/>
          <p14:tracePt t="122358" x="1631950" y="2012950"/>
          <p14:tracePt t="122375" x="1625600" y="2000250"/>
          <p14:tracePt t="122391" x="1619250" y="2000250"/>
          <p14:tracePt t="122408" x="1619250" y="1993900"/>
          <p14:tracePt t="122441" x="1612900" y="1993900"/>
          <p14:tracePt t="122538" x="1619250" y="1993900"/>
          <p14:tracePt t="122587" x="1625600" y="1993900"/>
          <p14:tracePt t="122601" x="1631950" y="1993900"/>
          <p14:tracePt t="122622" x="1638300" y="1993900"/>
          <p14:tracePt t="122629" x="1644650" y="1993900"/>
          <p14:tracePt t="122650" x="1651000" y="1993900"/>
          <p14:tracePt t="122660" x="1657350" y="1993900"/>
          <p14:tracePt t="122673" x="1663700" y="2000250"/>
          <p14:tracePt t="122691" x="1670050" y="2006600"/>
          <p14:tracePt t="122707" x="1701800" y="2019300"/>
          <p14:tracePt t="122724" x="1752600" y="2044700"/>
          <p14:tracePt t="122742" x="1803400" y="2063750"/>
          <p14:tracePt t="122757" x="1835150" y="2082800"/>
          <p14:tracePt t="122774" x="1885950" y="2095500"/>
          <p14:tracePt t="122791" x="1930400" y="2108200"/>
          <p14:tracePt t="122807" x="1949450" y="2114550"/>
          <p14:tracePt t="122823" x="1981200" y="2120900"/>
          <p14:tracePt t="122840" x="2000250" y="2120900"/>
          <p14:tracePt t="122856" x="2012950" y="2120900"/>
          <p14:tracePt t="122873" x="2032000" y="2120900"/>
          <p14:tracePt t="122890" x="2044700" y="2114550"/>
          <p14:tracePt t="122906" x="2051050" y="2114550"/>
          <p14:tracePt t="122924" x="2057400" y="2114550"/>
          <p14:tracePt t="122940" x="2076450" y="2108200"/>
          <p14:tracePt t="122956" x="2082800" y="2108200"/>
          <p14:tracePt t="122989" x="2089150" y="2108200"/>
          <p14:tracePt t="123006" x="2101850" y="2108200"/>
          <p14:tracePt t="123023" x="2114550" y="2108200"/>
          <p14:tracePt t="123039" x="2127250" y="2101850"/>
          <p14:tracePt t="123056" x="2146300" y="2101850"/>
          <p14:tracePt t="123073" x="2178050" y="2101850"/>
          <p14:tracePt t="123089" x="2209800" y="2101850"/>
          <p14:tracePt t="123106" x="2247900" y="2101850"/>
          <p14:tracePt t="123122" x="2286000" y="2108200"/>
          <p14:tracePt t="123139" x="2305050" y="2108200"/>
          <p14:tracePt t="123156" x="2330450" y="2108200"/>
          <p14:tracePt t="123172" x="2343150" y="2108200"/>
          <p14:tracePt t="123189" x="2355850" y="2108200"/>
          <p14:tracePt t="123206" x="2374900" y="2108200"/>
          <p14:tracePt t="123222" x="2393950" y="2095500"/>
          <p14:tracePt t="123239" x="2406650" y="2095500"/>
          <p14:tracePt t="123255" x="2438400" y="2082800"/>
          <p14:tracePt t="123272" x="2463800" y="2076450"/>
          <p14:tracePt t="123289" x="2476500" y="2076450"/>
          <p14:tracePt t="123305" x="2495550" y="2076450"/>
          <p14:tracePt t="123339" x="2501900" y="2070100"/>
          <p14:tracePt t="123375" x="2508250" y="2070100"/>
          <p14:tracePt t="123431" x="2514600" y="2070100"/>
          <p14:tracePt t="123500" x="2520950" y="2070100"/>
          <p14:tracePt t="123564" x="2527300" y="2070100"/>
          <p14:tracePt t="124576" x="2533650" y="2070100"/>
          <p14:tracePt t="124618" x="2533650" y="2076450"/>
          <p14:tracePt t="124688" x="2533650" y="2082800"/>
          <p14:tracePt t="124780" x="2533650" y="2089150"/>
          <p14:tracePt t="125201" x="2540000" y="2101850"/>
          <p14:tracePt t="125209" x="2540000" y="2108200"/>
          <p14:tracePt t="125223" x="2552700" y="2139950"/>
          <p14:tracePt t="125231" x="2565400" y="2171700"/>
          <p14:tracePt t="125248" x="2584450" y="2216150"/>
          <p14:tracePt t="125265" x="2641600" y="2330450"/>
          <p14:tracePt t="125281" x="2698750" y="2463800"/>
          <p14:tracePt t="125298" x="2730500" y="2533650"/>
          <p14:tracePt t="125315" x="2787650" y="2667000"/>
          <p14:tracePt t="125331" x="2838450" y="2813050"/>
          <p14:tracePt t="125349" x="2882900" y="2940050"/>
          <p14:tracePt t="125365" x="2901950" y="2990850"/>
          <p14:tracePt t="125381" x="2946400" y="3105150"/>
          <p14:tracePt t="125398" x="2990850" y="3206750"/>
          <p14:tracePt t="125414" x="3003550" y="3244850"/>
          <p14:tracePt t="125431" x="3028950" y="3314700"/>
          <p14:tracePt t="125448" x="3041650" y="3371850"/>
          <p14:tracePt t="125465" x="3048000" y="3390900"/>
          <p14:tracePt t="125481" x="3054350" y="3422650"/>
          <p14:tracePt t="125498" x="3079750" y="3498850"/>
          <p14:tracePt t="125514" x="3086100" y="3530600"/>
          <p14:tracePt t="125532" x="3111500" y="3638550"/>
          <p14:tracePt t="125547" x="3124200" y="3702050"/>
          <p14:tracePt t="125564" x="3136900" y="3810000"/>
          <p14:tracePt t="125581" x="3155950" y="3879850"/>
          <p14:tracePt t="125597" x="3162300" y="3911600"/>
          <p14:tracePt t="125614" x="3168650" y="3943350"/>
          <p14:tracePt t="125631" x="3175000" y="3956050"/>
          <p14:tracePt t="125647" x="3175000" y="3962400"/>
          <p14:tracePt t="125664" x="3181350" y="3981450"/>
          <p14:tracePt t="125680" x="3187700" y="4000500"/>
          <p14:tracePt t="125697" x="3187700" y="4013200"/>
          <p14:tracePt t="125714" x="3200400" y="4032250"/>
          <p14:tracePt t="125730" x="3213100" y="4038600"/>
          <p14:tracePt t="125747" x="3219450" y="4044950"/>
          <p14:tracePt t="125764" x="3219450" y="4057650"/>
          <p14:tracePt t="125780" x="3232150" y="4064000"/>
          <p14:tracePt t="125796" x="3244850" y="4064000"/>
          <p14:tracePt t="125813" x="3257550" y="4070350"/>
          <p14:tracePt t="126234" x="3289300" y="4108450"/>
          <p14:tracePt t="126248" x="3352800" y="4171950"/>
          <p14:tracePt t="126254" x="3409950" y="4216400"/>
          <p14:tracePt t="126265" x="3454400" y="4273550"/>
          <p14:tracePt t="126278" x="3505200" y="4343400"/>
          <p14:tracePt t="126295" x="3556000" y="4406900"/>
          <p14:tracePt t="126311" x="3676650" y="4565650"/>
          <p14:tracePt t="126328" x="3708400" y="4622800"/>
          <p14:tracePt t="126345" x="3733800" y="4667250"/>
          <p14:tracePt t="126361" x="3778250" y="4743450"/>
          <p14:tracePt t="126378" x="3810000" y="4838700"/>
          <p14:tracePt t="126395" x="3829050" y="4870450"/>
          <p14:tracePt t="126411" x="3841750" y="4914900"/>
          <p14:tracePt t="126428" x="3841750" y="4940300"/>
          <p14:tracePt t="126445" x="3848100" y="4946650"/>
          <p14:tracePt t="126461" x="3854450" y="4953000"/>
          <p14:tracePt t="126477" x="3854450" y="4965700"/>
          <p14:tracePt t="126497" x="3854450" y="4972050"/>
          <p14:tracePt t="126511" x="3854450" y="4978400"/>
          <p14:tracePt t="126527" x="3860800" y="4984750"/>
          <p14:tracePt t="126544" x="3860800" y="4991100"/>
          <p14:tracePt t="126564" x="3867150" y="4997450"/>
          <p14:tracePt t="126585" x="3867150" y="5010150"/>
          <p14:tracePt t="126594" x="3873500" y="5022850"/>
          <p14:tracePt t="126611" x="3873500" y="5035550"/>
          <p14:tracePt t="126627" x="3879850" y="5054600"/>
          <p14:tracePt t="126643" x="3886200" y="5067300"/>
          <p14:tracePt t="126660" x="3892550" y="5086350"/>
          <p14:tracePt t="126677" x="3892550" y="5111750"/>
          <p14:tracePt t="126693" x="3892550" y="5124450"/>
          <p14:tracePt t="126710" x="3898900" y="5137150"/>
          <p14:tracePt t="126726" x="3905250" y="5168900"/>
          <p14:tracePt t="126743" x="3905250" y="5194300"/>
          <p14:tracePt t="126760" x="3905250" y="5251450"/>
          <p14:tracePt t="126776" x="3911600" y="5314950"/>
          <p14:tracePt t="126793" x="3911600" y="5346700"/>
          <p14:tracePt t="126810" x="3911600" y="5397500"/>
          <p14:tracePt t="126826" x="3905250" y="5422900"/>
          <p14:tracePt t="126860" x="3898900" y="5429250"/>
          <p14:tracePt t="126876" x="3892550" y="5429250"/>
          <p14:tracePt t="126896" x="3886200" y="5429250"/>
          <p14:tracePt t="126937" x="3879850" y="5429250"/>
          <p14:tracePt t="126944" x="3879850" y="5422900"/>
          <p14:tracePt t="126957" x="3873500" y="5416550"/>
          <p14:tracePt t="126965" x="3867150" y="5410200"/>
          <p14:tracePt t="126979" x="3867150" y="5397500"/>
          <p14:tracePt t="126993" x="3860800" y="5397500"/>
          <p14:tracePt t="127008" x="3841750" y="5372100"/>
          <p14:tracePt t="127026" x="3822700" y="5353050"/>
          <p14:tracePt t="127042" x="3778250" y="5295900"/>
          <p14:tracePt t="127059" x="3676650" y="5181600"/>
          <p14:tracePt t="127075" x="3619500" y="5111750"/>
          <p14:tracePt t="127092" x="3460750" y="4921250"/>
          <p14:tracePt t="127108" x="3282950" y="4699000"/>
          <p14:tracePt t="127127" x="3143250" y="4495800"/>
          <p14:tracePt t="127142" x="3067050" y="4413250"/>
          <p14:tracePt t="127158" x="3009900" y="4330700"/>
          <p14:tracePt t="127176" x="2838450" y="4114800"/>
          <p14:tracePt t="127193" x="2800350" y="4057650"/>
          <p14:tracePt t="127208" x="2762250" y="4000500"/>
          <p14:tracePt t="127225" x="2654300" y="3841750"/>
          <p14:tracePt t="127242" x="2552700" y="3676650"/>
          <p14:tracePt t="127258" x="2501900" y="3594100"/>
          <p14:tracePt t="127275" x="2425700" y="3441700"/>
          <p14:tracePt t="127291" x="2343150" y="3314700"/>
          <p14:tracePt t="127309" x="2254250" y="3155950"/>
          <p14:tracePt t="127324" x="2203450" y="3060700"/>
          <p14:tracePt t="127341" x="2051050" y="2857500"/>
          <p14:tracePt t="127358" x="1905000" y="2692400"/>
          <p14:tracePt t="127374" x="1847850" y="2609850"/>
          <p14:tracePt t="127378" x="1797050" y="2540000"/>
          <p14:tracePt t="127391" x="1746250" y="2457450"/>
          <p14:tracePt t="127408" x="1670050" y="2343150"/>
          <p14:tracePt t="127424" x="1631950" y="2298700"/>
          <p14:tracePt t="127441" x="1593850" y="2254250"/>
          <p14:tracePt t="127458" x="1511300" y="2139950"/>
          <p14:tracePt t="127474" x="1485900" y="2114550"/>
          <p14:tracePt t="127491" x="1473200" y="2101850"/>
          <p14:tracePt t="127507" x="1454150" y="2076450"/>
          <p14:tracePt t="127524" x="1447800" y="2063750"/>
          <p14:tracePt t="127557" x="1447800" y="2057400"/>
          <p14:tracePt t="127573" x="1447800" y="2051050"/>
          <p14:tracePt t="127593" x="1447800" y="2044700"/>
          <p14:tracePt t="127607" x="1447800" y="2038350"/>
          <p14:tracePt t="127632" x="1447800" y="2032000"/>
          <p14:tracePt t="127641" x="1454150" y="2032000"/>
          <p14:tracePt t="127660" x="1460500" y="2032000"/>
          <p14:tracePt t="127703" x="1466850" y="2032000"/>
          <p14:tracePt t="127709" x="1466850" y="2038350"/>
          <p14:tracePt t="127731" x="1473200" y="2038350"/>
          <p14:tracePt t="127752" x="1479550" y="2044700"/>
          <p14:tracePt t="127760" x="1479550" y="2051050"/>
          <p14:tracePt t="127793" x="1485900" y="2051050"/>
          <p14:tracePt t="127801" x="1492250" y="2057400"/>
          <p14:tracePt t="127829" x="1498600" y="2057400"/>
          <p14:tracePt t="127851" x="1498600" y="2063750"/>
          <p14:tracePt t="128775" x="1524000" y="2063750"/>
          <p14:tracePt t="128782" x="1562100" y="2076450"/>
          <p14:tracePt t="128796" x="1600200" y="2076450"/>
          <p14:tracePt t="128806" x="1663700" y="2076450"/>
          <p14:tracePt t="128819" x="1739900" y="2082800"/>
          <p14:tracePt t="128836" x="1803400" y="2082800"/>
          <p14:tracePt t="128853" x="2051050" y="2070100"/>
          <p14:tracePt t="128869" x="2127250" y="2070100"/>
          <p14:tracePt t="128886" x="2197100" y="2057400"/>
          <p14:tracePt t="128889" x="2247900" y="2051050"/>
          <p14:tracePt t="128902" x="2298700" y="2044700"/>
          <p14:tracePt t="128919" x="2362200" y="2025650"/>
          <p14:tracePt t="128937" x="2406650" y="2019300"/>
          <p14:tracePt t="128952" x="2425700" y="2019300"/>
          <p14:tracePt t="128969" x="2444750" y="2025650"/>
          <p14:tracePt t="128986" x="2457450" y="2032000"/>
          <p14:tracePt t="129036" x="2470150" y="2038350"/>
          <p14:tracePt t="129042" x="2476500" y="2038350"/>
          <p14:tracePt t="129056" x="2482850" y="2044700"/>
          <p14:tracePt t="129068" x="2495550" y="2044700"/>
          <p14:tracePt t="130782" x="2514600" y="2051050"/>
          <p14:tracePt t="130797" x="2527300" y="2057400"/>
          <p14:tracePt t="130803" x="2552700" y="2063750"/>
          <p14:tracePt t="130813" x="2571750" y="2082800"/>
          <p14:tracePt t="130829" x="2597150" y="2089150"/>
          <p14:tracePt t="130846" x="2667000" y="2127250"/>
          <p14:tracePt t="130862" x="2724150" y="2165350"/>
          <p14:tracePt t="130879" x="2863850" y="2266950"/>
          <p14:tracePt t="130896" x="3054350" y="2438400"/>
          <p14:tracePt t="130913" x="3175000" y="2571750"/>
          <p14:tracePt t="130916" x="3289300" y="2705100"/>
          <p14:tracePt t="130929" x="3416300" y="2889250"/>
          <p14:tracePt t="130945" x="3625850" y="3270250"/>
          <p14:tracePt t="130962" x="3733800" y="3448050"/>
          <p14:tracePt t="130979" x="3987800" y="3879850"/>
          <p14:tracePt t="130995" x="4197350" y="4254500"/>
          <p14:tracePt t="131012" x="4279900" y="4406900"/>
          <p14:tracePt t="131029" x="4400550" y="4641850"/>
          <p14:tracePt t="131045" x="4495800" y="4851400"/>
          <p14:tracePt t="131062" x="4527550" y="4921250"/>
          <p14:tracePt t="131078" x="4572000" y="5010150"/>
          <p14:tracePt t="131095" x="4591050" y="5060950"/>
          <p14:tracePt t="131113" x="4597400" y="5111750"/>
          <p14:tracePt t="131128" x="4597400" y="5137150"/>
          <p14:tracePt t="131145" x="4610100" y="5207000"/>
          <p14:tracePt t="131162" x="4603750" y="5276850"/>
          <p14:tracePt t="131178" x="4597400" y="5314950"/>
          <p14:tracePt t="131194" x="4572000" y="5384800"/>
          <p14:tracePt t="131212" x="4552950" y="5448300"/>
          <p14:tracePt t="131228" x="4546600" y="5461000"/>
          <p14:tracePt t="131244" x="4533900" y="5473700"/>
          <p14:tracePt t="131261" x="4508500" y="5499100"/>
          <p14:tracePt t="131277" x="4502150" y="5511800"/>
          <p14:tracePt t="131295" x="4464050" y="5537200"/>
          <p14:tracePt t="131311" x="4445000" y="5556250"/>
          <p14:tracePt t="131327" x="4387850" y="5600700"/>
          <p14:tracePt t="131345" x="4337050" y="5638800"/>
          <p14:tracePt t="131361" x="4305300" y="5651500"/>
          <p14:tracePt t="131377" x="4248150" y="5670550"/>
          <p14:tracePt t="131394" x="4203700" y="5676900"/>
          <p14:tracePt t="131410" x="4178300" y="5676900"/>
          <p14:tracePt t="131415" x="4152900" y="5676900"/>
          <p14:tracePt t="131427" x="4127500" y="5664200"/>
          <p14:tracePt t="131443" x="4083050" y="5651500"/>
          <p14:tracePt t="131460" x="4070350" y="5638800"/>
          <p14:tracePt t="131477" x="4038600" y="5626100"/>
          <p14:tracePt t="131493" x="4019550" y="5619750"/>
          <p14:tracePt t="131510" x="4006850" y="5613400"/>
          <p14:tracePt t="131527" x="3987800" y="5600700"/>
          <p14:tracePt t="131543" x="3968750" y="5581650"/>
          <p14:tracePt t="131560" x="3956050" y="5581650"/>
          <p14:tracePt t="131576" x="3943350" y="5575300"/>
          <p14:tracePt t="131593" x="3937000" y="5575300"/>
          <p14:tracePt t="131610" x="3924300" y="5568950"/>
          <p14:tracePt t="131626" x="3924300" y="5562600"/>
          <p14:tracePt t="131643" x="3917950" y="5562600"/>
          <p14:tracePt t="131675" x="3917950" y="5556250"/>
          <p14:tracePt t="131703" x="3917950" y="5549900"/>
          <p14:tracePt t="131724" x="3917950" y="5543550"/>
          <p14:tracePt t="131738" x="3917950" y="5537200"/>
          <p14:tracePt t="131746" x="3911600" y="5537200"/>
          <p14:tracePt t="131762" x="3905250" y="5537200"/>
          <p14:tracePt t="131776" x="3905250" y="5530850"/>
          <p14:tracePt t="131792" x="3898900" y="5518150"/>
          <p14:tracePt t="131809" x="3854450" y="5473700"/>
          <p14:tracePt t="131826" x="3810000" y="5429250"/>
          <p14:tracePt t="131843" x="3663950" y="5276850"/>
          <p14:tracePt t="131859" x="3409950" y="4991100"/>
          <p14:tracePt t="131875" x="3232150" y="4819650"/>
          <p14:tracePt t="131892" x="2851150" y="4406900"/>
          <p14:tracePt t="131909" x="2425700" y="3975100"/>
          <p14:tracePt t="131925" x="2241550" y="3784600"/>
          <p14:tracePt t="131942" x="1905000" y="3416300"/>
          <p14:tracePt t="131958" x="1682750" y="3143250"/>
          <p14:tracePt t="131975" x="1606550" y="3035300"/>
          <p14:tracePt t="131992" x="1492250" y="2882900"/>
          <p14:tracePt t="132008" x="1403350" y="2730500"/>
          <p14:tracePt t="132026" x="1377950" y="2673350"/>
          <p14:tracePt t="132041" x="1327150" y="2571750"/>
          <p14:tracePt t="132058" x="1320800" y="2546350"/>
          <p14:tracePt t="132076" x="1301750" y="2476500"/>
          <p14:tracePt t="132091" x="1295400" y="2451100"/>
          <p14:tracePt t="132108" x="1289050" y="2438400"/>
          <p14:tracePt t="132125" x="1282700" y="2425700"/>
          <p14:tracePt t="132141" x="1276350" y="2400300"/>
          <p14:tracePt t="132158" x="1276350" y="2393950"/>
          <p14:tracePt t="132175" x="1270000" y="2368550"/>
          <p14:tracePt t="132191" x="1270000" y="2355850"/>
          <p14:tracePt t="132208" x="1270000" y="2349500"/>
          <p14:tracePt t="132224" x="1270000" y="2324100"/>
          <p14:tracePt t="132241" x="1270000" y="2311400"/>
          <p14:tracePt t="132258" x="1276350" y="2298700"/>
          <p14:tracePt t="132274" x="1276350" y="2292350"/>
          <p14:tracePt t="132291" x="1276350" y="2279650"/>
          <p14:tracePt t="132308" x="1282700" y="2260600"/>
          <p14:tracePt t="132324" x="1282700" y="2254250"/>
          <p14:tracePt t="132341" x="1289050" y="2241550"/>
          <p14:tracePt t="132357" x="1301750" y="2203450"/>
          <p14:tracePt t="132374" x="1314450" y="2184400"/>
          <p14:tracePt t="132391" x="1320800" y="2152650"/>
          <p14:tracePt t="132407" x="1327150" y="2139950"/>
          <p14:tracePt t="132424" x="1333500" y="2114550"/>
          <p14:tracePt t="132441" x="1339850" y="2101850"/>
          <p14:tracePt t="132469" x="1339850" y="2095500"/>
          <p14:tracePt t="132497" x="1346200" y="2089150"/>
          <p14:tracePt t="132582" x="1352550" y="2089150"/>
          <p14:tracePt t="132631" x="1358900" y="2089150"/>
          <p14:tracePt t="132673" x="1365250" y="2089150"/>
          <p14:tracePt t="132694" x="1371600" y="2089150"/>
          <p14:tracePt t="132722" x="1377950" y="2082800"/>
          <p14:tracePt t="132729" x="1384300" y="2082800"/>
          <p14:tracePt t="132743" x="1397000" y="2082800"/>
          <p14:tracePt t="132755" x="1409700" y="2082800"/>
          <p14:tracePt t="132772" x="1460500" y="2082800"/>
          <p14:tracePt t="132789" x="1485900" y="2082800"/>
          <p14:tracePt t="132806" x="1562100" y="2082800"/>
          <p14:tracePt t="132822" x="1663700" y="2082800"/>
          <p14:tracePt t="132839" x="1720850" y="2082800"/>
          <p14:tracePt t="132856" x="1822450" y="2082800"/>
          <p14:tracePt t="132872" x="1917700" y="2082800"/>
          <p14:tracePt t="132889" x="1943100" y="2082800"/>
          <p14:tracePt t="132905" x="2006600" y="2076450"/>
          <p14:tracePt t="132922" x="2057400" y="2076450"/>
          <p14:tracePt t="132938" x="2082800" y="2076450"/>
          <p14:tracePt t="132942" x="2101850" y="2076450"/>
          <p14:tracePt t="132956" x="2127250" y="2076450"/>
          <p14:tracePt t="132971" x="2152650" y="2076450"/>
          <p14:tracePt t="132989" x="2209800" y="2076450"/>
          <p14:tracePt t="133005" x="2228850" y="2076450"/>
          <p14:tracePt t="133021" x="2254250" y="2082800"/>
          <p14:tracePt t="133038" x="2279650" y="2082800"/>
          <p14:tracePt t="133055" x="2311400" y="2089150"/>
          <p14:tracePt t="133071" x="2317750" y="2089150"/>
          <p14:tracePt t="133088" x="2336800" y="2089150"/>
          <p14:tracePt t="133104" x="2355850" y="2089150"/>
          <p14:tracePt t="133122" x="2368550" y="2082800"/>
          <p14:tracePt t="133138" x="2368550" y="2076450"/>
          <p14:tracePt t="133154" x="2381250" y="2076450"/>
          <p14:tracePt t="133193" x="2381250" y="2070100"/>
          <p14:tracePt t="133256" x="2374900" y="2070100"/>
          <p14:tracePt t="133263" x="2368550" y="2070100"/>
          <p14:tracePt t="133271" x="2362200" y="2070100"/>
          <p14:tracePt t="133287" x="2349500" y="2070100"/>
          <p14:tracePt t="133304" x="2343150" y="2070100"/>
          <p14:tracePt t="133320" x="2311400" y="2057400"/>
          <p14:tracePt t="133337" x="2247900" y="2057400"/>
          <p14:tracePt t="133354" x="2146300" y="2057400"/>
          <p14:tracePt t="133370" x="2082800" y="2057400"/>
          <p14:tracePt t="133387" x="1936750" y="2057400"/>
          <p14:tracePt t="133404" x="1784350" y="2057400"/>
          <p14:tracePt t="133420" x="1733550" y="2057400"/>
          <p14:tracePt t="133437" x="1644650" y="2057400"/>
          <p14:tracePt t="133453" x="1593850" y="2057400"/>
          <p14:tracePt t="133470" x="1581150" y="2063750"/>
          <p14:tracePt t="133487" x="1574800" y="2063750"/>
          <p14:tracePt t="133503" x="1581150" y="2063750"/>
          <p14:tracePt t="133523" x="1587500" y="2070100"/>
          <p14:tracePt t="133539" x="1600200" y="2070100"/>
          <p14:tracePt t="133553" x="1619250" y="2070100"/>
          <p14:tracePt t="133570" x="1625600" y="2070100"/>
          <p14:tracePt t="133587" x="1644650" y="2076450"/>
          <p14:tracePt t="133603" x="1651000" y="2076450"/>
          <p14:tracePt t="133620" x="1670050" y="2076450"/>
          <p14:tracePt t="133636" x="1689100" y="2076450"/>
          <p14:tracePt t="133653" x="1701800" y="2076450"/>
          <p14:tracePt t="133669" x="1720850" y="2076450"/>
          <p14:tracePt t="133686" x="1765300" y="2076450"/>
          <p14:tracePt t="133702" x="1803400" y="2076450"/>
          <p14:tracePt t="133720" x="1866900" y="2076450"/>
          <p14:tracePt t="133736" x="1974850" y="2089150"/>
          <p14:tracePt t="133752" x="2038350" y="2089150"/>
          <p14:tracePt t="133769" x="2152650" y="2095500"/>
          <p14:tracePt t="133785" x="2298700" y="2089150"/>
          <p14:tracePt t="133803" x="2362200" y="2089150"/>
          <p14:tracePt t="133819" x="2514600" y="2082800"/>
          <p14:tracePt t="133835" x="2647950" y="2095500"/>
          <p14:tracePt t="133852" x="2686050" y="2089150"/>
          <p14:tracePt t="135619" x="2686050" y="2082800"/>
          <p14:tracePt t="135634" x="2679700" y="2063750"/>
          <p14:tracePt t="135640" x="2673350" y="2044700"/>
          <p14:tracePt t="135655" x="2667000" y="2032000"/>
          <p14:tracePt t="135662" x="2660650" y="2019300"/>
          <p14:tracePt t="135679" x="2654300" y="2006600"/>
          <p14:tracePt t="135696" x="2641600" y="1981200"/>
          <p14:tracePt t="135712" x="2635250" y="1949450"/>
          <p14:tracePt t="135728" x="2628900" y="1936750"/>
          <p14:tracePt t="135747" x="2609850" y="1885950"/>
          <p14:tracePt t="135762" x="2597150" y="1816100"/>
          <p14:tracePt t="135778" x="2590800" y="1784350"/>
          <p14:tracePt t="135796" x="2584450" y="1701800"/>
          <p14:tracePt t="135812" x="2584450" y="1663700"/>
          <p14:tracePt t="135828" x="2584450" y="1593850"/>
          <p14:tracePt t="135845" x="2590800" y="1543050"/>
          <p14:tracePt t="135861" x="2590800" y="1524000"/>
          <p14:tracePt t="135879" x="2609850" y="1485900"/>
          <p14:tracePt t="135895" x="2628900" y="1447800"/>
          <p14:tracePt t="135911" x="2635250" y="1435100"/>
          <p14:tracePt t="135929" x="2647950" y="1409700"/>
          <p14:tracePt t="135945" x="2679700" y="1384300"/>
          <p14:tracePt t="135962" x="2686050" y="1371600"/>
          <p14:tracePt t="135965" x="2698750" y="1346200"/>
          <p14:tracePt t="135978" x="2724150" y="1314450"/>
          <p14:tracePt t="135994" x="2749550" y="1263650"/>
          <p14:tracePt t="136011" x="2768600" y="1231900"/>
          <p14:tracePt t="136028" x="2787650" y="1181100"/>
          <p14:tracePt t="136044" x="2806700" y="1149350"/>
          <p14:tracePt t="136063" x="2813050" y="1111250"/>
          <p14:tracePt t="136077" x="2813050" y="1098550"/>
          <p14:tracePt t="136094" x="2819400" y="1085850"/>
          <p14:tracePt t="136111" x="2825750" y="1060450"/>
          <p14:tracePt t="136127" x="2825750" y="1054100"/>
          <p14:tracePt t="136144" x="2825750" y="1041400"/>
          <p14:tracePt t="136161" x="2825750" y="1028700"/>
          <p14:tracePt t="136177" x="2825750" y="1009650"/>
          <p14:tracePt t="136194" x="2825750" y="996950"/>
          <p14:tracePt t="136211" x="2825750" y="971550"/>
          <p14:tracePt t="136227" x="2825750" y="939800"/>
          <p14:tracePt t="136244" x="2819400" y="927100"/>
          <p14:tracePt t="136260" x="2813050" y="895350"/>
          <p14:tracePt t="136277" x="2806700" y="869950"/>
          <p14:tracePt t="136294" x="2800350" y="850900"/>
          <p14:tracePt t="136310" x="2800350" y="844550"/>
          <p14:tracePt t="136327" x="2800350" y="838200"/>
          <p14:tracePt t="136343" x="2800350" y="831850"/>
          <p14:tracePt t="136376" x="2800350" y="825500"/>
          <p14:tracePt t="136407" x="2800350" y="819150"/>
          <p14:tracePt t="136456" x="2800350" y="812800"/>
          <p14:tracePt t="136485" x="2800350" y="806450"/>
          <p14:tracePt t="136505" x="2800350" y="800100"/>
          <p14:tracePt t="136527" x="2800350" y="793750"/>
          <p14:tracePt t="136555" x="2794000" y="787400"/>
          <p14:tracePt t="136577" x="2794000" y="781050"/>
          <p14:tracePt t="136604" x="2794000" y="774700"/>
          <p14:tracePt t="136639" x="2794000" y="768350"/>
          <p14:tracePt t="136673" x="2794000" y="762000"/>
          <p14:tracePt t="136766" x="2794000" y="768350"/>
          <p14:tracePt t="136780" x="2794000" y="774700"/>
          <p14:tracePt t="136787" x="2794000" y="781050"/>
          <p14:tracePt t="136807" x="2800350" y="781050"/>
          <p14:tracePt t="136814" x="2800350" y="787400"/>
          <p14:tracePt t="136857" x="2800350" y="793750"/>
          <p14:tracePt t="136878" x="2800350" y="800100"/>
          <p14:tracePt t="136884" x="2800350" y="806450"/>
          <p14:tracePt t="136899" x="2800350" y="812800"/>
          <p14:tracePt t="136920" x="2800350" y="819150"/>
          <p14:tracePt t="136928" x="2800350" y="825500"/>
          <p14:tracePt t="136944" x="2800350" y="838200"/>
          <p14:tracePt t="136958" x="2794000" y="889000"/>
          <p14:tracePt t="136974" x="2787650" y="933450"/>
          <p14:tracePt t="136978" x="2768600" y="1009650"/>
          <p14:tracePt t="136992" x="2749550" y="1092200"/>
          <p14:tracePt t="137008" x="2717800" y="1193800"/>
          <p14:tracePt t="137025" x="2584450" y="1593850"/>
          <p14:tracePt t="137041" x="2527300" y="1733550"/>
          <p14:tracePt t="137057" x="2463800" y="1879600"/>
          <p14:tracePt t="137075" x="2393950" y="2082800"/>
          <p14:tracePt t="137091" x="2343150" y="2241550"/>
          <p14:tracePt t="137108" x="2324100" y="2286000"/>
          <p14:tracePt t="137125" x="2292350" y="2362200"/>
          <p14:tracePt t="137141" x="2266950" y="2400300"/>
          <p14:tracePt t="137157" x="2260600" y="2413000"/>
          <p14:tracePt t="137174" x="2247900" y="2419350"/>
          <p14:tracePt t="137191" x="2235200" y="2425700"/>
          <p14:tracePt t="137208" x="2228850" y="2425700"/>
          <p14:tracePt t="137224" x="2228850" y="2432050"/>
          <p14:tracePt t="137241" x="2216150" y="2432050"/>
          <p14:tracePt t="137273" x="2209800" y="2432050"/>
          <p14:tracePt t="137290" x="2203450" y="2425700"/>
          <p14:tracePt t="137307" x="2197100" y="2419350"/>
          <p14:tracePt t="137349" x="2190750" y="2419350"/>
          <p14:tracePt t="137377" x="2190750" y="2413000"/>
          <p14:tracePt t="137391" x="2190750" y="2406650"/>
          <p14:tracePt t="137398" x="2190750" y="2400300"/>
          <p14:tracePt t="137412" x="2190750" y="2393950"/>
          <p14:tracePt t="137422" x="2184400" y="2387600"/>
          <p14:tracePt t="137443" x="2178050" y="2381250"/>
          <p14:tracePt t="137461" x="2171700" y="2374900"/>
          <p14:tracePt t="137473" x="2165350" y="2362200"/>
          <p14:tracePt t="137490" x="2152650" y="2336800"/>
          <p14:tracePt t="137506" x="2139950" y="2311400"/>
          <p14:tracePt t="137523" x="2114550" y="2273300"/>
          <p14:tracePt t="137540" x="2095500" y="2235200"/>
          <p14:tracePt t="137556" x="2089150" y="2222500"/>
          <p14:tracePt t="137574" x="2070100" y="2190750"/>
          <p14:tracePt t="137589" x="2044700" y="2171700"/>
          <p14:tracePt t="137606" x="2038350" y="2159000"/>
          <p14:tracePt t="137623" x="2025650" y="2152650"/>
          <p14:tracePt t="137639" x="2025650" y="2146300"/>
          <p14:tracePt t="137656" x="2019300" y="2139950"/>
          <p14:tracePt t="137672" x="2012950" y="2139950"/>
          <p14:tracePt t="137693" x="2006600" y="2139950"/>
          <p14:tracePt t="137890" x="2006600" y="2146300"/>
          <p14:tracePt t="137918" x="2006600" y="2152650"/>
          <p14:tracePt t="138415" x="1993900" y="2152650"/>
          <p14:tracePt t="138422" x="1962150" y="2146300"/>
          <p14:tracePt t="138437" x="1943100" y="2146300"/>
          <p14:tracePt t="138443" x="1905000" y="2139950"/>
          <p14:tracePt t="138457" x="1873250" y="2139950"/>
          <p14:tracePt t="138469" x="1835150" y="2139950"/>
          <p14:tracePt t="138486" x="1778000" y="2133600"/>
          <p14:tracePt t="138502" x="1727200" y="2133600"/>
          <p14:tracePt t="138520" x="1657350" y="2120900"/>
          <p14:tracePt t="138536" x="1587500" y="2120900"/>
          <p14:tracePt t="138552" x="1549400" y="2108200"/>
          <p14:tracePt t="138569" x="1498600" y="2108200"/>
          <p14:tracePt t="138585" x="1466850" y="2101850"/>
          <p14:tracePt t="138602" x="1454150" y="2101850"/>
          <p14:tracePt t="138619" x="1441450" y="2101850"/>
          <p14:tracePt t="138696" x="1447800" y="2101850"/>
          <p14:tracePt t="138703" x="1454150" y="2101850"/>
          <p14:tracePt t="138724" x="1460500" y="2101850"/>
          <p14:tracePt t="138745" x="1473200" y="2101850"/>
          <p14:tracePt t="138773" x="1479550" y="2101850"/>
          <p14:tracePt t="138787" x="1485900" y="2101850"/>
          <p14:tracePt t="138808" x="1492250" y="2101850"/>
          <p14:tracePt t="138815" x="1498600" y="2101850"/>
          <p14:tracePt t="138829" x="1511300" y="2101850"/>
          <p14:tracePt t="138838" x="1524000" y="2108200"/>
          <p14:tracePt t="138851" x="1543050" y="2108200"/>
          <p14:tracePt t="138868" x="1619250" y="2108200"/>
          <p14:tracePt t="138885" x="1758950" y="2108200"/>
          <p14:tracePt t="138901" x="1835150" y="2108200"/>
          <p14:tracePt t="138918" x="2012950" y="2108200"/>
          <p14:tracePt t="138935" x="2184400" y="2095500"/>
          <p14:tracePt t="138951" x="2260600" y="2089150"/>
          <p14:tracePt t="138968" x="2336800" y="2076450"/>
          <p14:tracePt t="138984" x="2546350" y="2044700"/>
          <p14:tracePt t="139001" x="2590800" y="2032000"/>
          <p14:tracePt t="139017" x="2641600" y="2019300"/>
          <p14:tracePt t="139034" x="2724150" y="2006600"/>
          <p14:tracePt t="139051" x="2743200" y="2006600"/>
          <p14:tracePt t="139068" x="2768600" y="2006600"/>
          <p14:tracePt t="139084" x="2774950" y="2006600"/>
          <p14:tracePt t="139139" x="2781300" y="2006600"/>
          <p14:tracePt t="139237" x="2781300" y="2000250"/>
          <p14:tracePt t="139750" x="2774950" y="1974850"/>
          <p14:tracePt t="139757" x="2768600" y="1955800"/>
          <p14:tracePt t="139771" x="2762250" y="1924050"/>
          <p14:tracePt t="139781" x="2743200" y="1873250"/>
          <p14:tracePt t="139799" x="2705100" y="1752600"/>
          <p14:tracePt t="139815" x="2698750" y="1695450"/>
          <p14:tracePt t="139831" x="2673350" y="1574800"/>
          <p14:tracePt t="139849" x="2654300" y="1447800"/>
          <p14:tracePt t="139865" x="2641600" y="1352550"/>
          <p14:tracePt t="139881" x="2628900" y="1276350"/>
          <p14:tracePt t="139898" x="2597150" y="1092200"/>
          <p14:tracePt t="139914" x="2584450" y="1047750"/>
          <p14:tracePt t="139931" x="2584450" y="984250"/>
          <p14:tracePt t="139948" x="2578100" y="869950"/>
          <p14:tracePt t="139964" x="2565400" y="787400"/>
          <p14:tracePt t="139981" x="2559050" y="749300"/>
          <p14:tracePt t="139997" x="2552700" y="692150"/>
          <p14:tracePt t="140015" x="2552700" y="660400"/>
          <p14:tracePt t="140031" x="2546350" y="635000"/>
          <p14:tracePt t="140047" x="2540000" y="628650"/>
          <p14:tracePt t="140064" x="2533650" y="622300"/>
          <p14:tracePt t="140129" x="2527300" y="622300"/>
          <p14:tracePt t="140144" x="2520950" y="622300"/>
          <p14:tracePt t="140165" x="2514600" y="622300"/>
          <p14:tracePt t="140172" x="2508250" y="622300"/>
          <p14:tracePt t="140180" x="2501900" y="622300"/>
          <p14:tracePt t="140197" x="2495550" y="622300"/>
          <p14:tracePt t="140214" x="2495550" y="615950"/>
          <p14:tracePt t="140230" x="2489200" y="615950"/>
          <p14:tracePt t="140246" x="2482850" y="615950"/>
          <p14:tracePt t="140263" x="2476500" y="615950"/>
          <p14:tracePt t="140280" x="2470150" y="615950"/>
          <p14:tracePt t="140296" x="2463800" y="615950"/>
          <p14:tracePt t="140313" x="2457450" y="615950"/>
          <p14:tracePt t="140330" x="2451100" y="615950"/>
          <p14:tracePt t="140347" x="2419350" y="615950"/>
          <p14:tracePt t="140363" x="2355850" y="609600"/>
          <p14:tracePt t="140379" x="2317750" y="596900"/>
          <p14:tracePt t="140396" x="2235200" y="584200"/>
          <p14:tracePt t="140412" x="2139950" y="558800"/>
          <p14:tracePt t="140429" x="2095500" y="539750"/>
          <p14:tracePt t="140446" x="2019300" y="508000"/>
          <p14:tracePt t="140462" x="1968500" y="482600"/>
          <p14:tracePt t="140479" x="1943100" y="476250"/>
          <p14:tracePt t="140495" x="1905000" y="463550"/>
          <p14:tracePt t="140512" x="1892300" y="457200"/>
          <p14:tracePt t="140529" x="1879600" y="450850"/>
          <p14:tracePt t="140713" x="1885950" y="450850"/>
          <p14:tracePt t="140734" x="1892300" y="457200"/>
          <p14:tracePt t="140762" x="1898650" y="457200"/>
          <p14:tracePt t="140769" x="1905000" y="457200"/>
          <p14:tracePt t="140778" x="1911350" y="463550"/>
          <p14:tracePt t="140804" x="1917700" y="463550"/>
          <p14:tracePt t="140819" x="1924050" y="469900"/>
          <p14:tracePt t="140827" x="1930400" y="469900"/>
          <p14:tracePt t="140845" x="1936750" y="476250"/>
          <p14:tracePt t="140861" x="1955800" y="482600"/>
          <p14:tracePt t="140878" x="1981200" y="495300"/>
          <p14:tracePt t="140894" x="1993900" y="508000"/>
          <p14:tracePt t="140911" x="2044700" y="527050"/>
          <p14:tracePt t="140927" x="2082800" y="546100"/>
          <p14:tracePt t="140945" x="2120900" y="558800"/>
          <p14:tracePt t="140961" x="2133600" y="565150"/>
          <p14:tracePt t="140978" x="2165350" y="584200"/>
          <p14:tracePt t="140994" x="2203450" y="596900"/>
          <p14:tracePt t="141010" x="2216150" y="615950"/>
          <p14:tracePt t="141027" x="2241550" y="628650"/>
          <p14:tracePt t="141044" x="2266950" y="628650"/>
          <p14:tracePt t="141061" x="2279650" y="628650"/>
          <p14:tracePt t="141078" x="2298700" y="635000"/>
          <p14:tracePt t="141093" x="2317750" y="641350"/>
          <p14:tracePt t="141127" x="2330450" y="641350"/>
          <p14:tracePt t="141143" x="2336800" y="641350"/>
          <p14:tracePt t="141160" x="2343150" y="641350"/>
          <p14:tracePt t="141290" x="2336800" y="635000"/>
          <p14:tracePt t="141296" x="2330450" y="635000"/>
          <p14:tracePt t="141310" x="2324100" y="635000"/>
          <p14:tracePt t="141326" x="2311400" y="622300"/>
          <p14:tracePt t="141343" x="2292350" y="615950"/>
          <p14:tracePt t="141360" x="2228850" y="590550"/>
          <p14:tracePt t="141376" x="2152650" y="558800"/>
          <p14:tracePt t="141393" x="2114550" y="546100"/>
          <p14:tracePt t="141409" x="2025650" y="501650"/>
          <p14:tracePt t="141426" x="1993900" y="476250"/>
          <p14:tracePt t="141442" x="1911350" y="425450"/>
          <p14:tracePt t="141459" x="1860550" y="393700"/>
          <p14:tracePt t="141475" x="1847850" y="387350"/>
          <p14:tracePt t="141493" x="1828800" y="374650"/>
          <p14:tracePt t="141509" x="1816100" y="368300"/>
          <p14:tracePt t="141557" x="1822450" y="368300"/>
          <p14:tracePt t="141571" x="1828800" y="374650"/>
          <p14:tracePt t="141578" x="1835150" y="381000"/>
          <p14:tracePt t="141606" x="1841500" y="381000"/>
          <p14:tracePt t="141612" x="1847850" y="387350"/>
          <p14:tracePt t="141628" x="1847850" y="393700"/>
          <p14:tracePt t="141642" x="1860550" y="393700"/>
          <p14:tracePt t="141658" x="1866900" y="406400"/>
          <p14:tracePt t="141675" x="1879600" y="412750"/>
          <p14:tracePt t="141691" x="1879600" y="419100"/>
          <p14:tracePt t="141708" x="1892300" y="419100"/>
          <p14:tracePt t="141725" x="1943100" y="457200"/>
          <p14:tracePt t="141741" x="1962150" y="463550"/>
          <p14:tracePt t="141758" x="1993900" y="488950"/>
          <p14:tracePt t="141775" x="2095500" y="533400"/>
          <p14:tracePt t="141791" x="2203450" y="558800"/>
          <p14:tracePt t="141808" x="2254250" y="577850"/>
          <p14:tracePt t="141824" x="2355850" y="615950"/>
          <p14:tracePt t="141841" x="2425700" y="641350"/>
          <p14:tracePt t="141858" x="2457450" y="654050"/>
          <p14:tracePt t="141874" x="2501900" y="654050"/>
          <p14:tracePt t="141891" x="2514600" y="660400"/>
          <p14:tracePt t="141908" x="2520950" y="660400"/>
          <p14:tracePt t="141940" x="2527300" y="660400"/>
          <p14:tracePt t="141971" x="2533650" y="660400"/>
          <p14:tracePt t="142779" x="2546350" y="723900"/>
          <p14:tracePt t="142794" x="2578100" y="800100"/>
          <p14:tracePt t="142800" x="2616200" y="895350"/>
          <p14:tracePt t="142814" x="2660650" y="996950"/>
          <p14:tracePt t="142824" x="2692400" y="1117600"/>
          <p14:tracePt t="142837" x="2724150" y="1219200"/>
          <p14:tracePt t="142854" x="2774950" y="1390650"/>
          <p14:tracePt t="142871" x="2800350" y="1511300"/>
          <p14:tracePt t="142887" x="2813050" y="1562100"/>
          <p14:tracePt t="142904" x="2832100" y="1670050"/>
          <p14:tracePt t="142921" x="2832100" y="1771650"/>
          <p14:tracePt t="142937" x="2832100" y="1835150"/>
          <p14:tracePt t="142954" x="2832100" y="1993900"/>
          <p14:tracePt t="142970" x="2832100" y="2216150"/>
          <p14:tracePt t="142987" x="2838450" y="2330450"/>
          <p14:tracePt t="143004" x="2851150" y="2597150"/>
          <p14:tracePt t="143020" x="2857500" y="2724150"/>
          <p14:tracePt t="143037" x="2895600" y="2978150"/>
          <p14:tracePt t="143054" x="2927350" y="3244850"/>
          <p14:tracePt t="143070" x="2946400" y="3429000"/>
          <p14:tracePt t="143087" x="2990850" y="3721100"/>
          <p14:tracePt t="143090" x="3022600" y="3848100"/>
          <p14:tracePt t="143104" x="3048000" y="3962400"/>
          <p14:tracePt t="143120" x="3092450" y="4114800"/>
          <p14:tracePt t="143136" x="3143250" y="4292600"/>
          <p14:tracePt t="143153" x="3194050" y="4489450"/>
          <p14:tracePt t="143170" x="3225800" y="4559300"/>
          <p14:tracePt t="143187" x="3282950" y="4673600"/>
          <p14:tracePt t="143203" x="3346450" y="4775200"/>
          <p14:tracePt t="143220" x="3384550" y="4832350"/>
          <p14:tracePt t="143236" x="3441700" y="4895850"/>
          <p14:tracePt t="143253" x="3549650" y="4914900"/>
          <p14:tracePt t="143269" x="3575050" y="4914900"/>
          <p14:tracePt t="143286" x="3625850" y="4914900"/>
          <p14:tracePt t="143766" x="3644900" y="4953000"/>
          <p14:tracePt t="143773" x="3670300" y="4997450"/>
          <p14:tracePt t="143788" x="3695700" y="5035550"/>
          <p14:tracePt t="143801" x="3708400" y="5067300"/>
          <p14:tracePt t="143818" x="3746500" y="5118100"/>
          <p14:tracePt t="143835" x="3765550" y="5156200"/>
          <p14:tracePt t="143851" x="3803650" y="5226050"/>
          <p14:tracePt t="143867" x="3835400" y="5276850"/>
          <p14:tracePt t="143884" x="3848100" y="5289550"/>
          <p14:tracePt t="143901" x="3873500" y="5321300"/>
          <p14:tracePt t="143917" x="3886200" y="5340350"/>
          <p14:tracePt t="143935" x="3892550" y="5353050"/>
          <p14:tracePt t="143950" x="3898900" y="5372100"/>
          <p14:tracePt t="143984" x="3892550" y="5378450"/>
          <p14:tracePt t="144000" x="3886200" y="5378450"/>
          <p14:tracePt t="144017" x="3873500" y="5378450"/>
          <p14:tracePt t="144034" x="3848100" y="5372100"/>
          <p14:tracePt t="144050" x="3797300" y="5340350"/>
          <p14:tracePt t="144067" x="3765550" y="5327650"/>
          <p14:tracePt t="144083" x="3689350" y="5283200"/>
          <p14:tracePt t="144100" x="3619500" y="5232400"/>
          <p14:tracePt t="144117" x="3575050" y="5207000"/>
          <p14:tracePt t="144120" x="3530600" y="5181600"/>
          <p14:tracePt t="144133" x="3498850" y="5156200"/>
          <p14:tracePt t="144150" x="3422650" y="5124450"/>
          <p14:tracePt t="144167" x="3359150" y="5099050"/>
          <p14:tracePt t="144183" x="3340100" y="5092700"/>
          <p14:tracePt t="144199" x="3308350" y="5086350"/>
          <p14:tracePt t="144216" x="3282950" y="5080000"/>
          <p14:tracePt t="144233" x="3276600" y="5080000"/>
          <p14:tracePt t="144280" x="3276600" y="5086350"/>
          <p14:tracePt t="144286" x="3276600" y="5092700"/>
          <p14:tracePt t="144302" x="3282950" y="5105400"/>
          <p14:tracePt t="144316" x="3295650" y="5111750"/>
          <p14:tracePt t="144332" x="3308350" y="5124450"/>
          <p14:tracePt t="144350" x="3327400" y="5137150"/>
          <p14:tracePt t="144366" x="3340100" y="5149850"/>
          <p14:tracePt t="144383" x="3384550" y="5187950"/>
          <p14:tracePt t="144399" x="3454400" y="5232400"/>
          <p14:tracePt t="144415" x="3498850" y="5270500"/>
          <p14:tracePt t="144432" x="3587750" y="5334000"/>
          <p14:tracePt t="144449" x="3676650" y="5397500"/>
          <p14:tracePt t="144466" x="3733800" y="5429250"/>
          <p14:tracePt t="144483" x="3854450" y="5461000"/>
          <p14:tracePt t="144500" x="3987800" y="5480050"/>
          <p14:tracePt t="144515" x="4038600" y="5480050"/>
          <p14:tracePt t="144532" x="4089400" y="5480050"/>
          <p14:tracePt t="145642" x="4089400" y="5467350"/>
          <p14:tracePt t="145656" x="4083050" y="5448300"/>
          <p14:tracePt t="145664" x="4070350" y="5422900"/>
          <p14:tracePt t="145678" x="4064000" y="5397500"/>
          <p14:tracePt t="145694" x="4032250" y="5334000"/>
          <p14:tracePt t="145711" x="4025900" y="5302250"/>
          <p14:tracePt t="145727" x="3994150" y="5226050"/>
          <p14:tracePt t="145744" x="3975100" y="5187950"/>
          <p14:tracePt t="145761" x="3943350" y="5105400"/>
          <p14:tracePt t="145777" x="3937000" y="5073650"/>
          <p14:tracePt t="145794" x="3930650" y="5054600"/>
          <p14:tracePt t="145811" x="3924300" y="5003800"/>
          <p14:tracePt t="145827" x="3917950" y="4972050"/>
          <p14:tracePt t="145844" x="3917950" y="4940300"/>
          <p14:tracePt t="145861" x="3911600" y="4895850"/>
          <p14:tracePt t="145877" x="3905250" y="4851400"/>
          <p14:tracePt t="145894" x="3905250" y="4838700"/>
          <p14:tracePt t="145910" x="3892550" y="4813300"/>
          <p14:tracePt t="145927" x="3879850" y="4781550"/>
          <p14:tracePt t="145944" x="3867150" y="4737100"/>
          <p14:tracePt t="145960" x="3860800" y="4718050"/>
          <p14:tracePt t="145977" x="3829050" y="4654550"/>
          <p14:tracePt t="145994" x="3790950" y="4578350"/>
          <p14:tracePt t="146010" x="3765550" y="4546600"/>
          <p14:tracePt t="146027" x="3733800" y="4502150"/>
          <p14:tracePt t="146043" x="3657600" y="4394200"/>
          <p14:tracePt t="146060" x="3644900" y="4349750"/>
          <p14:tracePt t="146076" x="3606800" y="4305300"/>
          <p14:tracePt t="146093" x="3549650" y="4191000"/>
          <p14:tracePt t="146110" x="3479800" y="4032250"/>
          <p14:tracePt t="146127" x="3403600" y="3784600"/>
          <p14:tracePt t="146143" x="3359150" y="3632200"/>
          <p14:tracePt t="146159" x="3276600" y="3321050"/>
          <p14:tracePt t="146176" x="3149600" y="2927350"/>
          <p14:tracePt t="146192" x="3098800" y="2724150"/>
          <p14:tracePt t="146209" x="2984500" y="2419350"/>
          <p14:tracePt t="146226" x="2901950" y="2184400"/>
          <p14:tracePt t="146242" x="2863850" y="2101850"/>
          <p14:tracePt t="146259" x="2794000" y="1943100"/>
          <p14:tracePt t="146276" x="2743200" y="1828800"/>
          <p14:tracePt t="146292" x="2736850" y="1803400"/>
          <p14:tracePt t="146310" x="2705100" y="1739900"/>
          <p14:tracePt t="146325" x="2692400" y="1689100"/>
          <p14:tracePt t="146342" x="2692400" y="1670050"/>
          <p14:tracePt t="146359" x="2686050" y="1625600"/>
          <p14:tracePt t="146375" x="2686050" y="1606550"/>
          <p14:tracePt t="146392" x="2686050" y="1568450"/>
          <p14:tracePt t="146409" x="2679700" y="1530350"/>
          <p14:tracePt t="146425" x="2679700" y="1517650"/>
          <p14:tracePt t="146441" x="2660650" y="1485900"/>
          <p14:tracePt t="146458" x="2647950" y="1454150"/>
          <p14:tracePt t="146475" x="2641600" y="1441450"/>
          <p14:tracePt t="146492" x="2635250" y="1416050"/>
          <p14:tracePt t="146508" x="2635250" y="1384300"/>
          <p14:tracePt t="146525" x="2635250" y="1371600"/>
          <p14:tracePt t="146542" x="2635250" y="1346200"/>
          <p14:tracePt t="146558" x="2635250" y="1320800"/>
          <p14:tracePt t="146575" x="2635250" y="1308100"/>
          <p14:tracePt t="146591" x="2628900" y="1276350"/>
          <p14:tracePt t="146608" x="2628900" y="1225550"/>
          <p14:tracePt t="147247" x="2616200" y="1212850"/>
          <p14:tracePt t="147261" x="2603500" y="1200150"/>
          <p14:tracePt t="147268" x="2578100" y="1181100"/>
          <p14:tracePt t="147283" x="2559050" y="1162050"/>
          <p14:tracePt t="147292" x="2546350" y="1149350"/>
          <p14:tracePt t="147305" x="2514600" y="1123950"/>
          <p14:tracePt t="147322" x="2457450" y="1066800"/>
          <p14:tracePt t="147339" x="2400300" y="1022350"/>
          <p14:tracePt t="147355" x="2374900" y="996950"/>
          <p14:tracePt t="147372" x="2355850" y="984250"/>
          <p14:tracePt t="147388" x="2305050" y="927100"/>
          <p14:tracePt t="147405" x="2292350" y="914400"/>
          <p14:tracePt t="147422" x="2273300" y="901700"/>
          <p14:tracePt t="147438" x="2241550" y="863600"/>
          <p14:tracePt t="147455" x="2209800" y="838200"/>
          <p14:tracePt t="147472" x="2171700" y="812800"/>
          <p14:tracePt t="147488" x="2159000" y="806450"/>
          <p14:tracePt t="147505" x="2127250" y="774700"/>
          <p14:tracePt t="147522" x="2101850" y="755650"/>
          <p14:tracePt t="147538" x="2095500" y="749300"/>
          <p14:tracePt t="147555" x="2076450" y="736600"/>
          <p14:tracePt t="147571" x="2070100" y="736600"/>
          <p14:tracePt t="147589" x="2070100" y="730250"/>
          <p14:tracePt t="147605" x="2063750" y="723900"/>
          <p14:tracePt t="147621" x="2063750" y="717550"/>
          <p14:tracePt t="148955" x="2070100" y="723900"/>
          <p14:tracePt t="148969" x="2070100" y="730250"/>
          <p14:tracePt t="148976" x="2076450" y="730250"/>
          <p14:tracePt t="148990" x="2076450" y="742950"/>
          <p14:tracePt t="148999" x="2082800" y="749300"/>
          <p14:tracePt t="149016" x="2082800" y="755650"/>
          <p14:tracePt t="149033" x="2095500" y="781050"/>
          <p14:tracePt t="149049" x="2101850" y="800100"/>
          <p14:tracePt t="149082" x="2108200" y="831850"/>
          <p14:tracePt t="149099" x="2120900" y="857250"/>
          <p14:tracePt t="149117" x="2139950" y="895350"/>
          <p14:tracePt t="149132" x="2146300" y="914400"/>
          <p14:tracePt t="149149" x="2159000" y="939800"/>
          <p14:tracePt t="149166" x="2165350" y="958850"/>
          <p14:tracePt t="149182" x="2171700" y="971550"/>
          <p14:tracePt t="149199" x="2171700" y="977900"/>
          <p14:tracePt t="149215" x="2171700" y="996950"/>
          <p14:tracePt t="149232" x="2178050" y="1003300"/>
          <p14:tracePt t="149249" x="2178050" y="1009650"/>
          <p14:tracePt t="149265" x="2184400" y="1022350"/>
          <p14:tracePt t="149282" x="2190750" y="1028700"/>
          <p14:tracePt t="149300" x="2197100" y="1047750"/>
          <p14:tracePt t="149315" x="2197100" y="1060450"/>
          <p14:tracePt t="149332" x="2203450" y="1085850"/>
          <p14:tracePt t="149349" x="2209800" y="1111250"/>
          <p14:tracePt t="149365" x="2216150" y="1123950"/>
          <p14:tracePt t="150254" x="2216150" y="1130300"/>
          <p14:tracePt t="150261" x="2216150" y="1136650"/>
          <p14:tracePt t="150275" x="2222500" y="1136650"/>
          <p14:tracePt t="150282" x="2222500" y="1143000"/>
          <p14:tracePt t="150295" x="2228850" y="1155700"/>
          <p14:tracePt t="150311" x="2235200" y="1200150"/>
          <p14:tracePt t="150328" x="2235200" y="1219200"/>
          <p14:tracePt t="150345" x="2235200" y="1263650"/>
          <p14:tracePt t="150361" x="2235200" y="1308100"/>
          <p14:tracePt t="150378" x="2222500" y="1339850"/>
          <p14:tracePt t="150395" x="2222500" y="1397000"/>
          <p14:tracePt t="150411" x="2216150" y="1416050"/>
          <p14:tracePt t="150428" x="2216150" y="1473200"/>
          <p14:tracePt t="150445" x="2203450" y="1555750"/>
          <p14:tracePt t="150461" x="2203450" y="1600200"/>
          <p14:tracePt t="150478" x="2184400" y="1695450"/>
          <p14:tracePt t="150494" x="2159000" y="1778000"/>
          <p14:tracePt t="150511" x="2152650" y="1803400"/>
          <p14:tracePt t="150528" x="2139950" y="1854200"/>
          <p14:tracePt t="150544" x="2127250" y="1892300"/>
          <p14:tracePt t="150561" x="2114550" y="1911350"/>
          <p14:tracePt t="150578" x="2089150" y="1936750"/>
          <p14:tracePt t="150594" x="2044700" y="1981200"/>
          <p14:tracePt t="150611" x="2006600" y="1993900"/>
          <p14:tracePt t="150628" x="1930400" y="2025650"/>
          <p14:tracePt t="150644" x="1860550" y="2038350"/>
          <p14:tracePt t="150661" x="1790700" y="2044700"/>
          <p14:tracePt t="150677" x="1765300" y="2044700"/>
          <p14:tracePt t="150694" x="1739900" y="2044700"/>
          <p14:tracePt t="150697" x="1720850" y="2044700"/>
          <p14:tracePt t="150711" x="1676400" y="2044700"/>
          <p14:tracePt t="150727" x="1651000" y="2044700"/>
          <p14:tracePt t="150744" x="1631950" y="2044700"/>
          <p14:tracePt t="150760" x="1593850" y="2044700"/>
          <p14:tracePt t="150777" x="1562100" y="2044700"/>
          <p14:tracePt t="150793" x="1536700" y="2044700"/>
          <p14:tracePt t="150810" x="1504950" y="2044700"/>
          <p14:tracePt t="150827" x="1473200" y="2044700"/>
          <p14:tracePt t="150845" x="1447800" y="2044700"/>
          <p14:tracePt t="150860" x="1435100" y="2044700"/>
          <p14:tracePt t="150876" x="1409700" y="2044700"/>
          <p14:tracePt t="150894" x="1397000" y="2044700"/>
          <p14:tracePt t="150910" x="1390650" y="2044700"/>
          <p14:tracePt t="150926" x="1371600" y="2044700"/>
          <p14:tracePt t="150943" x="1365250" y="2051050"/>
          <p14:tracePt t="150960" x="1352550" y="2051050"/>
          <p14:tracePt t="150976" x="1346200" y="2051050"/>
          <p14:tracePt t="150993" x="1320800" y="2051050"/>
          <p14:tracePt t="151009" x="1308100" y="2057400"/>
          <p14:tracePt t="151026" x="1301750" y="2057400"/>
          <p14:tracePt t="151043" x="1295400" y="2057400"/>
          <p14:tracePt t="151060" x="1276350" y="2057400"/>
          <p14:tracePt t="151076" x="1263650" y="2057400"/>
          <p14:tracePt t="151092" x="1257300" y="2057400"/>
          <p14:tracePt t="151133" x="1250950" y="2057400"/>
          <p14:tracePt t="151266" x="1257300" y="2057400"/>
          <p14:tracePt t="151288" x="1263650" y="2057400"/>
          <p14:tracePt t="151294" x="1270000" y="2057400"/>
          <p14:tracePt t="151311" x="1276350" y="2057400"/>
          <p14:tracePt t="151330" x="1289050" y="2057400"/>
          <p14:tracePt t="151341" x="1301750" y="2057400"/>
          <p14:tracePt t="151358" x="1339850" y="2063750"/>
          <p14:tracePt t="151375" x="1371600" y="2063750"/>
          <p14:tracePt t="151392" x="1473200" y="2076450"/>
          <p14:tracePt t="151408" x="1625600" y="2095500"/>
          <p14:tracePt t="151424" x="1720850" y="2108200"/>
          <p14:tracePt t="151442" x="1898650" y="2139950"/>
          <p14:tracePt t="151458" x="2057400" y="2159000"/>
          <p14:tracePt t="151474" x="2120900" y="2165350"/>
          <p14:tracePt t="151492" x="2216150" y="2178050"/>
          <p14:tracePt t="151507" x="2273300" y="2184400"/>
          <p14:tracePt t="151524" x="2286000" y="2190750"/>
          <p14:tracePt t="151541" x="2311400" y="2190750"/>
          <p14:tracePt t="151557" x="2317750" y="2190750"/>
          <p14:tracePt t="151575" x="2324100" y="2190750"/>
          <p14:tracePt t="151591" x="2330450" y="2190750"/>
          <p14:tracePt t="151624" x="2355850" y="2190750"/>
          <p14:tracePt t="151640" x="2362200" y="2184400"/>
          <p14:tracePt t="151657" x="2374900" y="2178050"/>
          <p14:tracePt t="153033" x="2343150" y="2159000"/>
          <p14:tracePt t="153046" x="2317750" y="2146300"/>
          <p14:tracePt t="153055" x="2292350" y="2133600"/>
          <p14:tracePt t="153069" x="2266950" y="2120900"/>
          <p14:tracePt t="153085" x="2235200" y="2095500"/>
          <p14:tracePt t="153103" x="2197100" y="2076450"/>
          <p14:tracePt t="153119" x="2184400" y="2063750"/>
          <p14:tracePt t="153135" x="2171700" y="2057400"/>
          <p14:tracePt t="153152" x="2159000" y="2051050"/>
          <p14:tracePt t="153168" x="2152650" y="2051050"/>
          <p14:tracePt t="153185" x="2152650" y="2044700"/>
          <p14:tracePt t="153236" x="2159000" y="2044700"/>
          <p14:tracePt t="153243" x="2159000" y="2051050"/>
          <p14:tracePt t="153252" x="2159000" y="2057400"/>
          <p14:tracePt t="155828" x="2254250" y="2057400"/>
          <p14:tracePt t="155834" x="2432050" y="2051050"/>
          <p14:tracePt t="155843" x="2667000" y="2038350"/>
          <p14:tracePt t="155859" x="2921000" y="1993900"/>
          <p14:tracePt t="155877" x="3498850" y="1885950"/>
          <p14:tracePt t="155892" x="3835400" y="1803400"/>
          <p14:tracePt t="155909" x="4432300" y="1606550"/>
          <p14:tracePt t="155926" x="5029200" y="1428750"/>
          <p14:tracePt t="155942" x="5257800" y="1371600"/>
          <p14:tracePt t="155959" x="5632450" y="1308100"/>
          <p14:tracePt t="155976" x="5988050" y="1282700"/>
          <p14:tracePt t="155992" x="6127750" y="1282700"/>
          <p14:tracePt t="156009" x="6343650" y="1308100"/>
          <p14:tracePt t="156025" x="6508750" y="1333500"/>
          <p14:tracePt t="156041" x="6565900" y="1346200"/>
          <p14:tracePt t="156059" x="6635750" y="1377950"/>
          <p14:tracePt t="156075" x="6667500" y="1403350"/>
          <p14:tracePt t="156092" x="6680200" y="1416050"/>
          <p14:tracePt t="156109" x="6686550" y="1441450"/>
          <p14:tracePt t="156125" x="6692900" y="1460500"/>
          <p14:tracePt t="156141" x="6699250" y="1473200"/>
          <p14:tracePt t="156159" x="6699250" y="1492250"/>
          <p14:tracePt t="156175" x="6699250" y="1511300"/>
          <p14:tracePt t="156191" x="6699250" y="1530350"/>
          <p14:tracePt t="156208" x="6692900" y="1543050"/>
          <p14:tracePt t="156225" x="6686550" y="1549400"/>
          <p14:tracePt t="156242" x="6654800" y="1568450"/>
          <p14:tracePt t="156258" x="6597650" y="1606550"/>
          <p14:tracePt t="156274" x="6578600" y="1619250"/>
          <p14:tracePt t="156292" x="6534150" y="1651000"/>
          <p14:tracePt t="156308" x="6502400" y="1689100"/>
          <p14:tracePt t="156324" x="6477000" y="1701800"/>
          <p14:tracePt t="156341" x="6445250" y="1733550"/>
          <p14:tracePt t="156357" x="6407150" y="1771650"/>
          <p14:tracePt t="156374" x="6388100" y="1790700"/>
          <p14:tracePt t="156391" x="6337300" y="1847850"/>
          <p14:tracePt t="156407" x="6292850" y="1905000"/>
          <p14:tracePt t="156425" x="6280150" y="1917700"/>
          <p14:tracePt t="156441" x="6242050" y="1962150"/>
          <p14:tracePt t="156457" x="6223000" y="1974850"/>
          <p14:tracePt t="156474" x="6178550" y="2025650"/>
          <p14:tracePt t="156490" x="6159500" y="2038350"/>
          <p14:tracePt t="156507" x="6146800" y="2051050"/>
          <p14:tracePt t="156524" x="6108700" y="2076450"/>
          <p14:tracePt t="156540" x="6076950" y="2108200"/>
          <p14:tracePt t="156557" x="6064250" y="2114550"/>
          <p14:tracePt t="156574" x="6032500" y="2133600"/>
          <p14:tracePt t="156590" x="6026150" y="2139950"/>
          <p14:tracePt t="156623" x="6019800" y="2146300"/>
          <p14:tracePt t="156657" x="6019800" y="2152650"/>
          <p14:tracePt t="156791" x="6026150" y="2152650"/>
          <p14:tracePt t="156826" x="6026150" y="2159000"/>
          <p14:tracePt t="156847" x="6032500" y="2159000"/>
          <p14:tracePt t="156861" x="6038850" y="2159000"/>
          <p14:tracePt t="156868" x="6045200" y="2165350"/>
          <p14:tracePt t="156890" x="6051550" y="2165350"/>
          <p14:tracePt t="156896" x="6064250" y="2165350"/>
          <p14:tracePt t="156910" x="6076950" y="2171700"/>
          <p14:tracePt t="156922" x="6089650" y="2178050"/>
          <p14:tracePt t="156939" x="6127750" y="2184400"/>
          <p14:tracePt t="156955" x="6159500" y="2190750"/>
          <p14:tracePt t="156972" x="6210300" y="2209800"/>
          <p14:tracePt t="156989" x="6267450" y="2222500"/>
          <p14:tracePt t="157005" x="6299200" y="2228850"/>
          <p14:tracePt t="157022" x="6369050" y="2247900"/>
          <p14:tracePt t="157038" x="6451600" y="2273300"/>
          <p14:tracePt t="157055" x="6483350" y="2279650"/>
          <p14:tracePt t="157072" x="6553200" y="2292350"/>
          <p14:tracePt t="157088" x="6584950" y="2311400"/>
          <p14:tracePt t="157105" x="6635750" y="2317750"/>
          <p14:tracePt t="157121" x="6654800" y="2317750"/>
          <p14:tracePt t="157138" x="6680200" y="2317750"/>
          <p14:tracePt t="157155" x="6686550" y="2317750"/>
          <p14:tracePt t="157171" x="6699250" y="2317750"/>
          <p14:tracePt t="157188" x="6705600" y="2317750"/>
          <p14:tracePt t="157221" x="6705600" y="2311400"/>
          <p14:tracePt t="157283" x="6699250" y="2311400"/>
          <p14:tracePt t="157290" x="6692900" y="2311400"/>
          <p14:tracePt t="157306" x="6686550" y="2311400"/>
          <p14:tracePt t="157318" x="6680200" y="2311400"/>
          <p14:tracePt t="157332" x="6673850" y="2311400"/>
          <p14:tracePt t="157341" x="6661150" y="2311400"/>
          <p14:tracePt t="157354" x="6648450" y="2311400"/>
          <p14:tracePt t="157371" x="6623050" y="2311400"/>
          <p14:tracePt t="157388" x="6438900" y="2305050"/>
          <p14:tracePt t="157403" x="6362700" y="2305050"/>
          <p14:tracePt t="157420" x="6273800" y="2305050"/>
          <p14:tracePt t="157437" x="6083300" y="2279650"/>
          <p14:tracePt t="157454" x="5930900" y="2273300"/>
          <p14:tracePt t="157470" x="5873750" y="2266950"/>
          <p14:tracePt t="157487" x="5778500" y="2247900"/>
          <p14:tracePt t="157503" x="5740400" y="2241550"/>
          <p14:tracePt t="157521" x="5734050" y="2235200"/>
          <p14:tracePt t="157537" x="5727700" y="2235200"/>
          <p14:tracePt t="157564" x="5727700" y="2228850"/>
          <p14:tracePt t="157620" x="5734050" y="2228850"/>
          <p14:tracePt t="157733" x="5740400" y="2228850"/>
          <p14:tracePt t="158091" x="5702300" y="2228850"/>
          <p14:tracePt t="158105" x="5626100" y="2228850"/>
          <p14:tracePt t="158112" x="5537200" y="2228850"/>
          <p14:tracePt t="158126" x="5435600" y="2216150"/>
          <p14:tracePt t="158135" x="5295900" y="2216150"/>
          <p14:tracePt t="158151" x="5118100" y="2222500"/>
          <p14:tracePt t="158168" x="4673600" y="2241550"/>
          <p14:tracePt t="158185" x="4133850" y="2298700"/>
          <p14:tracePt t="158201" x="3886200" y="2330450"/>
          <p14:tracePt t="158218" x="3486150" y="2355850"/>
          <p14:tracePt t="158235" x="3219450" y="2362200"/>
          <p14:tracePt t="158251" x="3117850" y="2362200"/>
          <p14:tracePt t="158268" x="2978150" y="2362200"/>
          <p14:tracePt t="158284" x="2914650" y="2362200"/>
          <p14:tracePt t="158302" x="2794000" y="2362200"/>
          <p14:tracePt t="158317" x="2755900" y="2362200"/>
          <p14:tracePt t="158334" x="2724150" y="2362200"/>
          <p14:tracePt t="158351" x="2679700" y="2355850"/>
          <p14:tracePt t="158367" x="2622550" y="2330450"/>
          <p14:tracePt t="158384" x="2603500" y="2311400"/>
          <p14:tracePt t="158400" x="2571750" y="2298700"/>
          <p14:tracePt t="158417" x="2533650" y="2286000"/>
          <p14:tracePt t="158434" x="2533650" y="2279650"/>
          <p14:tracePt t="158450" x="2495550" y="2266950"/>
          <p14:tracePt t="158467" x="2470150" y="2254250"/>
          <p14:tracePt t="158484" x="2444750" y="2241550"/>
          <p14:tracePt t="158501" x="2425700" y="2228850"/>
          <p14:tracePt t="158517" x="2400300" y="2222500"/>
          <p14:tracePt t="158534" x="2381250" y="2209800"/>
          <p14:tracePt t="158550" x="2368550" y="2209800"/>
          <p14:tracePt t="158566" x="2355850" y="2203450"/>
          <p14:tracePt t="158584" x="2324100" y="2190750"/>
          <p14:tracePt t="158616" x="2311400" y="2184400"/>
          <p14:tracePt t="158633" x="2286000" y="2178050"/>
          <p14:tracePt t="158650" x="2266950" y="2178050"/>
          <p14:tracePt t="158667" x="2260600" y="2178050"/>
          <p14:tracePt t="158683" x="2241550" y="2165350"/>
          <p14:tracePt t="158700" x="2235200" y="2159000"/>
          <p14:tracePt t="158716" x="2203450" y="2127250"/>
          <p14:tracePt t="158733" x="2184400" y="2108200"/>
          <p14:tracePt t="158749" x="2127250" y="2038350"/>
          <p14:tracePt t="158766" x="2051050" y="1936750"/>
          <p14:tracePt t="158783" x="2012950" y="1854200"/>
          <p14:tracePt t="158786" x="1955800" y="1758950"/>
          <p14:tracePt t="158799" x="1905000" y="1657350"/>
          <p14:tracePt t="158816" x="1809750" y="1435100"/>
          <p14:tracePt t="158832" x="1765300" y="1327150"/>
          <p14:tracePt t="158849" x="1727200" y="1225550"/>
          <p14:tracePt t="158865" x="1581150" y="920750"/>
          <p14:tracePt t="158882" x="1536700" y="825500"/>
          <p14:tracePt t="158899" x="1460500" y="685800"/>
          <p14:tracePt t="158915" x="1422400" y="654050"/>
          <p14:tracePt t="158932" x="1371600" y="577850"/>
          <p14:tracePt t="158949" x="1346200" y="539750"/>
          <p14:tracePt t="158965" x="1333500" y="527050"/>
          <p14:tracePt t="158982" x="1320800" y="508000"/>
          <p14:tracePt t="158998" x="1320800" y="501650"/>
          <p14:tracePt t="159015" x="1314450" y="501650"/>
          <p14:tracePt t="159068" x="1320800" y="508000"/>
          <p14:tracePt t="159076" x="1320800" y="514350"/>
          <p14:tracePt t="159089" x="1327150" y="520700"/>
          <p14:tracePt t="159139" x="1333500" y="520700"/>
          <p14:tracePt t="159167" x="1339850" y="520700"/>
          <p14:tracePt t="159201" x="1346200" y="520700"/>
          <p14:tracePt t="159237" x="1352550" y="520700"/>
          <p14:tracePt t="159350" x="1358900" y="520700"/>
          <p14:tracePt t="159399" x="1365250" y="520700"/>
          <p14:tracePt t="159441" x="1371600" y="527050"/>
          <p14:tracePt t="159448" x="1377950" y="533400"/>
          <p14:tracePt t="159469" x="1384300" y="539750"/>
          <p14:tracePt t="159483" x="1390650" y="552450"/>
          <p14:tracePt t="159490" x="1397000" y="571500"/>
          <p14:tracePt t="159499" x="1409700" y="596900"/>
          <p14:tracePt t="159513" x="1428750" y="635000"/>
          <p14:tracePt t="159530" x="1454150" y="679450"/>
          <p14:tracePt t="159546" x="1498600" y="800100"/>
          <p14:tracePt t="159563" x="1549400" y="933450"/>
          <p14:tracePt t="159580" x="1581150" y="1003300"/>
          <p14:tracePt t="159596" x="1625600" y="1162050"/>
          <p14:tracePt t="159613" x="1676400" y="1308100"/>
          <p14:tracePt t="159630" x="1727200" y="1460500"/>
          <p14:tracePt t="159646" x="1752600" y="1524000"/>
          <p14:tracePt t="159663" x="1822450" y="1663700"/>
          <p14:tracePt t="159680" x="1917700" y="1765300"/>
          <p14:tracePt t="159696" x="1955800" y="1803400"/>
          <p14:tracePt t="159713" x="2044700" y="1873250"/>
          <p14:tracePt t="159730" x="2108200" y="1917700"/>
          <p14:tracePt t="159746" x="2165350" y="1943100"/>
          <p14:tracePt t="159762" x="2222500" y="1974850"/>
          <p14:tracePt t="159779" x="2362200" y="2006600"/>
          <p14:tracePt t="159796" x="2413000" y="2006600"/>
          <p14:tracePt t="159813" x="2540000" y="2006600"/>
          <p14:tracePt t="159829" x="2641600" y="2006600"/>
          <p14:tracePt t="159845" x="2882900" y="2006600"/>
          <p14:tracePt t="159863" x="3124200" y="1993900"/>
          <p14:tracePt t="159878" x="3251200" y="1968500"/>
          <p14:tracePt t="159895" x="3543300" y="1962150"/>
          <p14:tracePt t="159912" x="3810000" y="1949450"/>
          <p14:tracePt t="159928" x="3949700" y="1936750"/>
          <p14:tracePt t="159945" x="4210050" y="1955800"/>
          <p14:tracePt t="159962" x="4445000" y="1987550"/>
          <p14:tracePt t="159978" x="4533900" y="1993900"/>
          <p14:tracePt t="159995" x="4705350" y="2044700"/>
          <p14:tracePt t="160012" x="4851400" y="2082800"/>
          <p14:tracePt t="160028" x="4921250" y="2114550"/>
          <p14:tracePt t="160045" x="4959350" y="2127250"/>
          <p14:tracePt t="160061" x="5067300" y="2178050"/>
          <p14:tracePt t="160078" x="5086350" y="2184400"/>
          <p14:tracePt t="160095" x="5137150" y="2209800"/>
          <p14:tracePt t="160111" x="5181600" y="2222500"/>
          <p14:tracePt t="160128" x="5238750" y="2247900"/>
          <p14:tracePt t="160145" x="5308600" y="2247900"/>
          <p14:tracePt t="160161" x="5346700" y="2247900"/>
          <p14:tracePt t="160178" x="5410200" y="2247900"/>
          <p14:tracePt t="160194" x="5461000" y="2247900"/>
          <p14:tracePt t="160211" x="5486400" y="2247900"/>
          <p14:tracePt t="160228" x="5511800" y="2254250"/>
          <p14:tracePt t="160244" x="5518150" y="2254250"/>
          <p14:tracePt t="160277" x="5524500" y="2254250"/>
          <p14:tracePt t="160293" x="5537200" y="2254250"/>
          <p14:tracePt t="160310" x="5537200" y="2260600"/>
          <p14:tracePt t="160327" x="5549900" y="2260600"/>
          <p14:tracePt t="160344" x="5562600" y="2266950"/>
          <p14:tracePt t="160362" x="5588000" y="2266950"/>
          <p14:tracePt t="160377" x="5600700" y="2266950"/>
          <p14:tracePt t="160393" x="5638800" y="2266950"/>
          <p14:tracePt t="160411" x="5695950" y="2273300"/>
          <p14:tracePt t="160426" x="5734050" y="2273300"/>
          <p14:tracePt t="160443" x="5778500" y="2273300"/>
          <p14:tracePt t="160460" x="5899150" y="2260600"/>
          <p14:tracePt t="160476" x="5937250" y="2260600"/>
          <p14:tracePt t="160493" x="5962650" y="2260600"/>
          <p14:tracePt t="160510" x="6051550" y="2260600"/>
          <p14:tracePt t="160526" x="6076950" y="2260600"/>
          <p14:tracePt t="160543" x="6089650" y="2260600"/>
          <p14:tracePt t="160559" x="6134100" y="2260600"/>
          <p14:tracePt t="160576" x="6172200" y="2260600"/>
          <p14:tracePt t="160593" x="6191250" y="2260600"/>
          <p14:tracePt t="160609" x="6197600" y="2260600"/>
          <p14:tracePt t="160626" x="6203950" y="2260600"/>
          <p14:tracePt t="160741" x="6197600" y="2260600"/>
          <p14:tracePt t="160755" x="6191250" y="2260600"/>
          <p14:tracePt t="160777" x="6184900" y="2260600"/>
          <p14:tracePt t="160783" x="6178550" y="2266950"/>
          <p14:tracePt t="160805" x="6172200" y="2266950"/>
          <p14:tracePt t="160827" x="6159500" y="2266950"/>
          <p14:tracePt t="160832" x="6140450" y="2266950"/>
          <p14:tracePt t="160846" x="6096000" y="2273300"/>
          <p14:tracePt t="160859" x="6057900" y="2273300"/>
          <p14:tracePt t="160875" x="5892800" y="2273300"/>
          <p14:tracePt t="160892" x="5778500" y="2273300"/>
          <p14:tracePt t="160908" x="5467350" y="2273300"/>
          <p14:tracePt t="160925" x="5003800" y="2273300"/>
          <p14:tracePt t="160942" x="4768850" y="2273300"/>
          <p14:tracePt t="160959" x="4197350" y="2273300"/>
          <p14:tracePt t="160975" x="3644900" y="2292350"/>
          <p14:tracePt t="160991" x="3359150" y="2305050"/>
          <p14:tracePt t="161009" x="2901950" y="2330450"/>
          <p14:tracePt t="161025" x="2520950" y="2355850"/>
          <p14:tracePt t="161042" x="2362200" y="2368550"/>
          <p14:tracePt t="161059" x="2108200" y="2381250"/>
          <p14:tracePt t="161076" x="2006600" y="2381250"/>
          <p14:tracePt t="161091" x="1847850" y="2368550"/>
          <p14:tracePt t="161107" x="1727200" y="2330450"/>
          <p14:tracePt t="161124" x="1682750" y="2311400"/>
          <p14:tracePt t="161142" x="1631950" y="2298700"/>
          <p14:tracePt t="161158" x="1606550" y="2286000"/>
          <p14:tracePt t="161174" x="1600200" y="2279650"/>
          <p14:tracePt t="161192" x="1587500" y="2279650"/>
          <p14:tracePt t="161207" x="1574800" y="2279650"/>
          <p14:tracePt t="161224" x="1568450" y="2279650"/>
          <p14:tracePt t="161241" x="1555750" y="2279650"/>
          <p14:tracePt t="161257" x="1555750" y="2266950"/>
          <p14:tracePt t="161274" x="1555750" y="2260600"/>
          <p14:tracePt t="161290" x="1536700" y="2235200"/>
          <p14:tracePt t="163217" x="1530350" y="2235200"/>
          <p14:tracePt t="163224" x="1524000" y="2235200"/>
          <p14:tracePt t="163238" x="1517650" y="2228850"/>
          <p14:tracePt t="163251" x="1511300" y="2222500"/>
          <p14:tracePt t="163267" x="1504950" y="2209800"/>
          <p14:tracePt t="163284" x="1498600" y="2203450"/>
          <p14:tracePt t="163301" x="1485900" y="2203450"/>
          <p14:tracePt t="163317" x="1473200" y="2190750"/>
          <p14:tracePt t="163333" x="1460500" y="2184400"/>
          <p14:tracePt t="163351" x="1447800" y="2171700"/>
          <p14:tracePt t="163367" x="1422400" y="2152650"/>
          <p14:tracePt t="163383" x="1409700" y="2139950"/>
          <p14:tracePt t="163387" x="1397000" y="2133600"/>
          <p14:tracePt t="163400" x="1390650" y="2127250"/>
          <p14:tracePt t="163417" x="1371600" y="2127250"/>
          <p14:tracePt t="163433" x="1371600" y="2120900"/>
          <p14:tracePt t="163450" x="1365250" y="2114550"/>
          <p14:tracePt t="163466" x="1352550" y="2108200"/>
          <p14:tracePt t="163483" x="1346200" y="2101850"/>
          <p14:tracePt t="163499" x="1333500" y="2095500"/>
          <p14:tracePt t="163516" x="1333500" y="2089150"/>
          <p14:tracePt t="163533" x="1327150" y="2089150"/>
          <p14:tracePt t="163576" x="1327150" y="2082800"/>
          <p14:tracePt t="163646" x="1333500" y="2082800"/>
          <p14:tracePt t="163667" x="1339850" y="2082800"/>
          <p14:tracePt t="163674" x="1346200" y="2082800"/>
          <p14:tracePt t="163688" x="1352550" y="2082800"/>
          <p14:tracePt t="163699" x="1358900" y="2082800"/>
          <p14:tracePt t="163718" x="1365250" y="2082800"/>
          <p14:tracePt t="163732" x="1377950" y="2089150"/>
          <p14:tracePt t="163749" x="1428750" y="2095500"/>
          <p14:tracePt t="163766" x="1524000" y="2101850"/>
          <p14:tracePt t="163781" x="1587500" y="2120900"/>
          <p14:tracePt t="163798" x="1644650" y="2133600"/>
          <p14:tracePt t="163815" x="1943100" y="2203450"/>
          <p14:tracePt t="163832" x="2032000" y="2235200"/>
          <p14:tracePt t="166670" x="2057400" y="2216150"/>
          <p14:tracePt t="166677" x="2082800" y="2184400"/>
          <p14:tracePt t="166692" x="2114550" y="2159000"/>
          <p14:tracePt t="166705" x="2146300" y="2127250"/>
          <p14:tracePt t="166722" x="2241550" y="2051050"/>
          <p14:tracePt t="166739" x="2292350" y="2032000"/>
          <p14:tracePt t="166755" x="2419350" y="1974850"/>
          <p14:tracePt t="166771" x="2540000" y="1930400"/>
          <p14:tracePt t="166789" x="2635250" y="1905000"/>
          <p14:tracePt t="166805" x="2692400" y="1905000"/>
          <p14:tracePt t="166821" x="2774950" y="1885950"/>
          <p14:tracePt t="166838" x="2851150" y="1885950"/>
          <p14:tracePt t="166855" x="2914650" y="1885950"/>
          <p14:tracePt t="166871" x="2965450" y="1885950"/>
          <p14:tracePt t="166888" x="3187700" y="1892300"/>
          <p14:tracePt t="166904" x="3251200" y="1892300"/>
          <p14:tracePt t="166921" x="3302000" y="1892300"/>
          <p14:tracePt t="166937" x="3403600" y="1898650"/>
          <p14:tracePt t="166954" x="3486150" y="1905000"/>
          <p14:tracePt t="166971" x="3575050" y="1905000"/>
          <p14:tracePt t="166987" x="3625850" y="1905000"/>
          <p14:tracePt t="167004" x="3721100" y="1917700"/>
          <p14:tracePt t="167021" x="3797300" y="1917700"/>
          <p14:tracePt t="167037" x="3841750" y="1917700"/>
          <p14:tracePt t="167054" x="3898900" y="1924050"/>
          <p14:tracePt t="167071" x="3949700" y="1930400"/>
          <p14:tracePt t="167087" x="3987800" y="1936750"/>
          <p14:tracePt t="167104" x="4076700" y="1936750"/>
          <p14:tracePt t="167120" x="4216400" y="1949450"/>
          <p14:tracePt t="167137" x="4292600" y="1949450"/>
          <p14:tracePt t="167154" x="4381500" y="1949450"/>
          <p14:tracePt t="167170" x="4629150" y="1949450"/>
          <p14:tracePt t="167187" x="4711700" y="1949450"/>
          <p14:tracePt t="167204" x="4902200" y="1949450"/>
          <p14:tracePt t="167220" x="4997450" y="1943100"/>
          <p14:tracePt t="167237" x="5137150" y="1936750"/>
          <p14:tracePt t="167253" x="5245100" y="1924050"/>
          <p14:tracePt t="167270" x="5283200" y="1924050"/>
          <p14:tracePt t="167286" x="5359400" y="1917700"/>
          <p14:tracePt t="167303" x="5480050" y="1917700"/>
          <p14:tracePt t="167320" x="5543550" y="1930400"/>
          <p14:tracePt t="167337" x="5588000" y="1936750"/>
          <p14:tracePt t="168238" x="5600700" y="1993900"/>
          <p14:tracePt t="168245" x="5626100" y="2063750"/>
          <p14:tracePt t="168259" x="5651500" y="2146300"/>
          <p14:tracePt t="168267" x="5670550" y="2222500"/>
          <p14:tracePt t="168283" x="5689600" y="2298700"/>
          <p14:tracePt t="168300" x="5734050" y="2508250"/>
          <p14:tracePt t="168316" x="5765800" y="2667000"/>
          <p14:tracePt t="168333" x="5772150" y="2730500"/>
          <p14:tracePt t="168350" x="5778500" y="2825750"/>
          <p14:tracePt t="168366" x="5803900" y="2895600"/>
          <p14:tracePt t="168383" x="5810250" y="2940050"/>
          <p14:tracePt t="168400" x="5848350" y="3048000"/>
          <p14:tracePt t="168416" x="5873750" y="3143250"/>
          <p14:tracePt t="168432" x="5892800" y="3213100"/>
          <p14:tracePt t="168449" x="5905500" y="3289300"/>
          <p14:tracePt t="168466" x="5911850" y="3321050"/>
          <p14:tracePt t="168470" x="5918200" y="3352800"/>
          <p14:tracePt t="168483" x="5918200" y="3378200"/>
          <p14:tracePt t="168499" x="5930900" y="3429000"/>
          <p14:tracePt t="168515" x="5937250" y="3460750"/>
          <p14:tracePt t="168533" x="5956300" y="3505200"/>
          <p14:tracePt t="168549" x="5962650" y="3549650"/>
          <p14:tracePt t="168566" x="5962650" y="3562350"/>
          <p14:tracePt t="168582" x="5969000" y="3581400"/>
          <p14:tracePt t="168598" x="5969000" y="3587750"/>
          <p14:tracePt t="168632" x="5969000" y="3594100"/>
          <p14:tracePt t="168660" x="5975350" y="3600450"/>
          <p14:tracePt t="168668" x="5975350" y="3606800"/>
          <p14:tracePt t="168682" x="5975350" y="3613150"/>
          <p14:tracePt t="168698" x="5975350" y="3619500"/>
          <p14:tracePt t="169300" x="5994400" y="3632200"/>
          <p14:tracePt t="169307" x="6019800" y="3644900"/>
          <p14:tracePt t="169320" x="6051550" y="3657600"/>
          <p14:tracePt t="169330" x="6076950" y="3676650"/>
          <p14:tracePt t="169345" x="6108700" y="3689350"/>
          <p14:tracePt t="169364" x="6172200" y="3714750"/>
          <p14:tracePt t="169379" x="6223000" y="3727450"/>
          <p14:tracePt t="169396" x="6242050" y="3733800"/>
          <p14:tracePt t="169413" x="6273800" y="3740150"/>
          <p14:tracePt t="169429" x="6286500" y="3740150"/>
          <p14:tracePt t="169446" x="6311900" y="3746500"/>
          <p14:tracePt t="169462" x="6324600" y="3746500"/>
          <p14:tracePt t="169496" x="6330950" y="3746500"/>
          <p14:tracePt t="169513" x="6337300" y="3746500"/>
          <p14:tracePt t="169539" x="6343650" y="3752850"/>
          <p14:tracePt t="169588" x="6350000" y="3759200"/>
          <p14:tracePt t="169624" x="6356350" y="3759200"/>
          <p14:tracePt t="169652" x="6362700" y="3765550"/>
          <p14:tracePt t="169659" x="6369050" y="3765550"/>
          <p14:tracePt t="169680" x="6375400" y="3765550"/>
          <p14:tracePt t="169701" x="6381750" y="3765550"/>
          <p14:tracePt t="169722" x="6381750" y="3771900"/>
          <p14:tracePt t="169729" x="6388100" y="3771900"/>
          <p14:tracePt t="169771" x="6394450" y="3771900"/>
          <p14:tracePt t="169792" x="6400800" y="3771900"/>
          <p14:tracePt t="169799" x="6407150" y="3771900"/>
          <p14:tracePt t="169856" x="6407150" y="3778250"/>
          <p14:tracePt t="169869" x="6400800" y="3778250"/>
          <p14:tracePt t="169891" x="6394450" y="3778250"/>
          <p14:tracePt t="169905" x="6388100" y="3778250"/>
          <p14:tracePt t="169913" x="6381750" y="3778250"/>
          <p14:tracePt t="169928" x="6375400" y="3778250"/>
          <p14:tracePt t="169944" x="6337300" y="3778250"/>
          <p14:tracePt t="169961" x="6267450" y="3771900"/>
          <p14:tracePt t="169977" x="6235700" y="3765550"/>
          <p14:tracePt t="169994" x="6197600" y="3759200"/>
          <p14:tracePt t="169997" x="6140450" y="3746500"/>
          <p14:tracePt t="170010" x="6045200" y="3714750"/>
          <p14:tracePt t="170027" x="6000750" y="3695700"/>
          <p14:tracePt t="170044" x="5956300" y="3676650"/>
          <p14:tracePt t="170060" x="5905500" y="3651250"/>
          <p14:tracePt t="170077" x="5873750" y="3625850"/>
          <p14:tracePt t="170094" x="5842000" y="3606800"/>
          <p14:tracePt t="170110" x="5842000" y="3600450"/>
          <p14:tracePt t="170126" x="5829300" y="3594100"/>
          <p14:tracePt t="170160" x="5822950" y="3587750"/>
          <p14:tracePt t="170176" x="5822950" y="3581400"/>
          <p14:tracePt t="170196" x="5816600" y="3575050"/>
          <p14:tracePt t="170214" x="5810250" y="3568700"/>
          <p14:tracePt t="170256" x="5803900" y="3562350"/>
          <p14:tracePt t="170292" x="5803900" y="3556000"/>
          <p14:tracePt t="170312" x="5803900" y="3549650"/>
          <p14:tracePt t="170333" x="5803900" y="3543300"/>
          <p14:tracePt t="170354" x="5803900" y="3536950"/>
          <p14:tracePt t="170397" x="5803900" y="3530600"/>
          <p14:tracePt t="170404" x="5803900" y="3524250"/>
          <p14:tracePt t="170424" x="5797550" y="3524250"/>
          <p14:tracePt t="170432" x="5791200" y="3517900"/>
          <p14:tracePt t="170446" x="5784850" y="3517900"/>
          <p14:tracePt t="170467" x="5778500" y="3517900"/>
          <p14:tracePt t="170488" x="5765800" y="3517900"/>
          <p14:tracePt t="170502" x="5753100" y="3505200"/>
          <p14:tracePt t="170516" x="5734050" y="3505200"/>
          <p14:tracePt t="170525" x="5715000" y="3505200"/>
          <p14:tracePt t="170541" x="5695950" y="3505200"/>
          <p14:tracePt t="170559" x="5626100" y="3498850"/>
          <p14:tracePt t="170575" x="5549900" y="3498850"/>
          <p14:tracePt t="170591" x="5492750" y="3492500"/>
          <p14:tracePt t="170608" x="5378450" y="3492500"/>
          <p14:tracePt t="170625" x="5327650" y="3479800"/>
          <p14:tracePt t="170642" x="5219700" y="3473450"/>
          <p14:tracePt t="170658" x="5149850" y="3460750"/>
          <p14:tracePt t="170675" x="5118100" y="3448050"/>
          <p14:tracePt t="170692" x="5080000" y="3435350"/>
          <p14:tracePt t="170708" x="5054600" y="3422650"/>
          <p14:tracePt t="170724" x="5048250" y="3416300"/>
          <p14:tracePt t="170741" x="5041900" y="3409950"/>
          <p14:tracePt t="170758" x="5035550" y="3403600"/>
          <p14:tracePt t="170791" x="5029200" y="3403600"/>
          <p14:tracePt t="170826" x="5022850" y="3397250"/>
          <p14:tracePt t="170875" x="5016500" y="3397250"/>
          <p14:tracePt t="170980" x="5022850" y="3397250"/>
          <p14:tracePt t="170994" x="5029200" y="3397250"/>
          <p14:tracePt t="171009" x="5035550" y="3397250"/>
          <p14:tracePt t="171015" x="5041900" y="3397250"/>
          <p14:tracePt t="171030" x="5048250" y="3397250"/>
          <p14:tracePt t="171058" x="5054600" y="3397250"/>
          <p14:tracePt t="171079" x="5060950" y="3397250"/>
          <p14:tracePt t="171085" x="5067300" y="3403600"/>
          <p14:tracePt t="171108" x="5086350" y="3409950"/>
          <p14:tracePt t="171120" x="5099050" y="3409950"/>
          <p14:tracePt t="171127" x="5118100" y="3416300"/>
          <p14:tracePt t="171139" x="5149850" y="3422650"/>
          <p14:tracePt t="171156" x="5219700" y="3435350"/>
          <p14:tracePt t="171173" x="5264150" y="3448050"/>
          <p14:tracePt t="171190" x="5314950" y="3467100"/>
          <p14:tracePt t="171206" x="5454650" y="3498850"/>
          <p14:tracePt t="171223" x="5499100" y="3517900"/>
          <p14:tracePt t="171241" x="5562600" y="3524250"/>
          <p14:tracePt t="171255" x="5594350" y="3536950"/>
          <p14:tracePt t="171272" x="5632450" y="3536950"/>
          <p14:tracePt t="171290" x="5657850" y="3543300"/>
          <p14:tracePt t="171306" x="5664200" y="3543300"/>
          <p14:tracePt t="171322" x="5670550" y="3543300"/>
          <p14:tracePt t="171339" x="5676900" y="3543300"/>
          <p14:tracePt t="171381" x="5683250" y="3543300"/>
          <p14:tracePt t="171451" x="5695950" y="3543300"/>
          <p14:tracePt t="171473" x="5702300" y="3543300"/>
          <p14:tracePt t="171479" x="5708650" y="3543300"/>
          <p14:tracePt t="171501" x="5715000" y="3543300"/>
          <p14:tracePt t="171508" x="5721350" y="3549650"/>
          <p14:tracePt t="171524" x="5727700" y="3549650"/>
          <p14:tracePt t="171538" x="5746750" y="3549650"/>
          <p14:tracePt t="171555" x="5784850" y="3556000"/>
          <p14:tracePt t="171572" x="5835650" y="3556000"/>
          <p14:tracePt t="171588" x="5867400" y="3556000"/>
          <p14:tracePt t="171605" x="5924550" y="3543300"/>
          <p14:tracePt t="171621" x="5975350" y="3543300"/>
          <p14:tracePt t="171638" x="6000750" y="3536950"/>
          <p14:tracePt t="171655" x="6045200" y="3536950"/>
          <p14:tracePt t="171671" x="6076950" y="3530600"/>
          <p14:tracePt t="171688" x="6089650" y="3530600"/>
          <p14:tracePt t="171704" x="6108700" y="3524250"/>
          <p14:tracePt t="171741" x="6121400" y="3524250"/>
          <p14:tracePt t="171803" x="6127750" y="3517900"/>
          <p14:tracePt t="171838" x="6127750" y="3511550"/>
          <p14:tracePt t="171943" x="6121400" y="3505200"/>
          <p14:tracePt t="171950" x="6115050" y="3505200"/>
          <p14:tracePt t="171971" x="6102350" y="3505200"/>
          <p14:tracePt t="171978" x="6096000" y="3505200"/>
          <p14:tracePt t="171992" x="6076950" y="3505200"/>
          <p14:tracePt t="172004" x="6045200" y="3505200"/>
          <p14:tracePt t="172021" x="5956300" y="3505200"/>
          <p14:tracePt t="172037" x="5892800" y="3505200"/>
          <p14:tracePt t="172053" x="5740400" y="3505200"/>
          <p14:tracePt t="172070" x="5543550" y="3492500"/>
          <p14:tracePt t="172087" x="5454650" y="3492500"/>
          <p14:tracePt t="172105" x="5289550" y="3486150"/>
          <p14:tracePt t="172120" x="5175250" y="3473450"/>
          <p14:tracePt t="172136" x="5118100" y="3467100"/>
          <p14:tracePt t="172154" x="5073650" y="3460750"/>
          <p14:tracePt t="172170" x="5060950" y="3454400"/>
          <p14:tracePt t="172186" x="5048250" y="3454400"/>
          <p14:tracePt t="172204" x="5048250" y="3448050"/>
          <p14:tracePt t="172220" x="5048250" y="3441700"/>
          <p14:tracePt t="172236" x="5054600" y="3441700"/>
          <p14:tracePt t="172253" x="5067300" y="3441700"/>
          <p14:tracePt t="172269" x="5073650" y="3441700"/>
          <p14:tracePt t="172286" x="5080000" y="3441700"/>
          <p14:tracePt t="172303" x="5092700" y="3441700"/>
          <p14:tracePt t="172319" x="5105400" y="3441700"/>
          <p14:tracePt t="172336" x="5111750" y="3441700"/>
          <p14:tracePt t="172352" x="5118100" y="3441700"/>
          <p14:tracePt t="172386" x="5130800" y="3448050"/>
          <p14:tracePt t="172402" x="5143500" y="3454400"/>
          <p14:tracePt t="172420" x="5149850" y="3454400"/>
          <p14:tracePt t="172436" x="5194300" y="3473450"/>
          <p14:tracePt t="172452" x="5238750" y="3486150"/>
          <p14:tracePt t="172469" x="5327650" y="3543300"/>
          <p14:tracePt t="172485" x="5467350" y="3606800"/>
          <p14:tracePt t="172502" x="5537200" y="3651250"/>
          <p14:tracePt t="172519" x="5683250" y="3708400"/>
          <p14:tracePt t="172535" x="5797550" y="3771900"/>
          <p14:tracePt t="172552" x="5867400" y="3803650"/>
          <p14:tracePt t="172569" x="5962650" y="3860800"/>
          <p14:tracePt t="172585" x="6051550" y="3911600"/>
          <p14:tracePt t="172601" x="6083300" y="3924300"/>
          <p14:tracePt t="172619" x="6121400" y="3949700"/>
          <p14:tracePt t="172635" x="6127750" y="3956050"/>
          <p14:tracePt t="172651" x="6134100" y="3968750"/>
          <p14:tracePt t="173073" x="6159500" y="3975100"/>
          <p14:tracePt t="173081" x="6178550" y="3987800"/>
          <p14:tracePt t="173095" x="6197600" y="3994150"/>
          <p14:tracePt t="173103" x="6223000" y="4000500"/>
          <p14:tracePt t="173119" x="6242050" y="4013200"/>
          <p14:tracePt t="173133" x="6261100" y="4013200"/>
          <p14:tracePt t="173149" x="6286500" y="4032250"/>
          <p14:tracePt t="173166" x="6311900" y="4044950"/>
          <p14:tracePt t="173183" x="6330950" y="4057650"/>
          <p14:tracePt t="173200" x="6362700" y="4083050"/>
          <p14:tracePt t="173216" x="6381750" y="4102100"/>
          <p14:tracePt t="173232" x="6388100" y="4102100"/>
          <p14:tracePt t="173250" x="6400800" y="4114800"/>
          <p14:tracePt t="173266" x="6407150" y="4127500"/>
          <p14:tracePt t="173282" x="6407150" y="4133850"/>
          <p14:tracePt t="173299" x="6419850" y="4140200"/>
          <p14:tracePt t="173315" x="6426200" y="4146550"/>
          <p14:tracePt t="173332" x="6432550" y="4152900"/>
          <p14:tracePt t="173349" x="6445250" y="4165600"/>
          <p14:tracePt t="173365" x="6451600" y="4178300"/>
          <p14:tracePt t="173382" x="6470650" y="4191000"/>
          <p14:tracePt t="173415" x="6483350" y="4191000"/>
          <p14:tracePt t="173433" x="6496050" y="4203700"/>
          <p14:tracePt t="173538" x="6489700" y="4203700"/>
          <p14:tracePt t="173544" x="6483350" y="4197350"/>
          <p14:tracePt t="173559" x="6477000" y="4197350"/>
          <p14:tracePt t="173568" x="6470650" y="4197350"/>
          <p14:tracePt t="173581" x="6457950" y="4191000"/>
          <p14:tracePt t="173598" x="6407150" y="4159250"/>
          <p14:tracePt t="173615" x="6343650" y="4114800"/>
          <p14:tracePt t="173631" x="6311900" y="4089400"/>
          <p14:tracePt t="173648" x="6210300" y="4038600"/>
          <p14:tracePt t="173665" x="6121400" y="3981450"/>
          <p14:tracePt t="173681" x="6089650" y="3962400"/>
          <p14:tracePt t="173698" x="6045200" y="3930650"/>
          <p14:tracePt t="173714" x="5975350" y="3898900"/>
          <p14:tracePt t="173731" x="5962650" y="3886200"/>
          <p14:tracePt t="173748" x="5949950" y="3879850"/>
          <p14:tracePt t="173764" x="5943600" y="3867150"/>
          <p14:tracePt t="173781" x="5943600" y="3860800"/>
          <p14:tracePt t="173814" x="5949950" y="3854450"/>
          <p14:tracePt t="173830" x="5956300" y="3854450"/>
          <p14:tracePt t="173854" x="5962650" y="3854450"/>
          <p14:tracePt t="173874" x="5969000" y="3854450"/>
          <p14:tracePt t="173911" x="5975350" y="3854450"/>
          <p14:tracePt t="173988" x="5981700" y="3854450"/>
          <p14:tracePt t="174058" x="5981700" y="3860800"/>
          <p14:tracePt t="174065" x="5981700" y="3867150"/>
          <p14:tracePt t="174854" x="5981700" y="3860800"/>
          <p14:tracePt t="174862" x="5981700" y="3848100"/>
          <p14:tracePt t="174875" x="5981700" y="3835400"/>
          <p14:tracePt t="174883" x="5975350" y="3822700"/>
          <p14:tracePt t="174893" x="5975350" y="3816350"/>
          <p14:tracePt t="174911" x="5969000" y="3784600"/>
          <p14:tracePt t="174926" x="5962650" y="3771900"/>
          <p14:tracePt t="174943" x="5956300" y="3746500"/>
          <p14:tracePt t="174960" x="5949950" y="3689350"/>
          <p14:tracePt t="174977" x="5943600" y="3657600"/>
          <p14:tracePt t="174993" x="5943600" y="3638550"/>
          <p14:tracePt t="175010" x="5943600" y="3600450"/>
          <p14:tracePt t="175026" x="5943600" y="3562350"/>
          <p14:tracePt t="175059" x="5943600" y="3543300"/>
          <p14:tracePt t="175077" x="5943600" y="3530600"/>
          <p14:tracePt t="175093" x="5943600" y="3524250"/>
          <p14:tracePt t="175109" x="5943600" y="3517900"/>
          <p14:tracePt t="175145" x="5943600" y="3505200"/>
          <p14:tracePt t="175170" x="5943600" y="3498850"/>
          <p14:tracePt t="175213" x="5943600" y="3492500"/>
          <p14:tracePt t="175234" x="5937250" y="3486150"/>
          <p14:tracePt t="175255" x="5937250" y="3479800"/>
          <p14:tracePt t="175283" x="5937250" y="3473450"/>
          <p14:tracePt t="175311" x="5930900" y="3467100"/>
          <p14:tracePt t="175333" x="5930900" y="3460750"/>
          <p14:tracePt t="175354" x="5930900" y="3454400"/>
          <p14:tracePt t="175368" x="5930900" y="3448050"/>
          <p14:tracePt t="175374" x="5924550" y="3441700"/>
          <p14:tracePt t="175396" x="5924550" y="3429000"/>
          <p14:tracePt t="175403" x="5918200" y="3409950"/>
          <p14:tracePt t="175417" x="5918200" y="3384550"/>
          <p14:tracePt t="175425" x="5911850" y="3365500"/>
          <p14:tracePt t="175441" x="5905500" y="3333750"/>
          <p14:tracePt t="175458" x="5899150" y="3270250"/>
          <p14:tracePt t="175475" x="5899150" y="3187700"/>
          <p14:tracePt t="175492" x="5899150" y="3136900"/>
          <p14:tracePt t="175508" x="5899150" y="3048000"/>
          <p14:tracePt t="175525" x="5899150" y="2971800"/>
          <p14:tracePt t="175541" x="5892800" y="2914650"/>
          <p14:tracePt t="175558" x="5892800" y="2838450"/>
          <p14:tracePt t="175574" x="5892800" y="2787650"/>
          <p14:tracePt t="175592" x="5892800" y="2717800"/>
          <p14:tracePt t="175608" x="5892800" y="2647950"/>
          <p14:tracePt t="175624" x="5892800" y="2622550"/>
          <p14:tracePt t="175641" x="5892800" y="2565400"/>
          <p14:tracePt t="175657" x="5880100" y="2508250"/>
          <p14:tracePt t="175674" x="5880100" y="2489200"/>
          <p14:tracePt t="175691" x="5873750" y="2432050"/>
          <p14:tracePt t="175707" x="5867400" y="2362200"/>
          <p14:tracePt t="175724" x="5867400" y="2330450"/>
          <p14:tracePt t="175741" x="5861050" y="2273300"/>
          <p14:tracePt t="175757" x="5848350" y="2241550"/>
          <p14:tracePt t="175774" x="5848350" y="2222500"/>
          <p14:tracePt t="175791" x="5842000" y="2209800"/>
          <p14:tracePt t="175807" x="5842000" y="2197100"/>
          <p14:tracePt t="175895" x="5842000" y="2203450"/>
          <p14:tracePt t="175965" x="5842000" y="2209800"/>
          <p14:tracePt t="176000" x="5848350" y="2216150"/>
          <p14:tracePt t="176014" x="5848350" y="2222500"/>
          <p14:tracePt t="176056" x="5848350" y="2228850"/>
          <p14:tracePt t="176084" x="5848350" y="2235200"/>
          <p14:tracePt t="176092" x="5848350" y="2241550"/>
          <p14:tracePt t="176107" x="5848350" y="2247900"/>
          <p14:tracePt t="176141" x="5848350" y="2254250"/>
          <p14:tracePt t="176148" x="5848350" y="2260600"/>
          <p14:tracePt t="176190" x="5848350" y="2266950"/>
          <p14:tracePt t="176197" x="5848350" y="2273300"/>
          <p14:tracePt t="176211" x="5848350" y="2279650"/>
          <p14:tracePt t="176226" x="5848350" y="2286000"/>
          <p14:tracePt t="176242" x="5848350" y="2292350"/>
          <p14:tracePt t="176255" x="5848350" y="2298700"/>
          <p14:tracePt t="176272" x="5848350" y="2305050"/>
          <p14:tracePt t="176289" x="5848350" y="2324100"/>
          <p14:tracePt t="176305" x="5848350" y="2343150"/>
          <p14:tracePt t="176322" x="5848350" y="2374900"/>
          <p14:tracePt t="176338" x="5848350" y="2413000"/>
          <p14:tracePt t="176355" x="5848350" y="2425700"/>
          <p14:tracePt t="176372" x="5848350" y="2470150"/>
          <p14:tracePt t="176388" x="5848350" y="2508250"/>
          <p14:tracePt t="176405" x="5848350" y="2520950"/>
          <p14:tracePt t="176422" x="5842000" y="2546350"/>
          <p14:tracePt t="176438" x="5842000" y="2559050"/>
          <p14:tracePt t="176940" x="5848350" y="2559050"/>
          <p14:tracePt t="176955" x="5861050" y="2559050"/>
          <p14:tracePt t="176961" x="5880100" y="2559050"/>
          <p14:tracePt t="176970" x="5899150" y="2559050"/>
          <p14:tracePt t="176986" x="5924550" y="2559050"/>
          <p14:tracePt t="177003" x="5949950" y="2559050"/>
          <p14:tracePt t="177019" x="6019800" y="2559050"/>
          <p14:tracePt t="177036" x="6089650" y="2552700"/>
          <p14:tracePt t="177053" x="6153150" y="2533650"/>
          <p14:tracePt t="177069" x="6210300" y="2527300"/>
          <p14:tracePt t="177073" x="6248400" y="2520950"/>
          <p14:tracePt t="177086" x="6305550" y="2508250"/>
          <p14:tracePt t="177103" x="6388100" y="2482850"/>
          <p14:tracePt t="177119" x="6419850" y="2476500"/>
          <p14:tracePt t="177136" x="6477000" y="2470150"/>
          <p14:tracePt t="177152" x="6515100" y="2457450"/>
          <p14:tracePt t="177169" x="6546850" y="2457450"/>
          <p14:tracePt t="177186" x="6584950" y="2457450"/>
          <p14:tracePt t="177202" x="6629400" y="2451100"/>
          <p14:tracePt t="177219" x="6648450" y="2451100"/>
          <p14:tracePt t="177236" x="6667500" y="2444750"/>
          <p14:tracePt t="177252" x="6692900" y="2444750"/>
          <p14:tracePt t="177285" x="6711950" y="2444750"/>
          <p14:tracePt t="177302" x="6718300" y="2451100"/>
          <p14:tracePt t="177319" x="6743700" y="2451100"/>
          <p14:tracePt t="177335" x="6750050" y="2451100"/>
          <p14:tracePt t="177351" x="6762750" y="2451100"/>
          <p14:tracePt t="177369" x="6781800" y="2457450"/>
          <p14:tracePt t="177385" x="6800850" y="2457450"/>
          <p14:tracePt t="177402" x="6807200" y="2457450"/>
          <p14:tracePt t="177418" x="6813550" y="2463800"/>
          <p14:tracePt t="177435" x="6826250" y="2463800"/>
          <p14:tracePt t="177481" x="6819900" y="2463800"/>
          <p14:tracePt t="177495" x="6813550" y="2463800"/>
          <p14:tracePt t="177516" x="6807200" y="2463800"/>
          <p14:tracePt t="177523" x="6794500" y="2463800"/>
          <p14:tracePt t="177534" x="6775450" y="2463800"/>
          <p14:tracePt t="177552" x="6711950" y="2457450"/>
          <p14:tracePt t="177567" x="6673850" y="2451100"/>
          <p14:tracePt t="177584" x="6623050" y="2451100"/>
          <p14:tracePt t="177601" x="6483350" y="2425700"/>
          <p14:tracePt t="177617" x="6432550" y="2413000"/>
          <p14:tracePt t="177634" x="6400800" y="2406650"/>
          <p14:tracePt t="177651" x="6356350" y="2400300"/>
          <p14:tracePt t="177667" x="6324600" y="2387600"/>
          <p14:tracePt t="177684" x="6324600" y="2381250"/>
          <p14:tracePt t="177700" x="6318250" y="2381250"/>
          <p14:tracePt t="177717" x="6318250" y="2374900"/>
          <p14:tracePt t="177737" x="6324600" y="2374900"/>
          <p14:tracePt t="177750" x="6330950" y="2374900"/>
          <p14:tracePt t="177767" x="6343650" y="2374900"/>
          <p14:tracePt t="177783" x="6350000" y="2374900"/>
          <p14:tracePt t="177805" x="6362700" y="2381250"/>
          <p14:tracePt t="177832" x="6369050" y="2387600"/>
          <p14:tracePt t="177847" x="6369050" y="2393950"/>
          <p14:tracePt t="177854" x="6369050" y="2400300"/>
          <p14:tracePt t="180491" x="6350000" y="2400300"/>
          <p14:tracePt t="180506" x="6305550" y="2387600"/>
          <p14:tracePt t="180514" x="6229350" y="2387600"/>
          <p14:tracePt t="180523" x="6102350" y="2387600"/>
          <p14:tracePt t="180541" x="5829300" y="2406650"/>
          <p14:tracePt t="180557" x="5689600" y="2406650"/>
          <p14:tracePt t="180574" x="5308600" y="2457450"/>
          <p14:tracePt t="180591" x="4851400" y="2495550"/>
          <p14:tracePt t="180607" x="4660900" y="2508250"/>
          <p14:tracePt t="180610" x="4445000" y="2520950"/>
          <p14:tracePt t="180624" x="4235450" y="2520950"/>
          <p14:tracePt t="180640" x="3892550" y="2482850"/>
          <p14:tracePt t="180657" x="3778250" y="2451100"/>
          <p14:tracePt t="180673" x="3663950" y="2425700"/>
          <p14:tracePt t="180690" x="3384550" y="2336800"/>
          <p14:tracePt t="180707" x="3327400" y="2286000"/>
          <p14:tracePt t="180724" x="3270250" y="2247900"/>
          <p14:tracePt t="180740" x="3181350" y="2184400"/>
          <p14:tracePt t="180756" x="3117850" y="2146300"/>
          <p14:tracePt t="180774" x="3016250" y="2101850"/>
          <p14:tracePt t="180789" x="2990850" y="2095500"/>
          <p14:tracePt t="180806" x="2876550" y="2044700"/>
          <p14:tracePt t="180823" x="2755900" y="2000250"/>
          <p14:tracePt t="180840" x="2698750" y="1968500"/>
          <p14:tracePt t="180856" x="2571750" y="1911350"/>
          <p14:tracePt t="180873" x="2444750" y="1847850"/>
          <p14:tracePt t="180889" x="2381250" y="1816100"/>
          <p14:tracePt t="180907" x="2228850" y="1758950"/>
          <p14:tracePt t="180922" x="2095500" y="1701800"/>
          <p14:tracePt t="180939" x="2051050" y="1670050"/>
          <p14:tracePt t="180956" x="1974850" y="1638300"/>
          <p14:tracePt t="180972" x="1924050" y="1600200"/>
          <p14:tracePt t="180989" x="1898650" y="1581150"/>
          <p14:tracePt t="181006" x="1854200" y="1543050"/>
          <p14:tracePt t="181022" x="1835150" y="1517650"/>
          <p14:tracePt t="181039" x="1797050" y="1479550"/>
          <p14:tracePt t="181055" x="1765300" y="1435100"/>
          <p14:tracePt t="181072" x="1746250" y="1403350"/>
          <p14:tracePt t="181089" x="1708150" y="1327150"/>
          <p14:tracePt t="181105" x="1682750" y="1276350"/>
          <p14:tracePt t="181122" x="1682750" y="1250950"/>
          <p14:tracePt t="181126" x="1670050" y="1219200"/>
          <p14:tracePt t="181139" x="1663700" y="1187450"/>
          <p14:tracePt t="181155" x="1651000" y="1136650"/>
          <p14:tracePt t="181172" x="1644650" y="1111250"/>
          <p14:tracePt t="181188" x="1638300" y="1060450"/>
          <p14:tracePt t="181205" x="1625600" y="1016000"/>
          <p14:tracePt t="181222" x="1625600" y="1003300"/>
          <p14:tracePt t="181238" x="1619250" y="990600"/>
          <p14:tracePt t="181255" x="1612900" y="965200"/>
          <p14:tracePt t="181272" x="1606550" y="946150"/>
          <p14:tracePt t="181288" x="1606550" y="939800"/>
          <p14:tracePt t="181305" x="1606550" y="933450"/>
          <p14:tracePt t="181322" x="1593850" y="914400"/>
          <p14:tracePt t="181338" x="1593850" y="908050"/>
          <p14:tracePt t="181354" x="1593850" y="901700"/>
          <p14:tracePt t="181371" x="1587500" y="882650"/>
          <p14:tracePt t="181388" x="1581150" y="869950"/>
          <p14:tracePt t="181404" x="1581150" y="863600"/>
          <p14:tracePt t="181421" x="1581150" y="857250"/>
          <p14:tracePt t="181437" x="1574800" y="844550"/>
          <p14:tracePt t="181455" x="1574800" y="838200"/>
          <p14:tracePt t="181470" x="1568450" y="825500"/>
          <p14:tracePt t="181487" x="1562100" y="819150"/>
          <p14:tracePt t="181504" x="1555750" y="806450"/>
          <p14:tracePt t="181520" x="1549400" y="793750"/>
          <p14:tracePt t="181537" x="1543050" y="787400"/>
          <p14:tracePt t="181554" x="1530350" y="768350"/>
          <p14:tracePt t="181571" x="1530350" y="762000"/>
          <p14:tracePt t="181587" x="1524000" y="762000"/>
          <p14:tracePt t="181604" x="1511300" y="749300"/>
          <p14:tracePt t="181620" x="1504950" y="742950"/>
          <p14:tracePt t="181645" x="1498600" y="742950"/>
          <p14:tracePt t="181681" x="1498600" y="736600"/>
          <p14:tracePt t="181716" x="1492250" y="730250"/>
          <p14:tracePt t="181737" x="1485900" y="730250"/>
          <p14:tracePt t="181757" x="1479550" y="730250"/>
          <p14:tracePt t="181765" x="1479550" y="723900"/>
          <p14:tracePt t="181785" x="1473200" y="723900"/>
          <p14:tracePt t="181807" x="1466850" y="723900"/>
          <p14:tracePt t="181835" x="1460500" y="717550"/>
          <p14:tracePt t="181856" x="1460500" y="711200"/>
          <p14:tracePt t="181877" x="1454150" y="704850"/>
          <p14:tracePt t="181898" x="1454150" y="698500"/>
          <p14:tracePt t="181905" x="1447800" y="698500"/>
          <p14:tracePt t="181927" x="1447800" y="692150"/>
          <p14:tracePt t="181947" x="1447800" y="685800"/>
          <p14:tracePt t="181997" x="1447800" y="679450"/>
          <p14:tracePt t="182025" x="1454150" y="673100"/>
          <p14:tracePt t="182067" x="1460500" y="666750"/>
          <p14:tracePt t="182081" x="1473200" y="666750"/>
          <p14:tracePt t="182088" x="1485900" y="666750"/>
          <p14:tracePt t="182102" x="1504950" y="666750"/>
          <p14:tracePt t="182118" x="1574800" y="666750"/>
          <p14:tracePt t="182135" x="1612900" y="666750"/>
          <p14:tracePt t="182139" x="1676400" y="666750"/>
          <p14:tracePt t="182153" x="1739900" y="666750"/>
          <p14:tracePt t="182168" x="1866900" y="666750"/>
          <p14:tracePt t="182185" x="1930400" y="666750"/>
          <p14:tracePt t="182202" x="2051050" y="666750"/>
          <p14:tracePt t="182218" x="2089150" y="666750"/>
          <p14:tracePt t="182236" x="2178050" y="666750"/>
          <p14:tracePt t="182251" x="2190750" y="673100"/>
          <p14:tracePt t="182268" x="2209800" y="673100"/>
          <p14:tracePt t="182285" x="2222500" y="679450"/>
          <p14:tracePt t="182321" x="2222500" y="685800"/>
          <p14:tracePt t="182348" x="2216150" y="692150"/>
          <p14:tracePt t="182362" x="2209800" y="692150"/>
          <p14:tracePt t="182370" x="2203450" y="692150"/>
          <p14:tracePt t="182384" x="2190750" y="692150"/>
          <p14:tracePt t="182401" x="2165350" y="692150"/>
          <p14:tracePt t="182418" x="2114550" y="679450"/>
          <p14:tracePt t="182434" x="2082800" y="673100"/>
          <p14:tracePt t="182451" x="2000250" y="660400"/>
          <p14:tracePt t="182468" x="1911350" y="641350"/>
          <p14:tracePt t="182484" x="1854200" y="622300"/>
          <p14:tracePt t="182500" x="1809750" y="615950"/>
          <p14:tracePt t="182518" x="1739900" y="596900"/>
          <p14:tracePt t="182534" x="1733550" y="590550"/>
          <p14:tracePt t="182551" x="1727200" y="584200"/>
          <p14:tracePt t="182567" x="1727200" y="577850"/>
          <p14:tracePt t="182583" x="1733550" y="577850"/>
          <p14:tracePt t="182601" x="1739900" y="577850"/>
          <p14:tracePt t="182616" x="1746250" y="577850"/>
          <p14:tracePt t="182634" x="1765300" y="577850"/>
          <p14:tracePt t="182650" x="1784350" y="577850"/>
          <p14:tracePt t="182667" x="1790700" y="577850"/>
          <p14:tracePt t="182683" x="1803400" y="584200"/>
          <p14:tracePt t="182700" x="1835150" y="590550"/>
          <p14:tracePt t="182716" x="1860550" y="596900"/>
          <p14:tracePt t="182733" x="1905000" y="603250"/>
          <p14:tracePt t="182750" x="1955800" y="609600"/>
          <p14:tracePt t="182766" x="1968500" y="609600"/>
          <p14:tracePt t="182784" x="2012950" y="615950"/>
          <p14:tracePt t="182799" x="2051050" y="628650"/>
          <p14:tracePt t="182816" x="2057400" y="628650"/>
          <p14:tracePt t="182834" x="2082800" y="628650"/>
          <p14:tracePt t="182849" x="2089150" y="635000"/>
          <p14:tracePt t="182866" x="2095500" y="635000"/>
          <p14:tracePt t="182883" x="2108200" y="641350"/>
          <p14:tracePt t="182915" x="2114550" y="641350"/>
          <p14:tracePt t="182939" x="2120900" y="641350"/>
          <p14:tracePt t="182974" x="2127250" y="641350"/>
          <p14:tracePt t="183009" x="2127250" y="635000"/>
          <p14:tracePt t="183072" x="2127250" y="628650"/>
          <p14:tracePt t="183101" x="2120900" y="622300"/>
          <p14:tracePt t="183121" x="2114550" y="615950"/>
          <p14:tracePt t="183143" x="2108200" y="615950"/>
          <p14:tracePt t="183185" x="2101850" y="609600"/>
          <p14:tracePt t="183191" x="2095500" y="609600"/>
          <p14:tracePt t="183213" x="2089150" y="609600"/>
          <p14:tracePt t="183255" x="2082800" y="609600"/>
          <p14:tracePt t="183283" x="2070100" y="609600"/>
          <p14:tracePt t="183304" x="2063750" y="609600"/>
          <p14:tracePt t="183318" x="2057400" y="609600"/>
          <p14:tracePt t="183353" x="2044700" y="609600"/>
          <p14:tracePt t="183389" x="2038350" y="609600"/>
          <p14:tracePt t="183424" x="2032000" y="603250"/>
          <p14:tracePt t="183432" x="2025650" y="603250"/>
          <p14:tracePt t="183494" x="2019300" y="603250"/>
          <p14:tracePt t="183501" x="2012950" y="603250"/>
          <p14:tracePt t="183529" x="2012950" y="596900"/>
          <p14:tracePt t="183635" x="2019300" y="603250"/>
          <p14:tracePt t="183641" x="2019300" y="609600"/>
          <p14:tracePt t="183656" x="2019300" y="615950"/>
          <p14:tracePt t="183664" x="2025650" y="615950"/>
          <p14:tracePt t="183684" x="2032000" y="622300"/>
          <p14:tracePt t="183705" x="2038350" y="628650"/>
          <p14:tracePt t="183726" x="2044700" y="641350"/>
          <p14:tracePt t="183733" x="2057400" y="654050"/>
          <p14:tracePt t="183749" x="2076450" y="679450"/>
          <p14:tracePt t="183763" x="2089150" y="698500"/>
          <p14:tracePt t="183779" x="2127250" y="742950"/>
          <p14:tracePt t="183796" x="2152650" y="793750"/>
          <p14:tracePt t="183813" x="2171700" y="825500"/>
          <p14:tracePt t="183829" x="2190750" y="869950"/>
          <p14:tracePt t="183846" x="2203450" y="908050"/>
          <p14:tracePt t="183862" x="2203450" y="920750"/>
          <p14:tracePt t="183879" x="2203450" y="952500"/>
          <p14:tracePt t="183896" x="2184400" y="977900"/>
          <p14:tracePt t="183912" x="2171700" y="977900"/>
          <p14:tracePt t="183929" x="2139950" y="977900"/>
          <p14:tracePt t="183945" x="2089150" y="958850"/>
          <p14:tracePt t="183962" x="2057400" y="952500"/>
          <p14:tracePt t="183979" x="2006600" y="914400"/>
          <p14:tracePt t="183995" x="1993900" y="889000"/>
          <p14:tracePt t="184011" x="1943100" y="838200"/>
          <p14:tracePt t="184029" x="1917700" y="793750"/>
          <p14:tracePt t="184045" x="1911350" y="774700"/>
          <p14:tracePt t="184062" x="1885950" y="736600"/>
          <p14:tracePt t="184078" x="1873250" y="698500"/>
          <p14:tracePt t="184095" x="1873250" y="685800"/>
          <p14:tracePt t="184112" x="1873250" y="654050"/>
          <p14:tracePt t="184128" x="1873250" y="641350"/>
          <p14:tracePt t="184145" x="1879600" y="635000"/>
          <p14:tracePt t="184162" x="1892300" y="635000"/>
          <p14:tracePt t="184183" x="1898650" y="635000"/>
          <p14:tracePt t="184195" x="1898650" y="641350"/>
          <p14:tracePt t="184211" x="1905000" y="660400"/>
          <p14:tracePt t="184228" x="1917700" y="673100"/>
          <p14:tracePt t="184245" x="1930400" y="692150"/>
          <p14:tracePt t="184261" x="1962150" y="762000"/>
          <p14:tracePt t="184278" x="2038350" y="933450"/>
          <p14:tracePt t="184296" x="2108200" y="1168400"/>
          <p14:tracePt t="184310" x="2159000" y="1320800"/>
          <p14:tracePt t="184327" x="2190750" y="1498600"/>
          <p14:tracePt t="184344" x="2286000" y="1924050"/>
          <p14:tracePt t="184361" x="2298700" y="2000250"/>
          <p14:tracePt t="184377" x="2305050" y="2076450"/>
          <p14:tracePt t="184394" x="2305050" y="2146300"/>
          <p14:tracePt t="184410" x="2292350" y="2171700"/>
          <p14:tracePt t="184427" x="2279650" y="2178050"/>
          <p14:tracePt t="184444" x="2247900" y="2178050"/>
          <p14:tracePt t="184460" x="2216150" y="2171700"/>
          <p14:tracePt t="184478" x="2171700" y="2146300"/>
          <p14:tracePt t="184493" x="2152650" y="2133600"/>
          <p14:tracePt t="184510" x="2063750" y="2095500"/>
          <p14:tracePt t="184527" x="1955800" y="2038350"/>
          <p14:tracePt t="184543" x="1898650" y="2000250"/>
          <p14:tracePt t="184560" x="1765300" y="1879600"/>
          <p14:tracePt t="184577" x="1657350" y="1746250"/>
          <p14:tracePt t="184593" x="1606550" y="1676400"/>
          <p14:tracePt t="184610" x="1587500" y="1612900"/>
          <p14:tracePt t="184626" x="1581150" y="1428750"/>
          <p14:tracePt t="184642" x="1593850" y="1352550"/>
          <p14:tracePt t="184661" x="1625600" y="1238250"/>
          <p14:tracePt t="184676" x="1644650" y="1200150"/>
          <p14:tracePt t="184693" x="1663700" y="1162050"/>
          <p14:tracePt t="184710" x="1682750" y="1155700"/>
          <p14:tracePt t="184726" x="1689100" y="1155700"/>
          <p14:tracePt t="184743" x="1701800" y="1155700"/>
          <p14:tracePt t="184760" x="1733550" y="1174750"/>
          <p14:tracePt t="184776" x="1765300" y="1181100"/>
          <p14:tracePt t="184793" x="1847850" y="1200150"/>
          <p14:tracePt t="184809" x="1930400" y="1244600"/>
          <p14:tracePt t="184826" x="1987550" y="1282700"/>
          <p14:tracePt t="184843" x="2101850" y="1346200"/>
          <p14:tracePt t="184859" x="2197100" y="1454150"/>
          <p14:tracePt t="184876" x="2235200" y="1498600"/>
          <p14:tracePt t="184893" x="2292350" y="1600200"/>
          <p14:tracePt t="184909" x="2305050" y="1695450"/>
          <p14:tracePt t="184925" x="2305050" y="1720850"/>
          <p14:tracePt t="184942" x="2279650" y="1797050"/>
          <p14:tracePt t="184959" x="2260600" y="1816100"/>
          <p14:tracePt t="184975" x="2171700" y="1879600"/>
          <p14:tracePt t="184992" x="2025650" y="1911350"/>
          <p14:tracePt t="185009" x="1949450" y="1930400"/>
          <p14:tracePt t="185026" x="1765300" y="1917700"/>
          <p14:tracePt t="185041" x="1606550" y="1854200"/>
          <p14:tracePt t="185058" x="1536700" y="1803400"/>
          <p14:tracePt t="185075" x="1460500" y="1714500"/>
          <p14:tracePt t="185092" x="1428750" y="1606550"/>
          <p14:tracePt t="185108" x="1428750" y="1549400"/>
          <p14:tracePt t="185125" x="1447800" y="1441450"/>
          <p14:tracePt t="185141" x="1492250" y="1333500"/>
          <p14:tracePt t="185158" x="1517650" y="1289050"/>
          <p14:tracePt t="185175" x="1549400" y="1238250"/>
          <p14:tracePt t="185192" x="1574800" y="1206500"/>
          <p14:tracePt t="185208" x="1600200" y="1200150"/>
          <p14:tracePt t="185224" x="1638300" y="1187450"/>
          <p14:tracePt t="185241" x="1695450" y="1181100"/>
          <p14:tracePt t="185258" x="1733550" y="1181100"/>
          <p14:tracePt t="185274" x="1816100" y="1181100"/>
          <p14:tracePt t="185291" x="1860550" y="1187450"/>
          <p14:tracePt t="185308" x="1962150" y="1244600"/>
          <p14:tracePt t="185324" x="2082800" y="1320800"/>
          <p14:tracePt t="185341" x="2152650" y="1371600"/>
          <p14:tracePt t="185357" x="2273300" y="1504950"/>
          <p14:tracePt t="185374" x="2381250" y="1701800"/>
          <p14:tracePt t="185391" x="2425700" y="1822450"/>
          <p14:tracePt t="185407" x="2489200" y="2076450"/>
          <p14:tracePt t="185424" x="2508250" y="2292350"/>
          <p14:tracePt t="185441" x="2482850" y="2438400"/>
          <p14:tracePt t="185457" x="2457450" y="2482850"/>
          <p14:tracePt t="185473" x="2374900" y="2508250"/>
          <p14:tracePt t="185491" x="2241550" y="2495550"/>
          <p14:tracePt t="185507" x="2165350" y="2476500"/>
          <p14:tracePt t="185524" x="2057400" y="2432050"/>
          <p14:tracePt t="185540" x="1822450" y="2279650"/>
          <p14:tracePt t="185557" x="1752600" y="2184400"/>
          <p14:tracePt t="185573" x="1682750" y="2063750"/>
          <p14:tracePt t="185590" x="1600200" y="1828800"/>
          <p14:tracePt t="185607" x="1587500" y="1587500"/>
          <p14:tracePt t="185625" x="1631950" y="1390650"/>
          <p14:tracePt t="185640" x="1663700" y="1314450"/>
          <p14:tracePt t="185656" x="1708150" y="1200150"/>
          <p14:tracePt t="185674" x="1746250" y="1155700"/>
          <p14:tracePt t="185689" x="1771650" y="1149350"/>
          <p14:tracePt t="185706" x="1784350" y="1143000"/>
          <p14:tracePt t="185723" x="1816100" y="1155700"/>
          <p14:tracePt t="185740" x="1828800" y="1168400"/>
          <p14:tracePt t="185756" x="1892300" y="1225550"/>
          <p14:tracePt t="185773" x="2000250" y="1320800"/>
          <p14:tracePt t="185789" x="2070100" y="1384300"/>
          <p14:tracePt t="185806" x="2216150" y="1536700"/>
          <p14:tracePt t="185822" x="2368550" y="1771650"/>
          <p14:tracePt t="185839" x="2432050" y="1879600"/>
          <p14:tracePt t="185856" x="2540000" y="2076450"/>
          <p14:tracePt t="185872" x="2565400" y="2159000"/>
          <p14:tracePt t="185889" x="2597150" y="2266950"/>
          <p14:tracePt t="185905" x="2584450" y="2324100"/>
          <p14:tracePt t="187145" x="2565400" y="2324100"/>
          <p14:tracePt t="187159" x="2533650" y="2311400"/>
          <p14:tracePt t="187166" x="2508250" y="2305050"/>
          <p14:tracePt t="187181" x="2470150" y="2298700"/>
          <p14:tracePt t="187187" x="2438400" y="2279650"/>
          <p14:tracePt t="187204" x="2400300" y="2266950"/>
          <p14:tracePt t="187217" x="2343150" y="2247900"/>
          <p14:tracePt t="187234" x="2216150" y="2190750"/>
          <p14:tracePt t="187251" x="2095500" y="2152650"/>
          <p14:tracePt t="187267" x="2032000" y="2133600"/>
          <p14:tracePt t="187284" x="1924050" y="2114550"/>
          <p14:tracePt t="187301" x="1803400" y="2108200"/>
          <p14:tracePt t="187317" x="1752600" y="2095500"/>
          <p14:tracePt t="187334" x="1657350" y="2070100"/>
          <p14:tracePt t="187350" x="1581150" y="2044700"/>
          <p14:tracePt t="187367" x="1562100" y="2044700"/>
          <p14:tracePt t="187384" x="1524000" y="2038350"/>
          <p14:tracePt t="187400" x="1485900" y="2032000"/>
          <p14:tracePt t="187417" x="1485900" y="2025650"/>
          <p14:tracePt t="187434" x="1466850" y="2019300"/>
          <p14:tracePt t="187450" x="1447800" y="2012950"/>
          <p14:tracePt t="187467" x="1441450" y="2012950"/>
          <p14:tracePt t="187483" x="1428750" y="2006600"/>
          <p14:tracePt t="187500" x="1422400" y="2006600"/>
          <p14:tracePt t="187517" x="1403350" y="2006600"/>
          <p14:tracePt t="187532" x="1397000" y="2006600"/>
          <p14:tracePt t="187550" x="1384300" y="2006600"/>
          <p14:tracePt t="187567" x="1384300" y="2000250"/>
          <p14:tracePt t="187583" x="1377950" y="2000250"/>
          <p14:tracePt t="187599" x="1371600" y="2000250"/>
          <p14:tracePt t="187616" x="1358900" y="2000250"/>
          <p14:tracePt t="187633" x="1352550" y="2000250"/>
          <p14:tracePt t="187666" x="1346200" y="2000250"/>
          <p14:tracePt t="187701" x="1339850" y="2000250"/>
          <p14:tracePt t="187722" x="1333500" y="2000250"/>
          <p14:tracePt t="187729" x="1327150" y="2000250"/>
          <p14:tracePt t="187751" x="1320800" y="2000250"/>
          <p14:tracePt t="187771" x="1314450" y="2000250"/>
          <p14:tracePt t="187820" x="1308100" y="2000250"/>
          <p14:tracePt t="187862" x="1301750" y="2006600"/>
          <p14:tracePt t="187890" x="1295400" y="2006600"/>
          <p14:tracePt t="187925" x="1289050" y="2012950"/>
          <p14:tracePt t="187933" x="1282700" y="2012950"/>
          <p14:tracePt t="187960" x="1276350" y="2012950"/>
          <p14:tracePt t="188003" x="1270000" y="2012950"/>
          <p14:tracePt t="188031" x="1263650" y="2012950"/>
          <p14:tracePt t="188052" x="1257300" y="2012950"/>
          <p14:tracePt t="188073" x="1244600" y="2012950"/>
          <p14:tracePt t="188094" x="1238250" y="2012950"/>
          <p14:tracePt t="188101" x="1231900" y="2012950"/>
          <p14:tracePt t="188143" x="1225550" y="2012950"/>
          <p14:tracePt t="188164" x="1219200" y="2012950"/>
          <p14:tracePt t="188171" x="1212850" y="2012950"/>
          <p14:tracePt t="188193" x="1206500" y="2012950"/>
          <p14:tracePt t="188270" x="1200150" y="2012950"/>
          <p14:tracePt t="188783" x="1206500" y="2012950"/>
          <p14:tracePt t="188797" x="1212850" y="2012950"/>
          <p14:tracePt t="188818" x="1219200" y="2012950"/>
          <p14:tracePt t="188825" x="1225550" y="2012950"/>
          <p14:tracePt t="188853" x="1225550" y="2019300"/>
          <p14:tracePt t="188888" x="1231900" y="2025650"/>
          <p14:tracePt t="188896" x="1238250" y="2025650"/>
          <p14:tracePt t="188916" x="1244600" y="2025650"/>
          <p14:tracePt t="188923" x="1250950" y="2025650"/>
          <p14:tracePt t="188938" x="1257300" y="2025650"/>
          <p14:tracePt t="188959" x="1263650" y="2025650"/>
          <p14:tracePt t="188973" x="1270000" y="2025650"/>
          <p14:tracePt t="188993" x="1282700" y="2025650"/>
          <p14:tracePt t="189015" x="1295400" y="2025650"/>
          <p14:tracePt t="189029" x="1314450" y="2025650"/>
          <p14:tracePt t="189036" x="1333500" y="2025650"/>
          <p14:tracePt t="189050" x="1365250" y="2025650"/>
          <p14:tracePt t="189061" x="1397000" y="2025650"/>
          <p14:tracePt t="189078" x="1473200" y="2025650"/>
          <p14:tracePt t="189095" x="1524000" y="2025650"/>
          <p14:tracePt t="189111" x="1600200" y="2025650"/>
          <p14:tracePt t="189128" x="1663700" y="2019300"/>
          <p14:tracePt t="189144" x="1682750" y="2019300"/>
          <p14:tracePt t="189161" x="1708150" y="2019300"/>
          <p14:tracePt t="189177" x="1720850" y="2019300"/>
          <p14:tracePt t="189194" x="1727200" y="2019300"/>
          <p14:tracePt t="189345" x="1727200" y="2025650"/>
          <p14:tracePt t="189359" x="1733550" y="2025650"/>
          <p14:tracePt t="189366" x="1739900" y="2025650"/>
          <p14:tracePt t="189381" x="1746250" y="2032000"/>
          <p14:tracePt t="189394" x="1752600" y="2038350"/>
          <p14:tracePt t="189410" x="1784350" y="2044700"/>
          <p14:tracePt t="189427" x="1797050" y="2057400"/>
          <p14:tracePt t="189444" x="1866900" y="2070100"/>
          <p14:tracePt t="189460" x="1962150" y="2101850"/>
          <p14:tracePt t="189476" x="2019300" y="2108200"/>
          <p14:tracePt t="189493" x="2133600" y="2127250"/>
          <p14:tracePt t="189510" x="2241550" y="2133600"/>
          <p14:tracePt t="189526" x="2292350" y="2133600"/>
          <p14:tracePt t="189543" x="2387600" y="2133600"/>
          <p14:tracePt t="189560" x="2463800" y="2127250"/>
          <p14:tracePt t="189577" x="2508250" y="2114550"/>
          <p14:tracePt t="189592" x="2597150" y="2114550"/>
          <p14:tracePt t="189609" x="2647950" y="2114550"/>
          <p14:tracePt t="189626" x="2832100" y="2108200"/>
          <p14:tracePt t="189643" x="2882900" y="2101850"/>
          <p14:tracePt t="189659" x="2940050" y="2101850"/>
          <p14:tracePt t="189676" x="3028950" y="2101850"/>
          <p14:tracePt t="189692" x="3086100" y="2101850"/>
          <p14:tracePt t="189709" x="3105150" y="2108200"/>
          <p14:tracePt t="189726" x="3130550" y="2114550"/>
          <p14:tracePt t="189742" x="3136900" y="2114550"/>
          <p14:tracePt t="189762" x="3136900" y="2120900"/>
          <p14:tracePt t="189787" x="3136900" y="2127250"/>
          <p14:tracePt t="189810" x="3130550" y="2127250"/>
          <p14:tracePt t="189858" x="3124200" y="2127250"/>
          <p14:tracePt t="189879" x="3117850" y="2127250"/>
          <p14:tracePt t="189900" x="3105150" y="2127250"/>
          <p14:tracePt t="189907" x="3098800" y="2127250"/>
          <p14:tracePt t="189922" x="3092450" y="2127250"/>
          <p14:tracePt t="189929" x="3086100" y="2127250"/>
          <p14:tracePt t="189944" x="3073400" y="2127250"/>
          <p14:tracePt t="189958" x="3060700" y="2133600"/>
          <p14:tracePt t="189975" x="2990850" y="2146300"/>
          <p14:tracePt t="189992" x="2921000" y="2152650"/>
          <p14:tracePt t="190008" x="2768600" y="2165350"/>
          <p14:tracePt t="190025" x="2540000" y="2171700"/>
          <p14:tracePt t="190041" x="2273300" y="2171700"/>
          <p14:tracePt t="190058" x="2139950" y="2171700"/>
          <p14:tracePt t="190074" x="1873250" y="2171700"/>
          <p14:tracePt t="190091" x="1619250" y="2139950"/>
          <p14:tracePt t="190107" x="1504950" y="2114550"/>
          <p14:tracePt t="190125" x="1308100" y="2063750"/>
          <p14:tracePt t="190141" x="1174750" y="2025650"/>
          <p14:tracePt t="190158" x="1123950" y="2019300"/>
          <p14:tracePt t="190175" x="1041400" y="2000250"/>
          <p14:tracePt t="190191" x="996950" y="1993900"/>
          <p14:tracePt t="190207" x="990600" y="1993900"/>
          <p14:tracePt t="190224" x="971550" y="1993900"/>
          <p14:tracePt t="190257" x="958850" y="1993900"/>
          <p14:tracePt t="190274" x="952500" y="1993900"/>
          <p14:tracePt t="190290" x="946150" y="1993900"/>
          <p14:tracePt t="190308" x="939800" y="2000250"/>
          <p14:tracePt t="190364" x="939800" y="2006600"/>
          <p14:tracePt t="190399" x="946150" y="2006600"/>
          <p14:tracePt t="190421" x="952500" y="2006600"/>
          <p14:tracePt t="190435" x="958850" y="2006600"/>
          <p14:tracePt t="190442" x="965200" y="2006600"/>
          <p14:tracePt t="190477" x="971550" y="2006600"/>
          <p14:tracePt t="190491" x="977900" y="2006600"/>
          <p14:tracePt t="190512" x="990600" y="2006600"/>
          <p14:tracePt t="190533" x="1003300" y="2006600"/>
          <p14:tracePt t="190541" x="1009650" y="2006600"/>
          <p14:tracePt t="190554" x="1022350" y="2006600"/>
          <p14:tracePt t="190561" x="1041400" y="2006600"/>
          <p14:tracePt t="190576" x="1060450" y="2006600"/>
          <p14:tracePt t="190589" x="1098550" y="2019300"/>
          <p14:tracePt t="190606" x="1168400" y="2025650"/>
          <p14:tracePt t="190622" x="1206500" y="2025650"/>
          <p14:tracePt t="190639" x="1282700" y="2025650"/>
          <p14:tracePt t="190656" x="1333500" y="2025650"/>
          <p14:tracePt t="190672" x="1352550" y="2025650"/>
          <p14:tracePt t="190689" x="1384300" y="2025650"/>
          <p14:tracePt t="190705" x="1397000" y="2025650"/>
          <p14:tracePt t="190723" x="1403350" y="2025650"/>
          <p14:tracePt t="191018" x="1409700" y="2025650"/>
          <p14:tracePt t="191032" x="1416050" y="2025650"/>
          <p14:tracePt t="191045" x="1422400" y="2025650"/>
          <p14:tracePt t="191067" x="1435100" y="2025650"/>
          <p14:tracePt t="191075" x="1454150" y="2032000"/>
          <p14:tracePt t="191090" x="1479550" y="2032000"/>
          <p14:tracePt t="191104" x="1581150" y="2051050"/>
          <p14:tracePt t="191121" x="1657350" y="2051050"/>
          <p14:tracePt t="191138" x="1847850" y="2070100"/>
          <p14:tracePt t="191154" x="1936750" y="2076450"/>
          <p14:tracePt t="191171" x="2120900" y="2089150"/>
          <p14:tracePt t="191187" x="2260600" y="2101850"/>
          <p14:tracePt t="191204" x="2311400" y="2101850"/>
          <p14:tracePt t="191221" x="2381250" y="2108200"/>
          <p14:tracePt t="191237" x="2413000" y="2108200"/>
          <p14:tracePt t="191253" x="2419350" y="2114550"/>
          <p14:tracePt t="191271" x="2425700" y="2114550"/>
          <p14:tracePt t="191286" x="2432050" y="2114550"/>
          <p14:tracePt t="191320" x="2438400" y="2114550"/>
          <p14:tracePt t="191356" x="2444750" y="2114550"/>
          <p14:tracePt t="191371" x="2451100" y="2114550"/>
          <p14:tracePt t="191377" x="2463800" y="2120900"/>
          <p14:tracePt t="191386" x="2470150" y="2120900"/>
          <p14:tracePt t="191403" x="2482850" y="2120900"/>
          <p14:tracePt t="191420" x="2514600" y="2120900"/>
          <p14:tracePt t="191436" x="2533650" y="2120900"/>
          <p14:tracePt t="191454" x="2628900" y="2127250"/>
          <p14:tracePt t="191469" x="2673350" y="2127250"/>
          <p14:tracePt t="191486" x="2711450" y="2127250"/>
          <p14:tracePt t="191503" x="2800350" y="2127250"/>
          <p14:tracePt t="191519" x="2857500" y="2127250"/>
          <p14:tracePt t="191536" x="2889250" y="2133600"/>
          <p14:tracePt t="191553" x="2927350" y="2139950"/>
          <p14:tracePt t="191569" x="2952750" y="2146300"/>
          <p14:tracePt t="191586" x="2965450" y="2146300"/>
          <p14:tracePt t="191602" x="2978150" y="2152650"/>
          <p14:tracePt t="191619" x="2990850" y="2152650"/>
          <p14:tracePt t="191635" x="3003550" y="2152650"/>
          <p14:tracePt t="191652" x="3041650" y="2146300"/>
          <p14:tracePt t="191669" x="3067050" y="2133600"/>
          <p14:tracePt t="191686" x="3105150" y="2120900"/>
          <p14:tracePt t="191702" x="3130550" y="2114550"/>
          <p14:tracePt t="191719" x="3175000" y="2095500"/>
          <p14:tracePt t="191736" x="3219450" y="2082800"/>
          <p14:tracePt t="191752" x="3238500" y="2076450"/>
          <p14:tracePt t="191768" x="3251200" y="2070100"/>
          <p14:tracePt t="191785" x="3263900" y="2070100"/>
          <p14:tracePt t="191801" x="3270250" y="2063750"/>
          <p14:tracePt t="192100" x="3270250" y="2070100"/>
          <p14:tracePt t="192199" x="3263900" y="2076450"/>
          <p14:tracePt t="192241" x="3257550" y="2082800"/>
          <p14:tracePt t="192269" x="3251200" y="2082800"/>
          <p14:tracePt t="192318" x="3244850" y="2082800"/>
          <p14:tracePt t="192530" x="3308350" y="2076450"/>
          <p14:tracePt t="192544" x="3409950" y="2070100"/>
          <p14:tracePt t="192552" x="3536950" y="2044700"/>
          <p14:tracePt t="192566" x="3721100" y="2012950"/>
          <p14:tracePt t="192583" x="4114800" y="1943100"/>
          <p14:tracePt t="192600" x="4432300" y="1898650"/>
          <p14:tracePt t="192997" x="4521200" y="1917700"/>
          <p14:tracePt t="193003" x="4679950" y="1981200"/>
          <p14:tracePt t="193014" x="4864100" y="2044700"/>
          <p14:tracePt t="193032" x="5238750" y="2178050"/>
          <p14:tracePt t="193048" x="5448300" y="2247900"/>
          <p14:tracePt t="193064" x="5600700" y="2286000"/>
          <p14:tracePt t="193081" x="5949950" y="2368550"/>
          <p14:tracePt t="193097" x="6045200" y="2400300"/>
          <p14:tracePt t="193114" x="6096000" y="2413000"/>
          <p14:tracePt t="193131" x="6191250" y="2438400"/>
          <p14:tracePt t="193147" x="6235700" y="2444750"/>
          <p14:tracePt t="193164" x="6248400" y="2451100"/>
          <p14:tracePt t="193180" x="6261100" y="2451100"/>
          <p14:tracePt t="193243" x="6261100" y="2457450"/>
          <p14:tracePt t="193334" x="6261100" y="2463800"/>
          <p14:tracePt t="193348" x="6280150" y="2470150"/>
          <p14:tracePt t="193364" x="6292850" y="2470150"/>
          <p14:tracePt t="193369" x="6299200" y="2476500"/>
          <p14:tracePt t="193941" x="6324600" y="2476500"/>
          <p14:tracePt t="193947" x="6369050" y="2470150"/>
          <p14:tracePt t="193961" x="6432550" y="2463800"/>
          <p14:tracePt t="193977" x="6584950" y="2438400"/>
          <p14:tracePt t="193994" x="6667500" y="2419350"/>
          <p14:tracePt t="194011" x="6813550" y="2393950"/>
          <p14:tracePt t="194027" x="6908800" y="2368550"/>
          <p14:tracePt t="194044" x="6934200" y="2355850"/>
          <p14:tracePt t="194060" x="6972300" y="2349500"/>
          <p14:tracePt t="194094" x="6978650" y="2349500"/>
          <p14:tracePt t="194110" x="6978650" y="2336800"/>
          <p14:tracePt t="194144" x="6978650" y="2324100"/>
          <p14:tracePt t="194160" x="6978650" y="2311400"/>
          <p14:tracePt t="194229" x="6978650" y="2305050"/>
          <p14:tracePt t="194306" x="6985000" y="2305050"/>
          <p14:tracePt t="194342" x="6991350" y="2305050"/>
          <p14:tracePt t="194348" x="6997700" y="2305050"/>
          <p14:tracePt t="194378" x="7004050" y="2305050"/>
          <p14:tracePt t="194398" x="7016750" y="2305050"/>
          <p14:tracePt t="194433" x="7023100" y="2305050"/>
          <p14:tracePt t="194440" x="7029450" y="2298700"/>
          <p14:tracePt t="194461" x="7035800" y="2298700"/>
          <p14:tracePt t="194468" x="7042150" y="2298700"/>
          <p14:tracePt t="194489" x="7048500" y="2292350"/>
          <p14:tracePt t="194511" x="7054850" y="2286000"/>
          <p14:tracePt t="194559" x="7061200" y="2279650"/>
          <p14:tracePt t="194580" x="7067550" y="2279650"/>
          <p14:tracePt t="194587" x="7073900" y="2279650"/>
          <p14:tracePt t="194610" x="7073900" y="2273300"/>
          <p14:tracePt t="194644" x="7080250" y="2273300"/>
          <p14:tracePt t="194650" x="7086600" y="2273300"/>
          <p14:tracePt t="194672" x="7092950" y="2273300"/>
          <p14:tracePt t="194840" x="7092950" y="2279650"/>
          <p14:tracePt t="194911" x="7086600" y="2279650"/>
          <p14:tracePt t="194939" x="7080250" y="2279650"/>
          <p14:tracePt t="194981" x="7067550" y="2279650"/>
          <p14:tracePt t="195002" x="7061200" y="2273300"/>
          <p14:tracePt t="195009" x="7054850" y="2273300"/>
          <p14:tracePt t="195030" x="7048500" y="2273300"/>
          <p14:tracePt t="195051" x="7035800" y="2273300"/>
          <p14:tracePt t="195065" x="7029450" y="2273300"/>
          <p14:tracePt t="195072" x="7016750" y="2266950"/>
          <p14:tracePt t="195079" x="6997700" y="2266950"/>
          <p14:tracePt t="195094" x="6985000" y="2260600"/>
          <p14:tracePt t="195107" x="6972300" y="2260600"/>
          <p14:tracePt t="195124" x="6940550" y="2254250"/>
          <p14:tracePt t="195140" x="6927850" y="2241550"/>
          <p14:tracePt t="195157" x="6902450" y="2235200"/>
          <p14:tracePt t="195173" x="6889750" y="2235200"/>
          <p14:tracePt t="195192" x="6877050" y="2235200"/>
          <p14:tracePt t="195283" x="6877050" y="2241550"/>
          <p14:tracePt t="195304" x="6877050" y="2247900"/>
          <p14:tracePt t="195332" x="6877050" y="2254250"/>
          <p14:tracePt t="195353" x="6877050" y="2260600"/>
          <p14:tracePt t="195360" x="6877050" y="2266950"/>
          <p14:tracePt t="195376" x="6883400" y="2266950"/>
          <p14:tracePt t="195390" x="6889750" y="2266950"/>
          <p14:tracePt t="195417" x="6889750" y="2273300"/>
          <p14:tracePt t="195425" x="6896100" y="2273300"/>
          <p14:tracePt t="195439" x="6896100" y="2279650"/>
          <p14:tracePt t="195456" x="6902450" y="2279650"/>
          <p14:tracePt t="195475" x="6902450" y="2286000"/>
          <p14:tracePt t="195494" x="6915150" y="2292350"/>
          <p14:tracePt t="195523" x="6921500" y="2298700"/>
          <p14:tracePt t="195543" x="6927850" y="2305050"/>
          <p14:tracePt t="195557" x="6934200" y="2305050"/>
          <p14:tracePt t="195564" x="6934200" y="2311400"/>
          <p14:tracePt t="195572" x="6940550" y="2311400"/>
          <p14:tracePt t="195592" x="6946900" y="2311400"/>
          <p14:tracePt t="195613" x="6946900" y="2317750"/>
          <p14:tracePt t="195634" x="6953250" y="2324100"/>
          <p14:tracePt t="195663" x="6959600" y="2330450"/>
          <p14:tracePt t="195684" x="6965950" y="2336800"/>
          <p14:tracePt t="195712" x="6972300" y="2343150"/>
          <p14:tracePt t="195733" x="6978650" y="2343150"/>
          <p14:tracePt t="195754" x="6978650" y="2349500"/>
          <p14:tracePt t="195768" x="6985000" y="2355850"/>
          <p14:tracePt t="195782" x="6985000" y="2362200"/>
          <p14:tracePt t="195796" x="6991350" y="2368550"/>
          <p14:tracePt t="195817" x="6991350" y="2374900"/>
          <p14:tracePt t="195825" x="7004050" y="2381250"/>
          <p14:tracePt t="195841" x="7010400" y="2387600"/>
          <p14:tracePt t="195854" x="7023100" y="2400300"/>
          <p14:tracePt t="195871" x="7035800" y="2413000"/>
          <p14:tracePt t="195888" x="7061200" y="2432050"/>
          <p14:tracePt t="195904" x="7073900" y="2444750"/>
          <p14:tracePt t="195922" x="7099300" y="2476500"/>
          <p14:tracePt t="195937" x="7137400" y="2501900"/>
          <p14:tracePt t="195954" x="7156450" y="2508250"/>
          <p14:tracePt t="195971" x="7194550" y="2527300"/>
          <p14:tracePt t="195987" x="7219950" y="2546350"/>
          <p14:tracePt t="196004" x="7239000" y="2552700"/>
          <p14:tracePt t="196021" x="7264400" y="2559050"/>
          <p14:tracePt t="196037" x="7283450" y="2559050"/>
          <p14:tracePt t="196070" x="7296150" y="2565400"/>
          <p14:tracePt t="196087" x="7302500" y="2565400"/>
          <p14:tracePt t="196120" x="7308850" y="2571750"/>
          <p14:tracePt t="196136" x="7315200" y="2571750"/>
          <p14:tracePt t="196175" x="7321550" y="2571750"/>
          <p14:tracePt t="196238" x="7321550" y="2578100"/>
          <p14:tracePt t="196274" x="7321550" y="2584450"/>
          <p14:tracePt t="196309" x="7327900" y="2590800"/>
          <p14:tracePt t="196379" x="7334250" y="2590800"/>
          <p14:tracePt t="196450" x="7327900" y="2590800"/>
          <p14:tracePt t="196470" x="7321550" y="2590800"/>
          <p14:tracePt t="196478" x="7315200" y="2590800"/>
          <p14:tracePt t="196486" x="7302500" y="2590800"/>
          <p14:tracePt t="196501" x="7296150" y="2590800"/>
          <p14:tracePt t="196519" x="7283450" y="2590800"/>
          <p14:tracePt t="196535" x="7251700" y="2590800"/>
          <p14:tracePt t="196552" x="7181850" y="2584450"/>
          <p14:tracePt t="196569" x="7105650" y="2584450"/>
          <p14:tracePt t="196585" x="7054850" y="2584450"/>
          <p14:tracePt t="196602" x="6927850" y="2584450"/>
          <p14:tracePt t="196619" x="6794500" y="2584450"/>
          <p14:tracePt t="196635" x="6731000" y="2571750"/>
          <p14:tracePt t="196651" x="6673850" y="2565400"/>
          <p14:tracePt t="196668" x="6572250" y="2546350"/>
          <p14:tracePt t="196685" x="6527800" y="2527300"/>
          <p14:tracePt t="196702" x="6470650" y="2514600"/>
          <p14:tracePt t="196718" x="6445250" y="2508250"/>
          <p14:tracePt t="196735" x="6432550" y="2508250"/>
          <p14:tracePt t="196752" x="6426200" y="2508250"/>
          <p14:tracePt t="196768" x="6419850" y="2508250"/>
          <p14:tracePt t="196804" x="6413500" y="2508250"/>
          <p14:tracePt t="196829" x="6413500" y="2514600"/>
          <p14:tracePt t="196878" x="6426200" y="2520950"/>
          <p14:tracePt t="196900" x="6432550" y="2520950"/>
          <p14:tracePt t="196906" x="6438900" y="2520950"/>
          <p14:tracePt t="196942" x="6445250" y="2527300"/>
          <p14:tracePt t="196948" x="6451600" y="2527300"/>
          <p14:tracePt t="196970" x="6464300" y="2527300"/>
          <p14:tracePt t="196977" x="6470650" y="2527300"/>
          <p14:tracePt t="196991" x="6489700" y="2527300"/>
          <p14:tracePt t="197000" x="6508750" y="2527300"/>
          <p14:tracePt t="197017" x="6527800" y="2527300"/>
          <p14:tracePt t="197034" x="6597650" y="2533650"/>
          <p14:tracePt t="197050" x="6686550" y="2540000"/>
          <p14:tracePt t="197067" x="6737350" y="2540000"/>
          <p14:tracePt t="197083" x="6838950" y="2540000"/>
          <p14:tracePt t="197100" x="6902450" y="2540000"/>
          <p14:tracePt t="197117" x="7061200" y="2540000"/>
          <p14:tracePt t="197133" x="7099300" y="2540000"/>
          <p14:tracePt t="197150" x="7137400" y="2540000"/>
          <p14:tracePt t="197167" x="7188200" y="2540000"/>
          <p14:tracePt t="197183" x="7232650" y="2540000"/>
          <p14:tracePt t="197200" x="7239000" y="2540000"/>
          <p14:tracePt t="197216" x="7258050" y="2540000"/>
          <p14:tracePt t="197233" x="7270750" y="2540000"/>
          <p14:tracePt t="197250" x="7283450" y="2540000"/>
          <p14:tracePt t="197384" x="7277100" y="2546350"/>
          <p14:tracePt t="197398" x="7277100" y="2552700"/>
          <p14:tracePt t="197420" x="7277100" y="2559050"/>
          <p14:tracePt t="197441" x="7277100" y="2565400"/>
          <p14:tracePt t="197454" x="7283450" y="2565400"/>
          <p14:tracePt t="197469" x="7289800" y="2565400"/>
          <p14:tracePt t="197484" x="7296150" y="2571750"/>
          <p14:tracePt t="197490" x="7302500" y="2571750"/>
          <p14:tracePt t="197504" x="7315200" y="2571750"/>
          <p14:tracePt t="197515" x="7327900" y="2578100"/>
          <p14:tracePt t="197532" x="7378700" y="2578100"/>
          <p14:tracePt t="197548" x="7416800" y="2584450"/>
          <p14:tracePt t="197565" x="7556500" y="2584450"/>
          <p14:tracePt t="197581" x="7708900" y="2584450"/>
          <p14:tracePt t="197598" x="7797800" y="2584450"/>
          <p14:tracePt t="197616" x="7962900" y="2584450"/>
          <p14:tracePt t="197631" x="8089900" y="2584450"/>
          <p14:tracePt t="197648" x="8134350" y="2584450"/>
          <p14:tracePt t="197665" x="8191500" y="2584450"/>
          <p14:tracePt t="197681" x="8223250" y="2584450"/>
          <p14:tracePt t="197698" x="8229600" y="2584450"/>
          <p14:tracePt t="197715" x="8235950" y="2590800"/>
          <p14:tracePt t="197731" x="8242300" y="2590800"/>
          <p14:tracePt t="197747" x="8248650" y="2590800"/>
          <p14:tracePt t="197785" x="8255000" y="2597150"/>
          <p14:tracePt t="197911" x="8248650" y="2603500"/>
          <p14:tracePt t="197933" x="8242300" y="2603500"/>
          <p14:tracePt t="197948" x="8235950" y="2603500"/>
          <p14:tracePt t="197954" x="8229600" y="2609850"/>
          <p14:tracePt t="197975" x="8223250" y="2609850"/>
          <p14:tracePt t="197983" x="8210550" y="2609850"/>
          <p14:tracePt t="197997" x="8197850" y="2609850"/>
          <p14:tracePt t="198013" x="8178800" y="2609850"/>
          <p14:tracePt t="198031" x="8070850" y="2603500"/>
          <p14:tracePt t="198047" x="8007350" y="2603500"/>
          <p14:tracePt t="198063" x="7924800" y="2590800"/>
          <p14:tracePt t="198080" x="7772400" y="2584450"/>
          <p14:tracePt t="198096" x="7620000" y="2571750"/>
          <p14:tracePt t="198113" x="7556500" y="2571750"/>
          <p14:tracePt t="198130" x="7448550" y="2565400"/>
          <p14:tracePt t="198146" x="7391400" y="2565400"/>
          <p14:tracePt t="198163" x="7378700" y="2565400"/>
          <p14:tracePt t="198180" x="7359650" y="2565400"/>
          <p14:tracePt t="198242" x="7366000" y="2565400"/>
          <p14:tracePt t="198264" x="7372350" y="2565400"/>
          <p14:tracePt t="198277" x="7378700" y="2565400"/>
          <p14:tracePt t="198284" x="7385050" y="2565400"/>
          <p14:tracePt t="198304" x="7391400" y="2571750"/>
          <p14:tracePt t="198326" x="7397750" y="2571750"/>
          <p14:tracePt t="198347" x="7404100" y="2571750"/>
          <p14:tracePt t="198354" x="7410450" y="2571750"/>
          <p14:tracePt t="198383" x="7416800" y="2571750"/>
          <p14:tracePt t="198397" x="7423150" y="2571750"/>
          <p14:tracePt t="198425" x="7429500" y="2571750"/>
          <p14:tracePt t="198439" x="7435850" y="2571750"/>
          <p14:tracePt t="198448" x="7448550" y="2571750"/>
          <p14:tracePt t="198462" x="7461250" y="2571750"/>
          <p14:tracePt t="198478" x="7518400" y="2578100"/>
          <p14:tracePt t="198495" x="7594600" y="2578100"/>
          <p14:tracePt t="198512" x="7632700" y="2578100"/>
          <p14:tracePt t="198528" x="7740650" y="2590800"/>
          <p14:tracePt t="198545" x="7816850" y="2590800"/>
          <p14:tracePt t="198561" x="7861300" y="2597150"/>
          <p14:tracePt t="198579" x="7905750" y="2597150"/>
          <p14:tracePt t="198595" x="7943850" y="2603500"/>
          <p14:tracePt t="198612" x="7956550" y="2603500"/>
          <p14:tracePt t="198629" x="7962900" y="2609850"/>
          <p14:tracePt t="198661" x="7969250" y="2609850"/>
          <p14:tracePt t="198804" x="7962900" y="2609850"/>
          <p14:tracePt t="198825" x="7956550" y="2609850"/>
          <p14:tracePt t="198839" x="7950200" y="2609850"/>
          <p14:tracePt t="198847" x="7943850" y="2609850"/>
          <p14:tracePt t="198863" x="7937500" y="2609850"/>
          <p14:tracePt t="198877" x="7899400" y="2609850"/>
          <p14:tracePt t="198894" x="7867650" y="2603500"/>
          <p14:tracePt t="198898" x="7842250" y="2603500"/>
          <p14:tracePt t="198911" x="7791450" y="2597150"/>
          <p14:tracePt t="198927" x="7740650" y="2597150"/>
          <p14:tracePt t="198945" x="7569200" y="2584450"/>
          <p14:tracePt t="198960" x="7505700" y="2590800"/>
          <p14:tracePt t="198977" x="7454900" y="2590800"/>
          <p14:tracePt t="198994" x="7340600" y="2597150"/>
          <p14:tracePt t="199011" x="7245350" y="2609850"/>
          <p14:tracePt t="199027" x="7207250" y="2609850"/>
          <p14:tracePt t="199043" x="7150100" y="2609850"/>
          <p14:tracePt t="199060" x="7105650" y="2609850"/>
          <p14:tracePt t="199077" x="7086600" y="2603500"/>
          <p14:tracePt t="199093" x="7054850" y="2597150"/>
          <p14:tracePt t="199110" x="7035800" y="2597150"/>
          <p14:tracePt t="199128" x="7016750" y="2597150"/>
          <p14:tracePt t="199160" x="7010400" y="2597150"/>
          <p14:tracePt t="199177" x="6997700" y="2603500"/>
          <p14:tracePt t="199193" x="6985000" y="2609850"/>
          <p14:tracePt t="199210" x="6985000" y="2616200"/>
          <p14:tracePt t="199226" x="6959600" y="2622550"/>
          <p14:tracePt t="199243" x="6953250" y="2622550"/>
          <p14:tracePt t="199261" x="6946900" y="2622550"/>
          <p14:tracePt t="199276" x="6934200" y="2628900"/>
          <p14:tracePt t="199292" x="6915150" y="2628900"/>
          <p14:tracePt t="199325" x="6908800" y="2628900"/>
          <p14:tracePt t="199343" x="6902450" y="2628900"/>
          <p14:tracePt t="199366" x="6896100" y="2628900"/>
          <p14:tracePt t="199451" x="6902450" y="2628900"/>
          <p14:tracePt t="199465" x="6908800" y="2628900"/>
          <p14:tracePt t="203081" x="6902450" y="2628900"/>
          <p14:tracePt t="203095" x="6889750" y="2622550"/>
          <p14:tracePt t="203102" x="6858000" y="2609850"/>
          <p14:tracePt t="203117" x="6813550" y="2590800"/>
          <p14:tracePt t="203130" x="6762750" y="2584450"/>
          <p14:tracePt t="203146" x="6604000" y="2565400"/>
          <p14:tracePt t="203162" x="6515100" y="2546350"/>
          <p14:tracePt t="203180" x="6311900" y="2527300"/>
          <p14:tracePt t="203196" x="6083300" y="2514600"/>
          <p14:tracePt t="203213" x="5956300" y="2514600"/>
          <p14:tracePt t="203229" x="5676900" y="2489200"/>
          <p14:tracePt t="203245" x="5410200" y="2470150"/>
          <p14:tracePt t="203262" x="5276850" y="2438400"/>
          <p14:tracePt t="203279" x="5048250" y="2362200"/>
          <p14:tracePt t="203295" x="4864100" y="2292350"/>
          <p14:tracePt t="203314" x="4724400" y="2235200"/>
          <p14:tracePt t="203328" x="4679950" y="2209800"/>
          <p14:tracePt t="203345" x="4635500" y="2178050"/>
          <p14:tracePt t="203362" x="4559300" y="2139950"/>
          <p14:tracePt t="203378" x="4464050" y="2114550"/>
          <p14:tracePt t="203395" x="4406900" y="2095500"/>
          <p14:tracePt t="203412" x="4311650" y="2057400"/>
          <p14:tracePt t="203428" x="4229100" y="2032000"/>
          <p14:tracePt t="203444" x="4184650" y="2025650"/>
          <p14:tracePt t="203462" x="4064000" y="1987550"/>
          <p14:tracePt t="203478" x="3930650" y="1936750"/>
          <p14:tracePt t="203495" x="3835400" y="1905000"/>
          <p14:tracePt t="203498" x="3727450" y="1854200"/>
          <p14:tracePt t="203511" x="3625850" y="1803400"/>
          <p14:tracePt t="203528" x="3435350" y="1663700"/>
          <p14:tracePt t="203545" x="3270250" y="1574800"/>
          <p14:tracePt t="203561" x="3187700" y="1524000"/>
          <p14:tracePt t="203578" x="3054350" y="1473200"/>
          <p14:tracePt t="203595" x="2914650" y="1441450"/>
          <p14:tracePt t="203611" x="2844800" y="1441450"/>
          <p14:tracePt t="203628" x="2781300" y="1447800"/>
          <p14:tracePt t="203644" x="2609850" y="1466850"/>
          <p14:tracePt t="203661" x="2571750" y="1473200"/>
          <p14:tracePt t="203678" x="2508250" y="1498600"/>
          <p14:tracePt t="203694" x="2457450" y="1536700"/>
          <p14:tracePt t="203710" x="2425700" y="1549400"/>
          <p14:tracePt t="203728" x="2406650" y="1574800"/>
          <p14:tracePt t="204398" x="2400300" y="1574800"/>
          <p14:tracePt t="204412" x="2387600" y="1568450"/>
          <p14:tracePt t="204419" x="2381250" y="1562100"/>
          <p14:tracePt t="204428" x="2381250" y="1555750"/>
          <p14:tracePt t="204442" x="2368550" y="1549400"/>
          <p14:tracePt t="204458" x="2368550" y="1543050"/>
          <p14:tracePt t="204475" x="2355850" y="1517650"/>
          <p14:tracePt t="204491" x="2343150" y="1492250"/>
          <p14:tracePt t="204508" x="2336800" y="1479550"/>
          <p14:tracePt t="204511" x="2330450" y="1466850"/>
          <p14:tracePt t="204525" x="2324100" y="1454150"/>
          <p14:tracePt t="204541" x="2317750" y="1441450"/>
          <p14:tracePt t="204558" x="2311400" y="1441450"/>
          <p14:tracePt t="204574" x="2305050" y="1428750"/>
          <p14:tracePt t="204590" x="2298700" y="1422400"/>
          <p14:tracePt t="204623" x="2292350" y="1416050"/>
          <p14:tracePt t="204637" x="2286000" y="1416050"/>
          <p14:tracePt t="204693" x="2279650" y="1416050"/>
          <p14:tracePt t="204700" x="2273300" y="1416050"/>
          <p14:tracePt t="204721" x="2266950" y="1416050"/>
          <p14:tracePt t="204742" x="2260600" y="1416050"/>
          <p14:tracePt t="204750" x="2254250" y="1409700"/>
          <p14:tracePt t="204771" x="2247900" y="1409700"/>
          <p14:tracePt t="204799" x="2241550" y="1409700"/>
          <p14:tracePt t="204813" x="2235200" y="1409700"/>
          <p14:tracePt t="204820" x="2235200" y="1403350"/>
          <p14:tracePt t="204834" x="2228850" y="1403350"/>
          <p14:tracePt t="204843" x="2222500" y="1403350"/>
          <p14:tracePt t="204856" x="2216150" y="1403350"/>
          <p14:tracePt t="204873" x="2209800" y="1384300"/>
          <p14:tracePt t="204890" x="2184400" y="1358900"/>
          <p14:tracePt t="204906" x="2178050" y="1346200"/>
          <p14:tracePt t="204923" x="2146300" y="1301750"/>
          <p14:tracePt t="204939" x="2114550" y="1257300"/>
          <p14:tracePt t="204956" x="2108200" y="1238250"/>
          <p14:tracePt t="204973" x="2095500" y="1219200"/>
          <p14:tracePt t="204990" x="2076450" y="1155700"/>
          <p14:tracePt t="205006" x="2076450" y="1123950"/>
          <p14:tracePt t="205024" x="2070100" y="1092200"/>
          <p14:tracePt t="205039" x="2070100" y="1079500"/>
          <p14:tracePt t="205056" x="2070100" y="1066800"/>
          <p14:tracePt t="205073" x="2070100" y="1054100"/>
          <p14:tracePt t="205109" x="2076450" y="1047750"/>
          <p14:tracePt t="205185" x="2082800" y="1047750"/>
          <p14:tracePt t="205199" x="2089150" y="1047750"/>
          <p14:tracePt t="205220" x="2089150" y="1054100"/>
          <p14:tracePt t="205241" x="2095500" y="1054100"/>
          <p14:tracePt t="205262" x="2101850" y="1066800"/>
          <p14:tracePt t="205283" x="2101850" y="1073150"/>
          <p14:tracePt t="205290" x="2108200" y="1079500"/>
          <p14:tracePt t="205306" x="2114550" y="1085850"/>
          <p14:tracePt t="205311" x="2120900" y="1098550"/>
          <p14:tracePt t="205326" x="2127250" y="1111250"/>
          <p14:tracePt t="205338" x="2139950" y="1130300"/>
          <p14:tracePt t="205355" x="2178050" y="1181100"/>
          <p14:tracePt t="205371" x="2190750" y="1212850"/>
          <p14:tracePt t="205388" x="2235200" y="1301750"/>
          <p14:tracePt t="205405" x="2279650" y="1403350"/>
          <p14:tracePt t="205421" x="2305050" y="1447800"/>
          <p14:tracePt t="205438" x="2355850" y="1543050"/>
          <p14:tracePt t="205454" x="2406650" y="1644650"/>
          <p14:tracePt t="205471" x="2432050" y="1689100"/>
          <p14:tracePt t="205488" x="2482850" y="1765300"/>
          <p14:tracePt t="205504" x="2540000" y="1854200"/>
          <p14:tracePt t="205523" x="2584450" y="1930400"/>
          <p14:tracePt t="205538" x="2616200" y="1955800"/>
          <p14:tracePt t="205554" x="2647950" y="1993900"/>
          <p14:tracePt t="205571" x="2686050" y="2012950"/>
          <p14:tracePt t="205587" x="2705100" y="2012950"/>
          <p14:tracePt t="205604" x="2749550" y="2051050"/>
          <p14:tracePt t="205621" x="2806700" y="2101850"/>
          <p14:tracePt t="205637" x="2813050" y="2120900"/>
          <p14:tracePt t="207861" x="2870200" y="2120900"/>
          <p14:tracePt t="207875" x="2921000" y="2120900"/>
          <p14:tracePt t="207882" x="3009900" y="2120900"/>
          <p14:tracePt t="207898" x="3098800" y="2120900"/>
          <p14:tracePt t="207912" x="3378200" y="2120900"/>
          <p14:tracePt t="207929" x="3517900" y="2133600"/>
          <p14:tracePt t="207946" x="3848100" y="2178050"/>
          <p14:tracePt t="207962" x="4038600" y="2190750"/>
          <p14:tracePt t="207980" x="4603750" y="2203450"/>
          <p14:tracePt t="207996" x="4787900" y="2203450"/>
          <p14:tracePt t="208012" x="4953000" y="2197100"/>
          <p14:tracePt t="208029" x="5283200" y="2184400"/>
          <p14:tracePt t="208045" x="5524500" y="2171700"/>
          <p14:tracePt t="208062" x="5645150" y="2171700"/>
          <p14:tracePt t="208065" x="5746750" y="2165350"/>
          <p14:tracePt t="208079" x="5829300" y="2152650"/>
          <p14:tracePt t="208095" x="5943600" y="2146300"/>
          <p14:tracePt t="208112" x="5975350" y="2146300"/>
          <p14:tracePt t="208129" x="6019800" y="2146300"/>
          <p14:tracePt t="208145" x="6045200" y="2152650"/>
          <p14:tracePt t="208162" x="6057900" y="2171700"/>
          <p14:tracePt t="208178" x="6057900" y="2178050"/>
          <p14:tracePt t="208195" x="6057900" y="2184400"/>
          <p14:tracePt t="208212" x="6057900" y="2190750"/>
          <p14:tracePt t="208244" x="6064250" y="2197100"/>
          <p14:tracePt t="208264" x="6070600" y="2203450"/>
          <p14:tracePt t="208278" x="6076950" y="2203450"/>
          <p14:tracePt t="208294" x="6102350" y="2216150"/>
          <p14:tracePt t="208311" x="6121400" y="2222500"/>
          <p14:tracePt t="208328" x="6191250" y="2247900"/>
          <p14:tracePt t="208346" x="6299200" y="2254250"/>
          <p14:tracePt t="208361" x="6362700" y="2254250"/>
          <p14:tracePt t="208378" x="6457950" y="2266950"/>
          <p14:tracePt t="208395" x="6546850" y="2266950"/>
          <p14:tracePt t="208411" x="6565900" y="2260600"/>
          <p14:tracePt t="208427" x="6597650" y="2260600"/>
          <p14:tracePt t="208444" x="6623050" y="2266950"/>
          <p14:tracePt t="208461" x="6629400" y="2266950"/>
          <p14:tracePt t="208477" x="6648450" y="2273300"/>
          <p14:tracePt t="209270" x="6661150" y="2273300"/>
          <p14:tracePt t="209276" x="6673850" y="2279650"/>
          <p14:tracePt t="209290" x="6686550" y="2286000"/>
          <p14:tracePt t="209298" x="6692900" y="2286000"/>
          <p14:tracePt t="209312" x="6705600" y="2292350"/>
          <p14:tracePt t="209325" x="6718300" y="2298700"/>
          <p14:tracePt t="209341" x="6743700" y="2311400"/>
          <p14:tracePt t="209358" x="6756400" y="2311400"/>
          <p14:tracePt t="209375" x="6788150" y="2317750"/>
          <p14:tracePt t="209391" x="6813550" y="2317750"/>
          <p14:tracePt t="209407" x="6832600" y="2317750"/>
          <p14:tracePt t="209424" x="6858000" y="2317750"/>
          <p14:tracePt t="209441" x="6883400" y="2317750"/>
          <p14:tracePt t="209457" x="6896100" y="2317750"/>
          <p14:tracePt t="209474" x="6921500" y="2317750"/>
          <p14:tracePt t="209490" x="6934200" y="2317750"/>
          <p14:tracePt t="209508" x="6959600" y="2317750"/>
          <p14:tracePt t="209524" x="6972300" y="2324100"/>
          <p14:tracePt t="209540" x="6991350" y="2324100"/>
          <p14:tracePt t="209558" x="7004050" y="2324100"/>
          <p14:tracePt t="209590" x="7010400" y="2324100"/>
          <p14:tracePt t="209607" x="7023100" y="2324100"/>
          <p14:tracePt t="209643" x="7029450" y="2324100"/>
          <p14:tracePt t="209669" x="7035800" y="2324100"/>
          <p14:tracePt t="209677" x="7035800" y="2330450"/>
          <p14:tracePt t="209693" x="7042150" y="2330450"/>
          <p14:tracePt t="217419" x="7035800" y="2330450"/>
          <p14:tracePt t="217425" x="6985000" y="2305050"/>
          <p14:tracePt t="217433" x="6921500" y="2266950"/>
          <p14:tracePt t="217447" x="6769100" y="2184400"/>
          <p14:tracePt t="217463" x="6578600" y="2082800"/>
          <p14:tracePt t="217479" x="6343650" y="1987550"/>
          <p14:tracePt t="217496" x="5937250" y="1835150"/>
          <p14:tracePt t="217513" x="5588000" y="1708150"/>
          <p14:tracePt t="217529" x="5251450" y="1619250"/>
          <p14:tracePt t="217546" x="4718050" y="1492250"/>
          <p14:tracePt t="217563" x="4324350" y="1371600"/>
          <p14:tracePt t="217580" x="4057650" y="1295400"/>
          <p14:tracePt t="217596" x="3638550" y="1212850"/>
          <p14:tracePt t="217612" x="3454400" y="1193800"/>
          <p14:tracePt t="217630" x="3308350" y="1143000"/>
          <p14:tracePt t="217646" x="3124200" y="1098550"/>
          <p14:tracePt t="217662" x="3054350" y="1047750"/>
          <p14:tracePt t="217679" x="2984500" y="1016000"/>
          <p14:tracePt t="217695" x="2965450" y="1003300"/>
          <p14:tracePt t="217712" x="2946400" y="1003300"/>
          <p14:tracePt t="217729" x="2921000" y="996950"/>
          <p14:tracePt t="217745" x="2914650" y="996950"/>
          <p14:tracePt t="217762" x="2895600" y="990600"/>
          <p14:tracePt t="217779" x="2857500" y="984250"/>
          <p14:tracePt t="217795" x="2832100" y="977900"/>
          <p14:tracePt t="217812" x="2787650" y="990600"/>
          <p14:tracePt t="217828" x="2755900" y="990600"/>
          <p14:tracePt t="217845" x="2724150" y="1003300"/>
          <p14:tracePt t="217862" x="2667000" y="1022350"/>
          <p14:tracePt t="217878" x="2622550" y="1047750"/>
          <p14:tracePt t="217895" x="2590800" y="1073150"/>
          <p14:tracePt t="217912" x="2533650" y="1098550"/>
          <p14:tracePt t="217928" x="2508250" y="1123950"/>
          <p14:tracePt t="217945" x="2482850" y="1143000"/>
          <p14:tracePt t="217961" x="2451100" y="1155700"/>
          <p14:tracePt t="217978" x="2432050" y="1168400"/>
          <p14:tracePt t="217995" x="2419350" y="1168400"/>
          <p14:tracePt t="218011" x="2413000" y="1168400"/>
          <p14:tracePt t="218028" x="2406650" y="1168400"/>
          <p14:tracePt t="218045" x="2387600" y="1168400"/>
          <p14:tracePt t="218061" x="2381250" y="1162050"/>
          <p14:tracePt t="218077" x="2368550" y="1155700"/>
          <p14:tracePt t="218094" x="2362200" y="1155700"/>
          <p14:tracePt t="218111" x="2362200" y="1149350"/>
          <p14:tracePt t="218127" x="2355850" y="1149350"/>
          <p14:tracePt t="218171" x="2355850" y="1143000"/>
          <p14:tracePt t="218206" x="2355850" y="1136650"/>
          <p14:tracePt t="218277" x="2362200" y="1136650"/>
          <p14:tracePt t="218283" x="2368550" y="1143000"/>
          <p14:tracePt t="218298" x="2374900" y="1143000"/>
          <p14:tracePt t="218310" x="2374900" y="1149350"/>
          <p14:tracePt t="218326" x="2393950" y="1155700"/>
          <p14:tracePt t="218343" x="2419350" y="1155700"/>
          <p14:tracePt t="218361" x="2501900" y="1187450"/>
          <p14:tracePt t="218376" x="2597150" y="1206500"/>
          <p14:tracePt t="218393" x="2724150" y="1225550"/>
          <p14:tracePt t="218410" x="2940050" y="1263650"/>
          <p14:tracePt t="218426" x="3054350" y="1282700"/>
          <p14:tracePt t="218443" x="3136900" y="1295400"/>
          <p14:tracePt t="218460" x="3206750" y="1314450"/>
          <p14:tracePt t="218476" x="3225800" y="1320800"/>
          <p14:tracePt t="218509" x="3206750" y="1320800"/>
          <p14:tracePt t="218526" x="3168650" y="1320800"/>
          <p14:tracePt t="218543" x="3124200" y="1308100"/>
          <p14:tracePt t="218559" x="3028950" y="1301750"/>
          <p14:tracePt t="218576" x="2952750" y="1301750"/>
          <p14:tracePt t="218593" x="2794000" y="1301750"/>
          <p14:tracePt t="218609" x="2673350" y="1276350"/>
          <p14:tracePt t="218626" x="2552700" y="1244600"/>
          <p14:tracePt t="218643" x="2425700" y="1212850"/>
          <p14:tracePt t="218659" x="2362200" y="1212850"/>
          <p14:tracePt t="218675" x="2273300" y="1212850"/>
          <p14:tracePt t="218692" x="2165350" y="1212850"/>
          <p14:tracePt t="218709" x="2120900" y="1212850"/>
          <p14:tracePt t="218727" x="2044700" y="1231900"/>
          <p14:tracePt t="218742" x="2012950" y="1231900"/>
          <p14:tracePt t="218758" x="2000250" y="1231900"/>
          <p14:tracePt t="218776" x="1981200" y="1231900"/>
          <p14:tracePt t="218808" x="1981200" y="1244600"/>
          <p14:tracePt t="218828" x="1981200" y="1250950"/>
          <p14:tracePt t="218846" x="1987550" y="1257300"/>
          <p14:tracePt t="218862" x="1993900" y="1257300"/>
          <p14:tracePt t="218875" x="2006600" y="1263650"/>
          <p14:tracePt t="218891" x="2019300" y="1263650"/>
          <p14:tracePt t="218908" x="2038350" y="1270000"/>
          <p14:tracePt t="218925" x="2057400" y="1270000"/>
          <p14:tracePt t="218941" x="2070100" y="1270000"/>
          <p14:tracePt t="218959" x="2089150" y="1270000"/>
          <p14:tracePt t="218975" x="2101850" y="1270000"/>
          <p14:tracePt t="218991" x="2120900" y="1270000"/>
          <p14:tracePt t="219008" x="2171700" y="1276350"/>
          <p14:tracePt t="219024" x="2247900" y="1276350"/>
          <p14:tracePt t="219041" x="2330450" y="1282700"/>
          <p14:tracePt t="219057" x="2476500" y="1301750"/>
          <p14:tracePt t="219075" x="2584450" y="1308100"/>
          <p14:tracePt t="219092" x="2686050" y="1308100"/>
          <p14:tracePt t="219107" x="2724150" y="1308100"/>
          <p14:tracePt t="219124" x="2730500" y="1308100"/>
          <p14:tracePt t="219141" x="2736850" y="1308100"/>
          <p14:tracePt t="219211" x="2730500" y="1308100"/>
          <p14:tracePt t="219316" x="2730500" y="1314450"/>
          <p14:tracePt t="219338" x="2736850" y="1320800"/>
          <p14:tracePt t="219352" x="2743200" y="1320800"/>
          <p14:tracePt t="219360" x="2749550" y="1327150"/>
          <p14:tracePt t="219374" x="2762250" y="1327150"/>
          <p14:tracePt t="219390" x="2794000" y="1346200"/>
          <p14:tracePt t="219406" x="2838450" y="1365250"/>
          <p14:tracePt t="219423" x="2933700" y="1416050"/>
          <p14:tracePt t="219440" x="3124200" y="1492250"/>
          <p14:tracePt t="219457" x="3225800" y="1530350"/>
          <p14:tracePt t="219473" x="3448050" y="1619250"/>
          <p14:tracePt t="219489" x="3581400" y="1663700"/>
          <p14:tracePt t="219507" x="3956050" y="1765300"/>
          <p14:tracePt t="219522" x="4070350" y="1790700"/>
          <p14:tracePt t="219539" x="4159250" y="1809750"/>
          <p14:tracePt t="219556" x="4305300" y="1835150"/>
          <p14:tracePt t="219573" x="4375150" y="1847850"/>
          <p14:tracePt t="219589" x="4400550" y="1847850"/>
          <p14:tracePt t="219606" x="4438650" y="1847850"/>
          <p14:tracePt t="219622" x="4457700" y="1854200"/>
          <p14:tracePt t="219639" x="4464050" y="1854200"/>
          <p14:tracePt t="219655" x="4502150" y="1860550"/>
          <p14:tracePt t="219672" x="4591050" y="1885950"/>
          <p14:tracePt t="219690" x="4724400" y="1911350"/>
          <p14:tracePt t="219705" x="4806950" y="1943100"/>
          <p14:tracePt t="219722" x="4978400" y="2025650"/>
          <p14:tracePt t="219739" x="5143500" y="2095500"/>
          <p14:tracePt t="219755" x="5219700" y="2139950"/>
          <p14:tracePt t="219771" x="5289550" y="2159000"/>
          <p14:tracePt t="219789" x="5416550" y="2216150"/>
          <p14:tracePt t="219805" x="5441950" y="2222500"/>
          <p14:tracePt t="219821" x="5467350" y="2247900"/>
          <p14:tracePt t="219838" x="5486400" y="2247900"/>
          <p14:tracePt t="219855" x="5486400" y="2254250"/>
          <p14:tracePt t="219872" x="5492750" y="2254250"/>
          <p14:tracePt t="219888" x="5511800" y="2260600"/>
          <p14:tracePt t="223707" x="5480050" y="2324100"/>
          <p14:tracePt t="223713" x="5429250" y="2419350"/>
          <p14:tracePt t="223728" x="5346700" y="2540000"/>
          <p14:tracePt t="223741" x="5238750" y="2717800"/>
          <p14:tracePt t="223758" x="4997450" y="3105150"/>
          <p14:tracePt t="223775" x="4902200" y="3282950"/>
          <p14:tracePt t="223791" x="4692650" y="3594100"/>
          <p14:tracePt t="223808" x="4527550" y="3848100"/>
          <p14:tracePt t="223825" x="4343400" y="4083050"/>
          <p14:tracePt t="223841" x="4254500" y="4178300"/>
          <p14:tracePt t="223857" x="4102100" y="4349750"/>
          <p14:tracePt t="223876" x="3987800" y="4514850"/>
          <p14:tracePt t="223891" x="3949700" y="4578350"/>
          <p14:tracePt t="223907" x="3879850" y="4705350"/>
          <p14:tracePt t="223924" x="3816350" y="4819650"/>
          <p14:tracePt t="223941" x="3778250" y="4864100"/>
          <p14:tracePt t="223957" x="3740150" y="4902200"/>
          <p14:tracePt t="223974" x="3632200" y="4978400"/>
          <p14:tracePt t="223990" x="3600450" y="4991100"/>
          <p14:tracePt t="224008" x="3556000" y="5010150"/>
          <p14:tracePt t="224024" x="3492500" y="5041900"/>
          <p14:tracePt t="224040" x="3441700" y="5060950"/>
          <p14:tracePt t="224058" x="3365500" y="5111750"/>
          <p14:tracePt t="224073" x="3333750" y="5137150"/>
          <p14:tracePt t="224091" x="3257550" y="5181600"/>
          <p14:tracePt t="224107" x="3168650" y="5232400"/>
          <p14:tracePt t="224123" x="3124200" y="5264150"/>
          <p14:tracePt t="224140" x="3022600" y="5327650"/>
          <p14:tracePt t="224157" x="2921000" y="5403850"/>
          <p14:tracePt t="224173" x="2863850" y="5441950"/>
          <p14:tracePt t="224190" x="2768600" y="5505450"/>
          <p14:tracePt t="224206" x="2724150" y="5568950"/>
          <p14:tracePt t="224223" x="2698750" y="5588000"/>
          <p14:tracePt t="224240" x="2660650" y="5632450"/>
          <p14:tracePt t="224256" x="2628900" y="5676900"/>
          <p14:tracePt t="224273" x="2616200" y="5689600"/>
          <p14:tracePt t="224290" x="2590800" y="5753100"/>
          <p14:tracePt t="224306" x="2584450" y="5772150"/>
          <p14:tracePt t="224323" x="2578100" y="5816600"/>
          <p14:tracePt t="224340" x="2571750" y="5842000"/>
          <p14:tracePt t="224356" x="2571750" y="5854700"/>
          <p14:tracePt t="224373" x="2571750" y="5867400"/>
          <p14:tracePt t="224389" x="2578100" y="5886450"/>
          <p14:tracePt t="224406" x="2578100" y="5892800"/>
          <p14:tracePt t="224423" x="2590800" y="5918200"/>
          <p14:tracePt t="224439" x="2597150" y="5937250"/>
          <p14:tracePt t="224455" x="2603500" y="5949950"/>
          <p14:tracePt t="224472" x="2616200" y="5962650"/>
          <p14:tracePt t="224489" x="2635250" y="5981700"/>
          <p14:tracePt t="224506" x="2641600" y="5988050"/>
          <p14:tracePt t="224523" x="2660650" y="6007100"/>
          <p14:tracePt t="224539" x="2673350" y="6013450"/>
          <p14:tracePt t="224571" x="2679700" y="6013450"/>
          <p14:tracePt t="224588" x="2679700" y="6019800"/>
          <p14:tracePt t="224605" x="2692400" y="6019800"/>
          <p14:tracePt t="224642" x="2698750" y="6019800"/>
          <p14:tracePt t="224654" x="2705100" y="6019800"/>
          <p14:tracePt t="224671" x="2711450" y="6026150"/>
          <p14:tracePt t="224697" x="2717800" y="6026150"/>
          <p14:tracePt t="224711" x="2724150" y="6026150"/>
          <p14:tracePt t="224721" x="2730500" y="6026150"/>
          <p14:tracePt t="224737" x="2736850" y="6026150"/>
          <p14:tracePt t="224754" x="2755900" y="6032500"/>
          <p14:tracePt t="224771" x="2787650" y="6032500"/>
          <p14:tracePt t="224788" x="2819400" y="6038850"/>
          <p14:tracePt t="224804" x="2832100" y="6038850"/>
          <p14:tracePt t="224821" x="2857500" y="6038850"/>
          <p14:tracePt t="224838" x="2882900" y="6045200"/>
          <p14:tracePt t="224854" x="2889250" y="6045200"/>
          <p14:tracePt t="224887" x="2901950" y="6045200"/>
          <p14:tracePt t="224921" x="2908300" y="6045200"/>
          <p14:tracePt t="224950" x="2914650" y="6045200"/>
          <p14:tracePt t="224978" x="2921000" y="6045200"/>
          <p14:tracePt t="224999" x="2933700" y="6045200"/>
          <p14:tracePt t="225027" x="2940050" y="6045200"/>
          <p14:tracePt t="225048" x="2946400" y="6045200"/>
          <p14:tracePt t="225069" x="2952750" y="6038850"/>
          <p14:tracePt t="225091" x="2959100" y="6038850"/>
          <p14:tracePt t="225119" x="2965450" y="6038850"/>
          <p14:tracePt t="225140" x="2971800" y="6038850"/>
          <p14:tracePt t="225168" x="2978150" y="6038850"/>
          <p14:tracePt t="225210" x="2984500" y="6038850"/>
          <p14:tracePt t="225231" x="2990850" y="6038850"/>
          <p14:tracePt t="225259" x="2997200" y="6038850"/>
          <p14:tracePt t="225294" x="3003550" y="6032500"/>
          <p14:tracePt t="225301" x="3009900" y="6032500"/>
          <p14:tracePt t="225329" x="3009900" y="6026150"/>
          <p14:tracePt t="225365" x="3016250" y="6026150"/>
          <p14:tracePt t="225379" x="3022600" y="6026150"/>
          <p14:tracePt t="225400" x="3028950" y="6026150"/>
          <p14:tracePt t="225421" x="3041650" y="6026150"/>
          <p14:tracePt t="225442" x="3048000" y="6026150"/>
          <p14:tracePt t="225449" x="3054350" y="6026150"/>
          <p14:tracePt t="225463" x="3060700" y="6026150"/>
          <p14:tracePt t="225472" x="3073400" y="6026150"/>
          <p14:tracePt t="225485" x="3092450" y="6026150"/>
          <p14:tracePt t="225502" x="3117850" y="6026150"/>
          <p14:tracePt t="225519" x="3194050" y="6019800"/>
          <p14:tracePt t="225535" x="3213100" y="6019800"/>
          <p14:tracePt t="225552" x="3232150" y="6019800"/>
          <p14:tracePt t="225569" x="3276600" y="6019800"/>
          <p14:tracePt t="225585" x="3295650" y="6019800"/>
          <p14:tracePt t="225601" x="3302000" y="6019800"/>
          <p14:tracePt t="225618" x="3314700" y="6019800"/>
          <p14:tracePt t="225634" x="3321050" y="6026150"/>
          <p14:tracePt t="225668" x="3327400" y="6026150"/>
          <p14:tracePt t="225864" x="3308350" y="6026150"/>
          <p14:tracePt t="225871" x="3295650" y="6026150"/>
          <p14:tracePt t="225887" x="3270250" y="6026150"/>
          <p14:tracePt t="225900" x="3244850" y="6026150"/>
          <p14:tracePt t="225917" x="3194050" y="6026150"/>
          <p14:tracePt t="225934" x="3130550" y="6032500"/>
          <p14:tracePt t="225951" x="3105150" y="6032500"/>
          <p14:tracePt t="225967" x="3054350" y="6032500"/>
          <p14:tracePt t="225984" x="3003550" y="6038850"/>
          <p14:tracePt t="226000" x="2997200" y="6038850"/>
          <p14:tracePt t="226017" x="2959100" y="6045200"/>
          <p14:tracePt t="226034" x="2952750" y="6051550"/>
          <p14:tracePt t="226050" x="2946400" y="6051550"/>
          <p14:tracePt t="226067" x="2940050" y="6051550"/>
          <p14:tracePt t="226083" x="2933700" y="6057900"/>
          <p14:tracePt t="226235" x="2940050" y="6057900"/>
          <p14:tracePt t="226243" x="2946400" y="6057900"/>
          <p14:tracePt t="226285" x="2952750" y="6057900"/>
          <p14:tracePt t="226306" x="2959100" y="6057900"/>
          <p14:tracePt t="226313" x="2965450" y="6057900"/>
          <p14:tracePt t="226334" x="2971800" y="6057900"/>
          <p14:tracePt t="226350" x="2978150" y="6057900"/>
          <p14:tracePt t="226356" x="2990850" y="6057900"/>
          <p14:tracePt t="226365" x="3003550" y="6057900"/>
          <p14:tracePt t="226383" x="3016250" y="6057900"/>
          <p14:tracePt t="226399" x="3054350" y="6057900"/>
          <p14:tracePt t="226415" x="3073400" y="6057900"/>
          <p14:tracePt t="226433" x="3162300" y="6045200"/>
          <p14:tracePt t="226448" x="3187700" y="6045200"/>
          <p14:tracePt t="226466" x="3219450" y="6045200"/>
          <p14:tracePt t="226482" x="3276600" y="6051550"/>
          <p14:tracePt t="226498" x="3314700" y="6051550"/>
          <p14:tracePt t="226515" x="3333750" y="6051550"/>
          <p14:tracePt t="226531" x="3352800" y="6051550"/>
          <p14:tracePt t="226548" x="3359150" y="6051550"/>
          <p14:tracePt t="227452" x="3346450" y="6051550"/>
          <p14:tracePt t="227459" x="3327400" y="6045200"/>
          <p14:tracePt t="227473" x="3295650" y="6038850"/>
          <p14:tracePt t="227481" x="3276600" y="6038850"/>
          <p14:tracePt t="227495" x="3251200" y="6032500"/>
          <p14:tracePt t="227511" x="3187700" y="6032500"/>
          <p14:tracePt t="227529" x="3143250" y="6032500"/>
          <p14:tracePt t="227545" x="3111500" y="6032500"/>
          <p14:tracePt t="227561" x="3054350" y="6032500"/>
          <p14:tracePt t="227578" x="3016250" y="6032500"/>
          <p14:tracePt t="227595" x="2990850" y="6032500"/>
          <p14:tracePt t="227611" x="2978150" y="6032500"/>
          <p14:tracePt t="227628" x="2946400" y="6032500"/>
          <p14:tracePt t="227719" x="2952750" y="6032500"/>
          <p14:tracePt t="227733" x="2959100" y="6032500"/>
          <p14:tracePt t="227739" x="2965450" y="6032500"/>
          <p14:tracePt t="227762" x="2971800" y="6032500"/>
          <p14:tracePt t="227789" x="2978150" y="6032500"/>
          <p14:tracePt t="227832" x="2978150" y="6026150"/>
          <p14:tracePt t="227874" x="2984500" y="6026150"/>
          <p14:tracePt t="227880" x="2990850" y="6026150"/>
          <p14:tracePt t="227909" x="2997200" y="6026150"/>
          <p14:tracePt t="227993" x="2997200" y="6019800"/>
          <p14:tracePt t="228000" x="2990850" y="6013450"/>
          <p14:tracePt t="228021" x="2984500" y="6007100"/>
          <p14:tracePt t="228035" x="2984500" y="6000750"/>
          <p14:tracePt t="228044" x="2978150" y="5988050"/>
          <p14:tracePt t="228060" x="2959100" y="5956300"/>
          <p14:tracePt t="228077" x="2901950" y="5835650"/>
          <p14:tracePt t="228092" x="2813050" y="5594350"/>
          <p14:tracePt t="228109" x="2749550" y="5403850"/>
          <p14:tracePt t="228126" x="2628900" y="4895850"/>
          <p14:tracePt t="228143" x="2514600" y="4292600"/>
          <p14:tracePt t="228159" x="2470150" y="3962400"/>
          <p14:tracePt t="228176" x="2406650" y="3327400"/>
          <p14:tracePt t="228192" x="2343150" y="2781300"/>
          <p14:tracePt t="228209" x="2330450" y="2597150"/>
          <p14:tracePt t="228226" x="2311400" y="2266950"/>
          <p14:tracePt t="228242" x="2279650" y="2139950"/>
          <p14:tracePt t="228260" x="2222500" y="1803400"/>
          <p14:tracePt t="228275" x="2203450" y="1701800"/>
          <p14:tracePt t="228292" x="2184400" y="1612900"/>
          <p14:tracePt t="228296" x="2165350" y="1530350"/>
          <p14:tracePt t="228309" x="2146300" y="1454150"/>
          <p14:tracePt t="228325" x="2114550" y="1295400"/>
          <p14:tracePt t="228342" x="2108200" y="1231900"/>
          <p14:tracePt t="228359" x="2076450" y="1098550"/>
          <p14:tracePt t="228375" x="2038350" y="990600"/>
          <p14:tracePt t="228391" x="2032000" y="933450"/>
          <p14:tracePt t="228408" x="2012950" y="850900"/>
          <p14:tracePt t="228425" x="2000250" y="755650"/>
          <p14:tracePt t="228443" x="1981200" y="698500"/>
          <p14:tracePt t="228458" x="1981200" y="660400"/>
          <p14:tracePt t="228475" x="1974850" y="590550"/>
          <p14:tracePt t="228492" x="1968500" y="520700"/>
          <p14:tracePt t="228508" x="1962150" y="501650"/>
          <p14:tracePt t="228525" x="1955800" y="476250"/>
          <p14:tracePt t="228541" x="1949450" y="457200"/>
          <p14:tracePt t="228598" x="1949450" y="463550"/>
          <p14:tracePt t="228611" x="1955800" y="469900"/>
          <p14:tracePt t="228626" x="1955800" y="476250"/>
          <p14:tracePt t="228633" x="1962150" y="482600"/>
          <p14:tracePt t="228647" x="1962150" y="495300"/>
          <p14:tracePt t="228657" x="1968500" y="501650"/>
          <p14:tracePt t="228675" x="1968500" y="514350"/>
          <p14:tracePt t="228691" x="1974850" y="520700"/>
          <p14:tracePt t="228707" x="1981200" y="533400"/>
          <p14:tracePt t="228724" x="1987550" y="552450"/>
          <p14:tracePt t="228740" x="1993900" y="558800"/>
          <p14:tracePt t="228757" x="2006600" y="609600"/>
          <p14:tracePt t="228774" x="2032000" y="704850"/>
          <p14:tracePt t="228790" x="2051050" y="774700"/>
          <p14:tracePt t="228808" x="2057400" y="825500"/>
          <p14:tracePt t="228824" x="2108200" y="990600"/>
          <p14:tracePt t="228840" x="2120900" y="1022350"/>
          <p14:tracePt t="228858" x="2127250" y="1073150"/>
          <p14:tracePt t="228873" x="2133600" y="1085850"/>
          <p14:tracePt t="228890" x="2133600" y="1098550"/>
          <p14:tracePt t="228907" x="2133600" y="1104900"/>
          <p14:tracePt t="229146" x="2133600" y="1098550"/>
          <p14:tracePt t="229195" x="2133600" y="1092200"/>
          <p14:tracePt t="229230" x="2133600" y="1085850"/>
          <p14:tracePt t="229335" x="2139950" y="1085850"/>
          <p14:tracePt t="229357" x="2139950" y="1092200"/>
          <p14:tracePt t="229378" x="2139950" y="1104900"/>
          <p14:tracePt t="229399" x="2139950" y="1111250"/>
          <p14:tracePt t="229406" x="2146300" y="1123950"/>
          <p14:tracePt t="229420" x="2146300" y="1143000"/>
          <p14:tracePt t="229427" x="2146300" y="1181100"/>
          <p14:tracePt t="229442" x="2146300" y="1225550"/>
          <p14:tracePt t="229455" x="2146300" y="1314450"/>
          <p14:tracePt t="229471" x="2146300" y="1377950"/>
          <p14:tracePt t="229488" x="2146300" y="1441450"/>
          <p14:tracePt t="229505" x="2159000" y="1562100"/>
          <p14:tracePt t="229521" x="2165350" y="1663700"/>
          <p14:tracePt t="229539" x="2165350" y="1701800"/>
          <p14:tracePt t="229555" x="2165350" y="1752600"/>
          <p14:tracePt t="229571" x="2171700" y="1784350"/>
          <p14:tracePt t="229588" x="2171700" y="1797050"/>
          <p14:tracePt t="229604" x="2178050" y="1809750"/>
          <p14:tracePt t="229621" x="2184400" y="1809750"/>
          <p14:tracePt t="229701" x="2178050" y="1809750"/>
          <p14:tracePt t="229912" x="2178050" y="1803400"/>
          <p14:tracePt t="229961" x="2178050" y="1797050"/>
          <p14:tracePt t="230003" x="2178050" y="1790700"/>
          <p14:tracePt t="230038" x="2178050" y="1784350"/>
          <p14:tracePt t="230059" x="2178050" y="1778000"/>
          <p14:tracePt t="230080" x="2178050" y="1771650"/>
          <p14:tracePt t="230109" x="2178050" y="1765300"/>
          <p14:tracePt t="230144" x="2171700" y="1758950"/>
          <p14:tracePt t="230158" x="2171700" y="1752600"/>
          <p14:tracePt t="230228" x="2165350" y="1746250"/>
          <p14:tracePt t="230249" x="2165350" y="1739900"/>
          <p14:tracePt t="230291" x="2159000" y="1727200"/>
          <p14:tracePt t="230333" x="2159000" y="1720850"/>
          <p14:tracePt t="230551" x="2159000" y="1765300"/>
          <p14:tracePt t="230566" x="2165350" y="1866900"/>
          <p14:tracePt t="230572" x="2165350" y="1981200"/>
          <p14:tracePt t="230584" x="2178050" y="2120900"/>
          <p14:tracePt t="230601" x="2216150" y="2495550"/>
          <p14:tracePt t="230617" x="2241550" y="2686050"/>
          <p14:tracePt t="230634" x="2266950" y="2908300"/>
          <p14:tracePt t="230651" x="2374900" y="3390900"/>
          <p14:tracePt t="230667" x="2406650" y="3517900"/>
          <p14:tracePt t="230685" x="2482850" y="3765550"/>
          <p14:tracePt t="230700" x="2514600" y="3886200"/>
          <p14:tracePt t="230717" x="2565400" y="4064000"/>
          <p14:tracePt t="230734" x="2603500" y="4222750"/>
          <p14:tracePt t="230750" x="2622550" y="4305300"/>
          <p14:tracePt t="230767" x="2660650" y="4425950"/>
          <p14:tracePt t="230784" x="2698750" y="4521200"/>
          <p14:tracePt t="230800" x="2717800" y="4578350"/>
          <p14:tracePt t="230817" x="2762250" y="4699000"/>
          <p14:tracePt t="230834" x="2819400" y="4813300"/>
          <p14:tracePt t="230850" x="2844800" y="4845050"/>
          <p14:tracePt t="230867" x="2895600" y="4933950"/>
          <p14:tracePt t="230883" x="2952750" y="5010150"/>
          <p14:tracePt t="230900" x="2978150" y="5054600"/>
          <p14:tracePt t="230917" x="3028950" y="5137150"/>
          <p14:tracePt t="230933" x="3073400" y="5232400"/>
          <p14:tracePt t="230950" x="3105150" y="5302250"/>
          <p14:tracePt t="230967" x="3149600" y="5416550"/>
          <p14:tracePt t="230983" x="3175000" y="5543550"/>
          <p14:tracePt t="230999" x="3200400" y="5626100"/>
          <p14:tracePt t="231016" x="3225800" y="5784850"/>
          <p14:tracePt t="231033" x="3276600" y="5949950"/>
          <p14:tracePt t="231051" x="3346450" y="6127750"/>
          <p14:tracePt t="231065" x="3378200" y="6203950"/>
          <p14:tracePt t="231082" x="3435350" y="6330950"/>
          <p14:tracePt t="231423" x="3429000" y="6330950"/>
          <p14:tracePt t="231437" x="3409950" y="6330950"/>
          <p14:tracePt t="231444" x="3384550" y="6324600"/>
          <p14:tracePt t="231458" x="3365500" y="6305550"/>
          <p14:tracePt t="231467" x="3333750" y="6292850"/>
          <p14:tracePt t="231481" x="3302000" y="6280150"/>
          <p14:tracePt t="231498" x="3251200" y="6248400"/>
          <p14:tracePt t="231515" x="3200400" y="6210300"/>
          <p14:tracePt t="231531" x="3168650" y="6191250"/>
          <p14:tracePt t="231548" x="3143250" y="6172200"/>
          <p14:tracePt t="231564" x="3086100" y="6127750"/>
          <p14:tracePt t="231581" x="3073400" y="6115050"/>
          <p14:tracePt t="231598" x="3060700" y="6102350"/>
          <p14:tracePt t="231613" x="3035300" y="6083300"/>
          <p14:tracePt t="231631" x="3016250" y="6064250"/>
          <p14:tracePt t="231648" x="3003550" y="6051550"/>
          <p14:tracePt t="231664" x="2997200" y="6045200"/>
          <p14:tracePt t="231681" x="2990850" y="6038850"/>
          <p14:tracePt t="231697" x="2984500" y="6032500"/>
          <p14:tracePt t="231714" x="2984500" y="6026150"/>
          <p14:tracePt t="231730" x="2978150" y="6026150"/>
          <p14:tracePt t="231880" x="2984500" y="6026150"/>
          <p14:tracePt t="231908" x="2997200" y="6026150"/>
          <p14:tracePt t="231915" x="3003550" y="6026150"/>
          <p14:tracePt t="231929" x="3016250" y="6026150"/>
          <p14:tracePt t="231936" x="3035300" y="6026150"/>
          <p14:tracePt t="231950" x="3054350" y="6026150"/>
          <p14:tracePt t="231962" x="3092450" y="6026150"/>
          <p14:tracePt t="231979" x="3162300" y="6026150"/>
          <p14:tracePt t="231996" x="3213100" y="6026150"/>
          <p14:tracePt t="232013" x="3282950" y="6019800"/>
          <p14:tracePt t="232029" x="3340100" y="6013450"/>
          <p14:tracePt t="232046" x="3371850" y="6013450"/>
          <p14:tracePt t="232063" x="3403600" y="6013450"/>
          <p14:tracePt t="232079" x="3416300" y="6013450"/>
          <p14:tracePt t="232096" x="3422650" y="6013450"/>
          <p14:tracePt t="232129" x="3429000" y="6019800"/>
          <p14:tracePt t="232182" x="3435350" y="6019800"/>
          <p14:tracePt t="232217" x="3429000" y="6019800"/>
          <p14:tracePt t="232238" x="3422650" y="6019800"/>
          <p14:tracePt t="232259" x="3416300" y="6019800"/>
          <p14:tracePt t="232281" x="3409950" y="6019800"/>
          <p14:tracePt t="232287" x="3397250" y="6019800"/>
          <p14:tracePt t="232302" x="3390900" y="6019800"/>
          <p14:tracePt t="232311" x="3378200" y="6019800"/>
          <p14:tracePt t="232328" x="3359150" y="6019800"/>
          <p14:tracePt t="232346" x="3302000" y="6013450"/>
          <p14:tracePt t="232361" x="3225800" y="6000750"/>
          <p14:tracePt t="232379" x="3155950" y="5994400"/>
          <p14:tracePt t="232395" x="3124200" y="5994400"/>
          <p14:tracePt t="232411" x="3067050" y="5988050"/>
          <p14:tracePt t="232429" x="3028950" y="5988050"/>
          <p14:tracePt t="232445" x="3016250" y="5988050"/>
          <p14:tracePt t="232461" x="3003550" y="5988050"/>
          <p14:tracePt t="232478" x="2990850" y="5988050"/>
          <p14:tracePt t="232604" x="2997200" y="5988050"/>
          <p14:tracePt t="232639" x="3003550" y="5988050"/>
          <p14:tracePt t="232674" x="3009900" y="5988050"/>
          <p14:tracePt t="232688" x="3016250" y="5988050"/>
          <p14:tracePt t="232709" x="3022600" y="5994400"/>
          <p14:tracePt t="232744" x="3028950" y="5994400"/>
          <p14:tracePt t="232751" x="3035300" y="5994400"/>
          <p14:tracePt t="232760" x="3048000" y="5994400"/>
          <p14:tracePt t="232776" x="3060700" y="5994400"/>
          <p14:tracePt t="232794" x="3111500" y="6000750"/>
          <p14:tracePt t="232810" x="3136900" y="6000750"/>
          <p14:tracePt t="232826" x="3213100" y="6000750"/>
          <p14:tracePt t="232844" x="3295650" y="6000750"/>
          <p14:tracePt t="232860" x="3333750" y="6000750"/>
          <p14:tracePt t="232864" x="3371850" y="6007100"/>
          <p14:tracePt t="232876" x="3397250" y="6007100"/>
          <p14:tracePt t="232893" x="3435350" y="6007100"/>
          <p14:tracePt t="232910" x="3448050" y="6007100"/>
          <p14:tracePt t="232927" x="3467100" y="6007100"/>
          <p14:tracePt t="233103" x="3460750" y="6007100"/>
          <p14:tracePt t="233145" x="3454400" y="6000750"/>
          <p14:tracePt t="233202" x="3448050" y="5994400"/>
          <p14:tracePt t="233216" x="3441700" y="5988050"/>
          <p14:tracePt t="233237" x="3435350" y="5981700"/>
          <p14:tracePt t="233243" x="3435350" y="5975350"/>
          <p14:tracePt t="233251" x="3429000" y="5975350"/>
          <p14:tracePt t="233265" x="3422650" y="5962650"/>
          <p14:tracePt t="233275" x="3409950" y="5949950"/>
          <p14:tracePt t="233292" x="3390900" y="5918200"/>
          <p14:tracePt t="233308" x="3333750" y="5810250"/>
          <p14:tracePt t="233325" x="3276600" y="5588000"/>
          <p14:tracePt t="233342" x="3219450" y="5187950"/>
          <p14:tracePt t="233358" x="3194050" y="4914900"/>
          <p14:tracePt t="233375" x="3175000" y="4654550"/>
          <p14:tracePt t="233392" x="3130550" y="3803650"/>
          <p14:tracePt t="233408" x="3117850" y="3568700"/>
          <p14:tracePt t="233424" x="3105150" y="3327400"/>
          <p14:tracePt t="233441" x="3092450" y="2952750"/>
          <p14:tracePt t="233458" x="3092450" y="2692400"/>
          <p14:tracePt t="233475" x="3079750" y="2552700"/>
          <p14:tracePt t="233491" x="3060700" y="2311400"/>
          <p14:tracePt t="233508" x="3035300" y="2082800"/>
          <p14:tracePt t="233525" x="3016250" y="1898650"/>
          <p14:tracePt t="233541" x="2997200" y="1822450"/>
          <p14:tracePt t="233557" x="2997200" y="1657350"/>
          <p14:tracePt t="233574" x="2978150" y="1511300"/>
          <p14:tracePt t="233591" x="2959100" y="1460500"/>
          <p14:tracePt t="233607" x="2952750" y="1397000"/>
          <p14:tracePt t="233624" x="2933700" y="1365250"/>
          <p14:tracePt t="233640" x="2933700" y="1352550"/>
          <p14:tracePt t="233657" x="2927350" y="1339850"/>
          <p14:tracePt t="233673" x="2921000" y="1308100"/>
          <p14:tracePt t="233690" x="2914650" y="1301750"/>
          <p14:tracePt t="233708" x="2914650" y="1295400"/>
          <p14:tracePt t="233723" x="2908300" y="1289050"/>
          <p14:tracePt t="233740" x="2908300" y="1270000"/>
          <p14:tracePt t="233757" x="2908300" y="1257300"/>
          <p14:tracePt t="233773" x="2901950" y="1244600"/>
          <p14:tracePt t="233790" x="2901950" y="1238250"/>
          <p14:tracePt t="233807" x="2895600" y="1212850"/>
          <p14:tracePt t="233823" x="2889250" y="1200150"/>
          <p14:tracePt t="233840" x="2882900" y="1187450"/>
          <p14:tracePt t="233856" x="2882900" y="1168400"/>
          <p14:tracePt t="233890" x="2882900" y="1155700"/>
          <p14:tracePt t="233906" x="2876550" y="1136650"/>
          <p14:tracePt t="233923" x="2876550" y="1130300"/>
          <p14:tracePt t="233940" x="2876550" y="1123950"/>
          <p14:tracePt t="233956" x="2870200" y="1104900"/>
          <p14:tracePt t="233972" x="2870200" y="1098550"/>
          <p14:tracePt t="233989" x="2863850" y="1079500"/>
          <p14:tracePt t="234023" x="2857500" y="1060450"/>
          <p14:tracePt t="234039" x="2851150" y="1041400"/>
          <p14:tracePt t="234056" x="2851150" y="1035050"/>
          <p14:tracePt t="234073" x="2844800" y="1022350"/>
          <p14:tracePt t="234089" x="2838450" y="1009650"/>
          <p14:tracePt t="234105" x="2832100" y="1003300"/>
          <p14:tracePt t="234122" x="2825750" y="990600"/>
          <p14:tracePt t="234139" x="2819400" y="990600"/>
          <p14:tracePt t="234172" x="2813050" y="984250"/>
          <p14:tracePt t="234221" x="2806700" y="984250"/>
          <p14:tracePt t="234256" x="2806700" y="990600"/>
          <p14:tracePt t="234277" x="2806700" y="996950"/>
          <p14:tracePt t="234744" x="2806700" y="1003300"/>
          <p14:tracePt t="234750" x="2806700" y="1009650"/>
          <p14:tracePt t="234765" x="2806700" y="1028700"/>
          <p14:tracePt t="234773" x="2806700" y="1041400"/>
          <p14:tracePt t="234787" x="2806700" y="1047750"/>
          <p14:tracePt t="234803" x="2806700" y="1066800"/>
          <p14:tracePt t="234821" x="2806700" y="1085850"/>
          <p14:tracePt t="234836" x="2806700" y="1098550"/>
          <p14:tracePt t="234853" x="2806700" y="1111250"/>
          <p14:tracePt t="234870" x="2787650" y="1155700"/>
          <p14:tracePt t="234886" x="2781300" y="1168400"/>
          <p14:tracePt t="234903" x="2768600" y="1193800"/>
          <p14:tracePt t="234919" x="2743200" y="1225550"/>
          <p14:tracePt t="234936" x="2730500" y="1257300"/>
          <p14:tracePt t="234953" x="2717800" y="1270000"/>
          <p14:tracePt t="234969" x="2698750" y="1301750"/>
          <p14:tracePt t="234986" x="2679700" y="1333500"/>
          <p14:tracePt t="235003" x="2641600" y="1377950"/>
          <p14:tracePt t="235019" x="2628900" y="1397000"/>
          <p14:tracePt t="235035" x="2597150" y="1441450"/>
          <p14:tracePt t="235053" x="2578100" y="1485900"/>
          <p14:tracePt t="235069" x="2571750" y="1504950"/>
          <p14:tracePt t="235085" x="2540000" y="1549400"/>
          <p14:tracePt t="235102" x="2520950" y="1619250"/>
          <p14:tracePt t="235119" x="2508250" y="1638300"/>
          <p14:tracePt t="235135" x="2495550" y="1670050"/>
          <p14:tracePt t="235151" x="2476500" y="1727200"/>
          <p14:tracePt t="235168" x="2470150" y="1739900"/>
          <p14:tracePt t="235186" x="2463800" y="1752600"/>
          <p14:tracePt t="235201" x="2457450" y="1765300"/>
          <p14:tracePt t="235218" x="2444750" y="1771650"/>
          <p14:tracePt t="235236" x="2438400" y="1784350"/>
          <p14:tracePt t="235268" x="2432050" y="1790700"/>
          <p14:tracePt t="235285" x="2432050" y="1797050"/>
          <p14:tracePt t="235301" x="2425700" y="1797050"/>
          <p14:tracePt t="235317" x="2419350" y="1797050"/>
          <p14:tracePt t="235335" x="2413000" y="1803400"/>
          <p14:tracePt t="235355" x="2413000" y="1809750"/>
          <p14:tracePt t="235383" x="2406650" y="1816100"/>
          <p14:tracePt t="235404" x="2400300" y="1822450"/>
          <p14:tracePt t="235425" x="2400300" y="1828800"/>
          <p14:tracePt t="235467" x="2393950" y="1828800"/>
          <p14:tracePt t="235474" x="2387600" y="1835150"/>
          <p14:tracePt t="235544" x="2393950" y="1835150"/>
          <p14:tracePt t="235587" x="2400300" y="1835150"/>
          <p14:tracePt t="235594" x="2406650" y="1835150"/>
          <p14:tracePt t="235608" x="2413000" y="1835150"/>
          <p14:tracePt t="235617" x="2419350" y="1835150"/>
          <p14:tracePt t="235633" x="2432050" y="1835150"/>
          <p14:tracePt t="235651" x="2476500" y="1841500"/>
          <p14:tracePt t="235667" x="2584450" y="1847850"/>
          <p14:tracePt t="235683" x="2647950" y="1860550"/>
          <p14:tracePt t="235701" x="2819400" y="1879600"/>
          <p14:tracePt t="235716" x="3009900" y="1885950"/>
          <p14:tracePt t="235734" x="3086100" y="1898650"/>
          <p14:tracePt t="235750" x="3251200" y="1898650"/>
          <p14:tracePt t="235767" x="3314700" y="1905000"/>
          <p14:tracePt t="235784" x="3429000" y="1905000"/>
          <p14:tracePt t="235800" x="3454400" y="1905000"/>
          <p14:tracePt t="235816" x="3467100" y="1905000"/>
          <p14:tracePt t="235833" x="3486150" y="1905000"/>
          <p14:tracePt t="235849" x="3498850" y="1905000"/>
          <p14:tracePt t="235889" x="3498850" y="1911350"/>
          <p14:tracePt t="235960" x="3498850" y="1917700"/>
          <p14:tracePt t="235981" x="3492500" y="1917700"/>
          <p14:tracePt t="235995" x="3479800" y="1917700"/>
          <p14:tracePt t="236009" x="3473450" y="1917700"/>
          <p14:tracePt t="236019" x="3467100" y="1917700"/>
          <p14:tracePt t="236032" x="3460750" y="1911350"/>
          <p14:tracePt t="236049" x="3448050" y="1911350"/>
          <p14:tracePt t="236066" x="3359150" y="1905000"/>
          <p14:tracePt t="236082" x="3302000" y="1892300"/>
          <p14:tracePt t="236100" x="3187700" y="1885950"/>
          <p14:tracePt t="236115" x="3124200" y="1879600"/>
          <p14:tracePt t="236132" x="3016250" y="1866900"/>
          <p14:tracePt t="236149" x="2933700" y="1860550"/>
          <p14:tracePt t="236165" x="2895600" y="1860550"/>
          <p14:tracePt t="236182" x="2844800" y="1860550"/>
          <p14:tracePt t="236199" x="2800350" y="1854200"/>
          <p14:tracePt t="236215" x="2794000" y="1854200"/>
          <p14:tracePt t="236231" x="2774950" y="1854200"/>
          <p14:tracePt t="236276" x="2781300" y="1854200"/>
          <p14:tracePt t="236290" x="2787650" y="1854200"/>
          <p14:tracePt t="236298" x="2787650" y="1860550"/>
          <p14:tracePt t="236318" x="2800350" y="1866900"/>
          <p14:tracePt t="236339" x="2806700" y="1866900"/>
          <p14:tracePt t="236347" x="2819400" y="1866900"/>
          <p14:tracePt t="236368" x="2825750" y="1866900"/>
          <p14:tracePt t="236388" x="2838450" y="1873250"/>
          <p14:tracePt t="236416" x="2844800" y="1873250"/>
          <p14:tracePt t="236437" x="2844800" y="1879600"/>
          <p14:tracePt t="236451" x="2851150" y="1879600"/>
          <p14:tracePt t="236459" x="2857500" y="1879600"/>
          <p14:tracePt t="236473" x="2870200" y="1879600"/>
          <p14:tracePt t="236481" x="2882900" y="1885950"/>
          <p14:tracePt t="236497" x="2901950" y="1885950"/>
          <p14:tracePt t="236515" x="2959100" y="1898650"/>
          <p14:tracePt t="236530" x="3054350" y="1911350"/>
          <p14:tracePt t="236547" x="3105150" y="1911350"/>
          <p14:tracePt t="236564" x="3206750" y="1911350"/>
          <p14:tracePt t="236580" x="3302000" y="1911350"/>
          <p14:tracePt t="236597" x="3327400" y="1911350"/>
          <p14:tracePt t="236614" x="3371850" y="1911350"/>
          <p14:tracePt t="236630" x="3397250" y="1911350"/>
          <p14:tracePt t="236712" x="3397250" y="1917700"/>
          <p14:tracePt t="236782" x="3397250" y="1924050"/>
          <p14:tracePt t="236789" x="3397250" y="1930400"/>
          <p14:tracePt t="236803" x="3403600" y="1936750"/>
          <p14:tracePt t="236812" x="3409950" y="1949450"/>
          <p14:tracePt t="236829" x="3422650" y="1968500"/>
          <p14:tracePt t="236846" x="3473450" y="2044700"/>
          <p14:tracePt t="236862" x="3562350" y="2184400"/>
          <p14:tracePt t="236880" x="3619500" y="2279650"/>
          <p14:tracePt t="236896" x="3714750" y="2514600"/>
          <p14:tracePt t="236912" x="3797300" y="2838450"/>
          <p14:tracePt t="236929" x="3841750" y="3155950"/>
          <p14:tracePt t="236945" x="3841750" y="3314700"/>
          <p14:tracePt t="236962" x="3854450" y="3479800"/>
          <p14:tracePt t="236979" x="3854450" y="3898900"/>
          <p14:tracePt t="236995" x="3841750" y="4013200"/>
          <p14:tracePt t="237013" x="3841750" y="4171950"/>
          <p14:tracePt t="237029" x="3854450" y="4533900"/>
          <p14:tracePt t="237045" x="3873500" y="4641850"/>
          <p14:tracePt t="237063" x="3937000" y="4838700"/>
          <p14:tracePt t="237078" x="3956050" y="4927600"/>
          <p14:tracePt t="237095" x="4006850" y="5111750"/>
          <p14:tracePt t="237112" x="4038600" y="5264150"/>
          <p14:tracePt t="237128" x="4044950" y="5321300"/>
          <p14:tracePt t="237145" x="4064000" y="5403850"/>
          <p14:tracePt t="237162" x="4064000" y="5454650"/>
          <p14:tracePt t="237178" x="4064000" y="5473700"/>
          <p14:tracePt t="237195" x="4064000" y="5492750"/>
          <p14:tracePt t="237212" x="4064000" y="5499100"/>
          <p14:tracePt t="237228" x="4057650" y="5505450"/>
          <p14:tracePt t="237245" x="4051300" y="5524500"/>
          <p14:tracePt t="237261" x="4038600" y="5549900"/>
          <p14:tracePt t="237278" x="4032250" y="5562600"/>
          <p14:tracePt t="237295" x="4013200" y="5607050"/>
          <p14:tracePt t="237311" x="3994150" y="5638800"/>
          <p14:tracePt t="237328" x="3987800" y="5651500"/>
          <p14:tracePt t="237345" x="3968750" y="5670550"/>
          <p14:tracePt t="237361" x="3949700" y="5683250"/>
          <p14:tracePt t="237377" x="3943350" y="5689600"/>
          <p14:tracePt t="237394" x="3924300" y="5708650"/>
          <p14:tracePt t="237411" x="3905250" y="5721350"/>
          <p14:tracePt t="237429" x="3810000" y="5772150"/>
          <p14:tracePt t="237444" x="3765550" y="5803900"/>
          <p14:tracePt t="237461" x="3708400" y="5842000"/>
          <p14:tracePt t="237478" x="3594100" y="5943600"/>
          <p14:tracePt t="237494" x="3562350" y="5981700"/>
          <p14:tracePt t="237510" x="3536950" y="6000750"/>
          <p14:tracePt t="237527" x="3511550" y="6019800"/>
          <p14:tracePt t="237543" x="3492500" y="6032500"/>
          <p14:tracePt t="237560" x="3486150" y="6038850"/>
          <p14:tracePt t="237577" x="3479800" y="6057900"/>
          <p14:tracePt t="237593" x="3479800" y="6064250"/>
          <p14:tracePt t="237681" x="3479800" y="6070600"/>
          <p14:tracePt t="237724" x="3479800" y="6076950"/>
          <p14:tracePt t="238495" x="3467100" y="6076950"/>
          <p14:tracePt t="238509" x="3441700" y="6076950"/>
          <p14:tracePt t="238516" x="3422650" y="6076950"/>
          <p14:tracePt t="238530" x="3397250" y="6076950"/>
          <p14:tracePt t="238540" x="3365500" y="6070600"/>
          <p14:tracePt t="238558" x="3308350" y="6057900"/>
          <p14:tracePt t="238573" x="3276600" y="6038850"/>
          <p14:tracePt t="238590" x="3225800" y="6019800"/>
          <p14:tracePt t="238607" x="3162300" y="6000750"/>
          <p14:tracePt t="238623" x="3136900" y="6000750"/>
          <p14:tracePt t="238640" x="3079750" y="5988050"/>
          <p14:tracePt t="238657" x="3016250" y="5975350"/>
          <p14:tracePt t="238673" x="2990850" y="5962650"/>
          <p14:tracePt t="238690" x="2959100" y="5962650"/>
          <p14:tracePt t="238706" x="2889250" y="5949950"/>
          <p14:tracePt t="238723" x="2870200" y="5943600"/>
          <p14:tracePt t="238740" x="2844800" y="5943600"/>
          <p14:tracePt t="238756" x="2832100" y="5937250"/>
          <p14:tracePt t="238773" x="2813050" y="5937250"/>
          <p14:tracePt t="238790" x="2806700" y="5937250"/>
          <p14:tracePt t="239007" x="2813050" y="5937250"/>
          <p14:tracePt t="239029" x="2819400" y="5937250"/>
          <p14:tracePt t="239043" x="2825750" y="5937250"/>
          <p14:tracePt t="239071" x="2832100" y="5937250"/>
          <p14:tracePt t="239078" x="2838450" y="5937250"/>
          <p14:tracePt t="239100" x="2838450" y="5943600"/>
          <p14:tracePt t="239120" x="2844800" y="5943600"/>
          <p14:tracePt t="239128" x="2851150" y="5943600"/>
          <p14:tracePt t="239142" x="2857500" y="5943600"/>
          <p14:tracePt t="239155" x="2870200" y="5943600"/>
          <p14:tracePt t="239172" x="2914650" y="5943600"/>
          <p14:tracePt t="239188" x="2946400" y="5943600"/>
          <p14:tracePt t="239205" x="3035300" y="5943600"/>
          <p14:tracePt t="239221" x="3162300" y="5949950"/>
          <p14:tracePt t="239238" x="3244850" y="5962650"/>
          <p14:tracePt t="239254" x="3371850" y="5969000"/>
          <p14:tracePt t="239271" x="3467100" y="5981700"/>
          <p14:tracePt t="239288" x="3505200" y="5988050"/>
          <p14:tracePt t="239305" x="3549650" y="6000750"/>
          <p14:tracePt t="239321" x="3562350" y="6000750"/>
          <p14:tracePt t="239338" x="3575050" y="6007100"/>
          <p14:tracePt t="239370" x="3581400" y="6013450"/>
          <p14:tracePt t="239395" x="3581400" y="6019800"/>
          <p14:tracePt t="239605" x="3575050" y="6019800"/>
          <p14:tracePt t="239612" x="3568700" y="6019800"/>
          <p14:tracePt t="239641" x="3562350" y="6019800"/>
          <p14:tracePt t="239655" x="3556000" y="6019800"/>
          <p14:tracePt t="239662" x="3543300" y="6019800"/>
          <p14:tracePt t="239682" x="3524250" y="6019800"/>
          <p14:tracePt t="239690" x="3511550" y="6013450"/>
          <p14:tracePt t="239706" x="3479800" y="6007100"/>
          <p14:tracePt t="239720" x="3454400" y="6007100"/>
          <p14:tracePt t="239736" x="3384550" y="6000750"/>
          <p14:tracePt t="239753" x="3295650" y="6000750"/>
          <p14:tracePt t="239769" x="3251200" y="6000750"/>
          <p14:tracePt t="239786" x="3187700" y="5988050"/>
          <p14:tracePt t="239803" x="3130550" y="5988050"/>
          <p14:tracePt t="239819" x="3117850" y="5988050"/>
          <p14:tracePt t="239836" x="3098800" y="5988050"/>
          <p14:tracePt t="239873" x="3105150" y="5988050"/>
          <p14:tracePt t="239894" x="3111500" y="5988050"/>
          <p14:tracePt t="239902" x="3124200" y="5988050"/>
          <p14:tracePt t="239918" x="3130550" y="5988050"/>
          <p14:tracePt t="239936" x="3149600" y="5988050"/>
          <p14:tracePt t="239952" x="3162300" y="5994400"/>
          <p14:tracePt t="239968" x="3168650" y="5994400"/>
          <p14:tracePt t="239985" x="3194050" y="5994400"/>
          <p14:tracePt t="240002" x="3213100" y="5994400"/>
          <p14:tracePt t="240018" x="3270250" y="5994400"/>
          <p14:tracePt t="240035" x="3352800" y="6013450"/>
          <p14:tracePt t="240051" x="3409950" y="6013450"/>
          <p14:tracePt t="240069" x="3511550" y="6019800"/>
          <p14:tracePt t="240084" x="3594100" y="6032500"/>
          <p14:tracePt t="240101" x="3644900" y="6038850"/>
          <p14:tracePt t="240118" x="3714750" y="6051550"/>
          <p14:tracePt t="240135" x="3778250" y="6064250"/>
          <p14:tracePt t="240151" x="3803650" y="6070600"/>
          <p14:tracePt t="240168" x="3841750" y="6083300"/>
          <p14:tracePt t="240184" x="3860800" y="6083300"/>
          <p14:tracePt t="240201" x="3867150" y="6083300"/>
          <p14:tracePt t="240218" x="3873500" y="6083300"/>
          <p14:tracePt t="240251" x="3879850" y="6089650"/>
          <p14:tracePt t="246642" x="3879850" y="6083300"/>
          <p14:tracePt t="246648" x="3879850" y="6070600"/>
          <p14:tracePt t="246663" x="3879850" y="6045200"/>
          <p14:tracePt t="246678" x="3886200" y="5981700"/>
          <p14:tracePt t="246695" x="3917950" y="5873750"/>
          <p14:tracePt t="246712" x="4006850" y="5632450"/>
          <p14:tracePt t="246728" x="4089400" y="5422900"/>
          <p14:tracePt t="246745" x="4241800" y="5080000"/>
          <p14:tracePt t="246762" x="4483100" y="4610100"/>
          <p14:tracePt t="246778" x="4629150" y="4356100"/>
          <p14:tracePt t="246795" x="4768850" y="4165600"/>
          <p14:tracePt t="246812" x="4946650" y="3956050"/>
          <p14:tracePt t="246828" x="5067300" y="3860800"/>
          <p14:tracePt t="246845" x="5149850" y="3740150"/>
          <p14:tracePt t="246862" x="5283200" y="3594100"/>
          <p14:tracePt t="246879" x="5346700" y="3511550"/>
          <p14:tracePt t="246895" x="5422900" y="3441700"/>
          <p14:tracePt t="246912" x="5461000" y="3409950"/>
          <p14:tracePt t="246928" x="5486400" y="3384550"/>
          <p14:tracePt t="246944" x="5499100" y="3371850"/>
          <p14:tracePt t="246961" x="5505450" y="3359150"/>
          <p14:tracePt t="246978" x="5518150" y="3352800"/>
          <p14:tracePt t="246994" x="5537200" y="3340100"/>
          <p14:tracePt t="247011" x="5568950" y="3327400"/>
          <p14:tracePt t="247028" x="5619750" y="3276600"/>
          <p14:tracePt t="247044" x="5645150" y="3251200"/>
          <p14:tracePt t="247061" x="5683250" y="3225800"/>
          <p14:tracePt t="247078" x="5721350" y="3194050"/>
          <p14:tracePt t="247094" x="5746750" y="3181350"/>
          <p14:tracePt t="247098" x="5759450" y="3168650"/>
          <p14:tracePt t="247111" x="5784850" y="3143250"/>
          <p14:tracePt t="247127" x="5816600" y="3098800"/>
          <p14:tracePt t="247144" x="5835650" y="3073400"/>
          <p14:tracePt t="247161" x="5854700" y="3035300"/>
          <p14:tracePt t="247177" x="5886450" y="2990850"/>
          <p14:tracePt t="247194" x="5911850" y="2946400"/>
          <p14:tracePt t="247211" x="5956300" y="2882900"/>
          <p14:tracePt t="247227" x="5988050" y="2819400"/>
          <p14:tracePt t="247243" x="6026150" y="2743200"/>
          <p14:tracePt t="247260" x="6102350" y="2590800"/>
          <p14:tracePt t="247277" x="6146800" y="2501900"/>
          <p14:tracePt t="247293" x="6178550" y="2438400"/>
          <p14:tracePt t="247311" x="6191250" y="2381250"/>
          <p14:tracePt t="247326" x="6197600" y="2368550"/>
          <p14:tracePt t="247365" x="6203950" y="2362200"/>
          <p14:tracePt t="247429" x="6203950" y="2355850"/>
          <p14:tracePt t="247471" x="6210300" y="2349500"/>
          <p14:tracePt t="247527" x="6210300" y="2343150"/>
          <p14:tracePt t="247562" x="6216650" y="2336800"/>
          <p14:tracePt t="247619" x="6216650" y="2330450"/>
          <p14:tracePt t="247661" x="6216650" y="2324100"/>
          <p14:tracePt t="247801" x="6210300" y="2324100"/>
          <p14:tracePt t="247851" x="6203950" y="2324100"/>
          <p14:tracePt t="247914" x="6197600" y="2324100"/>
          <p14:tracePt t="247921" x="6191250" y="2324100"/>
          <p14:tracePt t="247962" x="6184900" y="2324100"/>
          <p14:tracePt t="247991" x="6184900" y="2330450"/>
          <p14:tracePt t="248012" x="6178550" y="2330450"/>
          <p14:tracePt t="248019" x="6172200" y="2330450"/>
          <p14:tracePt t="248041" x="6172200" y="2336800"/>
          <p14:tracePt t="248061" x="6165850" y="2343150"/>
          <p14:tracePt t="248082" x="6159500" y="2343150"/>
          <p14:tracePt t="248089" x="6153150" y="2349500"/>
          <p14:tracePt t="248104" x="6146800" y="2355850"/>
          <p14:tracePt t="248111" x="6127750" y="2368550"/>
          <p14:tracePt t="248127" x="6108700" y="2387600"/>
          <p14:tracePt t="248140" x="6064250" y="2419350"/>
          <p14:tracePt t="248157" x="5930900" y="2533650"/>
          <p14:tracePt t="248174" x="5740400" y="2698750"/>
          <p14:tracePt t="248190" x="5645150" y="2781300"/>
          <p14:tracePt t="248207" x="5416550" y="2978150"/>
          <p14:tracePt t="248223" x="5187950" y="3168650"/>
          <p14:tracePt t="248240" x="5092700" y="3257550"/>
          <p14:tracePt t="248257" x="4876800" y="3467100"/>
          <p14:tracePt t="248273" x="4648200" y="3708400"/>
          <p14:tracePt t="248290" x="4483100" y="3860800"/>
          <p14:tracePt t="248307" x="4165600" y="4222750"/>
          <p14:tracePt t="248323" x="3879850" y="4578350"/>
          <p14:tracePt t="248340" x="3759200" y="4737100"/>
          <p14:tracePt t="248356" x="3536950" y="5016500"/>
          <p14:tracePt t="248373" x="3371850" y="5232400"/>
          <p14:tracePt t="248389" x="3302000" y="5353050"/>
          <p14:tracePt t="248406" x="3213100" y="5530850"/>
          <p14:tracePt t="248423" x="3155950" y="5651500"/>
          <p14:tracePt t="248439" x="3136900" y="5683250"/>
          <p14:tracePt t="248456" x="3124200" y="5746750"/>
          <p14:tracePt t="248472" x="3117850" y="5759450"/>
          <p14:tracePt t="248490" x="3105150" y="5797550"/>
          <p14:tracePt t="248506" x="3105150" y="5803900"/>
          <p14:tracePt t="248522" x="3098800" y="5810250"/>
          <p14:tracePt t="248555" x="3092450" y="5810250"/>
          <p14:tracePt t="248581" x="3086100" y="5816600"/>
          <p14:tracePt t="248595" x="3079750" y="5822950"/>
          <p14:tracePt t="248605" x="3067050" y="5835650"/>
          <p14:tracePt t="248622" x="3054350" y="5854700"/>
          <p14:tracePt t="248639" x="3016250" y="5911850"/>
          <p14:tracePt t="248655" x="2965450" y="5981700"/>
          <p14:tracePt t="248673" x="2927350" y="6038850"/>
          <p14:tracePt t="248688" x="2914650" y="6051550"/>
          <p14:tracePt t="248705" x="2901950" y="6064250"/>
          <p14:tracePt t="248722" x="2882900" y="6083300"/>
          <p14:tracePt t="248755" x="2876550" y="6083300"/>
          <p14:tracePt t="248813" x="2876550" y="6076950"/>
          <p14:tracePt t="248834" x="2876550" y="6070600"/>
          <p14:tracePt t="248849" x="2876550" y="6064250"/>
          <p14:tracePt t="248862" x="2870200" y="6057900"/>
          <p14:tracePt t="248877" x="2870200" y="6051550"/>
          <p14:tracePt t="248898" x="2870200" y="6045200"/>
          <p14:tracePt t="248919" x="2870200" y="6038850"/>
          <p14:tracePt t="248926" x="2870200" y="6032500"/>
          <p14:tracePt t="248937" x="2870200" y="6026150"/>
          <p14:tracePt t="248968" x="2870200" y="6019800"/>
          <p14:tracePt t="248975" x="2870200" y="6013450"/>
          <p14:tracePt t="248990" x="2870200" y="6007100"/>
          <p14:tracePt t="249004" x="2870200" y="6000750"/>
          <p14:tracePt t="249024" x="2870200" y="5994400"/>
          <p14:tracePt t="249045" x="2870200" y="5988050"/>
          <p14:tracePt t="249115" x="2863850" y="5981700"/>
          <p14:tracePt t="249136" x="2857500" y="5975350"/>
          <p14:tracePt t="249165" x="2851150" y="5975350"/>
          <p14:tracePt t="249186" x="2844800" y="5969000"/>
          <p14:tracePt t="249235" x="2844800" y="5962650"/>
          <p14:tracePt t="249256" x="2838450" y="5962650"/>
          <p14:tracePt t="249277" x="2832100" y="5962650"/>
          <p14:tracePt t="249305" x="2825750" y="5956300"/>
          <p14:tracePt t="249320" x="2819400" y="5956300"/>
          <p14:tracePt t="249326" x="2819400" y="5949950"/>
          <p14:tracePt t="249341" x="2813050" y="5949950"/>
          <p14:tracePt t="249356" x="2806700" y="5949950"/>
          <p14:tracePt t="249375" x="2800350" y="5943600"/>
          <p14:tracePt t="249390" x="2794000" y="5943600"/>
          <p14:tracePt t="249402" x="2781300" y="5937250"/>
          <p14:tracePt t="249419" x="2755900" y="5924550"/>
          <p14:tracePt t="249436" x="2743200" y="5911850"/>
          <p14:tracePt t="249453" x="2717800" y="5892800"/>
          <p14:tracePt t="249470" x="2679700" y="5880100"/>
          <p14:tracePt t="249486" x="2667000" y="5873750"/>
          <p14:tracePt t="249502" x="2647950" y="5867400"/>
          <p14:tracePt t="249558" x="2647950" y="5873750"/>
          <p14:tracePt t="249586" x="2647950" y="5880100"/>
          <p14:tracePt t="249621" x="2654300" y="5880100"/>
          <p14:tracePt t="249629" x="2660650" y="5886450"/>
          <p14:tracePt t="249657" x="2667000" y="5886450"/>
          <p14:tracePt t="249678" x="2673350" y="5892800"/>
          <p14:tracePt t="249699" x="2679700" y="5892800"/>
          <p14:tracePt t="249727" x="2686050" y="5899150"/>
          <p14:tracePt t="249741" x="2692400" y="5899150"/>
          <p14:tracePt t="249748" x="2698750" y="5899150"/>
          <p14:tracePt t="249762" x="2705100" y="5899150"/>
          <p14:tracePt t="249771" x="2717800" y="5899150"/>
          <p14:tracePt t="249785" x="2730500" y="5905500"/>
          <p14:tracePt t="249801" x="2762250" y="5905500"/>
          <p14:tracePt t="249819" x="2800350" y="5911850"/>
          <p14:tracePt t="249834" x="2825750" y="5918200"/>
          <p14:tracePt t="249851" x="2863850" y="5924550"/>
          <p14:tracePt t="249868" x="2895600" y="5930900"/>
          <p14:tracePt t="249884" x="2908300" y="5937250"/>
          <p14:tracePt t="249903" x="2927350" y="5937250"/>
          <p14:tracePt t="249918" x="2940050" y="5943600"/>
          <p14:tracePt t="249951" x="2952750" y="5943600"/>
          <p14:tracePt t="249967" x="2965450" y="5949950"/>
          <p14:tracePt t="250461" x="2965450" y="5956300"/>
          <p14:tracePt t="250468" x="2971800" y="5969000"/>
          <p14:tracePt t="250484" x="2971800" y="5981700"/>
          <p14:tracePt t="250499" x="2978150" y="5994400"/>
          <p14:tracePt t="250515" x="2984500" y="6019800"/>
          <p14:tracePt t="250533" x="2997200" y="6038850"/>
          <p14:tracePt t="250549" x="3003550" y="6045200"/>
          <p14:tracePt t="250595" x="3009900" y="6051550"/>
          <p14:tracePt t="250700" x="3009900" y="6045200"/>
          <p14:tracePt t="250714" x="3009900" y="6038850"/>
          <p14:tracePt t="250735" x="3009900" y="6032500"/>
          <p14:tracePt t="250742" x="3009900" y="6026150"/>
          <p14:tracePt t="250763" x="3009900" y="6019800"/>
          <p14:tracePt t="250770" x="3009900" y="6013450"/>
          <p14:tracePt t="250806" x="3009900" y="6007100"/>
          <p14:tracePt t="250834" x="3009900" y="6000750"/>
          <p14:tracePt t="250841" x="3009900" y="5994400"/>
          <p14:tracePt t="250861" x="3016250" y="5988050"/>
          <p14:tracePt t="250890" x="3016250" y="5981700"/>
          <p14:tracePt t="250911" x="3022600" y="5981700"/>
          <p14:tracePt t="250932" x="3028950" y="5981700"/>
          <p14:tracePt t="250953" x="3028950" y="5975350"/>
          <p14:tracePt t="250981" x="3035300" y="5969000"/>
          <p14:tracePt t="251002" x="3041650" y="5969000"/>
          <p14:tracePt t="251016" x="3048000" y="5962650"/>
          <p14:tracePt t="251044" x="3054350" y="5962650"/>
          <p14:tracePt t="251051" x="3060700" y="5962650"/>
          <p14:tracePt t="251071" x="3067050" y="5962650"/>
          <p14:tracePt t="251094" x="3067050" y="5956300"/>
          <p14:tracePt t="251108" x="3073400" y="5949950"/>
          <p14:tracePt t="251143" x="3079750" y="5943600"/>
          <p14:tracePt t="251164" x="3086100" y="5943600"/>
          <p14:tracePt t="251185" x="3092450" y="5943600"/>
          <p14:tracePt t="251213" x="3098800" y="5937250"/>
          <p14:tracePt t="251234" x="3105150" y="5930900"/>
          <p14:tracePt t="251297" x="3111500" y="5924550"/>
          <p14:tracePt t="251304" x="3117850" y="5924550"/>
          <p14:tracePt t="251333" x="3124200" y="5918200"/>
          <p14:tracePt t="251374" x="3136900" y="5918200"/>
          <p14:tracePt t="251438" x="3143250" y="5918200"/>
          <p14:tracePt t="251473" x="3143250" y="5924550"/>
          <p14:tracePt t="251494" x="3143250" y="5930900"/>
          <p14:tracePt t="251515" x="3143250" y="5937250"/>
          <p14:tracePt t="251543" x="3136900" y="5937250"/>
          <p14:tracePt t="251557" x="3130550" y="5943600"/>
          <p14:tracePt t="251586" x="3124200" y="5949950"/>
          <p14:tracePt t="251614" x="3111500" y="5949950"/>
          <p14:tracePt t="251635" x="3111500" y="5956300"/>
          <p14:tracePt t="251656" x="3105150" y="5956300"/>
          <p14:tracePt t="251663" x="3098800" y="5956300"/>
          <p14:tracePt t="251698" x="3092450" y="5962650"/>
          <p14:tracePt t="251704" x="3086100" y="5962650"/>
          <p14:tracePt t="251726" x="3079750" y="5969000"/>
          <p14:tracePt t="251754" x="3073400" y="5969000"/>
          <p14:tracePt t="251789" x="3073400" y="5975350"/>
          <p14:tracePt t="251804" x="3067050" y="5975350"/>
          <p14:tracePt t="251846" x="3060700" y="5981700"/>
          <p14:tracePt t="251867" x="3054350" y="5981700"/>
          <p14:tracePt t="251895" x="3048000" y="5988050"/>
          <p14:tracePt t="251916" x="3035300" y="5994400"/>
          <p14:tracePt t="251937" x="3035300" y="6000750"/>
          <p14:tracePt t="251951" x="3028950" y="6000750"/>
          <p14:tracePt t="251965" x="3022600" y="6007100"/>
          <p14:tracePt t="251986" x="3016250" y="6013450"/>
          <p14:tracePt t="252000" x="3009900" y="6013450"/>
          <p14:tracePt t="252021" x="3003550" y="6013450"/>
          <p14:tracePt t="252028" x="2997200" y="6013450"/>
          <p14:tracePt t="252035" x="2997200" y="6019800"/>
          <p14:tracePt t="252057" x="2984500" y="6019800"/>
          <p14:tracePt t="252078" x="2984500" y="6026150"/>
          <p14:tracePt t="252098" x="2978150" y="6032500"/>
          <p14:tracePt t="252162" x="2971800" y="6032500"/>
          <p14:tracePt t="252218" x="2965450" y="6038850"/>
          <p14:tracePt t="252296" x="2971800" y="6038850"/>
          <p14:tracePt t="252401" x="2965450" y="6038850"/>
          <p14:tracePt t="252429" x="2959100" y="6038850"/>
          <p14:tracePt t="252450" x="2952750" y="6038850"/>
          <p14:tracePt t="252457" x="2946400" y="6038850"/>
          <p14:tracePt t="252520" x="2940050" y="6038850"/>
          <p14:tracePt t="252527" x="2933700" y="6038850"/>
          <p14:tracePt t="252570" x="2927350" y="6045200"/>
          <p14:tracePt t="252591" x="2921000" y="6051550"/>
          <p14:tracePt t="252619" x="2914650" y="6051550"/>
          <p14:tracePt t="252633" x="2914650" y="6057900"/>
          <p14:tracePt t="252639" x="2908300" y="6057900"/>
          <p14:tracePt t="252661" x="2908300" y="6064250"/>
          <p14:tracePt t="252668" x="2901950" y="6070600"/>
          <p14:tracePt t="252689" x="2895600" y="6070600"/>
          <p14:tracePt t="252710" x="2889250" y="6076950"/>
          <p14:tracePt t="252759" x="2882900" y="6083300"/>
          <p14:tracePt t="252781" x="2876550" y="6083300"/>
          <p14:tracePt t="252879" x="2882900" y="6083300"/>
          <p14:tracePt t="252900" x="2889250" y="6083300"/>
          <p14:tracePt t="252921" x="2901950" y="6076950"/>
          <p14:tracePt t="252928" x="2901950" y="6070600"/>
          <p14:tracePt t="252944" x="2908300" y="6070600"/>
          <p14:tracePt t="252963" x="2914650" y="6064250"/>
          <p14:tracePt t="252984" x="2921000" y="6064250"/>
          <p14:tracePt t="252993" x="2927350" y="6057900"/>
          <p14:tracePt t="253007" x="2940050" y="6051550"/>
          <p14:tracePt t="253023" x="2984500" y="6032500"/>
          <p14:tracePt t="253041" x="3035300" y="6000750"/>
          <p14:tracePt t="253056" x="3067050" y="5988050"/>
          <p14:tracePt t="253074" x="3098800" y="5962650"/>
          <p14:tracePt t="253090" x="3194050" y="5905500"/>
          <p14:tracePt t="253106" x="3213100" y="5892800"/>
          <p14:tracePt t="253123" x="3238500" y="5880100"/>
          <p14:tracePt t="253140" x="3270250" y="5867400"/>
          <p14:tracePt t="253156" x="3314700" y="5854700"/>
          <p14:tracePt t="253173" x="3333750" y="5854700"/>
          <p14:tracePt t="253190" x="3371850" y="5861050"/>
          <p14:tracePt t="253206" x="3422650" y="5886450"/>
          <p14:tracePt t="253225" x="3467100" y="5905500"/>
          <p14:tracePt t="253240" x="3492500" y="5918200"/>
          <p14:tracePt t="253256" x="3524250" y="5937250"/>
          <p14:tracePt t="253273" x="3543300" y="5949950"/>
          <p14:tracePt t="253307" x="3549650" y="5949950"/>
          <p14:tracePt t="253547" x="3543300" y="5949950"/>
          <p14:tracePt t="253575" x="3536950" y="5949950"/>
          <p14:tracePt t="253603" x="3530600" y="5949950"/>
          <p14:tracePt t="253623" x="3524250" y="5949950"/>
          <p14:tracePt t="253645" x="3517900" y="5949950"/>
          <p14:tracePt t="253673" x="3511550" y="5949950"/>
          <p14:tracePt t="253694" x="3505200" y="5949950"/>
          <p14:tracePt t="253715" x="3498850" y="5949950"/>
          <p14:tracePt t="253722" x="3492500" y="5949950"/>
          <p14:tracePt t="253737" x="3486150" y="5949950"/>
          <p14:tracePt t="253757" x="3479800" y="5949950"/>
          <p14:tracePt t="253764" x="3473450" y="5949950"/>
          <p14:tracePt t="253792" x="3467100" y="5949950"/>
          <p14:tracePt t="253814" x="3460750" y="5956300"/>
          <p14:tracePt t="253835" x="3454400" y="5956300"/>
          <p14:tracePt t="253856" x="3448050" y="5962650"/>
          <p14:tracePt t="253884" x="3441700" y="5962650"/>
          <p14:tracePt t="253905" x="3441700" y="5969000"/>
          <p14:tracePt t="253933" x="3435350" y="5975350"/>
          <p14:tracePt t="253975" x="3429000" y="5981700"/>
          <p14:tracePt t="253997" x="3422650" y="5988050"/>
          <p14:tracePt t="254039" x="3416300" y="5988050"/>
          <p14:tracePt t="254046" x="3409950" y="5988050"/>
          <p14:tracePt t="254067" x="3409950" y="5994400"/>
          <p14:tracePt t="254074" x="3403600" y="5994400"/>
          <p14:tracePt t="254116" x="3403600" y="6000750"/>
          <p14:tracePt t="254138" x="3397250" y="6000750"/>
          <p14:tracePt t="254143" x="3390900" y="6007100"/>
          <p14:tracePt t="254164" x="3384550" y="6007100"/>
          <p14:tracePt t="254187" x="3378200" y="6013450"/>
          <p14:tracePt t="254214" x="3371850" y="6013450"/>
          <p14:tracePt t="254236" x="3365500" y="6019800"/>
          <p14:tracePt t="254257" x="3365500" y="6026150"/>
          <p14:tracePt t="254284" x="3359150" y="6026150"/>
          <p14:tracePt t="254320" x="3359150" y="6032500"/>
          <p14:tracePt t="254369" x="3359150" y="6038850"/>
          <p14:tracePt t="254657" x="3352800" y="6038850"/>
          <p14:tracePt t="254721" x="3346450" y="6045200"/>
          <p14:tracePt t="254749" x="3340100" y="6045200"/>
          <p14:tracePt t="254777" x="3333750" y="6045200"/>
          <p14:tracePt t="254840" x="3327400" y="6051550"/>
          <p14:tracePt t="254903" x="3321050" y="6051550"/>
          <p14:tracePt t="254910" x="3321050" y="6057900"/>
          <p14:tracePt t="254938" x="3314700" y="6057900"/>
          <p14:tracePt t="254960" x="3308350" y="6064250"/>
          <p14:tracePt t="254988" x="3302000" y="6064250"/>
          <p14:tracePt t="255023" x="3295650" y="6064250"/>
          <p14:tracePt t="255051" x="3295650" y="6070600"/>
          <p14:tracePt t="255093" x="3289300" y="6070600"/>
          <p14:tracePt t="255163" x="3289300" y="6076950"/>
          <p14:tracePt t="255219" x="3289300" y="6083300"/>
          <p14:tracePt t="255262" x="3282950" y="6083300"/>
          <p14:tracePt t="255304" x="3282950" y="6089650"/>
          <p14:tracePt t="255374" x="3276600" y="6096000"/>
          <p14:tracePt t="255466" x="3270250" y="6096000"/>
          <p14:tracePt t="255585" x="3263900" y="6089650"/>
          <p14:tracePt t="255677" x="3270250" y="6089650"/>
          <p14:tracePt t="255683" x="3276600" y="6089650"/>
          <p14:tracePt t="255733" x="3282950" y="6089650"/>
          <p14:tracePt t="255775" x="3282950" y="6083300"/>
          <p14:tracePt t="255817" x="3289300" y="6083300"/>
          <p14:tracePt t="255852" x="3295650" y="6076950"/>
          <p14:tracePt t="255887" x="3302000" y="6076950"/>
          <p14:tracePt t="255915" x="3302000" y="6070600"/>
          <p14:tracePt t="255944" x="3308350" y="6070600"/>
          <p14:tracePt t="255972" x="3314700" y="6070600"/>
          <p14:tracePt t="256007" x="3321050" y="6064250"/>
          <p14:tracePt t="256063" x="3321050" y="6057900"/>
          <p14:tracePt t="256084" x="3327400" y="6057900"/>
          <p14:tracePt t="256112" x="3333750" y="6051550"/>
          <p14:tracePt t="256147" x="3340100" y="6045200"/>
          <p14:tracePt t="256154" x="3346450" y="6045200"/>
          <p14:tracePt t="256175" x="3352800" y="6038850"/>
          <p14:tracePt t="256204" x="3359150" y="6032500"/>
          <p14:tracePt t="256238" x="3365500" y="6032500"/>
          <p14:tracePt t="256246" x="3371850" y="6032500"/>
          <p14:tracePt t="256252" x="3378200" y="6032500"/>
          <p14:tracePt t="256267" x="3397250" y="6026150"/>
          <p14:tracePt t="256278" x="3409950" y="6019800"/>
          <p14:tracePt t="256296" x="3448050" y="6007100"/>
          <p14:tracePt t="256312" x="3479800" y="6000750"/>
          <p14:tracePt t="256330" x="3549650" y="5988050"/>
          <p14:tracePt t="256345" x="3619500" y="5969000"/>
          <p14:tracePt t="256362" x="3651250" y="5962650"/>
          <p14:tracePt t="256380" x="3695700" y="5949950"/>
          <p14:tracePt t="256395" x="3721100" y="5943600"/>
          <p14:tracePt t="256412" x="3727450" y="5937250"/>
          <p14:tracePt t="256463" x="3733800" y="5937250"/>
          <p14:tracePt t="256471" x="3740150" y="5930900"/>
          <p14:tracePt t="257269" x="3746500" y="5924550"/>
          <p14:tracePt t="257277" x="3759200" y="5905500"/>
          <p14:tracePt t="257290" x="3771900" y="5899150"/>
          <p14:tracePt t="257298" x="3797300" y="5886450"/>
          <p14:tracePt t="257312" x="3816350" y="5873750"/>
          <p14:tracePt t="257326" x="3892550" y="5829300"/>
          <p14:tracePt t="257342" x="3937000" y="5797550"/>
          <p14:tracePt t="257358" x="4006850" y="5753100"/>
          <p14:tracePt t="257375" x="4235450" y="5632450"/>
          <p14:tracePt t="257392" x="4660900" y="5416550"/>
          <p14:tracePt t="257408" x="4889500" y="5276850"/>
          <p14:tracePt t="257425" x="5467350" y="4965700"/>
          <p14:tracePt t="257441" x="6026150" y="4635500"/>
          <p14:tracePt t="257460" x="6553200" y="4362450"/>
          <p14:tracePt t="257474" x="6775450" y="4241800"/>
          <p14:tracePt t="257491" x="7124700" y="4070350"/>
          <p14:tracePt t="257508" x="7264400" y="4013200"/>
          <p14:tracePt t="257524" x="7473950" y="3943350"/>
          <p14:tracePt t="257541" x="7550150" y="3917950"/>
          <p14:tracePt t="257558" x="7683500" y="3879850"/>
          <p14:tracePt t="257574" x="7715250" y="3873500"/>
          <p14:tracePt t="257591" x="7778750" y="3860800"/>
          <p14:tracePt t="257607" x="7791450" y="3848100"/>
          <p14:tracePt t="257624" x="7804150" y="3835400"/>
          <p14:tracePt t="257642" x="7816850" y="3816350"/>
          <p14:tracePt t="257657" x="7823200" y="3816350"/>
          <p14:tracePt t="257674" x="7829550" y="3797300"/>
          <p14:tracePt t="257692" x="7835900" y="3778250"/>
          <p14:tracePt t="257707" x="7835900" y="3765550"/>
          <p14:tracePt t="257724" x="7835900" y="3759200"/>
          <p14:tracePt t="257741" x="7835900" y="3746500"/>
          <p14:tracePt t="257774" x="7835900" y="3740150"/>
          <p14:tracePt t="257791" x="7829550" y="3740150"/>
          <p14:tracePt t="257806" x="7823200" y="3740150"/>
          <p14:tracePt t="257824" x="7810500" y="3740150"/>
          <p14:tracePt t="257840" x="7785100" y="3752850"/>
          <p14:tracePt t="257857" x="7759700" y="3759200"/>
          <p14:tracePt t="257874" x="7747000" y="3759200"/>
          <p14:tracePt t="257890" x="7715250" y="3771900"/>
          <p14:tracePt t="257906" x="7683500" y="3784600"/>
          <p14:tracePt t="257923" x="7639050" y="3790950"/>
          <p14:tracePt t="257940" x="7613650" y="3790950"/>
          <p14:tracePt t="257956" x="7543800" y="3797300"/>
          <p14:tracePt t="257973" x="7461250" y="3810000"/>
          <p14:tracePt t="257990" x="7423150" y="3816350"/>
          <p14:tracePt t="258007" x="7302500" y="3835400"/>
          <p14:tracePt t="258023" x="7213600" y="3854450"/>
          <p14:tracePt t="258039" x="7105650" y="3873500"/>
          <p14:tracePt t="258056" x="7004050" y="3898900"/>
          <p14:tracePt t="258073" x="6800850" y="3930650"/>
          <p14:tracePt t="258089" x="6724650" y="3930650"/>
          <p14:tracePt t="258106" x="6654800" y="3937000"/>
          <p14:tracePt t="258122" x="6635750" y="3937000"/>
          <p14:tracePt t="258139" x="6629400" y="3937000"/>
          <p14:tracePt t="258156" x="6623050" y="3924300"/>
          <p14:tracePt t="258211" x="6629400" y="3924300"/>
          <p14:tracePt t="258253" x="6635750" y="3917950"/>
          <p14:tracePt t="258260" x="6642100" y="3917950"/>
          <p14:tracePt t="258290" x="6648450" y="3917950"/>
          <p14:tracePt t="258309" x="6654800" y="3911600"/>
          <p14:tracePt t="258345" x="6661150" y="3911600"/>
          <p14:tracePt t="258387" x="6661150" y="3905250"/>
          <p14:tracePt t="258393" x="6661150" y="3898900"/>
          <p14:tracePt t="258429" x="6661150" y="3892550"/>
          <p14:tracePt t="258436" x="6661150" y="3886200"/>
          <p14:tracePt t="258450" x="6654800" y="3879850"/>
          <p14:tracePt t="258485" x="6648450" y="3873500"/>
          <p14:tracePt t="258506" x="6648450" y="3867150"/>
          <p14:tracePt t="258527" x="6642100" y="3860800"/>
          <p14:tracePt t="258534" x="6642100" y="3854450"/>
          <p14:tracePt t="258541" x="6635750" y="3854450"/>
          <p14:tracePt t="258562" x="6635750" y="3848100"/>
          <p14:tracePt t="258577" x="6635750" y="3841750"/>
          <p14:tracePt t="258647" x="6629400" y="3835400"/>
          <p14:tracePt t="258668" x="6623050" y="3835400"/>
          <p14:tracePt t="258675" x="6623050" y="3829050"/>
          <p14:tracePt t="258703" x="6610350" y="3829050"/>
          <p14:tracePt t="258738" x="6604000" y="3829050"/>
          <p14:tracePt t="258794" x="6597650" y="3829050"/>
          <p14:tracePt t="258801" x="6597650" y="3835400"/>
          <p14:tracePt t="259690" x="6578600" y="3854450"/>
          <p14:tracePt t="259700" x="6534150" y="3879850"/>
          <p14:tracePt t="259718" x="6407150" y="3956050"/>
          <p14:tracePt t="259735" x="6311900" y="4019550"/>
          <p14:tracePt t="259750" x="6064250" y="4152900"/>
          <p14:tracePt t="259768" x="5810250" y="4318000"/>
          <p14:tracePt t="259783" x="5645150" y="4438650"/>
          <p14:tracePt t="259800" x="5461000" y="4565650"/>
          <p14:tracePt t="259817" x="4883150" y="4889500"/>
          <p14:tracePt t="259834" x="4737100" y="4959350"/>
          <p14:tracePt t="259850" x="4591050" y="5035550"/>
          <p14:tracePt t="259866" x="4368800" y="5187950"/>
          <p14:tracePt t="259883" x="4178300" y="5327650"/>
          <p14:tracePt t="259901" x="4013200" y="5454650"/>
          <p14:tracePt t="259916" x="3956050" y="5499100"/>
          <p14:tracePt t="259933" x="3867150" y="5556250"/>
          <p14:tracePt t="259950" x="3810000" y="5588000"/>
          <p14:tracePt t="259966" x="3797300" y="5594350"/>
          <p14:tracePt t="259983" x="3771900" y="5607050"/>
          <p14:tracePt t="259999" x="3759200" y="5613400"/>
          <p14:tracePt t="260016" x="3740150" y="5619750"/>
          <p14:tracePt t="260034" x="3721100" y="5626100"/>
          <p14:tracePt t="260049" x="3702050" y="5632450"/>
          <p14:tracePt t="260066" x="3676650" y="5651500"/>
          <p14:tracePt t="260083" x="3663950" y="5657850"/>
          <p14:tracePt t="260099" x="3619500" y="5695950"/>
          <p14:tracePt t="260116" x="3594100" y="5715000"/>
          <p14:tracePt t="260133" x="3562350" y="5734050"/>
          <p14:tracePt t="260149" x="3498850" y="5791200"/>
          <p14:tracePt t="260165" x="3429000" y="5861050"/>
          <p14:tracePt t="260182" x="3359150" y="5930900"/>
          <p14:tracePt t="260198" x="3321050" y="5969000"/>
          <p14:tracePt t="260216" x="3244850" y="6038850"/>
          <p14:tracePt t="260232" x="3187700" y="6083300"/>
          <p14:tracePt t="260248" x="3168650" y="6102350"/>
          <p14:tracePt t="260266" x="3130550" y="6108700"/>
          <p14:tracePt t="260282" x="3105150" y="6115050"/>
          <p14:tracePt t="260298" x="3098800" y="6115050"/>
          <p14:tracePt t="260315" x="3086100" y="6115050"/>
          <p14:tracePt t="260332" x="3079750" y="6115050"/>
          <p14:tracePt t="260348" x="3073400" y="6115050"/>
          <p14:tracePt t="260365" x="3060700" y="6115050"/>
          <p14:tracePt t="260398" x="3054350" y="6115050"/>
          <p14:tracePt t="260421" x="3041650" y="6115050"/>
          <p14:tracePt t="260442" x="3035300" y="6115050"/>
          <p14:tracePt t="260477" x="3022600" y="6115050"/>
          <p14:tracePt t="260499" x="3016250" y="6115050"/>
          <p14:tracePt t="261156" x="3009900" y="6115050"/>
          <p14:tracePt t="261177" x="3003550" y="6115050"/>
          <p14:tracePt t="261183" x="2997200" y="6115050"/>
          <p14:tracePt t="261198" x="2990850" y="6115050"/>
          <p14:tracePt t="261212" x="2984500" y="6115050"/>
          <p14:tracePt t="261233" x="2978150" y="6115050"/>
          <p14:tracePt t="261296" x="2971800" y="6115050"/>
          <p14:tracePt t="261324" x="2965450" y="6115050"/>
          <p14:tracePt t="261366" x="2959100" y="6115050"/>
          <p14:tracePt t="261415" x="2952750" y="6115050"/>
          <p14:tracePt t="261422" x="2946400" y="6115050"/>
          <p14:tracePt t="261436" x="2940050" y="6115050"/>
          <p14:tracePt t="261465" x="2933700" y="6115050"/>
          <p14:tracePt t="261493" x="2927350" y="6115050"/>
          <p14:tracePt t="261514" x="2921000" y="6115050"/>
          <p14:tracePt t="261549" x="2914650" y="6115050"/>
          <p14:tracePt t="261563" x="2908300" y="6115050"/>
          <p14:tracePt t="261605" x="2901950" y="6115050"/>
          <p14:tracePt t="261676" x="2895600" y="6121400"/>
          <p14:tracePt t="261682" x="2882900" y="6121400"/>
          <p14:tracePt t="262331" x="2889250" y="6121400"/>
          <p14:tracePt t="262366" x="2895600" y="6121400"/>
          <p14:tracePt t="262387" x="2901950" y="6121400"/>
          <p14:tracePt t="262479" x="2908300" y="6121400"/>
          <p14:tracePt t="262549" x="2914650" y="6121400"/>
          <p14:tracePt t="262591" x="2921000" y="6121400"/>
          <p14:tracePt t="262640" x="2927350" y="6115050"/>
          <p14:tracePt t="262711" x="2940050" y="6115050"/>
          <p14:tracePt t="262738" x="2952750" y="6115050"/>
          <p14:tracePt t="262781" x="2959100" y="6115050"/>
          <p14:tracePt t="262787" x="2965450" y="6115050"/>
          <p14:tracePt t="262802" x="2971800" y="6115050"/>
          <p14:tracePt t="262809" x="2978150" y="6115050"/>
          <p14:tracePt t="262830" x="2984500" y="6115050"/>
          <p14:tracePt t="262844" x="2997200" y="6108700"/>
          <p14:tracePt t="262856" x="3003550" y="6108700"/>
          <p14:tracePt t="262873" x="3035300" y="6102350"/>
          <p14:tracePt t="262890" x="3054350" y="6102350"/>
          <p14:tracePt t="262907" x="3098800" y="6096000"/>
          <p14:tracePt t="262922" x="3136900" y="6089650"/>
          <p14:tracePt t="262939" x="3155950" y="6076950"/>
          <p14:tracePt t="262956" x="3181350" y="6076950"/>
          <p14:tracePt t="262972" x="3206750" y="6076950"/>
          <p14:tracePt t="262989" x="3213100" y="6076950"/>
          <p14:tracePt t="263006" x="3225800" y="6076950"/>
          <p14:tracePt t="263022" x="3232150" y="6076950"/>
          <p14:tracePt t="263062" x="3238500" y="6076950"/>
          <p14:tracePt t="263111" x="3244850" y="6076950"/>
          <p14:tracePt t="263139" x="3251200" y="6076950"/>
          <p14:tracePt t="263174" x="3257550" y="6076950"/>
          <p14:tracePt t="263245" x="3263900" y="6076950"/>
          <p14:tracePt t="263280" x="3270250" y="6076950"/>
          <p14:tracePt t="263336" x="3276600" y="6076950"/>
          <p14:tracePt t="263343" x="3282950" y="6076950"/>
          <p14:tracePt t="263354" x="3289300" y="6076950"/>
          <p14:tracePt t="263371" x="3314700" y="6070600"/>
          <p14:tracePt t="263387" x="3333750" y="6070600"/>
          <p14:tracePt t="263404" x="3365500" y="6057900"/>
          <p14:tracePt t="263421" x="3517900" y="6007100"/>
          <p14:tracePt t="263438" x="3581400" y="5975350"/>
          <p14:tracePt t="263455" x="3689350" y="5937250"/>
          <p14:tracePt t="263471" x="4146550" y="5715000"/>
          <p14:tracePt t="263488" x="4368800" y="5607050"/>
          <p14:tracePt t="263504" x="4870450" y="5340350"/>
          <p14:tracePt t="263521" x="5124450" y="5200650"/>
          <p14:tracePt t="263537" x="5607050" y="4902200"/>
          <p14:tracePt t="263554" x="6019800" y="4635500"/>
          <p14:tracePt t="263570" x="6178550" y="4514850"/>
          <p14:tracePt t="263587" x="6369050" y="4368800"/>
          <p14:tracePt t="263604" x="6502400" y="4260850"/>
          <p14:tracePt t="263620" x="6546850" y="4216400"/>
          <p14:tracePt t="263638" x="6604000" y="4127500"/>
          <p14:tracePt t="263653" x="6629400" y="4006850"/>
          <p14:tracePt t="263670" x="6635750" y="3937000"/>
          <p14:tracePt t="263687" x="6648450" y="3835400"/>
          <p14:tracePt t="263703" x="6648450" y="3784600"/>
          <p14:tracePt t="263721" x="6648450" y="3759200"/>
          <p14:tracePt t="263737" x="6648450" y="3714750"/>
          <p14:tracePt t="263753" x="6648450" y="3670300"/>
          <p14:tracePt t="263770" x="6648450" y="3638550"/>
          <p14:tracePt t="263787" x="6648450" y="3549650"/>
          <p14:tracePt t="264329" x="6667500" y="3587750"/>
          <p14:tracePt t="264336" x="6692900" y="3632200"/>
          <p14:tracePt t="264343" x="6718300" y="3702050"/>
          <p14:tracePt t="264357" x="6750050" y="3765550"/>
          <p14:tracePt t="264368" x="6788150" y="3848100"/>
          <p14:tracePt t="264384" x="6832600" y="3930650"/>
          <p14:tracePt t="264401" x="6908800" y="4083050"/>
          <p14:tracePt t="264417" x="6978650" y="4216400"/>
          <p14:tracePt t="264434" x="7010400" y="4273550"/>
          <p14:tracePt t="264451" x="7073900" y="4387850"/>
          <p14:tracePt t="264467" x="7099300" y="4419600"/>
          <p14:tracePt t="264484" x="7137400" y="4502150"/>
          <p14:tracePt t="264501" x="7143750" y="4527550"/>
          <p14:tracePt t="264518" x="7150100" y="4546600"/>
          <p14:tracePt t="264534" x="7156450" y="4559300"/>
          <p14:tracePt t="264567" x="7156450" y="4565650"/>
          <p14:tracePt t="264765" x="7156450" y="4559300"/>
          <p14:tracePt t="265540" x="7150100" y="4521200"/>
          <p14:tracePt t="265554" x="7131050" y="4457700"/>
          <p14:tracePt t="265561" x="7112000" y="4387850"/>
          <p14:tracePt t="265568" x="7092950" y="4337050"/>
          <p14:tracePt t="265583" x="7054850" y="4254500"/>
          <p14:tracePt t="265597" x="7023100" y="4140200"/>
          <p14:tracePt t="265614" x="6877050" y="3752850"/>
          <p14:tracePt t="265631" x="6781800" y="3486150"/>
          <p14:tracePt t="265647" x="6565900" y="2882900"/>
          <p14:tracePt t="265663" x="6457950" y="2444750"/>
          <p14:tracePt t="265680" x="6413500" y="2311400"/>
          <p14:tracePt t="265696" x="6362700" y="2139950"/>
          <p14:tracePt t="265713" x="6337300" y="2044700"/>
          <p14:tracePt t="265730" x="6318250" y="1987550"/>
          <p14:tracePt t="265747" x="6311900" y="1968500"/>
          <p14:tracePt t="265763" x="6305550" y="1955800"/>
          <p14:tracePt t="265780" x="6305550" y="1911350"/>
          <p14:tracePt t="265796" x="6305550" y="1898650"/>
          <p14:tracePt t="265814" x="6311900" y="1892300"/>
          <p14:tracePt t="265829" x="6311900" y="1873250"/>
          <p14:tracePt t="265846" x="6311900" y="1866900"/>
          <p14:tracePt t="265849" x="6311900" y="1854200"/>
          <p14:tracePt t="265870" x="6311900" y="1847850"/>
          <p14:tracePt t="265905" x="6311900" y="1841500"/>
          <p14:tracePt t="265933" x="6311900" y="1847850"/>
          <p14:tracePt t="265940" x="6311900" y="1854200"/>
          <p14:tracePt t="265954" x="6311900" y="1866900"/>
          <p14:tracePt t="265965" x="6305550" y="1866900"/>
          <p14:tracePt t="265979" x="6305550" y="1873250"/>
          <p14:tracePt t="265995" x="6299200" y="1898650"/>
          <p14:tracePt t="266013" x="6299200" y="1917700"/>
          <p14:tracePt t="266451" x="6305550" y="1936750"/>
          <p14:tracePt t="266465" x="6318250" y="1955800"/>
          <p14:tracePt t="266472" x="6343650" y="1987550"/>
          <p14:tracePt t="266486" x="6369050" y="2006600"/>
          <p14:tracePt t="266496" x="6381750" y="2032000"/>
          <p14:tracePt t="266510" x="6400800" y="2051050"/>
          <p14:tracePt t="266526" x="6438900" y="2089150"/>
          <p14:tracePt t="266544" x="6464300" y="2120900"/>
          <p14:tracePt t="266560" x="6477000" y="2127250"/>
          <p14:tracePt t="266577" x="6496050" y="2139950"/>
          <p14:tracePt t="266594" x="6546850" y="2190750"/>
          <p14:tracePt t="266610" x="6565900" y="2216150"/>
          <p14:tracePt t="266627" x="6578600" y="2228850"/>
          <p14:tracePt t="266643" x="6604000" y="2254250"/>
          <p14:tracePt t="266660" x="6616700" y="2273300"/>
          <p14:tracePt t="266677" x="6629400" y="2279650"/>
          <p14:tracePt t="266709" x="6635750" y="2298700"/>
          <p14:tracePt t="266726" x="6661150" y="2317750"/>
          <p14:tracePt t="266743" x="6680200" y="2343150"/>
          <p14:tracePt t="266760" x="6692900" y="2355850"/>
          <p14:tracePt t="269515" x="6686550" y="2355850"/>
          <p14:tracePt t="269529" x="6673850" y="2355850"/>
          <p14:tracePt t="269536" x="6667500" y="2349500"/>
          <p14:tracePt t="269550" x="6648450" y="2343150"/>
          <p14:tracePt t="269566" x="6610350" y="2324100"/>
          <p14:tracePt t="269583" x="6565900" y="2305050"/>
          <p14:tracePt t="269600" x="6464300" y="2247900"/>
          <p14:tracePt t="269616" x="6330950" y="2184400"/>
          <p14:tracePt t="269633" x="6235700" y="2152650"/>
          <p14:tracePt t="269650" x="6013450" y="2070100"/>
          <p14:tracePt t="269666" x="5886450" y="2025650"/>
          <p14:tracePt t="269683" x="5638800" y="1949450"/>
          <p14:tracePt t="269700" x="5334000" y="1828800"/>
          <p14:tracePt t="269717" x="5156200" y="1733550"/>
          <p14:tracePt t="269733" x="4775200" y="1581150"/>
          <p14:tracePt t="269749" x="4260850" y="1346200"/>
          <p14:tracePt t="269765" x="3994150" y="1250950"/>
          <p14:tracePt t="269782" x="3536950" y="1060450"/>
          <p14:tracePt t="269799" x="3117850" y="933450"/>
          <p14:tracePt t="269816" x="2927350" y="869950"/>
          <p14:tracePt t="269832" x="2679700" y="742950"/>
          <p14:tracePt t="269849" x="2489200" y="647700"/>
          <p14:tracePt t="269866" x="2393950" y="584200"/>
          <p14:tracePt t="269882" x="2260600" y="508000"/>
          <p14:tracePt t="269898" x="2178050" y="444500"/>
          <p14:tracePt t="269915" x="2146300" y="412750"/>
          <p14:tracePt t="269932" x="2120900" y="406400"/>
          <p14:tracePt t="269948" x="2108200" y="387350"/>
          <p14:tracePt t="269965" x="2057400" y="349250"/>
          <p14:tracePt t="269982" x="2044700" y="342900"/>
          <p14:tracePt t="269999" x="2025650" y="336550"/>
          <p14:tracePt t="270015" x="1993900" y="311150"/>
          <p14:tracePt t="270031" x="1968500" y="298450"/>
          <p14:tracePt t="270048" x="1943100" y="292100"/>
          <p14:tracePt t="270065" x="1905000" y="279400"/>
          <p14:tracePt t="270081" x="1854200" y="266700"/>
          <p14:tracePt t="270099" x="1797050" y="260350"/>
          <p14:tracePt t="270114" x="1758950" y="260350"/>
          <p14:tracePt t="270131" x="1714500" y="260350"/>
          <p14:tracePt t="270148" x="1676400" y="260350"/>
          <p14:tracePt t="270164" x="1663700" y="260350"/>
          <p14:tracePt t="270181" x="1638300" y="260350"/>
          <p14:tracePt t="270198" x="1606550" y="266700"/>
          <p14:tracePt t="270214" x="1587500" y="266700"/>
          <p14:tracePt t="270231" x="1511300" y="247650"/>
          <p14:tracePt t="270740" x="1511300" y="260350"/>
          <p14:tracePt t="270747" x="1511300" y="292100"/>
          <p14:tracePt t="270765" x="1504950" y="317500"/>
          <p14:tracePt t="270779" x="1504950" y="349250"/>
          <p14:tracePt t="270795" x="1492250" y="387350"/>
          <p14:tracePt t="270813" x="1473200" y="425450"/>
          <p14:tracePt t="270829" x="1466850" y="438150"/>
          <p14:tracePt t="270845" x="1441450" y="469900"/>
          <p14:tracePt t="270861" x="1409700" y="514350"/>
          <p14:tracePt t="270878" x="1384300" y="527050"/>
          <p14:tracePt t="270895" x="1346200" y="565150"/>
          <p14:tracePt t="270912" x="1308100" y="590550"/>
          <p14:tracePt t="270928" x="1289050" y="603250"/>
          <p14:tracePt t="270945" x="1263650" y="609600"/>
          <p14:tracePt t="270961" x="1250950" y="615950"/>
          <p14:tracePt t="270978" x="1244600" y="615950"/>
          <p14:tracePt t="270995" x="1225550" y="628650"/>
          <p14:tracePt t="271015" x="1219200" y="635000"/>
          <p14:tracePt t="271028" x="1212850" y="635000"/>
          <p14:tracePt t="271044" x="1206500" y="641350"/>
          <p14:tracePt t="271061" x="1200150" y="641350"/>
          <p14:tracePt t="271078" x="1193800" y="641350"/>
          <p14:tracePt t="271142" x="1187450" y="635000"/>
          <p14:tracePt t="271163" x="1187450" y="628650"/>
          <p14:tracePt t="271184" x="1187450" y="622300"/>
          <p14:tracePt t="271190" x="1187450" y="615950"/>
          <p14:tracePt t="271212" x="1187450" y="609600"/>
          <p14:tracePt t="271261" x="1187450" y="603250"/>
          <p14:tracePt t="271282" x="1187450" y="596900"/>
          <p14:tracePt t="271303" x="1193800" y="590550"/>
          <p14:tracePt t="271331" x="1200150" y="584200"/>
          <p14:tracePt t="271345" x="1206500" y="584200"/>
          <p14:tracePt t="271367" x="1212850" y="584200"/>
          <p14:tracePt t="271374" x="1219200" y="584200"/>
          <p14:tracePt t="271395" x="1225550" y="584200"/>
          <p14:tracePt t="271401" x="1244600" y="584200"/>
          <p14:tracePt t="271416" x="1276350" y="584200"/>
          <p14:tracePt t="271426" x="1301750" y="584200"/>
          <p14:tracePt t="271444" x="1352550" y="584200"/>
          <p14:tracePt t="271460" x="1485900" y="603250"/>
          <p14:tracePt t="271476" x="1638300" y="635000"/>
          <p14:tracePt t="271493" x="1809750" y="673100"/>
          <p14:tracePt t="271509" x="1911350" y="685800"/>
          <p14:tracePt t="271526" x="2095500" y="717550"/>
          <p14:tracePt t="271543" x="2260600" y="742950"/>
          <p14:tracePt t="271560" x="2317750" y="755650"/>
          <p14:tracePt t="271578" x="2406650" y="762000"/>
          <p14:tracePt t="271592" x="2451100" y="774700"/>
          <p14:tracePt t="271609" x="2470150" y="781050"/>
          <p14:tracePt t="271626" x="2489200" y="787400"/>
          <p14:tracePt t="271642" x="2495550" y="793750"/>
          <p14:tracePt t="271659" x="2501900" y="793750"/>
          <p14:tracePt t="271676" x="2508250" y="800100"/>
          <p14:tracePt t="271725" x="2508250" y="793750"/>
          <p14:tracePt t="271788" x="2508250" y="787400"/>
          <p14:tracePt t="272816" x="2508250" y="793750"/>
          <p14:tracePt t="272831" x="2508250" y="806450"/>
          <p14:tracePt t="272839" x="2508250" y="825500"/>
          <p14:tracePt t="272852" x="2508250" y="850900"/>
          <p14:tracePt t="272859" x="2508250" y="869950"/>
          <p14:tracePt t="272871" x="2508250" y="889000"/>
          <p14:tracePt t="272888" x="2514600" y="946150"/>
          <p14:tracePt t="272905" x="2514600" y="977900"/>
          <p14:tracePt t="272922" x="2520950" y="1016000"/>
          <p14:tracePt t="272937" x="2546350" y="1130300"/>
          <p14:tracePt t="272954" x="2552700" y="1155700"/>
          <p14:tracePt t="272972" x="2571750" y="1238250"/>
          <p14:tracePt t="272988" x="2590800" y="1295400"/>
          <p14:tracePt t="273004" x="2616200" y="1403350"/>
          <p14:tracePt t="273021" x="2635250" y="1524000"/>
          <p14:tracePt t="273037" x="2654300" y="1574800"/>
          <p14:tracePt t="273054" x="2660650" y="1670050"/>
          <p14:tracePt t="273071" x="2660650" y="1727200"/>
          <p14:tracePt t="273087" x="2660650" y="1752600"/>
          <p14:tracePt t="273105" x="2660650" y="1778000"/>
          <p14:tracePt t="273120" x="2654300" y="1784350"/>
          <p14:tracePt t="273137" x="2647950" y="1790700"/>
          <p14:tracePt t="273196" x="2647950" y="1797050"/>
          <p14:tracePt t="273695" x="2654300" y="1797050"/>
          <p14:tracePt t="273701" x="2692400" y="1790700"/>
          <p14:tracePt t="273716" x="2724150" y="1771650"/>
          <p14:tracePt t="273722" x="2794000" y="1752600"/>
          <p14:tracePt t="273735" x="2844800" y="1733550"/>
          <p14:tracePt t="273751" x="2965450" y="1708150"/>
          <p14:tracePt t="273768" x="3035300" y="1701800"/>
          <p14:tracePt t="273786" x="3187700" y="1689100"/>
          <p14:tracePt t="273801" x="3378200" y="1695450"/>
          <p14:tracePt t="273818" x="3492500" y="1695450"/>
          <p14:tracePt t="273835" x="3733800" y="1689100"/>
          <p14:tracePt t="273852" x="4000500" y="1644650"/>
          <p14:tracePt t="273869" x="4171950" y="1619250"/>
          <p14:tracePt t="273884" x="4470400" y="1562100"/>
          <p14:tracePt t="273901" x="4603750" y="1530350"/>
          <p14:tracePt t="273917" x="4819650" y="1492250"/>
          <p14:tracePt t="273934" x="5041900" y="1447800"/>
          <p14:tracePt t="273951" x="5130800" y="1447800"/>
          <p14:tracePt t="273968" x="5270500" y="1454150"/>
          <p14:tracePt t="273984" x="5391150" y="1492250"/>
          <p14:tracePt t="274001" x="5461000" y="1517650"/>
          <p14:tracePt t="274017" x="5600700" y="1606550"/>
          <p14:tracePt t="274034" x="5753100" y="1708150"/>
          <p14:tracePt t="274051" x="5822950" y="1771650"/>
          <p14:tracePt t="274067" x="5988050" y="1917700"/>
          <p14:tracePt t="274084" x="6191250" y="2063750"/>
          <p14:tracePt t="274102" x="6400800" y="2254250"/>
          <p14:tracePt t="274117" x="6489700" y="2362200"/>
          <p14:tracePt t="274134" x="6584950" y="2495550"/>
          <p14:tracePt t="274151" x="6775450" y="2813050"/>
          <p14:tracePt t="274686" x="6743700" y="2813050"/>
          <p14:tracePt t="274693" x="6686550" y="2832100"/>
          <p14:tracePt t="274707" x="6623050" y="2857500"/>
          <p14:tracePt t="274715" x="6553200" y="2889250"/>
          <p14:tracePt t="274731" x="6457950" y="2921000"/>
          <p14:tracePt t="274749" x="6248400" y="3035300"/>
          <p14:tracePt t="274765" x="6070600" y="3162300"/>
          <p14:tracePt t="274782" x="6000750" y="3232150"/>
          <p14:tracePt t="274799" x="5937250" y="3314700"/>
          <p14:tracePt t="274815" x="5829300" y="3543300"/>
          <p14:tracePt t="274832" x="5746750" y="3765550"/>
          <p14:tracePt t="274848" x="5702300" y="3994150"/>
          <p14:tracePt t="274866" x="5689600" y="4121150"/>
          <p14:tracePt t="274882" x="5708650" y="4311650"/>
          <p14:tracePt t="274898" x="5727700" y="4483100"/>
          <p14:tracePt t="274914" x="5746750" y="4572000"/>
          <p14:tracePt t="274932" x="5797550" y="4756150"/>
          <p14:tracePt t="274948" x="5816600" y="4959350"/>
          <p14:tracePt t="274965" x="5829300" y="5060950"/>
          <p14:tracePt t="274981" x="5829300" y="5264150"/>
          <p14:tracePt t="274997" x="5822950" y="5429250"/>
          <p14:tracePt t="275014" x="5822950" y="5530850"/>
          <p14:tracePt t="275031" x="5816600" y="5676900"/>
          <p14:tracePt t="275047" x="5803900" y="5727700"/>
          <p14:tracePt t="275065" x="5791200" y="5753100"/>
          <p14:tracePt t="275081" x="5791200" y="5759450"/>
          <p14:tracePt t="275097" x="5784850" y="5765800"/>
          <p14:tracePt t="275114" x="5772150" y="5797550"/>
          <p14:tracePt t="275130" x="5765800" y="5803900"/>
          <p14:tracePt t="275147" x="5759450" y="5810250"/>
          <p14:tracePt t="275164" x="5740400" y="5816600"/>
          <p14:tracePt t="275180" x="5727700" y="5816600"/>
          <p14:tracePt t="275197" x="5721350" y="5816600"/>
          <p14:tracePt t="275213" x="5702300" y="5816600"/>
          <p14:tracePt t="275230" x="5683250" y="5816600"/>
          <p14:tracePt t="275247" x="5676900" y="5822950"/>
          <p14:tracePt t="275264" x="5657850" y="5822950"/>
          <p14:tracePt t="275280" x="5632450" y="5829300"/>
          <p14:tracePt t="275297" x="5613400" y="5842000"/>
          <p14:tracePt t="275312" x="5575300" y="5854700"/>
          <p14:tracePt t="275330" x="5543550" y="5867400"/>
          <p14:tracePt t="275347" x="5511800" y="5880100"/>
          <p14:tracePt t="275363" x="5499100" y="5886450"/>
          <p14:tracePt t="275380" x="5473700" y="5886450"/>
          <p14:tracePt t="275396" x="5429250" y="5892800"/>
          <p14:tracePt t="275413" x="5416550" y="5892800"/>
          <p14:tracePt t="275430" x="5403850" y="5892800"/>
          <p14:tracePt t="275446" x="5378450" y="5880100"/>
          <p14:tracePt t="275462" x="5353050" y="5867400"/>
          <p14:tracePt t="275466" x="5340350" y="5861050"/>
          <p14:tracePt t="275482" x="5321300" y="5861050"/>
          <p14:tracePt t="275496" x="5308600" y="5854700"/>
          <p14:tracePt t="275512" x="5276850" y="5842000"/>
          <p14:tracePt t="275529" x="5251450" y="5842000"/>
          <p14:tracePt t="275545" x="5226050" y="5835650"/>
          <p14:tracePt t="275562" x="5213350" y="5829300"/>
          <p14:tracePt t="275579" x="5200650" y="5829300"/>
          <p14:tracePt t="275595" x="5194300" y="5829300"/>
          <p14:tracePt t="275612" x="5187950" y="5822950"/>
          <p14:tracePt t="275629" x="5181600" y="5822950"/>
          <p14:tracePt t="275665" x="5175250" y="5822950"/>
          <p14:tracePt t="275881" x="5181600" y="5822950"/>
          <p14:tracePt t="275888" x="5194300" y="5829300"/>
          <p14:tracePt t="275902" x="5213350" y="5829300"/>
          <p14:tracePt t="275911" x="5238750" y="5835650"/>
          <p14:tracePt t="275928" x="5276850" y="5842000"/>
          <p14:tracePt t="275945" x="5353050" y="5842000"/>
          <p14:tracePt t="275961" x="5461000" y="5861050"/>
          <p14:tracePt t="275977" x="5524500" y="5861050"/>
          <p14:tracePt t="275994" x="5632450" y="5886450"/>
          <p14:tracePt t="276011" x="5695950" y="5886450"/>
          <p14:tracePt t="276028" x="5797550" y="5899150"/>
          <p14:tracePt t="276044" x="5880100" y="5899150"/>
          <p14:tracePt t="276060" x="5905500" y="5899150"/>
          <p14:tracePt t="276078" x="5962650" y="5911850"/>
          <p14:tracePt t="276094" x="5994400" y="5924550"/>
          <p14:tracePt t="276111" x="6007100" y="5924550"/>
          <p14:tracePt t="276127" x="6019800" y="5924550"/>
          <p14:tracePt t="276143" x="6026150" y="5924550"/>
          <p14:tracePt t="276183" x="6032500" y="5924550"/>
          <p14:tracePt t="276218" x="6038850" y="5924550"/>
          <p14:tracePt t="276282" x="6038850" y="5918200"/>
          <p14:tracePt t="276303" x="6038850" y="5911850"/>
          <p14:tracePt t="276311" x="6038850" y="5905500"/>
          <p14:tracePt t="276331" x="6032500" y="5905500"/>
          <p14:tracePt t="276352" x="6026150" y="5899150"/>
          <p14:tracePt t="276380" x="6019800" y="5899150"/>
          <p14:tracePt t="276421" x="6013450" y="5899150"/>
          <p14:tracePt t="276450" x="6007100" y="5899150"/>
          <p14:tracePt t="276464" x="6000750" y="5899150"/>
          <p14:tracePt t="276471" x="5994400" y="5899150"/>
          <p14:tracePt t="276494" x="5988050" y="5892800"/>
          <p14:tracePt t="276520" x="5981700" y="5892800"/>
          <p14:tracePt t="276535" x="5975350" y="5892800"/>
          <p14:tracePt t="276541" x="5969000" y="5892800"/>
          <p14:tracePt t="276556" x="5962650" y="5892800"/>
          <p14:tracePt t="276563" x="5949950" y="5886450"/>
          <p14:tracePt t="276579" x="5937250" y="5886450"/>
          <p14:tracePt t="276592" x="5905500" y="5873750"/>
          <p14:tracePt t="276608" x="5873750" y="5861050"/>
          <p14:tracePt t="276626" x="5816600" y="5854700"/>
          <p14:tracePt t="276642" x="5791200" y="5848350"/>
          <p14:tracePt t="276658" x="5734050" y="5848350"/>
          <p14:tracePt t="276675" x="5676900" y="5842000"/>
          <p14:tracePt t="276691" x="5657850" y="5842000"/>
          <p14:tracePt t="276708" x="5613400" y="5835650"/>
          <p14:tracePt t="276725" x="5581650" y="5835650"/>
          <p14:tracePt t="276741" x="5562600" y="5835650"/>
          <p14:tracePt t="276759" x="5537200" y="5835650"/>
          <p14:tracePt t="276774" x="5505450" y="5835650"/>
          <p14:tracePt t="276791" x="5486400" y="5835650"/>
          <p14:tracePt t="276808" x="5461000" y="5835650"/>
          <p14:tracePt t="276824" x="5435600" y="5835650"/>
          <p14:tracePt t="276841" x="5422900" y="5835650"/>
          <p14:tracePt t="276858" x="5403850" y="5829300"/>
          <p14:tracePt t="276874" x="5391150" y="5829300"/>
          <p14:tracePt t="277006" x="5397500" y="5829300"/>
          <p14:tracePt t="277048" x="5403850" y="5829300"/>
          <p14:tracePt t="277287" x="5410200" y="5829300"/>
          <p14:tracePt t="277406" x="5403850" y="5829300"/>
          <p14:tracePt t="277427" x="5397500" y="5829300"/>
          <p14:tracePt t="277434" x="5391150" y="5829300"/>
          <p14:tracePt t="277469" x="5384800" y="5829300"/>
          <p14:tracePt t="277491" x="5378450" y="5822950"/>
          <p14:tracePt t="277497" x="5372100" y="5822950"/>
          <p14:tracePt t="277506" x="5365750" y="5822950"/>
          <p14:tracePt t="277522" x="5353050" y="5822950"/>
          <p14:tracePt t="277539" x="5334000" y="5822950"/>
          <p14:tracePt t="277555" x="5308600" y="5822950"/>
          <p14:tracePt t="277572" x="5264150" y="5816600"/>
          <p14:tracePt t="277589" x="5207000" y="5816600"/>
          <p14:tracePt t="277605" x="5162550" y="5810250"/>
          <p14:tracePt t="277622" x="5105400" y="5810250"/>
          <p14:tracePt t="277638" x="5048250" y="5810250"/>
          <p14:tracePt t="277655" x="5029200" y="5810250"/>
          <p14:tracePt t="277672" x="4997450" y="5803900"/>
          <p14:tracePt t="277688" x="4991100" y="5803900"/>
          <p14:tracePt t="277722" x="4991100" y="5797550"/>
          <p14:tracePt t="277738" x="4997450" y="5797550"/>
          <p14:tracePt t="277754" x="5003800" y="5797550"/>
          <p14:tracePt t="277771" x="5010150" y="5797550"/>
          <p14:tracePt t="277788" x="5029200" y="5803900"/>
          <p14:tracePt t="277805" x="5035550" y="5803900"/>
          <p14:tracePt t="277822" x="5067300" y="5803900"/>
          <p14:tracePt t="277838" x="5099050" y="5822950"/>
          <p14:tracePt t="277854" x="5226050" y="5842000"/>
          <p14:tracePt t="277871" x="5410200" y="5861050"/>
          <p14:tracePt t="277887" x="5524500" y="5873750"/>
          <p14:tracePt t="277905" x="5715000" y="5892800"/>
          <p14:tracePt t="277921" x="5892800" y="5899150"/>
          <p14:tracePt t="277937" x="5962650" y="5911850"/>
          <p14:tracePt t="277954" x="6076950" y="5918200"/>
          <p14:tracePt t="277971" x="6146800" y="5930900"/>
          <p14:tracePt t="277988" x="6165850" y="5930900"/>
          <p14:tracePt t="278004" x="6191250" y="5930900"/>
          <p14:tracePt t="278020" x="6197600" y="5930900"/>
          <p14:tracePt t="278054" x="6197600" y="5924550"/>
          <p14:tracePt t="278071" x="6197600" y="5918200"/>
          <p14:tracePt t="278102" x="6197600" y="5911850"/>
          <p14:tracePt t="278109" x="6197600" y="5905500"/>
          <p14:tracePt t="278200" x="6191250" y="5911850"/>
          <p14:tracePt t="278214" x="6191250" y="5918200"/>
          <p14:tracePt t="278235" x="6191250" y="5924550"/>
          <p14:tracePt t="278742" x="6172200" y="5924550"/>
          <p14:tracePt t="278749" x="6153150" y="5924550"/>
          <p14:tracePt t="278764" x="6121400" y="5918200"/>
          <p14:tracePt t="278771" x="6102350" y="5911850"/>
          <p14:tracePt t="278787" x="6083300" y="5899150"/>
          <p14:tracePt t="278801" x="6051550" y="5892800"/>
          <p14:tracePt t="278818" x="6000750" y="5886450"/>
          <p14:tracePt t="278834" x="5956300" y="5886450"/>
          <p14:tracePt t="278851" x="5924550" y="5886450"/>
          <p14:tracePt t="278867" x="5880100" y="5886450"/>
          <p14:tracePt t="278884" x="5810250" y="5886450"/>
          <p14:tracePt t="278901" x="5784850" y="5886450"/>
          <p14:tracePt t="278918" x="5727700" y="5886450"/>
          <p14:tracePt t="278934" x="5676900" y="5886450"/>
          <p14:tracePt t="278951" x="5645150" y="5899150"/>
          <p14:tracePt t="278967" x="5607050" y="5899150"/>
          <p14:tracePt t="278984" x="5556250" y="5905500"/>
          <p14:tracePt t="279000" x="5537200" y="5905500"/>
          <p14:tracePt t="279017" x="5480050" y="5892800"/>
          <p14:tracePt t="279033" x="5429250" y="5892800"/>
          <p14:tracePt t="279050" x="5410200" y="5892800"/>
          <p14:tracePt t="279067" x="5359400" y="5892800"/>
          <p14:tracePt t="279083" x="5334000" y="5892800"/>
          <p14:tracePt t="279101" x="5289550" y="5892800"/>
          <p14:tracePt t="279116" x="5283200" y="5892800"/>
          <p14:tracePt t="279133" x="5270500" y="5886450"/>
          <p14:tracePt t="279150" x="5245100" y="5880100"/>
          <p14:tracePt t="279166" x="5232400" y="5880100"/>
          <p14:tracePt t="279183" x="5226050" y="5880100"/>
          <p14:tracePt t="279200" x="5219700" y="5880100"/>
          <p14:tracePt t="279216" x="5219700" y="5873750"/>
          <p14:tracePt t="279236" x="5213350" y="5873750"/>
          <p14:tracePt t="279368" x="5226050" y="5873750"/>
          <p14:tracePt t="279383" x="5232400" y="5873750"/>
          <p14:tracePt t="279396" x="5238750" y="5873750"/>
          <p14:tracePt t="279403" x="5245100" y="5873750"/>
          <p14:tracePt t="279419" x="5251450" y="5873750"/>
          <p14:tracePt t="279432" x="5270500" y="5873750"/>
          <p14:tracePt t="279449" x="5295900" y="5873750"/>
          <p14:tracePt t="279466" x="5372100" y="5873750"/>
          <p14:tracePt t="279482" x="5435600" y="5867400"/>
          <p14:tracePt t="279499" x="5600700" y="5861050"/>
          <p14:tracePt t="279516" x="5803900" y="5848350"/>
          <p14:tracePt t="279531" x="5892800" y="5835650"/>
          <p14:tracePt t="279548" x="6064250" y="5816600"/>
          <p14:tracePt t="279565" x="6159500" y="5810250"/>
          <p14:tracePt t="279581" x="6178550" y="5803900"/>
          <p14:tracePt t="279598" x="6203950" y="5797550"/>
          <p14:tracePt t="279615" x="6210300" y="5797550"/>
          <p14:tracePt t="279631" x="6210300" y="5791200"/>
          <p14:tracePt t="279649" x="6191250" y="5784850"/>
          <p14:tracePt t="279665" x="6159500" y="5791200"/>
          <p14:tracePt t="279681" x="6140450" y="5791200"/>
          <p14:tracePt t="279698" x="6115050" y="5791200"/>
          <p14:tracePt t="280206" x="6089650" y="5778500"/>
          <p14:tracePt t="280220" x="6051550" y="5753100"/>
          <p14:tracePt t="280227" x="5994400" y="5715000"/>
          <p14:tracePt t="280234" x="5962650" y="5676900"/>
          <p14:tracePt t="280249" x="5918200" y="5651500"/>
          <p14:tracePt t="280262" x="5873750" y="5619750"/>
          <p14:tracePt t="280279" x="5778500" y="5511800"/>
          <p14:tracePt t="280296" x="5708650" y="5461000"/>
          <p14:tracePt t="280312" x="5549900" y="5308600"/>
          <p14:tracePt t="280329" x="5340350" y="5092700"/>
          <p14:tracePt t="280347" x="5118100" y="4838700"/>
          <p14:tracePt t="280362" x="5003800" y="4699000"/>
          <p14:tracePt t="280378" x="4883150" y="4540250"/>
          <p14:tracePt t="280396" x="4375150" y="3937000"/>
          <p14:tracePt t="280412" x="4241800" y="3797300"/>
          <p14:tracePt t="280429" x="4114800" y="3651250"/>
          <p14:tracePt t="280445" x="3937000" y="3429000"/>
          <p14:tracePt t="280462" x="3765550" y="3194050"/>
          <p14:tracePt t="280478" x="3702050" y="3086100"/>
          <p14:tracePt t="280495" x="3568700" y="2895600"/>
          <p14:tracePt t="280512" x="3422650" y="2667000"/>
          <p14:tracePt t="280529" x="3308350" y="2451100"/>
          <p14:tracePt t="280545" x="3257550" y="2368550"/>
          <p14:tracePt t="280561" x="3155950" y="2209800"/>
          <p14:tracePt t="280579" x="3054350" y="2063750"/>
          <p14:tracePt t="280595" x="3016250" y="2000250"/>
          <p14:tracePt t="280611" x="2933700" y="1873250"/>
          <p14:tracePt t="280628" x="2876550" y="1758950"/>
          <p14:tracePt t="280645" x="2863850" y="1727200"/>
          <p14:tracePt t="280662" x="2844800" y="1682750"/>
          <p14:tracePt t="280677" x="2787650" y="1587500"/>
          <p14:tracePt t="280694" x="2774950" y="1543050"/>
          <p14:tracePt t="280713" x="2755900" y="1504950"/>
          <p14:tracePt t="280727" x="2749550" y="1485900"/>
          <p14:tracePt t="280744" x="2743200" y="1466850"/>
          <p14:tracePt t="280761" x="2730500" y="1447800"/>
          <p14:tracePt t="280777" x="2717800" y="1409700"/>
          <p14:tracePt t="280794" x="2711450" y="1390650"/>
          <p14:tracePt t="280811" x="2692400" y="1365250"/>
          <p14:tracePt t="280827" x="2673350" y="1352550"/>
          <p14:tracePt t="280844" x="2660650" y="1339850"/>
          <p14:tracePt t="280861" x="2647950" y="1327150"/>
          <p14:tracePt t="280877" x="2641600" y="1314450"/>
          <p14:tracePt t="280894" x="2635250" y="1301750"/>
          <p14:tracePt t="280911" x="2609850" y="1282700"/>
          <p14:tracePt t="280927" x="2603500" y="1276350"/>
          <p14:tracePt t="280944" x="2571750" y="1250950"/>
          <p14:tracePt t="280960" x="2552700" y="1231900"/>
          <p14:tracePt t="280977" x="2520950" y="1212850"/>
          <p14:tracePt t="280994" x="2463800" y="1155700"/>
          <p14:tracePt t="281010" x="2432050" y="1130300"/>
          <p14:tracePt t="281014" x="2393950" y="1085850"/>
          <p14:tracePt t="281030" x="2355850" y="1041400"/>
          <p14:tracePt t="281044" x="2286000" y="958850"/>
          <p14:tracePt t="281060" x="2260600" y="927100"/>
          <p14:tracePt t="281078" x="2216150" y="869950"/>
          <p14:tracePt t="281093" x="2190750" y="838200"/>
          <p14:tracePt t="281110" x="2178050" y="812800"/>
          <p14:tracePt t="281127" x="2165350" y="781050"/>
          <p14:tracePt t="281143" x="2152650" y="755650"/>
          <p14:tracePt t="281160" x="2146300" y="742950"/>
          <p14:tracePt t="281176" x="2133600" y="723900"/>
          <p14:tracePt t="281193" x="2120900" y="704850"/>
          <p14:tracePt t="281210" x="2114550" y="698500"/>
          <p14:tracePt t="281226" x="2108200" y="685800"/>
          <p14:tracePt t="281281" x="2108200" y="692150"/>
          <p14:tracePt t="281295" x="2108200" y="698500"/>
          <p14:tracePt t="281302" x="2108200" y="704850"/>
          <p14:tracePt t="281312" x="2108200" y="717550"/>
          <p14:tracePt t="281326" x="2114550" y="723900"/>
          <p14:tracePt t="281342" x="2114550" y="730250"/>
          <p14:tracePt t="281359" x="2133600" y="762000"/>
          <p14:tracePt t="281375" x="2165350" y="812800"/>
          <p14:tracePt t="281392" x="2184400" y="850900"/>
          <p14:tracePt t="281409" x="2228850" y="1016000"/>
          <p14:tracePt t="281425" x="2292350" y="1219200"/>
          <p14:tracePt t="281442" x="2368550" y="1479550"/>
          <p14:tracePt t="281458" x="2413000" y="1600200"/>
          <p14:tracePt t="281475" x="2489200" y="1822450"/>
          <p14:tracePt t="281492" x="2559050" y="1993900"/>
          <p14:tracePt t="281508" x="2597150" y="2076450"/>
          <p14:tracePt t="281525" x="2667000" y="2209800"/>
          <p14:tracePt t="281542" x="2755900" y="2336800"/>
          <p14:tracePt t="281558" x="2806700" y="2406650"/>
          <p14:tracePt t="281575" x="2863850" y="2470150"/>
          <p14:tracePt t="281591" x="3111500" y="2622550"/>
          <p14:tracePt t="281608" x="3225800" y="2660650"/>
          <p14:tracePt t="281625" x="3460750" y="2749550"/>
          <p14:tracePt t="281641" x="3575050" y="2768600"/>
          <p14:tracePt t="281658" x="3898900" y="2851150"/>
          <p14:tracePt t="281675" x="4235450" y="2901950"/>
          <p14:tracePt t="281691" x="4387850" y="2933700"/>
          <p14:tracePt t="281707" x="4768850" y="3016250"/>
          <p14:tracePt t="281725" x="5041900" y="3060700"/>
          <p14:tracePt t="281741" x="5137150" y="3060700"/>
          <p14:tracePt t="281758" x="5365750" y="3060700"/>
          <p14:tracePt t="281774" x="5575300" y="3054350"/>
          <p14:tracePt t="281791" x="5651500" y="3041650"/>
          <p14:tracePt t="281808" x="5797550" y="2971800"/>
          <p14:tracePt t="281824" x="5924550" y="2908300"/>
          <p14:tracePt t="281840" x="5969000" y="2882900"/>
          <p14:tracePt t="281858" x="6045200" y="2838450"/>
          <p14:tracePt t="281874" x="6127750" y="2813050"/>
          <p14:tracePt t="281890" x="6184900" y="2794000"/>
          <p14:tracePt t="281907" x="6267450" y="2768600"/>
          <p14:tracePt t="281923" x="6324600" y="2749550"/>
          <p14:tracePt t="281940" x="6381750" y="2724150"/>
          <p14:tracePt t="281957" x="6438900" y="2705100"/>
          <p14:tracePt t="281974" x="6457950" y="2705100"/>
          <p14:tracePt t="281991" x="6508750" y="2698750"/>
          <p14:tracePt t="282006" x="6546850" y="2686050"/>
          <p14:tracePt t="282023" x="6559550" y="2679700"/>
          <p14:tracePt t="282040" x="6584950" y="2679700"/>
          <p14:tracePt t="282057" x="6597650" y="2679700"/>
          <p14:tracePt t="282073" x="6604000" y="2679700"/>
          <p14:tracePt t="282089" x="6610350" y="2673350"/>
          <p14:tracePt t="282519" x="6610350" y="2724150"/>
          <p14:tracePt t="282526" x="6604000" y="2813050"/>
          <p14:tracePt t="282537" x="6591300" y="2921000"/>
          <p14:tracePt t="282555" x="6553200" y="3111500"/>
          <p14:tracePt t="282571" x="6534150" y="3213100"/>
          <p14:tracePt t="282589" x="6515100" y="3295650"/>
          <p14:tracePt t="282604" x="6477000" y="3416300"/>
          <p14:tracePt t="282621" x="6438900" y="3524250"/>
          <p14:tracePt t="282638" x="6381750" y="3625850"/>
          <p14:tracePt t="282654" x="6362700" y="3651250"/>
          <p14:tracePt t="282671" x="6330950" y="3689350"/>
          <p14:tracePt t="282688" x="6318250" y="3733800"/>
          <p14:tracePt t="282704" x="6311900" y="3740150"/>
          <p14:tracePt t="282721" x="6305550" y="3746500"/>
          <p14:tracePt t="282778" x="6305550" y="3752850"/>
          <p14:tracePt t="282827" x="6299200" y="3752850"/>
          <p14:tracePt t="283067" x="6305550" y="3752850"/>
          <p14:tracePt t="283074" x="6311900" y="3752850"/>
          <p14:tracePt t="283614" x="6299200" y="3752850"/>
          <p14:tracePt t="283621" x="6261100" y="3771900"/>
          <p14:tracePt t="283635" x="6216650" y="3778250"/>
          <p14:tracePt t="283651" x="6121400" y="3822700"/>
          <p14:tracePt t="283667" x="6076950" y="3854450"/>
          <p14:tracePt t="283684" x="6000750" y="3892550"/>
          <p14:tracePt t="283701" x="5943600" y="3930650"/>
          <p14:tracePt t="283717" x="5924550" y="3937000"/>
          <p14:tracePt t="283734" x="5886450" y="3968750"/>
          <p14:tracePt t="283751" x="5873750" y="3981450"/>
          <p14:tracePt t="283768" x="5848350" y="3994150"/>
          <p14:tracePt t="283784" x="5835650" y="4006850"/>
          <p14:tracePt t="283800" x="5829300" y="4013200"/>
          <p14:tracePt t="283817" x="5829300" y="4019550"/>
          <p14:tracePt t="283834" x="5822950" y="4019550"/>
          <p14:tracePt t="283851" x="5822950" y="4025900"/>
          <p14:tracePt t="283909" x="5822950" y="4032250"/>
          <p14:tracePt t="284645" x="5816600" y="4032250"/>
          <p14:tracePt t="284652" x="5803900" y="4032250"/>
          <p14:tracePt t="284667" x="5791200" y="4032250"/>
          <p14:tracePt t="284681" x="5778500" y="4032250"/>
          <p14:tracePt t="284697" x="5753100" y="4032250"/>
          <p14:tracePt t="284715" x="5746750" y="4032250"/>
          <p14:tracePt t="284731" x="5721350" y="4032250"/>
          <p14:tracePt t="284747" x="5715000" y="4032250"/>
          <p14:tracePt t="284764" x="5695950" y="4025900"/>
          <p14:tracePt t="284780" x="5683250" y="4019550"/>
          <p14:tracePt t="284797" x="5670550" y="4006850"/>
          <p14:tracePt t="298911" x="5695950" y="3981450"/>
          <p14:tracePt t="298918" x="5721350" y="3949700"/>
          <p14:tracePt t="298932" x="5772150" y="3848100"/>
          <p14:tracePt t="298948" x="5854700" y="3721100"/>
          <p14:tracePt t="298965" x="5930900" y="3581400"/>
          <p14:tracePt t="298982" x="6064250" y="3314700"/>
          <p14:tracePt t="298998" x="6134100" y="3168650"/>
          <p14:tracePt t="299014" x="6197600" y="3054350"/>
          <p14:tracePt t="299032" x="6267450" y="2952750"/>
          <p14:tracePt t="299048" x="6292850" y="2901950"/>
          <p14:tracePt t="299065" x="6311900" y="2844800"/>
          <p14:tracePt t="299081" x="6318250" y="2787650"/>
          <p14:tracePt t="299097" x="6324600" y="2762250"/>
          <p14:tracePt t="299115" x="6337300" y="2749550"/>
          <p14:tracePt t="299131" x="6337300" y="2743200"/>
          <p14:tracePt t="299167" x="6337300" y="2736850"/>
          <p14:tracePt t="299181" x="6337300" y="2730500"/>
          <p14:tracePt t="299197" x="6350000" y="2724150"/>
          <p14:tracePt t="299214" x="6362700" y="2724150"/>
          <p14:tracePt t="299230" x="6369050" y="2717800"/>
          <p14:tracePt t="299248" x="6381750" y="2711450"/>
          <p14:tracePt t="299264" x="6394450" y="2705100"/>
          <p14:tracePt t="299281" x="6407150" y="2698750"/>
          <p14:tracePt t="299297" x="6426200" y="2686050"/>
          <p14:tracePt t="299313" x="6432550" y="2686050"/>
          <p14:tracePt t="299330" x="6432550" y="2679700"/>
          <p14:tracePt t="299347" x="6451600" y="2679700"/>
          <p14:tracePt t="299364" x="6464300" y="2673350"/>
          <p14:tracePt t="299380" x="6477000" y="2673350"/>
          <p14:tracePt t="299397" x="6483350" y="2673350"/>
          <p14:tracePt t="299413" x="6489700" y="2673350"/>
          <p14:tracePt t="299430" x="6508750" y="2679700"/>
          <p14:tracePt t="299447" x="6527800" y="2679700"/>
          <p14:tracePt t="299463" x="6534150" y="2679700"/>
          <p14:tracePt t="299481" x="6572250" y="2686050"/>
          <p14:tracePt t="299496" x="6591300" y="2686050"/>
          <p14:tracePt t="299513" x="6604000" y="2686050"/>
          <p14:tracePt t="300913" x="6642100" y="2686050"/>
          <p14:tracePt t="300919" x="6686550" y="2692400"/>
          <p14:tracePt t="300934" x="6737350" y="2705100"/>
          <p14:tracePt t="300944" x="6781800" y="2711450"/>
          <p14:tracePt t="300957" x="6819900" y="2717800"/>
          <p14:tracePt t="300974" x="6908800" y="2743200"/>
          <p14:tracePt t="300991" x="6978650" y="2768600"/>
          <p14:tracePt t="301007" x="7016750" y="2781300"/>
          <p14:tracePt t="301025" x="7092950" y="2794000"/>
          <p14:tracePt t="301041" x="7150100" y="2819400"/>
          <p14:tracePt t="301057" x="7181850" y="2825750"/>
          <p14:tracePt t="301075" x="7213600" y="2838450"/>
          <p14:tracePt t="301091" x="7232650" y="2844800"/>
          <p14:tracePt t="301107" x="7258050" y="2851150"/>
          <p14:tracePt t="301124" x="7277100" y="2857500"/>
          <p14:tracePt t="301140" x="7283450" y="2863850"/>
          <p14:tracePt t="301157" x="7302500" y="2870200"/>
          <p14:tracePt t="301173" x="7315200" y="2876550"/>
          <p14:tracePt t="301190" x="7315200" y="2882900"/>
          <p14:tracePt t="301207" x="7321550" y="2882900"/>
          <p14:tracePt t="302500" x="7340600" y="2882900"/>
          <p14:tracePt t="302507" x="7359650" y="2882900"/>
          <p14:tracePt t="302523" x="7385050" y="2889250"/>
          <p14:tracePt t="302536" x="7429500" y="2895600"/>
          <p14:tracePt t="302552" x="7467600" y="2895600"/>
          <p14:tracePt t="302569" x="7499350" y="2901950"/>
          <p14:tracePt t="302585" x="7569200" y="2914650"/>
          <p14:tracePt t="302602" x="7677150" y="2914650"/>
          <p14:tracePt t="302620" x="7766050" y="2914650"/>
          <p14:tracePt t="302635" x="7829550" y="2927350"/>
          <p14:tracePt t="302652" x="7912100" y="2927350"/>
          <p14:tracePt t="302669" x="7988300" y="2927350"/>
          <p14:tracePt t="302685" x="8007350" y="2927350"/>
          <p14:tracePt t="302702" x="8032750" y="2933700"/>
          <p14:tracePt t="302719" x="8045450" y="2933700"/>
          <p14:tracePt t="302735" x="8051800" y="2933700"/>
          <p14:tracePt t="308024" x="8045450" y="2927350"/>
          <p14:tracePt t="308031" x="8032750" y="2908300"/>
          <p14:tracePt t="308039" x="8026400" y="2901950"/>
          <p14:tracePt t="308050" x="8013700" y="2889250"/>
          <p14:tracePt t="308067" x="7988300" y="2844800"/>
          <p14:tracePt t="308083" x="7969250" y="2813050"/>
          <p14:tracePt t="308100" x="7950200" y="2781300"/>
          <p14:tracePt t="308116" x="7905750" y="2717800"/>
          <p14:tracePt t="308133" x="7874000" y="2660650"/>
          <p14:tracePt t="308151" x="7810500" y="2489200"/>
          <p14:tracePt t="308166" x="7772400" y="2368550"/>
          <p14:tracePt t="308183" x="7721600" y="2235200"/>
          <p14:tracePt t="308200" x="7689850" y="2120900"/>
          <p14:tracePt t="308216" x="7658100" y="2044700"/>
          <p14:tracePt t="308232" x="7632700" y="1987550"/>
          <p14:tracePt t="308250" x="7594600" y="1873250"/>
          <p14:tracePt t="308266" x="7569200" y="1797050"/>
          <p14:tracePt t="308282" x="7550150" y="1701800"/>
          <p14:tracePt t="308299" x="7537450" y="1543050"/>
          <p14:tracePt t="308315" x="7518400" y="1447800"/>
          <p14:tracePt t="308333" x="7493000" y="1339850"/>
          <p14:tracePt t="308348" x="7480300" y="1225550"/>
          <p14:tracePt t="308365" x="7473950" y="1117600"/>
          <p14:tracePt t="308369" x="7467600" y="1079500"/>
          <p14:tracePt t="308382" x="7448550" y="1035050"/>
          <p14:tracePt t="308399" x="7435850" y="876300"/>
          <p14:tracePt t="308415" x="7423150" y="806450"/>
          <p14:tracePt t="308432" x="7410450" y="730250"/>
          <p14:tracePt t="308448" x="7404100" y="692150"/>
          <p14:tracePt t="308465" x="7391400" y="679450"/>
          <p14:tracePt t="308482" x="7378700" y="673100"/>
          <p14:tracePt t="308498" x="7378700" y="666750"/>
          <p14:tracePt t="308515" x="7372350" y="666750"/>
          <p14:tracePt t="308548" x="7366000" y="666750"/>
          <p14:tracePt t="308565" x="7366000" y="673100"/>
          <p14:tracePt t="308581" x="7359650" y="673100"/>
          <p14:tracePt t="308616" x="7359650" y="679450"/>
          <p14:tracePt t="308692" x="7353300" y="679450"/>
          <p14:tracePt t="308720" x="7346950" y="673100"/>
          <p14:tracePt t="308734" x="7340600" y="673100"/>
          <p14:tracePt t="308741" x="7334250" y="666750"/>
          <p14:tracePt t="308750" x="7334250" y="660400"/>
          <p14:tracePt t="308765" x="7327900" y="647700"/>
          <p14:tracePt t="308781" x="7327900" y="628650"/>
          <p14:tracePt t="308798" x="7321550" y="596900"/>
          <p14:tracePt t="308814" x="7308850" y="558800"/>
          <p14:tracePt t="308831" x="7302500" y="533400"/>
          <p14:tracePt t="308847" x="7302500" y="508000"/>
          <p14:tracePt t="308864" x="7302500" y="495300"/>
          <p14:tracePt t="308881" x="7302500" y="482600"/>
          <p14:tracePt t="308924" x="7308850" y="482600"/>
          <p14:tracePt t="308933" x="7315200" y="482600"/>
          <p14:tracePt t="308952" x="7321550" y="482600"/>
          <p14:tracePt t="308966" x="7327900" y="482600"/>
          <p14:tracePt t="308983" x="7340600" y="482600"/>
          <p14:tracePt t="309001" x="7346950" y="482600"/>
          <p14:tracePt t="309013" x="7353300" y="482600"/>
          <p14:tracePt t="309030" x="7391400" y="482600"/>
          <p14:tracePt t="309046" x="7423150" y="482600"/>
          <p14:tracePt t="309063" x="7473950" y="482600"/>
          <p14:tracePt t="309080" x="7562850" y="495300"/>
          <p14:tracePt t="309096" x="7607300" y="495300"/>
          <p14:tracePt t="309114" x="7696200" y="495300"/>
          <p14:tracePt t="309129" x="7734300" y="495300"/>
          <p14:tracePt t="309146" x="7766050" y="501650"/>
          <p14:tracePt t="309163" x="7804150" y="508000"/>
          <p14:tracePt t="309179" x="7810500" y="514350"/>
          <p14:tracePt t="309213" x="7823200" y="514350"/>
          <p14:tracePt t="309254" x="7829550" y="514350"/>
          <p14:tracePt t="309283" x="7835900" y="514350"/>
          <p14:tracePt t="309304" x="7848600" y="514350"/>
          <p14:tracePt t="309325" x="7854950" y="514350"/>
          <p14:tracePt t="309353" x="7861300" y="514350"/>
          <p14:tracePt t="309374" x="7867650" y="514350"/>
          <p14:tracePt t="309397" x="7874000" y="514350"/>
          <p14:tracePt t="309423" x="7880350" y="508000"/>
          <p14:tracePt t="309444" x="7886700" y="508000"/>
          <p14:tracePt t="309550" x="7880350" y="508000"/>
          <p14:tracePt t="309556" x="7874000" y="508000"/>
          <p14:tracePt t="309564" x="7861300" y="508000"/>
          <p14:tracePt t="309581" x="7854950" y="508000"/>
          <p14:tracePt t="309595" x="7835900" y="514350"/>
          <p14:tracePt t="309612" x="7772400" y="520700"/>
          <p14:tracePt t="309628" x="7639050" y="552450"/>
          <p14:tracePt t="309644" x="7550150" y="571500"/>
          <p14:tracePt t="309662" x="7353300" y="622300"/>
          <p14:tracePt t="309677" x="7131050" y="685800"/>
          <p14:tracePt t="309694" x="7029450" y="717550"/>
          <p14:tracePt t="309711" x="6845300" y="774700"/>
          <p14:tracePt t="309728" x="6705600" y="831850"/>
          <p14:tracePt t="309744" x="6648450" y="863600"/>
          <p14:tracePt t="309761" x="6559550" y="933450"/>
          <p14:tracePt t="309778" x="6521450" y="990600"/>
          <p14:tracePt t="322765" x="6515100" y="990600"/>
          <p14:tracePt t="322772" x="6508750" y="990600"/>
          <p14:tracePt t="322793" x="6496050" y="990600"/>
          <p14:tracePt t="322802" x="6489700" y="990600"/>
          <p14:tracePt t="322816" x="6477000" y="990600"/>
          <p14:tracePt t="322832" x="6451600" y="984250"/>
          <p14:tracePt t="322849" x="6388100" y="971550"/>
          <p14:tracePt t="322865" x="6337300" y="952500"/>
          <p14:tracePt t="322882" x="6286500" y="939800"/>
          <p14:tracePt t="322899" x="6210300" y="914400"/>
          <p14:tracePt t="322915" x="6121400" y="876300"/>
          <p14:tracePt t="322932" x="6032500" y="831850"/>
          <p14:tracePt t="322948" x="5905500" y="774700"/>
          <p14:tracePt t="322965" x="5791200" y="736600"/>
          <p14:tracePt t="322982" x="5708650" y="704850"/>
          <p14:tracePt t="322999" x="5581650" y="660400"/>
          <p14:tracePt t="323015" x="5499100" y="641350"/>
          <p14:tracePt t="323019" x="5454650" y="635000"/>
          <p14:tracePt t="323032" x="5422900" y="628650"/>
          <p14:tracePt t="323048" x="5353050" y="603250"/>
          <p14:tracePt t="323065" x="5321300" y="596900"/>
          <p14:tracePt t="323082" x="5302250" y="596900"/>
          <p14:tracePt t="323098" x="5289550" y="590550"/>
          <p14:tracePt t="323115" x="5276850" y="590550"/>
          <p14:tracePt t="323131" x="5264150" y="590550"/>
          <p14:tracePt t="323148" x="5257800" y="590550"/>
          <p14:tracePt t="323181" x="5251450" y="590550"/>
          <p14:tracePt t="323208" x="5245100" y="590550"/>
          <p14:tracePt t="323217" x="5238750" y="590550"/>
          <p14:tracePt t="323236" x="5232400" y="590550"/>
          <p14:tracePt t="323265" x="5232400" y="596900"/>
          <p14:tracePt t="323299" x="5226050" y="603250"/>
          <p14:tracePt t="323306" x="5219700" y="603250"/>
          <p14:tracePt t="323327" x="5213350" y="603250"/>
          <p14:tracePt t="323349" x="5207000" y="609600"/>
          <p14:tracePt t="323356" x="5200650" y="609600"/>
          <p14:tracePt t="323364" x="5194300" y="609600"/>
          <p14:tracePt t="323380" x="5187950" y="615950"/>
          <p14:tracePt t="323397" x="5168900" y="622300"/>
          <p14:tracePt t="323413" x="5143500" y="628650"/>
          <p14:tracePt t="323430" x="5118100" y="635000"/>
          <p14:tracePt t="323447" x="5060950" y="647700"/>
          <p14:tracePt t="323463" x="5029200" y="654050"/>
          <p14:tracePt t="323480" x="4997450" y="666750"/>
          <p14:tracePt t="323496" x="4959350" y="679450"/>
          <p14:tracePt t="323513" x="4940300" y="685800"/>
          <p14:tracePt t="323530" x="4927600" y="692150"/>
          <p14:tracePt t="323533" x="4921250" y="692150"/>
          <p14:tracePt t="323637" x="4927600" y="692150"/>
          <p14:tracePt t="323679" x="4933950" y="685800"/>
          <p14:tracePt t="323707" x="4933950" y="679450"/>
          <p14:tracePt t="323742" x="4940300" y="679450"/>
          <p14:tracePt t="323770" x="4946650" y="673100"/>
          <p14:tracePt t="323798" x="4953000" y="673100"/>
          <p14:tracePt t="323820" x="4959350" y="673100"/>
          <p14:tracePt t="323841" x="4965700" y="673100"/>
          <p14:tracePt t="323848" x="4972050" y="673100"/>
          <p14:tracePt t="323864" x="4978400" y="666750"/>
          <p14:tracePt t="323878" x="4984750" y="666750"/>
          <p14:tracePt t="323894" x="4991100" y="666750"/>
          <p14:tracePt t="323912" x="5029200" y="666750"/>
          <p14:tracePt t="323928" x="5073650" y="660400"/>
          <p14:tracePt t="323946" x="5162550" y="654050"/>
          <p14:tracePt t="323961" x="5226050" y="654050"/>
          <p14:tracePt t="323978" x="5308600" y="654050"/>
          <p14:tracePt t="323995" x="5429250" y="660400"/>
          <p14:tracePt t="324011" x="5486400" y="673100"/>
          <p14:tracePt t="324028" x="5556250" y="679450"/>
          <p14:tracePt t="324045" x="5632450" y="698500"/>
          <p14:tracePt t="324061" x="5689600" y="711200"/>
          <p14:tracePt t="324078" x="5740400" y="730250"/>
          <p14:tracePt t="324094" x="5816600" y="755650"/>
          <p14:tracePt t="324111" x="5854700" y="762000"/>
          <p14:tracePt t="324128" x="5911850" y="774700"/>
          <p14:tracePt t="324144" x="5937250" y="781050"/>
          <p14:tracePt t="324161" x="5949950" y="793750"/>
          <p14:tracePt t="324178" x="5969000" y="793750"/>
          <p14:tracePt t="324194" x="5975350" y="800100"/>
          <p14:tracePt t="324227" x="5981700" y="800100"/>
          <p14:tracePt t="324255" x="5988050" y="800100"/>
          <p14:tracePt t="324361" x="5981700" y="800100"/>
          <p14:tracePt t="324375" x="5975350" y="800100"/>
          <p14:tracePt t="324382" x="5969000" y="800100"/>
          <p14:tracePt t="324393" x="5962650" y="800100"/>
          <p14:tracePt t="324410" x="5956300" y="800100"/>
          <p14:tracePt t="324426" x="5943600" y="793750"/>
          <p14:tracePt t="324443" x="5924550" y="787400"/>
          <p14:tracePt t="324460" x="5899150" y="768350"/>
          <p14:tracePt t="324476" x="5873750" y="762000"/>
          <p14:tracePt t="324494" x="5848350" y="749300"/>
          <p14:tracePt t="324510" x="5797550" y="717550"/>
          <p14:tracePt t="324526" x="5772150" y="698500"/>
          <p14:tracePt t="324544" x="5721350" y="673100"/>
          <p14:tracePt t="324559" x="5689600" y="654050"/>
          <p14:tracePt t="324563" x="5676900" y="647700"/>
          <p14:tracePt t="324576" x="5664200" y="641350"/>
          <p14:tracePt t="324593" x="5607050" y="622300"/>
          <p14:tracePt t="324609" x="5568950" y="615950"/>
          <p14:tracePt t="324626" x="5524500" y="603250"/>
          <p14:tracePt t="324642" x="5461000" y="584200"/>
          <p14:tracePt t="324659" x="5410200" y="571500"/>
          <p14:tracePt t="324675" x="5365750" y="565150"/>
          <p14:tracePt t="324692" x="5295900" y="558800"/>
          <p14:tracePt t="324709" x="5251450" y="558800"/>
          <p14:tracePt t="324726" x="5200650" y="558800"/>
          <p14:tracePt t="324742" x="5149850" y="565150"/>
          <p14:tracePt t="324759" x="5118100" y="577850"/>
          <p14:tracePt t="324776" x="5067300" y="584200"/>
          <p14:tracePt t="324792" x="5054600" y="590550"/>
          <p14:tracePt t="324809" x="5035550" y="622300"/>
          <p14:tracePt t="324825" x="5003800" y="641350"/>
          <p14:tracePt t="324842" x="4991100" y="647700"/>
          <p14:tracePt t="324858" x="4978400" y="660400"/>
          <p14:tracePt t="324875" x="4965700" y="666750"/>
          <p14:tracePt t="324891" x="4953000" y="673100"/>
          <p14:tracePt t="324909" x="4940300" y="685800"/>
          <p14:tracePt t="324925" x="4933950" y="698500"/>
          <p14:tracePt t="324966" x="4927600" y="704850"/>
          <p14:tracePt t="324974" x="4927600" y="711200"/>
          <p14:tracePt t="325064" x="4921250" y="711200"/>
          <p14:tracePt t="325106" x="4921250" y="704850"/>
          <p14:tracePt t="325155" x="4921250" y="698500"/>
          <p14:tracePt t="325183" x="4927600" y="698500"/>
          <p14:tracePt t="325205" x="4927600" y="692150"/>
          <p14:tracePt t="325226" x="4933950" y="692150"/>
          <p14:tracePt t="325246" x="4940300" y="685800"/>
          <p14:tracePt t="325275" x="4946650" y="685800"/>
          <p14:tracePt t="325288" x="4953000" y="685800"/>
          <p14:tracePt t="325296" x="4953000" y="679450"/>
          <p14:tracePt t="325317" x="4959350" y="679450"/>
          <p14:tracePt t="325345" x="4965700" y="679450"/>
          <p14:tracePt t="325394" x="4972050" y="679450"/>
          <p14:tracePt t="325415" x="4978400" y="679450"/>
          <p14:tracePt t="325437" x="4984750" y="679450"/>
          <p14:tracePt t="325464" x="4991100" y="679450"/>
          <p14:tracePt t="325486" x="4991100" y="685800"/>
          <p14:tracePt t="325520" x="4997450" y="692150"/>
          <p14:tracePt t="325556" x="4997450" y="698500"/>
          <p14:tracePt t="325577" x="4991100" y="704850"/>
          <p14:tracePt t="325598" x="4991100" y="711200"/>
          <p14:tracePt t="325640" x="4984750" y="717550"/>
          <p14:tracePt t="325647" x="4978400" y="723900"/>
          <p14:tracePt t="325668" x="4972050" y="723900"/>
          <p14:tracePt t="325675" x="4972050" y="730250"/>
          <p14:tracePt t="325697" x="4972050" y="736600"/>
          <p14:tracePt t="325718" x="4965700" y="736600"/>
          <p14:tracePt t="325740" x="4953000" y="742950"/>
          <p14:tracePt t="325745" x="4946650" y="742950"/>
          <p14:tracePt t="325767" x="4940300" y="749300"/>
          <p14:tracePt t="325781" x="4933950" y="749300"/>
          <p14:tracePt t="325789" x="4927600" y="749300"/>
          <p14:tracePt t="325805" x="4927600" y="755650"/>
          <p14:tracePt t="325821" x="4921250" y="755650"/>
          <p14:tracePt t="325839" x="4914900" y="755650"/>
          <p14:tracePt t="325859" x="4908550" y="755650"/>
          <p14:tracePt t="325879" x="4902200" y="755650"/>
          <p14:tracePt t="325950" x="4895850" y="749300"/>
          <p14:tracePt t="326027" x="4902200" y="749300"/>
          <p14:tracePt t="326062" x="4908550" y="749300"/>
          <p14:tracePt t="326083" x="4914900" y="749300"/>
          <p14:tracePt t="326091" x="4914900" y="755650"/>
          <p14:tracePt t="326104" x="4921250" y="755650"/>
          <p14:tracePt t="326121" x="4921250" y="762000"/>
          <p14:tracePt t="326137" x="4927600" y="768350"/>
          <p14:tracePt t="326154" x="4946650" y="781050"/>
          <p14:tracePt t="326171" x="4972050" y="800100"/>
          <p14:tracePt t="326188" x="4978400" y="800100"/>
          <p14:tracePt t="326204" x="5003800" y="819150"/>
          <p14:tracePt t="326221" x="5010150" y="831850"/>
          <p14:tracePt t="326238" x="5035550" y="844550"/>
          <p14:tracePt t="326254" x="5035550" y="850900"/>
          <p14:tracePt t="326270" x="5041900" y="850900"/>
          <p14:tracePt t="326308" x="5048250" y="857250"/>
          <p14:tracePt t="327193" x="5099050" y="857250"/>
          <p14:tracePt t="327206" x="5187950" y="869950"/>
          <p14:tracePt t="327217" x="5276850" y="869950"/>
          <p14:tracePt t="327234" x="5505450" y="876300"/>
          <p14:tracePt t="327250" x="5632450" y="876300"/>
          <p14:tracePt t="327267" x="5822950" y="876300"/>
          <p14:tracePt t="327284" x="5943600" y="876300"/>
          <p14:tracePt t="327300" x="5981700" y="876300"/>
          <p14:tracePt t="327317" x="6000750" y="876300"/>
          <p14:tracePt t="327333" x="6051550" y="869950"/>
          <p14:tracePt t="327367" x="6051550" y="863600"/>
          <p14:tracePt t="327445" x="6045200" y="857250"/>
          <p14:tracePt t="327459" x="6032500" y="857250"/>
          <p14:tracePt t="327467" x="6013450" y="857250"/>
          <p14:tracePt t="327473" x="5988050" y="857250"/>
          <p14:tracePt t="327487" x="5962650" y="857250"/>
          <p14:tracePt t="327499" x="5911850" y="857250"/>
          <p14:tracePt t="327516" x="5784850" y="850900"/>
          <p14:tracePt t="327532" x="5708650" y="850900"/>
          <p14:tracePt t="327550" x="5499100" y="869950"/>
          <p14:tracePt t="327566" x="5251450" y="869950"/>
          <p14:tracePt t="327582" x="5124450" y="869950"/>
          <p14:tracePt t="327586" x="5010150" y="882650"/>
          <p14:tracePt t="327602" x="4870450" y="882650"/>
          <p14:tracePt t="327615" x="4756150" y="895350"/>
          <p14:tracePt t="327632" x="4629150" y="901700"/>
          <p14:tracePt t="327649" x="4387850" y="927100"/>
          <p14:tracePt t="327665" x="4273550" y="946150"/>
          <p14:tracePt t="327682" x="4159250" y="952500"/>
          <p14:tracePt t="327699" x="3949700" y="984250"/>
          <p14:tracePt t="327715" x="3784600" y="1028700"/>
          <p14:tracePt t="327732" x="3638550" y="1047750"/>
          <p14:tracePt t="327748" x="3517900" y="1060450"/>
          <p14:tracePt t="327765" x="3454400" y="1060450"/>
          <p14:tracePt t="327782" x="3359150" y="1079500"/>
          <p14:tracePt t="327798" x="3282950" y="1079500"/>
          <p14:tracePt t="327815" x="3244850" y="1079500"/>
          <p14:tracePt t="327832" x="3175000" y="1085850"/>
          <p14:tracePt t="327848" x="3092450" y="1085850"/>
          <p14:tracePt t="327865" x="3054350" y="1079500"/>
          <p14:tracePt t="327881" x="2965450" y="1054100"/>
          <p14:tracePt t="327898" x="2908300" y="1028700"/>
          <p14:tracePt t="328802" x="2889250" y="1028700"/>
          <p14:tracePt t="328809" x="2863850" y="1028700"/>
          <p14:tracePt t="328823" x="2844800" y="1028700"/>
          <p14:tracePt t="328831" x="2825750" y="1022350"/>
          <p14:tracePt t="328847" x="2794000" y="1016000"/>
          <p14:tracePt t="328861" x="2736850" y="1009650"/>
          <p14:tracePt t="328879" x="2711450" y="1003300"/>
          <p14:tracePt t="328895" x="2660650" y="977900"/>
          <p14:tracePt t="328911" x="2628900" y="971550"/>
          <p14:tracePt t="328929" x="2559050" y="952500"/>
          <p14:tracePt t="328944" x="2546350" y="946150"/>
          <p14:tracePt t="328961" x="2520950" y="933450"/>
          <p14:tracePt t="328978" x="2482850" y="920750"/>
          <p14:tracePt t="328995" x="2438400" y="908050"/>
          <p14:tracePt t="329011" x="2419350" y="901700"/>
          <p14:tracePt t="329027" x="2368550" y="895350"/>
          <p14:tracePt t="329044" x="2317750" y="882650"/>
          <p14:tracePt t="329061" x="2298700" y="882650"/>
          <p14:tracePt t="329077" x="2260600" y="882650"/>
          <p14:tracePt t="329094" x="2222500" y="882650"/>
          <p14:tracePt t="329111" x="2203450" y="882650"/>
          <p14:tracePt t="329127" x="2171700" y="882650"/>
          <p14:tracePt t="329144" x="2139950" y="882650"/>
          <p14:tracePt t="329161" x="2095500" y="869950"/>
          <p14:tracePt t="329177" x="2076450" y="869950"/>
          <p14:tracePt t="329194" x="2063750" y="869950"/>
          <p14:tracePt t="329210" x="2025650" y="857250"/>
          <p14:tracePt t="329227" x="2019300" y="857250"/>
          <p14:tracePt t="329243" x="2012950" y="850900"/>
          <p14:tracePt t="329260" x="2006600" y="838200"/>
          <p14:tracePt t="329276" x="1993900" y="831850"/>
          <p14:tracePt t="329294" x="1987550" y="825500"/>
          <p14:tracePt t="329310" x="1981200" y="825500"/>
          <p14:tracePt t="329326" x="1974850" y="819150"/>
          <p14:tracePt t="329386" x="1968500" y="819150"/>
          <p14:tracePt t="329421" x="1962150" y="812800"/>
          <p14:tracePt t="329511" x="1968500" y="812800"/>
          <p14:tracePt t="329533" x="1974850" y="812800"/>
          <p14:tracePt t="329561" x="1981200" y="812800"/>
          <p14:tracePt t="329582" x="1987550" y="812800"/>
          <p14:tracePt t="329618" x="1993900" y="812800"/>
          <p14:tracePt t="329624" x="2000250" y="812800"/>
          <p14:tracePt t="329632" x="2006600" y="812800"/>
          <p14:tracePt t="329652" x="2012950" y="812800"/>
          <p14:tracePt t="329673" x="2019300" y="812800"/>
          <p14:tracePt t="329688" x="2032000" y="812800"/>
          <p14:tracePt t="329695" x="2051050" y="812800"/>
          <p14:tracePt t="329709" x="2082800" y="806450"/>
          <p14:tracePt t="329725" x="2165350" y="787400"/>
          <p14:tracePt t="329741" x="2228850" y="774700"/>
          <p14:tracePt t="329758" x="2362200" y="749300"/>
          <p14:tracePt t="329775" x="2520950" y="717550"/>
          <p14:tracePt t="329791" x="2584450" y="711200"/>
          <p14:tracePt t="329808" x="2711450" y="698500"/>
          <p14:tracePt t="329825" x="2781300" y="698500"/>
          <p14:tracePt t="329842" x="2908300" y="698500"/>
          <p14:tracePt t="329857" x="2940050" y="698500"/>
          <p14:tracePt t="329874" x="2959100" y="698500"/>
          <p14:tracePt t="329892" x="3022600" y="723900"/>
          <p14:tracePt t="329908" x="3035300" y="723900"/>
          <p14:tracePt t="329924" x="3048000" y="736600"/>
          <p14:tracePt t="329941" x="3073400" y="742950"/>
          <p14:tracePt t="329957" x="3092450" y="742950"/>
          <p14:tracePt t="329974" x="3098800" y="742950"/>
          <p14:tracePt t="329991" x="3124200" y="742950"/>
          <p14:tracePt t="330007" x="3149600" y="742950"/>
          <p14:tracePt t="330025" x="3155950" y="742950"/>
          <p14:tracePt t="330040" x="3187700" y="742950"/>
          <p14:tracePt t="330057" x="3213100" y="749300"/>
          <p14:tracePt t="330074" x="3238500" y="755650"/>
          <p14:tracePt t="330090" x="3251200" y="755650"/>
          <p14:tracePt t="330107" x="3263900" y="755650"/>
          <p14:tracePt t="330124" x="3270250" y="762000"/>
          <p14:tracePt t="330145" x="3276600" y="762000"/>
          <p14:tracePt t="330264" x="3276600" y="755650"/>
          <p14:tracePt t="330285" x="3270250" y="749300"/>
          <p14:tracePt t="330307" x="3263900" y="749300"/>
          <p14:tracePt t="330328" x="3257550" y="742950"/>
          <p14:tracePt t="330334" x="3251200" y="742950"/>
          <p14:tracePt t="330349" x="3244850" y="742950"/>
          <p14:tracePt t="330356" x="3238500" y="742950"/>
          <p14:tracePt t="330372" x="3225800" y="742950"/>
          <p14:tracePt t="330390" x="3194050" y="736600"/>
          <p14:tracePt t="330406" x="3155950" y="736600"/>
          <p14:tracePt t="330423" x="3136900" y="736600"/>
          <p14:tracePt t="330440" x="3086100" y="755650"/>
          <p14:tracePt t="330456" x="3073400" y="768350"/>
          <p14:tracePt t="330472" x="3028950" y="793750"/>
          <p14:tracePt t="330489" x="2984500" y="838200"/>
          <p14:tracePt t="330505" x="2971800" y="850900"/>
          <p14:tracePt t="330522" x="2946400" y="876300"/>
          <p14:tracePt t="330539" x="2940050" y="895350"/>
          <p14:tracePt t="330572" x="2940050" y="901700"/>
          <p14:tracePt t="330589" x="2946400" y="901700"/>
          <p14:tracePt t="330609" x="2959100" y="901700"/>
          <p14:tracePt t="330636" x="2965450" y="901700"/>
          <p14:tracePt t="330651" x="2971800" y="901700"/>
          <p14:tracePt t="330685" x="2978150" y="901700"/>
          <p14:tracePt t="330706" x="2984500" y="901700"/>
          <p14:tracePt t="330728" x="2990850" y="901700"/>
          <p14:tracePt t="330735" x="2997200" y="895350"/>
          <p14:tracePt t="330749" x="3009900" y="895350"/>
          <p14:tracePt t="330758" x="3022600" y="889000"/>
          <p14:tracePt t="330774" x="3035300" y="882650"/>
          <p14:tracePt t="330788" x="3054350" y="863600"/>
          <p14:tracePt t="330805" x="3098800" y="844550"/>
          <p14:tracePt t="330821" x="3143250" y="806450"/>
          <p14:tracePt t="330838" x="3162300" y="793750"/>
          <p14:tracePt t="330854" x="3187700" y="762000"/>
          <p14:tracePt t="330871" x="3213100" y="730250"/>
          <p14:tracePt t="330888" x="3219450" y="717550"/>
          <p14:tracePt t="330904" x="3232150" y="698500"/>
          <p14:tracePt t="330921" x="3238500" y="698500"/>
          <p14:tracePt t="330937" x="3244850" y="692150"/>
          <p14:tracePt t="330954" x="3263900" y="692150"/>
          <p14:tracePt t="330971" x="3282950" y="692150"/>
          <p14:tracePt t="330988" x="3295650" y="692150"/>
          <p14:tracePt t="331003" x="3302000" y="692150"/>
          <p14:tracePt t="331021" x="3314700" y="692150"/>
          <p14:tracePt t="331037" x="3359150" y="692150"/>
          <p14:tracePt t="331054" x="3371850" y="698500"/>
          <p14:tracePt t="331071" x="3390900" y="698500"/>
          <p14:tracePt t="331087" x="3429000" y="704850"/>
          <p14:tracePt t="331104" x="3467100" y="711200"/>
          <p14:tracePt t="331121" x="3511550" y="723900"/>
          <p14:tracePt t="331137" x="3530600" y="730250"/>
          <p14:tracePt t="331154" x="3556000" y="736600"/>
          <p14:tracePt t="331170" x="3568700" y="736600"/>
          <p14:tracePt t="331186" x="3587750" y="749300"/>
          <p14:tracePt t="331203" x="3606800" y="762000"/>
          <p14:tracePt t="331236" x="3613150" y="768350"/>
          <p14:tracePt t="331253" x="3613150" y="774700"/>
          <p14:tracePt t="331319" x="3606800" y="774700"/>
          <p14:tracePt t="331332" x="3600450" y="774700"/>
          <p14:tracePt t="331339" x="3581400" y="774700"/>
          <p14:tracePt t="331356" x="3562350" y="774700"/>
          <p14:tracePt t="331369" x="3492500" y="768350"/>
          <p14:tracePt t="331386" x="3441700" y="768350"/>
          <p14:tracePt t="331403" x="3302000" y="762000"/>
          <p14:tracePt t="331419" x="3232150" y="749300"/>
          <p14:tracePt t="331436" x="3092450" y="749300"/>
          <p14:tracePt t="331453" x="3003550" y="749300"/>
          <p14:tracePt t="331469" x="2965450" y="749300"/>
          <p14:tracePt t="331486" x="2921000" y="749300"/>
          <p14:tracePt t="331502" x="2908300" y="755650"/>
          <p14:tracePt t="331536" x="2914650" y="762000"/>
          <p14:tracePt t="331552" x="2921000" y="768350"/>
          <p14:tracePt t="331569" x="2933700" y="768350"/>
          <p14:tracePt t="331585" x="2946400" y="774700"/>
          <p14:tracePt t="331601" x="2959100" y="781050"/>
          <p14:tracePt t="331618" x="2965450" y="781050"/>
          <p14:tracePt t="331635" x="2990850" y="787400"/>
          <p14:tracePt t="331652" x="2997200" y="793750"/>
          <p14:tracePt t="331668" x="3028950" y="800100"/>
          <p14:tracePt t="331686" x="3060700" y="812800"/>
          <p14:tracePt t="331702" x="3086100" y="819150"/>
          <p14:tracePt t="331719" x="3124200" y="825500"/>
          <p14:tracePt t="331735" x="3155950" y="825500"/>
          <p14:tracePt t="331751" x="3181350" y="831850"/>
          <p14:tracePt t="331768" x="3200400" y="831850"/>
          <p14:tracePt t="331785" x="3225800" y="831850"/>
          <p14:tracePt t="331801" x="3238500" y="831850"/>
          <p14:tracePt t="331818" x="3263900" y="831850"/>
          <p14:tracePt t="331834" x="3276600" y="831850"/>
          <p14:tracePt t="331851" x="3282950" y="831850"/>
          <p14:tracePt t="331951" x="3276600" y="831850"/>
          <p14:tracePt t="331972" x="3270250" y="831850"/>
          <p14:tracePt t="331993" x="3263900" y="831850"/>
          <p14:tracePt t="332021" x="3257550" y="838200"/>
          <p14:tracePt t="332043" x="3251200" y="838200"/>
          <p14:tracePt t="332064" x="3244850" y="838200"/>
          <p14:tracePt t="332092" x="3238500" y="838200"/>
          <p14:tracePt t="332113" x="3232150" y="844550"/>
          <p14:tracePt t="332127" x="3225800" y="844550"/>
          <p14:tracePt t="332176" x="3219450" y="844550"/>
          <p14:tracePt t="332184" x="3213100" y="844550"/>
          <p14:tracePt t="332204" x="3206750" y="844550"/>
          <p14:tracePt t="332218" x="3200400" y="844550"/>
          <p14:tracePt t="332232" x="3194050" y="844550"/>
          <p14:tracePt t="332253" x="3187700" y="844550"/>
          <p14:tracePt t="332275" x="3187700" y="850900"/>
          <p14:tracePt t="332345" x="3187700" y="857250"/>
          <p14:tracePt t="332367" x="3194050" y="857250"/>
          <p14:tracePt t="332373" x="3200400" y="857250"/>
          <p14:tracePt t="332387" x="3206750" y="857250"/>
          <p14:tracePt t="332399" x="3219450" y="857250"/>
          <p14:tracePt t="332416" x="3238500" y="857250"/>
          <p14:tracePt t="332432" x="3251200" y="857250"/>
          <p14:tracePt t="332449" x="3295650" y="857250"/>
          <p14:tracePt t="332465" x="3327400" y="863600"/>
          <p14:tracePt t="332482" x="3340100" y="863600"/>
          <p14:tracePt t="332500" x="3365500" y="863600"/>
          <p14:tracePt t="332515" x="3371850" y="863600"/>
          <p14:tracePt t="332532" x="3378200" y="863600"/>
          <p14:tracePt t="332565" x="3384550" y="863600"/>
          <p14:tracePt t="332619" x="3390900" y="869950"/>
          <p14:tracePt t="332738" x="3390900" y="863600"/>
          <p14:tracePt t="333298" x="3384550" y="863600"/>
          <p14:tracePt t="333304" x="3371850" y="863600"/>
          <p14:tracePt t="333319" x="3352800" y="869950"/>
          <p14:tracePt t="333329" x="3327400" y="869950"/>
          <p14:tracePt t="333345" x="3295650" y="876300"/>
          <p14:tracePt t="333363" x="3238500" y="889000"/>
          <p14:tracePt t="333379" x="3200400" y="889000"/>
          <p14:tracePt t="333397" x="3092450" y="895350"/>
          <p14:tracePt t="333412" x="3060700" y="895350"/>
          <p14:tracePt t="333429" x="3041650" y="895350"/>
          <p14:tracePt t="333446" x="3009900" y="895350"/>
          <p14:tracePt t="333462" x="2997200" y="882650"/>
          <p14:tracePt t="333479" x="2990850" y="882650"/>
          <p14:tracePt t="333523" x="2990850" y="876300"/>
          <p14:tracePt t="333532" x="2997200" y="869950"/>
          <p14:tracePt t="333551" x="3003550" y="869950"/>
          <p14:tracePt t="333572" x="3009900" y="869950"/>
          <p14:tracePt t="333581" x="3016250" y="869950"/>
          <p14:tracePt t="333595" x="3022600" y="869950"/>
          <p14:tracePt t="333611" x="3028950" y="869950"/>
          <p14:tracePt t="333628" x="3035300" y="869950"/>
          <p14:tracePt t="333650" x="3035300" y="876300"/>
          <p14:tracePt t="333671" x="3041650" y="876300"/>
          <p14:tracePt t="333679" x="3048000" y="876300"/>
          <p14:tracePt t="333694" x="3054350" y="876300"/>
          <p14:tracePt t="333712" x="3067050" y="876300"/>
          <p14:tracePt t="333728" x="3098800" y="876300"/>
          <p14:tracePt t="333744" x="3117850" y="876300"/>
          <p14:tracePt t="333762" x="3206750" y="882650"/>
          <p14:tracePt t="333778" x="3270250" y="882650"/>
          <p14:tracePt t="333794" x="3467100" y="869950"/>
          <p14:tracePt t="333811" x="3746500" y="844550"/>
          <p14:tracePt t="333827" x="3917950" y="825500"/>
          <p14:tracePt t="333844" x="4318000" y="755650"/>
          <p14:tracePt t="333861" x="4616450" y="698500"/>
          <p14:tracePt t="333877" x="4730750" y="666750"/>
          <p14:tracePt t="333894" x="4902200" y="615950"/>
          <p14:tracePt t="333910" x="4991100" y="584200"/>
          <p14:tracePt t="333927" x="5010150" y="571500"/>
          <p14:tracePt t="333944" x="5029200" y="558800"/>
          <p14:tracePt t="333960" x="5029200" y="552450"/>
          <p14:tracePt t="333994" x="5029200" y="546100"/>
          <p14:tracePt t="334010" x="5029200" y="539750"/>
          <p14:tracePt t="334027" x="5016500" y="539750"/>
          <p14:tracePt t="334043" x="5010150" y="533400"/>
          <p14:tracePt t="334099" x="5003800" y="533400"/>
          <p14:tracePt t="334211" x="5003800" y="539750"/>
          <p14:tracePt t="334233" x="5003800" y="546100"/>
          <p14:tracePt t="334310" x="5003800" y="552450"/>
          <p14:tracePt t="334875" x="5003800" y="571500"/>
          <p14:tracePt t="334882" x="5003800" y="596900"/>
          <p14:tracePt t="334896" x="5003800" y="615950"/>
          <p14:tracePt t="334908" x="5003800" y="654050"/>
          <p14:tracePt t="334924" x="5010150" y="704850"/>
          <p14:tracePt t="334940" x="5010150" y="742950"/>
          <p14:tracePt t="334957" x="5016500" y="787400"/>
          <p14:tracePt t="334974" x="5016500" y="819150"/>
          <p14:tracePt t="334990" x="5016500" y="831850"/>
          <p14:tracePt t="335008" x="5016500" y="838200"/>
          <p14:tracePt t="335023" x="5016500" y="844550"/>
          <p14:tracePt t="335057" x="5016500" y="850900"/>
          <p14:tracePt t="335092" x="5016500" y="857250"/>
          <p14:tracePt t="335107" x="5016500" y="863600"/>
          <p14:tracePt t="335114" x="5010150" y="863600"/>
          <p14:tracePt t="335127" x="5010150" y="876300"/>
          <p14:tracePt t="335139" x="5010150" y="882650"/>
          <p14:tracePt t="335156" x="5003800" y="895350"/>
          <p14:tracePt t="335173" x="4997450" y="908050"/>
          <p14:tracePt t="338279" x="4940300" y="908050"/>
          <p14:tracePt t="338286" x="4876800" y="908050"/>
          <p14:tracePt t="338300" x="4813300" y="908050"/>
          <p14:tracePt t="338312" x="4749800" y="920750"/>
          <p14:tracePt t="338329" x="4591050" y="914400"/>
          <p14:tracePt t="338345" x="4514850" y="914400"/>
          <p14:tracePt t="338362" x="4375150" y="895350"/>
          <p14:tracePt t="338379" x="4267200" y="876300"/>
          <p14:tracePt t="338395" x="4235450" y="869950"/>
          <p14:tracePt t="338412" x="4140200" y="844550"/>
          <p14:tracePt t="338428" x="4051300" y="800100"/>
          <p14:tracePt t="338445" x="4006850" y="781050"/>
          <p14:tracePt t="338462" x="3937000" y="749300"/>
          <p14:tracePt t="338478" x="3860800" y="717550"/>
          <p14:tracePt t="338495" x="3816350" y="698500"/>
          <p14:tracePt t="338511" x="3752850" y="660400"/>
          <p14:tracePt t="338528" x="3689350" y="628650"/>
          <p14:tracePt t="338545" x="3670300" y="603250"/>
          <p14:tracePt t="338561" x="3632200" y="577850"/>
          <p14:tracePt t="338578" x="3606800" y="565150"/>
          <p14:tracePt t="338595" x="3581400" y="552450"/>
          <p14:tracePt t="338611" x="3575050" y="552450"/>
          <p14:tracePt t="338627" x="3562350" y="546100"/>
          <p14:tracePt t="338645" x="3536950" y="546100"/>
          <p14:tracePt t="338661" x="3530600" y="539750"/>
          <p14:tracePt t="338677" x="3517900" y="539750"/>
          <p14:tracePt t="338694" x="3505200" y="539750"/>
          <p14:tracePt t="338711" x="3492500" y="539750"/>
          <p14:tracePt t="338727" x="3486150" y="546100"/>
          <p14:tracePt t="338744" x="3467100" y="558800"/>
          <p14:tracePt t="338760" x="3429000" y="584200"/>
          <p14:tracePt t="338777" x="3384550" y="609600"/>
          <p14:tracePt t="338794" x="3371850" y="628650"/>
          <p14:tracePt t="338811" x="3314700" y="660400"/>
          <p14:tracePt t="338827" x="3263900" y="685800"/>
          <p14:tracePt t="338843" x="3244850" y="692150"/>
          <p14:tracePt t="338860" x="3194050" y="704850"/>
          <p14:tracePt t="338877" x="3162300" y="704850"/>
          <p14:tracePt t="338894" x="3149600" y="704850"/>
          <p14:tracePt t="338910" x="3136900" y="704850"/>
          <p14:tracePt t="338927" x="3111500" y="698500"/>
          <p14:tracePt t="338943" x="3105150" y="692150"/>
          <p14:tracePt t="338960" x="3098800" y="692150"/>
          <p14:tracePt t="338976" x="3092450" y="692150"/>
          <p14:tracePt t="338993" x="3086100" y="685800"/>
          <p14:tracePt t="339010" x="3086100" y="679450"/>
          <p14:tracePt t="339031" x="3086100" y="673100"/>
          <p14:tracePt t="339060" x="3086100" y="666750"/>
          <p14:tracePt t="339101" x="3086100" y="660400"/>
          <p14:tracePt t="339108" x="3086100" y="654050"/>
          <p14:tracePt t="339171" x="3086100" y="647700"/>
          <p14:tracePt t="339227" x="3086100" y="654050"/>
          <p14:tracePt t="339243" x="3086100" y="660400"/>
          <p14:tracePt t="339263" x="3086100" y="666750"/>
          <p14:tracePt t="339269" x="3086100" y="673100"/>
          <p14:tracePt t="339298" x="3086100" y="685800"/>
          <p14:tracePt t="339319" x="3086100" y="692150"/>
          <p14:tracePt t="339347" x="3086100" y="698500"/>
          <p14:tracePt t="339361" x="3086100" y="704850"/>
          <p14:tracePt t="339389" x="3092450" y="717550"/>
          <p14:tracePt t="339410" x="3098800" y="723900"/>
          <p14:tracePt t="339417" x="3098800" y="730250"/>
          <p14:tracePt t="339438" x="3105150" y="736600"/>
          <p14:tracePt t="339480" x="3111500" y="749300"/>
          <p14:tracePt t="339508" x="3117850" y="755650"/>
          <p14:tracePt t="339522" x="3124200" y="762000"/>
          <p14:tracePt t="339551" x="3130550" y="768350"/>
          <p14:tracePt t="339559" x="3136900" y="768350"/>
          <p14:tracePt t="339579" x="3143250" y="774700"/>
          <p14:tracePt t="339621" x="3155950" y="774700"/>
          <p14:tracePt t="339642" x="3162300" y="774700"/>
          <p14:tracePt t="339649" x="3168650" y="774700"/>
          <p14:tracePt t="339663" x="3175000" y="774700"/>
          <p14:tracePt t="339673" x="3181350" y="768350"/>
          <p14:tracePt t="339692" x="3194050" y="762000"/>
          <p14:tracePt t="339707" x="3206750" y="755650"/>
          <p14:tracePt t="339724" x="3251200" y="742950"/>
          <p14:tracePt t="339741" x="3314700" y="717550"/>
          <p14:tracePt t="339757" x="3352800" y="711200"/>
          <p14:tracePt t="339774" x="3429000" y="679450"/>
          <p14:tracePt t="339790" x="3511550" y="641350"/>
          <p14:tracePt t="339807" x="3556000" y="635000"/>
          <p14:tracePt t="339824" x="3600450" y="615950"/>
          <p14:tracePt t="339840" x="3721100" y="590550"/>
          <p14:tracePt t="339857" x="3752850" y="584200"/>
          <p14:tracePt t="339874" x="3803650" y="571500"/>
          <p14:tracePt t="339890" x="3816350" y="571500"/>
          <p14:tracePt t="339906" x="3829050" y="571500"/>
          <p14:tracePt t="339923" x="3841750" y="571500"/>
          <p14:tracePt t="339956" x="3848100" y="584200"/>
          <p14:tracePt t="339973" x="3848100" y="596900"/>
          <p14:tracePt t="339989" x="3848100" y="609600"/>
          <p14:tracePt t="340007" x="3841750" y="660400"/>
          <p14:tracePt t="340023" x="3816350" y="742950"/>
          <p14:tracePt t="340039" x="3784600" y="812800"/>
          <p14:tracePt t="340056" x="3733800" y="901700"/>
          <p14:tracePt t="340072" x="3683000" y="977900"/>
          <p14:tracePt t="340089" x="3670300" y="996950"/>
          <p14:tracePt t="340106" x="3638550" y="1022350"/>
          <p14:tracePt t="340122" x="3632200" y="1028700"/>
          <p14:tracePt t="340139" x="3625850" y="1028700"/>
          <p14:tracePt t="340155" x="3613150" y="1028700"/>
          <p14:tracePt t="340172" x="3600450" y="1028700"/>
          <p14:tracePt t="340205" x="3594100" y="1022350"/>
          <p14:tracePt t="340246" x="3587750" y="1022350"/>
          <p14:tracePt t="340715" x="3556000" y="1003300"/>
          <p14:tracePt t="340722" x="3517900" y="984250"/>
          <p14:tracePt t="340736" x="3460750" y="958850"/>
          <p14:tracePt t="340743" x="3403600" y="927100"/>
          <p14:tracePt t="340757" x="3346450" y="901700"/>
          <p14:tracePt t="340771" x="3289300" y="863600"/>
          <p14:tracePt t="340787" x="3175000" y="806450"/>
          <p14:tracePt t="340803" x="3130550" y="768350"/>
          <p14:tracePt t="340820" x="3048000" y="736600"/>
          <p14:tracePt t="340836" x="2990850" y="711200"/>
          <p14:tracePt t="340853" x="2971800" y="704850"/>
          <p14:tracePt t="340871" x="2933700" y="685800"/>
          <p14:tracePt t="340886" x="2901950" y="673100"/>
          <p14:tracePt t="340903" x="2889250" y="666750"/>
          <p14:tracePt t="340920" x="2876550" y="654050"/>
          <p14:tracePt t="340936" x="2870200" y="647700"/>
          <p14:tracePt t="340953" x="2857500" y="641350"/>
          <p14:tracePt t="341059" x="2857500" y="635000"/>
          <p14:tracePt t="341094" x="2863850" y="635000"/>
          <p14:tracePt t="341158" x="2870200" y="635000"/>
          <p14:tracePt t="341185" x="2876550" y="635000"/>
          <p14:tracePt t="341213" x="2882900" y="635000"/>
          <p14:tracePt t="341235" x="2889250" y="635000"/>
          <p14:tracePt t="341249" x="2895600" y="635000"/>
          <p14:tracePt t="341256" x="2908300" y="635000"/>
          <p14:tracePt t="341272" x="2921000" y="635000"/>
          <p14:tracePt t="341285" x="2965450" y="635000"/>
          <p14:tracePt t="341302" x="3009900" y="628650"/>
          <p14:tracePt t="341319" x="3117850" y="609600"/>
          <p14:tracePt t="341335" x="3168650" y="603250"/>
          <p14:tracePt t="341351" x="3263900" y="584200"/>
          <p14:tracePt t="341369" x="3340100" y="558800"/>
          <p14:tracePt t="341385" x="3359150" y="552450"/>
          <p14:tracePt t="341401" x="3384550" y="546100"/>
          <p14:tracePt t="341418" x="3397250" y="533400"/>
          <p14:tracePt t="341467" x="3397250" y="527050"/>
          <p14:tracePt t="341495" x="3390900" y="527050"/>
          <p14:tracePt t="341515" x="3384550" y="527050"/>
          <p14:tracePt t="341551" x="3378200" y="527050"/>
          <p14:tracePt t="341586" x="3371850" y="527050"/>
          <p14:tracePt t="341607" x="3365500" y="527050"/>
          <p14:tracePt t="341635" x="3365500" y="533400"/>
          <p14:tracePt t="341656" x="3359150" y="539750"/>
          <p14:tracePt t="341677" x="3352800" y="539750"/>
          <p14:tracePt t="341698" x="3346450" y="539750"/>
          <p14:tracePt t="341705" x="3340100" y="539750"/>
          <p14:tracePt t="341727" x="3333750" y="546100"/>
          <p14:tracePt t="341748" x="3327400" y="546100"/>
          <p14:tracePt t="341797" x="3321050" y="552450"/>
          <p14:tracePt t="341839" x="3314700" y="552450"/>
          <p14:tracePt t="341846" x="3308350" y="552450"/>
          <p14:tracePt t="341868" x="3302000" y="558800"/>
          <p14:tracePt t="341909" x="3295650" y="565150"/>
          <p14:tracePt t="341917" x="3289300" y="565150"/>
          <p14:tracePt t="341937" x="3289300" y="571500"/>
          <p14:tracePt t="341987" x="3282950" y="577850"/>
          <p14:tracePt t="342008" x="3276600" y="577850"/>
          <p14:tracePt t="342043" x="3270250" y="584200"/>
          <p14:tracePt t="342070" x="3263900" y="584200"/>
          <p14:tracePt t="342077" x="3257550" y="584200"/>
          <p14:tracePt t="342100" x="3251200" y="590550"/>
          <p14:tracePt t="342148" x="3251200" y="596900"/>
          <p14:tracePt t="342162" x="3244850" y="603250"/>
          <p14:tracePt t="342183" x="3238500" y="609600"/>
          <p14:tracePt t="342190" x="3238500" y="615950"/>
          <p14:tracePt t="342211" x="3232150" y="622300"/>
          <p14:tracePt t="342234" x="3225800" y="628650"/>
          <p14:tracePt t="342253" x="3219450" y="628650"/>
          <p14:tracePt t="342260" x="3219450" y="635000"/>
          <p14:tracePt t="342268" x="3213100" y="641350"/>
          <p14:tracePt t="342284" x="3213100" y="647700"/>
          <p14:tracePt t="342298" x="3213100" y="654050"/>
          <p14:tracePt t="342315" x="3213100" y="660400"/>
          <p14:tracePt t="342332" x="3206750" y="666750"/>
          <p14:tracePt t="342349" x="3206750" y="673100"/>
          <p14:tracePt t="342365" x="3206750" y="685800"/>
          <p14:tracePt t="342381" x="3206750" y="692150"/>
          <p14:tracePt t="342398" x="3206750" y="698500"/>
          <p14:tracePt t="342415" x="3206750" y="704850"/>
          <p14:tracePt t="342451" x="3206750" y="711200"/>
          <p14:tracePt t="342471" x="3206750" y="717550"/>
          <p14:tracePt t="342481" x="3206750" y="723900"/>
          <p14:tracePt t="342497" x="3213100" y="723900"/>
          <p14:tracePt t="342514" x="3225800" y="736600"/>
          <p14:tracePt t="342531" x="3238500" y="742950"/>
          <p14:tracePt t="342548" x="3295650" y="768350"/>
          <p14:tracePt t="342564" x="3321050" y="774700"/>
          <p14:tracePt t="342581" x="3352800" y="781050"/>
          <p14:tracePt t="342597" x="3422650" y="781050"/>
          <p14:tracePt t="342614" x="3486150" y="781050"/>
          <p14:tracePt t="342631" x="3505200" y="781050"/>
          <p14:tracePt t="342647" x="3549650" y="781050"/>
          <p14:tracePt t="342663" x="3562350" y="781050"/>
          <p14:tracePt t="342681" x="3568700" y="774700"/>
          <p14:tracePt t="342697" x="3581400" y="768350"/>
          <p14:tracePt t="342752" x="3587750" y="768350"/>
          <p14:tracePt t="342956" x="3594100" y="768350"/>
          <p14:tracePt t="342963" x="3606800" y="768350"/>
          <p14:tracePt t="342970" x="3619500" y="768350"/>
          <p14:tracePt t="342984" x="3638550" y="768350"/>
          <p14:tracePt t="342996" x="3663950" y="768350"/>
          <p14:tracePt t="343012" x="3733800" y="787400"/>
          <p14:tracePt t="343029" x="3778250" y="787400"/>
          <p14:tracePt t="343046" x="3873500" y="806450"/>
          <p14:tracePt t="343062" x="3943350" y="812800"/>
          <p14:tracePt t="343079" x="3968750" y="819150"/>
          <p14:tracePt t="343096" x="4019550" y="819150"/>
          <p14:tracePt t="343112" x="4057650" y="819150"/>
          <p14:tracePt t="343129" x="4064000" y="812800"/>
          <p14:tracePt t="343146" x="4083050" y="800100"/>
          <p14:tracePt t="343162" x="4089400" y="793750"/>
          <p14:tracePt t="343179" x="4089400" y="787400"/>
          <p14:tracePt t="343195" x="4089400" y="774700"/>
          <p14:tracePt t="343212" x="4089400" y="762000"/>
          <p14:tracePt t="343228" x="4089400" y="749300"/>
          <p14:tracePt t="343245" x="4095750" y="730250"/>
          <p14:tracePt t="343262" x="4095750" y="723900"/>
          <p14:tracePt t="343279" x="4102100" y="704850"/>
          <p14:tracePt t="343294" x="4102100" y="698500"/>
          <p14:tracePt t="343335" x="4108450" y="692150"/>
          <p14:tracePt t="343371" x="4114800" y="692150"/>
          <p14:tracePt t="343392" x="4121150" y="692150"/>
          <p14:tracePt t="343413" x="4127500" y="692150"/>
          <p14:tracePt t="343434" x="4127500" y="698500"/>
          <p14:tracePt t="343441" x="4133850" y="704850"/>
          <p14:tracePt t="343462" x="4133850" y="711200"/>
          <p14:tracePt t="343476" x="4140200" y="717550"/>
          <p14:tracePt t="343483" x="4140200" y="723900"/>
          <p14:tracePt t="343498" x="4140200" y="736600"/>
          <p14:tracePt t="343518" x="4140200" y="749300"/>
          <p14:tracePt t="343527" x="4140200" y="768350"/>
          <p14:tracePt t="343544" x="4140200" y="793750"/>
          <p14:tracePt t="343561" x="4133850" y="825500"/>
          <p14:tracePt t="343577" x="4121150" y="857250"/>
          <p14:tracePt t="343594" x="4108450" y="882650"/>
          <p14:tracePt t="343610" x="4057650" y="901700"/>
          <p14:tracePt t="343627" x="3994150" y="914400"/>
          <p14:tracePt t="343644" x="3905250" y="914400"/>
          <p14:tracePt t="343660" x="3867150" y="914400"/>
          <p14:tracePt t="343677" x="3784600" y="914400"/>
          <p14:tracePt t="343694" x="3746500" y="914400"/>
          <p14:tracePt t="343710" x="3733800" y="914400"/>
          <p14:tracePt t="343727" x="3721100" y="914400"/>
          <p14:tracePt t="343743" x="3708400" y="914400"/>
          <p14:tracePt t="343785" x="3708400" y="901700"/>
          <p14:tracePt t="343806" x="3708400" y="895350"/>
          <p14:tracePt t="343834" x="3721100" y="889000"/>
          <p14:tracePt t="343855" x="3727450" y="889000"/>
          <p14:tracePt t="343877" x="3733800" y="882650"/>
          <p14:tracePt t="343918" x="3740150" y="876300"/>
          <p14:tracePt t="343946" x="3746500" y="876300"/>
          <p14:tracePt t="343988" x="3746500" y="869950"/>
          <p14:tracePt t="344045" x="3733800" y="863600"/>
          <p14:tracePt t="344087" x="3727450" y="863600"/>
          <p14:tracePt t="344157" x="3733800" y="863600"/>
          <p14:tracePt t="344164" x="3740150" y="863600"/>
          <p14:tracePt t="344185" x="3752850" y="863600"/>
          <p14:tracePt t="344199" x="3778250" y="869950"/>
          <p14:tracePt t="344208" x="3803650" y="869950"/>
          <p14:tracePt t="344224" x="3854450" y="869950"/>
          <p14:tracePt t="344242" x="4019550" y="869950"/>
          <p14:tracePt t="344258" x="4241800" y="869950"/>
          <p14:tracePt t="344275" x="4368800" y="869950"/>
          <p14:tracePt t="344291" x="4610100" y="869950"/>
          <p14:tracePt t="344308" x="4826000" y="857250"/>
          <p14:tracePt t="344325" x="4914900" y="850900"/>
          <p14:tracePt t="344341" x="5073650" y="838200"/>
          <p14:tracePt t="344358" x="5111750" y="838200"/>
          <p14:tracePt t="344362" x="5149850" y="838200"/>
          <p14:tracePt t="344375" x="5200650" y="838200"/>
          <p14:tracePt t="344391" x="5213350" y="838200"/>
          <p14:tracePt t="344424" x="5226050" y="838200"/>
          <p14:tracePt t="344457" x="5232400" y="838200"/>
          <p14:tracePt t="344474" x="5238750" y="838200"/>
          <p14:tracePt t="344490" x="5245100" y="838200"/>
          <p14:tracePt t="344510" x="5251450" y="844550"/>
          <p14:tracePt t="344536" x="5257800" y="844550"/>
          <p14:tracePt t="344550" x="5264150" y="844550"/>
          <p14:tracePt t="344560" x="5270500" y="844550"/>
          <p14:tracePt t="344574" x="5276850" y="844550"/>
          <p14:tracePt t="344590" x="5283200" y="844550"/>
          <p14:tracePt t="344642" x="5283200" y="850900"/>
          <p14:tracePt t="344656" x="5289550" y="850900"/>
          <p14:tracePt t="347768" x="5270500" y="850900"/>
          <p14:tracePt t="347782" x="5226050" y="850900"/>
          <p14:tracePt t="347789" x="5175250" y="850900"/>
          <p14:tracePt t="347803" x="5111750" y="850900"/>
          <p14:tracePt t="347812" x="5041900" y="850900"/>
          <p14:tracePt t="347829" x="4953000" y="863600"/>
          <p14:tracePt t="347846" x="4724400" y="908050"/>
          <p14:tracePt t="347862" x="4483100" y="946150"/>
          <p14:tracePt t="347879" x="4337050" y="971550"/>
          <p14:tracePt t="347882" x="4159250" y="1009650"/>
          <p14:tracePt t="347895" x="3981450" y="1047750"/>
          <p14:tracePt t="347912" x="3676650" y="1130300"/>
          <p14:tracePt t="347930" x="3454400" y="1174750"/>
          <p14:tracePt t="347945" x="3352800" y="1181100"/>
          <p14:tracePt t="347962" x="3200400" y="1193800"/>
          <p14:tracePt t="347979" x="3067050" y="1200150"/>
          <p14:tracePt t="347995" x="3016250" y="1200150"/>
          <p14:tracePt t="348012" x="2990850" y="1200150"/>
          <p14:tracePt t="348028" x="2940050" y="1193800"/>
          <p14:tracePt t="348045" x="2927350" y="1187450"/>
          <p14:tracePt t="348062" x="2927350" y="1181100"/>
          <p14:tracePt t="348078" x="2921000" y="1181100"/>
          <p14:tracePt t="348095" x="2901950" y="1168400"/>
          <p14:tracePt t="348112" x="2882900" y="1155700"/>
          <p14:tracePt t="348128" x="2870200" y="1155700"/>
          <p14:tracePt t="348145" x="2863850" y="1143000"/>
          <p14:tracePt t="348161" x="2851150" y="1130300"/>
          <p14:tracePt t="348178" x="2844800" y="1130300"/>
          <p14:tracePt t="348194" x="2832100" y="1123950"/>
          <p14:tracePt t="348211" x="2825750" y="1117600"/>
          <p14:tracePt t="348228" x="2819400" y="1111250"/>
          <p14:tracePt t="348245" x="2819400" y="1098550"/>
          <p14:tracePt t="348261" x="2819400" y="1079500"/>
          <p14:tracePt t="348278" x="2813050" y="1073150"/>
          <p14:tracePt t="348295" x="2813050" y="1054100"/>
          <p14:tracePt t="348311" x="2813050" y="1028700"/>
          <p14:tracePt t="348327" x="2813050" y="1022350"/>
          <p14:tracePt t="348344" x="2813050" y="1003300"/>
          <p14:tracePt t="348361" x="2813050" y="996950"/>
          <p14:tracePt t="348377" x="2819400" y="984250"/>
          <p14:tracePt t="348381" x="2825750" y="977900"/>
          <p14:tracePt t="348394" x="2825750" y="971550"/>
          <p14:tracePt t="348421" x="2838450" y="958850"/>
          <p14:tracePt t="348442" x="2844800" y="958850"/>
          <p14:tracePt t="348450" x="2844800" y="952500"/>
          <p14:tracePt t="348464" x="2851150" y="952500"/>
          <p14:tracePt t="348477" x="2857500" y="952500"/>
          <p14:tracePt t="348493" x="2863850" y="946150"/>
          <p14:tracePt t="348510" x="2882900" y="939800"/>
          <p14:tracePt t="348527" x="2946400" y="914400"/>
          <p14:tracePt t="348543" x="3054350" y="869950"/>
          <p14:tracePt t="348560" x="3111500" y="838200"/>
          <p14:tracePt t="348576" x="3225800" y="793750"/>
          <p14:tracePt t="348593" x="3302000" y="742950"/>
          <p14:tracePt t="348610" x="3346450" y="717550"/>
          <p14:tracePt t="348626" x="3359150" y="711200"/>
          <p14:tracePt t="348643" x="3371850" y="704850"/>
          <p14:tracePt t="348660" x="3378200" y="704850"/>
          <p14:tracePt t="348730" x="3378200" y="711200"/>
          <p14:tracePt t="348744" x="3378200" y="717550"/>
          <p14:tracePt t="348765" x="3378200" y="723900"/>
          <p14:tracePt t="348772" x="3378200" y="730250"/>
          <p14:tracePt t="348801" x="3378200" y="736600"/>
          <p14:tracePt t="348836" x="3384550" y="736600"/>
          <p14:tracePt t="348864" x="3384550" y="742950"/>
          <p14:tracePt t="348892" x="3397250" y="749300"/>
          <p14:tracePt t="348913" x="3409950" y="755650"/>
          <p14:tracePt t="348927" x="3422650" y="762000"/>
          <p14:tracePt t="348934" x="3454400" y="768350"/>
          <p14:tracePt t="348942" x="3492500" y="781050"/>
          <p14:tracePt t="348958" x="3549650" y="800100"/>
          <p14:tracePt t="348976" x="3625850" y="806450"/>
          <p14:tracePt t="348992" x="3822700" y="857250"/>
          <p14:tracePt t="349009" x="4070350" y="914400"/>
          <p14:tracePt t="349025" x="4337050" y="946150"/>
          <p14:tracePt t="349041" x="4451350" y="952500"/>
          <p14:tracePt t="349058" x="4641850" y="965200"/>
          <p14:tracePt t="349075" x="4775200" y="958850"/>
          <p14:tracePt t="349092" x="4826000" y="958850"/>
          <p14:tracePt t="349109" x="4876800" y="946150"/>
          <p14:tracePt t="349125" x="4902200" y="939800"/>
          <p14:tracePt t="349141" x="4902200" y="933450"/>
          <p14:tracePt t="349158" x="4914900" y="927100"/>
          <p14:tracePt t="349174" x="4921250" y="920750"/>
          <p14:tracePt t="349191" x="4927600" y="920750"/>
          <p14:tracePt t="349208" x="4933950" y="920750"/>
          <p14:tracePt t="349225" x="4953000" y="908050"/>
          <p14:tracePt t="349241" x="4965700" y="908050"/>
          <p14:tracePt t="349257" x="4991100" y="901700"/>
          <p14:tracePt t="349274" x="5010150" y="895350"/>
          <p14:tracePt t="349291" x="5048250" y="889000"/>
          <p14:tracePt t="349308" x="5080000" y="882650"/>
          <p14:tracePt t="349324" x="5092700" y="876300"/>
          <p14:tracePt t="349341" x="5111750" y="869950"/>
          <p14:tracePt t="349357" x="5118100" y="869950"/>
          <p14:tracePt t="349374" x="5130800" y="863600"/>
          <p14:tracePt t="349391" x="5130800" y="857250"/>
          <p14:tracePt t="350733" x="5124450" y="857250"/>
          <p14:tracePt t="350741" x="5124450" y="850900"/>
          <p14:tracePt t="350752" x="5111750" y="844550"/>
          <p14:tracePt t="350769" x="5099050" y="831850"/>
          <p14:tracePt t="350785" x="5092700" y="831850"/>
          <p14:tracePt t="350802" x="5086350" y="831850"/>
          <p14:tracePt t="350819" x="5080000" y="825500"/>
          <p14:tracePt t="350874" x="5073650" y="825500"/>
          <p14:tracePt t="350880" x="5067300" y="819150"/>
          <p14:tracePt t="350923" x="5060950" y="819150"/>
          <p14:tracePt t="350958" x="5054600" y="812800"/>
          <p14:tracePt t="350979" x="5048250" y="812800"/>
          <p14:tracePt t="351015" x="5041900" y="812800"/>
          <p14:tracePt t="351021" x="5041900" y="806450"/>
          <p14:tracePt t="351721" x="5041900" y="800100"/>
          <p14:tracePt t="351735" x="5054600" y="800100"/>
          <p14:tracePt t="351742" x="5067300" y="793750"/>
          <p14:tracePt t="351763" x="5073650" y="793750"/>
          <p14:tracePt t="351777" x="5080000" y="793750"/>
          <p14:tracePt t="351785" x="5086350" y="793750"/>
          <p14:tracePt t="351799" x="5099050" y="793750"/>
          <p14:tracePt t="351815" x="5105400" y="793750"/>
          <p14:tracePt t="351831" x="5111750" y="793750"/>
          <p14:tracePt t="351848" x="5124450" y="787400"/>
          <p14:tracePt t="351865" x="5156200" y="787400"/>
          <p14:tracePt t="351883" x="5181600" y="787400"/>
          <p14:tracePt t="351898" x="5200650" y="787400"/>
          <p14:tracePt t="351915" x="5213350" y="787400"/>
          <p14:tracePt t="351932" x="5251450" y="781050"/>
          <p14:tracePt t="351948" x="5264150" y="781050"/>
          <p14:tracePt t="351965" x="5283200" y="781050"/>
          <p14:tracePt t="351981" x="5302250" y="774700"/>
          <p14:tracePt t="351998" x="5314950" y="774700"/>
          <p14:tracePt t="352015" x="5327650" y="774700"/>
          <p14:tracePt t="352031" x="5346700" y="774700"/>
          <p14:tracePt t="352048" x="5378450" y="774700"/>
          <p14:tracePt t="352066" x="5410200" y="774700"/>
          <p14:tracePt t="352081" x="5422900" y="774700"/>
          <p14:tracePt t="352098" x="5448300" y="774700"/>
          <p14:tracePt t="352115" x="5461000" y="781050"/>
          <p14:tracePt t="352147" x="5467350" y="781050"/>
          <p14:tracePt t="352165" x="5473700" y="781050"/>
          <p14:tracePt t="352206" x="5480050" y="781050"/>
          <p14:tracePt t="352297" x="5480050" y="787400"/>
          <p14:tracePt t="352339" x="5473700" y="787400"/>
          <p14:tracePt t="352346" x="5467350" y="787400"/>
          <p14:tracePt t="352367" x="5461000" y="787400"/>
          <p14:tracePt t="352374" x="5454650" y="787400"/>
          <p14:tracePt t="352389" x="5441950" y="787400"/>
          <p14:tracePt t="352397" x="5429250" y="787400"/>
          <p14:tracePt t="352413" x="5416550" y="781050"/>
          <p14:tracePt t="352430" x="5372100" y="768350"/>
          <p14:tracePt t="352446" x="5334000" y="755650"/>
          <p14:tracePt t="352463" x="5314950" y="749300"/>
          <p14:tracePt t="352480" x="5270500" y="736600"/>
          <p14:tracePt t="352497" x="5232400" y="723900"/>
          <p14:tracePt t="352513" x="5207000" y="717550"/>
          <p14:tracePt t="352530" x="5175250" y="717550"/>
          <p14:tracePt t="352546" x="5162550" y="717550"/>
          <p14:tracePt t="352563" x="5149850" y="711200"/>
          <p14:tracePt t="352596" x="5143500" y="711200"/>
          <p14:tracePt t="352677" x="5149850" y="711200"/>
          <p14:tracePt t="352726" x="5156200" y="711200"/>
          <p14:tracePt t="352747" x="5162550" y="711200"/>
          <p14:tracePt t="352768" x="5168900" y="711200"/>
          <p14:tracePt t="352774" x="5175250" y="711200"/>
          <p14:tracePt t="352797" x="5181600" y="711200"/>
          <p14:tracePt t="352831" x="5187950" y="711200"/>
          <p14:tracePt t="352838" x="5194300" y="711200"/>
          <p14:tracePt t="352848" x="5207000" y="711200"/>
          <p14:tracePt t="352862" x="5226050" y="711200"/>
          <p14:tracePt t="352878" x="5245100" y="717550"/>
          <p14:tracePt t="352895" x="5327650" y="711200"/>
          <p14:tracePt t="352912" x="5429250" y="711200"/>
          <p14:tracePt t="352929" x="5486400" y="704850"/>
          <p14:tracePt t="352945" x="5600700" y="692150"/>
          <p14:tracePt t="352961" x="5708650" y="679450"/>
          <p14:tracePt t="352979" x="5778500" y="660400"/>
          <p14:tracePt t="352994" x="5797550" y="660400"/>
          <p14:tracePt t="353011" x="5829300" y="660400"/>
          <p14:tracePt t="353028" x="5848350" y="660400"/>
          <p14:tracePt t="353044" x="5854700" y="660400"/>
          <p14:tracePt t="353061" x="5861050" y="660400"/>
          <p14:tracePt t="353112" x="5867400" y="660400"/>
          <p14:tracePt t="353182" x="5867400" y="666750"/>
          <p14:tracePt t="353302" x="5867400" y="673100"/>
          <p14:tracePt t="353330" x="5867400" y="679450"/>
          <p14:tracePt t="353337" x="5873750" y="679450"/>
          <p14:tracePt t="353372" x="5886450" y="685800"/>
          <p14:tracePt t="353379" x="5892800" y="685800"/>
          <p14:tracePt t="353400" x="5905500" y="685800"/>
          <p14:tracePt t="353410" x="5911850" y="685800"/>
          <p14:tracePt t="353426" x="5924550" y="685800"/>
          <p14:tracePt t="353444" x="5956300" y="698500"/>
          <p14:tracePt t="353460" x="5981700" y="704850"/>
          <p14:tracePt t="353463" x="6013450" y="704850"/>
          <p14:tracePt t="353478" x="6096000" y="711200"/>
          <p14:tracePt t="353492" x="6121400" y="711200"/>
          <p14:tracePt t="353509" x="6159500" y="711200"/>
          <p14:tracePt t="353526" x="6229350" y="717550"/>
          <p14:tracePt t="353543" x="6286500" y="717550"/>
          <p14:tracePt t="353560" x="6305550" y="717550"/>
          <p14:tracePt t="353576" x="6330950" y="711200"/>
          <p14:tracePt t="353592" x="6350000" y="704850"/>
          <p14:tracePt t="353609" x="6356350" y="704850"/>
          <p14:tracePt t="353626" x="6362700" y="704850"/>
          <p14:tracePt t="353709" x="6362700" y="711200"/>
          <p14:tracePt t="354708" x="6369050" y="711200"/>
          <p14:tracePt t="354714" x="6388100" y="711200"/>
          <p14:tracePt t="354725" x="6407150" y="711200"/>
          <p14:tracePt t="354738" x="6426200" y="711200"/>
          <p14:tracePt t="354755" x="6451600" y="711200"/>
          <p14:tracePt t="354772" x="6508750" y="711200"/>
          <p14:tracePt t="354788" x="6534150" y="711200"/>
          <p14:tracePt t="354805" x="6546850" y="711200"/>
          <p14:tracePt t="354822" x="6565900" y="711200"/>
          <p14:tracePt t="354838" x="6578600" y="711200"/>
          <p14:tracePt t="354855" x="6591300" y="711200"/>
          <p14:tracePt t="354871" x="6604000" y="711200"/>
          <p14:tracePt t="354888" x="6610350" y="711200"/>
          <p14:tracePt t="354905" x="6616700" y="711200"/>
          <p14:tracePt t="354921" x="6623050" y="711200"/>
          <p14:tracePt t="354937" x="6629400" y="711200"/>
          <p14:tracePt t="354957" x="6635750" y="711200"/>
          <p14:tracePt t="354975" x="6642100" y="711200"/>
          <p14:tracePt t="355003" x="6648450" y="711200"/>
          <p14:tracePt t="355025" x="6654800" y="711200"/>
          <p14:tracePt t="355109" x="6661150" y="711200"/>
          <p14:tracePt t="355116" x="6667500" y="711200"/>
          <p14:tracePt t="355144" x="6673850" y="711200"/>
          <p14:tracePt t="355179" x="6680200" y="704850"/>
          <p14:tracePt t="355249" x="6686550" y="704850"/>
          <p14:tracePt t="355781" x="6705600" y="704850"/>
          <p14:tracePt t="355788" x="6731000" y="704850"/>
          <p14:tracePt t="355804" x="6781800" y="704850"/>
          <p14:tracePt t="355818" x="6896100" y="692150"/>
          <p14:tracePt t="355835" x="6959600" y="692150"/>
          <p14:tracePt t="355852" x="7092950" y="685800"/>
          <p14:tracePt t="355868" x="7156450" y="685800"/>
          <p14:tracePt t="355885" x="7239000" y="692150"/>
          <p14:tracePt t="355901" x="7270750" y="704850"/>
          <p14:tracePt t="355918" x="7283450" y="711200"/>
          <p14:tracePt t="355934" x="7289800" y="711200"/>
          <p14:tracePt t="355999" x="7289800" y="704850"/>
          <p14:tracePt t="356224" x="7289800" y="711200"/>
          <p14:tracePt t="356259" x="7296150" y="711200"/>
          <p14:tracePt t="356280" x="7296150" y="717550"/>
          <p14:tracePt t="356294" x="7302500" y="717550"/>
          <p14:tracePt t="356303" x="7308850" y="723900"/>
          <p14:tracePt t="356330" x="7308850" y="730250"/>
          <p14:tracePt t="356351" x="7321550" y="730250"/>
          <p14:tracePt t="356371" x="7327900" y="736600"/>
          <p14:tracePt t="356399" x="7334250" y="742950"/>
          <p14:tracePt t="356420" x="7340600" y="742950"/>
          <p14:tracePt t="356442" x="7346950" y="742950"/>
          <p14:tracePt t="356498" x="7353300" y="742950"/>
          <p14:tracePt t="356519" x="7359650" y="736600"/>
          <p14:tracePt t="356540" x="7366000" y="736600"/>
          <p14:tracePt t="356560" x="7372350" y="736600"/>
          <p14:tracePt t="356568" x="7378700" y="736600"/>
          <p14:tracePt t="356590" x="7385050" y="730250"/>
          <p14:tracePt t="356632" x="7397750" y="730250"/>
          <p14:tracePt t="356638" x="7404100" y="723900"/>
          <p14:tracePt t="356652" x="7410450" y="723900"/>
          <p14:tracePt t="356665" x="7423150" y="723900"/>
          <p14:tracePt t="356682" x="7454900" y="717550"/>
          <p14:tracePt t="356698" x="7473950" y="717550"/>
          <p14:tracePt t="356716" x="7524750" y="717550"/>
          <p14:tracePt t="356732" x="7581900" y="711200"/>
          <p14:tracePt t="356749" x="7607300" y="711200"/>
          <p14:tracePt t="356765" x="7689850" y="711200"/>
          <p14:tracePt t="356781" x="7766050" y="711200"/>
          <p14:tracePt t="356798" x="7804150" y="711200"/>
          <p14:tracePt t="356815" x="7899400" y="711200"/>
          <p14:tracePt t="356831" x="7950200" y="711200"/>
          <p14:tracePt t="356848" x="8039100" y="704850"/>
          <p14:tracePt t="356865" x="8121650" y="692150"/>
          <p14:tracePt t="356881" x="8140700" y="692150"/>
          <p14:tracePt t="356899" x="8204200" y="692150"/>
          <p14:tracePt t="356914" x="8216900" y="692150"/>
          <p14:tracePt t="356931" x="8229600" y="692150"/>
          <p14:tracePt t="356948" x="8242300" y="692150"/>
          <p14:tracePt t="356964" x="8248650" y="692150"/>
          <p14:tracePt t="356968" x="8255000" y="692150"/>
          <p14:tracePt t="357004" x="8261350" y="692150"/>
          <p14:tracePt t="357138" x="8255000" y="692150"/>
          <p14:tracePt t="357144" x="8248650" y="692150"/>
          <p14:tracePt t="357151" x="8242300" y="692150"/>
          <p14:tracePt t="357173" x="8229600" y="692150"/>
          <p14:tracePt t="357186" x="8223250" y="692150"/>
          <p14:tracePt t="357196" x="8204200" y="692150"/>
          <p14:tracePt t="357214" x="8185150" y="692150"/>
          <p14:tracePt t="357230" x="8115300" y="685800"/>
          <p14:tracePt t="357247" x="8001000" y="679450"/>
          <p14:tracePt t="357264" x="7867650" y="666750"/>
          <p14:tracePt t="357280" x="7804150" y="660400"/>
          <p14:tracePt t="357296" x="7670800" y="647700"/>
          <p14:tracePt t="357313" x="7581900" y="641350"/>
          <p14:tracePt t="357330" x="7550150" y="635000"/>
          <p14:tracePt t="357346" x="7531100" y="635000"/>
          <p14:tracePt t="357363" x="7486650" y="635000"/>
          <p14:tracePt t="357379" x="7473950" y="635000"/>
          <p14:tracePt t="357398" x="7461250" y="635000"/>
          <p14:tracePt t="357412" x="7454900" y="628650"/>
          <p14:tracePt t="357446" x="7448550" y="628650"/>
          <p14:tracePt t="357462" x="7442200" y="622300"/>
          <p14:tracePt t="357479" x="7435850" y="615950"/>
          <p14:tracePt t="357496" x="7423150" y="609600"/>
          <p14:tracePt t="357512" x="7416800" y="609600"/>
          <p14:tracePt t="357529" x="7410450" y="603250"/>
          <p14:tracePt t="357545" x="7404100" y="596900"/>
          <p14:tracePt t="357562" x="7397750" y="590550"/>
          <p14:tracePt t="357579" x="7385050" y="577850"/>
          <p14:tracePt t="357595" x="7359650" y="558800"/>
          <p14:tracePt t="357612" x="7346950" y="552450"/>
          <p14:tracePt t="357630" x="7321550" y="533400"/>
          <p14:tracePt t="357645" x="7289800" y="514350"/>
          <p14:tracePt t="357662" x="7264400" y="514350"/>
          <p14:tracePt t="357679" x="7239000" y="508000"/>
          <p14:tracePt t="357712" x="7213600" y="501650"/>
          <p14:tracePt t="357728" x="7194550" y="501650"/>
          <p14:tracePt t="357745" x="7188200" y="508000"/>
          <p14:tracePt t="357762" x="7181850" y="508000"/>
          <p14:tracePt t="357778" x="7169150" y="514350"/>
          <p14:tracePt t="357795" x="7169150" y="520700"/>
          <p14:tracePt t="357812" x="7162800" y="527050"/>
          <p14:tracePt t="357828" x="7156450" y="533400"/>
          <p14:tracePt t="357875" x="7156450" y="539750"/>
          <p14:tracePt t="357910" x="7156450" y="546100"/>
          <p14:tracePt t="358170" x="7162800" y="546100"/>
          <p14:tracePt t="358178" x="7169150" y="546100"/>
          <p14:tracePt t="358198" x="7175500" y="546100"/>
          <p14:tracePt t="358248" x="7181850" y="546100"/>
          <p14:tracePt t="358261" x="7188200" y="546100"/>
          <p14:tracePt t="358268" x="7194550" y="546100"/>
          <p14:tracePt t="358276" x="7200900" y="546100"/>
          <p14:tracePt t="358292" x="7207250" y="546100"/>
          <p14:tracePt t="358310" x="7232650" y="552450"/>
          <p14:tracePt t="358326" x="7251700" y="552450"/>
          <p14:tracePt t="358343" x="7315200" y="552450"/>
          <p14:tracePt t="358360" x="7429500" y="552450"/>
          <p14:tracePt t="358376" x="7480300" y="565150"/>
          <p14:tracePt t="358392" x="7626350" y="571500"/>
          <p14:tracePt t="358410" x="7766050" y="571500"/>
          <p14:tracePt t="358425" x="7842250" y="584200"/>
          <p14:tracePt t="358442" x="7981950" y="584200"/>
          <p14:tracePt t="358459" x="8102600" y="590550"/>
          <p14:tracePt t="358476" x="8140700" y="590550"/>
          <p14:tracePt t="358479" x="8191500" y="590550"/>
          <p14:tracePt t="358493" x="8216900" y="590550"/>
          <p14:tracePt t="358508" x="8267700" y="596900"/>
          <p14:tracePt t="358525" x="8280400" y="596900"/>
          <p14:tracePt t="358543" x="8299450" y="596900"/>
          <p14:tracePt t="358559" x="8312150" y="596900"/>
          <p14:tracePt t="358575" x="8312150" y="603250"/>
          <p14:tracePt t="358592" x="8318500" y="603250"/>
          <p14:tracePt t="358608" x="8324850" y="603250"/>
          <p14:tracePt t="358625" x="8331200" y="603250"/>
          <p14:tracePt t="358662" x="8337550" y="603250"/>
          <p14:tracePt t="358711" x="8343900" y="603250"/>
          <p14:tracePt t="358782" x="8350250" y="603250"/>
          <p14:tracePt t="358859" x="8350250" y="609600"/>
          <p14:tracePt t="358873" x="8356600" y="609600"/>
          <p14:tracePt t="358880" x="8362950" y="615950"/>
          <p14:tracePt t="358891" x="8369300" y="622300"/>
          <p14:tracePt t="358908" x="8375650" y="622300"/>
          <p14:tracePt t="358924" x="8388350" y="635000"/>
          <p14:tracePt t="358941" x="8401050" y="641350"/>
          <p14:tracePt t="358958" x="8470900" y="673100"/>
          <p14:tracePt t="358974" x="8502650" y="692150"/>
          <p14:tracePt t="358991" x="8547100" y="692150"/>
          <p14:tracePt t="358994" x="8585200" y="711200"/>
          <p14:tracePt t="359007" x="8642350" y="717550"/>
          <p14:tracePt t="359023" x="8699500" y="730250"/>
          <p14:tracePt t="359040" x="8731250" y="736600"/>
          <p14:tracePt t="359057" x="8769350" y="736600"/>
          <p14:tracePt t="359073" x="8794750" y="736600"/>
          <p14:tracePt t="359091" x="8801100" y="736600"/>
          <p14:tracePt t="359189" x="8807450" y="736600"/>
          <p14:tracePt t="359330" x="8801100" y="736600"/>
          <p14:tracePt t="359379" x="8794750" y="736600"/>
          <p14:tracePt t="360106" x="8731250" y="742950"/>
          <p14:tracePt t="360113" x="8636000" y="742950"/>
          <p14:tracePt t="360122" x="8528050" y="749300"/>
          <p14:tracePt t="360136" x="8439150" y="749300"/>
          <p14:tracePt t="360153" x="8324850" y="762000"/>
          <p14:tracePt t="360170" x="7899400" y="806450"/>
          <p14:tracePt t="360186" x="7772400" y="819150"/>
          <p14:tracePt t="360203" x="7645400" y="825500"/>
          <p14:tracePt t="360219" x="7334250" y="876300"/>
          <p14:tracePt t="360236" x="7035800" y="920750"/>
          <p14:tracePt t="360254" x="6781800" y="965200"/>
          <p14:tracePt t="360270" x="6635750" y="984250"/>
          <p14:tracePt t="360286" x="6432550" y="1016000"/>
          <p14:tracePt t="360303" x="6292850" y="1016000"/>
          <p14:tracePt t="360319" x="6235700" y="1016000"/>
          <p14:tracePt t="360336" x="6172200" y="1016000"/>
          <p14:tracePt t="360353" x="6140450" y="1016000"/>
          <p14:tracePt t="360369" x="6115050" y="1016000"/>
          <p14:tracePt t="360429" x="6096000" y="1016000"/>
          <p14:tracePt t="360444" x="6083300" y="1016000"/>
          <p14:tracePt t="360451" x="6070600" y="1003300"/>
          <p14:tracePt t="360897" x="6032500" y="1003300"/>
          <p14:tracePt t="360903" x="5994400" y="1003300"/>
          <p14:tracePt t="360920" x="5930900" y="1003300"/>
          <p14:tracePt t="360934" x="5854700" y="1016000"/>
          <p14:tracePt t="360950" x="5657850" y="1035050"/>
          <p14:tracePt t="360967" x="5416550" y="1054100"/>
          <p14:tracePt t="360983" x="5257800" y="1079500"/>
          <p14:tracePt t="361000" x="4851400" y="1123950"/>
          <p14:tracePt t="361017" x="4483100" y="1174750"/>
          <p14:tracePt t="361033" x="4311650" y="1193800"/>
          <p14:tracePt t="361051" x="3937000" y="1257300"/>
          <p14:tracePt t="361066" x="3733800" y="1314450"/>
          <p14:tracePt t="361083" x="3651250" y="1339850"/>
          <p14:tracePt t="361100" x="3517900" y="1390650"/>
          <p14:tracePt t="361116" x="3435350" y="1416050"/>
          <p14:tracePt t="361133" x="3409950" y="1428750"/>
          <p14:tracePt t="361150" x="3378200" y="1441450"/>
          <p14:tracePt t="361166" x="3365500" y="1447800"/>
          <p14:tracePt t="361183" x="3346450" y="1454150"/>
          <p14:tracePt t="361200" x="3333750" y="1460500"/>
          <p14:tracePt t="361216" x="3333750" y="1466850"/>
          <p14:tracePt t="361233" x="3314700" y="1466850"/>
          <p14:tracePt t="361249" x="3295650" y="1473200"/>
          <p14:tracePt t="361266" x="3276600" y="1479550"/>
          <p14:tracePt t="361283" x="3232150" y="1492250"/>
          <p14:tracePt t="361299" x="3194050" y="1492250"/>
          <p14:tracePt t="361316" x="3175000" y="1498600"/>
          <p14:tracePt t="361332" x="3117850" y="1504950"/>
          <p14:tracePt t="361349" x="3060700" y="1504950"/>
          <p14:tracePt t="361366" x="3035300" y="1504950"/>
          <p14:tracePt t="361382" x="2990850" y="1504950"/>
          <p14:tracePt t="361399" x="2946400" y="1485900"/>
          <p14:tracePt t="361417" x="2927350" y="1460500"/>
          <p14:tracePt t="361432" x="2914650" y="1447800"/>
          <p14:tracePt t="361449" x="2901950" y="1422400"/>
          <p14:tracePt t="361911" x="2901950" y="1441450"/>
          <p14:tracePt t="361918" x="2889250" y="1460500"/>
          <p14:tracePt t="361933" x="2882900" y="1485900"/>
          <p14:tracePt t="361947" x="2876550" y="1504950"/>
          <p14:tracePt t="361963" x="2870200" y="1562100"/>
          <p14:tracePt t="361981" x="2863850" y="1593850"/>
          <p14:tracePt t="361997" x="2857500" y="1651000"/>
          <p14:tracePt t="362013" x="2851150" y="1708150"/>
          <p14:tracePt t="362030" x="2838450" y="1758950"/>
          <p14:tracePt t="362047" x="2832100" y="1784350"/>
          <p14:tracePt t="362063" x="2819400" y="1847850"/>
          <p14:tracePt t="362080" x="2813050" y="1898650"/>
          <p14:tracePt t="362096" x="2813050" y="1917700"/>
          <p14:tracePt t="362113" x="2806700" y="1955800"/>
          <p14:tracePt t="362130" x="2806700" y="1981200"/>
          <p14:tracePt t="362146" x="2800350" y="1993900"/>
          <p14:tracePt t="362162" x="2800350" y="2006600"/>
          <p14:tracePt t="362180" x="2800350" y="2019300"/>
          <p14:tracePt t="362235" x="2794000" y="2019300"/>
          <p14:tracePt t="362242" x="2794000" y="2025650"/>
          <p14:tracePt t="362354" x="2787650" y="2025650"/>
          <p14:tracePt t="362403" x="2781300" y="2025650"/>
          <p14:tracePt t="362473" x="2774950" y="2025650"/>
          <p14:tracePt t="362593" x="2768600" y="2025650"/>
          <p14:tracePt t="362642" x="2762250" y="2025650"/>
          <p14:tracePt t="362670" x="2755900" y="2025650"/>
          <p14:tracePt t="362691" x="2749550" y="2019300"/>
          <p14:tracePt t="362705" x="2749550" y="2012950"/>
          <p14:tracePt t="362726" x="2743200" y="2006600"/>
          <p14:tracePt t="362734" x="2736850" y="2000250"/>
          <p14:tracePt t="362744" x="2736850" y="1993900"/>
          <p14:tracePt t="362762" x="2705100" y="1974850"/>
          <p14:tracePt t="362778" x="2686050" y="1962150"/>
          <p14:tracePt t="362794" x="2667000" y="1936750"/>
          <p14:tracePt t="362811" x="2540000" y="1854200"/>
          <p14:tracePt t="362827" x="2508250" y="1828800"/>
          <p14:tracePt t="362844" x="2463800" y="1790700"/>
          <p14:tracePt t="362860" x="2374900" y="1733550"/>
          <p14:tracePt t="362877" x="2286000" y="1670050"/>
          <p14:tracePt t="362894" x="2260600" y="1651000"/>
          <p14:tracePt t="362911" x="2209800" y="1619250"/>
          <p14:tracePt t="362927" x="2190750" y="1593850"/>
          <p14:tracePt t="362944" x="2178050" y="1593850"/>
          <p14:tracePt t="362987" x="2178050" y="1600200"/>
          <p14:tracePt t="362996" x="2184400" y="1606550"/>
          <p14:tracePt t="363010" x="2190750" y="1612900"/>
          <p14:tracePt t="363027" x="2203450" y="1612900"/>
          <p14:tracePt t="363043" x="2216150" y="1619250"/>
          <p14:tracePt t="363060" x="2216150" y="1625600"/>
          <p14:tracePt t="363076" x="2222500" y="1625600"/>
          <p14:tracePt t="363093" x="2235200" y="1638300"/>
          <p14:tracePt t="363127" x="2241550" y="1644650"/>
          <p14:tracePt t="363143" x="2247900" y="1651000"/>
          <p14:tracePt t="363160" x="2254250" y="1651000"/>
          <p14:tracePt t="363183" x="2266950" y="1663700"/>
          <p14:tracePt t="363197" x="2273300" y="1663700"/>
          <p14:tracePt t="363219" x="2279650" y="1670050"/>
          <p14:tracePt t="363226" x="2286000" y="1676400"/>
          <p14:tracePt t="363246" x="2292350" y="1682750"/>
          <p14:tracePt t="363259" x="2298700" y="1689100"/>
          <p14:tracePt t="363289" x="2305050" y="1695450"/>
          <p14:tracePt t="363296" x="2311400" y="1695450"/>
          <p14:tracePt t="363310" x="2317750" y="1695450"/>
          <p14:tracePt t="363326" x="2324100" y="1695450"/>
          <p14:tracePt t="363342" x="2330450" y="1695450"/>
          <p14:tracePt t="363373" x="2336800" y="1701800"/>
          <p14:tracePt t="363401" x="2343150" y="1701800"/>
          <p14:tracePt t="363985" x="2324100" y="1663700"/>
          <p14:tracePt t="363999" x="2279650" y="1581150"/>
          <p14:tracePt t="364009" x="2241550" y="1492250"/>
          <p14:tracePt t="364023" x="2197100" y="1384300"/>
          <p14:tracePt t="364040" x="2165350" y="1282700"/>
          <p14:tracePt t="364056" x="2076450" y="1003300"/>
          <p14:tracePt t="364073" x="2044700" y="927100"/>
          <p14:tracePt t="364090" x="2006600" y="768350"/>
          <p14:tracePt t="364106" x="1993900" y="704850"/>
          <p14:tracePt t="364123" x="1981200" y="596900"/>
          <p14:tracePt t="364140" x="1955800" y="520700"/>
          <p14:tracePt t="364156" x="1949450" y="501650"/>
          <p14:tracePt t="364173" x="1917700" y="463550"/>
          <p14:tracePt t="364189" x="1898650" y="444500"/>
          <p14:tracePt t="364206" x="1892300" y="444500"/>
          <p14:tracePt t="364222" x="1879600" y="438150"/>
          <p14:tracePt t="364239" x="1860550" y="431800"/>
          <p14:tracePt t="364256" x="1854200" y="431800"/>
          <p14:tracePt t="364273" x="1847850" y="438150"/>
          <p14:tracePt t="364289" x="1835150" y="444500"/>
          <p14:tracePt t="364305" x="1835150" y="450850"/>
          <p14:tracePt t="364323" x="1828800" y="457200"/>
          <p14:tracePt t="364339" x="1809750" y="463550"/>
          <p14:tracePt t="364355" x="1803400" y="469900"/>
          <p14:tracePt t="364372" x="1790700" y="469900"/>
          <p14:tracePt t="364388" x="1778000" y="469900"/>
          <p14:tracePt t="364405" x="1758950" y="469900"/>
          <p14:tracePt t="364422" x="1708150" y="469900"/>
          <p14:tracePt t="364438" x="1682750" y="463550"/>
          <p14:tracePt t="364455" x="1606550" y="450850"/>
          <p14:tracePt t="364472" x="1511300" y="438150"/>
          <p14:tracePt t="364488" x="1454150" y="419100"/>
          <p14:tracePt t="364505" x="1358900" y="400050"/>
          <p14:tracePt t="364521" x="1289050" y="387350"/>
          <p14:tracePt t="364538" x="1270000" y="368300"/>
          <p14:tracePt t="364554" x="1231900" y="368300"/>
          <p14:tracePt t="364571" x="1219200" y="361950"/>
          <p14:tracePt t="364588" x="1212850" y="361950"/>
          <p14:tracePt t="364604" x="1206500" y="355600"/>
          <p14:tracePt t="364621" x="1200150" y="355600"/>
          <p14:tracePt t="364652" x="1206500" y="355600"/>
          <p14:tracePt t="364674" x="1212850" y="361950"/>
          <p14:tracePt t="364681" x="1219200" y="361950"/>
          <p14:tracePt t="364702" x="1225550" y="368300"/>
          <p14:tracePt t="364723" x="1231900" y="374650"/>
          <p14:tracePt t="364729" x="1238250" y="374650"/>
          <p14:tracePt t="364751" x="1244600" y="381000"/>
          <p14:tracePt t="364758" x="1250950" y="381000"/>
          <p14:tracePt t="364793" x="1257300" y="381000"/>
          <p14:tracePt t="364821" x="1263650" y="387350"/>
          <p14:tracePt t="364828" x="1270000" y="393700"/>
          <p14:tracePt t="364841" x="1276350" y="393700"/>
          <p14:tracePt t="364854" x="1289050" y="393700"/>
          <p14:tracePt t="364871" x="1320800" y="419100"/>
          <p14:tracePt t="364887" x="1352550" y="431800"/>
          <p14:tracePt t="364903" x="1428750" y="476250"/>
          <p14:tracePt t="364920" x="1530350" y="520700"/>
          <p14:tracePt t="364937" x="1581150" y="546100"/>
          <p14:tracePt t="364953" x="1625600" y="577850"/>
          <p14:tracePt t="364970" x="1758950" y="628650"/>
          <p14:tracePt t="364986" x="1790700" y="641350"/>
          <p14:tracePt t="365004" x="1841500" y="666750"/>
          <p14:tracePt t="365020" x="1860550" y="673100"/>
          <p14:tracePt t="365024" x="1873250" y="679450"/>
          <p14:tracePt t="365036" x="1885950" y="679450"/>
          <p14:tracePt t="365053" x="1905000" y="685800"/>
          <p14:tracePt t="365070" x="1911350" y="685800"/>
          <p14:tracePt t="365086" x="1917700" y="685800"/>
          <p14:tracePt t="365119" x="1917700" y="692150"/>
          <p14:tracePt t="365151" x="1917700" y="698500"/>
          <p14:tracePt t="365264" x="1924050" y="704850"/>
          <p14:tracePt t="365306" x="1930400" y="704850"/>
          <p14:tracePt t="365320" x="1930400" y="711200"/>
          <p14:tracePt t="365341" x="1943100" y="717550"/>
          <p14:tracePt t="365362" x="1943100" y="723900"/>
          <p14:tracePt t="365376" x="1949450" y="730250"/>
          <p14:tracePt t="365383" x="1955800" y="736600"/>
          <p14:tracePt t="365390" x="1974850" y="749300"/>
          <p14:tracePt t="365405" x="1987550" y="762000"/>
          <p14:tracePt t="365418" x="2019300" y="774700"/>
          <p14:tracePt t="365435" x="2082800" y="825500"/>
          <p14:tracePt t="365451" x="2120900" y="850900"/>
          <p14:tracePt t="365468" x="2197100" y="901700"/>
          <p14:tracePt t="365485" x="2260600" y="939800"/>
          <p14:tracePt t="365501" x="2292350" y="958850"/>
          <p14:tracePt t="365505" x="2305050" y="971550"/>
          <p14:tracePt t="365518" x="2324100" y="977900"/>
          <p14:tracePt t="365534" x="2349500" y="1003300"/>
          <p14:tracePt t="365552" x="2349500" y="1009650"/>
          <p14:tracePt t="365568" x="2368550" y="1022350"/>
          <p14:tracePt t="365584" x="2368550" y="1028700"/>
          <p14:tracePt t="365601" x="2374900" y="1054100"/>
          <p14:tracePt t="365617" x="2374900" y="1060450"/>
          <p14:tracePt t="365634" x="2374900" y="1073150"/>
          <p14:tracePt t="365651" x="2368550" y="1098550"/>
          <p14:tracePt t="365667" x="2362200" y="1117600"/>
          <p14:tracePt t="365684" x="2362200" y="1123950"/>
          <p14:tracePt t="365701" x="2362200" y="1143000"/>
          <p14:tracePt t="365717" x="2362200" y="1174750"/>
          <p14:tracePt t="365735" x="2368550" y="1238250"/>
          <p14:tracePt t="365750" x="2381250" y="1276350"/>
          <p14:tracePt t="365767" x="2400300" y="1409700"/>
          <p14:tracePt t="365784" x="2444750" y="1695450"/>
          <p14:tracePt t="365800" x="2489200" y="1924050"/>
          <p14:tracePt t="365817" x="2584450" y="2597150"/>
          <p14:tracePt t="365833" x="2667000" y="3371850"/>
          <p14:tracePt t="365850" x="2705100" y="3790950"/>
          <p14:tracePt t="365868" x="2755900" y="4191000"/>
          <p14:tracePt t="365884" x="2800350" y="4933950"/>
          <p14:tracePt t="365900" x="2813050" y="5060950"/>
          <p14:tracePt t="365917" x="2787650" y="5194300"/>
          <p14:tracePt t="366316" x="2851150" y="5213350"/>
          <p14:tracePt t="366330" x="2927350" y="5251450"/>
          <p14:tracePt t="366337" x="2997200" y="5295900"/>
          <p14:tracePt t="366348" x="3079750" y="5334000"/>
          <p14:tracePt t="366365" x="3232150" y="5416550"/>
          <p14:tracePt t="366381" x="3302000" y="5454650"/>
          <p14:tracePt t="366398" x="3448050" y="5524500"/>
          <p14:tracePt t="366415" x="3556000" y="5549900"/>
          <p14:tracePt t="366432" x="3587750" y="5568950"/>
          <p14:tracePt t="366449" x="3651250" y="5588000"/>
          <p14:tracePt t="366464" x="3695700" y="5600700"/>
          <p14:tracePt t="366481" x="3708400" y="5607050"/>
          <p14:tracePt t="366498" x="3727450" y="5607050"/>
          <p14:tracePt t="366514" x="3733800" y="5607050"/>
          <p14:tracePt t="366532" x="3740150" y="5607050"/>
          <p14:tracePt t="366535" x="3746500" y="5600700"/>
          <p14:tracePt t="366551" x="3752850" y="5588000"/>
          <p14:tracePt t="366564" x="3752850" y="5581650"/>
          <p14:tracePt t="366580" x="3752850" y="5568950"/>
          <p14:tracePt t="366598" x="3759200" y="5556250"/>
          <p14:tracePt t="366632" x="3765550" y="5549900"/>
          <p14:tracePt t="366647" x="3765550" y="5543550"/>
          <p14:tracePt t="366681" x="3765550" y="5537200"/>
          <p14:tracePt t="366697" x="3784600" y="5537200"/>
          <p14:tracePt t="366714" x="3797300" y="5537200"/>
          <p14:tracePt t="366731" x="3835400" y="5530850"/>
          <p14:tracePt t="366747" x="3860800" y="5530850"/>
          <p14:tracePt t="366764" x="3949700" y="5530850"/>
          <p14:tracePt t="366781" x="4064000" y="5530850"/>
          <p14:tracePt t="366797" x="4127500" y="5530850"/>
          <p14:tracePt t="366814" x="4203700" y="5530850"/>
          <p14:tracePt t="366830" x="4260850" y="5530850"/>
          <p14:tracePt t="366847" x="4273550" y="5530850"/>
          <p14:tracePt t="366864" x="4292600" y="5530850"/>
          <p14:tracePt t="366927" x="4286250" y="5530850"/>
          <p14:tracePt t="366941" x="4279900" y="5530850"/>
          <p14:tracePt t="366949" x="4273550" y="5530850"/>
          <p14:tracePt t="366964" x="4260850" y="5530850"/>
          <p14:tracePt t="366980" x="4229100" y="5530850"/>
          <p14:tracePt t="366997" x="4197350" y="5530850"/>
          <p14:tracePt t="367012" x="4108450" y="5537200"/>
          <p14:tracePt t="367029" x="3975100" y="5537200"/>
          <p14:tracePt t="367046" x="3835400" y="5549900"/>
          <p14:tracePt t="367062" x="3771900" y="5543550"/>
          <p14:tracePt t="367079" x="3708400" y="5543550"/>
          <p14:tracePt t="367096" x="3594100" y="5537200"/>
          <p14:tracePt t="367112" x="3562350" y="5530850"/>
          <p14:tracePt t="367129" x="3556000" y="5530850"/>
          <p14:tracePt t="367146" x="3556000" y="5524500"/>
          <p14:tracePt t="367187" x="3562350" y="5524500"/>
          <p14:tracePt t="367201" x="3575050" y="5530850"/>
          <p14:tracePt t="367208" x="3581400" y="5530850"/>
          <p14:tracePt t="367222" x="3587750" y="5530850"/>
          <p14:tracePt t="367232" x="3600450" y="5537200"/>
          <p14:tracePt t="367245" x="3613150" y="5537200"/>
          <p14:tracePt t="367262" x="3644900" y="5543550"/>
          <p14:tracePt t="367279" x="3702050" y="5549900"/>
          <p14:tracePt t="367295" x="3752850" y="5549900"/>
          <p14:tracePt t="367312" x="3816350" y="5549900"/>
          <p14:tracePt t="367329" x="4025900" y="5543550"/>
          <p14:tracePt t="367345" x="4089400" y="5537200"/>
          <p14:tracePt t="367363" x="4178300" y="5537200"/>
          <p14:tracePt t="367378" x="4222750" y="5530850"/>
          <p14:tracePt t="367395" x="4260850" y="5530850"/>
          <p14:tracePt t="367412" x="4286250" y="5524500"/>
          <p14:tracePt t="367428" x="4298950" y="5524500"/>
          <p14:tracePt t="367444" x="4305300" y="5524500"/>
          <p14:tracePt t="367482" x="4311650" y="5518150"/>
          <p14:tracePt t="367900" x="4298950" y="5505450"/>
          <p14:tracePt t="367914" x="4286250" y="5499100"/>
          <p14:tracePt t="367921" x="4279900" y="5492750"/>
          <p14:tracePt t="367935" x="4267200" y="5480050"/>
          <p14:tracePt t="367943" x="4254500" y="5473700"/>
          <p14:tracePt t="367960" x="4235450" y="5454650"/>
          <p14:tracePt t="367977" x="4184650" y="5397500"/>
          <p14:tracePt t="367993" x="4133850" y="5321300"/>
          <p14:tracePt t="368009" x="4108450" y="5276850"/>
          <p14:tracePt t="368026" x="4051300" y="5162550"/>
          <p14:tracePt t="368043" x="3994150" y="5048250"/>
          <p14:tracePt t="368059" x="3968750" y="4997450"/>
          <p14:tracePt t="368076" x="3924300" y="4883150"/>
          <p14:tracePt t="368092" x="3867150" y="4768850"/>
          <p14:tracePt t="368109" x="3835400" y="4711700"/>
          <p14:tracePt t="368126" x="3771900" y="4565650"/>
          <p14:tracePt t="368142" x="3727450" y="4470400"/>
          <p14:tracePt t="368159" x="3606800" y="4216400"/>
          <p14:tracePt t="368175" x="3562350" y="4127500"/>
          <p14:tracePt t="368191" x="3524250" y="4032250"/>
          <p14:tracePt t="368209" x="3441700" y="3860800"/>
          <p14:tracePt t="368225" x="3378200" y="3651250"/>
          <p14:tracePt t="368242" x="3346450" y="3556000"/>
          <p14:tracePt t="368258" x="3295650" y="3371850"/>
          <p14:tracePt t="368275" x="3270250" y="3219450"/>
          <p14:tracePt t="368291" x="3257550" y="3162300"/>
          <p14:tracePt t="368308" x="3238500" y="3067050"/>
          <p14:tracePt t="368325" x="3251200" y="2971800"/>
          <p14:tracePt t="368343" x="3289300" y="2889250"/>
          <p14:tracePt t="368358" x="3302000" y="2857500"/>
          <p14:tracePt t="368375" x="3346450" y="2800350"/>
          <p14:tracePt t="368392" x="3422650" y="2698750"/>
          <p14:tracePt t="368408" x="3460750" y="2654300"/>
          <p14:tracePt t="368425" x="3505200" y="2603500"/>
          <p14:tracePt t="368441" x="3651250" y="2451100"/>
          <p14:tracePt t="368458" x="3816350" y="2292350"/>
          <p14:tracePt t="368474" x="3930650" y="2209800"/>
          <p14:tracePt t="368491" x="4152900" y="2025650"/>
          <p14:tracePt t="368508" x="4330700" y="1866900"/>
          <p14:tracePt t="368525" x="4489450" y="1733550"/>
          <p14:tracePt t="368541" x="4565650" y="1695450"/>
          <p14:tracePt t="368557" x="4705350" y="1625600"/>
          <p14:tracePt t="368574" x="4838700" y="1568450"/>
          <p14:tracePt t="368590" x="4895850" y="1543050"/>
          <p14:tracePt t="368594" x="4940300" y="1524000"/>
          <p14:tracePt t="368607" x="4997450" y="1504950"/>
          <p14:tracePt t="368624" x="5067300" y="1479550"/>
          <p14:tracePt t="368640" x="5111750" y="1460500"/>
          <p14:tracePt t="368657" x="5168900" y="1447800"/>
          <p14:tracePt t="368673" x="5314950" y="1409700"/>
          <p14:tracePt t="368690" x="5359400" y="1390650"/>
          <p14:tracePt t="368708" x="5429250" y="1365250"/>
          <p14:tracePt t="368723" x="5454650" y="1352550"/>
          <p14:tracePt t="368740" x="5492750" y="1339850"/>
          <p14:tracePt t="368757" x="5511800" y="1327150"/>
          <p14:tracePt t="368773" x="5518150" y="1320800"/>
          <p14:tracePt t="368790" x="5524500" y="1320800"/>
          <p14:tracePt t="368827" x="5518150" y="1320800"/>
          <p14:tracePt t="368840" x="5511800" y="1320800"/>
          <p14:tracePt t="368856" x="5505450" y="1314450"/>
          <p14:tracePt t="368873" x="5492750" y="1308100"/>
          <p14:tracePt t="369181" x="5422900" y="1314450"/>
          <p14:tracePt t="369187" x="5295900" y="1333500"/>
          <p14:tracePt t="369195" x="5111750" y="1358900"/>
          <p14:tracePt t="369209" x="4895850" y="1384300"/>
          <p14:tracePt t="369222" x="4667250" y="1428750"/>
          <p14:tracePt t="369239" x="4146550" y="1504950"/>
          <p14:tracePt t="369255" x="3879850" y="1530350"/>
          <p14:tracePt t="369272" x="3486150" y="1587500"/>
          <p14:tracePt t="369288" x="3079750" y="1625600"/>
          <p14:tracePt t="369305" x="2952750" y="1619250"/>
          <p14:tracePt t="369322" x="2768600" y="1644650"/>
          <p14:tracePt t="369338" x="2673350" y="1651000"/>
          <p14:tracePt t="369355" x="2635250" y="1651000"/>
          <p14:tracePt t="369371" x="2597150" y="1651000"/>
          <p14:tracePt t="369388" x="2590800" y="1657350"/>
          <p14:tracePt t="369405" x="2565400" y="1670050"/>
          <p14:tracePt t="369421" x="2565400" y="1682750"/>
          <p14:tracePt t="369454" x="2565400" y="1701800"/>
          <p14:tracePt t="369487" x="2565400" y="1708150"/>
          <p14:tracePt t="369539" x="2559050" y="1708150"/>
          <p14:tracePt t="369567" x="2552700" y="1714500"/>
          <p14:tracePt t="369616" x="2552700" y="1720850"/>
          <p14:tracePt t="369652" x="2546350" y="1727200"/>
          <p14:tracePt t="369658" x="2540000" y="1727200"/>
          <p14:tracePt t="369680" x="2533650" y="1727200"/>
          <p14:tracePt t="369688" x="2520950" y="1727200"/>
          <p14:tracePt t="369703" x="2514600" y="1727200"/>
          <p14:tracePt t="369720" x="2508250" y="1733550"/>
          <p14:tracePt t="369737" x="2489200" y="1733550"/>
          <p14:tracePt t="369754" x="2444750" y="1739900"/>
          <p14:tracePt t="369771" x="2393950" y="1739900"/>
          <p14:tracePt t="369787" x="2368550" y="1727200"/>
          <p14:tracePt t="369803" x="2292350" y="1708150"/>
          <p14:tracePt t="369820" x="2228850" y="1670050"/>
          <p14:tracePt t="369836" x="2197100" y="1644650"/>
          <p14:tracePt t="369853" x="2152650" y="1600200"/>
          <p14:tracePt t="369870" x="2133600" y="1555750"/>
          <p14:tracePt t="369887" x="2114550" y="1543050"/>
          <p14:tracePt t="369903" x="2101850" y="1517650"/>
          <p14:tracePt t="369920" x="2101850" y="1498600"/>
          <p14:tracePt t="369936" x="2101850" y="1492250"/>
          <p14:tracePt t="369953" x="2101850" y="1479550"/>
          <p14:tracePt t="369989" x="2101850" y="1473200"/>
          <p14:tracePt t="370009" x="2101850" y="1466850"/>
          <p14:tracePt t="370038" x="2108200" y="1466850"/>
          <p14:tracePt t="370059" x="2114550" y="1466850"/>
          <p14:tracePt t="370080" x="2120900" y="1473200"/>
          <p14:tracePt t="370129" x="2127250" y="1473200"/>
          <p14:tracePt t="370151" x="2133600" y="1473200"/>
          <p14:tracePt t="370179" x="2139950" y="1479550"/>
          <p14:tracePt t="370199" x="2152650" y="1479550"/>
          <p14:tracePt t="370221" x="2152650" y="1485900"/>
          <p14:tracePt t="370236" x="2159000" y="1485900"/>
          <p14:tracePt t="370241" x="2165350" y="1485900"/>
          <p14:tracePt t="370263" x="2171700" y="1485900"/>
          <p14:tracePt t="370291" x="2171700" y="1492250"/>
          <p14:tracePt t="370319" x="2178050" y="1498600"/>
          <p14:tracePt t="370340" x="2178050" y="1504950"/>
          <p14:tracePt t="370375" x="2184400" y="1504950"/>
          <p14:tracePt t="370382" x="2184400" y="1511300"/>
          <p14:tracePt t="370389" x="2190750" y="1511300"/>
          <p14:tracePt t="370431" x="2197100" y="1517650"/>
          <p14:tracePt t="370481" x="2203450" y="1524000"/>
          <p14:tracePt t="370502" x="2209800" y="1530350"/>
          <p14:tracePt t="370551" x="2216150" y="1530350"/>
          <p14:tracePt t="370572" x="2222500" y="1530350"/>
          <p14:tracePt t="370593" x="2228850" y="1536700"/>
          <p14:tracePt t="370635" x="2235200" y="1536700"/>
          <p14:tracePt t="370642" x="2241550" y="1536700"/>
          <p14:tracePt t="370671" x="2247900" y="1530350"/>
          <p14:tracePt t="370691" x="2247900" y="1524000"/>
          <p14:tracePt t="370727" x="2247900" y="1517650"/>
          <p14:tracePt t="370735" x="2254250" y="1517650"/>
          <p14:tracePt t="370762" x="2254250" y="1511300"/>
          <p14:tracePt t="370783" x="2260600" y="1504950"/>
          <p14:tracePt t="370797" x="2260600" y="1498600"/>
          <p14:tracePt t="370804" x="2260600" y="1492250"/>
          <p14:tracePt t="370832" x="2260600" y="1479550"/>
          <p14:tracePt t="370853" x="2260600" y="1473200"/>
          <p14:tracePt t="370874" x="2260600" y="1466850"/>
          <p14:tracePt t="370881" x="2260600" y="1460500"/>
          <p14:tracePt t="370902" x="2254250" y="1454150"/>
          <p14:tracePt t="370918" x="2254250" y="1447800"/>
          <p14:tracePt t="370923" x="2254250" y="1435100"/>
          <p14:tracePt t="370937" x="2247900" y="1422400"/>
          <p14:tracePt t="370949" x="2247900" y="1409700"/>
          <p14:tracePt t="370966" x="2235200" y="1371600"/>
          <p14:tracePt t="370982" x="2228850" y="1352550"/>
          <p14:tracePt t="370999" x="2222500" y="1301750"/>
          <p14:tracePt t="371016" x="2203450" y="1257300"/>
          <p14:tracePt t="371032" x="2184400" y="1225550"/>
          <p14:tracePt t="371050" x="2171700" y="1187450"/>
          <p14:tracePt t="371066" x="2159000" y="1143000"/>
          <p14:tracePt t="371082" x="2152650" y="1123950"/>
          <p14:tracePt t="371099" x="2139950" y="1079500"/>
          <p14:tracePt t="371115" x="2127250" y="1047750"/>
          <p14:tracePt t="371132" x="2127250" y="1041400"/>
          <p14:tracePt t="371148" x="2127250" y="1028700"/>
          <p14:tracePt t="371165" x="2127250" y="1022350"/>
          <p14:tracePt t="371181" x="2127250" y="1016000"/>
          <p14:tracePt t="371198" x="2127250" y="1003300"/>
          <p14:tracePt t="371232" x="2120900" y="996950"/>
          <p14:tracePt t="371254" x="2114550" y="990600"/>
          <p14:tracePt t="371289" x="2108200" y="990600"/>
          <p14:tracePt t="371310" x="2108200" y="996950"/>
          <p14:tracePt t="371332" x="2108200" y="1003300"/>
          <p14:tracePt t="371338" x="2108200" y="1009650"/>
          <p14:tracePt t="371347" x="2108200" y="1016000"/>
          <p14:tracePt t="371368" x="2108200" y="1022350"/>
          <p14:tracePt t="371415" x="2108200" y="1028700"/>
          <p14:tracePt t="371436" x="2108200" y="1035050"/>
          <p14:tracePt t="371479" x="2101850" y="1041400"/>
          <p14:tracePt t="371514" x="2095500" y="1047750"/>
          <p14:tracePt t="371535" x="2095500" y="1054100"/>
          <p14:tracePt t="371556" x="2089150" y="1060450"/>
          <p14:tracePt t="371577" x="2082800" y="1060450"/>
          <p14:tracePt t="371598" x="2076450" y="1060450"/>
          <p14:tracePt t="371619" x="2070100" y="1060450"/>
          <p14:tracePt t="371626" x="2063750" y="1060450"/>
          <p14:tracePt t="371648" x="2057400" y="1060450"/>
          <p14:tracePt t="371654" x="2051050" y="1060450"/>
          <p14:tracePt t="371696" x="2044700" y="1066800"/>
          <p14:tracePt t="371718" x="2038350" y="1066800"/>
          <p14:tracePt t="371746" x="2032000" y="1066800"/>
          <p14:tracePt t="371767" x="2025650" y="1073150"/>
          <p14:tracePt t="371788" x="2019300" y="1073150"/>
          <p14:tracePt t="371837" x="2012950" y="1073150"/>
          <p14:tracePt t="372048" x="2025650" y="1073150"/>
          <p14:tracePt t="372063" x="2051050" y="1073150"/>
          <p14:tracePt t="372069" x="2070100" y="1073150"/>
          <p14:tracePt t="372079" x="2089150" y="1066800"/>
          <p14:tracePt t="372096" x="2108200" y="1060450"/>
          <p14:tracePt t="372112" x="2159000" y="1054100"/>
          <p14:tracePt t="372128" x="2178050" y="1054100"/>
          <p14:tracePt t="372132" x="2203450" y="1047750"/>
          <p14:tracePt t="372146" x="2228850" y="1047750"/>
          <p14:tracePt t="372161" x="2228850" y="1041400"/>
          <p14:tracePt t="372178" x="2241550" y="1041400"/>
          <p14:tracePt t="372195" x="2254250" y="1041400"/>
          <p14:tracePt t="372625" x="2260600" y="1041400"/>
          <p14:tracePt t="372631" x="2266950" y="1041400"/>
          <p14:tracePt t="372643" x="2279650" y="1041400"/>
          <p14:tracePt t="372660" x="2298700" y="1041400"/>
          <p14:tracePt t="372676" x="2324100" y="1041400"/>
          <p14:tracePt t="372693" x="2349500" y="1041400"/>
          <p14:tracePt t="372710" x="2419350" y="1047750"/>
          <p14:tracePt t="372726" x="2438400" y="1047750"/>
          <p14:tracePt t="372744" x="2470150" y="1047750"/>
          <p14:tracePt t="372759" x="2482850" y="1047750"/>
          <p14:tracePt t="372776" x="2501900" y="1047750"/>
          <p14:tracePt t="372794" x="2514600" y="1047750"/>
          <p14:tracePt t="372836" x="2520950" y="1047750"/>
          <p14:tracePt t="372891" x="2527300" y="1047750"/>
          <p14:tracePt t="373054" x="2533650" y="1047750"/>
          <p14:tracePt t="373075" x="2540000" y="1047750"/>
          <p14:tracePt t="373081" x="2546350" y="1047750"/>
          <p14:tracePt t="373096" x="2552700" y="1047750"/>
          <p14:tracePt t="373108" x="2559050" y="1047750"/>
          <p14:tracePt t="373126" x="2565400" y="1047750"/>
          <p14:tracePt t="373141" x="2571750" y="1041400"/>
          <p14:tracePt t="373159" x="2584450" y="1041400"/>
          <p14:tracePt t="373175" x="2609850" y="1041400"/>
          <p14:tracePt t="373194" x="2641600" y="1035050"/>
          <p14:tracePt t="373208" x="2660650" y="1035050"/>
          <p14:tracePt t="373224" x="2692400" y="1035050"/>
          <p14:tracePt t="373241" x="2711450" y="1035050"/>
          <p14:tracePt t="373258" x="2749550" y="1035050"/>
          <p14:tracePt t="373274" x="2762250" y="1035050"/>
          <p14:tracePt t="373292" x="2768600" y="1035050"/>
          <p14:tracePt t="373308" x="2774950" y="1035050"/>
          <p14:tracePt t="373324" x="2781300" y="1035050"/>
          <p14:tracePt t="373553" x="2787650" y="1035050"/>
          <p14:tracePt t="373575" x="2794000" y="1035050"/>
          <p14:tracePt t="373588" x="2806700" y="1041400"/>
          <p14:tracePt t="373595" x="2825750" y="1041400"/>
          <p14:tracePt t="373606" x="2838450" y="1047750"/>
          <p14:tracePt t="373624" x="2889250" y="1054100"/>
          <p14:tracePt t="373640" x="2921000" y="1054100"/>
          <p14:tracePt t="373656" x="2940050" y="1060450"/>
          <p14:tracePt t="373673" x="3028950" y="1073150"/>
          <p14:tracePt t="373689" x="3048000" y="1085850"/>
          <p14:tracePt t="373707" x="3067050" y="1092200"/>
          <p14:tracePt t="373723" x="3111500" y="1098550"/>
          <p14:tracePt t="373740" x="3130550" y="1098550"/>
          <p14:tracePt t="373757" x="3136900" y="1098550"/>
          <p14:tracePt t="373799" x="3143250" y="1104900"/>
          <p14:tracePt t="373848" x="3136900" y="1104900"/>
          <p14:tracePt t="373870" x="3130550" y="1104900"/>
          <p14:tracePt t="373876" x="3117850" y="1104900"/>
          <p14:tracePt t="373892" x="3111500" y="1104900"/>
          <p14:tracePt t="373905" x="3079750" y="1111250"/>
          <p14:tracePt t="373922" x="3041650" y="1123950"/>
          <p14:tracePt t="373940" x="2908300" y="1149350"/>
          <p14:tracePt t="373955" x="2819400" y="1168400"/>
          <p14:tracePt t="373972" x="2622550" y="1231900"/>
          <p14:tracePt t="373989" x="2413000" y="1282700"/>
          <p14:tracePt t="374005" x="2311400" y="1301750"/>
          <p14:tracePt t="374022" x="2139950" y="1352550"/>
          <p14:tracePt t="374038" x="2006600" y="1403350"/>
          <p14:tracePt t="374054" x="1936750" y="1422400"/>
          <p14:tracePt t="374071" x="1866900" y="1447800"/>
          <p14:tracePt t="374088" x="1822450" y="1466850"/>
          <p14:tracePt t="374105" x="1809750" y="1473200"/>
          <p14:tracePt t="374122" x="1797050" y="1479550"/>
          <p14:tracePt t="374178" x="1803400" y="1479550"/>
          <p14:tracePt t="374186" x="1809750" y="1479550"/>
          <p14:tracePt t="374207" x="1816100" y="1479550"/>
          <p14:tracePt t="374298" x="1822450" y="1479550"/>
          <p14:tracePt t="374347" x="1828800" y="1479550"/>
          <p14:tracePt t="374390" x="1835150" y="1473200"/>
          <p14:tracePt t="374418" x="1841500" y="1473200"/>
          <p14:tracePt t="374439" x="1847850" y="1473200"/>
          <p14:tracePt t="374453" x="1854200" y="1473200"/>
          <p14:tracePt t="374467" x="1860550" y="1466850"/>
          <p14:tracePt t="374481" x="1866900" y="1466850"/>
          <p14:tracePt t="374490" x="1879600" y="1466850"/>
          <p14:tracePt t="374504" x="1892300" y="1460500"/>
          <p14:tracePt t="374520" x="1911350" y="1460500"/>
          <p14:tracePt t="374538" x="1968500" y="1441450"/>
          <p14:tracePt t="374553" x="1987550" y="1441450"/>
          <p14:tracePt t="374570" x="2006600" y="1435100"/>
          <p14:tracePt t="374587" x="2032000" y="1435100"/>
          <p14:tracePt t="374603" x="2057400" y="1428750"/>
          <p14:tracePt t="374620" x="2070100" y="1428750"/>
          <p14:tracePt t="374637" x="2095500" y="1428750"/>
          <p14:tracePt t="374653" x="2108200" y="1428750"/>
          <p14:tracePt t="374671" x="2108200" y="1435100"/>
          <p14:tracePt t="374686" x="2114550" y="1435100"/>
          <p14:tracePt t="374703" x="2127250" y="1435100"/>
          <p14:tracePt t="374741" x="2133600" y="1435100"/>
          <p14:tracePt t="374769" x="2139950" y="1435100"/>
          <p14:tracePt t="374791" x="2146300" y="1435100"/>
          <p14:tracePt t="374819" x="2152650" y="1435100"/>
          <p14:tracePt t="374840" x="2159000" y="1435100"/>
          <p14:tracePt t="374861" x="2165350" y="1435100"/>
          <p14:tracePt t="374882" x="2171700" y="1435100"/>
          <p14:tracePt t="374889" x="2178050" y="1435100"/>
          <p14:tracePt t="374910" x="2184400" y="1435100"/>
          <p14:tracePt t="374931" x="2184400" y="1441450"/>
          <p14:tracePt t="374953" x="2190750" y="1441450"/>
          <p14:tracePt t="374981" x="2197100" y="1441450"/>
          <p14:tracePt t="375002" x="2203450" y="1441450"/>
          <p14:tracePt t="375023" x="2209800" y="1441450"/>
          <p14:tracePt t="375051" x="2216150" y="1441450"/>
          <p14:tracePt t="375093" x="2222500" y="1441450"/>
          <p14:tracePt t="375135" x="2228850" y="1441450"/>
          <p14:tracePt t="375164" x="2235200" y="1441450"/>
          <p14:tracePt t="375205" x="2241550" y="1441450"/>
          <p14:tracePt t="375212" x="2247900" y="1441450"/>
          <p14:tracePt t="375241" x="2247900" y="1447800"/>
          <p14:tracePt t="375283" x="2247900" y="1454150"/>
          <p14:tracePt t="375304" x="2247900" y="1460500"/>
          <p14:tracePt t="375332" x="2247900" y="1466850"/>
          <p14:tracePt t="375353" x="2247900" y="1479550"/>
          <p14:tracePt t="375368" x="2247900" y="1485900"/>
          <p14:tracePt t="375374" x="2247900" y="1498600"/>
          <p14:tracePt t="375383" x="2241550" y="1511300"/>
          <p14:tracePt t="375401" x="2241550" y="1530350"/>
          <p14:tracePt t="375417" x="2228850" y="1581150"/>
          <p14:tracePt t="375434" x="2216150" y="1619250"/>
          <p14:tracePt t="375451" x="2171700" y="1771650"/>
          <p14:tracePt t="375466" x="2165350" y="1828800"/>
          <p14:tracePt t="375483" x="2159000" y="1854200"/>
          <p14:tracePt t="375501" x="2133600" y="1917700"/>
          <p14:tracePt t="375517" x="2120900" y="1955800"/>
          <p14:tracePt t="375534" x="2120900" y="1962150"/>
          <p14:tracePt t="375550" x="2108200" y="1962150"/>
          <p14:tracePt t="375583" x="2101850" y="1962150"/>
          <p14:tracePt t="375634" x="2101850" y="1955800"/>
          <p14:tracePt t="375677" x="2101850" y="1949450"/>
          <p14:tracePt t="375705" x="2108200" y="1943100"/>
          <p14:tracePt t="375726" x="2114550" y="1936750"/>
          <p14:tracePt t="375754" x="2120900" y="1930400"/>
          <p14:tracePt t="375775" x="2127250" y="1924050"/>
          <p14:tracePt t="375796" x="2133600" y="1924050"/>
          <p14:tracePt t="375803" x="2133600" y="1917700"/>
          <p14:tracePt t="375824" x="2133600" y="1911350"/>
          <p14:tracePt t="375845" x="2139950" y="1905000"/>
          <p14:tracePt t="375860" x="2139950" y="1898650"/>
          <p14:tracePt t="375869" x="2146300" y="1898650"/>
          <p14:tracePt t="375882" x="2152650" y="1892300"/>
          <p14:tracePt t="375898" x="2165350" y="1885950"/>
          <p14:tracePt t="375916" x="2190750" y="1860550"/>
          <p14:tracePt t="375932" x="2209800" y="1841500"/>
          <p14:tracePt t="375948" x="2235200" y="1816100"/>
          <p14:tracePt t="375965" x="2273300" y="1790700"/>
          <p14:tracePt t="375982" x="2286000" y="1784350"/>
          <p14:tracePt t="376001" x="2305050" y="1765300"/>
          <p14:tracePt t="376015" x="2311400" y="1758950"/>
          <p14:tracePt t="376032" x="2317750" y="1758950"/>
          <p14:tracePt t="376065" x="2324100" y="1752600"/>
          <p14:tracePt t="376120" x="2330450" y="1752600"/>
          <p14:tracePt t="376176" x="2336800" y="1752600"/>
          <p14:tracePt t="376197" x="2343150" y="1752600"/>
          <p14:tracePt t="376219" x="2349500" y="1752600"/>
          <p14:tracePt t="376238" x="2362200" y="1752600"/>
          <p14:tracePt t="376245" x="2368550" y="1752600"/>
          <p14:tracePt t="376260" x="2381250" y="1758950"/>
          <p14:tracePt t="376267" x="2400300" y="1758950"/>
          <p14:tracePt t="376281" x="2419350" y="1758950"/>
          <p14:tracePt t="376298" x="2476500" y="1758950"/>
          <p14:tracePt t="376314" x="2514600" y="1758950"/>
          <p14:tracePt t="376331" x="2571750" y="1765300"/>
          <p14:tracePt t="376347" x="2616200" y="1765300"/>
          <p14:tracePt t="376364" x="2673350" y="1771650"/>
          <p14:tracePt t="376380" x="2730500" y="1771650"/>
          <p14:tracePt t="376397" x="2749550" y="1771650"/>
          <p14:tracePt t="376414" x="2787650" y="1771650"/>
          <p14:tracePt t="376430" x="2825750" y="1765300"/>
          <p14:tracePt t="376464" x="2838450" y="1765300"/>
          <p14:tracePt t="376480" x="2844800" y="1758950"/>
          <p14:tracePt t="376520" x="2851150" y="1758950"/>
          <p14:tracePt t="376752" x="2844800" y="1758950"/>
          <p14:tracePt t="376759" x="2838450" y="1758950"/>
          <p14:tracePt t="376766" x="2832100" y="1758950"/>
          <p14:tracePt t="376782" x="2825750" y="1758950"/>
          <p14:tracePt t="376795" x="2819400" y="1758950"/>
          <p14:tracePt t="376812" x="2794000" y="1752600"/>
          <p14:tracePt t="376830" x="2781300" y="1752600"/>
          <p14:tracePt t="376845" x="2774950" y="1752600"/>
          <p14:tracePt t="376862" x="2762250" y="1752600"/>
          <p14:tracePt t="376879" x="2755900" y="1752600"/>
          <p14:tracePt t="376912" x="2749550" y="1746250"/>
          <p14:tracePt t="376942" x="2743200" y="1746250"/>
          <p14:tracePt t="376949" x="2743200" y="1739900"/>
          <p14:tracePt t="376965" x="2736850" y="1739900"/>
          <p14:tracePt t="376978" x="2730500" y="1733550"/>
          <p14:tracePt t="377012" x="2724150" y="1727200"/>
          <p14:tracePt t="377028" x="2717800" y="1720850"/>
          <p14:tracePt t="377044" x="2711450" y="1714500"/>
          <p14:tracePt t="377064" x="2698750" y="1708150"/>
          <p14:tracePt t="377078" x="2692400" y="1695450"/>
          <p14:tracePt t="377095" x="2654300" y="1657350"/>
          <p14:tracePt t="377111" x="2603500" y="1600200"/>
          <p14:tracePt t="377128" x="2565400" y="1574800"/>
          <p14:tracePt t="377145" x="2463800" y="1479550"/>
          <p14:tracePt t="377161" x="2349500" y="1390650"/>
          <p14:tracePt t="377178" x="2286000" y="1346200"/>
          <p14:tracePt t="377195" x="2171700" y="1244600"/>
          <p14:tracePt t="377211" x="2082800" y="1187450"/>
          <p14:tracePt t="377227" x="2051050" y="1162050"/>
          <p14:tracePt t="377231" x="2012950" y="1136650"/>
          <p14:tracePt t="377247" x="1993900" y="1123950"/>
          <p14:tracePt t="377261" x="1974850" y="1111250"/>
          <p14:tracePt t="377277" x="1949450" y="1098550"/>
          <p14:tracePt t="377294" x="1936750" y="1092200"/>
          <p14:tracePt t="377311" x="1930400" y="1085850"/>
          <p14:tracePt t="377327" x="1924050" y="1085850"/>
          <p14:tracePt t="377344" x="1917700" y="1079500"/>
          <p14:tracePt t="377582" x="1924050" y="1085850"/>
          <p14:tracePt t="377596" x="1930400" y="1085850"/>
          <p14:tracePt t="377617" x="1936750" y="1085850"/>
          <p14:tracePt t="377624" x="1943100" y="1092200"/>
          <p14:tracePt t="377645" x="1955800" y="1092200"/>
          <p14:tracePt t="377652" x="1968500" y="1092200"/>
          <p14:tracePt t="377667" x="1987550" y="1092200"/>
          <p14:tracePt t="377675" x="2019300" y="1098550"/>
          <p14:tracePt t="377692" x="2038350" y="1098550"/>
          <p14:tracePt t="377709" x="2095500" y="1104900"/>
          <p14:tracePt t="377726" x="2152650" y="1111250"/>
          <p14:tracePt t="377742" x="2178050" y="1111250"/>
          <p14:tracePt t="377746" x="2203450" y="1111250"/>
          <p14:tracePt t="377759" x="2222500" y="1117600"/>
          <p14:tracePt t="377775" x="2254250" y="1117600"/>
          <p14:tracePt t="377793" x="2286000" y="1117600"/>
          <p14:tracePt t="377808" x="2292350" y="1111250"/>
          <p14:tracePt t="377825" x="2305050" y="1111250"/>
          <p14:tracePt t="377842" x="2324100" y="1111250"/>
          <p14:tracePt t="377858" x="2330450" y="1111250"/>
          <p14:tracePt t="377875" x="2336800" y="1111250"/>
          <p14:tracePt t="377892" x="2343150" y="1104900"/>
          <p14:tracePt t="377925" x="2355850" y="1098550"/>
          <p14:tracePt t="377942" x="2362200" y="1098550"/>
          <p14:tracePt t="377958" x="2374900" y="1098550"/>
          <p14:tracePt t="377975" x="2374900" y="1092200"/>
          <p14:tracePt t="377991" x="2381250" y="1092200"/>
          <p14:tracePt t="378028" x="2387600" y="1092200"/>
          <p14:tracePt t="378041" x="2393950" y="1092200"/>
          <p14:tracePt t="378076" x="2400300" y="1092200"/>
          <p14:tracePt t="378102" x="2406650" y="1092200"/>
          <p14:tracePt t="378123" x="2406650" y="1085850"/>
          <p14:tracePt t="378145" x="2413000" y="1085850"/>
          <p14:tracePt t="378166" x="2419350" y="1085850"/>
          <p14:tracePt t="378257" x="2425700" y="1085850"/>
          <p14:tracePt t="378306" x="2432050" y="1085850"/>
          <p14:tracePt t="378334" x="2438400" y="1085850"/>
          <p14:tracePt t="378355" x="2444750" y="1085850"/>
          <p14:tracePt t="378377" x="2451100" y="1085850"/>
          <p14:tracePt t="378404" x="2457450" y="1085850"/>
          <p14:tracePt t="378425" x="2463800" y="1085850"/>
          <p14:tracePt t="378454" x="2470150" y="1085850"/>
          <p14:tracePt t="378475" x="2476500" y="1085850"/>
          <p14:tracePt t="378482" x="2482850" y="1085850"/>
          <p14:tracePt t="379040" x="2501900" y="1085850"/>
          <p14:tracePt t="379046" x="2520950" y="1079500"/>
          <p14:tracePt t="379061" x="2540000" y="1073150"/>
          <p14:tracePt t="379071" x="2552700" y="1066800"/>
          <p14:tracePt t="379088" x="2578100" y="1060450"/>
          <p14:tracePt t="379104" x="2609850" y="1047750"/>
          <p14:tracePt t="379121" x="2622550" y="1041400"/>
          <p14:tracePt t="379138" x="2628900" y="1028700"/>
          <p14:tracePt t="379154" x="2635250" y="1028700"/>
          <p14:tracePt t="379171" x="2641600" y="1028700"/>
          <p14:tracePt t="379188" x="2641600" y="1022350"/>
          <p14:tracePt t="379220" x="2647950" y="1016000"/>
          <p14:tracePt t="379325" x="2647950" y="1022350"/>
          <p14:tracePt t="379395" x="2654300" y="1022350"/>
          <p14:tracePt t="379444" x="2654300" y="1028700"/>
          <p14:tracePt t="379515" x="2660650" y="1035050"/>
          <p14:tracePt t="379571" x="2660650" y="1041400"/>
          <p14:tracePt t="379606" x="2667000" y="1047750"/>
          <p14:tracePt t="379649" x="2667000" y="1054100"/>
          <p14:tracePt t="379711" x="2667000" y="1060450"/>
          <p14:tracePt t="379740" x="2673350" y="1060450"/>
          <p14:tracePt t="379768" x="2679700" y="1066800"/>
          <p14:tracePt t="379789" x="2686050" y="1066800"/>
          <p14:tracePt t="379796" x="2686050" y="1073150"/>
          <p14:tracePt t="379817" x="2692400" y="1073150"/>
          <p14:tracePt t="379838" x="2698750" y="1079500"/>
          <p14:tracePt t="379845" x="2705100" y="1079500"/>
          <p14:tracePt t="379881" x="2705100" y="1085850"/>
          <p14:tracePt t="379887" x="2711450" y="1085850"/>
          <p14:tracePt t="380772" x="2711450" y="1168400"/>
          <p14:tracePt t="380786" x="2711450" y="1346200"/>
          <p14:tracePt t="380793" x="2711450" y="1606550"/>
          <p14:tracePt t="380807" x="2730500" y="1866900"/>
          <p14:tracePt t="380816" x="2736850" y="2032000"/>
          <p14:tracePt t="380832" x="2736850" y="2216150"/>
          <p14:tracePt t="380849" x="2730500" y="2609850"/>
          <p14:tracePt t="380864" x="2749550" y="2901950"/>
          <p14:tracePt t="380882" x="2749550" y="3028950"/>
          <p14:tracePt t="380898" x="2730500" y="3327400"/>
          <p14:tracePt t="380915" x="2717800" y="3695700"/>
          <p14:tracePt t="380931" x="2717800" y="3854450"/>
          <p14:tracePt t="380948" x="2654300" y="4229100"/>
          <p14:tracePt t="380964" x="2635250" y="4483100"/>
          <p14:tracePt t="380981" x="2622550" y="4584700"/>
          <p14:tracePt t="380998" x="2597150" y="4749800"/>
          <p14:tracePt t="381014" x="2578100" y="4819650"/>
          <p14:tracePt t="381031" x="2559050" y="4972050"/>
          <p14:tracePt t="381047" x="2540000" y="5118100"/>
          <p14:tracePt t="381064" x="2527300" y="5232400"/>
          <p14:tracePt t="381081" x="2508250" y="5461000"/>
          <p14:tracePt t="381097" x="2508250" y="5651500"/>
          <p14:tracePt t="381114" x="2508250" y="5721350"/>
          <p14:tracePt t="381131" x="2495550" y="5797550"/>
          <p14:tracePt t="381147" x="2489200" y="5835650"/>
          <p14:tracePt t="381164" x="2489200" y="5842000"/>
          <p14:tracePt t="381180" x="2489200" y="5854700"/>
          <p14:tracePt t="381197" x="2482850" y="5854700"/>
          <p14:tracePt t="381230" x="2476500" y="5854700"/>
          <p14:tracePt t="381246" x="2476500" y="5848350"/>
          <p14:tracePt t="381267" x="2482850" y="5848350"/>
          <p14:tracePt t="381280" x="2489200" y="5848350"/>
          <p14:tracePt t="381297" x="2514600" y="5848350"/>
          <p14:tracePt t="381314" x="2609850" y="5848350"/>
          <p14:tracePt t="381330" x="2647950" y="5848350"/>
          <p14:tracePt t="381346" x="2667000" y="5854700"/>
          <p14:tracePt t="381363" x="2736850" y="5861050"/>
          <p14:tracePt t="381380" x="2774950" y="5867400"/>
          <p14:tracePt t="381397" x="2800350" y="5873750"/>
          <p14:tracePt t="381413" x="2813050" y="5873750"/>
          <p14:tracePt t="381430" x="2819400" y="5880100"/>
          <p14:tracePt t="381447" x="2825750" y="5886450"/>
          <p14:tracePt t="381463" x="2832100" y="5886450"/>
          <p14:tracePt t="381499" x="2844800" y="5892800"/>
          <p14:tracePt t="381512" x="2851150" y="5899150"/>
          <p14:tracePt t="381530" x="2857500" y="5905500"/>
          <p14:tracePt t="381546" x="2870200" y="5911850"/>
          <p14:tracePt t="381562" x="2876550" y="5918200"/>
          <p14:tracePt t="381580" x="2882900" y="5918200"/>
          <p14:tracePt t="381596" x="2895600" y="5930900"/>
          <p14:tracePt t="381629" x="2895600" y="5937250"/>
          <p14:tracePt t="381646" x="2901950" y="5943600"/>
          <p14:tracePt t="381680" x="2908300" y="5943600"/>
          <p14:tracePt t="381707" x="2914650" y="5949950"/>
          <p14:tracePt t="381729" x="2914650" y="5956300"/>
          <p14:tracePt t="381735" x="2921000" y="5962650"/>
          <p14:tracePt t="381771" x="2921000" y="5969000"/>
          <p14:tracePt t="381861" x="2927350" y="5969000"/>
          <p14:tracePt t="382816" x="2927350" y="5937250"/>
          <p14:tracePt t="382822" x="2908300" y="5880100"/>
          <p14:tracePt t="382830" x="2863850" y="5772150"/>
          <p14:tracePt t="382845" x="2832100" y="5645150"/>
          <p14:tracePt t="382858" x="2755900" y="5454650"/>
          <p14:tracePt t="382874" x="2571750" y="4806950"/>
          <p14:tracePt t="382891" x="2470150" y="4419600"/>
          <p14:tracePt t="382908" x="2336800" y="3790950"/>
          <p14:tracePt t="382924" x="2279650" y="3251200"/>
          <p14:tracePt t="382941" x="2266950" y="3035300"/>
          <p14:tracePt t="382958" x="2266950" y="2736850"/>
          <p14:tracePt t="382974" x="2298700" y="2482850"/>
          <p14:tracePt t="382991" x="2311400" y="2305050"/>
          <p14:tracePt t="383008" x="2311400" y="2228850"/>
          <p14:tracePt t="383024" x="2311400" y="2171700"/>
          <p14:tracePt t="383041" x="2330450" y="2082800"/>
          <p14:tracePt t="383057" x="2330450" y="2063750"/>
          <p14:tracePt t="383074" x="2343150" y="2038350"/>
          <p14:tracePt t="383091" x="2349500" y="2006600"/>
          <p14:tracePt t="383107" x="2355850" y="1968500"/>
          <p14:tracePt t="383124" x="2362200" y="1943100"/>
          <p14:tracePt t="383140" x="2381250" y="1911350"/>
          <p14:tracePt t="383157" x="2413000" y="1860550"/>
          <p14:tracePt t="383174" x="2438400" y="1778000"/>
          <p14:tracePt t="383190" x="2463800" y="1733550"/>
          <p14:tracePt t="383207" x="2514600" y="1644650"/>
          <p14:tracePt t="383224" x="2603500" y="1543050"/>
          <p14:tracePt t="383240" x="2641600" y="1492250"/>
          <p14:tracePt t="383257" x="2705100" y="1422400"/>
          <p14:tracePt t="383273" x="2762250" y="1371600"/>
          <p14:tracePt t="383290" x="2781300" y="1346200"/>
          <p14:tracePt t="383307" x="2800350" y="1314450"/>
          <p14:tracePt t="383323" x="2832100" y="1250950"/>
          <p14:tracePt t="383339" x="2832100" y="1231900"/>
          <p14:tracePt t="383357" x="2844800" y="1200150"/>
          <p14:tracePt t="383373" x="2844800" y="1187450"/>
          <p14:tracePt t="383389" x="2851150" y="1162050"/>
          <p14:tracePt t="383407" x="2863850" y="1136650"/>
          <p14:tracePt t="383423" x="2870200" y="1130300"/>
          <p14:tracePt t="383439" x="2870200" y="1111250"/>
          <p14:tracePt t="383456" x="2876550" y="1104900"/>
          <p14:tracePt t="383498" x="2876550" y="1117600"/>
          <p14:tracePt t="383506" x="2876550" y="1123950"/>
          <p14:tracePt t="383522" x="2876550" y="1136650"/>
          <p14:tracePt t="383540" x="2870200" y="1168400"/>
          <p14:tracePt t="383556" x="2857500" y="1244600"/>
          <p14:tracePt t="383572" x="2851150" y="1327150"/>
          <p14:tracePt t="383589" x="2819400" y="1581150"/>
          <p14:tracePt t="383605" x="2762250" y="2070100"/>
          <p14:tracePt t="383622" x="2724150" y="2444750"/>
          <p14:tracePt t="383639" x="2641600" y="3263900"/>
          <p14:tracePt t="383655" x="2584450" y="3663950"/>
          <p14:tracePt t="383671" x="2514600" y="4457700"/>
          <p14:tracePt t="383688" x="2451100" y="5092700"/>
          <p14:tracePt t="383705" x="2451100" y="5327650"/>
          <p14:tracePt t="383722" x="2425700" y="5734050"/>
          <p14:tracePt t="383738" x="2425700" y="6007100"/>
          <p14:tracePt t="383755" x="2419350" y="6146800"/>
          <p14:tracePt t="383772" x="2406650" y="6388100"/>
          <p14:tracePt t="383788" x="2387600" y="6584950"/>
          <p14:tracePt t="383805" x="2374900" y="6686550"/>
          <p14:tracePt t="383821" x="2343150" y="6851650"/>
          <p14:tracePt t="383854" x="2349500" y="6851650"/>
          <p14:tracePt t="383871" x="2362200" y="6851650"/>
          <p14:tracePt t="383927" x="2368550" y="6851650"/>
          <p14:tracePt t="383940" x="2374900" y="6851650"/>
          <p14:tracePt t="383976" x="2381250" y="6845300"/>
          <p14:tracePt t="383990" x="2381250" y="6838950"/>
          <p14:tracePt t="383997" x="2381250" y="6832600"/>
          <p14:tracePt t="384011" x="2387600" y="6826250"/>
          <p14:tracePt t="384020" x="2400300" y="6813550"/>
          <p14:tracePt t="384037" x="2413000" y="6807200"/>
          <p14:tracePt t="384054" x="2482850" y="6750050"/>
          <p14:tracePt t="384071" x="2565400" y="6648450"/>
          <p14:tracePt t="384088" x="2686050" y="6515100"/>
          <p14:tracePt t="384104" x="2743200" y="6445250"/>
          <p14:tracePt t="384120" x="2876550" y="6324600"/>
          <p14:tracePt t="384137" x="2933700" y="6286500"/>
          <p14:tracePt t="384153" x="3009900" y="6216650"/>
          <p14:tracePt t="384170" x="3041650" y="6197600"/>
          <p14:tracePt t="384187" x="3048000" y="6184900"/>
          <p14:tracePt t="384220" x="3054350" y="6184900"/>
          <p14:tracePt t="384306" x="3048000" y="6184900"/>
          <p14:tracePt t="384327" x="3041650" y="6184900"/>
          <p14:tracePt t="384348" x="3028950" y="6184900"/>
          <p14:tracePt t="384376" x="3022600" y="6184900"/>
          <p14:tracePt t="384398" x="3016250" y="6184900"/>
          <p14:tracePt t="384440" x="3009900" y="6178550"/>
          <p14:tracePt t="384446" x="3003550" y="6178550"/>
          <p14:tracePt t="384467" x="2997200" y="6178550"/>
          <p14:tracePt t="384489" x="2984500" y="6172200"/>
          <p14:tracePt t="384503" x="2984500" y="6165850"/>
          <p14:tracePt t="384509" x="2978150" y="6165850"/>
          <p14:tracePt t="384519" x="2971800" y="6159500"/>
          <p14:tracePt t="384539" x="2959100" y="6153150"/>
          <p14:tracePt t="384555" x="2946400" y="6146800"/>
          <p14:tracePt t="384569" x="2927350" y="6134100"/>
          <p14:tracePt t="384585" x="2895600" y="6108700"/>
          <p14:tracePt t="384602" x="2876550" y="6083300"/>
          <p14:tracePt t="384618" x="2863850" y="6064250"/>
          <p14:tracePt t="384636" x="2838450" y="6038850"/>
          <p14:tracePt t="384651" x="2838450" y="6026150"/>
          <p14:tracePt t="384668" x="2838450" y="6019800"/>
          <p14:tracePt t="384685" x="2838450" y="6000750"/>
          <p14:tracePt t="384702" x="2838450" y="5988050"/>
          <p14:tracePt t="384718" x="2838450" y="5981700"/>
          <p14:tracePt t="384735" x="2844800" y="5975350"/>
          <p14:tracePt t="384752" x="2844800" y="5949950"/>
          <p14:tracePt t="384769" x="2851150" y="5937250"/>
          <p14:tracePt t="384785" x="2863850" y="5905500"/>
          <p14:tracePt t="384801" x="2863850" y="5861050"/>
          <p14:tracePt t="384818" x="2863850" y="5842000"/>
          <p14:tracePt t="384835" x="2857500" y="5797550"/>
          <p14:tracePt t="384851" x="2851150" y="5784850"/>
          <p14:tracePt t="384868" x="2838450" y="5784850"/>
          <p14:tracePt t="384901" x="2832100" y="5784850"/>
          <p14:tracePt t="384925" x="2832100" y="5791200"/>
          <p14:tracePt t="384934" x="2832100" y="5797550"/>
          <p14:tracePt t="384951" x="2832100" y="5810250"/>
          <p14:tracePt t="384968" x="2832100" y="5816600"/>
          <p14:tracePt t="384984" x="2832100" y="5829300"/>
          <p14:tracePt t="385002" x="2844800" y="5848350"/>
          <p14:tracePt t="385017" x="2857500" y="5861050"/>
          <p14:tracePt t="385034" x="2889250" y="5905500"/>
          <p14:tracePt t="385052" x="2933700" y="5956300"/>
          <p14:tracePt t="385068" x="2952750" y="5988050"/>
          <p14:tracePt t="385084" x="2997200" y="6032500"/>
          <p14:tracePt t="385101" x="3022600" y="6070600"/>
          <p14:tracePt t="385117" x="3028950" y="6083300"/>
          <p14:tracePt t="385134" x="3035300" y="6083300"/>
          <p14:tracePt t="385151" x="3048000" y="6096000"/>
          <p14:tracePt t="385192" x="3054350" y="6096000"/>
          <p14:tracePt t="385220" x="3060700" y="6096000"/>
          <p14:tracePt t="385241" x="3060700" y="6089650"/>
          <p14:tracePt t="385255" x="3067050" y="6089650"/>
          <p14:tracePt t="385262" x="3073400" y="6089650"/>
          <p14:tracePt t="385284" x="3079750" y="6083300"/>
          <p14:tracePt t="385290" x="3086100" y="6083300"/>
          <p14:tracePt t="385311" x="3086100" y="6076950"/>
          <p14:tracePt t="385346" x="3086100" y="6070600"/>
          <p14:tracePt t="385360" x="3086100" y="6064250"/>
          <p14:tracePt t="385403" x="3086100" y="6057900"/>
          <p14:tracePt t="385418" x="3086100" y="6051550"/>
          <p14:tracePt t="385430" x="3079750" y="6045200"/>
          <p14:tracePt t="385452" x="3073400" y="6038850"/>
          <p14:tracePt t="385467" x="3067050" y="6038850"/>
          <p14:tracePt t="385473" x="3067050" y="6032500"/>
          <p14:tracePt t="385487" x="3060700" y="6032500"/>
          <p14:tracePt t="385498" x="3054350" y="6032500"/>
          <p14:tracePt t="385522" x="3048000" y="6032500"/>
          <p14:tracePt t="385538" x="3041650" y="6026150"/>
          <p14:tracePt t="385549" x="3035300" y="6026150"/>
          <p14:tracePt t="385566" x="3028950" y="6019800"/>
          <p14:tracePt t="385586" x="3022600" y="6019800"/>
          <p14:tracePt t="385599" x="3016250" y="6019800"/>
          <p14:tracePt t="385663" x="3016250" y="6013450"/>
          <p14:tracePt t="386004" x="2990850" y="5969000"/>
          <p14:tracePt t="386018" x="2952750" y="5886450"/>
          <p14:tracePt t="386025" x="2908300" y="5784850"/>
          <p14:tracePt t="386039" x="2857500" y="5676900"/>
          <p14:tracePt t="386048" x="2781300" y="5518150"/>
          <p14:tracePt t="386063" x="2692400" y="5257800"/>
          <p14:tracePt t="386081" x="2482850" y="4533900"/>
          <p14:tracePt t="386097" x="2273300" y="3740150"/>
          <p14:tracePt t="386113" x="2171700" y="3378200"/>
          <p14:tracePt t="386131" x="1987550" y="2755900"/>
          <p14:tracePt t="386147" x="1873250" y="2292350"/>
          <p14:tracePt t="386163" x="1822450" y="2108200"/>
          <p14:tracePt t="386180" x="1689100" y="1758950"/>
          <p14:tracePt t="386196" x="1619250" y="1562100"/>
          <p14:tracePt t="386213" x="1600200" y="1485900"/>
          <p14:tracePt t="386230" x="1536700" y="1314450"/>
          <p14:tracePt t="386246" x="1517650" y="1231900"/>
          <p14:tracePt t="386263" x="1492250" y="1136650"/>
          <p14:tracePt t="386279" x="1485900" y="1085850"/>
          <p14:tracePt t="386296" x="1479550" y="1066800"/>
          <p14:tracePt t="386313" x="1473200" y="1041400"/>
          <p14:tracePt t="386329" x="1466850" y="1028700"/>
          <p14:tracePt t="386346" x="1460500" y="1022350"/>
          <p14:tracePt t="386363" x="1447800" y="1016000"/>
          <p14:tracePt t="386379" x="1441450" y="1009650"/>
          <p14:tracePt t="386412" x="1441450" y="1016000"/>
          <p14:tracePt t="386429" x="1441450" y="1028700"/>
          <p14:tracePt t="386446" x="1441450" y="1041400"/>
          <p14:tracePt t="386462" x="1454150" y="1073150"/>
          <p14:tracePt t="386479" x="1460500" y="1092200"/>
          <p14:tracePt t="386496" x="1473200" y="1111250"/>
          <p14:tracePt t="386511" x="1479550" y="1123950"/>
          <p14:tracePt t="386529" x="1492250" y="1130300"/>
          <p14:tracePt t="386546" x="1511300" y="1155700"/>
          <p14:tracePt t="386561" x="1524000" y="1168400"/>
          <p14:tracePt t="386579" x="1530350" y="1181100"/>
          <p14:tracePt t="386596" x="1562100" y="1219200"/>
          <p14:tracePt t="386612" x="1587500" y="1270000"/>
          <p14:tracePt t="386628" x="1593850" y="1301750"/>
          <p14:tracePt t="386645" x="1625600" y="1352550"/>
          <p14:tracePt t="386662" x="1657350" y="1397000"/>
          <p14:tracePt t="386679" x="1689100" y="1435100"/>
          <p14:tracePt t="386695" x="1701800" y="1447800"/>
          <p14:tracePt t="386711" x="1746250" y="1466850"/>
          <p14:tracePt t="386729" x="1778000" y="1485900"/>
          <p14:tracePt t="386745" x="1790700" y="1485900"/>
          <p14:tracePt t="386761" x="1809750" y="1498600"/>
          <p14:tracePt t="386778" x="1828800" y="1504950"/>
          <p14:tracePt t="386794" x="1835150" y="1504950"/>
          <p14:tracePt t="386812" x="1847850" y="1511300"/>
          <p14:tracePt t="386828" x="1873250" y="1511300"/>
          <p14:tracePt t="386844" x="1879600" y="1511300"/>
          <p14:tracePt t="386861" x="1898650" y="1511300"/>
          <p14:tracePt t="386877" x="1905000" y="1511300"/>
          <p14:tracePt t="386894" x="1911350" y="1504950"/>
          <p14:tracePt t="386911" x="1930400" y="1504950"/>
          <p14:tracePt t="386927" x="1936750" y="1504950"/>
          <p14:tracePt t="386931" x="1943100" y="1504950"/>
          <p14:tracePt t="386944" x="1949450" y="1504950"/>
          <p14:tracePt t="386961" x="1968500" y="1504950"/>
          <p14:tracePt t="386977" x="1981200" y="1504950"/>
          <p14:tracePt t="386994" x="2006600" y="1504950"/>
          <p14:tracePt t="387010" x="2038350" y="1504950"/>
          <p14:tracePt t="387027" x="2044700" y="1504950"/>
          <p14:tracePt t="387044" x="2063750" y="1504950"/>
          <p14:tracePt t="387060" x="2070100" y="1504950"/>
          <p14:tracePt t="387077" x="2070100" y="1511300"/>
          <p14:tracePt t="387094" x="2076450" y="1511300"/>
          <p14:tracePt t="387110" x="2089150" y="1511300"/>
          <p14:tracePt t="387171" x="2095500" y="1511300"/>
          <p14:tracePt t="387199" x="2101850" y="1511300"/>
          <p14:tracePt t="387312" x="2101850" y="1517650"/>
          <p14:tracePt t="387340" x="2101850" y="1524000"/>
          <p14:tracePt t="387382" x="2101850" y="1530350"/>
          <p14:tracePt t="387410" x="2101850" y="1536700"/>
          <p14:tracePt t="387431" x="2108200" y="1536700"/>
          <p14:tracePt t="387445" x="2108200" y="1543050"/>
          <p14:tracePt t="387452" x="2108200" y="1549400"/>
          <p14:tracePt t="387473" x="2114550" y="1555750"/>
          <p14:tracePt t="387481" x="2114550" y="1562100"/>
          <p14:tracePt t="387495" x="2114550" y="1568450"/>
          <p14:tracePt t="387516" x="2120900" y="1574800"/>
          <p14:tracePt t="387525" x="2120900" y="1581150"/>
          <p14:tracePt t="387543" x="2127250" y="1593850"/>
          <p14:tracePt t="387558" x="2139950" y="1631950"/>
          <p14:tracePt t="387575" x="2152650" y="1657350"/>
          <p14:tracePt t="387592" x="2165350" y="1682750"/>
          <p14:tracePt t="387608" x="2171700" y="1695450"/>
          <p14:tracePt t="387625" x="2184400" y="1708150"/>
          <p14:tracePt t="387642" x="2184400" y="1714500"/>
          <p14:tracePt t="387675" x="2190750" y="1714500"/>
          <p14:tracePt t="387694" x="2197100" y="1714500"/>
          <p14:tracePt t="387712" x="2203450" y="1714500"/>
          <p14:tracePt t="387762" x="2209800" y="1714500"/>
          <p14:tracePt t="387790" x="2216150" y="1714500"/>
          <p14:tracePt t="387811" x="2222500" y="1714500"/>
          <p14:tracePt t="387832" x="2228850" y="1714500"/>
          <p14:tracePt t="387860" x="2235200" y="1714500"/>
          <p14:tracePt t="387931" x="2241550" y="1708150"/>
          <p14:tracePt t="387937" x="2247900" y="1708150"/>
          <p14:tracePt t="388446" x="2241550" y="1708150"/>
          <p14:tracePt t="388460" x="2241550" y="1701800"/>
          <p14:tracePt t="388467" x="2228850" y="1695450"/>
          <p14:tracePt t="388475" x="2216150" y="1695450"/>
          <p14:tracePt t="388489" x="2203450" y="1695450"/>
          <p14:tracePt t="388505" x="2197100" y="1695450"/>
          <p14:tracePt t="388521" x="2178050" y="1689100"/>
          <p14:tracePt t="388565" x="2178050" y="1682750"/>
          <p14:tracePt t="388579" x="2184400" y="1682750"/>
          <p14:tracePt t="388588" x="2190750" y="1682750"/>
          <p14:tracePt t="388608" x="2203450" y="1682750"/>
          <p14:tracePt t="388636" x="2209800" y="1682750"/>
          <p14:tracePt t="388649" x="2216150" y="1682750"/>
          <p14:tracePt t="388658" x="2222500" y="1682750"/>
          <p14:tracePt t="388672" x="2228850" y="1682750"/>
          <p14:tracePt t="388688" x="2235200" y="1682750"/>
          <p14:tracePt t="388704" x="2241550" y="1682750"/>
          <p14:tracePt t="388755" x="2247900" y="1682750"/>
          <p14:tracePt t="388769" x="2254250" y="1682750"/>
          <p14:tracePt t="388790" x="2260600" y="1682750"/>
          <p14:tracePt t="388797" x="2266950" y="1682750"/>
          <p14:tracePt t="388812" x="2273300" y="1682750"/>
          <p14:tracePt t="388820" x="2279650" y="1682750"/>
          <p14:tracePt t="388841" x="2286000" y="1682750"/>
          <p14:tracePt t="388854" x="2292350" y="1682750"/>
          <p14:tracePt t="388871" x="2324100" y="1682750"/>
          <p14:tracePt t="388887" x="2336800" y="1682750"/>
          <p14:tracePt t="388904" x="2362200" y="1682750"/>
          <p14:tracePt t="388921" x="2387600" y="1682750"/>
          <p14:tracePt t="388937" x="2400300" y="1682750"/>
          <p14:tracePt t="388953" x="2406650" y="1682750"/>
          <p14:tracePt t="388970" x="2413000" y="1682750"/>
          <p14:tracePt t="388990" x="2419350" y="1682750"/>
          <p14:tracePt t="389240" x="2425700" y="1682750"/>
          <p14:tracePt t="389268" x="2432050" y="1682750"/>
          <p14:tracePt t="389304" x="2438400" y="1682750"/>
          <p14:tracePt t="389317" x="2444750" y="1682750"/>
          <p14:tracePt t="389353" x="2451100" y="1682750"/>
          <p14:tracePt t="389367" x="2457450" y="1682750"/>
          <p14:tracePt t="389381" x="2463800" y="1682750"/>
          <p14:tracePt t="389389" x="2470150" y="1682750"/>
          <p14:tracePt t="389405" x="2476500" y="1682750"/>
          <p14:tracePt t="389419" x="2482850" y="1682750"/>
          <p14:tracePt t="389435" x="2495550" y="1682750"/>
          <p14:tracePt t="389452" x="2520950" y="1676400"/>
          <p14:tracePt t="389468" x="2533650" y="1670050"/>
          <p14:tracePt t="389486" x="2559050" y="1670050"/>
          <p14:tracePt t="389502" x="2584450" y="1663700"/>
          <p14:tracePt t="389518" x="2590800" y="1663700"/>
          <p14:tracePt t="389535" x="2603500" y="1663700"/>
          <p14:tracePt t="389578" x="2609850" y="1663700"/>
          <p14:tracePt t="389641" x="2616200" y="1670050"/>
          <p14:tracePt t="389648" x="2616200" y="1676400"/>
          <p14:tracePt t="389669" x="2616200" y="1682750"/>
          <p14:tracePt t="389690" x="2616200" y="1689100"/>
          <p14:tracePt t="389712" x="2616200" y="1695450"/>
          <p14:tracePt t="389719" x="2616200" y="1701800"/>
          <p14:tracePt t="389732" x="2622550" y="1701800"/>
          <p14:tracePt t="389761" x="2628900" y="1714500"/>
          <p14:tracePt t="389775" x="2628900" y="1720850"/>
          <p14:tracePt t="389782" x="2635250" y="1733550"/>
          <p14:tracePt t="389789" x="2635250" y="1746250"/>
          <p14:tracePt t="389804" x="2641600" y="1758950"/>
          <p14:tracePt t="389817" x="2647950" y="1771650"/>
          <p14:tracePt t="389834" x="2660650" y="1797050"/>
          <p14:tracePt t="389851" x="2660650" y="1803400"/>
          <p14:tracePt t="389867" x="2667000" y="1816100"/>
          <p14:tracePt t="389884" x="2667000" y="1822450"/>
          <p14:tracePt t="389922" x="2673350" y="1816100"/>
          <p14:tracePt t="389950" x="2673350" y="1809750"/>
          <p14:tracePt t="389965" x="2673350" y="1803400"/>
          <p14:tracePt t="389971" x="2673350" y="1797050"/>
          <p14:tracePt t="389993" x="2667000" y="1790700"/>
          <p14:tracePt t="390002" x="2667000" y="1778000"/>
          <p14:tracePt t="390016" x="2660650" y="1778000"/>
          <p14:tracePt t="390033" x="2660650" y="1765300"/>
          <p14:tracePt t="390050" x="2654300" y="1733550"/>
          <p14:tracePt t="390066" x="2647950" y="1708150"/>
          <p14:tracePt t="390083" x="2641600" y="1695450"/>
          <p14:tracePt t="390100" x="2641600" y="1676400"/>
          <p14:tracePt t="390116" x="2641600" y="1663700"/>
          <p14:tracePt t="390161" x="2647950" y="1663700"/>
          <p14:tracePt t="390184" x="2654300" y="1670050"/>
          <p14:tracePt t="390197" x="2654300" y="1676400"/>
          <p14:tracePt t="390203" x="2660650" y="1676400"/>
          <p14:tracePt t="390224" x="2660650" y="1689100"/>
          <p14:tracePt t="390233" x="2679700" y="1701800"/>
          <p14:tracePt t="390249" x="2692400" y="1720850"/>
          <p14:tracePt t="390266" x="2717800" y="1758950"/>
          <p14:tracePt t="390282" x="2774950" y="1905000"/>
          <p14:tracePt t="390299" x="2838450" y="2139950"/>
          <p14:tracePt t="390316" x="2908300" y="2482850"/>
          <p14:tracePt t="390332" x="2952750" y="2679700"/>
          <p14:tracePt t="390349" x="3003550" y="3048000"/>
          <p14:tracePt t="390366" x="3054350" y="3390900"/>
          <p14:tracePt t="390382" x="3073400" y="3505200"/>
          <p14:tracePt t="390399" x="3105150" y="3708400"/>
          <p14:tracePt t="390415" x="3130550" y="3867150"/>
          <p14:tracePt t="390432" x="3162300" y="3956050"/>
          <p14:tracePt t="390449" x="3213100" y="4152900"/>
          <p14:tracePt t="390465" x="3276600" y="4349750"/>
          <p14:tracePt t="390482" x="3308350" y="4419600"/>
          <p14:tracePt t="390499" x="3346450" y="4552950"/>
          <p14:tracePt t="390515" x="3390900" y="4660900"/>
          <p14:tracePt t="390532" x="3409950" y="4718050"/>
          <p14:tracePt t="390548" x="3435350" y="4838700"/>
          <p14:tracePt t="390565" x="3467100" y="4959350"/>
          <p14:tracePt t="390581" x="3467100" y="5010150"/>
          <p14:tracePt t="390598" x="3473450" y="5105400"/>
          <p14:tracePt t="390614" x="3473450" y="5181600"/>
          <p14:tracePt t="390632" x="3473450" y="5194300"/>
          <p14:tracePt t="390946" x="3473450" y="5264150"/>
          <p14:tracePt t="390960" x="3473450" y="5327650"/>
          <p14:tracePt t="390967" x="3473450" y="5391150"/>
          <p14:tracePt t="390981" x="3460750" y="5435600"/>
          <p14:tracePt t="390996" x="3460750" y="5505450"/>
          <p14:tracePt t="391013" x="3460750" y="5530850"/>
          <p14:tracePt t="391030" x="3454400" y="5581650"/>
          <p14:tracePt t="391047" x="3448050" y="5600700"/>
          <p14:tracePt t="391063" x="3441700" y="5657850"/>
          <p14:tracePt t="391080" x="3429000" y="5702300"/>
          <p14:tracePt t="391096" x="3429000" y="5715000"/>
          <p14:tracePt t="391113" x="3416300" y="5753100"/>
          <p14:tracePt t="391130" x="3409950" y="5772150"/>
          <p14:tracePt t="391146" x="3409950" y="5784850"/>
          <p14:tracePt t="391163" x="3403600" y="5803900"/>
          <p14:tracePt t="391179" x="3403600" y="5816600"/>
          <p14:tracePt t="391213" x="3397250" y="5835650"/>
          <p14:tracePt t="391229" x="3397250" y="5848350"/>
          <p14:tracePt t="391262" x="3397250" y="5861050"/>
          <p14:tracePt t="391279" x="3397250" y="5867400"/>
          <p14:tracePt t="391312" x="3397250" y="5880100"/>
          <p14:tracePt t="391345" x="3397250" y="5892800"/>
          <p14:tracePt t="391362" x="3397250" y="5899150"/>
          <p14:tracePt t="391379" x="3397250" y="5905500"/>
          <p14:tracePt t="391396" x="3397250" y="5911850"/>
          <p14:tracePt t="391411" x="3397250" y="5930900"/>
          <p14:tracePt t="391428" x="3397250" y="5943600"/>
          <p14:tracePt t="391445" x="3397250" y="5962650"/>
          <p14:tracePt t="391462" x="3390900" y="5981700"/>
          <p14:tracePt t="391479" x="3384550" y="5994400"/>
          <p14:tracePt t="391495" x="3378200" y="6019800"/>
          <p14:tracePt t="391511" x="3371850" y="6038850"/>
          <p14:tracePt t="391528" x="3365500" y="6045200"/>
          <p14:tracePt t="391545" x="3365500" y="6051550"/>
          <p14:tracePt t="391607" x="3365500" y="6057900"/>
          <p14:tracePt t="392031" x="3365500" y="6051550"/>
          <p14:tracePt t="392045" x="3352800" y="6019800"/>
          <p14:tracePt t="392051" x="3346450" y="5994400"/>
          <p14:tracePt t="392060" x="3327400" y="5937250"/>
          <p14:tracePt t="392076" x="3314700" y="5880100"/>
          <p14:tracePt t="392093" x="3289300" y="5753100"/>
          <p14:tracePt t="392109" x="3276600" y="5657850"/>
          <p14:tracePt t="392126" x="3244850" y="5480050"/>
          <p14:tracePt t="392143" x="3219450" y="5283200"/>
          <p14:tracePt t="392159" x="3206750" y="5194300"/>
          <p14:tracePt t="392176" x="3187700" y="5029200"/>
          <p14:tracePt t="392193" x="3168650" y="4826000"/>
          <p14:tracePt t="392209" x="3168650" y="4724400"/>
          <p14:tracePt t="392227" x="3143250" y="4527550"/>
          <p14:tracePt t="392242" x="3136900" y="4337050"/>
          <p14:tracePt t="392259" x="3117850" y="4235450"/>
          <p14:tracePt t="392276" x="3117850" y="4133850"/>
          <p14:tracePt t="392292" x="3073400" y="3854450"/>
          <p14:tracePt t="392309" x="3067050" y="3746500"/>
          <p14:tracePt t="392327" x="3041650" y="3568700"/>
          <p14:tracePt t="392342" x="3016250" y="3467100"/>
          <p14:tracePt t="392358" x="2959100" y="3257550"/>
          <p14:tracePt t="392376" x="2914650" y="3111500"/>
          <p14:tracePt t="392392" x="2895600" y="3041650"/>
          <p14:tracePt t="392408" x="2863850" y="2933700"/>
          <p14:tracePt t="392426" x="2844800" y="2863850"/>
          <p14:tracePt t="392442" x="2825750" y="2832100"/>
          <p14:tracePt t="392459" x="2781300" y="2730500"/>
          <p14:tracePt t="392474" x="2736850" y="2641600"/>
          <p14:tracePt t="392491" x="2724150" y="2590800"/>
          <p14:tracePt t="392508" x="2686050" y="2476500"/>
          <p14:tracePt t="392524" x="2667000" y="2336800"/>
          <p14:tracePt t="392541" x="2647950" y="2254250"/>
          <p14:tracePt t="392558" x="2628900" y="2127250"/>
          <p14:tracePt t="392574" x="2616200" y="2070100"/>
          <p14:tracePt t="392591" x="2597150" y="2019300"/>
          <p14:tracePt t="392608" x="2565400" y="1866900"/>
          <p14:tracePt t="392624" x="2559050" y="1835150"/>
          <p14:tracePt t="392642" x="2527300" y="1771650"/>
          <p14:tracePt t="392657" x="2501900" y="1720850"/>
          <p14:tracePt t="392674" x="2495550" y="1695450"/>
          <p14:tracePt t="392691" x="2476500" y="1651000"/>
          <p14:tracePt t="392707" x="2457450" y="1606550"/>
          <p14:tracePt t="392724" x="2438400" y="1593850"/>
          <p14:tracePt t="392741" x="2413000" y="1555750"/>
          <p14:tracePt t="392757" x="2393950" y="1530350"/>
          <p14:tracePt t="392774" x="2387600" y="1517650"/>
          <p14:tracePt t="392791" x="2381250" y="1517650"/>
          <p14:tracePt t="392807" x="2374900" y="1517650"/>
          <p14:tracePt t="392840" x="2368550" y="1530350"/>
          <p14:tracePt t="392857" x="2362200" y="1549400"/>
          <p14:tracePt t="392874" x="2355850" y="1574800"/>
          <p14:tracePt t="392890" x="2355850" y="1587500"/>
          <p14:tracePt t="392907" x="2355850" y="1600200"/>
          <p14:tracePt t="392924" x="2349500" y="1619250"/>
          <p14:tracePt t="392940" x="2343150" y="1625600"/>
          <p14:tracePt t="392973" x="2336800" y="1631950"/>
          <p14:tracePt t="392990" x="2317750" y="1644650"/>
          <p14:tracePt t="393007" x="2305050" y="1644650"/>
          <p14:tracePt t="393023" x="2279650" y="1651000"/>
          <p14:tracePt t="393039" x="2241550" y="1657350"/>
          <p14:tracePt t="393057" x="2178050" y="1670050"/>
          <p14:tracePt t="393073" x="2139950" y="1689100"/>
          <p14:tracePt t="393089" x="2038350" y="1714500"/>
          <p14:tracePt t="393106" x="1993900" y="1739900"/>
          <p14:tracePt t="393122" x="1885950" y="1790700"/>
          <p14:tracePt t="393139" x="1816100" y="1816100"/>
          <p14:tracePt t="393156" x="1708150" y="1854200"/>
          <p14:tracePt t="393172" x="1663700" y="1860550"/>
          <p14:tracePt t="393189" x="1625600" y="1873250"/>
          <p14:tracePt t="393206" x="1574800" y="1879600"/>
          <p14:tracePt t="393223" x="1562100" y="1879600"/>
          <p14:tracePt t="393239" x="1543050" y="1879600"/>
          <p14:tracePt t="393255" x="1536700" y="1873250"/>
          <p14:tracePt t="393292" x="1530350" y="1866900"/>
          <p14:tracePt t="393324" x="1524000" y="1860550"/>
          <p14:tracePt t="393655" x="1530350" y="1860550"/>
          <p14:tracePt t="394306" x="1530350" y="1866900"/>
          <p14:tracePt t="394312" x="1530350" y="1873250"/>
          <p14:tracePt t="394355" x="1549400" y="1873250"/>
          <p14:tracePt t="394362" x="1562100" y="1879600"/>
          <p14:tracePt t="394376" x="1568450" y="1879600"/>
          <p14:tracePt t="394385" x="1581150" y="1885950"/>
          <p14:tracePt t="394401" x="1593850" y="1885950"/>
          <p14:tracePt t="394418" x="1644650" y="1898650"/>
          <p14:tracePt t="394435" x="1695450" y="1898650"/>
          <p14:tracePt t="394451" x="1714500" y="1905000"/>
          <p14:tracePt t="394468" x="1771650" y="1905000"/>
          <p14:tracePt t="394485" x="1809750" y="1905000"/>
          <p14:tracePt t="394502" x="1835150" y="1905000"/>
          <p14:tracePt t="394518" x="1841500" y="1905000"/>
          <p14:tracePt t="394535" x="1860550" y="1898650"/>
          <p14:tracePt t="394551" x="1866900" y="1898650"/>
          <p14:tracePt t="394602" x="1873250" y="1898650"/>
          <p14:tracePt t="394664" x="1879600" y="1898650"/>
          <p14:tracePt t="394692" x="1885950" y="1898650"/>
          <p14:tracePt t="394706" x="1892300" y="1898650"/>
          <p14:tracePt t="394713" x="1898650" y="1898650"/>
          <p14:tracePt t="394728" x="1905000" y="1905000"/>
          <p14:tracePt t="394742" x="1911350" y="1905000"/>
          <p14:tracePt t="396464" x="1898650" y="1905000"/>
          <p14:tracePt t="396471" x="1873250" y="1911350"/>
          <p14:tracePt t="396485" x="1841500" y="1917700"/>
          <p14:tracePt t="396494" x="1822450" y="1917700"/>
          <p14:tracePt t="396511" x="1790700" y="1924050"/>
          <p14:tracePt t="396528" x="1758950" y="1924050"/>
          <p14:tracePt t="396544" x="1727200" y="1930400"/>
          <p14:tracePt t="396561" x="1714500" y="1930400"/>
          <p14:tracePt t="396577" x="1682750" y="1936750"/>
          <p14:tracePt t="396594" x="1663700" y="1936750"/>
          <p14:tracePt t="396611" x="1657350" y="1943100"/>
          <p14:tracePt t="396627" x="1644650" y="1949450"/>
          <p14:tracePt t="396644" x="1631950" y="1949450"/>
          <p14:tracePt t="396661" x="1625600" y="1955800"/>
          <p14:tracePt t="396677" x="1619250" y="1955800"/>
          <p14:tracePt t="396693" x="1612900" y="1955800"/>
          <p14:tracePt t="396710" x="1606550" y="1955800"/>
          <p14:tracePt t="396744" x="1600200" y="1955800"/>
          <p14:tracePt t="396781" x="1593850" y="1955800"/>
          <p14:tracePt t="396802" x="1587500" y="1955800"/>
          <p14:tracePt t="396816" x="1581150" y="1955800"/>
          <p14:tracePt t="396844" x="1574800" y="1955800"/>
          <p14:tracePt t="396872" x="1568450" y="1949450"/>
          <p14:tracePt t="397006" x="1574800" y="1943100"/>
          <p14:tracePt t="397034" x="1581150" y="1943100"/>
          <p14:tracePt t="397055" x="1587500" y="1943100"/>
          <p14:tracePt t="397062" x="1593850" y="1943100"/>
          <p14:tracePt t="397097" x="1600200" y="1943100"/>
          <p14:tracePt t="397118" x="1606550" y="1943100"/>
          <p14:tracePt t="397126" x="1612900" y="1943100"/>
          <p14:tracePt t="397132" x="1625600" y="1943100"/>
          <p14:tracePt t="397146" x="1644650" y="1943100"/>
          <p14:tracePt t="397158" x="1663700" y="1943100"/>
          <p14:tracePt t="397175" x="1720850" y="1943100"/>
          <p14:tracePt t="397192" x="1752600" y="1943100"/>
          <p14:tracePt t="397209" x="1816100" y="1943100"/>
          <p14:tracePt t="397224" x="1898650" y="1943100"/>
          <p14:tracePt t="397241" x="1936750" y="1943100"/>
          <p14:tracePt t="397259" x="1987550" y="1949450"/>
          <p14:tracePt t="397275" x="2044700" y="1955800"/>
          <p14:tracePt t="397291" x="2063750" y="1955800"/>
          <p14:tracePt t="397308" x="2095500" y="1962150"/>
          <p14:tracePt t="397325" x="2108200" y="1962150"/>
          <p14:tracePt t="397342" x="2127250" y="1962150"/>
          <p14:tracePt t="397358" x="2139950" y="1962150"/>
          <p14:tracePt t="397406" x="2146300" y="1962150"/>
          <p14:tracePt t="397434" x="2152650" y="1962150"/>
          <p14:tracePt t="397456" x="2159000" y="1962150"/>
          <p14:tracePt t="397484" x="2165350" y="1962150"/>
          <p14:tracePt t="397505" x="2171700" y="1962150"/>
          <p14:tracePt t="397526" x="2178050" y="1962150"/>
          <p14:tracePt t="397574" x="2190750" y="1962150"/>
          <p14:tracePt t="397617" x="2197100" y="1962150"/>
          <p14:tracePt t="397625" x="2203450" y="1962150"/>
          <p14:tracePt t="397645" x="2209800" y="1962150"/>
          <p14:tracePt t="397695" x="2216150" y="1962150"/>
          <p14:tracePt t="397737" x="2222500" y="1962150"/>
          <p14:tracePt t="397765" x="2228850" y="1962150"/>
          <p14:tracePt t="397786" x="2235200" y="1962150"/>
          <p14:tracePt t="397822" x="2241550" y="1962150"/>
          <p14:tracePt t="397835" x="2247900" y="1962150"/>
          <p14:tracePt t="397858" x="2254250" y="1962150"/>
          <p14:tracePt t="398580" x="2273300" y="1955800"/>
          <p14:tracePt t="398594" x="2286000" y="1949450"/>
          <p14:tracePt t="398601" x="2311400" y="1949450"/>
          <p14:tracePt t="398615" x="2330450" y="1943100"/>
          <p14:tracePt t="398623" x="2349500" y="1943100"/>
          <p14:tracePt t="398637" x="2381250" y="1936750"/>
          <p14:tracePt t="398653" x="2419350" y="1930400"/>
          <p14:tracePt t="398671" x="2482850" y="1911350"/>
          <p14:tracePt t="398686" x="2501900" y="1911350"/>
          <p14:tracePt t="398703" x="2533650" y="1911350"/>
          <p14:tracePt t="398720" x="2559050" y="1905000"/>
          <p14:tracePt t="398736" x="2565400" y="1905000"/>
          <p14:tracePt t="398753" x="2571750" y="1905000"/>
          <p14:tracePt t="398770" x="2578100" y="1905000"/>
          <p14:tracePt t="398903" x="2584450" y="1905000"/>
          <p14:tracePt t="399001" x="2590800" y="1905000"/>
          <p14:tracePt t="399023" x="2597150" y="1905000"/>
          <p14:tracePt t="399051" x="2603500" y="1911350"/>
          <p14:tracePt t="399072" x="2609850" y="1911350"/>
          <p14:tracePt t="399093" x="2616200" y="1917700"/>
          <p14:tracePt t="399121" x="2622550" y="1917700"/>
          <p14:tracePt t="399136" x="2628900" y="1917700"/>
          <p14:tracePt t="399142" x="2628900" y="1924050"/>
          <p14:tracePt t="399156" x="2635250" y="1924050"/>
          <p14:tracePt t="399168" x="2641600" y="1930400"/>
          <p14:tracePt t="399185" x="2654300" y="1930400"/>
          <p14:tracePt t="399201" x="2673350" y="1936750"/>
          <p14:tracePt t="399218" x="2705100" y="1955800"/>
          <p14:tracePt t="399234" x="2755900" y="1981200"/>
          <p14:tracePt t="399251" x="2774950" y="1993900"/>
          <p14:tracePt t="399268" x="2851150" y="2038350"/>
          <p14:tracePt t="399284" x="2927350" y="2095500"/>
          <p14:tracePt t="399301" x="2978150" y="2133600"/>
          <p14:tracePt t="399318" x="3060700" y="2228850"/>
          <p14:tracePt t="399334" x="3130550" y="2368550"/>
          <p14:tracePt t="399351" x="3168650" y="2470150"/>
          <p14:tracePt t="399367" x="3194050" y="2603500"/>
          <p14:tracePt t="399801" x="3194050" y="2705100"/>
          <p14:tracePt t="399808" x="3194050" y="2844800"/>
          <p14:tracePt t="399822" x="3194050" y="2997200"/>
          <p14:tracePt t="399832" x="3232150" y="3225800"/>
          <p14:tracePt t="399850" x="3232150" y="3613150"/>
          <p14:tracePt t="399866" x="3244850" y="3943350"/>
          <p14:tracePt t="399882" x="3282950" y="4127500"/>
          <p14:tracePt t="399900" x="3295650" y="4292600"/>
          <p14:tracePt t="399916" x="3295650" y="4603750"/>
          <p14:tracePt t="399932" x="3340100" y="5111750"/>
          <p14:tracePt t="399949" x="3390900" y="5524500"/>
          <p14:tracePt t="399965" x="3403600" y="5740400"/>
          <p14:tracePt t="399982" x="3479800" y="5988050"/>
          <p14:tracePt t="399999" x="3517900" y="6134100"/>
          <p14:tracePt t="400015" x="3543300" y="6165850"/>
          <p14:tracePt t="400033" x="3575050" y="6210300"/>
          <p14:tracePt t="400049" x="3594100" y="6235700"/>
          <p14:tracePt t="400065" x="3600450" y="6261100"/>
          <p14:tracePt t="400082" x="3613150" y="6273800"/>
          <p14:tracePt t="400098" x="3613150" y="6280150"/>
          <p14:tracePt t="400370" x="3613150" y="6273800"/>
          <p14:tracePt t="400377" x="3613150" y="6267450"/>
          <p14:tracePt t="400391" x="3606800" y="6254750"/>
          <p14:tracePt t="400400" x="3606800" y="6248400"/>
          <p14:tracePt t="400415" x="3606800" y="6242050"/>
          <p14:tracePt t="400431" x="3594100" y="6235700"/>
          <p14:tracePt t="400448" x="3594100" y="6223000"/>
          <p14:tracePt t="400465" x="3594100" y="6216650"/>
          <p14:tracePt t="400481" x="3587750" y="6216650"/>
          <p14:tracePt t="400498" x="3587750" y="6210300"/>
          <p14:tracePt t="400531" x="3581400" y="6203950"/>
          <p14:tracePt t="400560" x="3575050" y="6197600"/>
          <p14:tracePt t="400588" x="3568700" y="6197600"/>
          <p14:tracePt t="400602" x="3562350" y="6197600"/>
          <p14:tracePt t="400630" x="3556000" y="6191250"/>
          <p14:tracePt t="400658" x="3549650" y="6184900"/>
          <p14:tracePt t="400700" x="3543300" y="6178550"/>
          <p14:tracePt t="400707" x="3536950" y="6178550"/>
          <p14:tracePt t="400729" x="3530600" y="6178550"/>
          <p14:tracePt t="400749" x="3530600" y="6172200"/>
          <p14:tracePt t="400771" x="3517900" y="6165850"/>
          <p14:tracePt t="400799" x="3511550" y="6159500"/>
          <p14:tracePt t="400820" x="3498850" y="6153150"/>
          <p14:tracePt t="400848" x="3492500" y="6153150"/>
          <p14:tracePt t="400869" x="3492500" y="6146800"/>
          <p14:tracePt t="400890" x="3486150" y="6134100"/>
          <p14:tracePt t="400911" x="3479800" y="6127750"/>
          <p14:tracePt t="400939" x="3473450" y="6121400"/>
          <p14:tracePt t="400975" x="3473450" y="6115050"/>
          <p14:tracePt t="400982" x="3473450" y="6108700"/>
          <p14:tracePt t="401031" x="3479800" y="6108700"/>
          <p14:tracePt t="401046" x="3486150" y="6108700"/>
          <p14:tracePt t="401052" x="3492500" y="6108700"/>
          <p14:tracePt t="401073" x="3498850" y="6115050"/>
          <p14:tracePt t="401083" x="3511550" y="6115050"/>
          <p14:tracePt t="401098" x="3524250" y="6121400"/>
          <p14:tracePt t="401112" x="3536950" y="6121400"/>
          <p14:tracePt t="401128" x="3568700" y="6134100"/>
          <p14:tracePt t="401146" x="3613150" y="6153150"/>
          <p14:tracePt t="401162" x="3625850" y="6165850"/>
          <p14:tracePt t="401179" x="3657600" y="6172200"/>
          <p14:tracePt t="401194" x="3670300" y="6178550"/>
          <p14:tracePt t="401212" x="3676650" y="6178550"/>
          <p14:tracePt t="401229" x="3683000" y="6178550"/>
          <p14:tracePt t="401245" x="3676650" y="6178550"/>
          <p14:tracePt t="401264" x="3670300" y="6178550"/>
          <p14:tracePt t="401278" x="3663950" y="6172200"/>
          <p14:tracePt t="401294" x="3651250" y="6165850"/>
          <p14:tracePt t="401311" x="3651250" y="6159500"/>
          <p14:tracePt t="401328" x="3632200" y="6153150"/>
          <p14:tracePt t="401344" x="3619500" y="6140450"/>
          <p14:tracePt t="401362" x="3613150" y="6134100"/>
          <p14:tracePt t="401377" x="3600450" y="6121400"/>
          <p14:tracePt t="401394" x="3594100" y="6108700"/>
          <p14:tracePt t="401412" x="3581400" y="6089650"/>
          <p14:tracePt t="401427" x="3581400" y="6076950"/>
          <p14:tracePt t="401444" x="3575050" y="6076950"/>
          <p14:tracePt t="401461" x="3575050" y="6064250"/>
          <p14:tracePt t="401516" x="3575050" y="6057900"/>
          <p14:tracePt t="401565" x="3581400" y="6051550"/>
          <p14:tracePt t="401594" x="3587750" y="6051550"/>
          <p14:tracePt t="401622" x="3594100" y="6045200"/>
          <p14:tracePt t="401644" x="3594100" y="6032500"/>
          <p14:tracePt t="401665" x="3594100" y="6026150"/>
          <p14:tracePt t="401686" x="3594100" y="6013450"/>
          <p14:tracePt t="401694" x="3594100" y="5988050"/>
          <p14:tracePt t="401707" x="3594100" y="5962650"/>
          <p14:tracePt t="401714" x="3587750" y="5911850"/>
          <p14:tracePt t="401729" x="3575050" y="5848350"/>
          <p14:tracePt t="401743" x="3556000" y="5759450"/>
          <p14:tracePt t="401759" x="3511550" y="5486400"/>
          <p14:tracePt t="401777" x="3473450" y="5099050"/>
          <p14:tracePt t="401792" x="3441700" y="4857750"/>
          <p14:tracePt t="401809" x="3384550" y="4292600"/>
          <p14:tracePt t="401826" x="3302000" y="3670300"/>
          <p14:tracePt t="401842" x="3270250" y="3403600"/>
          <p14:tracePt t="401859" x="3187700" y="2927350"/>
          <p14:tracePt t="401876" x="3136900" y="2533650"/>
          <p14:tracePt t="401892" x="3098800" y="2381250"/>
          <p14:tracePt t="401909" x="3035300" y="2146300"/>
          <p14:tracePt t="401925" x="2965450" y="1962150"/>
          <p14:tracePt t="401942" x="2933700" y="1885950"/>
          <p14:tracePt t="401960" x="2901950" y="1803400"/>
          <p14:tracePt t="401975" x="2838450" y="1638300"/>
          <p14:tracePt t="401992" x="2813050" y="1593850"/>
          <p14:tracePt t="402009" x="2749550" y="1511300"/>
          <p14:tracePt t="402025" x="2730500" y="1498600"/>
          <p14:tracePt t="402041" x="2717800" y="1479550"/>
          <p14:tracePt t="402059" x="2667000" y="1441450"/>
          <p14:tracePt t="402075" x="2647950" y="1428750"/>
          <p14:tracePt t="402091" x="2628900" y="1416050"/>
          <p14:tracePt t="402109" x="2609850" y="1397000"/>
          <p14:tracePt t="402125" x="2603500" y="1390650"/>
          <p14:tracePt t="402142" x="2597150" y="1384300"/>
          <p14:tracePt t="402191" x="2597150" y="1390650"/>
          <p14:tracePt t="402213" x="2597150" y="1397000"/>
          <p14:tracePt t="402227" x="2597150" y="1403350"/>
          <p14:tracePt t="402243" x="2597150" y="1409700"/>
          <p14:tracePt t="402248" x="2590800" y="1416050"/>
          <p14:tracePt t="402262" x="2590800" y="1422400"/>
          <p14:tracePt t="402278" x="2590800" y="1428750"/>
          <p14:tracePt t="402292" x="2590800" y="1435100"/>
          <p14:tracePt t="402326" x="2597150" y="1447800"/>
          <p14:tracePt t="402354" x="2609850" y="1454150"/>
          <p14:tracePt t="402381" x="2628900" y="1466850"/>
          <p14:tracePt t="402410" x="2635250" y="1473200"/>
          <p14:tracePt t="402417" x="2641600" y="1479550"/>
          <p14:tracePt t="402431" x="2654300" y="1485900"/>
          <p14:tracePt t="402440" x="2667000" y="1504950"/>
          <p14:tracePt t="402456" x="2692400" y="1524000"/>
          <p14:tracePt t="402473" x="2743200" y="1574800"/>
          <p14:tracePt t="402490" x="2813050" y="1625600"/>
          <p14:tracePt t="402507" x="2857500" y="1657350"/>
          <p14:tracePt t="402523" x="2933700" y="1708150"/>
          <p14:tracePt t="402540" x="2997200" y="1739900"/>
          <p14:tracePt t="402558" x="3041650" y="1758950"/>
          <p14:tracePt t="402573" x="3060700" y="1758950"/>
          <p14:tracePt t="402590" x="3067050" y="1765300"/>
          <p14:tracePt t="402607" x="3073400" y="1771650"/>
          <p14:tracePt t="403134" x="3067050" y="1752600"/>
          <p14:tracePt t="403141" x="3035300" y="1714500"/>
          <p14:tracePt t="403155" x="2997200" y="1676400"/>
          <p14:tracePt t="403171" x="2933700" y="1587500"/>
          <p14:tracePt t="403188" x="2895600" y="1517650"/>
          <p14:tracePt t="403205" x="2768600" y="1301750"/>
          <p14:tracePt t="403221" x="2628900" y="1092200"/>
          <p14:tracePt t="403238" x="2559050" y="1003300"/>
          <p14:tracePt t="403255" x="2387600" y="857250"/>
          <p14:tracePt t="403271" x="2311400" y="819150"/>
          <p14:tracePt t="403288" x="2146300" y="730250"/>
          <p14:tracePt t="403304" x="1993900" y="635000"/>
          <p14:tracePt t="403321" x="1924050" y="596900"/>
          <p14:tracePt t="403337" x="1797050" y="533400"/>
          <p14:tracePt t="403354" x="1708150" y="469900"/>
          <p14:tracePt t="403371" x="1663700" y="431800"/>
          <p14:tracePt t="403388" x="1612900" y="400050"/>
          <p14:tracePt t="403404" x="1574800" y="374650"/>
          <p14:tracePt t="403420" x="1562100" y="368300"/>
          <p14:tracePt t="403437" x="1555750" y="361950"/>
          <p14:tracePt t="403488" x="1562100" y="361950"/>
          <p14:tracePt t="403493" x="1562100" y="368300"/>
          <p14:tracePt t="403503" x="1574800" y="368300"/>
          <p14:tracePt t="403520" x="1574800" y="374650"/>
          <p14:tracePt t="403537" x="1587500" y="381000"/>
          <p14:tracePt t="403554" x="1587500" y="387350"/>
          <p14:tracePt t="403570" x="1587500" y="393700"/>
          <p14:tracePt t="403586" x="1587500" y="400050"/>
          <p14:tracePt t="403603" x="1593850" y="406400"/>
          <p14:tracePt t="403620" x="1600200" y="406400"/>
          <p14:tracePt t="403642" x="1606550" y="406400"/>
          <p14:tracePt t="403656" x="1612900" y="406400"/>
          <p14:tracePt t="403669" x="1612900" y="412750"/>
          <p14:tracePt t="403686" x="1619250" y="412750"/>
          <p14:tracePt t="403706" x="1631950" y="419100"/>
          <p14:tracePt t="403719" x="1631950" y="425450"/>
          <p14:tracePt t="403747" x="1638300" y="431800"/>
          <p14:tracePt t="403775" x="1644650" y="438150"/>
          <p14:tracePt t="403782" x="1651000" y="438150"/>
          <p14:tracePt t="403804" x="1657350" y="438150"/>
          <p14:tracePt t="403817" x="1663700" y="438150"/>
          <p14:tracePt t="403824" x="1670050" y="438150"/>
          <p14:tracePt t="403839" x="1676400" y="438150"/>
          <p14:tracePt t="403852" x="1695450" y="438150"/>
          <p14:tracePt t="403869" x="1714500" y="444500"/>
          <p14:tracePt t="403885" x="1739900" y="444500"/>
          <p14:tracePt t="403902" x="1784350" y="444500"/>
          <p14:tracePt t="403919" x="1854200" y="444500"/>
          <p14:tracePt t="403936" x="1905000" y="444500"/>
          <p14:tracePt t="403952" x="2006600" y="450850"/>
          <p14:tracePt t="403969" x="2114550" y="463550"/>
          <p14:tracePt t="403986" x="2197100" y="469900"/>
          <p14:tracePt t="404002" x="2222500" y="469900"/>
          <p14:tracePt t="404018" x="2273300" y="469900"/>
          <p14:tracePt t="404035" x="2298700" y="476250"/>
          <p14:tracePt t="404051" x="2305050" y="476250"/>
          <p14:tracePt t="404068" x="2311400" y="476250"/>
          <p14:tracePt t="404085" x="2317750" y="476250"/>
          <p14:tracePt t="404118" x="2324100" y="476250"/>
          <p14:tracePt t="404386" x="2324100" y="482600"/>
          <p14:tracePt t="404402" x="2324100" y="488950"/>
          <p14:tracePt t="404408" x="2324100" y="495300"/>
          <p14:tracePt t="404429" x="2324100" y="501650"/>
          <p14:tracePt t="404437" x="2324100" y="514350"/>
          <p14:tracePt t="404452" x="2324100" y="546100"/>
          <p14:tracePt t="404467" x="2324100" y="584200"/>
          <p14:tracePt t="404484" x="2343150" y="749300"/>
          <p14:tracePt t="404500" x="2400300" y="1041400"/>
          <p14:tracePt t="404516" x="2463800" y="1301750"/>
          <p14:tracePt t="404534" x="2660650" y="1949450"/>
          <p14:tracePt t="404549" x="2940050" y="2635250"/>
          <p14:tracePt t="404566" x="3073400" y="2959100"/>
          <p14:tracePt t="404583" x="3302000" y="3448050"/>
          <p14:tracePt t="404600" x="3505200" y="3778250"/>
          <p14:tracePt t="404616" x="3568700" y="3905250"/>
          <p14:tracePt t="404633" x="3708400" y="4108450"/>
          <p14:tracePt t="404650" x="3822700" y="4292600"/>
          <p14:tracePt t="404666" x="3873500" y="4362450"/>
          <p14:tracePt t="404670" x="3917950" y="4419600"/>
          <p14:tracePt t="404683" x="3968750" y="4483100"/>
          <p14:tracePt t="404699" x="4032250" y="4572000"/>
          <p14:tracePt t="404716" x="4057650" y="4591050"/>
          <p14:tracePt t="404732" x="4108450" y="4641850"/>
          <p14:tracePt t="404749" x="4146550" y="4673600"/>
          <p14:tracePt t="404766" x="4171950" y="4705350"/>
          <p14:tracePt t="404782" x="4191000" y="4711700"/>
          <p14:tracePt t="404799" x="4216400" y="4724400"/>
          <p14:tracePt t="404816" x="4273550" y="4756150"/>
          <p14:tracePt t="404832" x="4292600" y="4775200"/>
          <p14:tracePt t="404849" x="4311650" y="4794250"/>
          <p14:tracePt t="404865" x="4349750" y="4819650"/>
          <p14:tracePt t="404882" x="4381500" y="4851400"/>
          <p14:tracePt t="404899" x="4400550" y="4870450"/>
          <p14:tracePt t="404915" x="4425950" y="4902200"/>
          <p14:tracePt t="404932" x="4451350" y="4927600"/>
          <p14:tracePt t="404949" x="4464050" y="4940300"/>
          <p14:tracePt t="404965" x="4476750" y="4965700"/>
          <p14:tracePt t="404981" x="4489450" y="4978400"/>
          <p14:tracePt t="404999" x="4495800" y="4991100"/>
          <p14:tracePt t="405031" x="4495800" y="5003800"/>
          <p14:tracePt t="405048" x="4495800" y="5016500"/>
          <p14:tracePt t="405065" x="4495800" y="5022850"/>
          <p14:tracePt t="405082" x="4489450" y="5022850"/>
          <p14:tracePt t="405097" x="4470400" y="5029200"/>
          <p14:tracePt t="405114" x="4457700" y="5029200"/>
          <p14:tracePt t="405132" x="4413250" y="5041900"/>
          <p14:tracePt t="405147" x="4356100" y="5060950"/>
          <p14:tracePt t="405164" x="4324350" y="5060950"/>
          <p14:tracePt t="405181" x="4248150" y="5086350"/>
          <p14:tracePt t="405197" x="4191000" y="5105400"/>
          <p14:tracePt t="405214" x="4083050" y="5130800"/>
          <p14:tracePt t="405231" x="3962400" y="5168900"/>
          <p14:tracePt t="405247" x="3905250" y="5187950"/>
          <p14:tracePt t="405264" x="3810000" y="5213350"/>
          <p14:tracePt t="405281" x="3733800" y="5238750"/>
          <p14:tracePt t="405297" x="3708400" y="5238750"/>
          <p14:tracePt t="405314" x="3683000" y="5251450"/>
          <p14:tracePt t="405330" x="3663950" y="5257800"/>
          <p14:tracePt t="405347" x="3657600" y="5257800"/>
          <p14:tracePt t="405364" x="3644900" y="5264150"/>
          <p14:tracePt t="405380" x="3644900" y="5270500"/>
          <p14:tracePt t="405441" x="3651250" y="5276850"/>
          <p14:tracePt t="405448" x="3657600" y="5276850"/>
          <p14:tracePt t="405462" x="3663950" y="5276850"/>
          <p14:tracePt t="405469" x="3670300" y="5276850"/>
          <p14:tracePt t="405491" x="3676650" y="5276850"/>
          <p14:tracePt t="405504" x="3683000" y="5276850"/>
          <p14:tracePt t="405513" x="3695700" y="5276850"/>
          <p14:tracePt t="405530" x="3714750" y="5276850"/>
          <p14:tracePt t="405547" x="3765550" y="5283200"/>
          <p14:tracePt t="405563" x="3829050" y="5283200"/>
          <p14:tracePt t="405579" x="3886200" y="5295900"/>
          <p14:tracePt t="405596" x="3975100" y="5289550"/>
          <p14:tracePt t="405613" x="4108450" y="5289550"/>
          <p14:tracePt t="405630" x="4171950" y="5283200"/>
          <p14:tracePt t="405646" x="4292600" y="5264150"/>
          <p14:tracePt t="405662" x="4394200" y="5257800"/>
          <p14:tracePt t="405680" x="4445000" y="5251450"/>
          <p14:tracePt t="405696" x="4464050" y="5251450"/>
          <p14:tracePt t="405712" x="4483100" y="5251450"/>
          <p14:tracePt t="405729" x="4489450" y="5251450"/>
          <p14:tracePt t="405765" x="4495800" y="5251450"/>
          <p14:tracePt t="405821" x="4495800" y="5257800"/>
          <p14:tracePt t="405835" x="4489450" y="5257800"/>
          <p14:tracePt t="405842" x="4483100" y="5257800"/>
          <p14:tracePt t="405856" x="4476750" y="5264150"/>
          <p14:tracePt t="405865" x="4470400" y="5264150"/>
          <p14:tracePt t="405878" x="4464050" y="5270500"/>
          <p14:tracePt t="405895" x="4425950" y="5270500"/>
          <p14:tracePt t="405912" x="4381500" y="5283200"/>
          <p14:tracePt t="405928" x="4337050" y="5283200"/>
          <p14:tracePt t="405945" x="4241800" y="5302250"/>
          <p14:tracePt t="405962" x="4152900" y="5308600"/>
          <p14:tracePt t="405978" x="4102100" y="5308600"/>
          <p14:tracePt t="405995" x="4051300" y="5308600"/>
          <p14:tracePt t="406011" x="3892550" y="5327650"/>
          <p14:tracePt t="406028" x="3848100" y="5327650"/>
          <p14:tracePt t="406045" x="3797300" y="5327650"/>
          <p14:tracePt t="406061" x="3733800" y="5327650"/>
          <p14:tracePt t="406078" x="3689350" y="5334000"/>
          <p14:tracePt t="406095" x="3657600" y="5334000"/>
          <p14:tracePt t="406111" x="3644900" y="5334000"/>
          <p14:tracePt t="406127" x="3638550" y="5334000"/>
          <p14:tracePt t="406145" x="3632200" y="5334000"/>
          <p14:tracePt t="406187" x="3632200" y="5340350"/>
          <p14:tracePt t="406208" x="3632200" y="5346700"/>
          <p14:tracePt t="406242" x="3638550" y="5346700"/>
          <p14:tracePt t="406263" x="3644900" y="5346700"/>
          <p14:tracePt t="407020" x="3638550" y="5314950"/>
          <p14:tracePt t="407027" x="3619500" y="5232400"/>
          <p14:tracePt t="407044" x="3600450" y="5143500"/>
          <p14:tracePt t="407057" x="3556000" y="5022850"/>
          <p14:tracePt t="407074" x="3448050" y="4730750"/>
          <p14:tracePt t="407091" x="3340100" y="4432300"/>
          <p14:tracePt t="407108" x="3251200" y="4191000"/>
          <p14:tracePt t="407124" x="3098800" y="3810000"/>
          <p14:tracePt t="407141" x="2978150" y="3416300"/>
          <p14:tracePt t="407157" x="2946400" y="3263900"/>
          <p14:tracePt t="407175" x="2876550" y="3003550"/>
          <p14:tracePt t="407190" x="2825750" y="2774950"/>
          <p14:tracePt t="407207" x="2794000" y="2660650"/>
          <p14:tracePt t="407211" x="2762250" y="2552700"/>
          <p14:tracePt t="407224" x="2743200" y="2438400"/>
          <p14:tracePt t="407241" x="2692400" y="2254250"/>
          <p14:tracePt t="407257" x="2667000" y="2152650"/>
          <p14:tracePt t="407274" x="2616200" y="1981200"/>
          <p14:tracePt t="407290" x="2559050" y="1822450"/>
          <p14:tracePt t="407308" x="2540000" y="1739900"/>
          <p14:tracePt t="407324" x="2489200" y="1619250"/>
          <p14:tracePt t="407340" x="2463800" y="1562100"/>
          <p14:tracePt t="407356" x="2438400" y="1454150"/>
          <p14:tracePt t="407373" x="2381250" y="1320800"/>
          <p14:tracePt t="407390" x="2349500" y="1238250"/>
          <p14:tracePt t="407407" x="2292350" y="1117600"/>
          <p14:tracePt t="407423" x="2254250" y="1003300"/>
          <p14:tracePt t="407440" x="2228850" y="971550"/>
          <p14:tracePt t="407456" x="2197100" y="882650"/>
          <p14:tracePt t="407473" x="2159000" y="787400"/>
          <p14:tracePt t="407490" x="2139950" y="742950"/>
          <p14:tracePt t="407506" x="2108200" y="679450"/>
          <p14:tracePt t="407523" x="2089150" y="628650"/>
          <p14:tracePt t="407541" x="2070100" y="603250"/>
          <p14:tracePt t="407556" x="2057400" y="590550"/>
          <p14:tracePt t="407573" x="2038350" y="571500"/>
          <p14:tracePt t="407590" x="2032000" y="565150"/>
          <p14:tracePt t="407606" x="2019300" y="552450"/>
          <p14:tracePt t="407623" x="2012950" y="546100"/>
          <p14:tracePt t="407639" x="2006600" y="546100"/>
          <p14:tracePt t="407656" x="2006600" y="552450"/>
          <p14:tracePt t="407672" x="2006600" y="558800"/>
          <p14:tracePt t="407689" x="2019300" y="571500"/>
          <p14:tracePt t="407705" x="2025650" y="584200"/>
          <p14:tracePt t="407723" x="2032000" y="590550"/>
          <p14:tracePt t="407726" x="2038350" y="596900"/>
          <p14:tracePt t="407739" x="2038350" y="603250"/>
          <p14:tracePt t="407756" x="2038350" y="609600"/>
          <p14:tracePt t="407775" x="2051050" y="615950"/>
          <p14:tracePt t="407788" x="2051050" y="622300"/>
          <p14:tracePt t="407805" x="2057400" y="635000"/>
          <p14:tracePt t="407824" x="2063750" y="635000"/>
          <p14:tracePt t="407850" x="2070100" y="641350"/>
          <p14:tracePt t="407864" x="2070100" y="647700"/>
          <p14:tracePt t="407872" x="2070100" y="654050"/>
          <p14:tracePt t="407888" x="2076450" y="660400"/>
          <p14:tracePt t="407905" x="2076450" y="666750"/>
          <p14:tracePt t="407921" x="2095500" y="711200"/>
          <p14:tracePt t="407938" x="2101850" y="742950"/>
          <p14:tracePt t="407955" x="2127250" y="800100"/>
          <p14:tracePt t="407971" x="2139950" y="844550"/>
          <p14:tracePt t="407988" x="2178050" y="927100"/>
          <p14:tracePt t="408005" x="2222500" y="1028700"/>
          <p14:tracePt t="408021" x="2235200" y="1060450"/>
          <p14:tracePt t="408038" x="2292350" y="1136650"/>
          <p14:tracePt t="408055" x="2355850" y="1206500"/>
          <p14:tracePt t="408071" x="2406650" y="1244600"/>
          <p14:tracePt t="408088" x="2533650" y="1352550"/>
          <p14:tracePt t="408104" x="2711450" y="1492250"/>
          <p14:tracePt t="408121" x="2806700" y="1562100"/>
          <p14:tracePt t="408138" x="3054350" y="1720850"/>
          <p14:tracePt t="408154" x="3441700" y="1962150"/>
          <p14:tracePt t="408171" x="3644900" y="2095500"/>
          <p14:tracePt t="408187" x="4051300" y="2324100"/>
          <p14:tracePt t="408204" x="4521200" y="2470150"/>
          <p14:tracePt t="408220" x="4705350" y="2540000"/>
          <p14:tracePt t="408237" x="5016500" y="2622550"/>
          <p14:tracePt t="408253" x="5175250" y="2673350"/>
          <p14:tracePt t="408270" x="5429250" y="2724150"/>
          <p14:tracePt t="408287" x="5588000" y="2774950"/>
          <p14:tracePt t="408303" x="5651500" y="2787650"/>
          <p14:tracePt t="408320" x="5772150" y="2825750"/>
          <p14:tracePt t="408336" x="5867400" y="2832100"/>
          <p14:tracePt t="408353" x="5905500" y="2832100"/>
          <p14:tracePt t="408370" x="6000750" y="2838450"/>
          <p14:tracePt t="408386" x="6057900" y="2844800"/>
          <p14:tracePt t="408403" x="6076950" y="2844800"/>
          <p14:tracePt t="408420" x="6134100" y="2844800"/>
          <p14:tracePt t="408436" x="6184900" y="2838450"/>
          <p14:tracePt t="408453" x="6210300" y="2838450"/>
          <p14:tracePt t="408470" x="6261100" y="2838450"/>
          <p14:tracePt t="408486" x="6305550" y="2825750"/>
          <p14:tracePt t="408503" x="6324600" y="2819400"/>
          <p14:tracePt t="408835" x="6318250" y="2794000"/>
          <p14:tracePt t="408849" x="6299200" y="2755900"/>
          <p14:tracePt t="408856" x="6273800" y="2711450"/>
          <p14:tracePt t="408868" x="6254750" y="2667000"/>
          <p14:tracePt t="408886" x="6216650" y="2603500"/>
          <p14:tracePt t="408901" x="6191250" y="2584450"/>
          <p14:tracePt t="408918" x="6153150" y="2527300"/>
          <p14:tracePt t="408934" x="6134100" y="2514600"/>
          <p14:tracePt t="408951" x="6096000" y="2470150"/>
          <p14:tracePt t="408969" x="6051550" y="2425700"/>
          <p14:tracePt t="408984" x="6032500" y="2406650"/>
          <p14:tracePt t="409001" x="5981700" y="2349500"/>
          <p14:tracePt t="409018" x="5943600" y="2286000"/>
          <p14:tracePt t="409034" x="5930900" y="2260600"/>
          <p14:tracePt t="409051" x="5905500" y="2209800"/>
          <p14:tracePt t="409068" x="5886450" y="2171700"/>
          <p14:tracePt t="409084" x="5880100" y="2159000"/>
          <p14:tracePt t="409101" x="5873750" y="2133600"/>
          <p14:tracePt t="409117" x="5873750" y="2127250"/>
          <p14:tracePt t="409159" x="5880100" y="2127250"/>
          <p14:tracePt t="409187" x="5886450" y="2133600"/>
          <p14:tracePt t="409202" x="5892800" y="2133600"/>
          <p14:tracePt t="409222" x="5899150" y="2139950"/>
          <p14:tracePt t="409229" x="5905500" y="2146300"/>
          <p14:tracePt t="409237" x="5911850" y="2146300"/>
          <p14:tracePt t="409253" x="5918200" y="2152650"/>
          <p14:tracePt t="409266" x="5924550" y="2159000"/>
          <p14:tracePt t="409283" x="5975350" y="2165350"/>
          <p14:tracePt t="409300" x="6083300" y="2165350"/>
          <p14:tracePt t="409316" x="6146800" y="2165350"/>
          <p14:tracePt t="409334" x="6299200" y="2165350"/>
          <p14:tracePt t="409350" x="6451600" y="2165350"/>
          <p14:tracePt t="409367" x="6540500" y="2165350"/>
          <p14:tracePt t="409383" x="6680200" y="2165350"/>
          <p14:tracePt t="409399" x="6769100" y="2165350"/>
          <p14:tracePt t="409416" x="6800850" y="2165350"/>
          <p14:tracePt t="409433" x="6832600" y="2165350"/>
          <p14:tracePt t="409449" x="6838950" y="2165350"/>
          <p14:tracePt t="409466" x="6845300" y="2165350"/>
          <p14:tracePt t="409503" x="6838950" y="2171700"/>
          <p14:tracePt t="409516" x="6832600" y="2178050"/>
          <p14:tracePt t="409532" x="6807200" y="2178050"/>
          <p14:tracePt t="409549" x="6794500" y="2178050"/>
          <p14:tracePt t="409566" x="6756400" y="2178050"/>
          <p14:tracePt t="409582" x="6692900" y="2178050"/>
          <p14:tracePt t="409599" x="6648450" y="2178050"/>
          <p14:tracePt t="409616" x="6534150" y="2178050"/>
          <p14:tracePt t="409632" x="6419850" y="2178050"/>
          <p14:tracePt t="409649" x="6330950" y="2178050"/>
          <p14:tracePt t="409665" x="6140450" y="2178050"/>
          <p14:tracePt t="409682" x="5949950" y="2178050"/>
          <p14:tracePt t="409699" x="5848350" y="2178050"/>
          <p14:tracePt t="409715" x="5689600" y="2159000"/>
          <p14:tracePt t="409732" x="5588000" y="2146300"/>
          <p14:tracePt t="409750" x="5518150" y="2146300"/>
          <p14:tracePt t="409765" x="5505450" y="2146300"/>
          <p14:tracePt t="409782" x="5499100" y="2146300"/>
          <p14:tracePt t="409799" x="5492750" y="2146300"/>
          <p14:tracePt t="409815" x="5486400" y="2146300"/>
          <p14:tracePt t="409862" x="5492750" y="2146300"/>
          <p14:tracePt t="409869" x="5499100" y="2146300"/>
          <p14:tracePt t="409890" x="5505450" y="2146300"/>
          <p14:tracePt t="409904" x="5511800" y="2146300"/>
          <p14:tracePt t="409915" x="5518150" y="2152650"/>
          <p14:tracePt t="409932" x="5530850" y="2152650"/>
          <p14:tracePt t="409948" x="5537200" y="2152650"/>
          <p14:tracePt t="409964" x="5556250" y="2159000"/>
          <p14:tracePt t="409982" x="5581650" y="2165350"/>
          <p14:tracePt t="409998" x="5607050" y="2165350"/>
          <p14:tracePt t="410016" x="5702300" y="2165350"/>
          <p14:tracePt t="410031" x="5867400" y="2165350"/>
          <p14:tracePt t="410048" x="5956300" y="2165350"/>
          <p14:tracePt t="410064" x="6057900" y="2152650"/>
          <p14:tracePt t="410081" x="6337300" y="2146300"/>
          <p14:tracePt t="410097" x="6400800" y="2133600"/>
          <p14:tracePt t="410114" x="6451600" y="2133600"/>
          <p14:tracePt t="410131" x="6527800" y="2133600"/>
          <p14:tracePt t="410147" x="6559550" y="2133600"/>
          <p14:tracePt t="410164" x="6565900" y="2139950"/>
          <p14:tracePt t="410196" x="6553200" y="2139950"/>
          <p14:tracePt t="410214" x="6508750" y="2139950"/>
          <p14:tracePt t="410230" x="6483350" y="2127250"/>
          <p14:tracePt t="410247" x="6400800" y="2114550"/>
          <p14:tracePt t="410263" x="6254750" y="2095500"/>
          <p14:tracePt t="410280" x="6140450" y="2095500"/>
          <p14:tracePt t="410297" x="5880100" y="2101850"/>
          <p14:tracePt t="410313" x="5600700" y="2114550"/>
          <p14:tracePt t="410330" x="5461000" y="2120900"/>
          <p14:tracePt t="410347" x="5168900" y="2133600"/>
          <p14:tracePt t="410362" x="4953000" y="2146300"/>
          <p14:tracePt t="410380" x="4876800" y="2152650"/>
          <p14:tracePt t="410396" x="4781550" y="2165350"/>
          <p14:tracePt t="410413" x="4762500" y="2165350"/>
          <p14:tracePt t="410430" x="4749800" y="2171700"/>
          <p14:tracePt t="410462" x="4756150" y="2171700"/>
          <p14:tracePt t="410480" x="4768850" y="2171700"/>
          <p14:tracePt t="410495" x="4787900" y="2171700"/>
          <p14:tracePt t="410512" x="4806950" y="2171700"/>
          <p14:tracePt t="410530" x="4832350" y="2171700"/>
          <p14:tracePt t="410546" x="4889500" y="2171700"/>
          <p14:tracePt t="410562" x="4940300" y="2171700"/>
          <p14:tracePt t="410579" x="5086350" y="2178050"/>
          <p14:tracePt t="410595" x="5302250" y="2190750"/>
          <p14:tracePt t="410612" x="5410200" y="2190750"/>
          <p14:tracePt t="410629" x="5638800" y="2190750"/>
          <p14:tracePt t="410646" x="5867400" y="2203450"/>
          <p14:tracePt t="410663" x="6045200" y="2197100"/>
          <p14:tracePt t="410678" x="6115050" y="2190750"/>
          <p14:tracePt t="410695" x="6210300" y="2171700"/>
          <p14:tracePt t="410713" x="6267450" y="2159000"/>
          <p14:tracePt t="410728" x="6292850" y="2159000"/>
          <p14:tracePt t="410745" x="6324600" y="2159000"/>
          <p14:tracePt t="410749" x="6343650" y="2159000"/>
          <p14:tracePt t="410762" x="6413500" y="2159000"/>
          <p14:tracePt t="410778" x="6432550" y="2159000"/>
          <p14:tracePt t="410795" x="6457950" y="2159000"/>
          <p14:tracePt t="411727" x="6451600" y="2159000"/>
          <p14:tracePt t="411743" x="6432550" y="2152650"/>
          <p14:tracePt t="411748" x="6419850" y="2152650"/>
          <p14:tracePt t="411762" x="6407150" y="2146300"/>
          <p14:tracePt t="411774" x="6388100" y="2133600"/>
          <p14:tracePt t="411791" x="6337300" y="2120900"/>
          <p14:tracePt t="411808" x="6318250" y="2120900"/>
          <p14:tracePt t="411825" x="6235700" y="2095500"/>
          <p14:tracePt t="411841" x="6127750" y="2070100"/>
          <p14:tracePt t="411858" x="6045200" y="2057400"/>
          <p14:tracePt t="411875" x="5899150" y="2019300"/>
          <p14:tracePt t="411891" x="5670550" y="1968500"/>
          <p14:tracePt t="411908" x="5524500" y="1949450"/>
          <p14:tracePt t="411924" x="5130800" y="1879600"/>
          <p14:tracePt t="411941" x="4673600" y="1835150"/>
          <p14:tracePt t="411957" x="4400550" y="1809750"/>
          <p14:tracePt t="411974" x="3879850" y="1733550"/>
          <p14:tracePt t="411991" x="3657600" y="1689100"/>
          <p14:tracePt t="412008" x="3295650" y="1657350"/>
          <p14:tracePt t="412024" x="3009900" y="1619250"/>
          <p14:tracePt t="412040" x="2908300" y="1612900"/>
          <p14:tracePt t="412057" x="2749550" y="1587500"/>
          <p14:tracePt t="412074" x="2635250" y="1574800"/>
          <p14:tracePt t="412090" x="2578100" y="1562100"/>
          <p14:tracePt t="412107" x="2482850" y="1543050"/>
          <p14:tracePt t="412123" x="2425700" y="1555750"/>
          <p14:tracePt t="412140" x="2400300" y="1555750"/>
          <p14:tracePt t="412157" x="2336800" y="1562100"/>
          <p14:tracePt t="412173" x="2292350" y="1568450"/>
          <p14:tracePt t="412191" x="2266950" y="1574800"/>
          <p14:tracePt t="412206" x="2228850" y="1574800"/>
          <p14:tracePt t="412223" x="2197100" y="1574800"/>
          <p14:tracePt t="412240" x="2184400" y="1574800"/>
          <p14:tracePt t="412256" x="2159000" y="1581150"/>
          <p14:tracePt t="412273" x="2146300" y="1587500"/>
          <p14:tracePt t="412290" x="2114550" y="1600200"/>
          <p14:tracePt t="412306" x="2108200" y="1606550"/>
          <p14:tracePt t="412339" x="2101850" y="1612900"/>
          <p14:tracePt t="412356" x="2095500" y="1612900"/>
          <p14:tracePt t="412373" x="2095500" y="1619250"/>
          <p14:tracePt t="412389" x="2095500" y="1625600"/>
          <p14:tracePt t="412406" x="2095500" y="1631950"/>
          <p14:tracePt t="412425" x="2095500" y="1638300"/>
          <p14:tracePt t="412451" x="2095500" y="1644650"/>
          <p14:tracePt t="412487" x="2095500" y="1651000"/>
          <p14:tracePt t="412592" x="2095500" y="1644650"/>
          <p14:tracePt t="412613" x="2095500" y="1638300"/>
          <p14:tracePt t="412627" x="2095500" y="1631950"/>
          <p14:tracePt t="412641" x="2095500" y="1625600"/>
          <p14:tracePt t="412657" x="2095500" y="1619250"/>
          <p14:tracePt t="412684" x="2095500" y="1612900"/>
          <p14:tracePt t="412698" x="2095500" y="1600200"/>
          <p14:tracePt t="412706" x="2095500" y="1593850"/>
          <p14:tracePt t="412721" x="2095500" y="1581150"/>
          <p14:tracePt t="412738" x="2095500" y="1549400"/>
          <p14:tracePt t="412755" x="2095500" y="1517650"/>
          <p14:tracePt t="412771" x="2095500" y="1498600"/>
          <p14:tracePt t="412788" x="2089150" y="1454150"/>
          <p14:tracePt t="412804" x="2070100" y="1422400"/>
          <p14:tracePt t="412821" x="2051050" y="1409700"/>
          <p14:tracePt t="412838" x="2025650" y="1377950"/>
          <p14:tracePt t="412854" x="2000250" y="1358900"/>
          <p14:tracePt t="412871" x="1974850" y="1352550"/>
          <p14:tracePt t="412888" x="1955800" y="1339850"/>
          <p14:tracePt t="412920" x="1936750" y="1339850"/>
          <p14:tracePt t="412938" x="1924050" y="1339850"/>
          <p14:tracePt t="412954" x="1911350" y="1346200"/>
          <p14:tracePt t="412971" x="1905000" y="1365250"/>
          <p14:tracePt t="412987" x="1898650" y="1377950"/>
          <p14:tracePt t="413004" x="1885950" y="1384300"/>
          <p14:tracePt t="413021" x="1866900" y="1422400"/>
          <p14:tracePt t="413037" x="1847850" y="1454150"/>
          <p14:tracePt t="413054" x="1841500" y="1466850"/>
          <p14:tracePt t="413071" x="1822450" y="1492250"/>
          <p14:tracePt t="413087" x="1816100" y="1511300"/>
          <p14:tracePt t="413104" x="1816100" y="1517650"/>
          <p14:tracePt t="413120" x="1809750" y="1536700"/>
          <p14:tracePt t="413137" x="1809750" y="1543050"/>
          <p14:tracePt t="413170" x="1816100" y="1543050"/>
          <p14:tracePt t="413187" x="1822450" y="1543050"/>
          <p14:tracePt t="413204" x="1828800" y="1543050"/>
          <p14:tracePt t="413225" x="1835150" y="1549400"/>
          <p14:tracePt t="413240" x="1841500" y="1549400"/>
          <p14:tracePt t="413253" x="1847850" y="1555750"/>
          <p14:tracePt t="413270" x="1866900" y="1568450"/>
          <p14:tracePt t="413286" x="1885950" y="1574800"/>
          <p14:tracePt t="413303" x="1936750" y="1587500"/>
          <p14:tracePt t="413320" x="1993900" y="1606550"/>
          <p14:tracePt t="413336" x="2038350" y="1612900"/>
          <p14:tracePt t="413352" x="2095500" y="1619250"/>
          <p14:tracePt t="413369" x="2152650" y="1619250"/>
          <p14:tracePt t="413386" x="2184400" y="1619250"/>
          <p14:tracePt t="413403" x="2190750" y="1619250"/>
          <p14:tracePt t="413419" x="2209800" y="1612900"/>
          <p14:tracePt t="413505" x="2209800" y="1619250"/>
          <p14:tracePt t="413527" x="2209800" y="1625600"/>
          <p14:tracePt t="413549" x="2216150" y="1631950"/>
          <p14:tracePt t="413556" x="2222500" y="1631950"/>
          <p14:tracePt t="413577" x="2228850" y="1638300"/>
          <p14:tracePt t="413598" x="2235200" y="1638300"/>
          <p14:tracePt t="413612" x="2241550" y="1638300"/>
          <p14:tracePt t="413626" x="2247900" y="1638300"/>
          <p14:tracePt t="413640" x="2254250" y="1644650"/>
          <p14:tracePt t="413661" x="2260600" y="1644650"/>
          <p14:tracePt t="413670" x="2266950" y="1644650"/>
          <p14:tracePt t="413689" x="2279650" y="1644650"/>
          <p14:tracePt t="413710" x="2286000" y="1644650"/>
          <p14:tracePt t="413731" x="2292350" y="1644650"/>
          <p14:tracePt t="413738" x="2298700" y="1644650"/>
          <p14:tracePt t="413752" x="2305050" y="1644650"/>
          <p14:tracePt t="413768" x="2311400" y="1644650"/>
          <p14:tracePt t="413784" x="2317750" y="1644650"/>
          <p14:tracePt t="413802" x="2324100" y="1644650"/>
          <p14:tracePt t="413817" x="2330450" y="1644650"/>
          <p14:tracePt t="413834" x="2355850" y="1644650"/>
          <p14:tracePt t="413851" x="2387600" y="1644650"/>
          <p14:tracePt t="413868" x="2406650" y="1644650"/>
          <p14:tracePt t="413884" x="2432050" y="1651000"/>
          <p14:tracePt t="413901" x="2457450" y="1657350"/>
          <p14:tracePt t="413917" x="2470150" y="1657350"/>
          <p14:tracePt t="413935" x="2489200" y="1663700"/>
          <p14:tracePt t="413950" x="2501900" y="1663700"/>
          <p14:tracePt t="413984" x="2508250" y="1663700"/>
          <p14:tracePt t="414000" x="2514600" y="1663700"/>
          <p14:tracePt t="414020" x="2520950" y="1670050"/>
          <p14:tracePt t="414068" x="2527300" y="1670050"/>
          <p14:tracePt t="414090" x="2533650" y="1670050"/>
          <p14:tracePt t="414104" x="2540000" y="1670050"/>
          <p14:tracePt t="414182" x="2546350" y="1670050"/>
          <p14:tracePt t="414210" x="2552700" y="1670050"/>
          <p14:tracePt t="414223" x="2559050" y="1670050"/>
          <p14:tracePt t="414231" x="2565400" y="1670050"/>
          <p14:tracePt t="414252" x="2571750" y="1670050"/>
          <p14:tracePt t="414273" x="2578100" y="1670050"/>
          <p14:tracePt t="414301" x="2578100" y="1663700"/>
          <p14:tracePt t="414322" x="2584450" y="1663700"/>
          <p14:tracePt t="414329" x="2590800" y="1657350"/>
          <p14:tracePt t="414351" x="2597150" y="1657350"/>
          <p14:tracePt t="414371" x="2609850" y="1651000"/>
          <p14:tracePt t="414393" x="2616200" y="1651000"/>
          <p14:tracePt t="414414" x="2622550" y="1651000"/>
          <p14:tracePt t="414435" x="2628900" y="1651000"/>
          <p14:tracePt t="414441" x="2635250" y="1651000"/>
          <p14:tracePt t="414463" x="2641600" y="1644650"/>
          <p14:tracePt t="414469" x="2647950" y="1644650"/>
          <p14:tracePt t="414485" x="2654300" y="1644650"/>
          <p14:tracePt t="414499" x="2660650" y="1644650"/>
          <p14:tracePt t="414525" x="2667000" y="1644650"/>
          <p14:tracePt t="414535" x="2673350" y="1644650"/>
          <p14:tracePt t="414548" x="2679700" y="1644650"/>
          <p14:tracePt t="414565" x="2686050" y="1638300"/>
          <p14:tracePt t="414582" x="2698750" y="1638300"/>
          <p14:tracePt t="414614" x="2705100" y="1638300"/>
          <p14:tracePt t="414634" x="2711450" y="1638300"/>
          <p14:tracePt t="414652" x="2717800" y="1638300"/>
          <p14:tracePt t="414674" x="2724150" y="1638300"/>
          <p14:tracePt t="414681" x="2730500" y="1638300"/>
          <p14:tracePt t="414723" x="2736850" y="1644650"/>
          <p14:tracePt t="414751" x="2743200" y="1644650"/>
          <p14:tracePt t="414772" x="2743200" y="1651000"/>
          <p14:tracePt t="414786" x="2749550" y="1657350"/>
          <p14:tracePt t="414793" x="2749550" y="1663700"/>
          <p14:tracePt t="414807" x="2755900" y="1670050"/>
          <p14:tracePt t="414817" x="2755900" y="1682750"/>
          <p14:tracePt t="414831" x="2762250" y="1701800"/>
          <p14:tracePt t="414847" x="2781300" y="1797050"/>
          <p14:tracePt t="414864" x="2806700" y="1962150"/>
          <p14:tracePt t="414881" x="2832100" y="2076450"/>
          <p14:tracePt t="414898" x="2870200" y="2349500"/>
          <p14:tracePt t="414914" x="2940050" y="2724150"/>
          <p14:tracePt t="414931" x="2965450" y="2914650"/>
          <p14:tracePt t="414948" x="3016250" y="3282950"/>
          <p14:tracePt t="414964" x="3054350" y="3644900"/>
          <p14:tracePt t="414980" x="3054350" y="3797300"/>
          <p14:tracePt t="414997" x="3073400" y="4064000"/>
          <p14:tracePt t="415013" x="3086100" y="4330700"/>
          <p14:tracePt t="415030" x="3092450" y="4470400"/>
          <p14:tracePt t="415047" x="3105150" y="4711700"/>
          <p14:tracePt t="415063" x="3136900" y="4927600"/>
          <p14:tracePt t="415080" x="3155950" y="5029200"/>
          <p14:tracePt t="415097" x="3194050" y="5175250"/>
          <p14:tracePt t="415113" x="3213100" y="5245100"/>
          <p14:tracePt t="415131" x="3263900" y="5340350"/>
          <p14:tracePt t="415146" x="3270250" y="5359400"/>
          <p14:tracePt t="415163" x="3276600" y="5372100"/>
          <p14:tracePt t="415180" x="3295650" y="5391150"/>
          <p14:tracePt t="415196" x="3302000" y="5410200"/>
          <p14:tracePt t="415213" x="3308350" y="5416550"/>
          <p14:tracePt t="415229" x="3308350" y="5429250"/>
          <p14:tracePt t="415246" x="3308350" y="5467350"/>
          <p14:tracePt t="415263" x="3308350" y="5505450"/>
          <p14:tracePt t="415279" x="3289300" y="5562600"/>
          <p14:tracePt t="415296" x="3244850" y="5651500"/>
          <p14:tracePt t="415313" x="3213100" y="5695950"/>
          <p14:tracePt t="415329" x="3149600" y="5778500"/>
          <p14:tracePt t="415346" x="3086100" y="5867400"/>
          <p14:tracePt t="415363" x="3060700" y="5886450"/>
          <p14:tracePt t="415379" x="3041650" y="5905500"/>
          <p14:tracePt t="415396" x="3028950" y="5918200"/>
          <p14:tracePt t="415412" x="3016250" y="5924550"/>
          <p14:tracePt t="415445" x="3009900" y="5924550"/>
          <p14:tracePt t="415462" x="2997200" y="5924550"/>
          <p14:tracePt t="415496" x="2990850" y="5924550"/>
          <p14:tracePt t="415511" x="2984500" y="5930900"/>
          <p14:tracePt t="415528" x="2978150" y="5930900"/>
          <p14:tracePt t="415553" x="2971800" y="5930900"/>
          <p14:tracePt t="415573" x="2965450" y="5930900"/>
          <p14:tracePt t="415602" x="2959100" y="5930900"/>
          <p14:tracePt t="415686" x="2952750" y="5930900"/>
          <p14:tracePt t="415904" x="2959100" y="5924550"/>
          <p14:tracePt t="415975" x="2965450" y="5924550"/>
          <p14:tracePt t="416094" x="2971800" y="5924550"/>
          <p14:tracePt t="416129" x="2971800" y="5918200"/>
          <p14:tracePt t="416136" x="2978150" y="5918200"/>
          <p14:tracePt t="416157" x="2978150" y="5911850"/>
          <p14:tracePt t="416164" x="2978150" y="5905500"/>
          <p14:tracePt t="416186" x="2978150" y="5899150"/>
          <p14:tracePt t="416199" x="2984500" y="5880100"/>
          <p14:tracePt t="416209" x="2990850" y="5861050"/>
          <p14:tracePt t="416227" x="2990850" y="5810250"/>
          <p14:tracePt t="416243" x="3028950" y="5626100"/>
          <p14:tracePt t="416260" x="3054350" y="5486400"/>
          <p14:tracePt t="416276" x="3105150" y="5041900"/>
          <p14:tracePt t="416292" x="3219450" y="4438650"/>
          <p14:tracePt t="416309" x="3263900" y="4140200"/>
          <p14:tracePt t="416326" x="3378200" y="3511550"/>
          <p14:tracePt t="416342" x="3486150" y="2933700"/>
          <p14:tracePt t="416359" x="3517900" y="2686050"/>
          <p14:tracePt t="416375" x="3587750" y="2266950"/>
          <p14:tracePt t="416392" x="3632200" y="1949450"/>
          <p14:tracePt t="416409" x="3632200" y="1822450"/>
          <p14:tracePt t="416426" x="3632200" y="1619250"/>
          <p14:tracePt t="416442" x="3632200" y="1454150"/>
          <p14:tracePt t="416459" x="3625850" y="1377950"/>
          <p14:tracePt t="416475" x="3625850" y="1250950"/>
          <p14:tracePt t="416492" x="3632200" y="1193800"/>
          <p14:tracePt t="416509" x="3632200" y="1066800"/>
          <p14:tracePt t="416525" x="3632200" y="1028700"/>
          <p14:tracePt t="416542" x="3632200" y="984250"/>
          <p14:tracePt t="416558" x="3632200" y="920750"/>
          <p14:tracePt t="416575" x="3638550" y="850900"/>
          <p14:tracePt t="416591" x="3644900" y="812800"/>
          <p14:tracePt t="416608" x="3670300" y="723900"/>
          <p14:tracePt t="416625" x="3708400" y="603250"/>
          <p14:tracePt t="416642" x="3727450" y="546100"/>
          <p14:tracePt t="417276" x="3790950" y="622300"/>
          <p14:tracePt t="417291" x="3867150" y="730250"/>
          <p14:tracePt t="417297" x="3949700" y="825500"/>
          <p14:tracePt t="417306" x="4044950" y="927100"/>
          <p14:tracePt t="417322" x="4121150" y="1009650"/>
          <p14:tracePt t="417339" x="4387850" y="1276350"/>
          <p14:tracePt t="417355" x="4749800" y="1593850"/>
          <p14:tracePt t="417372" x="4940300" y="1733550"/>
          <p14:tracePt t="417389" x="5334000" y="2032000"/>
          <p14:tracePt t="417405" x="5708650" y="2317750"/>
          <p14:tracePt t="417422" x="5918200" y="2470150"/>
          <p14:tracePt t="417439" x="6216650" y="2686050"/>
          <p14:tracePt t="417455" x="6375400" y="2806700"/>
          <p14:tracePt t="417472" x="6584950" y="2952750"/>
          <p14:tracePt t="417488" x="6743700" y="3086100"/>
          <p14:tracePt t="417505" x="6788150" y="3130550"/>
          <p14:tracePt t="417522" x="6845300" y="3181350"/>
          <p14:tracePt t="417538" x="6883400" y="3206750"/>
          <p14:tracePt t="417555" x="6908800" y="3219450"/>
          <p14:tracePt t="417571" x="6934200" y="3257550"/>
          <p14:tracePt t="417588" x="6953250" y="3276600"/>
          <p14:tracePt t="417605" x="6959600" y="3276600"/>
          <p14:tracePt t="417621" x="6965950" y="3289300"/>
          <p14:tracePt t="417638" x="6978650" y="3295650"/>
          <p14:tracePt t="417654" x="6978650" y="3302000"/>
          <p14:tracePt t="417671" x="6991350" y="3333750"/>
          <p14:tracePt t="417688" x="7004050" y="3384550"/>
          <p14:tracePt t="417705" x="7016750" y="3454400"/>
          <p14:tracePt t="417721" x="7035800" y="3511550"/>
          <p14:tracePt t="417737" x="7054850" y="3581400"/>
          <p14:tracePt t="417754" x="7092950" y="3752850"/>
          <p14:tracePt t="417771" x="7092950" y="3803650"/>
          <p14:tracePt t="417787" x="7099300" y="3848100"/>
          <p14:tracePt t="417804" x="7118350" y="3930650"/>
          <p14:tracePt t="417821" x="7131050" y="3981450"/>
          <p14:tracePt t="417837" x="7137400" y="4006850"/>
          <p14:tracePt t="417854" x="7162800" y="4070350"/>
          <p14:tracePt t="417870" x="7188200" y="4127500"/>
          <p14:tracePt t="417889" x="7200900" y="4178300"/>
          <p14:tracePt t="417903" x="7207250" y="4191000"/>
          <p14:tracePt t="417920" x="7219950" y="4216400"/>
          <p14:tracePt t="417937" x="7226300" y="4222750"/>
          <p14:tracePt t="417969" x="7232650" y="4229100"/>
          <p14:tracePt t="417987" x="7232650" y="4241800"/>
          <p14:tracePt t="418003" x="7239000" y="4248150"/>
          <p14:tracePt t="418020" x="7245350" y="4260850"/>
          <p14:tracePt t="418036" x="7245350" y="4279900"/>
          <p14:tracePt t="418053" x="7245350" y="4292600"/>
          <p14:tracePt t="418750" x="7232650" y="4260850"/>
          <p14:tracePt t="418764" x="7194550" y="4203700"/>
          <p14:tracePt t="418771" x="7169150" y="4159250"/>
          <p14:tracePt t="418788" x="7131050" y="4102100"/>
          <p14:tracePt t="418800" x="7042150" y="3975100"/>
          <p14:tracePt t="418817" x="6991350" y="3905250"/>
          <p14:tracePt t="418834" x="6877050" y="3752850"/>
          <p14:tracePt t="418850" x="6819900" y="3676650"/>
          <p14:tracePt t="418867" x="6680200" y="3511550"/>
          <p14:tracePt t="418884" x="6527800" y="3359150"/>
          <p14:tracePt t="418900" x="6451600" y="3282950"/>
          <p14:tracePt t="418917" x="6318250" y="3105150"/>
          <p14:tracePt t="418933" x="6184900" y="2940050"/>
          <p14:tracePt t="418950" x="6134100" y="2870200"/>
          <p14:tracePt t="418967" x="6019800" y="2705100"/>
          <p14:tracePt t="418983" x="5930900" y="2578100"/>
          <p14:tracePt t="419000" x="5892800" y="2501900"/>
          <p14:tracePt t="419017" x="5816600" y="2266950"/>
          <p14:tracePt t="419033" x="5784850" y="2057400"/>
          <p14:tracePt t="419050" x="5778500" y="1955800"/>
          <p14:tracePt t="419067" x="5753100" y="1663700"/>
          <p14:tracePt t="419083" x="5746750" y="1409700"/>
          <p14:tracePt t="419100" x="5746750" y="1282700"/>
          <p14:tracePt t="419116" x="5746750" y="1028700"/>
          <p14:tracePt t="419133" x="5721350" y="901700"/>
          <p14:tracePt t="419149" x="5721350" y="711200"/>
          <p14:tracePt t="419165" x="5715000" y="609600"/>
          <p14:tracePt t="419182" x="5708650" y="577850"/>
          <p14:tracePt t="419200" x="5708650" y="558800"/>
          <p14:tracePt t="419216" x="5702300" y="552450"/>
          <p14:tracePt t="419249" x="5702300" y="558800"/>
          <p14:tracePt t="419265" x="5702300" y="571500"/>
          <p14:tracePt t="419282" x="5708650" y="577850"/>
          <p14:tracePt t="419298" x="5708650" y="584200"/>
          <p14:tracePt t="419315" x="5708650" y="596900"/>
          <p14:tracePt t="419332" x="5708650" y="603250"/>
          <p14:tracePt t="419349" x="5715000" y="615950"/>
          <p14:tracePt t="419365" x="5715000" y="628650"/>
          <p14:tracePt t="419383" x="5721350" y="641350"/>
          <p14:tracePt t="419398" x="5721350" y="647700"/>
          <p14:tracePt t="419415" x="5721350" y="654050"/>
          <p14:tracePt t="419432" x="5727700" y="660400"/>
          <p14:tracePt t="419468" x="5734050" y="660400"/>
          <p14:tracePt t="419516" x="5734050" y="666750"/>
          <p14:tracePt t="419523" x="5734050" y="673100"/>
          <p14:tracePt t="419559" x="5740400" y="673100"/>
          <p14:tracePt t="419636" x="5746750" y="673100"/>
          <p14:tracePt t="419657" x="5753100" y="673100"/>
          <p14:tracePt t="419665" x="5765800" y="673100"/>
          <p14:tracePt t="419678" x="5772150" y="673100"/>
          <p14:tracePt t="419685" x="5784850" y="673100"/>
          <p14:tracePt t="419698" x="5797550" y="679450"/>
          <p14:tracePt t="419714" x="5842000" y="679450"/>
          <p14:tracePt t="419731" x="5873750" y="679450"/>
          <p14:tracePt t="419748" x="5911850" y="679450"/>
          <p14:tracePt t="419763" x="6000750" y="679450"/>
          <p14:tracePt t="419780" x="6102350" y="679450"/>
          <p14:tracePt t="419798" x="6197600" y="692150"/>
          <p14:tracePt t="419814" x="6248400" y="692150"/>
          <p14:tracePt t="419831" x="6356350" y="704850"/>
          <p14:tracePt t="419847" x="6477000" y="723900"/>
          <p14:tracePt t="419864" x="6553200" y="723900"/>
          <p14:tracePt t="419880" x="6680200" y="742950"/>
          <p14:tracePt t="419897" x="6813550" y="755650"/>
          <p14:tracePt t="419914" x="6864350" y="762000"/>
          <p14:tracePt t="419931" x="6959600" y="768350"/>
          <p14:tracePt t="419946" x="7023100" y="768350"/>
          <p14:tracePt t="419963" x="7067550" y="768350"/>
          <p14:tracePt t="419981" x="7105650" y="768350"/>
          <p14:tracePt t="419996" x="7137400" y="768350"/>
          <p14:tracePt t="420013" x="7143750" y="768350"/>
          <p14:tracePt t="420030" x="7162800" y="768350"/>
          <p14:tracePt t="420046" x="7169150" y="768350"/>
          <p14:tracePt t="420063" x="7175500" y="768350"/>
          <p14:tracePt t="420079" x="7188200" y="768350"/>
          <p14:tracePt t="420113" x="7194550" y="768350"/>
          <p14:tracePt t="420130" x="7200900" y="781050"/>
          <p14:tracePt t="420146" x="7213600" y="787400"/>
          <p14:tracePt t="420163" x="7232650" y="793750"/>
          <p14:tracePt t="421266" x="7245350" y="793750"/>
          <p14:tracePt t="421280" x="7258050" y="793750"/>
          <p14:tracePt t="421287" x="7264400" y="793750"/>
          <p14:tracePt t="421301" x="7277100" y="793750"/>
          <p14:tracePt t="421421" x="7270750" y="793750"/>
          <p14:tracePt t="421427" x="7264400" y="800100"/>
          <p14:tracePt t="421444" x="7258050" y="800100"/>
          <p14:tracePt t="421458" x="7239000" y="800100"/>
          <p14:tracePt t="421491" x="7213600" y="800100"/>
          <p14:tracePt t="421508" x="7207250" y="800100"/>
          <p14:tracePt t="421525" x="7188200" y="800100"/>
          <p14:tracePt t="421541" x="7156450" y="806450"/>
          <p14:tracePt t="421557" x="7137400" y="806450"/>
          <p14:tracePt t="421575" x="7092950" y="812800"/>
          <p14:tracePt t="421591" x="7035800" y="825500"/>
          <p14:tracePt t="421607" x="7016750" y="825500"/>
          <p14:tracePt t="421624" x="6959600" y="825500"/>
          <p14:tracePt t="421641" x="6915150" y="825500"/>
          <p14:tracePt t="421657" x="6896100" y="825500"/>
          <p14:tracePt t="421674" x="6858000" y="819150"/>
          <p14:tracePt t="421690" x="6819900" y="806450"/>
          <p14:tracePt t="421707" x="6807200" y="806450"/>
          <p14:tracePt t="421724" x="6775450" y="800100"/>
          <p14:tracePt t="421740" x="6762750" y="793750"/>
          <p14:tracePt t="421757" x="6743700" y="787400"/>
          <p14:tracePt t="421774" x="6731000" y="787400"/>
          <p14:tracePt t="421790" x="6711950" y="787400"/>
          <p14:tracePt t="421808" x="6692900" y="787400"/>
          <p14:tracePt t="421823" x="6680200" y="787400"/>
          <p14:tracePt t="421840" x="6661150" y="787400"/>
          <p14:tracePt t="421844" x="6648450" y="793750"/>
          <p14:tracePt t="421856" x="6623050" y="793750"/>
          <p14:tracePt t="421873" x="6572250" y="806450"/>
          <p14:tracePt t="421890" x="6527800" y="825500"/>
          <p14:tracePt t="421907" x="6419850" y="850900"/>
          <p14:tracePt t="421923" x="6273800" y="869950"/>
          <p14:tracePt t="421940" x="6210300" y="889000"/>
          <p14:tracePt t="421956" x="6064250" y="939800"/>
          <p14:tracePt t="421973" x="5905500" y="971550"/>
          <p14:tracePt t="421990" x="5759450" y="996950"/>
          <p14:tracePt t="422006" x="5695950" y="1016000"/>
          <p14:tracePt t="422022" x="5537200" y="1047750"/>
          <p14:tracePt t="422040" x="5403850" y="1073150"/>
          <p14:tracePt t="422056" x="5353050" y="1085850"/>
          <p14:tracePt t="422072" x="5283200" y="1092200"/>
          <p14:tracePt t="422089" x="5092700" y="1123950"/>
          <p14:tracePt t="422106" x="5035550" y="1130300"/>
          <p14:tracePt t="422122" x="4984750" y="1130300"/>
          <p14:tracePt t="422139" x="4895850" y="1130300"/>
          <p14:tracePt t="422155" x="4813300" y="1130300"/>
          <p14:tracePt t="422173" x="4737100" y="1130300"/>
          <p14:tracePt t="422188" x="4705350" y="1130300"/>
          <p14:tracePt t="422205" x="4648200" y="1130300"/>
          <p14:tracePt t="422222" x="4603750" y="1117600"/>
          <p14:tracePt t="422238" x="4584700" y="1111250"/>
          <p14:tracePt t="422255" x="4572000" y="1092200"/>
          <p14:tracePt t="422272" x="4572000" y="1066800"/>
          <p14:tracePt t="422288" x="4572000" y="1060450"/>
          <p14:tracePt t="422305" x="4584700" y="1054100"/>
          <p14:tracePt t="422321" x="4610100" y="1047750"/>
          <p14:tracePt t="422338" x="4616450" y="1041400"/>
          <p14:tracePt t="422355" x="4622800" y="1041400"/>
          <p14:tracePt t="422358" x="4629150" y="1035050"/>
          <p14:tracePt t="422371" x="4648200" y="1035050"/>
          <p14:tracePt t="422388" x="4654550" y="1035050"/>
          <p14:tracePt t="422405" x="4673600" y="1028700"/>
          <p14:tracePt t="422438" x="4705350" y="1022350"/>
          <p14:tracePt t="422455" x="4768850" y="1009650"/>
          <p14:tracePt t="422471" x="4819650" y="990600"/>
          <p14:tracePt t="422488" x="4940300" y="971550"/>
          <p14:tracePt t="422504" x="5099050" y="939800"/>
          <p14:tracePt t="422521" x="5175250" y="933450"/>
          <p14:tracePt t="422537" x="5321300" y="901700"/>
          <p14:tracePt t="422554" x="5461000" y="882650"/>
          <p14:tracePt t="422571" x="5543550" y="876300"/>
          <p14:tracePt t="422588" x="5683250" y="863600"/>
          <p14:tracePt t="422604" x="5778500" y="844550"/>
          <p14:tracePt t="422620" x="5803900" y="838200"/>
          <p14:tracePt t="422638" x="5842000" y="838200"/>
          <p14:tracePt t="422654" x="5848350" y="831850"/>
          <p14:tracePt t="422693" x="5848350" y="825500"/>
          <p14:tracePt t="422715" x="5842000" y="825500"/>
          <p14:tracePt t="422723" x="5835650" y="825500"/>
          <p14:tracePt t="422737" x="5822950" y="825500"/>
          <p14:tracePt t="422753" x="5816600" y="825500"/>
          <p14:tracePt t="422771" x="5791200" y="825500"/>
          <p14:tracePt t="422787" x="5784850" y="825500"/>
          <p14:tracePt t="422804" x="5772150" y="825500"/>
          <p14:tracePt t="422820" x="5765800" y="825500"/>
          <p14:tracePt t="422836" x="5753100" y="825500"/>
          <p14:tracePt t="422975" x="5746750" y="825500"/>
          <p14:tracePt t="422996" x="5740400" y="825500"/>
          <p14:tracePt t="423004" x="5734050" y="825500"/>
          <p14:tracePt t="423024" x="5721350" y="819150"/>
          <p14:tracePt t="423045" x="5715000" y="819150"/>
          <p14:tracePt t="423059" x="5708650" y="812800"/>
          <p14:tracePt t="423086" x="5702300" y="812800"/>
          <p14:tracePt t="423093" x="5695950" y="806450"/>
          <p14:tracePt t="423115" x="5689600" y="800100"/>
          <p14:tracePt t="423129" x="5683250" y="800100"/>
          <p14:tracePt t="423139" x="5676900" y="800100"/>
          <p14:tracePt t="423152" x="5670550" y="800100"/>
          <p14:tracePt t="423169" x="5670550" y="793750"/>
          <p14:tracePt t="423185" x="5664200" y="793750"/>
          <p14:tracePt t="423202" x="5657850" y="793750"/>
          <p14:tracePt t="423219" x="5645150" y="787400"/>
          <p14:tracePt t="423236" x="5632450" y="787400"/>
          <p14:tracePt t="423252" x="5626100" y="781050"/>
          <p14:tracePt t="423268" x="5619750" y="781050"/>
          <p14:tracePt t="423285" x="5568950" y="774700"/>
          <p14:tracePt t="423301" x="5543550" y="774700"/>
          <p14:tracePt t="423320" x="5505450" y="768350"/>
          <p14:tracePt t="423335" x="5467350" y="768350"/>
          <p14:tracePt t="423351" x="5410200" y="768350"/>
          <p14:tracePt t="423369" x="5334000" y="768350"/>
          <p14:tracePt t="423385" x="5302250" y="768350"/>
          <p14:tracePt t="423401" x="5226050" y="774700"/>
          <p14:tracePt t="423418" x="5156200" y="774700"/>
          <p14:tracePt t="423435" x="5130800" y="781050"/>
          <p14:tracePt t="423451" x="5080000" y="781050"/>
          <p14:tracePt t="423468" x="5022850" y="787400"/>
          <p14:tracePt t="423484" x="4991100" y="793750"/>
          <p14:tracePt t="423501" x="4933950" y="806450"/>
          <p14:tracePt t="423517" x="4864100" y="825500"/>
          <p14:tracePt t="423534" x="4819650" y="831850"/>
          <p14:tracePt t="423552" x="4749800" y="857250"/>
          <p14:tracePt t="423567" x="4686300" y="882650"/>
          <p14:tracePt t="423583" x="4654550" y="895350"/>
          <p14:tracePt t="423601" x="4578350" y="946150"/>
          <p14:tracePt t="423617" x="4533900" y="984250"/>
          <p14:tracePt t="423634" x="4419600" y="1073150"/>
          <p14:tracePt t="423651" x="4292600" y="1168400"/>
          <p14:tracePt t="423667" x="4216400" y="1231900"/>
          <p14:tracePt t="423684" x="4076700" y="1339850"/>
          <p14:tracePt t="423700" x="3911600" y="1479550"/>
          <p14:tracePt t="423717" x="3816350" y="1549400"/>
          <p14:tracePt t="423734" x="3600450" y="1701800"/>
          <p14:tracePt t="423750" x="3473450" y="1784350"/>
          <p14:tracePt t="423767" x="3225800" y="1917700"/>
          <p14:tracePt t="423783" x="3098800" y="1987550"/>
          <p14:tracePt t="423800" x="2781300" y="2095500"/>
          <p14:tracePt t="423816" x="2647950" y="2133600"/>
          <p14:tracePt t="423833" x="2546350" y="2159000"/>
          <p14:tracePt t="423850" x="2349500" y="2203450"/>
          <p14:tracePt t="423867" x="2273300" y="2222500"/>
          <p14:tracePt t="423883" x="2101850" y="2260600"/>
          <p14:tracePt t="423899" x="2038350" y="2273300"/>
          <p14:tracePt t="423917" x="1917700" y="2298700"/>
          <p14:tracePt t="423933" x="1860550" y="2317750"/>
          <p14:tracePt t="423950" x="1835150" y="2317750"/>
          <p14:tracePt t="423966" x="1809750" y="2324100"/>
          <p14:tracePt t="423983" x="1790700" y="2330450"/>
          <p14:tracePt t="423999" x="1778000" y="2330450"/>
          <p14:tracePt t="424016" x="1746250" y="2330450"/>
          <p14:tracePt t="424032" x="1739900" y="2330450"/>
          <p14:tracePt t="424049" x="1720850" y="2330450"/>
          <p14:tracePt t="424066" x="1714500" y="2330450"/>
          <p14:tracePt t="424083" x="1708150" y="2330450"/>
          <p14:tracePt t="424099" x="1695450" y="2330450"/>
          <p14:tracePt t="424115" x="1670050" y="2324100"/>
          <p14:tracePt t="424132" x="1651000" y="2311400"/>
          <p14:tracePt t="424149" x="1600200" y="2286000"/>
          <p14:tracePt t="424166" x="1568450" y="2266950"/>
          <p14:tracePt t="424182" x="1549400" y="2260600"/>
          <p14:tracePt t="424199" x="1504950" y="2235200"/>
          <p14:tracePt t="424215" x="1485900" y="2222500"/>
          <p14:tracePt t="424232" x="1466850" y="2209800"/>
          <p14:tracePt t="424248" x="1435100" y="2190750"/>
          <p14:tracePt t="424265" x="1416050" y="2184400"/>
          <p14:tracePt t="424283" x="1371600" y="2165350"/>
          <p14:tracePt t="424298" x="1358900" y="2152650"/>
          <p14:tracePt t="424315" x="1346200" y="2146300"/>
          <p14:tracePt t="424331" x="1327150" y="2127250"/>
          <p14:tracePt t="424348" x="1320800" y="2120900"/>
          <p14:tracePt t="424364" x="1320800" y="2114550"/>
          <p14:tracePt t="424381" x="1320800" y="2101850"/>
          <p14:tracePt t="424398" x="1320800" y="2095500"/>
          <p14:tracePt t="424414" x="1327150" y="2089150"/>
          <p14:tracePt t="424437" x="1333500" y="2089150"/>
          <p14:tracePt t="424451" x="1339850" y="2089150"/>
          <p14:tracePt t="424467" x="1346200" y="2089150"/>
          <p14:tracePt t="424481" x="1352550" y="2089150"/>
          <p14:tracePt t="424497" x="1358900" y="2089150"/>
          <p14:tracePt t="424514" x="1365250" y="2089150"/>
          <p14:tracePt t="424531" x="1365250" y="2095500"/>
          <p14:tracePt t="424547" x="1371600" y="2095500"/>
          <p14:tracePt t="424564" x="1384300" y="2101850"/>
          <p14:tracePt t="424580" x="1397000" y="2101850"/>
          <p14:tracePt t="424597" x="1409700" y="2101850"/>
          <p14:tracePt t="424614" x="1466850" y="2108200"/>
          <p14:tracePt t="424630" x="1504950" y="2108200"/>
          <p14:tracePt t="424648" x="1555750" y="2120900"/>
          <p14:tracePt t="424663" x="1727200" y="2127250"/>
          <p14:tracePt t="424680" x="1778000" y="2127250"/>
          <p14:tracePt t="424697" x="1854200" y="2127250"/>
          <p14:tracePt t="424713" x="1911350" y="2127250"/>
          <p14:tracePt t="424730" x="1936750" y="2127250"/>
          <p14:tracePt t="424747" x="1955800" y="2127250"/>
          <p14:tracePt t="424763" x="1974850" y="2127250"/>
          <p14:tracePt t="424796" x="1981200" y="2120900"/>
          <p14:tracePt t="424817" x="1987550" y="2120900"/>
          <p14:tracePt t="424852" x="1993900" y="2114550"/>
          <p14:tracePt t="424902" x="2000250" y="2114550"/>
          <p14:tracePt t="424936" x="2006600" y="2114550"/>
          <p14:tracePt t="424958" x="2012950" y="2114550"/>
          <p14:tracePt t="424964" x="2019300" y="2114550"/>
          <p14:tracePt t="424993" x="2025650" y="2114550"/>
          <p14:tracePt t="425014" x="2032000" y="2114550"/>
          <p14:tracePt t="425035" x="2038350" y="2114550"/>
          <p14:tracePt t="425077" x="2038350" y="2108200"/>
          <p14:tracePt t="425105" x="2044700" y="2108200"/>
          <p14:tracePt t="425133" x="2051050" y="2101850"/>
          <p14:tracePt t="425155" x="2057400" y="2101850"/>
          <p14:tracePt t="425169" x="2063750" y="2101850"/>
          <p14:tracePt t="425197" x="2070100" y="2101850"/>
          <p14:tracePt t="425225" x="2076450" y="2095500"/>
          <p14:tracePt t="425246" x="2082800" y="2095500"/>
          <p14:tracePt t="425267" x="2089150" y="2095500"/>
          <p14:tracePt t="425288" x="2095500" y="2095500"/>
          <p14:tracePt t="425296" x="2101850" y="2095500"/>
          <p14:tracePt t="425309" x="2108200" y="2095500"/>
          <p14:tracePt t="425337" x="2114550" y="2089150"/>
          <p14:tracePt t="425346" x="2120900" y="2089150"/>
          <p14:tracePt t="425359" x="2127250" y="2089150"/>
          <p14:tracePt t="425365" x="2133600" y="2089150"/>
          <p14:tracePt t="425381" x="2139950" y="2089150"/>
          <p14:tracePt t="425394" x="2159000" y="2089150"/>
          <p14:tracePt t="425411" x="2171700" y="2089150"/>
          <p14:tracePt t="425415" x="2197100" y="2089150"/>
          <p14:tracePt t="425431" x="2209800" y="2089150"/>
          <p14:tracePt t="425444" x="2228850" y="2089150"/>
          <p14:tracePt t="425461" x="2279650" y="2089150"/>
          <p14:tracePt t="425478" x="2317750" y="2089150"/>
          <p14:tracePt t="425494" x="2336800" y="2089150"/>
          <p14:tracePt t="425511" x="2355850" y="2089150"/>
          <p14:tracePt t="425528" x="2374900" y="2089150"/>
          <p14:tracePt t="425544" x="2381250" y="2089150"/>
          <p14:tracePt t="425560" x="2387600" y="2089150"/>
          <p14:tracePt t="425577" x="2393950" y="2082800"/>
          <p14:tracePt t="425593" x="2400300" y="2082800"/>
          <p14:tracePt t="425611" x="2406650" y="2082800"/>
          <p14:tracePt t="425627" x="2413000" y="2082800"/>
          <p14:tracePt t="425643" x="2419350" y="2082800"/>
          <p14:tracePt t="425676" x="2425700" y="2082800"/>
          <p14:tracePt t="425697" x="2432050" y="2082800"/>
          <p14:tracePt t="425717" x="2438400" y="2082800"/>
          <p14:tracePt t="425738" x="2444750" y="2082800"/>
          <p14:tracePt t="425766" x="2451100" y="2082800"/>
          <p14:tracePt t="425781" x="2457450" y="2082800"/>
          <p14:tracePt t="425809" x="2463800" y="2082800"/>
          <p14:tracePt t="425837" x="2470150" y="2082800"/>
          <p14:tracePt t="425851" x="2476500" y="2082800"/>
          <p14:tracePt t="425872" x="2482850" y="2082800"/>
          <p14:tracePt t="425879" x="2489200" y="2082800"/>
          <p14:tracePt t="425907" x="2495550" y="2076450"/>
          <p14:tracePt t="425927" x="2501900" y="2076450"/>
          <p14:tracePt t="425949" x="2508250" y="2076450"/>
          <p14:tracePt t="425956" x="2514600" y="2076450"/>
          <p14:tracePt t="425971" x="2520950" y="2076450"/>
          <p14:tracePt t="425979" x="2527300" y="2076450"/>
          <p14:tracePt t="425993" x="2533650" y="2076450"/>
          <p14:tracePt t="426009" x="2546350" y="2076450"/>
          <p14:tracePt t="426026" x="2641600" y="2044700"/>
          <p14:tracePt t="426042" x="2705100" y="2032000"/>
          <p14:tracePt t="426059" x="2787650" y="2000250"/>
          <p14:tracePt t="426076" x="2997200" y="1917700"/>
          <p14:tracePt t="426091" x="3340100" y="1778000"/>
          <p14:tracePt t="426109" x="3562350" y="1676400"/>
          <p14:tracePt t="426125" x="4051300" y="1460500"/>
          <p14:tracePt t="426142" x="4565650" y="1225550"/>
          <p14:tracePt t="426159" x="4813300" y="1123950"/>
          <p14:tracePt t="426175" x="5232400" y="920750"/>
          <p14:tracePt t="426192" x="5511800" y="800100"/>
          <p14:tracePt t="426209" x="5619750" y="762000"/>
          <p14:tracePt t="426225" x="5778500" y="711200"/>
          <p14:tracePt t="426241" x="5873750" y="673100"/>
          <p14:tracePt t="426259" x="5892800" y="666750"/>
          <p14:tracePt t="426274" x="5899150" y="660400"/>
          <p14:tracePt t="426291" x="5905500" y="660400"/>
          <p14:tracePt t="426308" x="5905500" y="654050"/>
          <p14:tracePt t="426341" x="5899150" y="654050"/>
          <p14:tracePt t="426371" x="5892800" y="654050"/>
          <p14:tracePt t="426378" x="5886450" y="654050"/>
          <p14:tracePt t="426399" x="5880100" y="654050"/>
          <p14:tracePt t="426420" x="5873750" y="654050"/>
          <p14:tracePt t="426442" x="5873750" y="660400"/>
          <p14:tracePt t="426448" x="5867400" y="660400"/>
          <p14:tracePt t="426462" x="5861050" y="660400"/>
          <p14:tracePt t="426474" x="5854700" y="660400"/>
          <p14:tracePt t="426491" x="5842000" y="660400"/>
          <p14:tracePt t="426507" x="5829300" y="666750"/>
          <p14:tracePt t="426524" x="5822950" y="666750"/>
          <p14:tracePt t="426541" x="5803900" y="666750"/>
          <p14:tracePt t="426557" x="5797550" y="666750"/>
          <p14:tracePt t="426574" x="5784850" y="666750"/>
          <p14:tracePt t="426631" x="5791200" y="666750"/>
          <p14:tracePt t="426645" x="5797550" y="666750"/>
          <p14:tracePt t="426652" x="5803900" y="666750"/>
          <p14:tracePt t="426660" x="5816600" y="666750"/>
          <p14:tracePt t="426676" x="5835650" y="673100"/>
          <p14:tracePt t="426690" x="5861050" y="673100"/>
          <p14:tracePt t="426706" x="5956300" y="685800"/>
          <p14:tracePt t="426723" x="6070600" y="692150"/>
          <p14:tracePt t="426740" x="6140450" y="704850"/>
          <p14:tracePt t="426757" x="6280150" y="723900"/>
          <p14:tracePt t="426773" x="6400800" y="730250"/>
          <p14:tracePt t="426790" x="6451600" y="736600"/>
          <p14:tracePt t="426807" x="6502400" y="736600"/>
          <p14:tracePt t="426823" x="6534150" y="736600"/>
          <p14:tracePt t="426840" x="6540500" y="736600"/>
          <p14:tracePt t="426856" x="6546850" y="742950"/>
          <p14:tracePt t="426976" x="6546850" y="749300"/>
          <p14:tracePt t="427004" x="6534150" y="749300"/>
          <p14:tracePt t="427011" x="6527800" y="749300"/>
          <p14:tracePt t="427025" x="6515100" y="749300"/>
          <p14:tracePt t="427039" x="6496050" y="749300"/>
          <p14:tracePt t="427055" x="6419850" y="742950"/>
          <p14:tracePt t="427072" x="6343650" y="742950"/>
          <p14:tracePt t="427089" x="6121400" y="755650"/>
          <p14:tracePt t="427105" x="5746750" y="793750"/>
          <p14:tracePt t="427122" x="5518150" y="850900"/>
          <p14:tracePt t="427138" x="4946650" y="1009650"/>
          <p14:tracePt t="427155" x="4368800" y="1219200"/>
          <p14:tracePt t="427172" x="3860800" y="1422400"/>
          <p14:tracePt t="427190" x="3663950" y="1517650"/>
          <p14:tracePt t="427205" x="3498850" y="1581150"/>
          <p14:tracePt t="427222" x="3200400" y="1739900"/>
          <p14:tracePt t="427238" x="3143250" y="1771650"/>
          <p14:tracePt t="427255" x="3098800" y="1797050"/>
          <p14:tracePt t="427271" x="3054350" y="1822450"/>
          <p14:tracePt t="427288" x="3035300" y="1835150"/>
          <p14:tracePt t="427305" x="3028950" y="1835150"/>
          <p14:tracePt t="427321" x="3028950" y="1841500"/>
          <p14:tracePt t="427337" x="3022600" y="1841500"/>
          <p14:tracePt t="427383" x="3016250" y="1841500"/>
          <p14:tracePt t="427398" x="3009900" y="1835150"/>
          <p14:tracePt t="427418" x="3003550" y="1828800"/>
          <p14:tracePt t="427426" x="2997200" y="1822450"/>
          <p14:tracePt t="427437" x="2990850" y="1822450"/>
          <p14:tracePt t="427454" x="2984500" y="1816100"/>
          <p14:tracePt t="427470" x="2971800" y="1816100"/>
          <p14:tracePt t="427487" x="2965450" y="1816100"/>
          <p14:tracePt t="427504" x="2946400" y="1816100"/>
          <p14:tracePt t="427537" x="2940050" y="1822450"/>
          <p14:tracePt t="427553" x="2933700" y="1828800"/>
          <p14:tracePt t="427570" x="2914650" y="1847850"/>
          <p14:tracePt t="427587" x="2901950" y="1873250"/>
          <p14:tracePt t="427603" x="2863850" y="1911350"/>
          <p14:tracePt t="427620" x="2844800" y="1943100"/>
          <p14:tracePt t="427637" x="2806700" y="2019300"/>
          <p14:tracePt t="427653" x="2794000" y="2082800"/>
          <p14:tracePt t="427670" x="2794000" y="2139950"/>
          <p14:tracePt t="427687" x="2819400" y="2190750"/>
          <p14:tracePt t="427703" x="2844800" y="2222500"/>
          <p14:tracePt t="427721" x="2927350" y="2292350"/>
          <p14:tracePt t="427736" x="3016250" y="2368550"/>
          <p14:tracePt t="427753" x="3060700" y="2393950"/>
          <p14:tracePt t="427770" x="3136900" y="2425700"/>
          <p14:tracePt t="427786" x="3181350" y="2432050"/>
          <p14:tracePt t="427803" x="3200400" y="2432050"/>
          <p14:tracePt t="427820" x="3225800" y="2432050"/>
          <p14:tracePt t="427836" x="3232150" y="2425700"/>
          <p14:tracePt t="427852" x="3244850" y="2406650"/>
          <p14:tracePt t="427869" x="3257550" y="2400300"/>
          <p14:tracePt t="427886" x="3263900" y="2387600"/>
          <p14:tracePt t="427903" x="3263900" y="2362200"/>
          <p14:tracePt t="427919" x="3270250" y="2336800"/>
          <p14:tracePt t="427935" x="3270250" y="2324100"/>
          <p14:tracePt t="427939" x="3270250" y="2311400"/>
          <p14:tracePt t="427952" x="3263900" y="2292350"/>
          <p14:tracePt t="427969" x="3257550" y="2266950"/>
          <p14:tracePt t="427986" x="3244850" y="2235200"/>
          <p14:tracePt t="428002" x="3225800" y="2203450"/>
          <p14:tracePt t="428018" x="3206750" y="2190750"/>
          <p14:tracePt t="428035" x="3200400" y="2171700"/>
          <p14:tracePt t="428052" x="3194050" y="2171700"/>
          <p14:tracePt t="428068" x="3187700" y="2171700"/>
          <p14:tracePt t="428086" x="3181350" y="2171700"/>
          <p14:tracePt t="428102" x="3181350" y="2184400"/>
          <p14:tracePt t="428118" x="3181350" y="2190750"/>
          <p14:tracePt t="428135" x="3181350" y="2197100"/>
          <p14:tracePt t="428151" x="3181350" y="2203450"/>
          <p14:tracePt t="428172" x="3187700" y="2203450"/>
          <p14:tracePt t="428241" x="3187700" y="2197100"/>
          <p14:tracePt t="428269" x="3187700" y="2184400"/>
          <p14:tracePt t="428297" x="3187700" y="2171700"/>
          <p14:tracePt t="428319" x="3181350" y="2171700"/>
          <p14:tracePt t="428354" x="3181350" y="2165350"/>
          <p14:tracePt t="428382" x="3187700" y="2165350"/>
          <p14:tracePt t="428403" x="3194050" y="2165350"/>
          <p14:tracePt t="428419" x="3200400" y="2165350"/>
          <p14:tracePt t="428431" x="3213100" y="2165350"/>
          <p14:tracePt t="428438" x="3225800" y="2165350"/>
          <p14:tracePt t="428454" x="3251200" y="2165350"/>
          <p14:tracePt t="428467" x="3289300" y="2165350"/>
          <p14:tracePt t="428484" x="3409950" y="2165350"/>
          <p14:tracePt t="428501" x="3536950" y="2184400"/>
          <p14:tracePt t="428517" x="3600450" y="2184400"/>
          <p14:tracePt t="428533" x="3657600" y="2197100"/>
          <p14:tracePt t="428551" x="3746500" y="2203450"/>
          <p14:tracePt t="428567" x="3778250" y="2203450"/>
          <p14:tracePt t="428583" x="3797300" y="2203450"/>
          <p14:tracePt t="428600" x="3822700" y="2203450"/>
          <p14:tracePt t="428616" x="3835400" y="2203450"/>
          <p14:tracePt t="428633" x="3841750" y="2203450"/>
          <p14:tracePt t="428650" x="3841750" y="2190750"/>
          <p14:tracePt t="428683" x="3841750" y="2184400"/>
          <p14:tracePt t="428700" x="3841750" y="2178050"/>
          <p14:tracePt t="428762" x="3841750" y="2171700"/>
          <p14:tracePt t="428881" x="3841750" y="2178050"/>
          <p14:tracePt t="428917" x="3841750" y="2184400"/>
          <p14:tracePt t="428938" x="3841750" y="2190750"/>
          <p14:tracePt t="428966" x="3841750" y="2197100"/>
          <p14:tracePt t="428973" x="3841750" y="2203450"/>
          <p14:tracePt t="428994" x="3835400" y="2209800"/>
          <p14:tracePt t="429002" x="3835400" y="2216150"/>
          <p14:tracePt t="429016" x="3829050" y="2216150"/>
          <p14:tracePt t="429036" x="3816350" y="2222500"/>
          <p14:tracePt t="429048" x="3803650" y="2228850"/>
          <p14:tracePt t="429065" x="3746500" y="2254250"/>
          <p14:tracePt t="429081" x="3708400" y="2260600"/>
          <p14:tracePt t="429099" x="3619500" y="2273300"/>
          <p14:tracePt t="429115" x="3524250" y="2273300"/>
          <p14:tracePt t="429132" x="3498850" y="2266950"/>
          <p14:tracePt t="429149" x="3441700" y="2260600"/>
          <p14:tracePt t="429165" x="3416300" y="2254250"/>
          <p14:tracePt t="429181" x="3403600" y="2247900"/>
          <p14:tracePt t="429198" x="3378200" y="2241550"/>
          <p14:tracePt t="429215" x="3371850" y="2241550"/>
          <p14:tracePt t="429303" x="3378200" y="2241550"/>
          <p14:tracePt t="429317" x="3384550" y="2241550"/>
          <p14:tracePt t="429339" x="3390900" y="2241550"/>
          <p14:tracePt t="429353" x="3397250" y="2241550"/>
          <p14:tracePt t="429381" x="3403600" y="2241550"/>
          <p14:tracePt t="429423" x="3409950" y="2247900"/>
          <p14:tracePt t="429465" x="3416300" y="2247900"/>
          <p14:tracePt t="429493" x="3429000" y="2247900"/>
          <p14:tracePt t="429515" x="3441700" y="2247900"/>
          <p14:tracePt t="429528" x="3454400" y="2241550"/>
          <p14:tracePt t="429536" x="3473450" y="2241550"/>
          <p14:tracePt t="429547" x="3505200" y="2235200"/>
          <p14:tracePt t="429564" x="3600450" y="2197100"/>
          <p14:tracePt t="429580" x="3670300" y="2178050"/>
          <p14:tracePt t="429596" x="3752850" y="2139950"/>
          <p14:tracePt t="429613" x="4083050" y="1974850"/>
          <p14:tracePt t="429630" x="4235450" y="1885950"/>
          <p14:tracePt t="429646" x="4368800" y="1790700"/>
          <p14:tracePt t="429663" x="4699000" y="1593850"/>
          <p14:tracePt t="429679" x="4953000" y="1428750"/>
          <p14:tracePt t="429697" x="5194300" y="1270000"/>
          <p14:tracePt t="429713" x="5302250" y="1200150"/>
          <p14:tracePt t="429730" x="5499100" y="1047750"/>
          <p14:tracePt t="429746" x="5702300" y="920750"/>
          <p14:tracePt t="429762" x="5797550" y="869950"/>
          <p14:tracePt t="429781" x="5994400" y="774700"/>
          <p14:tracePt t="429796" x="6159500" y="692150"/>
          <p14:tracePt t="429812" x="6223000" y="666750"/>
          <p14:tracePt t="429829" x="6375400" y="603250"/>
          <p14:tracePt t="429846" x="6502400" y="577850"/>
          <p14:tracePt t="429863" x="6559550" y="571500"/>
          <p14:tracePt t="429879" x="6680200" y="539750"/>
          <p14:tracePt t="429895" x="6756400" y="539750"/>
          <p14:tracePt t="429912" x="6788150" y="539750"/>
          <p14:tracePt t="429930" x="6845300" y="558800"/>
          <p14:tracePt t="429946" x="6864350" y="565150"/>
          <p14:tracePt t="429962" x="6908800" y="577850"/>
          <p14:tracePt t="429966" x="6915150" y="584200"/>
          <p14:tracePt t="429981" x="6927850" y="590550"/>
          <p14:tracePt t="429995" x="6934200" y="596900"/>
          <p14:tracePt t="430012" x="6940550" y="609600"/>
          <p14:tracePt t="430028" x="6953250" y="622300"/>
          <p14:tracePt t="430045" x="6959600" y="628650"/>
          <p14:tracePt t="430063" x="6965950" y="641350"/>
          <p14:tracePt t="430078" x="6972300" y="647700"/>
          <p14:tracePt t="430095" x="6978650" y="654050"/>
          <p14:tracePt t="430112" x="6985000" y="660400"/>
          <p14:tracePt t="430128" x="7004050" y="673100"/>
          <p14:tracePt t="430144" x="7016750" y="685800"/>
          <p14:tracePt t="430162" x="7048500" y="698500"/>
          <p14:tracePt t="430178" x="7092950" y="717550"/>
          <p14:tracePt t="430196" x="7162800" y="742950"/>
          <p14:tracePt t="430211" x="7194550" y="749300"/>
          <p14:tracePt t="430227" x="7219950" y="755650"/>
          <p14:tracePt t="430245" x="7270750" y="762000"/>
          <p14:tracePt t="430261" x="7302500" y="762000"/>
          <p14:tracePt t="430278" x="7315200" y="762000"/>
          <p14:tracePt t="430295" x="7340600" y="755650"/>
          <p14:tracePt t="430311" x="7353300" y="749300"/>
          <p14:tracePt t="430327" x="7359650" y="749300"/>
          <p14:tracePt t="430344" x="7366000" y="749300"/>
          <p14:tracePt t="430361" x="7366000" y="742950"/>
          <p14:tracePt t="430377" x="7372350" y="742950"/>
          <p14:tracePt t="430394" x="7385050" y="736600"/>
          <p14:tracePt t="430410" x="7391400" y="730250"/>
          <p14:tracePt t="430443" x="7404100" y="723900"/>
          <p14:tracePt t="430460" x="7410450" y="723900"/>
          <p14:tracePt t="430491" x="7416800" y="723900"/>
          <p14:tracePt t="430513" x="7423150" y="717550"/>
          <p14:tracePt t="430520" x="7429500" y="717550"/>
          <p14:tracePt t="430529" x="7435850" y="717550"/>
          <p14:tracePt t="430543" x="7442200" y="711200"/>
          <p14:tracePt t="430560" x="7448550" y="711200"/>
          <p14:tracePt t="430576" x="7454900" y="704850"/>
          <p14:tracePt t="430593" x="7473950" y="704850"/>
          <p14:tracePt t="430610" x="7486650" y="698500"/>
          <p14:tracePt t="430626" x="7512050" y="685800"/>
          <p14:tracePt t="430643" x="7543800" y="673100"/>
          <p14:tracePt t="430661" x="7581900" y="666750"/>
          <p14:tracePt t="430676" x="7600950" y="660400"/>
          <p14:tracePt t="430693" x="7639050" y="654050"/>
          <p14:tracePt t="430710" x="7708900" y="654050"/>
          <p14:tracePt t="430726" x="7734300" y="654050"/>
          <p14:tracePt t="430743" x="7804150" y="647700"/>
          <p14:tracePt t="430759" x="7893050" y="647700"/>
          <p14:tracePt t="430776" x="7931150" y="647700"/>
          <p14:tracePt t="430792" x="7981950" y="647700"/>
          <p14:tracePt t="430809" x="8083550" y="647700"/>
          <p14:tracePt t="430825" x="8108950" y="647700"/>
          <p14:tracePt t="430843" x="8134350" y="647700"/>
          <p14:tracePt t="430859" x="8147050" y="647700"/>
          <p14:tracePt t="430892" x="8108950" y="647700"/>
          <p14:tracePt t="430909" x="8077200" y="647700"/>
          <p14:tracePt t="430925" x="7880350" y="679450"/>
          <p14:tracePt t="430942" x="7423150" y="762000"/>
          <p14:tracePt t="430958" x="7073900" y="812800"/>
          <p14:tracePt t="430975" x="6235700" y="990600"/>
          <p14:tracePt t="430991" x="5194300" y="1200150"/>
          <p14:tracePt t="431008" x="4679950" y="1314450"/>
          <p14:tracePt t="431025" x="3670300" y="1498600"/>
          <p14:tracePt t="431041" x="2813050" y="1644650"/>
          <p14:tracePt t="431058" x="2432050" y="1714500"/>
          <p14:tracePt t="431075" x="1841500" y="1778000"/>
          <p14:tracePt t="431092" x="1485900" y="1816100"/>
          <p14:tracePt t="431108" x="1371600" y="1816100"/>
          <p14:tracePt t="431125" x="1193800" y="1809750"/>
          <p14:tracePt t="431141" x="1123950" y="1803400"/>
          <p14:tracePt t="431158" x="1054100" y="1778000"/>
          <p14:tracePt t="431174" x="1009650" y="1752600"/>
          <p14:tracePt t="431191" x="996950" y="1739900"/>
          <p14:tracePt t="431208" x="984250" y="1727200"/>
          <p14:tracePt t="431224" x="977900" y="1708150"/>
          <p14:tracePt t="431241" x="977900" y="1701800"/>
          <p14:tracePt t="431258" x="977900" y="1689100"/>
          <p14:tracePt t="431274" x="971550" y="1663700"/>
          <p14:tracePt t="431291" x="971550" y="1644650"/>
          <p14:tracePt t="431308" x="971550" y="1600200"/>
          <p14:tracePt t="431324" x="971550" y="1549400"/>
          <p14:tracePt t="431340" x="971550" y="1530350"/>
          <p14:tracePt t="431357" x="971550" y="1479550"/>
          <p14:tracePt t="431374" x="990600" y="1447800"/>
          <p14:tracePt t="431391" x="990600" y="1441450"/>
          <p14:tracePt t="431407" x="1003300" y="1422400"/>
          <p14:tracePt t="431423" x="1009650" y="1416050"/>
          <p14:tracePt t="431441" x="1041400" y="1390650"/>
          <p14:tracePt t="431457" x="1054100" y="1390650"/>
          <p14:tracePt t="431473" x="1066800" y="1384300"/>
          <p14:tracePt t="431477" x="1085850" y="1377950"/>
          <p14:tracePt t="431490" x="1117600" y="1371600"/>
          <p14:tracePt t="431506" x="1174750" y="1346200"/>
          <p14:tracePt t="431523" x="1206500" y="1333500"/>
          <p14:tracePt t="431540" x="1270000" y="1308100"/>
          <p14:tracePt t="431556" x="1308100" y="1289050"/>
          <p14:tracePt t="431573" x="1320800" y="1282700"/>
          <p14:tracePt t="431590" x="1352550" y="1263650"/>
          <p14:tracePt t="431606" x="1377950" y="1244600"/>
          <p14:tracePt t="431624" x="1384300" y="1238250"/>
          <p14:tracePt t="431639" x="1390650" y="1231900"/>
          <p14:tracePt t="431676" x="1397000" y="1231900"/>
          <p14:tracePt t="431715" x="1403350" y="1231900"/>
          <p14:tracePt t="431737" x="1409700" y="1231900"/>
          <p14:tracePt t="431757" x="1422400" y="1238250"/>
          <p14:tracePt t="431779" x="1428750" y="1238250"/>
          <p14:tracePt t="431786" x="1441450" y="1244600"/>
          <p14:tracePt t="431793" x="1460500" y="1250950"/>
          <p14:tracePt t="431809" x="1492250" y="1257300"/>
          <p14:tracePt t="431822" x="1530350" y="1257300"/>
          <p14:tracePt t="431838" x="1638300" y="1276350"/>
          <p14:tracePt t="431856" x="1758950" y="1282700"/>
          <p14:tracePt t="431872" x="1822450" y="1282700"/>
          <p14:tracePt t="431888" x="1924050" y="1282700"/>
          <p14:tracePt t="431906" x="2019300" y="1276350"/>
          <p14:tracePt t="431922" x="2051050" y="1270000"/>
          <p14:tracePt t="431938" x="2089150" y="1257300"/>
          <p14:tracePt t="431955" x="2120900" y="1250950"/>
          <p14:tracePt t="431972" x="2127250" y="1244600"/>
          <p14:tracePt t="431975" x="2139950" y="1244600"/>
          <p14:tracePt t="431991" x="2146300" y="1244600"/>
          <p14:tracePt t="432005" x="2146300" y="1238250"/>
          <p14:tracePt t="432040" x="2146300" y="1231900"/>
          <p14:tracePt t="432074" x="2146300" y="1225550"/>
          <p14:tracePt t="432129" x="2146300" y="1219200"/>
          <p14:tracePt t="432215" x="2152650" y="1212850"/>
          <p14:tracePt t="432271" x="2159000" y="1212850"/>
          <p14:tracePt t="432278" x="2171700" y="1212850"/>
          <p14:tracePt t="432287" x="2178050" y="1212850"/>
          <p14:tracePt t="432303" x="2197100" y="1212850"/>
          <p14:tracePt t="432320" x="2260600" y="1212850"/>
          <p14:tracePt t="432337" x="2336800" y="1212850"/>
          <p14:tracePt t="432354" x="2552700" y="1206500"/>
          <p14:tracePt t="432371" x="2870200" y="1181100"/>
          <p14:tracePt t="432387" x="3092450" y="1155700"/>
          <p14:tracePt t="432404" x="3575050" y="1111250"/>
          <p14:tracePt t="432420" x="3994150" y="1041400"/>
          <p14:tracePt t="432437" x="4171950" y="1003300"/>
          <p14:tracePt t="432454" x="4406900" y="952500"/>
          <p14:tracePt t="432470" x="4584700" y="920750"/>
          <p14:tracePt t="432486" x="4667250" y="895350"/>
          <p14:tracePt t="432503" x="4813300" y="850900"/>
          <p14:tracePt t="432520" x="4946650" y="812800"/>
          <p14:tracePt t="432536" x="4991100" y="800100"/>
          <p14:tracePt t="432553" x="5092700" y="781050"/>
          <p14:tracePt t="432570" x="5226050" y="749300"/>
          <p14:tracePt t="432587" x="5372100" y="723900"/>
          <p14:tracePt t="432603" x="5422900" y="711200"/>
          <p14:tracePt t="432620" x="5480050" y="704850"/>
          <p14:tracePt t="432637" x="5588000" y="685800"/>
          <p14:tracePt t="432652" x="5626100" y="685800"/>
          <p14:tracePt t="432669" x="5683250" y="679450"/>
          <p14:tracePt t="432686" x="5816600" y="641350"/>
          <p14:tracePt t="432702" x="5861050" y="641350"/>
          <p14:tracePt t="432719" x="5886450" y="635000"/>
          <p14:tracePt t="432736" x="5956300" y="628650"/>
          <p14:tracePt t="432753" x="6032500" y="628650"/>
          <p14:tracePt t="432770" x="6121400" y="628650"/>
          <p14:tracePt t="432785" x="6178550" y="628650"/>
          <p14:tracePt t="432802" x="6305550" y="628650"/>
          <p14:tracePt t="432819" x="6381750" y="641350"/>
          <p14:tracePt t="432835" x="6527800" y="660400"/>
          <p14:tracePt t="432852" x="6673850" y="685800"/>
          <p14:tracePt t="432869" x="6851650" y="730250"/>
          <p14:tracePt t="432885" x="6934200" y="749300"/>
          <p14:tracePt t="432902" x="7080250" y="787400"/>
          <p14:tracePt t="432918" x="7207250" y="819150"/>
          <p14:tracePt t="432935" x="7251700" y="831850"/>
          <p14:tracePt t="432952" x="7289800" y="857250"/>
          <p14:tracePt t="432968" x="7296150" y="869950"/>
          <p14:tracePt t="432984" x="7296150" y="876300"/>
          <p14:tracePt t="433002" x="7296150" y="889000"/>
          <p14:tracePt t="433018" x="7296150" y="895350"/>
          <p14:tracePt t="433375" x="7296150" y="889000"/>
          <p14:tracePt t="433382" x="7296150" y="882650"/>
          <p14:tracePt t="433396" x="7296150" y="863600"/>
          <p14:tracePt t="433403" x="7296150" y="850900"/>
          <p14:tracePt t="433417" x="7289800" y="838200"/>
          <p14:tracePt t="433433" x="7283450" y="812800"/>
          <p14:tracePt t="433450" x="7277100" y="800100"/>
          <p14:tracePt t="433466" x="7264400" y="762000"/>
          <p14:tracePt t="433483" x="7258050" y="711200"/>
          <p14:tracePt t="433500" x="7258050" y="692150"/>
          <p14:tracePt t="433516" x="7251700" y="641350"/>
          <p14:tracePt t="433533" x="7245350" y="622300"/>
          <p14:tracePt t="433550" x="7232650" y="590550"/>
          <p14:tracePt t="433566" x="7226300" y="577850"/>
          <p14:tracePt t="433583" x="7226300" y="571500"/>
          <p14:tracePt t="433600" x="7213600" y="558800"/>
          <p14:tracePt t="433616" x="7207250" y="552450"/>
          <p14:tracePt t="433649" x="7194550" y="546100"/>
          <p14:tracePt t="433666" x="7181850" y="539750"/>
          <p14:tracePt t="433699" x="7175500" y="539750"/>
          <p14:tracePt t="433734" x="7169150" y="539750"/>
          <p14:tracePt t="433762" x="7169150" y="546100"/>
          <p14:tracePt t="433804" x="7169150" y="552450"/>
          <p14:tracePt t="433825" x="7162800" y="552450"/>
          <p14:tracePt t="433853" x="7162800" y="558800"/>
          <p14:tracePt t="433874" x="7156450" y="558800"/>
          <p14:tracePt t="433888" x="7150100" y="558800"/>
          <p14:tracePt t="433902" x="7143750" y="558800"/>
          <p14:tracePt t="433923" x="7131050" y="565150"/>
          <p14:tracePt t="433972" x="7131050" y="571500"/>
          <p14:tracePt t="433986" x="7131050" y="577850"/>
          <p14:tracePt t="434008" x="7137400" y="584200"/>
          <p14:tracePt t="434016" x="7143750" y="584200"/>
          <p14:tracePt t="434021" x="7162800" y="590550"/>
          <p14:tracePt t="434036" x="7181850" y="590550"/>
          <p14:tracePt t="434048" x="7219950" y="596900"/>
          <p14:tracePt t="434064" x="7340600" y="603250"/>
          <p14:tracePt t="434081" x="7404100" y="615950"/>
          <p14:tracePt t="434098" x="7493000" y="615950"/>
          <p14:tracePt t="434114" x="7747000" y="615950"/>
          <p14:tracePt t="434131" x="7823200" y="609600"/>
          <p14:tracePt t="434148" x="7912100" y="609600"/>
          <p14:tracePt t="434164" x="7956550" y="609600"/>
          <p14:tracePt t="434181" x="7994650" y="609600"/>
          <p14:tracePt t="434198" x="8026400" y="609600"/>
          <p14:tracePt t="434213" x="8051800" y="615950"/>
          <p14:tracePt t="434231" x="8064500" y="615950"/>
          <p14:tracePt t="434247" x="8096250" y="615950"/>
          <p14:tracePt t="434264" x="8108950" y="615950"/>
          <p14:tracePt t="434281" x="8134350" y="622300"/>
          <p14:tracePt t="434297" x="8166100" y="622300"/>
          <p14:tracePt t="434313" x="8191500" y="622300"/>
          <p14:tracePt t="434331" x="8248650" y="622300"/>
          <p14:tracePt t="434346" x="8318500" y="609600"/>
          <p14:tracePt t="434363" x="8350250" y="603250"/>
          <p14:tracePt t="434381" x="8401050" y="584200"/>
          <p14:tracePt t="434396" x="8432800" y="571500"/>
          <p14:tracePt t="434413" x="8445500" y="565150"/>
          <p14:tracePt t="434430" x="8464550" y="565150"/>
          <p14:tracePt t="434446" x="8470900" y="558800"/>
          <p14:tracePt t="434480" x="8477250" y="558800"/>
          <p14:tracePt t="434746" x="8470900" y="552450"/>
          <p14:tracePt t="434767" x="8464550" y="552450"/>
          <p14:tracePt t="434788" x="8458200" y="546100"/>
          <p14:tracePt t="434802" x="8458200" y="539750"/>
          <p14:tracePt t="434809" x="8451850" y="533400"/>
          <p14:tracePt t="434830" x="8445500" y="527050"/>
          <p14:tracePt t="434851" x="8439150" y="520700"/>
          <p14:tracePt t="434880" x="8439150" y="514350"/>
          <p14:tracePt t="434886" x="8432800" y="508000"/>
          <p14:tracePt t="434901" x="8432800" y="501650"/>
          <p14:tracePt t="434911" x="8426450" y="495300"/>
          <p14:tracePt t="434929" x="8413750" y="469900"/>
          <p14:tracePt t="434945" x="8407400" y="457200"/>
          <p14:tracePt t="434961" x="8388350" y="438150"/>
          <p14:tracePt t="434978" x="8369300" y="412750"/>
          <p14:tracePt t="434994" x="8362950" y="400050"/>
          <p14:tracePt t="435011" x="8350250" y="400050"/>
          <p14:tracePt t="435048" x="8350250" y="406400"/>
          <p14:tracePt t="435063" x="8350250" y="412750"/>
          <p14:tracePt t="435069" x="8350250" y="419100"/>
          <p14:tracePt t="435084" x="8350250" y="431800"/>
          <p14:tracePt t="435094" x="8350250" y="438150"/>
          <p14:tracePt t="435114" x="8356600" y="450850"/>
          <p14:tracePt t="435127" x="8356600" y="463550"/>
          <p14:tracePt t="435144" x="8362950" y="495300"/>
          <p14:tracePt t="435161" x="8375650" y="546100"/>
          <p14:tracePt t="435177" x="8375650" y="577850"/>
          <p14:tracePt t="435194" x="8382000" y="628650"/>
          <p14:tracePt t="435211" x="8382000" y="673100"/>
          <p14:tracePt t="435227" x="8382000" y="698500"/>
          <p14:tracePt t="435244" x="8375650" y="736600"/>
          <p14:tracePt t="435261" x="8369300" y="762000"/>
          <p14:tracePt t="435277" x="8362950" y="768350"/>
          <p14:tracePt t="435294" x="8356600" y="781050"/>
          <p14:tracePt t="435372" x="8356600" y="787400"/>
          <p14:tracePt t="435442" x="8356600" y="781050"/>
          <p14:tracePt t="435449" x="8356600" y="774700"/>
          <p14:tracePt t="435470" x="8362950" y="768350"/>
          <p14:tracePt t="435491" x="8362950" y="762000"/>
          <p14:tracePt t="435512" x="8369300" y="755650"/>
          <p14:tracePt t="435541" x="8375650" y="755650"/>
          <p14:tracePt t="435562" x="8382000" y="749300"/>
          <p14:tracePt t="435583" x="8388350" y="742950"/>
          <p14:tracePt t="435604" x="8394700" y="736600"/>
          <p14:tracePt t="435611" x="8401050" y="736600"/>
          <p14:tracePt t="435625" x="8407400" y="730250"/>
          <p14:tracePt t="435632" x="8420100" y="730250"/>
          <p14:tracePt t="435646" x="8426450" y="723900"/>
          <p14:tracePt t="435660" x="8458200" y="711200"/>
          <p14:tracePt t="435675" x="8477250" y="704850"/>
          <p14:tracePt t="435692" x="8489950" y="704850"/>
          <p14:tracePt t="435709" x="8521700" y="698500"/>
          <p14:tracePt t="435725" x="8540750" y="692150"/>
          <p14:tracePt t="435742" x="8547100" y="692150"/>
          <p14:tracePt t="435759" x="8559800" y="692150"/>
          <p14:tracePt t="435775" x="8559800" y="698500"/>
          <p14:tracePt t="435792" x="8559800" y="704850"/>
          <p14:tracePt t="435808" x="8559800" y="711200"/>
          <p14:tracePt t="435825" x="8547100" y="723900"/>
          <p14:tracePt t="435841" x="8540750" y="730250"/>
          <p14:tracePt t="435858" x="8521700" y="742950"/>
          <p14:tracePt t="435875" x="8483600" y="749300"/>
          <p14:tracePt t="435893" x="8426450" y="749300"/>
          <p14:tracePt t="435908" x="8394700" y="749300"/>
          <p14:tracePt t="435925" x="8375650" y="749300"/>
          <p14:tracePt t="435943" x="8305800" y="717550"/>
          <p14:tracePt t="435958" x="8299450" y="717550"/>
          <p14:tracePt t="435974" x="8286750" y="704850"/>
          <p14:tracePt t="435991" x="8274050" y="698500"/>
          <p14:tracePt t="436008" x="8274050" y="685800"/>
          <p14:tracePt t="436033" x="8274050" y="679450"/>
          <p14:tracePt t="436082" x="8280400" y="679450"/>
          <p14:tracePt t="436174" x="8274050" y="679450"/>
          <p14:tracePt t="436195" x="8261350" y="679450"/>
          <p14:tracePt t="436208" x="8255000" y="679450"/>
          <p14:tracePt t="436215" x="8242300" y="679450"/>
          <p14:tracePt t="436224" x="8204200" y="679450"/>
          <p14:tracePt t="436240" x="8147050" y="679450"/>
          <p14:tracePt t="436258" x="7962900" y="679450"/>
          <p14:tracePt t="436274" x="7823200" y="692150"/>
          <p14:tracePt t="436290" x="7353300" y="730250"/>
          <p14:tracePt t="436307" x="6711950" y="812800"/>
          <p14:tracePt t="436323" x="6330950" y="882650"/>
          <p14:tracePt t="436340" x="5568950" y="1035050"/>
          <p14:tracePt t="436357" x="4927600" y="1219200"/>
          <p14:tracePt t="436373" x="4635500" y="1314450"/>
          <p14:tracePt t="436390" x="4394200" y="1422400"/>
          <p14:tracePt t="436406" x="3968750" y="1638300"/>
          <p14:tracePt t="436423" x="3714750" y="1841500"/>
          <p14:tracePt t="436440" x="3556000" y="2006600"/>
          <p14:tracePt t="436456" x="3448050" y="2152650"/>
          <p14:tracePt t="436473" x="3422650" y="2203450"/>
          <p14:tracePt t="436490" x="3371850" y="2305050"/>
          <p14:tracePt t="436505" x="3340100" y="2393950"/>
          <p14:tracePt t="436522" x="3314700" y="2438400"/>
          <p14:tracePt t="436539" x="3295650" y="2476500"/>
          <p14:tracePt t="436556" x="3206750" y="2597150"/>
          <p14:tracePt t="436572" x="3130550" y="2724150"/>
          <p14:tracePt t="436589" x="3054350" y="2844800"/>
          <p14:tracePt t="436606" x="3016250" y="2914650"/>
          <p14:tracePt t="436623" x="2959100" y="3028950"/>
          <p14:tracePt t="436638" x="2908300" y="3187700"/>
          <p14:tracePt t="436655" x="2889250" y="3232150"/>
          <p14:tracePt t="436897" x="2838450" y="3346450"/>
          <p14:tracePt t="436911" x="2774950" y="3536950"/>
          <p14:tracePt t="436918" x="2711450" y="3816350"/>
          <p14:tracePt t="436932" x="2667000" y="4070350"/>
          <p14:tracePt t="436941" x="2628900" y="4267200"/>
          <p14:tracePt t="436954" x="2590800" y="4419600"/>
          <p14:tracePt t="436971" x="2571750" y="4775200"/>
          <p14:tracePt t="436988" x="2590800" y="5003800"/>
          <p14:tracePt t="437004" x="2622550" y="5111750"/>
          <p14:tracePt t="437008" x="2654300" y="5226050"/>
          <p14:tracePt t="437021" x="2679700" y="5327650"/>
          <p14:tracePt t="437038" x="2736850" y="5619750"/>
          <p14:tracePt t="437054" x="2768600" y="5746750"/>
          <p14:tracePt t="437071" x="2800350" y="5867400"/>
          <p14:tracePt t="437087" x="2901950" y="6127750"/>
          <p14:tracePt t="437104" x="2927350" y="6197600"/>
          <p14:tracePt t="437121" x="2959100" y="6267450"/>
          <p14:tracePt t="437137" x="2990850" y="6330950"/>
          <p14:tracePt t="437154" x="3003550" y="6356350"/>
          <p14:tracePt t="437171" x="3016250" y="6369050"/>
          <p14:tracePt t="437248" x="3022600" y="6362700"/>
          <p14:tracePt t="437269" x="3022600" y="6356350"/>
          <p14:tracePt t="437283" x="3028950" y="6356350"/>
          <p14:tracePt t="437290" x="3028950" y="6350000"/>
          <p14:tracePt t="437318" x="3035300" y="6337300"/>
          <p14:tracePt t="437333" x="3041650" y="6330950"/>
          <p14:tracePt t="437340" x="3041650" y="6324600"/>
          <p14:tracePt t="437356" x="3048000" y="6318250"/>
          <p14:tracePt t="437369" x="3048000" y="6305550"/>
          <p14:tracePt t="437386" x="3054350" y="6299200"/>
          <p14:tracePt t="437403" x="3054350" y="6286500"/>
          <p14:tracePt t="437419" x="3054350" y="6280150"/>
          <p14:tracePt t="437436" x="3054350" y="6273800"/>
          <p14:tracePt t="437691" x="3054350" y="6267450"/>
          <p14:tracePt t="437705" x="3054350" y="6261100"/>
          <p14:tracePt t="437711" x="3054350" y="6248400"/>
          <p14:tracePt t="437721" x="3048000" y="6242050"/>
          <p14:tracePt t="437735" x="3041650" y="6223000"/>
          <p14:tracePt t="437752" x="3028950" y="6191250"/>
          <p14:tracePt t="437769" x="2978150" y="6057900"/>
          <p14:tracePt t="437785" x="2895600" y="5822950"/>
          <p14:tracePt t="437802" x="2851150" y="5689600"/>
          <p14:tracePt t="437818" x="2774950" y="5359400"/>
          <p14:tracePt t="437835" x="2673350" y="5016500"/>
          <p14:tracePt t="437851" x="2641600" y="4889500"/>
          <p14:tracePt t="437868" x="2590800" y="4692650"/>
          <p14:tracePt t="437884" x="2552700" y="4546600"/>
          <p14:tracePt t="437902" x="2540000" y="4483100"/>
          <p14:tracePt t="437918" x="2533650" y="4356100"/>
          <p14:tracePt t="437934" x="2546350" y="4171950"/>
          <p14:tracePt t="437952" x="2597150" y="3956050"/>
          <p14:tracePt t="437967" x="2616200" y="3848100"/>
          <p14:tracePt t="437984" x="2647950" y="3746500"/>
          <p14:tracePt t="438001" x="2717800" y="3511550"/>
          <p14:tracePt t="438017" x="2749550" y="3416300"/>
          <p14:tracePt t="438034" x="2768600" y="3327400"/>
          <p14:tracePt t="438037" x="2813050" y="3232150"/>
          <p14:tracePt t="438051" x="2851150" y="3136900"/>
          <p14:tracePt t="438067" x="2965450" y="2965450"/>
          <p14:tracePt t="438084" x="3016250" y="2870200"/>
          <p14:tracePt t="438100" x="3155950" y="2705100"/>
          <p14:tracePt t="438117" x="3295650" y="2546350"/>
          <p14:tracePt t="438135" x="3498850" y="2387600"/>
          <p14:tracePt t="438150" x="3619500" y="2324100"/>
          <p14:tracePt t="438167" x="3981450" y="2159000"/>
          <p14:tracePt t="438184" x="4248150" y="2038350"/>
          <p14:tracePt t="438200" x="4362450" y="1993900"/>
          <p14:tracePt t="438217" x="4533900" y="1930400"/>
          <p14:tracePt t="438233" x="4660900" y="1885950"/>
          <p14:tracePt t="438250" x="4699000" y="1879600"/>
          <p14:tracePt t="438267" x="4743450" y="1860550"/>
          <p14:tracePt t="438283" x="4870450" y="1816100"/>
          <p14:tracePt t="438300" x="4902200" y="1809750"/>
          <p14:tracePt t="438317" x="4959350" y="1803400"/>
          <p14:tracePt t="438333" x="4991100" y="1797050"/>
          <p14:tracePt t="438350" x="5035550" y="1778000"/>
          <p14:tracePt t="438367" x="5111750" y="1752600"/>
          <p14:tracePt t="438383" x="5156200" y="1739900"/>
          <p14:tracePt t="438399" x="5264150" y="1701800"/>
          <p14:tracePt t="438416" x="5397500" y="1651000"/>
          <p14:tracePt t="438432" x="5575300" y="1574800"/>
          <p14:tracePt t="438449" x="5626100" y="1543050"/>
          <p14:tracePt t="438840" x="5664200" y="1498600"/>
          <p14:tracePt t="438847" x="5721350" y="1441450"/>
          <p14:tracePt t="438861" x="5784850" y="1365250"/>
          <p14:tracePt t="438868" x="5848350" y="1282700"/>
          <p14:tracePt t="438882" x="5918200" y="1212850"/>
          <p14:tracePt t="438898" x="6013450" y="1117600"/>
          <p14:tracePt t="438914" x="6057900" y="1092200"/>
          <p14:tracePt t="438931" x="6121400" y="1060450"/>
          <p14:tracePt t="438947" x="6203950" y="1041400"/>
          <p14:tracePt t="438964" x="6242050" y="1041400"/>
          <p14:tracePt t="438981" x="6350000" y="1035050"/>
          <p14:tracePt t="438997" x="6451600" y="1035050"/>
          <p14:tracePt t="439014" x="6470650" y="1022350"/>
          <p14:tracePt t="474725" x="6477000" y="1022350"/>
          <p14:tracePt t="474732" x="6483350" y="1041400"/>
          <p14:tracePt t="474740" x="6489700" y="1054100"/>
          <p14:tracePt t="474757" x="6521450" y="1104900"/>
          <p14:tracePt t="474775" x="6565900" y="1212850"/>
          <p14:tracePt t="474790" x="6591300" y="1295400"/>
          <p14:tracePt t="474807" x="6604000" y="1397000"/>
          <p14:tracePt t="474824" x="6610350" y="1593850"/>
          <p14:tracePt t="474840" x="6578600" y="1739900"/>
          <p14:tracePt t="474857" x="6540500" y="1885950"/>
          <p14:tracePt t="474873" x="6451600" y="2076450"/>
          <p14:tracePt t="474890" x="6407150" y="2197100"/>
          <p14:tracePt t="474907" x="6375400" y="2286000"/>
          <p14:tracePt t="474923" x="6337300" y="2343150"/>
          <p14:tracePt t="474940" x="6324600" y="2355850"/>
          <p14:tracePt t="474957" x="6318250" y="2355850"/>
          <p14:tracePt t="474973" x="6305550" y="2355850"/>
          <p14:tracePt t="474990" x="6299200" y="2355850"/>
          <p14:tracePt t="475006" x="6292850" y="2355850"/>
          <p14:tracePt t="475043" x="6280150" y="2355850"/>
          <p14:tracePt t="475056" x="6267450" y="2355850"/>
          <p14:tracePt t="475073" x="6254750" y="2349500"/>
          <p14:tracePt t="475089" x="6248400" y="2343150"/>
          <p14:tracePt t="475106" x="6216650" y="2330450"/>
          <p14:tracePt t="475122" x="6197600" y="2324100"/>
          <p14:tracePt t="475140" x="6184900" y="2324100"/>
          <p14:tracePt t="475156" x="6153150" y="2311400"/>
          <p14:tracePt t="475172" x="6121400" y="2298700"/>
          <p14:tracePt t="475189" x="6051550" y="2279650"/>
          <p14:tracePt t="475205" x="6000750" y="2266950"/>
          <p14:tracePt t="475222" x="5949950" y="2247900"/>
          <p14:tracePt t="475239" x="5873750" y="2216150"/>
          <p14:tracePt t="475255" x="5842000" y="2197100"/>
          <p14:tracePt t="475272" x="5797550" y="2178050"/>
          <p14:tracePt t="475289" x="5759450" y="2159000"/>
          <p14:tracePt t="475305" x="5746750" y="2159000"/>
          <p14:tracePt t="475323" x="5721350" y="2139950"/>
          <p14:tracePt t="475338" x="5715000" y="2127250"/>
          <p14:tracePt t="475355" x="5702300" y="2114550"/>
          <p14:tracePt t="475388" x="5708650" y="2120900"/>
          <p14:tracePt t="475405" x="5727700" y="2133600"/>
          <p14:tracePt t="475422" x="5740400" y="2139950"/>
          <p14:tracePt t="475438" x="5753100" y="2146300"/>
          <p14:tracePt t="475455" x="5759450" y="2152650"/>
          <p14:tracePt t="475471" x="5778500" y="2152650"/>
          <p14:tracePt t="475488" x="5784850" y="2152650"/>
          <p14:tracePt t="475506" x="5803900" y="2152650"/>
          <p14:tracePt t="475521" x="5816600" y="2159000"/>
          <p14:tracePt t="475538" x="5835650" y="2159000"/>
          <p14:tracePt t="475555" x="5867400" y="2165350"/>
          <p14:tracePt t="475571" x="5949950" y="2171700"/>
          <p14:tracePt t="475588" x="6000750" y="2178050"/>
          <p14:tracePt t="475605" x="6102350" y="2203450"/>
          <p14:tracePt t="475621" x="6178550" y="2209800"/>
          <p14:tracePt t="475639" x="6261100" y="2209800"/>
          <p14:tracePt t="475654" x="6305550" y="2209800"/>
          <p14:tracePt t="475671" x="6356350" y="2216150"/>
          <p14:tracePt t="475688" x="6413500" y="2216150"/>
          <p14:tracePt t="475703" x="6451600" y="2209800"/>
          <p14:tracePt t="475721" x="6477000" y="2203450"/>
          <p14:tracePt t="475738" x="6521450" y="2203450"/>
          <p14:tracePt t="475754" x="6553200" y="2203450"/>
          <p14:tracePt t="475770" x="6578600" y="2203450"/>
          <p14:tracePt t="475787" x="6616700" y="2197100"/>
          <p14:tracePt t="475803" x="6642100" y="2197100"/>
          <p14:tracePt t="475820" x="6673850" y="2190750"/>
          <p14:tracePt t="475837" x="6718300" y="2178050"/>
          <p14:tracePt t="475853" x="6737350" y="2171700"/>
          <p14:tracePt t="475871" x="6756400" y="2165350"/>
          <p14:tracePt t="475887" x="6762750" y="2159000"/>
          <p14:tracePt t="475903" x="6769100" y="2159000"/>
          <p14:tracePt t="475920" x="6775450" y="2159000"/>
          <p14:tracePt t="475983" x="6775450" y="2165350"/>
          <p14:tracePt t="476004" x="6769100" y="2171700"/>
          <p14:tracePt t="476012" x="6762750" y="2171700"/>
          <p14:tracePt t="476033" x="6756400" y="2171700"/>
          <p14:tracePt t="476039" x="6750050" y="2171700"/>
          <p14:tracePt t="476056" x="6737350" y="2171700"/>
          <p14:tracePt t="476069" x="6711950" y="2178050"/>
          <p14:tracePt t="476086" x="6680200" y="2184400"/>
          <p14:tracePt t="476103" x="6572250" y="2190750"/>
          <p14:tracePt t="476119" x="6508750" y="2190750"/>
          <p14:tracePt t="476135" x="6432550" y="2190750"/>
          <p14:tracePt t="476152" x="6299200" y="2222500"/>
          <p14:tracePt t="476169" x="6146800" y="2241550"/>
          <p14:tracePt t="476186" x="6076950" y="2247900"/>
          <p14:tracePt t="476202" x="5962650" y="2260600"/>
          <p14:tracePt t="476219" x="5899150" y="2273300"/>
          <p14:tracePt t="476236" x="5880100" y="2273300"/>
          <p14:tracePt t="476252" x="5854700" y="2273300"/>
          <p14:tracePt t="476269" x="5842000" y="2273300"/>
          <p14:tracePt t="476314" x="5842000" y="2266950"/>
          <p14:tracePt t="476356" x="5848350" y="2266950"/>
          <p14:tracePt t="476377" x="5854700" y="2266950"/>
          <p14:tracePt t="476383" x="5861050" y="2266950"/>
          <p14:tracePt t="476405" x="5867400" y="2266950"/>
          <p14:tracePt t="476427" x="5873750" y="2266950"/>
          <p14:tracePt t="476476" x="5880100" y="2266950"/>
          <p14:tracePt t="476490" x="5886450" y="2266950"/>
          <p14:tracePt t="476504" x="5892800" y="2266950"/>
          <p14:tracePt t="476519" x="5899150" y="2266950"/>
          <p14:tracePt t="476525" x="5918200" y="2266950"/>
          <p14:tracePt t="476539" x="5937250" y="2266950"/>
          <p14:tracePt t="476551" x="5969000" y="2273300"/>
          <p14:tracePt t="476567" x="6089650" y="2305050"/>
          <p14:tracePt t="476584" x="6165850" y="2311400"/>
          <p14:tracePt t="476601" x="6369050" y="2343150"/>
          <p14:tracePt t="476618" x="6572250" y="2368550"/>
          <p14:tracePt t="476634" x="6667500" y="2374900"/>
          <p14:tracePt t="476652" x="6832600" y="2374900"/>
          <p14:tracePt t="476667" x="6946900" y="2374900"/>
          <p14:tracePt t="476684" x="6972300" y="2374900"/>
          <p14:tracePt t="476701" x="7016750" y="2374900"/>
          <p14:tracePt t="476717" x="7023100" y="2374900"/>
          <p14:tracePt t="476734" x="7029450" y="2374900"/>
          <p14:tracePt t="476766" x="7029450" y="2362200"/>
          <p14:tracePt t="476783" x="7029450" y="2355850"/>
          <p14:tracePt t="484930" x="7023100" y="2343150"/>
          <p14:tracePt t="484937" x="7010400" y="2324100"/>
          <p14:tracePt t="484944" x="6997700" y="2292350"/>
          <p14:tracePt t="484955" x="6978650" y="2260600"/>
          <p14:tracePt t="484972" x="6927850" y="2178050"/>
          <p14:tracePt t="484988" x="6883400" y="2089150"/>
          <p14:tracePt t="485005" x="6819900" y="2000250"/>
          <p14:tracePt t="485022" x="6705600" y="1847850"/>
          <p14:tracePt t="485038" x="6648450" y="1739900"/>
          <p14:tracePt t="485055" x="6540500" y="1619250"/>
          <p14:tracePt t="485071" x="6381750" y="1498600"/>
          <p14:tracePt t="485088" x="6261100" y="1390650"/>
          <p14:tracePt t="485105" x="6115050" y="1276350"/>
          <p14:tracePt t="485121" x="6026150" y="1212850"/>
          <p14:tracePt t="485138" x="5924550" y="1155700"/>
          <p14:tracePt t="485155" x="5765800" y="1054100"/>
          <p14:tracePt t="485171" x="5670550" y="977900"/>
          <p14:tracePt t="485188" x="5613400" y="933450"/>
          <p14:tracePt t="485204" x="5518150" y="838200"/>
          <p14:tracePt t="485221" x="5467350" y="812800"/>
          <p14:tracePt t="485237" x="5429250" y="781050"/>
          <p14:tracePt t="485254" x="5365750" y="723900"/>
          <p14:tracePt t="485271" x="5308600" y="679450"/>
          <p14:tracePt t="485288" x="5226050" y="641350"/>
          <p14:tracePt t="485303" x="5175250" y="628650"/>
          <p14:tracePt t="485321" x="5143500" y="603250"/>
          <p14:tracePt t="485338" x="5086350" y="584200"/>
          <p14:tracePt t="485354" x="5054600" y="565150"/>
          <p14:tracePt t="485370" x="5035550" y="558800"/>
          <p14:tracePt t="485387" x="5003800" y="546100"/>
          <p14:tracePt t="485404" x="4997450" y="546100"/>
          <p14:tracePt t="485421" x="4984750" y="546100"/>
          <p14:tracePt t="485437" x="4972050" y="546100"/>
          <p14:tracePt t="485470" x="4965700" y="539750"/>
          <p14:tracePt t="485486" x="4965700" y="533400"/>
          <p14:tracePt t="485513" x="4972050" y="533400"/>
          <p14:tracePt t="485527" x="4978400" y="533400"/>
          <p14:tracePt t="485536" x="4984750" y="533400"/>
          <p14:tracePt t="485553" x="4991100" y="533400"/>
          <p14:tracePt t="485570" x="5003800" y="546100"/>
          <p14:tracePt t="485586" x="5010150" y="552450"/>
          <p14:tracePt t="485602" x="5016500" y="558800"/>
          <p14:tracePt t="485620" x="5035550" y="565150"/>
          <p14:tracePt t="485636" x="5048250" y="571500"/>
          <p14:tracePt t="485653" x="5067300" y="571500"/>
          <p14:tracePt t="485669" x="5137150" y="584200"/>
          <p14:tracePt t="485686" x="5200650" y="584200"/>
          <p14:tracePt t="485703" x="5359400" y="596900"/>
          <p14:tracePt t="485719" x="5448300" y="603250"/>
          <p14:tracePt t="485736" x="5549900" y="603250"/>
          <p14:tracePt t="485752" x="5791200" y="603250"/>
          <p14:tracePt t="485769" x="6007100" y="603250"/>
          <p14:tracePt t="485786" x="6108700" y="603250"/>
          <p14:tracePt t="485802" x="6286500" y="577850"/>
          <p14:tracePt t="485819" x="6407150" y="565150"/>
          <p14:tracePt t="485836" x="6457950" y="552450"/>
          <p14:tracePt t="485852" x="6553200" y="533400"/>
          <p14:tracePt t="485869" x="6648450" y="539750"/>
          <p14:tracePt t="485886" x="6692900" y="546100"/>
          <p14:tracePt t="485901" x="6724650" y="546100"/>
          <p14:tracePt t="485918" x="6775450" y="552450"/>
          <p14:tracePt t="485935" x="6832600" y="552450"/>
          <p14:tracePt t="485951" x="6870700" y="552450"/>
          <p14:tracePt t="485955" x="6896100" y="558800"/>
          <p14:tracePt t="485985" x="7042150" y="558800"/>
          <p14:tracePt t="486002" x="7092950" y="558800"/>
          <p14:tracePt t="486018" x="7156450" y="558800"/>
          <p14:tracePt t="486035" x="7283450" y="558800"/>
          <p14:tracePt t="486051" x="7442200" y="539750"/>
          <p14:tracePt t="486069" x="7581900" y="527050"/>
          <p14:tracePt t="486084" x="7664450" y="508000"/>
          <p14:tracePt t="486101" x="7785100" y="482600"/>
          <p14:tracePt t="486118" x="7874000" y="482600"/>
          <p14:tracePt t="486134" x="7912100" y="482600"/>
          <p14:tracePt t="486152" x="7975600" y="488950"/>
          <p14:tracePt t="486168" x="8020050" y="501650"/>
          <p14:tracePt t="486184" x="8051800" y="501650"/>
          <p14:tracePt t="486202" x="8089900" y="514350"/>
          <p14:tracePt t="486217" x="8121650" y="514350"/>
          <p14:tracePt t="486234" x="8134350" y="514350"/>
          <p14:tracePt t="486252" x="8153400" y="514350"/>
          <p14:tracePt t="486267" x="8178800" y="514350"/>
          <p14:tracePt t="486284" x="8191500" y="514350"/>
          <p14:tracePt t="486301" x="8242300" y="514350"/>
          <p14:tracePt t="486317" x="8261350" y="514350"/>
          <p14:tracePt t="486334" x="8337550" y="514350"/>
          <p14:tracePt t="486351" x="8420100" y="508000"/>
          <p14:tracePt t="486367" x="8445500" y="495300"/>
          <p14:tracePt t="486791" x="8458200" y="495300"/>
          <p14:tracePt t="486797" x="8483600" y="501650"/>
          <p14:tracePt t="486812" x="8528050" y="520700"/>
          <p14:tracePt t="486819" x="8572500" y="527050"/>
          <p14:tracePt t="486835" x="8623300" y="527050"/>
          <p14:tracePt t="486848" x="8661400" y="533400"/>
          <p14:tracePt t="486865" x="8743950" y="533400"/>
          <p14:tracePt t="486883" x="8801100" y="533400"/>
          <p14:tracePt t="486899" x="8826500" y="533400"/>
          <p14:tracePt t="486915" x="8858250" y="533400"/>
          <p14:tracePt t="486932" x="8902700" y="539750"/>
          <p14:tracePt t="486948" x="8915400" y="546100"/>
          <p14:tracePt t="486965" x="8934450" y="552450"/>
          <p14:tracePt t="486982" x="8940800" y="565150"/>
          <p14:tracePt t="486999" x="8947150" y="565150"/>
          <p14:tracePt t="487016" x="8953500" y="577850"/>
          <p14:tracePt t="487031" x="8959850" y="577850"/>
          <p14:tracePt t="487048" x="8966200" y="584200"/>
          <p14:tracePt t="487065" x="8966200" y="590550"/>
          <p14:tracePt t="487122" x="8966200" y="596900"/>
          <p14:tracePt t="487143" x="8959850" y="596900"/>
          <p14:tracePt t="487150" x="8953500" y="596900"/>
          <p14:tracePt t="487165" x="8940800" y="603250"/>
          <p14:tracePt t="487171" x="8934450" y="603250"/>
          <p14:tracePt t="487185" x="8928100" y="603250"/>
          <p14:tracePt t="487199" x="8902700" y="609600"/>
          <p14:tracePt t="487213" x="8858250" y="609600"/>
          <p14:tracePt t="487231" x="8820150" y="609600"/>
          <p14:tracePt t="487248" x="8712200" y="615950"/>
          <p14:tracePt t="487264" x="8559800" y="615950"/>
          <p14:tracePt t="487281" x="8458200" y="628650"/>
          <p14:tracePt t="487298" x="8216900" y="647700"/>
          <p14:tracePt t="487313" x="7823200" y="673100"/>
          <p14:tracePt t="487330" x="7562850" y="692150"/>
          <p14:tracePt t="487347" x="6978650" y="717550"/>
          <p14:tracePt t="487363" x="6407150" y="717550"/>
          <p14:tracePt t="487381" x="6121400" y="717550"/>
          <p14:tracePt t="487397" x="5683250" y="717550"/>
          <p14:tracePt t="487413" x="5473700" y="717550"/>
          <p14:tracePt t="487430" x="5175250" y="717550"/>
          <p14:tracePt t="487446" x="4857750" y="692150"/>
          <p14:tracePt t="487463" x="4711700" y="673100"/>
          <p14:tracePt t="487480" x="4445000" y="641350"/>
          <p14:tracePt t="487497" x="4229100" y="596900"/>
          <p14:tracePt t="487513" x="4121150" y="577850"/>
          <p14:tracePt t="487529" x="3987800" y="539750"/>
          <p14:tracePt t="487546" x="3892550" y="520700"/>
          <p14:tracePt t="487563" x="3873500" y="508000"/>
          <p14:tracePt t="487580" x="3841750" y="482600"/>
          <p14:tracePt t="487596" x="3841750" y="476250"/>
          <p14:tracePt t="487613" x="3841750" y="469900"/>
          <p14:tracePt t="487646" x="3860800" y="469900"/>
          <p14:tracePt t="487663" x="3886200" y="476250"/>
          <p14:tracePt t="487679" x="3898900" y="476250"/>
          <p14:tracePt t="487696" x="3911600" y="476250"/>
          <p14:tracePt t="487713" x="3956050" y="476250"/>
          <p14:tracePt t="487729" x="3968750" y="476250"/>
          <p14:tracePt t="487746" x="3994150" y="476250"/>
          <p14:tracePt t="487762" x="4064000" y="476250"/>
          <p14:tracePt t="487779" x="4178300" y="476250"/>
          <p14:tracePt t="487796" x="4241800" y="463550"/>
          <p14:tracePt t="487812" x="4400550" y="469900"/>
          <p14:tracePt t="487829" x="4591050" y="482600"/>
          <p14:tracePt t="487846" x="4832350" y="501650"/>
          <p14:tracePt t="487862" x="4946650" y="514350"/>
          <p14:tracePt t="487878" x="5213350" y="520700"/>
          <p14:tracePt t="487895" x="5524500" y="533400"/>
          <p14:tracePt t="487911" x="5683250" y="533400"/>
          <p14:tracePt t="487929" x="6134100" y="514350"/>
          <p14:tracePt t="487945" x="6642100" y="508000"/>
          <p14:tracePt t="487961" x="6832600" y="520700"/>
          <p14:tracePt t="487965" x="7035800" y="520700"/>
          <p14:tracePt t="487981" x="7226300" y="533400"/>
          <p14:tracePt t="487994" x="7569200" y="577850"/>
          <p14:tracePt t="488011" x="7696200" y="590550"/>
          <p14:tracePt t="488029" x="7937500" y="596900"/>
          <p14:tracePt t="488044" x="8026400" y="596900"/>
          <p14:tracePt t="488061" x="8204200" y="596900"/>
          <p14:tracePt t="488078" x="8312150" y="590550"/>
          <p14:tracePt t="488094" x="8356600" y="577850"/>
          <p14:tracePt t="488111" x="8407400" y="571500"/>
          <p14:tracePt t="488127" x="8420100" y="571500"/>
          <p14:tracePt t="488144" x="8426450" y="571500"/>
          <p14:tracePt t="488178" x="8432800" y="577850"/>
          <p14:tracePt t="488197" x="8432800" y="584200"/>
          <p14:tracePt t="488219" x="8432800" y="590550"/>
          <p14:tracePt t="488227" x="8426450" y="590550"/>
          <p14:tracePt t="488243" x="8420100" y="590550"/>
          <p14:tracePt t="488261" x="8407400" y="596900"/>
          <p14:tracePt t="488277" x="8394700" y="596900"/>
          <p14:tracePt t="488294" x="8375650" y="603250"/>
          <p14:tracePt t="488310" x="8343900" y="603250"/>
          <p14:tracePt t="488327" x="8318500" y="596900"/>
          <p14:tracePt t="488344" x="8223250" y="590550"/>
          <p14:tracePt t="488360" x="8032750" y="590550"/>
          <p14:tracePt t="488377" x="7905750" y="577850"/>
          <p14:tracePt t="488394" x="7277100" y="552450"/>
          <p14:tracePt t="488409" x="7004050" y="520700"/>
          <p14:tracePt t="488426" x="6711950" y="488950"/>
          <p14:tracePt t="488443" x="6229350" y="457200"/>
          <p14:tracePt t="488460" x="5867400" y="412750"/>
          <p14:tracePt t="488476" x="5746750" y="400050"/>
          <p14:tracePt t="488493" x="5594350" y="387350"/>
          <p14:tracePt t="488509" x="5492750" y="381000"/>
          <p14:tracePt t="488526" x="5461000" y="381000"/>
          <p14:tracePt t="488543" x="5429250" y="368300"/>
          <p14:tracePt t="488559" x="5410200" y="368300"/>
          <p14:tracePt t="488577" x="5397500" y="368300"/>
          <p14:tracePt t="488668" x="5397500" y="374650"/>
          <p14:tracePt t="488683" x="5403850" y="381000"/>
          <p14:tracePt t="488690" x="5416550" y="381000"/>
          <p14:tracePt t="488696" x="5429250" y="387350"/>
          <p14:tracePt t="488712" x="5435600" y="387350"/>
          <p14:tracePt t="488725" x="5448300" y="387350"/>
          <p14:tracePt t="488742" x="5473700" y="393700"/>
          <p14:tracePt t="488759" x="5505450" y="393700"/>
          <p14:tracePt t="488775" x="5524500" y="393700"/>
          <p14:tracePt t="488792" x="5613400" y="393700"/>
          <p14:tracePt t="488809" x="5816600" y="412750"/>
          <p14:tracePt t="488825" x="5949950" y="431800"/>
          <p14:tracePt t="488842" x="6254750" y="476250"/>
          <p14:tracePt t="488859" x="6648450" y="533400"/>
          <p14:tracePt t="488875" x="6838950" y="558800"/>
          <p14:tracePt t="488891" x="7004050" y="571500"/>
          <p14:tracePt t="488908" x="7575550" y="609600"/>
          <p14:tracePt t="488925" x="7734300" y="615950"/>
          <p14:tracePt t="488942" x="7874000" y="628650"/>
          <p14:tracePt t="488958" x="8128000" y="641350"/>
          <p14:tracePt t="488975" x="8318500" y="641350"/>
          <p14:tracePt t="488992" x="8451850" y="635000"/>
          <p14:tracePt t="489008" x="8477250" y="635000"/>
          <p14:tracePt t="489024" x="8521700" y="628650"/>
          <p14:tracePt t="489041" x="8534400" y="628650"/>
          <p14:tracePt t="489058" x="8534400" y="622300"/>
          <p14:tracePt t="489091" x="8534400" y="615950"/>
          <p14:tracePt t="489112" x="8528050" y="615950"/>
          <p14:tracePt t="489124" x="8521700" y="615950"/>
          <p14:tracePt t="489140" x="8502650" y="615950"/>
          <p14:tracePt t="489157" x="8489950" y="615950"/>
          <p14:tracePt t="489175" x="8445500" y="615950"/>
          <p14:tracePt t="489190" x="8362950" y="615950"/>
          <p14:tracePt t="489207" x="8286750" y="622300"/>
          <p14:tracePt t="489224" x="8045450" y="647700"/>
          <p14:tracePt t="489240" x="7861300" y="673100"/>
          <p14:tracePt t="489257" x="7346950" y="742950"/>
          <p14:tracePt t="489274" x="6731000" y="793750"/>
          <p14:tracePt t="489290" x="6432550" y="838200"/>
          <p14:tracePt t="489307" x="5842000" y="901700"/>
          <p14:tracePt t="489323" x="5340350" y="933450"/>
          <p14:tracePt t="489340" x="5149850" y="946150"/>
          <p14:tracePt t="489357" x="4806950" y="946150"/>
          <p14:tracePt t="489373" x="4591050" y="939800"/>
          <p14:tracePt t="489390" x="4514850" y="927100"/>
          <p14:tracePt t="489407" x="4425950" y="927100"/>
          <p14:tracePt t="489423" x="4381500" y="914400"/>
          <p14:tracePt t="489440" x="4368800" y="914400"/>
          <p14:tracePt t="489458" x="4362450" y="908050"/>
          <p14:tracePt t="489533" x="4362450" y="901700"/>
          <p14:tracePt t="489575" x="4368800" y="901700"/>
          <p14:tracePt t="489582" x="4375150" y="901700"/>
          <p14:tracePt t="489596" x="4381500" y="901700"/>
          <p14:tracePt t="489606" x="4387850" y="901700"/>
          <p14:tracePt t="489623" x="4394200" y="901700"/>
          <p14:tracePt t="489640" x="4406900" y="901700"/>
          <p14:tracePt t="489657" x="4425950" y="901700"/>
          <p14:tracePt t="489673" x="4432300" y="901700"/>
          <p14:tracePt t="489690" x="4438650" y="901700"/>
          <p14:tracePt t="489705" x="4457700" y="901700"/>
          <p14:tracePt t="489724" x="4489450" y="901700"/>
          <p14:tracePt t="489739" x="4527550" y="901700"/>
          <p14:tracePt t="489756" x="4648200" y="895350"/>
          <p14:tracePt t="489773" x="4737100" y="895350"/>
          <p14:tracePt t="489789" x="4953000" y="882650"/>
          <p14:tracePt t="489806" x="5200650" y="889000"/>
          <p14:tracePt t="489822" x="5492750" y="889000"/>
          <p14:tracePt t="489839" x="5619750" y="901700"/>
          <p14:tracePt t="489855" x="5759450" y="901700"/>
          <p14:tracePt t="489872" x="6038850" y="901700"/>
          <p14:tracePt t="489889" x="6286500" y="895350"/>
          <p14:tracePt t="489906" x="6502400" y="882650"/>
          <p14:tracePt t="489921" x="6597650" y="876300"/>
          <p14:tracePt t="489938" x="6750050" y="863600"/>
          <p14:tracePt t="489955" x="6889750" y="857250"/>
          <p14:tracePt t="489972" x="6953250" y="857250"/>
          <p14:tracePt t="489975" x="6985000" y="857250"/>
          <p14:tracePt t="489988" x="7010400" y="857250"/>
          <p14:tracePt t="490005" x="7073900" y="857250"/>
          <p14:tracePt t="490021" x="7099300" y="857250"/>
          <p14:tracePt t="490038" x="7131050" y="857250"/>
          <p14:tracePt t="490054" x="7150100" y="857250"/>
          <p14:tracePt t="490071" x="7162800" y="857250"/>
          <p14:tracePt t="490088" x="7169150" y="857250"/>
          <p14:tracePt t="490105" x="7200900" y="869950"/>
          <p14:tracePt t="490121" x="7232650" y="876300"/>
          <p14:tracePt t="490137" x="7251700" y="876300"/>
          <p14:tracePt t="490662" x="7232650" y="914400"/>
          <p14:tracePt t="490669" x="7194550" y="977900"/>
          <p14:tracePt t="490676" x="7156450" y="1035050"/>
          <p14:tracePt t="490690" x="7131050" y="1085850"/>
          <p14:tracePt t="490702" x="7092950" y="1143000"/>
          <p14:tracePt t="490719" x="7035800" y="1257300"/>
          <p14:tracePt t="490735" x="6997700" y="1314450"/>
          <p14:tracePt t="490752" x="6927850" y="1454150"/>
          <p14:tracePt t="490768" x="6851650" y="1568450"/>
          <p14:tracePt t="490785" x="6819900" y="1638300"/>
          <p14:tracePt t="490802" x="6756400" y="1746250"/>
          <p14:tracePt t="490818" x="6705600" y="1898650"/>
          <p14:tracePt t="490835" x="6680200" y="1943100"/>
          <p14:tracePt t="490852" x="6635750" y="2025650"/>
          <p14:tracePt t="490868" x="6623050" y="2051050"/>
          <p14:tracePt t="490885" x="6591300" y="2101850"/>
          <p14:tracePt t="490901" x="6553200" y="2146300"/>
          <p14:tracePt t="490918" x="6540500" y="2159000"/>
          <p14:tracePt t="490935" x="6515100" y="2184400"/>
          <p14:tracePt t="490951" x="6489700" y="2209800"/>
          <p14:tracePt t="490968" x="6483350" y="2222500"/>
          <p14:tracePt t="490985" x="6464300" y="2235200"/>
          <p14:tracePt t="491001" x="6445250" y="2260600"/>
          <p14:tracePt t="491017" x="6438900" y="2260600"/>
          <p14:tracePt t="491021" x="6426200" y="2273300"/>
          <p14:tracePt t="491035" x="6419850" y="2286000"/>
          <p14:tracePt t="491051" x="6407150" y="2305050"/>
          <p14:tracePt t="491067" x="6400800" y="2317750"/>
          <p14:tracePt t="491084" x="6394450" y="2343150"/>
          <p14:tracePt t="491101" x="6381750" y="2368550"/>
          <p14:tracePt t="491117" x="6375400" y="2393950"/>
          <p14:tracePt t="491134" x="6362700" y="2432050"/>
          <p14:tracePt t="491150" x="6356350" y="2451100"/>
          <p14:tracePt t="491168" x="6318250" y="2533650"/>
          <p14:tracePt t="491183" x="6311900" y="2565400"/>
          <p14:tracePt t="491200" x="6299200" y="2597150"/>
          <p14:tracePt t="491217" x="6267450" y="2641600"/>
          <p14:tracePt t="491233" x="6248400" y="2667000"/>
          <p14:tracePt t="491250" x="6229350" y="2692400"/>
          <p14:tracePt t="491267" x="6197600" y="2711450"/>
          <p14:tracePt t="491684" x="6197600" y="2787650"/>
          <p14:tracePt t="491691" x="6197600" y="2851150"/>
          <p14:tracePt t="491705" x="6197600" y="2901950"/>
          <p14:tracePt t="491715" x="6197600" y="2933700"/>
          <p14:tracePt t="491731" x="6197600" y="2971800"/>
          <p14:tracePt t="491748" x="6203950" y="3035300"/>
          <p14:tracePt t="491765" x="6216650" y="3117850"/>
          <p14:tracePt t="491783" x="6242050" y="3219450"/>
          <p14:tracePt t="491798" x="6261100" y="3282950"/>
          <p14:tracePt t="491815" x="6292850" y="3403600"/>
          <p14:tracePt t="491832" x="6324600" y="3479800"/>
          <p14:tracePt t="491848" x="6330950" y="3517900"/>
          <p14:tracePt t="491864" x="6343650" y="3543300"/>
          <p14:tracePt t="491881" x="6381750" y="3625850"/>
          <p14:tracePt t="491898" x="6400800" y="3651250"/>
          <p14:tracePt t="491915" x="6413500" y="3676650"/>
          <p14:tracePt t="491931" x="6426200" y="3727450"/>
          <p14:tracePt t="491948" x="6445250" y="3759200"/>
          <p14:tracePt t="491965" x="6457950" y="3771900"/>
          <p14:tracePt t="491981" x="6464300" y="3784600"/>
          <p14:tracePt t="491997" x="6470650" y="3790950"/>
          <p14:tracePt t="492031" x="6470650" y="3797300"/>
          <p14:tracePt t="492856" x="6470650" y="3790950"/>
          <p14:tracePt t="492870" x="6464300" y="3771900"/>
          <p14:tracePt t="492876" x="6457950" y="3759200"/>
          <p14:tracePt t="492891" x="6451600" y="3746500"/>
          <p14:tracePt t="492898" x="6445250" y="3727450"/>
          <p14:tracePt t="492914" x="6438900" y="3702050"/>
          <p14:tracePt t="492927" x="6432550" y="3651250"/>
          <p14:tracePt t="492944" x="6426200" y="3632200"/>
          <p14:tracePt t="492961" x="6407150" y="3575050"/>
          <p14:tracePt t="492977" x="6400800" y="3543300"/>
          <p14:tracePt t="492994" x="6388100" y="3473450"/>
          <p14:tracePt t="493010" x="6362700" y="3403600"/>
          <p14:tracePt t="493027" x="6356350" y="3371850"/>
          <p14:tracePt t="493044" x="6318250" y="3263900"/>
          <p14:tracePt t="493061" x="6286500" y="3105150"/>
          <p14:tracePt t="493077" x="6267450" y="3003550"/>
          <p14:tracePt t="493094" x="6235700" y="2800350"/>
          <p14:tracePt t="493110" x="6216650" y="2603500"/>
          <p14:tracePt t="493127" x="6197600" y="2527300"/>
          <p14:tracePt t="493144" x="6178550" y="2368550"/>
          <p14:tracePt t="493161" x="6159500" y="2260600"/>
          <p14:tracePt t="493177" x="6153150" y="2247900"/>
          <p14:tracePt t="493194" x="6140450" y="2235200"/>
          <p14:tracePt t="493210" x="6134100" y="2228850"/>
          <p14:tracePt t="493227" x="6127750" y="2228850"/>
          <p14:tracePt t="493263" x="6127750" y="2235200"/>
          <p14:tracePt t="493411" x="6127750" y="2228850"/>
          <p14:tracePt t="493432" x="6127750" y="2222500"/>
          <p14:tracePt t="493439" x="6127750" y="2216150"/>
          <p14:tracePt t="493453" x="6121400" y="2209800"/>
          <p14:tracePt t="493462" x="6121400" y="2203450"/>
          <p14:tracePt t="493476" x="6115050" y="2197100"/>
          <p14:tracePt t="493492" x="6102350" y="2184400"/>
          <p14:tracePt t="493510" x="6089650" y="2139950"/>
          <p14:tracePt t="493525" x="6076950" y="2108200"/>
          <p14:tracePt t="493529" x="6064250" y="2076450"/>
          <p14:tracePt t="493559" x="6000750" y="1898650"/>
          <p14:tracePt t="493575" x="5981700" y="1822450"/>
          <p14:tracePt t="493592" x="5962650" y="1752600"/>
          <p14:tracePt t="493609" x="5930900" y="1600200"/>
          <p14:tracePt t="493625" x="5930900" y="1447800"/>
          <p14:tracePt t="493642" x="5924550" y="1365250"/>
          <p14:tracePt t="493658" x="5924550" y="1200150"/>
          <p14:tracePt t="493675" x="5924550" y="1060450"/>
          <p14:tracePt t="493692" x="5924550" y="946150"/>
          <p14:tracePt t="493709" x="5924550" y="895350"/>
          <p14:tracePt t="493725" x="5937250" y="825500"/>
          <p14:tracePt t="493742" x="5937250" y="793750"/>
          <p14:tracePt t="493758" x="5937250" y="781050"/>
          <p14:tracePt t="493775" x="5937250" y="762000"/>
          <p14:tracePt t="493791" x="5937250" y="755650"/>
          <p14:tracePt t="493828" x="5930900" y="749300"/>
          <p14:tracePt t="493841" x="5924550" y="749300"/>
          <p14:tracePt t="493876" x="5924550" y="755650"/>
          <p14:tracePt t="493882" x="5924550" y="762000"/>
          <p14:tracePt t="493896" x="5924550" y="768350"/>
          <p14:tracePt t="493911" x="5924550" y="781050"/>
          <p14:tracePt t="493927" x="5924550" y="793750"/>
          <p14:tracePt t="493940" x="5930900" y="806450"/>
          <p14:tracePt t="493957" x="5930900" y="825500"/>
          <p14:tracePt t="493974" x="5937250" y="876300"/>
          <p14:tracePt t="493991" x="5943600" y="933450"/>
          <p14:tracePt t="494008" x="5943600" y="1111250"/>
          <p14:tracePt t="494024" x="5943600" y="1377950"/>
          <p14:tracePt t="494040" x="5943600" y="1549400"/>
          <p14:tracePt t="494057" x="5937250" y="1993900"/>
          <p14:tracePt t="494073" x="5937250" y="2336800"/>
          <p14:tracePt t="494090" x="5937250" y="2495550"/>
          <p14:tracePt t="494107" x="5937250" y="2774950"/>
          <p14:tracePt t="494124" x="5943600" y="2990850"/>
          <p14:tracePt t="494141" x="5943600" y="3079750"/>
          <p14:tracePt t="494157" x="5949950" y="3213100"/>
          <p14:tracePt t="494173" x="5962650" y="3276600"/>
          <p14:tracePt t="494190" x="5988050" y="3384550"/>
          <p14:tracePt t="494207" x="6013450" y="3460750"/>
          <p14:tracePt t="494223" x="6019800" y="3486150"/>
          <p14:tracePt t="494240" x="6038850" y="3536950"/>
          <p14:tracePt t="494256" x="6045200" y="3562350"/>
          <p14:tracePt t="494273" x="6045200" y="3575050"/>
          <p14:tracePt t="494290" x="6051550" y="3581400"/>
          <p14:tracePt t="494306" x="6070600" y="3587750"/>
          <p14:tracePt t="495005" x="6051550" y="3587750"/>
          <p14:tracePt t="495012" x="6013450" y="3587750"/>
          <p14:tracePt t="495026" x="5969000" y="3587750"/>
          <p14:tracePt t="495037" x="5930900" y="3575050"/>
          <p14:tracePt t="495054" x="5829300" y="3549650"/>
          <p14:tracePt t="495070" x="5765800" y="3543300"/>
          <p14:tracePt t="495087" x="5702300" y="3524250"/>
          <p14:tracePt t="495104" x="5422900" y="3448050"/>
          <p14:tracePt t="495120" x="5334000" y="3429000"/>
          <p14:tracePt t="495137" x="5232400" y="3422650"/>
          <p14:tracePt t="495153" x="5029200" y="3397250"/>
          <p14:tracePt t="495170" x="4800600" y="3390900"/>
          <p14:tracePt t="495187" x="4686300" y="3390900"/>
          <p14:tracePt t="495203" x="4495800" y="3378200"/>
          <p14:tracePt t="495220" x="4362450" y="3384550"/>
          <p14:tracePt t="495237" x="4260850" y="3390900"/>
          <p14:tracePt t="495253" x="4216400" y="3397250"/>
          <p14:tracePt t="495269" x="4159250" y="3409950"/>
          <p14:tracePt t="495287" x="4121150" y="3409950"/>
          <p14:tracePt t="495303" x="4121150" y="3416300"/>
          <p14:tracePt t="495319" x="4095750" y="3416300"/>
          <p14:tracePt t="495336" x="4083050" y="3416300"/>
          <p14:tracePt t="495352" x="4076700" y="3416300"/>
          <p14:tracePt t="495370" x="4076700" y="3409950"/>
          <p14:tracePt t="495385" x="4070350" y="3409950"/>
          <p14:tracePt t="495406" x="4064000" y="3409950"/>
          <p14:tracePt t="495427" x="4057650" y="3416300"/>
          <p14:tracePt t="495490" x="4070350" y="3409950"/>
          <p14:tracePt t="495497" x="4076700" y="3409950"/>
          <p14:tracePt t="495511" x="4083050" y="3403600"/>
          <p14:tracePt t="495526" x="4083050" y="3397250"/>
          <p14:tracePt t="497298" x="4114800" y="3397250"/>
          <p14:tracePt t="497306" x="4165600" y="3397250"/>
          <p14:tracePt t="497320" x="4229100" y="3409950"/>
          <p14:tracePt t="497329" x="4286250" y="3429000"/>
          <p14:tracePt t="497346" x="4362450" y="3435350"/>
          <p14:tracePt t="497362" x="4533900" y="3486150"/>
          <p14:tracePt t="497379" x="4718050" y="3536950"/>
          <p14:tracePt t="497396" x="4819650" y="3556000"/>
          <p14:tracePt t="497413" x="5092700" y="3600450"/>
          <p14:tracePt t="497429" x="5346700" y="3632200"/>
          <p14:tracePt t="497446" x="5588000" y="3663950"/>
          <p14:tracePt t="497462" x="5702300" y="3663950"/>
          <p14:tracePt t="497478" x="5905500" y="3663950"/>
          <p14:tracePt t="497495" x="6000750" y="3644900"/>
          <p14:tracePt t="497512" x="6026150" y="3638550"/>
          <p14:tracePt t="497529" x="6032500" y="3625850"/>
          <p14:tracePt t="497545" x="6032500" y="3600450"/>
          <p14:tracePt t="497562" x="6019800" y="3594100"/>
          <p14:tracePt t="497578" x="6019800" y="3587750"/>
          <p14:tracePt t="497595" x="5994400" y="3568700"/>
          <p14:tracePt t="497611" x="5962650" y="3543300"/>
          <p14:tracePt t="497629" x="5918200" y="3492500"/>
          <p14:tracePt t="497645" x="5854700" y="3403600"/>
          <p14:tracePt t="497661" x="5822950" y="3321050"/>
          <p14:tracePt t="497678" x="5740400" y="3105150"/>
          <p14:tracePt t="497694" x="5683250" y="2901950"/>
          <p14:tracePt t="497711" x="5575300" y="2324100"/>
          <p14:tracePt t="497728" x="5480050" y="1619250"/>
          <p14:tracePt t="497744" x="5448300" y="1327150"/>
          <p14:tracePt t="497761" x="5403850" y="844550"/>
          <p14:tracePt t="497777" x="5410200" y="419100"/>
          <p14:tracePt t="497794" x="5410200" y="279400"/>
          <p14:tracePt t="497812" x="5422900" y="63500"/>
          <p14:tracePt t="497827" x="5416550" y="0"/>
          <p14:tracePt t="497844" x="5410200" y="0"/>
          <p14:tracePt t="497877" x="5403850" y="0"/>
          <p14:tracePt t="497912" x="5397500" y="0"/>
          <p14:tracePt t="497931" x="5391150" y="6350"/>
          <p14:tracePt t="497938" x="5391150" y="19050"/>
          <p14:tracePt t="497952" x="5391150" y="38100"/>
          <p14:tracePt t="497961" x="5391150" y="50800"/>
          <p14:tracePt t="497976" x="5397500" y="63500"/>
          <p14:tracePt t="497994" x="5403850" y="101600"/>
          <p14:tracePt t="498010" x="5378450" y="266700"/>
          <p14:tracePt t="498027" x="5359400" y="355600"/>
          <p14:tracePt t="498044" x="5314950" y="615950"/>
          <p14:tracePt t="498060" x="5276850" y="996950"/>
          <p14:tracePt t="498076" x="5251450" y="1193800"/>
          <p14:tracePt t="498093" x="5181600" y="1638300"/>
          <p14:tracePt t="498110" x="5130800" y="2057400"/>
          <p14:tracePt t="498126" x="5086350" y="2279650"/>
          <p14:tracePt t="498143" x="5048250" y="2743200"/>
          <p14:tracePt t="498159" x="5022850" y="2933700"/>
          <p14:tracePt t="498177" x="4946650" y="3359150"/>
          <p14:tracePt t="498192" x="4908550" y="3613150"/>
          <p14:tracePt t="498209" x="4895850" y="3727450"/>
          <p14:tracePt t="498226" x="4883150" y="3930650"/>
          <p14:tracePt t="498242" x="4876800" y="4108450"/>
          <p14:tracePt t="498259" x="4845050" y="4241800"/>
          <p14:tracePt t="498276" x="4845050" y="4286250"/>
          <p14:tracePt t="499397" x="4845050" y="4260850"/>
          <p14:tracePt t="499404" x="4845050" y="4210050"/>
          <p14:tracePt t="499418" x="4845050" y="4146550"/>
          <p14:tracePt t="499426" x="4845050" y="4070350"/>
          <p14:tracePt t="499438" x="4838700" y="3981450"/>
          <p14:tracePt t="499455" x="4826000" y="3752850"/>
          <p14:tracePt t="499472" x="4826000" y="3613150"/>
          <p14:tracePt t="499489" x="4826000" y="3340100"/>
          <p14:tracePt t="499505" x="4826000" y="3124200"/>
          <p14:tracePt t="499521" x="4826000" y="3048000"/>
          <p14:tracePt t="499538" x="4838700" y="2914650"/>
          <p14:tracePt t="499555" x="4838700" y="2838450"/>
          <p14:tracePt t="499572" x="4851400" y="2698750"/>
          <p14:tracePt t="499588" x="4857750" y="2527300"/>
          <p14:tracePt t="499604" x="4870450" y="2425700"/>
          <p14:tracePt t="499608" x="4902200" y="2336800"/>
          <p14:tracePt t="499621" x="4921250" y="2209800"/>
          <p14:tracePt t="499637" x="4991100" y="1905000"/>
          <p14:tracePt t="499654" x="5029200" y="1727200"/>
          <p14:tracePt t="499671" x="5092700" y="1498600"/>
          <p14:tracePt t="499688" x="5130800" y="1339850"/>
          <p14:tracePt t="499704" x="5162550" y="1270000"/>
          <p14:tracePt t="499721" x="5187950" y="1200150"/>
          <p14:tracePt t="499737" x="5226050" y="1143000"/>
          <p14:tracePt t="499754" x="5232400" y="1123950"/>
          <p14:tracePt t="499771" x="5251450" y="1092200"/>
          <p14:tracePt t="499787" x="5270500" y="1060450"/>
          <p14:tracePt t="499804" x="5283200" y="1047750"/>
          <p14:tracePt t="499820" x="5308600" y="1028700"/>
          <p14:tracePt t="499836" x="5327650" y="1016000"/>
          <p14:tracePt t="499855" x="5410200" y="952500"/>
          <p14:tracePt t="499871" x="5441950" y="933450"/>
          <p14:tracePt t="499887" x="5467350" y="895350"/>
          <p14:tracePt t="499903" x="5511800" y="863600"/>
          <p14:tracePt t="499920" x="5562600" y="825500"/>
          <p14:tracePt t="499937" x="5588000" y="806450"/>
          <p14:tracePt t="499953" x="5626100" y="774700"/>
          <p14:tracePt t="499970" x="5695950" y="736600"/>
          <p14:tracePt t="499987" x="5727700" y="711200"/>
          <p14:tracePt t="500003" x="5791200" y="660400"/>
          <p14:tracePt t="500438" x="5765800" y="755650"/>
          <p14:tracePt t="500453" x="5734050" y="876300"/>
          <p14:tracePt t="500458" x="5702300" y="1054100"/>
          <p14:tracePt t="500473" x="5670550" y="1250950"/>
          <p14:tracePt t="500485" x="5645150" y="1447800"/>
          <p14:tracePt t="500502" x="5588000" y="1911350"/>
          <p14:tracePt t="500518" x="5588000" y="2095500"/>
          <p14:tracePt t="500535" x="5588000" y="2413000"/>
          <p14:tracePt t="500551" x="5607050" y="2762250"/>
          <p14:tracePt t="500568" x="5632450" y="2876550"/>
          <p14:tracePt t="500585" x="5689600" y="3086100"/>
          <p14:tracePt t="500601" x="5753100" y="3238500"/>
          <p14:tracePt t="500618" x="5772150" y="3302000"/>
          <p14:tracePt t="500635" x="5829300" y="3416300"/>
          <p14:tracePt t="500651" x="5880100" y="3517900"/>
          <p14:tracePt t="500668" x="5899150" y="3556000"/>
          <p14:tracePt t="500684" x="5924550" y="3600450"/>
          <p14:tracePt t="500701" x="5930900" y="3613150"/>
          <p14:tracePt t="500717" x="5930900" y="3625850"/>
          <p14:tracePt t="500734" x="5937250" y="3632200"/>
          <p14:tracePt t="500761" x="5943600" y="3638550"/>
          <p14:tracePt t="500770" x="5949950" y="3638550"/>
          <p14:tracePt t="500784" x="5956300" y="3638550"/>
          <p14:tracePt t="500804" x="5962650" y="3638550"/>
          <p14:tracePt t="500832" x="5969000" y="3638550"/>
          <p14:tracePt t="500881" x="5975350" y="3638550"/>
          <p14:tracePt t="500902" x="5975350" y="3632200"/>
          <p14:tracePt t="500909" x="5975350" y="3625850"/>
          <p14:tracePt t="500923" x="5975350" y="3619500"/>
          <p14:tracePt t="500933" x="5969000" y="3613150"/>
          <p14:tracePt t="500950" x="5962650" y="3600450"/>
          <p14:tracePt t="500966" x="5949950" y="3568700"/>
          <p14:tracePt t="500983" x="5918200" y="3492500"/>
          <p14:tracePt t="501000" x="5899150" y="3416300"/>
          <p14:tracePt t="501016" x="5861050" y="3206750"/>
          <p14:tracePt t="501033" x="5848350" y="3048000"/>
          <p14:tracePt t="501050" x="5784850" y="2520950"/>
          <p14:tracePt t="501066" x="5759450" y="2349500"/>
          <p14:tracePt t="501082" x="5746750" y="2184400"/>
          <p14:tracePt t="501099" x="5727700" y="1930400"/>
          <p14:tracePt t="501116" x="5708650" y="1727200"/>
          <p14:tracePt t="501119" x="5708650" y="1651000"/>
          <p14:tracePt t="501136" x="5708650" y="1600200"/>
          <p14:tracePt t="501149" x="5708650" y="1549400"/>
          <p14:tracePt t="501166" x="5702300" y="1454150"/>
          <p14:tracePt t="501183" x="5689600" y="1365250"/>
          <p14:tracePt t="501199" x="5683250" y="1333500"/>
          <p14:tracePt t="501215" x="5683250" y="1289050"/>
          <p14:tracePt t="501233" x="5683250" y="1257300"/>
          <p14:tracePt t="501249" x="5683250" y="1244600"/>
          <p14:tracePt t="501265" x="5683250" y="1206500"/>
          <p14:tracePt t="501282" x="5689600" y="1174750"/>
          <p14:tracePt t="501299" x="5689600" y="1162050"/>
          <p14:tracePt t="501316" x="5695950" y="1136650"/>
          <p14:tracePt t="501331" x="5695950" y="1092200"/>
          <p14:tracePt t="501348" x="5702300" y="1079500"/>
          <p14:tracePt t="501366" x="5702300" y="1066800"/>
          <p14:tracePt t="501382" x="5708650" y="1054100"/>
          <p14:tracePt t="501399" x="5708650" y="1022350"/>
          <p14:tracePt t="501415" x="5708650" y="1003300"/>
          <p14:tracePt t="501431" x="5708650" y="990600"/>
          <p14:tracePt t="501448" x="5708650" y="965200"/>
          <p14:tracePt t="501465" x="5708650" y="939800"/>
          <p14:tracePt t="501481" x="5708650" y="933450"/>
          <p14:tracePt t="501498" x="5708650" y="914400"/>
          <p14:tracePt t="501514" x="5708650" y="895350"/>
          <p14:tracePt t="501531" x="5708650" y="889000"/>
          <p14:tracePt t="501548" x="5708650" y="876300"/>
          <p14:tracePt t="501998" x="5702300" y="939800"/>
          <p14:tracePt t="502005" x="5695950" y="1041400"/>
          <p14:tracePt t="502019" x="5683250" y="1155700"/>
          <p14:tracePt t="502029" x="5670550" y="1282700"/>
          <p14:tracePt t="502046" x="5664200" y="1397000"/>
          <p14:tracePt t="502062" x="5664200" y="1600200"/>
          <p14:tracePt t="502079" x="5664200" y="1790700"/>
          <p14:tracePt t="502097" x="5664200" y="1955800"/>
          <p14:tracePt t="502112" x="5676900" y="2032000"/>
          <p14:tracePt t="502116" x="5676900" y="2108200"/>
          <p14:tracePt t="502129" x="5683250" y="2209800"/>
          <p14:tracePt t="502146" x="5695950" y="2425700"/>
          <p14:tracePt t="502162" x="5708650" y="2552700"/>
          <p14:tracePt t="502179" x="5715000" y="2743200"/>
          <p14:tracePt t="502195" x="5746750" y="2889250"/>
          <p14:tracePt t="502212" x="5765800" y="2971800"/>
          <p14:tracePt t="502229" x="5772150" y="3035300"/>
          <p14:tracePt t="502245" x="5791200" y="3257550"/>
          <p14:tracePt t="502262" x="5791200" y="3321050"/>
          <p14:tracePt t="502279" x="5803900" y="3409950"/>
          <p14:tracePt t="502295" x="5803900" y="3448050"/>
          <p14:tracePt t="502312" x="5810250" y="3517900"/>
          <p14:tracePt t="502329" x="5810250" y="3600450"/>
          <p14:tracePt t="502345" x="5816600" y="3638550"/>
          <p14:tracePt t="502361" x="5822950" y="3695700"/>
          <p14:tracePt t="502378" x="5835650" y="3765550"/>
          <p14:tracePt t="502395" x="5848350" y="3797300"/>
          <p14:tracePt t="502412" x="5861050" y="3822700"/>
          <p14:tracePt t="502428" x="5867400" y="3841750"/>
          <p14:tracePt t="502445" x="5867400" y="3848100"/>
          <p14:tracePt t="502462" x="5873750" y="3854450"/>
          <p14:tracePt t="502477" x="5880100" y="3860800"/>
          <p14:tracePt t="502511" x="5886450" y="3867150"/>
          <p14:tracePt t="502778" x="5892800" y="3829050"/>
          <p14:tracePt t="502792" x="5899150" y="3778250"/>
          <p14:tracePt t="502800" x="5899150" y="3714750"/>
          <p14:tracePt t="502810" x="5911850" y="3651250"/>
          <p14:tracePt t="502827" x="5911850" y="3594100"/>
          <p14:tracePt t="502843" x="5924550" y="3505200"/>
          <p14:tracePt t="502860" x="5937250" y="3460750"/>
          <p14:tracePt t="502877" x="5943600" y="3390900"/>
          <p14:tracePt t="502893" x="5949950" y="3378200"/>
          <p14:tracePt t="502910" x="5949950" y="3365500"/>
          <p14:tracePt t="502926" x="5949950" y="3359150"/>
          <p14:tracePt t="502968" x="5956300" y="3359150"/>
          <p14:tracePt t="503060" x="5949950" y="3359150"/>
          <p14:tracePt t="503074" x="5943600" y="3352800"/>
          <p14:tracePt t="503081" x="5943600" y="3346450"/>
          <p14:tracePt t="503092" x="5937250" y="3346450"/>
          <p14:tracePt t="503110" x="5924550" y="3321050"/>
          <p14:tracePt t="503126" x="5918200" y="3289300"/>
          <p14:tracePt t="503142" x="5911850" y="3257550"/>
          <p14:tracePt t="503159" x="5861050" y="3022600"/>
          <p14:tracePt t="503175" x="5842000" y="2921000"/>
          <p14:tracePt t="503193" x="5829300" y="2819400"/>
          <p14:tracePt t="503209" x="5797550" y="2616200"/>
          <p14:tracePt t="503225" x="5772150" y="2457450"/>
          <p14:tracePt t="503242" x="5759450" y="2406650"/>
          <p14:tracePt t="503259" x="5727700" y="2305050"/>
          <p14:tracePt t="503275" x="5715000" y="2254250"/>
          <p14:tracePt t="503292" x="5695950" y="2222500"/>
          <p14:tracePt t="503308" x="5695950" y="2209800"/>
          <p14:tracePt t="503326" x="5683250" y="2190750"/>
          <p14:tracePt t="503342" x="5670550" y="2159000"/>
          <p14:tracePt t="503358" x="5664200" y="2146300"/>
          <p14:tracePt t="503375" x="5657850" y="2095500"/>
          <p14:tracePt t="503391" x="5651500" y="2019300"/>
          <p14:tracePt t="503408" x="5645150" y="1962150"/>
          <p14:tracePt t="503425" x="5626100" y="1822450"/>
          <p14:tracePt t="503442" x="5613400" y="1631950"/>
          <p14:tracePt t="503458" x="5600700" y="1530350"/>
          <p14:tracePt t="503475" x="5600700" y="1352550"/>
          <p14:tracePt t="503491" x="5600700" y="1263650"/>
          <p14:tracePt t="503508" x="5607050" y="1130300"/>
          <p14:tracePt t="503525" x="5607050" y="1016000"/>
          <p14:tracePt t="503541" x="5607050" y="952500"/>
          <p14:tracePt t="503558" x="5600700" y="869950"/>
          <p14:tracePt t="503574" x="5594350" y="812800"/>
          <p14:tracePt t="503591" x="5594350" y="787400"/>
          <p14:tracePt t="503608" x="5594350" y="742950"/>
          <p14:tracePt t="503624" x="5594350" y="704850"/>
          <p14:tracePt t="503641" x="5594350" y="679450"/>
          <p14:tracePt t="503657" x="5588000" y="647700"/>
          <p14:tracePt t="503674" x="5575300" y="615950"/>
          <p14:tracePt t="503691" x="5575300" y="603250"/>
          <p14:tracePt t="503707" x="5568950" y="590550"/>
          <p14:tracePt t="503724" x="5562600" y="584200"/>
          <p14:tracePt t="503742" x="5556250" y="596900"/>
          <p14:tracePt t="503757" x="5556250" y="609600"/>
          <p14:tracePt t="503773" x="5556250" y="622300"/>
          <p14:tracePt t="503791" x="5568950" y="666750"/>
          <p14:tracePt t="503806" x="5568950" y="698500"/>
          <p14:tracePt t="503824" x="5575300" y="723900"/>
          <p14:tracePt t="503840" x="5600700" y="844550"/>
          <p14:tracePt t="503856" x="5632450" y="1028700"/>
          <p14:tracePt t="503873" x="5651500" y="1130300"/>
          <p14:tracePt t="503890" x="5683250" y="1371600"/>
          <p14:tracePt t="503906" x="5715000" y="1657350"/>
          <p14:tracePt t="503924" x="5727700" y="1809750"/>
          <p14:tracePt t="503940" x="5740400" y="2114550"/>
          <p14:tracePt t="503956" x="5759450" y="2393950"/>
          <p14:tracePt t="503974" x="5772150" y="2660650"/>
          <p14:tracePt t="503989" x="5784850" y="2800350"/>
          <p14:tracePt t="504006" x="5816600" y="3054350"/>
          <p14:tracePt t="504023" x="5822950" y="3270250"/>
          <p14:tracePt t="504039" x="5842000" y="3359150"/>
          <p14:tracePt t="504056" x="5854700" y="3422650"/>
          <p14:tracePt t="504072" x="5880100" y="3517900"/>
          <p14:tracePt t="504089" x="5880100" y="3536950"/>
          <p14:tracePt t="504106" x="5880100" y="3543300"/>
          <p14:tracePt t="504122" x="5886450" y="3556000"/>
          <p14:tracePt t="504139" x="5886450" y="3562350"/>
          <p14:tracePt t="504164" x="5886450" y="3575050"/>
          <p14:tracePt t="504185" x="5886450" y="3581400"/>
          <p14:tracePt t="504213" x="5886450" y="3587750"/>
          <p14:tracePt t="504234" x="5880100" y="3587750"/>
          <p14:tracePt t="504248" x="5873750" y="3587750"/>
          <p14:tracePt t="504257" x="5867400" y="3581400"/>
          <p14:tracePt t="504271" x="5861050" y="3568700"/>
          <p14:tracePt t="504288" x="5848350" y="3530600"/>
          <p14:tracePt t="504305" x="5835650" y="3467100"/>
          <p14:tracePt t="504321" x="5816600" y="3416300"/>
          <p14:tracePt t="504339" x="5772150" y="3219450"/>
          <p14:tracePt t="504355" x="5772150" y="3067050"/>
          <p14:tracePt t="504371" x="5727700" y="2527300"/>
          <p14:tracePt t="504389" x="5702300" y="1974850"/>
          <p14:tracePt t="504404" x="5702300" y="1714500"/>
          <p14:tracePt t="504421" x="5683250" y="1270000"/>
          <p14:tracePt t="504438" x="5676900" y="965200"/>
          <p14:tracePt t="504454" x="5676900" y="838200"/>
          <p14:tracePt t="504471" x="5676900" y="673100"/>
          <p14:tracePt t="504488" x="5689600" y="520700"/>
          <p14:tracePt t="504504" x="5689600" y="450850"/>
          <p14:tracePt t="504521" x="5702300" y="381000"/>
          <p14:tracePt t="504537" x="5715000" y="349250"/>
          <p14:tracePt t="504554" x="5715000" y="342900"/>
          <p14:tracePt t="504571" x="5721350" y="323850"/>
          <p14:tracePt t="504622" x="5727700" y="323850"/>
          <p14:tracePt t="504635" x="5727700" y="336550"/>
          <p14:tracePt t="504649" x="5734050" y="355600"/>
          <p14:tracePt t="504657" x="5734050" y="381000"/>
          <p14:tracePt t="504671" x="5734050" y="400050"/>
          <p14:tracePt t="504687" x="5734050" y="425450"/>
          <p14:tracePt t="504704" x="5740400" y="476250"/>
          <p14:tracePt t="504720" x="5740400" y="546100"/>
          <p14:tracePt t="504737" x="5740400" y="584200"/>
          <p14:tracePt t="504754" x="5740400" y="736600"/>
          <p14:tracePt t="504770" x="5715000" y="977900"/>
          <p14:tracePt t="504786" x="5702300" y="1168400"/>
          <p14:tracePt t="504803" x="5651500" y="1562100"/>
          <p14:tracePt t="504820" x="5613400" y="1943100"/>
          <p14:tracePt t="504836" x="5594350" y="2089150"/>
          <p14:tracePt t="504853" x="5581650" y="2343150"/>
          <p14:tracePt t="504870" x="5581650" y="2520950"/>
          <p14:tracePt t="504887" x="5581650" y="2597150"/>
          <p14:tracePt t="504902" x="5594350" y="2705100"/>
          <p14:tracePt t="504919" x="5600700" y="2774950"/>
          <p14:tracePt t="504937" x="5600700" y="2794000"/>
          <p14:tracePt t="504953" x="5600700" y="2825750"/>
          <p14:tracePt t="504969" x="5600700" y="2844800"/>
          <p14:tracePt t="504986" x="5588000" y="2927350"/>
          <p14:tracePt t="505002" x="5581650" y="2959100"/>
          <p14:tracePt t="505019" x="5543550" y="3067050"/>
          <p14:tracePt t="505036" x="5505450" y="3143250"/>
          <p14:tracePt t="505761" x="5486400" y="3136900"/>
          <p14:tracePt t="505775" x="5467350" y="3124200"/>
          <p14:tracePt t="505781" x="5435600" y="3098800"/>
          <p14:tracePt t="505796" x="5403850" y="3086100"/>
          <p14:tracePt t="505803" x="5365750" y="3054350"/>
          <p14:tracePt t="505816" x="5334000" y="3016250"/>
          <p14:tracePt t="505833" x="5283200" y="2952750"/>
          <p14:tracePt t="505850" x="5270500" y="2921000"/>
          <p14:tracePt t="505866" x="5226050" y="2844800"/>
          <p14:tracePt t="505882" x="5200650" y="2762250"/>
          <p14:tracePt t="505900" x="5181600" y="2705100"/>
          <p14:tracePt t="505916" x="5175250" y="2565400"/>
          <p14:tracePt t="505932" x="5175250" y="2463800"/>
          <p14:tracePt t="505950" x="5175250" y="2159000"/>
          <p14:tracePt t="505965" x="5200650" y="2051050"/>
          <p14:tracePt t="505983" x="5207000" y="1936750"/>
          <p14:tracePt t="506000" x="5219700" y="1758950"/>
          <p14:tracePt t="506016" x="5226050" y="1644650"/>
          <p14:tracePt t="506032" x="5238750" y="1587500"/>
          <p14:tracePt t="506049" x="5245100" y="1530350"/>
          <p14:tracePt t="506065" x="5257800" y="1485900"/>
          <p14:tracePt t="506083" x="5264150" y="1466850"/>
          <p14:tracePt t="506099" x="5270500" y="1428750"/>
          <p14:tracePt t="506115" x="5276850" y="1397000"/>
          <p14:tracePt t="506133" x="5283200" y="1384300"/>
          <p14:tracePt t="506148" x="5295900" y="1358900"/>
          <p14:tracePt t="506165" x="5321300" y="1327150"/>
          <p14:tracePt t="506183" x="5334000" y="1295400"/>
          <p14:tracePt t="506199" x="5340350" y="1270000"/>
          <p14:tracePt t="506215" x="5340350" y="1250950"/>
          <p14:tracePt t="506232" x="5359400" y="1206500"/>
          <p14:tracePt t="506265" x="5359400" y="1200150"/>
          <p14:tracePt t="506288" x="5365750" y="1212850"/>
          <p14:tracePt t="506298" x="5365750" y="1225550"/>
          <p14:tracePt t="506315" x="5365750" y="1231900"/>
          <p14:tracePt t="506331" x="5365750" y="1238250"/>
          <p14:tracePt t="509647" x="5378450" y="1250950"/>
          <p14:tracePt t="509654" x="5410200" y="1270000"/>
          <p14:tracePt t="509668" x="5429250" y="1282700"/>
          <p14:tracePt t="509675" x="5461000" y="1295400"/>
          <p14:tracePt t="509690" x="5486400" y="1301750"/>
          <p14:tracePt t="509703" x="5518150" y="1320800"/>
          <p14:tracePt t="509719" x="5594350" y="1346200"/>
          <p14:tracePt t="509736" x="5632450" y="1346200"/>
          <p14:tracePt t="509753" x="5727700" y="1352550"/>
          <p14:tracePt t="509769" x="5791200" y="1352550"/>
          <p14:tracePt t="509786" x="5829300" y="1352550"/>
          <p14:tracePt t="509803" x="5899150" y="1352550"/>
          <p14:tracePt t="509819" x="5969000" y="1358900"/>
          <p14:tracePt t="509836" x="5988050" y="1358900"/>
          <p14:tracePt t="509852" x="6026150" y="1371600"/>
          <p14:tracePt t="509869" x="6051550" y="1384300"/>
          <p14:tracePt t="509887" x="6102350" y="1390650"/>
          <p14:tracePt t="509902" x="6121400" y="1397000"/>
          <p14:tracePt t="509919" x="6146800" y="1403350"/>
          <p14:tracePt t="509936" x="6184900" y="1409700"/>
          <p14:tracePt t="509952" x="6242050" y="1409700"/>
          <p14:tracePt t="509969" x="6273800" y="1403350"/>
          <p14:tracePt t="509986" x="6324600" y="1384300"/>
          <p14:tracePt t="510002" x="6375400" y="1365250"/>
          <p14:tracePt t="510018" x="6407150" y="1346200"/>
          <p14:tracePt t="510035" x="6457950" y="1320800"/>
          <p14:tracePt t="510052" x="6540500" y="1276350"/>
          <p14:tracePt t="510069" x="6597650" y="1257300"/>
          <p14:tracePt t="510085" x="6705600" y="1231900"/>
          <p14:tracePt t="510101" x="6826250" y="1193800"/>
          <p14:tracePt t="510119" x="6921500" y="1174750"/>
          <p14:tracePt t="510135" x="6965950" y="1168400"/>
          <p14:tracePt t="510151" x="6991350" y="1168400"/>
          <p14:tracePt t="510168" x="7061200" y="1162050"/>
          <p14:tracePt t="510185" x="7092950" y="1162050"/>
          <p14:tracePt t="510188" x="7112000" y="1162050"/>
          <p14:tracePt t="510218" x="7162800" y="1162050"/>
          <p14:tracePt t="510234" x="7219950" y="1193800"/>
          <p14:tracePt t="510253" x="7283450" y="1212850"/>
          <p14:tracePt t="510267" x="7372350" y="1257300"/>
          <p14:tracePt t="510284" x="7404100" y="1295400"/>
          <p14:tracePt t="510302" x="7512050" y="1371600"/>
          <p14:tracePt t="510318" x="7556500" y="1416050"/>
          <p14:tracePt t="510334" x="7639050" y="1504950"/>
          <p14:tracePt t="510351" x="7696200" y="1619250"/>
          <p14:tracePt t="510367" x="7715250" y="1676400"/>
          <p14:tracePt t="510384" x="7740650" y="1784350"/>
          <p14:tracePt t="510401" x="7740650" y="1898650"/>
          <p14:tracePt t="510417" x="7740650" y="1955800"/>
          <p14:tracePt t="510435" x="7721600" y="2070100"/>
          <p14:tracePt t="510450" x="7670800" y="2184400"/>
          <p14:tracePt t="510467" x="7645400" y="2273300"/>
          <p14:tracePt t="510484" x="7550150" y="2425700"/>
          <p14:tracePt t="510500" x="7461250" y="2552700"/>
          <p14:tracePt t="510517" x="7423150" y="2609850"/>
          <p14:tracePt t="510534" x="7321550" y="2717800"/>
          <p14:tracePt t="510550" x="7264400" y="2755900"/>
          <p14:tracePt t="510567" x="7175500" y="2806700"/>
          <p14:tracePt t="510583" x="7105650" y="2857500"/>
          <p14:tracePt t="510600" x="7073900" y="2882900"/>
          <p14:tracePt t="510617" x="7023100" y="2908300"/>
          <p14:tracePt t="510634" x="6972300" y="2927350"/>
          <p14:tracePt t="510649" x="6959600" y="2933700"/>
          <p14:tracePt t="510667" x="6927850" y="2933700"/>
          <p14:tracePt t="510683" x="6908800" y="2933700"/>
          <p14:tracePt t="510700" x="6896100" y="2927350"/>
          <p14:tracePt t="510703" x="6883400" y="2927350"/>
          <p14:tracePt t="510719" x="6877050" y="2927350"/>
          <p14:tracePt t="510733" x="6858000" y="2927350"/>
          <p14:tracePt t="510766" x="6845300" y="2914650"/>
          <p14:tracePt t="510782" x="6838950" y="2914650"/>
          <p14:tracePt t="510799" x="6826250" y="2914650"/>
          <p14:tracePt t="510816" x="6819900" y="2908300"/>
          <p14:tracePt t="510833" x="6813550" y="2908300"/>
          <p14:tracePt t="510850" x="6807200" y="2901950"/>
          <p14:tracePt t="510867" x="6794500" y="2889250"/>
          <p14:tracePt t="510882" x="6788150" y="2889250"/>
          <p14:tracePt t="510899" x="6781800" y="2882900"/>
          <p14:tracePt t="510916" x="6775450" y="2876550"/>
          <p14:tracePt t="510949" x="6762750" y="2876550"/>
          <p14:tracePt t="510965" x="6756400" y="2876550"/>
          <p14:tracePt t="510985" x="6750050" y="2876550"/>
          <p14:tracePt t="510998" x="6750050" y="2870200"/>
          <p14:tracePt t="511015" x="6743700" y="2870200"/>
          <p14:tracePt t="520635" x="6616700" y="2832100"/>
          <p14:tracePt t="520641" x="6483350" y="2787650"/>
          <p14:tracePt t="520651" x="6299200" y="2736850"/>
          <p14:tracePt t="520665" x="6076950" y="2692400"/>
          <p14:tracePt t="520682" x="5810250" y="2660650"/>
          <p14:tracePt t="520698" x="5359400" y="2660650"/>
          <p14:tracePt t="520715" x="4940300" y="2667000"/>
          <p14:tracePt t="520732" x="4457700" y="2698750"/>
          <p14:tracePt t="520748" x="3771900" y="2705100"/>
          <p14:tracePt t="520765" x="3403600" y="2705100"/>
          <p14:tracePt t="520782" x="3041650" y="2692400"/>
          <p14:tracePt t="520798" x="2870200" y="2660650"/>
          <p14:tracePt t="520814" x="2800350" y="2673350"/>
          <p14:tracePt t="520818" x="2781300" y="2673350"/>
          <p14:tracePt t="520831" x="2743200" y="2673350"/>
          <p14:tracePt t="520864" x="2743200" y="2686050"/>
          <p14:tracePt t="520882" x="2755900" y="2686050"/>
          <p14:tracePt t="520897" x="2768600" y="2692400"/>
          <p14:tracePt t="520914" x="2781300" y="2698750"/>
          <p14:tracePt t="520931" x="2800350" y="2698750"/>
          <p14:tracePt t="520947" x="2813050" y="2698750"/>
          <p14:tracePt t="520965" x="2832100" y="2705100"/>
          <p14:tracePt t="520981" x="2844800" y="2711450"/>
          <p14:tracePt t="520997" x="2857500" y="2711450"/>
          <p14:tracePt t="521014" x="2870200" y="2711450"/>
          <p14:tracePt t="521031" x="2876550" y="2711450"/>
          <p14:tracePt t="521047" x="2882900" y="2711450"/>
          <p14:tracePt t="521064" x="2895600" y="2717800"/>
          <p14:tracePt t="521080" x="2901950" y="2717800"/>
          <p14:tracePt t="521113" x="2927350" y="2717800"/>
          <p14:tracePt t="521130" x="2946400" y="2698750"/>
          <p14:tracePt t="521148" x="3022600" y="2641600"/>
          <p14:tracePt t="521163" x="3130550" y="2565400"/>
          <p14:tracePt t="521180" x="3289300" y="2463800"/>
          <p14:tracePt t="521197" x="3708400" y="2235200"/>
          <p14:tracePt t="521213" x="4095750" y="2076450"/>
          <p14:tracePt t="521230" x="4540250" y="1930400"/>
          <p14:tracePt t="521247" x="5175250" y="1714500"/>
          <p14:tracePt t="521263" x="5480050" y="1644650"/>
          <p14:tracePt t="521280" x="5708650" y="1638300"/>
          <p14:tracePt t="521296" x="5956300" y="1676400"/>
          <p14:tracePt t="521313" x="6045200" y="1733550"/>
          <p14:tracePt t="521317" x="6070600" y="1752600"/>
          <p14:tracePt t="521330" x="6108700" y="1809750"/>
          <p14:tracePt t="521345" x="6121400" y="1879600"/>
          <p14:tracePt t="521362" x="6140450" y="1962150"/>
          <p14:tracePt t="521380" x="6127750" y="2133600"/>
          <p14:tracePt t="521396" x="6070600" y="2279650"/>
          <p14:tracePt t="521412" x="6013450" y="2393950"/>
          <p14:tracePt t="521429" x="5962650" y="2476500"/>
          <p14:tracePt t="521446" x="5937250" y="2514600"/>
          <p14:tracePt t="521462" x="5905500" y="2540000"/>
          <p14:tracePt t="521479" x="5873750" y="2578100"/>
          <p14:tracePt t="521495" x="5848350" y="2609850"/>
          <p14:tracePt t="521513" x="5835650" y="2635250"/>
          <p14:tracePt t="521626" x="5835650" y="2628900"/>
          <p14:tracePt t="521632" x="5835650" y="2622550"/>
          <p14:tracePt t="521717" x="5835650" y="2616200"/>
          <p14:tracePt t="521745" x="5829300" y="2616200"/>
          <p14:tracePt t="521766" x="5829300" y="2609850"/>
          <p14:tracePt t="521787" x="5822950" y="2603500"/>
          <p14:tracePt t="521796" x="5816600" y="2603500"/>
          <p14:tracePt t="521836" x="5810250" y="2597150"/>
          <p14:tracePt t="521843" x="5803900" y="2590800"/>
          <p14:tracePt t="521865" x="5803900" y="2584450"/>
          <p14:tracePt t="521886" x="5797550" y="2578100"/>
          <p14:tracePt t="521900" x="5791200" y="2571750"/>
          <p14:tracePt t="521907" x="5784850" y="2565400"/>
          <p14:tracePt t="521914" x="5778500" y="2565400"/>
          <p14:tracePt t="521928" x="5765800" y="2552700"/>
          <p14:tracePt t="521944" x="5753100" y="2540000"/>
          <p14:tracePt t="521960" x="5727700" y="2520950"/>
          <p14:tracePt t="521978" x="5670550" y="2495550"/>
          <p14:tracePt t="521994" x="5626100" y="2470150"/>
          <p14:tracePt t="522011" x="5588000" y="2457450"/>
          <p14:tracePt t="522027" x="5505450" y="2419350"/>
          <p14:tracePt t="522043" x="5441950" y="2387600"/>
          <p14:tracePt t="522061" x="5302250" y="2343150"/>
          <p14:tracePt t="522077" x="5194300" y="2311400"/>
          <p14:tracePt t="522093" x="5080000" y="2273300"/>
          <p14:tracePt t="522111" x="4883150" y="2216150"/>
          <p14:tracePt t="522127" x="4762500" y="2184400"/>
          <p14:tracePt t="522143" x="4667250" y="2178050"/>
          <p14:tracePt t="522160" x="4489450" y="2171700"/>
          <p14:tracePt t="522176" x="4368800" y="2159000"/>
          <p14:tracePt t="522194" x="4273550" y="2165350"/>
          <p14:tracePt t="522210" x="4178300" y="2178050"/>
          <p14:tracePt t="522226" x="4114800" y="2203450"/>
          <p14:tracePt t="522244" x="4044950" y="2222500"/>
          <p14:tracePt t="522260" x="4019550" y="2228850"/>
          <p14:tracePt t="522276" x="4000500" y="2241550"/>
          <p14:tracePt t="522293" x="3994150" y="2247900"/>
          <p14:tracePt t="522330" x="4000500" y="2247900"/>
          <p14:tracePt t="522350" x="4013200" y="2247900"/>
          <p14:tracePt t="522364" x="4019550" y="2247900"/>
          <p14:tracePt t="522376" x="4025900" y="2247900"/>
          <p14:tracePt t="522393" x="4038600" y="2247900"/>
          <p14:tracePt t="523014" x="4013200" y="2247900"/>
          <p14:tracePt t="523021" x="3987800" y="2247900"/>
          <p14:tracePt t="523027" x="3956050" y="2241550"/>
          <p14:tracePt t="523042" x="3886200" y="2235200"/>
          <p14:tracePt t="523057" x="3816350" y="2216150"/>
          <p14:tracePt t="523073" x="3740150" y="2184400"/>
          <p14:tracePt t="523091" x="3638550" y="2152650"/>
          <p14:tracePt t="523107" x="3543300" y="2095500"/>
          <p14:tracePt t="523123" x="3473450" y="2044700"/>
          <p14:tracePt t="523140" x="3397250" y="1974850"/>
          <p14:tracePt t="523156" x="3365500" y="1943100"/>
          <p14:tracePt t="523173" x="3352800" y="1917700"/>
          <p14:tracePt t="523190" x="3346450" y="1885950"/>
          <p14:tracePt t="523206" x="3333750" y="1866900"/>
          <p14:tracePt t="523223" x="3333750" y="1860550"/>
          <p14:tracePt t="523240" x="3321050" y="1828800"/>
          <p14:tracePt t="523256" x="3321050" y="1797050"/>
          <p14:tracePt t="523274" x="3314700" y="1771650"/>
          <p14:tracePt t="523289" x="3314700" y="1765300"/>
          <p14:tracePt t="523306" x="3314700" y="1746250"/>
          <p14:tracePt t="523323" x="3308350" y="1739900"/>
          <p14:tracePt t="523356" x="3302000" y="1739900"/>
          <p14:tracePt t="523372" x="3302000" y="1765300"/>
          <p14:tracePt t="523389" x="3308350" y="1790700"/>
          <p14:tracePt t="523406" x="3308350" y="1797050"/>
          <p14:tracePt t="523422" x="3308350" y="1892300"/>
          <p14:tracePt t="523439" x="3308350" y="1962150"/>
          <p14:tracePt t="523457" x="3289300" y="2139950"/>
          <p14:tracePt t="523472" x="3263900" y="2241550"/>
          <p14:tracePt t="523489" x="3232150" y="2451100"/>
          <p14:tracePt t="523506" x="3225800" y="2628900"/>
          <p14:tracePt t="523522" x="3213100" y="2705100"/>
          <p14:tracePt t="523538" x="3213100" y="2832100"/>
          <p14:tracePt t="523556" x="3213100" y="2914650"/>
          <p14:tracePt t="523572" x="3213100" y="2933700"/>
          <p14:tracePt t="523588" x="3232150" y="2971800"/>
          <p14:tracePt t="523605" x="3238500" y="2971800"/>
          <p14:tracePt t="523622" x="3238500" y="2978150"/>
          <p14:tracePt t="523638" x="3244850" y="2978150"/>
          <p14:tracePt t="523671" x="3244850" y="2971800"/>
          <p14:tracePt t="523688" x="3244850" y="2952750"/>
          <p14:tracePt t="523704" x="3244850" y="2927350"/>
          <p14:tracePt t="523721" x="3244850" y="2914650"/>
          <p14:tracePt t="523738" x="3238500" y="2876550"/>
          <p14:tracePt t="523754" x="3232150" y="2838450"/>
          <p14:tracePt t="523771" x="3213100" y="2717800"/>
          <p14:tracePt t="523788" x="3194050" y="2540000"/>
          <p14:tracePt t="523804" x="3181350" y="2413000"/>
          <p14:tracePt t="523822" x="3175000" y="2171700"/>
          <p14:tracePt t="523837" x="3162300" y="1943100"/>
          <p14:tracePt t="523854" x="3149600" y="1841500"/>
          <p14:tracePt t="523858" x="3143250" y="1771650"/>
          <p14:tracePt t="523872" x="3130550" y="1720850"/>
          <p14:tracePt t="523887" x="3124200" y="1676400"/>
          <p14:tracePt t="523920" x="3124200" y="1689100"/>
          <p14:tracePt t="523936" x="3130550" y="1708150"/>
          <p14:tracePt t="523953" x="3130550" y="1714500"/>
          <p14:tracePt t="523971" x="3130550" y="1733550"/>
          <p14:tracePt t="523987" x="3130550" y="1758950"/>
          <p14:tracePt t="524004" x="3136900" y="1758950"/>
          <p14:tracePt t="524020" x="3149600" y="1784350"/>
          <p14:tracePt t="524037" x="3149600" y="1790700"/>
          <p14:tracePt t="524054" x="3155950" y="1822450"/>
          <p14:tracePt t="524070" x="3162300" y="1828800"/>
          <p14:tracePt t="524086" x="3168650" y="1835150"/>
          <p14:tracePt t="524103" x="3175000" y="1847850"/>
          <p14:tracePt t="524120" x="3175000" y="1860550"/>
          <p14:tracePt t="524136" x="3175000" y="1866900"/>
          <p14:tracePt t="524152" x="3181350" y="1873250"/>
          <p14:tracePt t="524169" x="3187700" y="1879600"/>
          <p14:tracePt t="524187" x="3194050" y="1885950"/>
          <p14:tracePt t="524203" x="3200400" y="1905000"/>
          <p14:tracePt t="524219" x="3206750" y="1949450"/>
          <p14:tracePt t="524237" x="3219450" y="2019300"/>
          <p14:tracePt t="524252" x="3232150" y="2076450"/>
          <p14:tracePt t="524269" x="3257550" y="2197100"/>
          <p14:tracePt t="524286" x="3289300" y="2330450"/>
          <p14:tracePt t="524302" x="3314700" y="2393950"/>
          <p14:tracePt t="524319" x="3365500" y="2520950"/>
          <p14:tracePt t="524336" x="3390900" y="2578100"/>
          <p14:tracePt t="525802" x="3505200" y="2559050"/>
          <p14:tracePt t="525816" x="3638550" y="2514600"/>
          <p14:tracePt t="525822" x="3803650" y="2451100"/>
          <p14:tracePt t="525837" x="4025900" y="2349500"/>
          <p14:tracePt t="525847" x="4197350" y="2254250"/>
          <p14:tracePt t="525865" x="4686300" y="2044700"/>
          <p14:tracePt t="525880" x="4883150" y="1962150"/>
          <p14:tracePt t="525898" x="5137150" y="1866900"/>
          <p14:tracePt t="525914" x="5365750" y="1841500"/>
          <p14:tracePt t="525930" x="5467350" y="1841500"/>
          <p14:tracePt t="525947" x="5626100" y="1892300"/>
          <p14:tracePt t="525963" x="5734050" y="1968500"/>
          <p14:tracePt t="525980" x="5772150" y="2025650"/>
          <p14:tracePt t="525997" x="5797550" y="2082800"/>
          <p14:tracePt t="526013" x="5880100" y="2355850"/>
          <p14:tracePt t="526030" x="5899150" y="2432050"/>
          <p14:tracePt t="526047" x="5886450" y="2673350"/>
          <p14:tracePt t="526063" x="5854700" y="2806700"/>
          <p14:tracePt t="526080" x="5765800" y="3073400"/>
          <p14:tracePt t="526097" x="5613400" y="3263900"/>
          <p14:tracePt t="526113" x="5530850" y="3321050"/>
          <p14:tracePt t="526130" x="5384800" y="3384550"/>
          <p14:tracePt t="526146" x="5232400" y="3384550"/>
          <p14:tracePt t="526163" x="5149850" y="3371850"/>
          <p14:tracePt t="526180" x="5035550" y="3359150"/>
          <p14:tracePt t="526196" x="4889500" y="3333750"/>
          <p14:tracePt t="526213" x="4826000" y="3321050"/>
          <p14:tracePt t="526230" x="4679950" y="3314700"/>
          <p14:tracePt t="526245" x="4578350" y="3314700"/>
          <p14:tracePt t="526262" x="4540250" y="3314700"/>
          <p14:tracePt t="526280" x="4457700" y="3314700"/>
          <p14:tracePt t="526296" x="4400550" y="3314700"/>
          <p14:tracePt t="526313" x="4381500" y="3314700"/>
          <p14:tracePt t="526329" x="4349750" y="3314700"/>
          <p14:tracePt t="526345" x="4343400" y="3308350"/>
          <p14:tracePt t="526362" x="4324350" y="3308350"/>
          <p14:tracePt t="526379" x="4324350" y="3302000"/>
          <p14:tracePt t="526399" x="4324350" y="3295650"/>
          <p14:tracePt t="526476" x="4324350" y="3289300"/>
          <p14:tracePt t="526533" x="4318000" y="3282950"/>
          <p14:tracePt t="526539" x="4311650" y="3282950"/>
          <p14:tracePt t="526554" x="4298950" y="3282950"/>
          <p14:tracePt t="526561" x="4273550" y="3263900"/>
          <p14:tracePt t="526578" x="4248150" y="3257550"/>
          <p14:tracePt t="526595" x="4133850" y="3200400"/>
          <p14:tracePt t="526611" x="3981450" y="3111500"/>
          <p14:tracePt t="526628" x="3892550" y="3048000"/>
          <p14:tracePt t="526645" x="3568700" y="2838450"/>
          <p14:tracePt t="526660" x="3473450" y="2749550"/>
          <p14:tracePt t="526678" x="3378200" y="2686050"/>
          <p14:tracePt t="526694" x="3232150" y="2546350"/>
          <p14:tracePt t="526711" x="3149600" y="2438400"/>
          <p14:tracePt t="526728" x="3124200" y="2393950"/>
          <p14:tracePt t="526744" x="3105150" y="2317750"/>
          <p14:tracePt t="526761" x="3111500" y="2279650"/>
          <p14:tracePt t="526778" x="3149600" y="2247900"/>
          <p14:tracePt t="526794" x="3175000" y="2235200"/>
          <p14:tracePt t="526811" x="3289300" y="2190750"/>
          <p14:tracePt t="526828" x="3467100" y="2146300"/>
          <p14:tracePt t="526844" x="3575050" y="2139950"/>
          <p14:tracePt t="526862" x="3765550" y="2127250"/>
          <p14:tracePt t="526877" x="3898900" y="2159000"/>
          <p14:tracePt t="526893" x="3943350" y="2209800"/>
          <p14:tracePt t="526910" x="3994150" y="2266950"/>
          <p14:tracePt t="526913" x="4032250" y="2343150"/>
          <p14:tracePt t="526927" x="4076700" y="2514600"/>
          <p14:tracePt t="526944" x="4076700" y="2590800"/>
          <p14:tracePt t="526961" x="4032250" y="2762250"/>
          <p14:tracePt t="526976" x="3956050" y="2832100"/>
          <p14:tracePt t="526993" x="3816350" y="2921000"/>
          <p14:tracePt t="527010" x="3587750" y="2952750"/>
          <p14:tracePt t="527026" x="3448050" y="2952750"/>
          <p14:tracePt t="527043" x="3219450" y="2921000"/>
          <p14:tracePt t="527060" x="3035300" y="2857500"/>
          <p14:tracePt t="527076" x="2965450" y="2819400"/>
          <p14:tracePt t="527093" x="2870200" y="2724150"/>
          <p14:tracePt t="527110" x="2838450" y="2635250"/>
          <p14:tracePt t="527126" x="2838450" y="2584450"/>
          <p14:tracePt t="527143" x="2870200" y="2520950"/>
          <p14:tracePt t="527159" x="2908300" y="2463800"/>
          <p14:tracePt t="527176" x="2933700" y="2444750"/>
          <p14:tracePt t="527193" x="2952750" y="2425700"/>
          <p14:tracePt t="527209" x="2997200" y="2368550"/>
          <p14:tracePt t="527226" x="3009900" y="2355850"/>
          <p14:tracePt t="527243" x="3016250" y="2343150"/>
          <p14:tracePt t="527276" x="3028950" y="2343150"/>
          <p14:tracePt t="527292" x="3041650" y="2349500"/>
          <p14:tracePt t="527309" x="3048000" y="2362200"/>
          <p14:tracePt t="527326" x="3054350" y="2381250"/>
          <p14:tracePt t="527342" x="3054350" y="2406650"/>
          <p14:tracePt t="527358" x="3054350" y="2425700"/>
          <p14:tracePt t="527376" x="3060700" y="2463800"/>
          <p14:tracePt t="529157" x="3079750" y="2457450"/>
          <p14:tracePt t="529163" x="3117850" y="2444750"/>
          <p14:tracePt t="529178" x="3149600" y="2432050"/>
          <p14:tracePt t="529186" x="3194050" y="2406650"/>
          <p14:tracePt t="529202" x="3244850" y="2387600"/>
          <p14:tracePt t="529220" x="3359150" y="2343150"/>
          <p14:tracePt t="529235" x="3492500" y="2305050"/>
          <p14:tracePt t="529252" x="3556000" y="2286000"/>
          <p14:tracePt t="529269" x="3714750" y="2266950"/>
          <p14:tracePt t="529285" x="3778250" y="2254250"/>
          <p14:tracePt t="529303" x="3962400" y="2247900"/>
          <p14:tracePt t="529319" x="4000500" y="2247900"/>
          <p14:tracePt t="529335" x="4019550" y="2247900"/>
          <p14:tracePt t="529352" x="4038600" y="2266950"/>
          <p14:tracePt t="529368" x="4044950" y="2279650"/>
          <p14:tracePt t="529385" x="4044950" y="2292350"/>
          <p14:tracePt t="529402" x="4044950" y="2311400"/>
          <p14:tracePt t="529418" x="4044950" y="2330450"/>
          <p14:tracePt t="529434" x="4044950" y="2343150"/>
          <p14:tracePt t="529451" x="4038600" y="2362200"/>
          <p14:tracePt t="529468" x="4019550" y="2381250"/>
          <p14:tracePt t="529485" x="4006850" y="2393950"/>
          <p14:tracePt t="529501" x="3968750" y="2413000"/>
          <p14:tracePt t="529517" x="3911600" y="2463800"/>
          <p14:tracePt t="529534" x="3879850" y="2476500"/>
          <p14:tracePt t="529551" x="3810000" y="2508250"/>
          <p14:tracePt t="529567" x="3765550" y="2514600"/>
          <p14:tracePt t="529585" x="3727450" y="2527300"/>
          <p14:tracePt t="529601" x="3702050" y="2533650"/>
          <p14:tracePt t="529618" x="3689350" y="2546350"/>
          <p14:tracePt t="549108" x="3676650" y="2540000"/>
          <p14:tracePt t="549116" x="3651250" y="2508250"/>
          <p14:tracePt t="549133" x="3581400" y="2425700"/>
          <p14:tracePt t="549150" x="3416300" y="2292350"/>
          <p14:tracePt t="549166" x="3308350" y="2228850"/>
          <p14:tracePt t="549183" x="3168650" y="2146300"/>
          <p14:tracePt t="549200" x="2927350" y="2038350"/>
          <p14:tracePt t="549216" x="2781300" y="2019300"/>
          <p14:tracePt t="549234" x="2667000" y="2051050"/>
          <p14:tracePt t="549250" x="2628900" y="2070100"/>
          <p14:tracePt t="549266" x="2622550" y="2089150"/>
          <p14:tracePt t="549283" x="2622550" y="2127250"/>
          <p14:tracePt t="549299" x="2635250" y="2146300"/>
          <p14:tracePt t="549316" x="2647950" y="2171700"/>
          <p14:tracePt t="549333" x="2667000" y="2197100"/>
          <p14:tracePt t="549349" x="2673350" y="2209800"/>
          <p14:tracePt t="549366" x="2686050" y="2222500"/>
          <p14:tracePt t="549382" x="2692400" y="2235200"/>
          <p14:tracePt t="549416" x="2692400" y="2241550"/>
          <p14:tracePt t="549432" x="2698750" y="2247900"/>
          <p14:tracePt t="549449" x="2711450" y="2247900"/>
          <p14:tracePt t="549466" x="2730500" y="2247900"/>
          <p14:tracePt t="549482" x="2736850" y="2247900"/>
          <p14:tracePt t="563980" x="2768600" y="2247900"/>
          <p14:tracePt t="563987" x="2851150" y="2254250"/>
          <p14:tracePt t="563998" x="2914650" y="2254250"/>
          <p14:tracePt t="564015" x="3149600" y="2279650"/>
          <p14:tracePt t="564032" x="3276600" y="2311400"/>
          <p14:tracePt t="564050" x="3448050" y="2343150"/>
          <p14:tracePt t="564065" x="3562350" y="2362200"/>
          <p14:tracePt t="564082" x="3784600" y="2400300"/>
          <p14:tracePt t="564099" x="3962400" y="2425700"/>
          <p14:tracePt t="564115" x="4051300" y="2444750"/>
          <p14:tracePt t="564132" x="4248150" y="2482850"/>
          <p14:tracePt t="564148" x="4489450" y="2540000"/>
          <p14:tracePt t="564165" x="4610100" y="2571750"/>
          <p14:tracePt t="564181" x="4806950" y="2628900"/>
          <p14:tracePt t="564198" x="4997450" y="2679700"/>
          <p14:tracePt t="564214" x="5092700" y="2711450"/>
          <p14:tracePt t="564232" x="5251450" y="2755900"/>
          <p14:tracePt t="564248" x="5378450" y="2768600"/>
          <p14:tracePt t="564265" x="5435600" y="2781300"/>
          <p14:tracePt t="564282" x="5562600" y="2787650"/>
          <p14:tracePt t="564297" x="5626100" y="2787650"/>
          <p14:tracePt t="564301" x="5695950" y="2774950"/>
          <p14:tracePt t="564314" x="5734050" y="2768600"/>
          <p14:tracePt t="564331" x="5803900" y="2755900"/>
          <p14:tracePt t="564347" x="5835650" y="2755900"/>
          <p14:tracePt t="564364" x="5861050" y="2730500"/>
          <p14:tracePt t="564381" x="5880100" y="2724150"/>
          <p14:tracePt t="564397" x="5886450" y="2711450"/>
          <p14:tracePt t="564414" x="5892800" y="2698750"/>
          <p14:tracePt t="564430" x="5911850" y="2673350"/>
          <p14:tracePt t="564447" x="5924550" y="2641600"/>
          <p14:tracePt t="564465" x="5956300" y="2609850"/>
          <p14:tracePt t="564481" x="5981700" y="2571750"/>
          <p14:tracePt t="564497" x="5988050" y="2565400"/>
          <p14:tracePt t="564514" x="6007100" y="2552700"/>
          <p14:tracePt t="564530" x="6019800" y="2533650"/>
          <p14:tracePt t="564547" x="6032500" y="2527300"/>
          <p14:tracePt t="564563" x="6051550" y="2508250"/>
          <p14:tracePt t="564580" x="6064250" y="2501900"/>
          <p14:tracePt t="564598" x="6108700" y="2482850"/>
          <p14:tracePt t="564613" x="6121400" y="2476500"/>
          <p14:tracePt t="564630" x="6146800" y="2470150"/>
          <p14:tracePt t="564647" x="6178550" y="2457450"/>
          <p14:tracePt t="564663" x="6203950" y="2444750"/>
          <p14:tracePt t="564680" x="6210300" y="2438400"/>
          <p14:tracePt t="564696" x="6229350" y="2438400"/>
          <p14:tracePt t="564713" x="6242050" y="2432050"/>
          <p14:tracePt t="564730" x="6254750" y="2425700"/>
          <p14:tracePt t="564746" x="6299200" y="2400300"/>
          <p14:tracePt t="564762" x="6362700" y="2381250"/>
          <p14:tracePt t="564780" x="6438900" y="2336800"/>
          <p14:tracePt t="564796" x="6483350" y="2317750"/>
          <p14:tracePt t="564800" x="6534150" y="2305050"/>
          <p14:tracePt t="564812" x="6578600" y="2273300"/>
          <p14:tracePt t="564830" x="6667500" y="2241550"/>
          <p14:tracePt t="564846" x="6699250" y="2222500"/>
          <p14:tracePt t="564862" x="6743700" y="2209800"/>
          <p14:tracePt t="564879" x="6800850" y="2203450"/>
          <p14:tracePt t="564895" x="6826250" y="2197100"/>
          <p14:tracePt t="564929" x="6845300" y="2197100"/>
          <p14:tracePt t="564945" x="6858000" y="2190750"/>
          <p14:tracePt t="565019" x="6851650" y="2190750"/>
          <p14:tracePt t="565033" x="6845300" y="2190750"/>
          <p14:tracePt t="565040" x="6838950" y="2190750"/>
          <p14:tracePt t="565054" x="6832600" y="2190750"/>
          <p14:tracePt t="565075" x="6819900" y="2190750"/>
          <p14:tracePt t="565082" x="6800850" y="2190750"/>
          <p14:tracePt t="565094" x="6775450" y="2190750"/>
          <p14:tracePt t="565111" x="6699250" y="2184400"/>
          <p14:tracePt t="565128" x="6635750" y="2178050"/>
          <p14:tracePt t="565145" x="6477000" y="2165350"/>
          <p14:tracePt t="565161" x="6261100" y="2159000"/>
          <p14:tracePt t="565178" x="6146800" y="2146300"/>
          <p14:tracePt t="565195" x="5969000" y="2133600"/>
          <p14:tracePt t="565211" x="5892800" y="2127250"/>
          <p14:tracePt t="565228" x="5797550" y="2108200"/>
          <p14:tracePt t="565244" x="5765800" y="2101850"/>
          <p14:tracePt t="565261" x="5759450" y="2101850"/>
          <p14:tracePt t="565278" x="5753100" y="2101850"/>
          <p14:tracePt t="565314" x="5759450" y="2101850"/>
          <p14:tracePt t="565320" x="5765800" y="2101850"/>
          <p14:tracePt t="565335" x="5772150" y="2101850"/>
          <p14:tracePt t="565344" x="5772150" y="2108200"/>
          <p14:tracePt t="565360" x="5784850" y="2114550"/>
          <p14:tracePt t="565377" x="5797550" y="2120900"/>
          <p14:tracePt t="565394" x="5810250" y="2120900"/>
          <p14:tracePt t="565411" x="5816600" y="2120900"/>
          <p14:tracePt t="565427" x="5816600" y="2127250"/>
          <p14:tracePt t="565444" x="5822950" y="2127250"/>
          <p14:tracePt t="565463" x="5829300" y="2133600"/>
          <p14:tracePt t="565497" x="5835650" y="2139950"/>
          <p14:tracePt t="565512" x="5835650" y="2146300"/>
          <p14:tracePt t="565978" x="5791200" y="2146300"/>
          <p14:tracePt t="565985" x="5702300" y="2152650"/>
          <p14:tracePt t="565999" x="5613400" y="2165350"/>
          <p14:tracePt t="566008" x="5499100" y="2159000"/>
          <p14:tracePt t="566024" x="5384800" y="2152650"/>
          <p14:tracePt t="566041" x="5156200" y="2152650"/>
          <p14:tracePt t="566058" x="4927600" y="2165350"/>
          <p14:tracePt t="566075" x="4800600" y="2178050"/>
          <p14:tracePt t="566091" x="4559300" y="2184400"/>
          <p14:tracePt t="566108" x="4356100" y="2190750"/>
          <p14:tracePt t="566126" x="4121150" y="2209800"/>
          <p14:tracePt t="566141" x="4025900" y="2209800"/>
          <p14:tracePt t="566158" x="3829050" y="2228850"/>
          <p14:tracePt t="566175" x="3663950" y="2228850"/>
          <p14:tracePt t="566191" x="3575050" y="2228850"/>
          <p14:tracePt t="566208" x="3397250" y="2260600"/>
          <p14:tracePt t="566225" x="3213100" y="2317750"/>
          <p14:tracePt t="566241" x="3130550" y="2336800"/>
          <p14:tracePt t="566257" x="3009900" y="2368550"/>
          <p14:tracePt t="604718" x="3028950" y="2362200"/>
          <p14:tracePt t="604726" x="3041650" y="2355850"/>
          <p14:tracePt t="604732" x="3060700" y="2349500"/>
          <p14:tracePt t="604741" x="3086100" y="2343150"/>
          <p14:tracePt t="604758" x="3117850" y="2317750"/>
          <p14:tracePt t="604775" x="3175000" y="2286000"/>
          <p14:tracePt t="604791" x="3213100" y="2254250"/>
          <p14:tracePt t="604808" x="3282950" y="2216150"/>
          <p14:tracePt t="604824" x="3454400" y="2101850"/>
          <p14:tracePt t="604841" x="3619500" y="1987550"/>
          <p14:tracePt t="604858" x="3822700" y="1841500"/>
          <p14:tracePt t="604861" x="3962400" y="1758950"/>
          <p14:tracePt t="604875" x="4292600" y="1574800"/>
          <p14:tracePt t="604890" x="4648200" y="1352550"/>
          <p14:tracePt t="604908" x="5149850" y="1060450"/>
          <p14:tracePt t="604924" x="5467350" y="838200"/>
          <p14:tracePt t="604940" x="5632450" y="736600"/>
          <p14:tracePt t="604958" x="5848350" y="622300"/>
          <p14:tracePt t="604974" x="5905500" y="596900"/>
          <p14:tracePt t="604991" x="5918200" y="584200"/>
          <p14:tracePt t="605007" x="5930900" y="577850"/>
          <p14:tracePt t="605040" x="5930900" y="584200"/>
          <p14:tracePt t="605057" x="5924550" y="590550"/>
          <p14:tracePt t="605105" x="5924550" y="596900"/>
          <p14:tracePt t="605126" x="5937250" y="603250"/>
          <p14:tracePt t="605133" x="5943600" y="603250"/>
          <p14:tracePt t="605143" x="5956300" y="609600"/>
          <p14:tracePt t="605156" x="5981700" y="609600"/>
          <p14:tracePt t="605173" x="5994400" y="609600"/>
          <p14:tracePt t="605191" x="6007100" y="615950"/>
          <p14:tracePt t="605206" x="6013450" y="615950"/>
          <p14:tracePt t="605259" x="6019800" y="622300"/>
          <p14:tracePt t="605288" x="6019800" y="628650"/>
          <p14:tracePt t="605294" x="6013450" y="628650"/>
          <p14:tracePt t="605309" x="6007100" y="635000"/>
          <p14:tracePt t="605336" x="6000750" y="635000"/>
          <p14:tracePt t="605343" x="5994400" y="635000"/>
          <p14:tracePt t="605360" x="5988050" y="635000"/>
          <p14:tracePt t="605372" x="5969000" y="635000"/>
          <p14:tracePt t="605389" x="5937250" y="635000"/>
          <p14:tracePt t="605407" x="5867400" y="635000"/>
          <p14:tracePt t="605423" x="5803900" y="628650"/>
          <p14:tracePt t="605439" x="5683250" y="609600"/>
          <p14:tracePt t="605456" x="5461000" y="558800"/>
          <p14:tracePt t="605472" x="5302250" y="533400"/>
          <p14:tracePt t="605489" x="5181600" y="501650"/>
          <p14:tracePt t="605506" x="5054600" y="463550"/>
          <p14:tracePt t="605522" x="5003800" y="450850"/>
          <p14:tracePt t="605538" x="4984750" y="444500"/>
          <p14:tracePt t="605590" x="4991100" y="444500"/>
          <p14:tracePt t="605596" x="4997450" y="444500"/>
          <p14:tracePt t="605611" x="5016500" y="450850"/>
          <p14:tracePt t="605622" x="5035550" y="457200"/>
          <p14:tracePt t="605639" x="5124450" y="469900"/>
          <p14:tracePt t="605654" x="5219700" y="476250"/>
          <p14:tracePt t="605671" x="5314950" y="495300"/>
          <p14:tracePt t="605688" x="5448300" y="527050"/>
          <p14:tracePt t="605704" x="5530850" y="546100"/>
          <p14:tracePt t="605722" x="5607050" y="565150"/>
          <p14:tracePt t="605738" x="5759450" y="615950"/>
          <p14:tracePt t="605754" x="5842000" y="635000"/>
          <p14:tracePt t="605772" x="5956300" y="685800"/>
          <p14:tracePt t="605787" x="6013450" y="698500"/>
          <p14:tracePt t="605804" x="6051550" y="711200"/>
          <p14:tracePt t="605821" x="6121400" y="730250"/>
          <p14:tracePt t="605838" x="6165850" y="749300"/>
          <p14:tracePt t="605854" x="6229350" y="755650"/>
          <p14:tracePt t="605871" x="6375400" y="768350"/>
          <p14:tracePt t="605887" x="6508750" y="781050"/>
          <p14:tracePt t="605904" x="6648450" y="781050"/>
          <p14:tracePt t="605921" x="6819900" y="787400"/>
          <p14:tracePt t="605937" x="6908800" y="800100"/>
          <p14:tracePt t="605955" x="7023100" y="819150"/>
          <p14:tracePt t="605970" x="7067550" y="831850"/>
          <p14:tracePt t="605987" x="7099300" y="838200"/>
          <p14:tracePt t="606004" x="7156450" y="850900"/>
          <p14:tracePt t="606020" x="7207250" y="869950"/>
          <p14:tracePt t="606037" x="7258050" y="901700"/>
          <p14:tracePt t="606054" x="7378700" y="971550"/>
          <p14:tracePt t="606070" x="7410450" y="996950"/>
          <p14:tracePt t="606553" x="7404100" y="996950"/>
          <p14:tracePt t="606559" x="7385050" y="977900"/>
          <p14:tracePt t="606568" x="7359650" y="965200"/>
          <p14:tracePt t="606585" x="7321550" y="952500"/>
          <p14:tracePt t="606602" x="7245350" y="914400"/>
          <p14:tracePt t="606618" x="7194550" y="895350"/>
          <p14:tracePt t="606634" x="7156450" y="869950"/>
          <p14:tracePt t="606651" x="7092950" y="857250"/>
          <p14:tracePt t="606668" x="7042150" y="844550"/>
          <p14:tracePt t="606684" x="6991350" y="838200"/>
          <p14:tracePt t="606701" x="6915150" y="825500"/>
          <p14:tracePt t="606717" x="6870700" y="825500"/>
          <p14:tracePt t="606735" x="6832600" y="806450"/>
          <p14:tracePt t="606751" x="6800850" y="806450"/>
          <p14:tracePt t="606767" x="6794500" y="806450"/>
          <p14:tracePt t="606785" x="6788150" y="806450"/>
          <p14:tracePt t="606834" x="6794500" y="806450"/>
          <p14:tracePt t="606840" x="6807200" y="806450"/>
          <p14:tracePt t="606850" x="6813550" y="806450"/>
          <p14:tracePt t="606868" x="6832600" y="806450"/>
          <p14:tracePt t="606884" x="6851650" y="806450"/>
          <p14:tracePt t="606900" x="6902450" y="793750"/>
          <p14:tracePt t="606918" x="7061200" y="781050"/>
          <p14:tracePt t="606933" x="7213600" y="762000"/>
          <p14:tracePt t="606950" x="7385050" y="736600"/>
          <p14:tracePt t="606967" x="7639050" y="730250"/>
          <p14:tracePt t="606983" x="7829550" y="711200"/>
          <p14:tracePt t="607000" x="7994650" y="698500"/>
          <p14:tracePt t="607017" x="8178800" y="692150"/>
          <p14:tracePt t="607033" x="8255000" y="692150"/>
          <p14:tracePt t="607050" x="8318500" y="692150"/>
          <p14:tracePt t="607067" x="8369300" y="698500"/>
          <p14:tracePt t="607083" x="8394700" y="704850"/>
          <p14:tracePt t="607100" x="8407400" y="711200"/>
          <p14:tracePt t="607116" x="8426450" y="711200"/>
          <p14:tracePt t="607133" x="8432800" y="717550"/>
          <p14:tracePt t="607150" x="8439150" y="717550"/>
          <p14:tracePt t="607276" x="8432800" y="723900"/>
          <p14:tracePt t="607284" x="8426450" y="723900"/>
          <p14:tracePt t="607290" x="8413750" y="723900"/>
          <p14:tracePt t="607298" x="8382000" y="723900"/>
          <p14:tracePt t="607315" x="8305800" y="723900"/>
          <p14:tracePt t="607333" x="8064500" y="723900"/>
          <p14:tracePt t="607349" x="7823200" y="723900"/>
          <p14:tracePt t="607365" x="7531100" y="723900"/>
          <p14:tracePt t="607382" x="7023100" y="749300"/>
          <p14:tracePt t="607399" x="6572250" y="762000"/>
          <p14:tracePt t="607415" x="6280150" y="774700"/>
          <p14:tracePt t="607432" x="5924550" y="774700"/>
          <p14:tracePt t="607448" x="5746750" y="768350"/>
          <p14:tracePt t="607466" x="5562600" y="742950"/>
          <p14:tracePt t="607482" x="5505450" y="730250"/>
          <p14:tracePt t="607498" x="5473700" y="711200"/>
          <p14:tracePt t="607515" x="5467350" y="692150"/>
          <p14:tracePt t="607531" x="5467350" y="685800"/>
          <p14:tracePt t="607548" x="5467350" y="679450"/>
          <p14:tracePt t="607565" x="5467350" y="673100"/>
          <p14:tracePt t="607581" x="5480050" y="673100"/>
          <p14:tracePt t="607598" x="5492750" y="673100"/>
          <p14:tracePt t="607615" x="5499100" y="673100"/>
          <p14:tracePt t="607631" x="5505450" y="673100"/>
          <p14:tracePt t="607683" x="5511800" y="679450"/>
          <p14:tracePt t="607691" x="5511800" y="685800"/>
          <p14:tracePt t="610040" x="5518150" y="717550"/>
          <p14:tracePt t="610047" x="5537200" y="762000"/>
          <p14:tracePt t="610056" x="5568950" y="819150"/>
          <p14:tracePt t="610073" x="5638800" y="1016000"/>
          <p14:tracePt t="610090" x="5753100" y="1308100"/>
          <p14:tracePt t="610106" x="5822950" y="1479550"/>
          <p14:tracePt t="610124" x="5911850" y="1720850"/>
          <p14:tracePt t="610139" x="5962650" y="1879600"/>
          <p14:tracePt t="610156" x="6019800" y="1981200"/>
          <p14:tracePt t="610173" x="6051550" y="2070100"/>
          <p14:tracePt t="610189" x="6064250" y="2114550"/>
          <p14:tracePt t="610206" x="6076950" y="2133600"/>
          <p14:tracePt t="610222" x="6089650" y="2184400"/>
          <p14:tracePt t="610239" x="6108700" y="2209800"/>
          <p14:tracePt t="610255" x="6121400" y="2254250"/>
          <p14:tracePt t="610272" x="6127750" y="2349500"/>
          <p14:tracePt t="610289" x="6140450" y="2400300"/>
          <p14:tracePt t="610306" x="6159500" y="2444750"/>
          <p14:tracePt t="610321" x="6159500" y="2451100"/>
          <p14:tracePt t="610338" x="6159500" y="2457450"/>
          <p14:tracePt t="610376" x="6165850" y="2457450"/>
          <p14:tracePt t="610446" x="6172200" y="2457450"/>
          <p14:tracePt t="610495" x="6172200" y="2463800"/>
          <p14:tracePt t="610502" x="6178550" y="2463800"/>
          <p14:tracePt t="610523" x="6184900" y="2463800"/>
          <p14:tracePt t="610539" x="6191250" y="2463800"/>
          <p14:tracePt t="610573" x="6197600" y="2463800"/>
          <p14:tracePt t="610594" x="6203950" y="2463800"/>
          <p14:tracePt t="610615" x="6203950" y="2457450"/>
          <p14:tracePt t="610622" x="6203950" y="2451100"/>
          <p14:tracePt t="610629" x="6210300" y="2451100"/>
          <p14:tracePt t="610643" x="6210300" y="2444750"/>
          <p14:tracePt t="623153" x="6159500" y="2444750"/>
          <p14:tracePt t="623160" x="6083300" y="2444750"/>
          <p14:tracePt t="623167" x="5994400" y="2444750"/>
          <p14:tracePt t="623177" x="5880100" y="2438400"/>
          <p14:tracePt t="623195" x="5518150" y="2406650"/>
          <p14:tracePt t="623210" x="5270500" y="2406650"/>
          <p14:tracePt t="623227" x="4972050" y="2381250"/>
          <p14:tracePt t="623244" x="4406900" y="2393950"/>
          <p14:tracePt t="623261" x="3949700" y="2419350"/>
          <p14:tracePt t="623277" x="3441700" y="2463800"/>
          <p14:tracePt t="623294" x="2965450" y="2482850"/>
          <p14:tracePt t="623310" x="2533650" y="2520950"/>
          <p14:tracePt t="623327" x="2444750" y="2533650"/>
          <p14:tracePt t="623344" x="2317750" y="2597150"/>
          <p14:tracePt t="623360" x="2254250" y="2616200"/>
        </p14:tracePtLst>
      </p14:laserTrace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EAAA00"/>
                </a:solidFill>
                <a:latin typeface="Lucida Console" panose="020B0609040504020204" pitchFamily="49" charset="0"/>
              </a:rPr>
              <a:t>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'__hash__'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EAAA00"/>
                </a:solidFill>
                <a:latin typeface="Lucida Console" panose="020B0609040504020204" pitchFamily="49" charset="0"/>
              </a:rPr>
              <a:t>attrib2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attrib4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print(Testclass.attrib2, 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Testclass.attrib4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b="1" spc="-10" dirty="0">
                <a:solidFill>
                  <a:srgbClr val="EAAA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4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attrib4=10</a:t>
            </a:r>
            <a:r>
              <a:rPr lang="fr-FR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x</a:t>
            </a:r>
          </a:p>
          <a:p>
            <a:pPr lvl="0">
              <a:lnSpc>
                <a:spcPct val="90000"/>
              </a:lnSpc>
            </a:pPr>
            <a:r>
              <a:rPr lang="fr-FR" sz="2200" spc="-1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attrib1=1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attrib3=3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attrib4=10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print(x.attrib1,x.attrib2,x.attrib3,x.attrib4)</a:t>
            </a:r>
          </a:p>
          <a:p>
            <a:pPr>
              <a:lnSpc>
                <a:spcPct val="90000"/>
              </a:lnSpc>
            </a:pP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EAAA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 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10</a:t>
            </a:r>
            <a:endParaRPr lang="fr-FR" sz="2200" spc="-1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403" y="61223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813"/>
    </mc:Choice>
    <mc:Fallback xmlns="">
      <p:transition spd="slow" advTm="2398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66" x="2324100" y="2635250"/>
          <p14:tracePt t="1173" x="2406650" y="2667000"/>
          <p14:tracePt t="1189" x="2540000" y="2724150"/>
          <p14:tracePt t="1203" x="2667000" y="2743200"/>
          <p14:tracePt t="1219" x="2997200" y="2844800"/>
          <p14:tracePt t="1237" x="3295650" y="2914650"/>
          <p14:tracePt t="1252" x="3498850" y="3009900"/>
          <p14:tracePt t="1269" x="3860800" y="3117850"/>
          <p14:tracePt t="1286" x="4102100" y="3181350"/>
          <p14:tracePt t="1302" x="4254500" y="3213100"/>
          <p14:tracePt t="1319" x="4514850" y="3289300"/>
          <p14:tracePt t="1335" x="4705350" y="3352800"/>
          <p14:tracePt t="1352" x="4800600" y="3371850"/>
          <p14:tracePt t="1368" x="4889500" y="3384550"/>
          <p14:tracePt t="1386" x="5130800" y="3403600"/>
          <p14:tracePt t="1402" x="5200650" y="3416300"/>
          <p14:tracePt t="1419" x="5257800" y="3416300"/>
          <p14:tracePt t="1435" x="5283200" y="3416300"/>
          <p14:tracePt t="1451" x="5302250" y="3416300"/>
          <p14:tracePt t="1469" x="5321300" y="3422650"/>
          <p14:tracePt t="1485" x="5321300" y="3429000"/>
          <p14:tracePt t="1501" x="5340350" y="3441700"/>
          <p14:tracePt t="1518" x="5359400" y="3454400"/>
          <p14:tracePt t="1535" x="5372100" y="3460750"/>
          <p14:tracePt t="1551" x="5397500" y="3479800"/>
          <p14:tracePt t="1568" x="5435600" y="3505200"/>
          <p14:tracePt t="1584" x="5454650" y="3530600"/>
          <p14:tracePt t="1602" x="5505450" y="3568700"/>
          <p14:tracePt t="1617" x="5594350" y="3619500"/>
          <p14:tracePt t="1634" x="5638800" y="3638550"/>
          <p14:tracePt t="1651" x="5727700" y="3670300"/>
          <p14:tracePt t="1667" x="5803900" y="3708400"/>
          <p14:tracePt t="1683" x="5842000" y="3714750"/>
          <p14:tracePt t="1701" x="5911850" y="3727450"/>
          <p14:tracePt t="1717" x="5930900" y="3727450"/>
          <p14:tracePt t="1734" x="5981700" y="3746500"/>
          <p14:tracePt t="1751" x="6013450" y="3746500"/>
          <p14:tracePt t="1767" x="6026150" y="3746500"/>
          <p14:tracePt t="1784" x="6038850" y="3746500"/>
          <p14:tracePt t="1800" x="6045200" y="3746500"/>
          <p14:tracePt t="1834" x="6032500" y="3746500"/>
          <p14:tracePt t="1850" x="6019800" y="3746500"/>
          <p14:tracePt t="1867" x="6007100" y="3740150"/>
          <p14:tracePt t="1884" x="5956300" y="3727450"/>
          <p14:tracePt t="1900" x="5873750" y="3714750"/>
          <p14:tracePt t="1916" x="5810250" y="3708400"/>
          <p14:tracePt t="1933" x="5632450" y="3689350"/>
          <p14:tracePt t="1950" x="5461000" y="3670300"/>
          <p14:tracePt t="1968" x="5308600" y="3644900"/>
          <p14:tracePt t="1984" x="5251450" y="3638550"/>
          <p14:tracePt t="2000" x="5200650" y="3632200"/>
          <p14:tracePt t="2017" x="5105400" y="3600450"/>
          <p14:tracePt t="2033" x="5086350" y="3594100"/>
          <p14:tracePt t="2050" x="5073650" y="3587750"/>
          <p14:tracePt t="2066" x="5060950" y="3575050"/>
          <p14:tracePt t="2083" x="5035550" y="3562350"/>
          <p14:tracePt t="2099" x="5022850" y="3556000"/>
          <p14:tracePt t="2116" x="4972050" y="3549650"/>
          <p14:tracePt t="2132" x="4895850" y="3536950"/>
          <p14:tracePt t="2150" x="4787900" y="3530600"/>
          <p14:tracePt t="2166" x="4724400" y="3530600"/>
          <p14:tracePt t="2183" x="4546600" y="3536950"/>
          <p14:tracePt t="2199" x="4318000" y="3543300"/>
          <p14:tracePt t="2216" x="4203700" y="3556000"/>
          <p14:tracePt t="2232" x="3975100" y="3575050"/>
          <p14:tracePt t="2249" x="3790950" y="3606800"/>
          <p14:tracePt t="2266" x="3689350" y="3625850"/>
          <p14:tracePt t="2282" x="3613150" y="3638550"/>
          <p14:tracePt t="2299" x="3397250" y="3683000"/>
          <p14:tracePt t="2315" x="3321050" y="3702050"/>
          <p14:tracePt t="2332" x="3251200" y="3721100"/>
          <p14:tracePt t="2348" x="3111500" y="3752850"/>
          <p14:tracePt t="2365" x="2978150" y="3790950"/>
          <p14:tracePt t="2383" x="2844800" y="3822700"/>
          <p14:tracePt t="2398" x="2768600" y="3829050"/>
          <p14:tracePt t="2415" x="2635250" y="3841750"/>
          <p14:tracePt t="2431" x="2540000" y="3848100"/>
          <p14:tracePt t="2448" x="2514600" y="3848100"/>
          <p14:tracePt t="2465" x="2457450" y="3848100"/>
          <p14:tracePt t="2482" x="2432050" y="3841750"/>
          <p14:tracePt t="2498" x="2425700" y="3841750"/>
          <p14:tracePt t="2515" x="2425700" y="3829050"/>
          <p14:tracePt t="2531" x="2438400" y="3829050"/>
          <p14:tracePt t="2548" x="2451100" y="3829050"/>
          <p14:tracePt t="2565" x="2470150" y="3822700"/>
          <p14:tracePt t="2581" x="2501900" y="3822700"/>
          <p14:tracePt t="2598" x="2520950" y="3822700"/>
          <p14:tracePt t="2615" x="2616200" y="3797300"/>
          <p14:tracePt t="2631" x="2698750" y="3790950"/>
          <p14:tracePt t="2647" x="2946400" y="3746500"/>
          <p14:tracePt t="2664" x="3314700" y="3683000"/>
          <p14:tracePt t="2681" x="3543300" y="3638550"/>
          <p14:tracePt t="2698" x="4070350" y="3549650"/>
          <p14:tracePt t="2714" x="4565650" y="3473450"/>
          <p14:tracePt t="2731" x="4781550" y="3448050"/>
          <p14:tracePt t="2748" x="5245100" y="3390900"/>
          <p14:tracePt t="2764" x="5619750" y="3327400"/>
          <p14:tracePt t="2780" x="5746750" y="3314700"/>
          <p14:tracePt t="2798" x="5975350" y="3282950"/>
          <p14:tracePt t="2814" x="6083300" y="3282950"/>
          <p14:tracePt t="2831" x="6121400" y="3282950"/>
          <p14:tracePt t="2847" x="6172200" y="3289300"/>
          <p14:tracePt t="2863" x="6203950" y="3295650"/>
          <p14:tracePt t="2881" x="6223000" y="3302000"/>
          <p14:tracePt t="2903" x="6223000" y="3308350"/>
          <p14:tracePt t="2917" x="6229350" y="3314700"/>
          <p14:tracePt t="2930" x="6229350" y="3321050"/>
          <p14:tracePt t="2946" x="6229350" y="3333750"/>
          <p14:tracePt t="2980" x="6210300" y="3346450"/>
          <p14:tracePt t="2996" x="6153150" y="3352800"/>
          <p14:tracePt t="3013" x="6108700" y="3352800"/>
          <p14:tracePt t="3030" x="5899150" y="3384550"/>
          <p14:tracePt t="3046" x="5568950" y="3403600"/>
          <p14:tracePt t="3063" x="5346700" y="3435350"/>
          <p14:tracePt t="3079" x="4819650" y="3448050"/>
          <p14:tracePt t="3096" x="4337050" y="3492500"/>
          <p14:tracePt t="3113" x="3949700" y="3530600"/>
          <p14:tracePt t="3130" x="3778250" y="3568700"/>
          <p14:tracePt t="3146" x="3543300" y="3606800"/>
          <p14:tracePt t="3163" x="3409950" y="3644900"/>
          <p14:tracePt t="3179" x="3365500" y="3663950"/>
          <p14:tracePt t="3196" x="3346450" y="3670300"/>
          <p14:tracePt t="3213" x="3333750" y="3683000"/>
          <p14:tracePt t="3229" x="3340100" y="3689350"/>
          <p14:tracePt t="3246" x="3359150" y="3689350"/>
          <p14:tracePt t="3262" x="3371850" y="3689350"/>
          <p14:tracePt t="3278" x="3397250" y="3689350"/>
          <p14:tracePt t="3296" x="3416300" y="3683000"/>
          <p14:tracePt t="3312" x="3429000" y="3683000"/>
          <p14:tracePt t="3329" x="3505200" y="3695700"/>
          <p14:tracePt t="3346" x="3606800" y="3702050"/>
          <p14:tracePt t="3362" x="3670300" y="3702050"/>
          <p14:tracePt t="3378" x="3822700" y="3714750"/>
          <p14:tracePt t="3395" x="4006850" y="3708400"/>
          <p14:tracePt t="3411" x="4108450" y="3708400"/>
          <p14:tracePt t="3428" x="4387850" y="3695700"/>
          <p14:tracePt t="3445" x="4768850" y="3657600"/>
          <p14:tracePt t="3461" x="5016500" y="3632200"/>
          <p14:tracePt t="3479" x="5632450" y="3568700"/>
          <p14:tracePt t="3494" x="6235700" y="3454400"/>
          <p14:tracePt t="3511" x="6565900" y="3390900"/>
          <p14:tracePt t="3528" x="7092950" y="3302000"/>
          <p14:tracePt t="3544" x="7493000" y="3219450"/>
          <p14:tracePt t="3561" x="7620000" y="3200400"/>
          <p14:tracePt t="3578" x="7785100" y="3181350"/>
          <p14:tracePt t="3594" x="7842250" y="3155950"/>
          <p14:tracePt t="3611" x="7861300" y="3149600"/>
          <p14:tracePt t="3628" x="7874000" y="3111500"/>
          <p14:tracePt t="4089" x="7835900" y="3149600"/>
          <p14:tracePt t="4097" x="7778750" y="3213100"/>
          <p14:tracePt t="4112" x="7734300" y="3257550"/>
          <p14:tracePt t="4126" x="7677150" y="3308350"/>
          <p14:tracePt t="4142" x="7569200" y="3390900"/>
          <p14:tracePt t="4159" x="7499350" y="3441700"/>
          <p14:tracePt t="4175" x="7372350" y="3530600"/>
          <p14:tracePt t="4192" x="7245350" y="3619500"/>
          <p14:tracePt t="4209" x="7092950" y="3714750"/>
          <p14:tracePt t="4225" x="7035800" y="3765550"/>
          <p14:tracePt t="4242" x="6921500" y="3835400"/>
          <p14:tracePt t="4259" x="6832600" y="3886200"/>
          <p14:tracePt t="4275" x="6800850" y="3911600"/>
          <p14:tracePt t="4292" x="6724650" y="3949700"/>
          <p14:tracePt t="4308" x="6616700" y="4038600"/>
          <p14:tracePt t="4325" x="6572250" y="4083050"/>
          <p14:tracePt t="4342" x="6546850" y="4127500"/>
          <p14:tracePt t="4358" x="6457950" y="4210050"/>
          <p14:tracePt t="4375" x="6438900" y="4229100"/>
          <p14:tracePt t="4392" x="6419850" y="4248150"/>
          <p14:tracePt t="4408" x="6419850" y="4254500"/>
          <p14:tracePt t="4425" x="6419850" y="4267200"/>
          <p14:tracePt t="4449" x="6413500" y="4279900"/>
          <p14:tracePt t="4462" x="6413500" y="4286250"/>
          <p14:tracePt t="4474" x="6407150" y="4292600"/>
          <p14:tracePt t="4491" x="6381750" y="4337050"/>
          <p14:tracePt t="4508" x="6375400" y="4356100"/>
          <p14:tracePt t="4525" x="6350000" y="4400550"/>
          <p14:tracePt t="4540" x="6324600" y="4451350"/>
          <p14:tracePt t="4557" x="6311900" y="4476750"/>
          <p14:tracePt t="4574" x="6299200" y="4508500"/>
          <p14:tracePt t="4591" x="6292850" y="4533900"/>
          <p14:tracePt t="4608" x="6292850" y="4546600"/>
          <p14:tracePt t="4624" x="6286500" y="4578350"/>
          <p14:tracePt t="4641" x="6280150" y="4603750"/>
          <p14:tracePt t="4657" x="6280150" y="4610100"/>
          <p14:tracePt t="4674" x="6280150" y="4622800"/>
          <p14:tracePt t="4690" x="6280150" y="4629150"/>
          <p14:tracePt t="4779" x="6280150" y="4622800"/>
          <p14:tracePt t="4793" x="6280150" y="4616450"/>
          <p14:tracePt t="4821" x="6280150" y="4610100"/>
          <p14:tracePt t="4842" x="6280150" y="4603750"/>
          <p14:tracePt t="4849" x="6286500" y="4603750"/>
          <p14:tracePt t="4870" x="6292850" y="4597400"/>
          <p14:tracePt t="4891" x="6299200" y="4597400"/>
          <p14:tracePt t="4912" x="6305550" y="4597400"/>
          <p14:tracePt t="4919" x="6311900" y="4597400"/>
          <p14:tracePt t="4941" x="6318250" y="4597400"/>
          <p14:tracePt t="4961" x="6330950" y="4597400"/>
          <p14:tracePt t="4976" x="6343650" y="4597400"/>
          <p14:tracePt t="4983" x="6369050" y="4610100"/>
          <p14:tracePt t="4992" x="6407150" y="4610100"/>
          <p14:tracePt t="5006" x="6432550" y="4616450"/>
          <p14:tracePt t="5023" x="6502400" y="4635500"/>
          <p14:tracePt t="5039" x="6629400" y="4654550"/>
          <p14:tracePt t="5056" x="6813550" y="4673600"/>
          <p14:tracePt t="5073" x="6915150" y="4673600"/>
          <p14:tracePt t="5090" x="7156450" y="4692650"/>
          <p14:tracePt t="5106" x="7391400" y="4705350"/>
          <p14:tracePt t="5124" x="7594600" y="4705350"/>
          <p14:tracePt t="5139" x="7670800" y="4705350"/>
          <p14:tracePt t="5155" x="7778750" y="4699000"/>
          <p14:tracePt t="5173" x="7810500" y="4692650"/>
          <p14:tracePt t="5189" x="7848600" y="4686300"/>
          <p14:tracePt t="5205" x="7867650" y="4679950"/>
          <p14:tracePt t="5222" x="7880350" y="4679950"/>
          <p14:tracePt t="5255" x="7886700" y="4679950"/>
          <p14:tracePt t="5334" x="7880350" y="4679950"/>
          <p14:tracePt t="5362" x="7874000" y="4679950"/>
          <p14:tracePt t="5377" x="7867650" y="4673600"/>
          <p14:tracePt t="5383" x="7861300" y="4673600"/>
          <p14:tracePt t="5397" x="7854950" y="4673600"/>
          <p14:tracePt t="5405" x="7854950" y="4667250"/>
          <p14:tracePt t="5421" x="7842250" y="4667250"/>
          <p14:tracePt t="5438" x="7810500" y="4648200"/>
          <p14:tracePt t="5454" x="7740650" y="4622800"/>
          <p14:tracePt t="5471" x="7683500" y="4603750"/>
          <p14:tracePt t="5489" x="7537450" y="4565650"/>
          <p14:tracePt t="5504" x="7359650" y="4521200"/>
          <p14:tracePt t="5521" x="7270750" y="4514850"/>
          <p14:tracePt t="5538" x="7048500" y="4483100"/>
          <p14:tracePt t="5554" x="6832600" y="4470400"/>
          <p14:tracePt t="5571" x="6731000" y="4470400"/>
          <p14:tracePt t="5588" x="6540500" y="4464050"/>
          <p14:tracePt t="5605" x="6464300" y="4464050"/>
          <p14:tracePt t="5621" x="6375400" y="4464050"/>
          <p14:tracePt t="5637" x="6311900" y="4464050"/>
          <p14:tracePt t="5654" x="6299200" y="4464050"/>
          <p14:tracePt t="5671" x="6286500" y="4464050"/>
          <p14:tracePt t="5727" x="6292850" y="4464050"/>
          <p14:tracePt t="5734" x="6299200" y="4464050"/>
          <p14:tracePt t="5755" x="6305550" y="4464050"/>
          <p14:tracePt t="5762" x="6311900" y="4464050"/>
          <p14:tracePt t="5776" x="6318250" y="4464050"/>
          <p14:tracePt t="5811" x="6324600" y="4464050"/>
          <p14:tracePt t="5825" x="6324600" y="4457700"/>
          <p14:tracePt t="6777" x="6318250" y="4457700"/>
          <p14:tracePt t="6791" x="6305550" y="4457700"/>
          <p14:tracePt t="6798" x="6280150" y="4457700"/>
          <p14:tracePt t="6819" x="6267450" y="4457700"/>
          <p14:tracePt t="6834" x="6254750" y="4457700"/>
          <p14:tracePt t="6840" x="6248400" y="4457700"/>
          <p14:tracePt t="6849" x="6242050" y="4457700"/>
          <p14:tracePt t="6866" x="6229350" y="4457700"/>
          <p14:tracePt t="6883" x="6216650" y="4457700"/>
          <p14:tracePt t="6899" x="6210300" y="4457700"/>
          <p14:tracePt t="6916" x="6191250" y="4457700"/>
          <p14:tracePt t="6933" x="6165850" y="4464050"/>
          <p14:tracePt t="6949" x="6159500" y="4464050"/>
          <p14:tracePt t="6966" x="6140450" y="4464050"/>
          <p14:tracePt t="6982" x="6127750" y="4464050"/>
          <p14:tracePt t="6999" x="6121400" y="4464050"/>
          <p14:tracePt t="7016" x="6108700" y="4470400"/>
          <p14:tracePt t="7058" x="6102350" y="4470400"/>
          <p14:tracePt t="7093" x="6096000" y="4470400"/>
          <p14:tracePt t="7121" x="6089650" y="4470400"/>
          <p14:tracePt t="7128" x="6083300" y="4470400"/>
          <p14:tracePt t="7142" x="6076950" y="4470400"/>
          <p14:tracePt t="7163" x="6070600" y="4470400"/>
          <p14:tracePt t="7191" x="6064250" y="4470400"/>
          <p14:tracePt t="7199" x="6057900" y="4470400"/>
          <p14:tracePt t="7212" x="6045200" y="4470400"/>
          <p14:tracePt t="7234" x="6032500" y="4470400"/>
          <p14:tracePt t="7240" x="6019800" y="4470400"/>
          <p14:tracePt t="7254" x="6013450" y="4470400"/>
          <p14:tracePt t="7265" x="6000750" y="4470400"/>
          <p14:tracePt t="7282" x="5981700" y="4470400"/>
          <p14:tracePt t="7298" x="5962650" y="4470400"/>
          <p14:tracePt t="7315" x="5937250" y="4470400"/>
          <p14:tracePt t="7332" x="5911850" y="4476750"/>
          <p14:tracePt t="7348" x="5905500" y="4476750"/>
          <p14:tracePt t="7365" x="5892800" y="4476750"/>
          <p14:tracePt t="7398" x="5886450" y="4483100"/>
          <p14:tracePt t="7514" x="5886450" y="4489450"/>
          <p14:tracePt t="7564" x="5892800" y="4495800"/>
          <p14:tracePt t="7614" x="5899150" y="4495800"/>
          <p14:tracePt t="7655" x="5905500" y="4495800"/>
          <p14:tracePt t="7725" x="5911850" y="4495800"/>
          <p14:tracePt t="7754" x="5918200" y="4495800"/>
          <p14:tracePt t="7782" x="5924550" y="4502150"/>
          <p14:tracePt t="7798" x="5930900" y="4502150"/>
          <p14:tracePt t="7825" x="5937250" y="4502150"/>
          <p14:tracePt t="7832" x="5943600" y="4508500"/>
          <p14:tracePt t="7867" x="5949950" y="4508500"/>
          <p14:tracePt t="7873" x="5956300" y="4508500"/>
          <p14:tracePt t="7888" x="5962650" y="4508500"/>
          <p14:tracePt t="7896" x="5969000" y="4508500"/>
          <p14:tracePt t="7916" x="5975350" y="4508500"/>
          <p14:tracePt t="7930" x="5981700" y="4508500"/>
          <p14:tracePt t="7946" x="5994400" y="4521200"/>
          <p14:tracePt t="7962" x="6007100" y="4527550"/>
          <p14:tracePt t="7979" x="6045200" y="4533900"/>
          <p14:tracePt t="7996" x="6083300" y="4546600"/>
          <p14:tracePt t="8012" x="6108700" y="4559300"/>
          <p14:tracePt t="8029" x="6140450" y="4572000"/>
          <p14:tracePt t="8046" x="6172200" y="4578350"/>
          <p14:tracePt t="8063" x="6203950" y="4584700"/>
          <p14:tracePt t="8079" x="6216650" y="4584700"/>
          <p14:tracePt t="8095" x="6223000" y="4591050"/>
          <p14:tracePt t="8113" x="6242050" y="4591050"/>
          <p14:tracePt t="8128" x="6248400" y="4591050"/>
          <p14:tracePt t="8145" x="6254750" y="4591050"/>
          <p14:tracePt t="8178" x="6261100" y="4591050"/>
          <p14:tracePt t="8204" x="6267450" y="4591050"/>
          <p14:tracePt t="8246" x="6273800" y="4591050"/>
          <p14:tracePt t="8253" x="6280150" y="4591050"/>
          <p14:tracePt t="8275" x="6286500" y="4591050"/>
          <p14:tracePt t="8872" x="6286500" y="4597400"/>
          <p14:tracePt t="8879" x="6286500" y="4603750"/>
          <p14:tracePt t="8900" x="6286500" y="4610100"/>
          <p14:tracePt t="8909" x="6286500" y="4616450"/>
          <p14:tracePt t="8925" x="6286500" y="4622800"/>
          <p14:tracePt t="8945" x="6286500" y="4629150"/>
          <p14:tracePt t="8971" x="6286500" y="4635500"/>
          <p14:tracePt t="8979" x="6286500" y="4641850"/>
          <p14:tracePt t="8993" x="6286500" y="4648200"/>
          <p14:tracePt t="9013" x="6286500" y="4654550"/>
          <p14:tracePt t="9029" x="6280150" y="4660900"/>
          <p14:tracePt t="9048" x="6273800" y="4667250"/>
          <p14:tracePt t="9062" x="6261100" y="4667250"/>
          <p14:tracePt t="9089" x="6235700" y="4679950"/>
          <p14:tracePt t="9096" x="6216650" y="4692650"/>
          <p14:tracePt t="9112" x="6191250" y="4699000"/>
          <p14:tracePt t="9125" x="6159500" y="4711700"/>
          <p14:tracePt t="9142" x="6070600" y="4749800"/>
          <p14:tracePt t="9158" x="6032500" y="4768850"/>
          <p14:tracePt t="9175" x="5918200" y="4813300"/>
          <p14:tracePt t="9191" x="5810250" y="4838700"/>
          <p14:tracePt t="9208" x="5778500" y="4845050"/>
          <p14:tracePt t="9225" x="5734050" y="4870450"/>
          <p14:tracePt t="9242" x="5708650" y="4870450"/>
          <p14:tracePt t="9258" x="5702300" y="4870450"/>
          <p14:tracePt t="9301" x="5708650" y="4870450"/>
          <p14:tracePt t="9310" x="5715000" y="4870450"/>
          <p14:tracePt t="9324" x="5721350" y="4870450"/>
          <p14:tracePt t="9341" x="5727700" y="4870450"/>
          <p14:tracePt t="9357" x="5734050" y="4870450"/>
          <p14:tracePt t="9374" x="5778500" y="4857750"/>
          <p14:tracePt t="9391" x="5797550" y="4857750"/>
          <p14:tracePt t="9407" x="5880100" y="4832350"/>
          <p14:tracePt t="9424" x="5988050" y="4813300"/>
          <p14:tracePt t="9441" x="6076950" y="4806950"/>
          <p14:tracePt t="9457" x="6134100" y="4787900"/>
          <p14:tracePt t="9474" x="6216650" y="4768850"/>
          <p14:tracePt t="9491" x="6273800" y="4762500"/>
          <p14:tracePt t="9507" x="6299200" y="4762500"/>
          <p14:tracePt t="9524" x="6311900" y="4762500"/>
          <p14:tracePt t="9541" x="6324600" y="4762500"/>
          <p14:tracePt t="9557" x="6330950" y="4762500"/>
          <p14:tracePt t="9631" x="6337300" y="4762500"/>
          <p14:tracePt t="9751" x="6343650" y="4756150"/>
          <p14:tracePt t="9820" x="6343650" y="4749800"/>
          <p14:tracePt t="9884" x="6350000" y="4749800"/>
          <p14:tracePt t="9927" x="6356350" y="4749800"/>
          <p14:tracePt t="9934" x="6369050" y="4749800"/>
          <p14:tracePt t="9941" x="6381750" y="4749800"/>
          <p14:tracePt t="9956" x="6394450" y="4749800"/>
          <p14:tracePt t="9972" x="6407150" y="4749800"/>
          <p14:tracePt t="9989" x="6464300" y="4749800"/>
          <p14:tracePt t="10005" x="6565900" y="4749800"/>
          <p14:tracePt t="10022" x="6642100" y="4749800"/>
          <p14:tracePt t="10039" x="6819900" y="4749800"/>
          <p14:tracePt t="10055" x="7023100" y="4749800"/>
          <p14:tracePt t="10072" x="7124700" y="4749800"/>
          <p14:tracePt t="10089" x="7289800" y="4749800"/>
          <p14:tracePt t="10105" x="7410450" y="4737100"/>
          <p14:tracePt t="10122" x="7448550" y="4737100"/>
          <p14:tracePt t="10138" x="7505700" y="4730750"/>
          <p14:tracePt t="10155" x="7550150" y="4730750"/>
          <p14:tracePt t="10173" x="7562850" y="4737100"/>
          <p14:tracePt t="10188" x="7575550" y="4737100"/>
          <p14:tracePt t="10205" x="7575550" y="4743450"/>
          <p14:tracePt t="10222" x="7600950" y="4743450"/>
          <p14:tracePt t="10238" x="7607300" y="4743450"/>
          <p14:tracePt t="10254" x="7613650" y="4743450"/>
          <p14:tracePt t="10271" x="7639050" y="4743450"/>
          <p14:tracePt t="10288" x="7651750" y="4743450"/>
          <p14:tracePt t="10304" x="7664450" y="4743450"/>
          <p14:tracePt t="10321" x="7683500" y="4743450"/>
          <p14:tracePt t="10337" x="7715250" y="4743450"/>
          <p14:tracePt t="10355" x="7759700" y="4743450"/>
          <p14:tracePt t="10371" x="7778750" y="4743450"/>
          <p14:tracePt t="10387" x="7810500" y="4743450"/>
          <p14:tracePt t="10405" x="7854950" y="4743450"/>
          <p14:tracePt t="10421" x="7880350" y="4743450"/>
          <p14:tracePt t="10437" x="7924800" y="4743450"/>
          <p14:tracePt t="10454" x="7956550" y="4749800"/>
          <p14:tracePt t="10470" x="7969250" y="4749800"/>
          <p14:tracePt t="10487" x="8001000" y="4756150"/>
          <p14:tracePt t="10503" x="8013700" y="4756150"/>
          <p14:tracePt t="10520" x="8026400" y="4762500"/>
          <p14:tracePt t="10537" x="8039100" y="4768850"/>
          <p14:tracePt t="10554" x="8058150" y="4768850"/>
          <p14:tracePt t="11168" x="8013700" y="4781550"/>
          <p14:tracePt t="11176" x="7962900" y="4794250"/>
          <p14:tracePt t="11190" x="7886700" y="4800600"/>
          <p14:tracePt t="11201" x="7804150" y="4819650"/>
          <p14:tracePt t="11218" x="7600950" y="4851400"/>
          <p14:tracePt t="11234" x="7454900" y="4876800"/>
          <p14:tracePt t="11251" x="7194550" y="4940300"/>
          <p14:tracePt t="11268" x="6877050" y="4978400"/>
          <p14:tracePt t="11284" x="6680200" y="5003800"/>
          <p14:tracePt t="11302" x="6273800" y="5080000"/>
          <p14:tracePt t="11317" x="5835650" y="5137150"/>
          <p14:tracePt t="11334" x="5588000" y="5181600"/>
          <p14:tracePt t="11351" x="5137150" y="5264150"/>
          <p14:tracePt t="11367" x="4711700" y="5334000"/>
          <p14:tracePt t="11384" x="4533900" y="5384800"/>
          <p14:tracePt t="11401" x="4260850" y="5454650"/>
          <p14:tracePt t="11417" x="4133850" y="5486400"/>
          <p14:tracePt t="11434" x="3911600" y="5549900"/>
          <p14:tracePt t="11450" x="3733800" y="5575300"/>
          <p14:tracePt t="11467" x="3651250" y="5594350"/>
          <p14:tracePt t="11485" x="3511550" y="5613400"/>
          <p14:tracePt t="11500" x="3390900" y="5626100"/>
          <p14:tracePt t="11517" x="3352800" y="5626100"/>
          <p14:tracePt t="11534" x="3276600" y="5626100"/>
          <p14:tracePt t="11550" x="3194050" y="5619750"/>
          <p14:tracePt t="11567" x="3162300" y="5600700"/>
          <p14:tracePt t="11583" x="3092450" y="5575300"/>
          <p14:tracePt t="11600" x="3028950" y="5556250"/>
          <p14:tracePt t="11617" x="3009900" y="5537200"/>
          <p14:tracePt t="11633" x="2952750" y="5524500"/>
          <p14:tracePt t="11650" x="2927350" y="5518150"/>
          <p14:tracePt t="11667" x="2863850" y="5486400"/>
          <p14:tracePt t="11683" x="2844800" y="5480050"/>
          <p14:tracePt t="11700" x="2813050" y="5467350"/>
          <p14:tracePt t="11717" x="2743200" y="5441950"/>
          <p14:tracePt t="11733" x="2679700" y="5410200"/>
          <p14:tracePt t="11749" x="2660650" y="5403850"/>
          <p14:tracePt t="11766" x="2597150" y="5391150"/>
          <p14:tracePt t="11783" x="2540000" y="5365750"/>
          <p14:tracePt t="11800" x="2470150" y="5353050"/>
          <p14:tracePt t="11816" x="2438400" y="5340350"/>
          <p14:tracePt t="11832" x="2355850" y="5314950"/>
          <p14:tracePt t="11849" x="2311400" y="5308600"/>
          <p14:tracePt t="11865" x="2254250" y="5295900"/>
          <p14:tracePt t="11882" x="2197100" y="5283200"/>
          <p14:tracePt t="11900" x="2152650" y="5264150"/>
          <p14:tracePt t="11915" x="2133600" y="5264150"/>
          <p14:tracePt t="11932" x="2120900" y="5257800"/>
          <p14:tracePt t="11949" x="2063750" y="5245100"/>
          <p14:tracePt t="11965" x="2051050" y="5245100"/>
          <p14:tracePt t="11982" x="2038350" y="5245100"/>
          <p14:tracePt t="11999" x="2025650" y="5245100"/>
          <p14:tracePt t="12015" x="2006600" y="5245100"/>
          <p14:tracePt t="12032" x="2000250" y="5245100"/>
          <p14:tracePt t="12048" x="1987550" y="5238750"/>
          <p14:tracePt t="12065" x="1987550" y="5232400"/>
          <p14:tracePt t="12082" x="1981200" y="5232400"/>
          <p14:tracePt t="12099" x="1974850" y="5232400"/>
          <p14:tracePt t="12160" x="1974850" y="5238750"/>
          <p14:tracePt t="12637" x="2019300" y="5238750"/>
          <p14:tracePt t="12644" x="2095500" y="5238750"/>
          <p14:tracePt t="12652" x="2171700" y="5251450"/>
          <p14:tracePt t="12666" x="2247900" y="5257800"/>
          <p14:tracePt t="12680" x="2317750" y="5257800"/>
          <p14:tracePt t="12696" x="2470150" y="5276850"/>
          <p14:tracePt t="12713" x="2546350" y="5289550"/>
          <p14:tracePt t="12729" x="2686050" y="5289550"/>
          <p14:tracePt t="12747" x="2819400" y="5289550"/>
          <p14:tracePt t="12763" x="2857500" y="5295900"/>
          <p14:tracePt t="12779" x="2952750" y="5314950"/>
          <p14:tracePt t="12796" x="2984500" y="5314950"/>
          <p14:tracePt t="12813" x="3009900" y="5314950"/>
          <p14:tracePt t="12829" x="3016250" y="5314950"/>
          <p14:tracePt t="12846" x="3022600" y="5314950"/>
          <p14:tracePt t="12905" x="3028950" y="5314950"/>
          <p14:tracePt t="12933" x="3035300" y="5314950"/>
          <p14:tracePt t="12968" x="3041650" y="5314950"/>
          <p14:tracePt t="12975" x="3048000" y="5314950"/>
          <p14:tracePt t="12989" x="3054350" y="5308600"/>
          <p14:tracePt t="12998" x="3067050" y="5308600"/>
          <p14:tracePt t="13011" x="3073400" y="5302250"/>
          <p14:tracePt t="13028" x="3092450" y="5302250"/>
          <p14:tracePt t="13046" x="3117850" y="5302250"/>
          <p14:tracePt t="13061" x="3130550" y="5295900"/>
          <p14:tracePt t="13078" x="3162300" y="5289550"/>
          <p14:tracePt t="13095" x="3206750" y="5283200"/>
          <p14:tracePt t="13111" x="3238500" y="5276850"/>
          <p14:tracePt t="13128" x="3263900" y="5276850"/>
          <p14:tracePt t="13145" x="3340100" y="5270500"/>
          <p14:tracePt t="13161" x="3365500" y="5270500"/>
          <p14:tracePt t="13179" x="3409950" y="5270500"/>
          <p14:tracePt t="13194" x="3429000" y="5270500"/>
          <p14:tracePt t="13211" x="3479800" y="5270500"/>
          <p14:tracePt t="13228" x="3530600" y="5276850"/>
          <p14:tracePt t="13244" x="3562350" y="5276850"/>
          <p14:tracePt t="13261" x="3613150" y="5276850"/>
          <p14:tracePt t="13278" x="3657600" y="5270500"/>
          <p14:tracePt t="13294" x="3689350" y="5270500"/>
          <p14:tracePt t="13311" x="3733800" y="5264150"/>
          <p14:tracePt t="13327" x="3784600" y="5257800"/>
          <p14:tracePt t="13344" x="3803650" y="5251450"/>
          <p14:tracePt t="13361" x="3848100" y="5245100"/>
          <p14:tracePt t="13377" x="3879850" y="5238750"/>
          <p14:tracePt t="13394" x="3911600" y="5238750"/>
          <p14:tracePt t="13411" x="3949700" y="5232400"/>
          <p14:tracePt t="13427" x="3994150" y="5219700"/>
          <p14:tracePt t="13443" x="4013200" y="5213350"/>
          <p14:tracePt t="13460" x="4051300" y="5213350"/>
          <p14:tracePt t="13477" x="4076700" y="5207000"/>
          <p14:tracePt t="13493" x="4114800" y="5207000"/>
          <p14:tracePt t="13510" x="4159250" y="5207000"/>
          <p14:tracePt t="13527" x="4171950" y="5207000"/>
          <p14:tracePt t="13544" x="4210050" y="5207000"/>
          <p14:tracePt t="13560" x="4241800" y="5207000"/>
          <p14:tracePt t="13576" x="4260850" y="5207000"/>
          <p14:tracePt t="13593" x="4279900" y="5213350"/>
          <p14:tracePt t="13609" x="4305300" y="5213350"/>
          <p14:tracePt t="13626" x="4318000" y="5213350"/>
          <p14:tracePt t="13643" x="4343400" y="5219700"/>
          <p14:tracePt t="13659" x="4356100" y="5219700"/>
          <p14:tracePt t="13676" x="4362450" y="5219700"/>
          <p14:tracePt t="13693" x="4387850" y="5219700"/>
          <p14:tracePt t="13709" x="4413250" y="5219700"/>
          <p14:tracePt t="13727" x="4432300" y="5219700"/>
          <p14:tracePt t="13742" x="4464050" y="5219700"/>
          <p14:tracePt t="13763" x="4508500" y="5219700"/>
          <p14:tracePt t="13776" x="4540250" y="5219700"/>
          <p14:tracePt t="13792" x="4546600" y="5219700"/>
          <p14:tracePt t="13809" x="4559300" y="5219700"/>
          <p14:tracePt t="13826" x="4565650" y="5219700"/>
          <p14:tracePt t="13842" x="4572000" y="5219700"/>
          <p14:tracePt t="14335" x="4629150" y="5219700"/>
          <p14:tracePt t="14342" x="4724400" y="5232400"/>
          <p14:tracePt t="14349" x="4813300" y="5232400"/>
          <p14:tracePt t="14363" x="4927600" y="5232400"/>
          <p14:tracePt t="14373" x="5048250" y="5232400"/>
          <p14:tracePt t="14390" x="5175250" y="5226050"/>
          <p14:tracePt t="14407" x="5403850" y="5226050"/>
          <p14:tracePt t="14423" x="5607050" y="5207000"/>
          <p14:tracePt t="14440" x="5842000" y="5175250"/>
          <p14:tracePt t="14457" x="5943600" y="5162550"/>
          <p14:tracePt t="14473" x="6096000" y="5137150"/>
          <p14:tracePt t="14490" x="6203950" y="5118100"/>
          <p14:tracePt t="14507" x="6248400" y="5111750"/>
          <p14:tracePt t="14523" x="6286500" y="5099050"/>
          <p14:tracePt t="14539" x="6369050" y="5092700"/>
          <p14:tracePt t="14556" x="6451600" y="5086350"/>
          <p14:tracePt t="14574" x="6534150" y="5092700"/>
          <p14:tracePt t="14590" x="6572250" y="5105400"/>
          <p14:tracePt t="14606" x="6667500" y="5130800"/>
          <p14:tracePt t="14623" x="6750050" y="5143500"/>
          <p14:tracePt t="14639" x="6794500" y="5156200"/>
          <p14:tracePt t="14656" x="6883400" y="5162550"/>
          <p14:tracePt t="14672" x="7016750" y="5175250"/>
          <p14:tracePt t="14689" x="7092950" y="5181600"/>
          <p14:tracePt t="14706" x="7219950" y="5194300"/>
          <p14:tracePt t="14722" x="7340600" y="5194300"/>
          <p14:tracePt t="14739" x="7378700" y="5194300"/>
          <p14:tracePt t="14756" x="7435850" y="5200650"/>
          <p14:tracePt t="14773" x="7486650" y="5207000"/>
          <p14:tracePt t="14789" x="7505700" y="5207000"/>
          <p14:tracePt t="14806" x="7537450" y="5213350"/>
          <p14:tracePt t="14822" x="7550150" y="5213350"/>
          <p14:tracePt t="14838" x="7569200" y="5213350"/>
          <p14:tracePt t="14856" x="7581900" y="5213350"/>
          <p14:tracePt t="14872" x="7588250" y="5213350"/>
          <p14:tracePt t="15334" x="7588250" y="5207000"/>
          <p14:tracePt t="15348" x="7581900" y="5207000"/>
          <p14:tracePt t="15356" x="7575550" y="5207000"/>
          <p14:tracePt t="15370" x="7562850" y="5200650"/>
          <p14:tracePt t="15387" x="7556500" y="5200650"/>
          <p14:tracePt t="15404" x="7486650" y="5175250"/>
          <p14:tracePt t="15420" x="7454900" y="5156200"/>
          <p14:tracePt t="15437" x="7410450" y="5130800"/>
          <p14:tracePt t="15453" x="7334250" y="5092700"/>
          <p14:tracePt t="15470" x="7232650" y="5035550"/>
          <p14:tracePt t="15488" x="7131050" y="4972050"/>
          <p14:tracePt t="15504" x="7073900" y="4940300"/>
          <p14:tracePt t="15520" x="6965950" y="4876800"/>
          <p14:tracePt t="15537" x="6864350" y="4819650"/>
          <p14:tracePt t="15553" x="6819900" y="4781550"/>
          <p14:tracePt t="15569" x="6718300" y="4730750"/>
          <p14:tracePt t="15587" x="6635750" y="4679950"/>
          <p14:tracePt t="15603" x="6597650" y="4660900"/>
          <p14:tracePt t="15620" x="6521450" y="4616450"/>
          <p14:tracePt t="15636" x="6464300" y="4597400"/>
          <p14:tracePt t="15652" x="6445250" y="4578350"/>
          <p14:tracePt t="15669" x="6407150" y="4572000"/>
          <p14:tracePt t="15686" x="6369050" y="4559300"/>
          <p14:tracePt t="15703" x="6356350" y="4559300"/>
          <p14:tracePt t="15720" x="6324600" y="4559300"/>
          <p14:tracePt t="15735" x="6305550" y="4559300"/>
          <p14:tracePt t="15752" x="6299200" y="4559300"/>
          <p14:tracePt t="15769" x="6286500" y="4559300"/>
          <p14:tracePt t="15786" x="6280150" y="4559300"/>
          <p14:tracePt t="15802" x="6267450" y="4552950"/>
          <p14:tracePt t="15896" x="6273800" y="4552950"/>
          <p14:tracePt t="15917" x="6280150" y="4552950"/>
          <p14:tracePt t="15931" x="6286500" y="4552950"/>
          <p14:tracePt t="15938" x="6292850" y="4552950"/>
          <p14:tracePt t="15954" x="6299200" y="4552950"/>
          <p14:tracePt t="15968" x="6330950" y="4552950"/>
          <p14:tracePt t="15985" x="6369050" y="4552950"/>
          <p14:tracePt t="16001" x="6483350" y="4565650"/>
          <p14:tracePt t="16018" x="6572250" y="4565650"/>
          <p14:tracePt t="16035" x="6800850" y="4565650"/>
          <p14:tracePt t="16052" x="7080250" y="4559300"/>
          <p14:tracePt t="16068" x="7200900" y="4559300"/>
          <p14:tracePt t="16085" x="7467600" y="4540250"/>
          <p14:tracePt t="16101" x="7683500" y="4527550"/>
          <p14:tracePt t="16118" x="7785100" y="4514850"/>
          <p14:tracePt t="16135" x="7924800" y="4514850"/>
          <p14:tracePt t="16151" x="8020050" y="4514850"/>
          <p14:tracePt t="16167" x="8051800" y="4514850"/>
          <p14:tracePt t="16184" x="8077200" y="4514850"/>
          <p14:tracePt t="16247" x="8077200" y="4521200"/>
          <p14:tracePt t="16269" x="8077200" y="4533900"/>
          <p14:tracePt t="16282" x="8070850" y="4533900"/>
          <p14:tracePt t="16289" x="8058150" y="4533900"/>
          <p14:tracePt t="16304" x="8045450" y="4540250"/>
          <p14:tracePt t="16318" x="8020050" y="4540250"/>
          <p14:tracePt t="16334" x="7988300" y="4540250"/>
          <p14:tracePt t="16351" x="7950200" y="4540250"/>
          <p14:tracePt t="16367" x="7810500" y="4546600"/>
          <p14:tracePt t="16383" x="7645400" y="4546600"/>
          <p14:tracePt t="16400" x="7531100" y="4540250"/>
          <p14:tracePt t="16417" x="7353300" y="4527550"/>
          <p14:tracePt t="16433" x="7169150" y="4508500"/>
          <p14:tracePt t="16450" x="7105650" y="4502150"/>
          <p14:tracePt t="16466" x="6997700" y="4483100"/>
          <p14:tracePt t="16483" x="6921500" y="4470400"/>
          <p14:tracePt t="16500" x="6870700" y="4464050"/>
          <p14:tracePt t="16516" x="6858000" y="4464050"/>
          <p14:tracePt t="16533" x="6832600" y="4464050"/>
          <p14:tracePt t="16550" x="6813550" y="4470400"/>
          <p14:tracePt t="16567" x="6807200" y="4470400"/>
          <p14:tracePt t="16599" x="6800850" y="4470400"/>
          <p14:tracePt t="16634" x="6794500" y="4476750"/>
          <p14:tracePt t="16662" x="6788150" y="4483100"/>
          <p14:tracePt t="16684" x="6775450" y="4483100"/>
          <p14:tracePt t="16690" x="6769100" y="4489450"/>
          <p14:tracePt t="16704" x="6756400" y="4489450"/>
          <p14:tracePt t="16715" x="6743700" y="4495800"/>
          <p14:tracePt t="16732" x="6686550" y="4508500"/>
          <p14:tracePt t="16749" x="6616700" y="4527550"/>
          <p14:tracePt t="16765" x="6432550" y="4572000"/>
          <p14:tracePt t="16782" x="6153150" y="4622800"/>
          <p14:tracePt t="16798" x="5962650" y="4654550"/>
          <p14:tracePt t="16816" x="5435600" y="4743450"/>
          <p14:tracePt t="16831" x="4806950" y="4838700"/>
          <p14:tracePt t="16848" x="4514850" y="4870450"/>
          <p14:tracePt t="16866" x="3917950" y="4965700"/>
          <p14:tracePt t="16882" x="3416300" y="5054600"/>
          <p14:tracePt t="16898" x="3187700" y="5092700"/>
          <p14:tracePt t="16915" x="2794000" y="5162550"/>
          <p14:tracePt t="16931" x="2635250" y="5207000"/>
          <p14:tracePt t="16948" x="2387600" y="5283200"/>
          <p14:tracePt t="16965" x="2203450" y="5334000"/>
          <p14:tracePt t="16981" x="2139950" y="5353050"/>
          <p14:tracePt t="16998" x="2019300" y="5384800"/>
          <p14:tracePt t="17014" x="1936750" y="5391150"/>
          <p14:tracePt t="17031" x="1905000" y="5397500"/>
          <p14:tracePt t="17048" x="1866900" y="5397500"/>
          <p14:tracePt t="17064" x="1841500" y="5403850"/>
          <p14:tracePt t="17081" x="1835150" y="5403850"/>
          <p14:tracePt t="17098" x="1822450" y="5403850"/>
          <p14:tracePt t="17113" x="1809750" y="5403850"/>
          <p14:tracePt t="17130" x="1803400" y="5403850"/>
          <p14:tracePt t="17154" x="1790700" y="5403850"/>
          <p14:tracePt t="17165" x="1778000" y="5403850"/>
          <p14:tracePt t="17180" x="1765300" y="5403850"/>
          <p14:tracePt t="17512" x="1746250" y="5397500"/>
          <p14:tracePt t="17526" x="1714500" y="5391150"/>
          <p14:tracePt t="17534" x="1689100" y="5391150"/>
          <p14:tracePt t="17549" x="1638300" y="5384800"/>
          <p14:tracePt t="17562" x="1581150" y="5365750"/>
          <p14:tracePt t="17579" x="1447800" y="5327650"/>
          <p14:tracePt t="17597" x="1263650" y="5283200"/>
          <p14:tracePt t="17612" x="1174750" y="5276850"/>
          <p14:tracePt t="17629" x="958850" y="5245100"/>
          <p14:tracePt t="17646" x="781050" y="5226050"/>
          <p14:tracePt t="17662" x="711200" y="5226050"/>
          <p14:tracePt t="17679" x="596900" y="5226050"/>
          <p14:tracePt t="17696" x="527050" y="5232400"/>
          <p14:tracePt t="17712" x="495300" y="5245100"/>
          <p14:tracePt t="17729" x="463550" y="5245100"/>
          <p14:tracePt t="17746" x="431800" y="5251450"/>
          <p14:tracePt t="17762" x="425450" y="5251450"/>
          <p14:tracePt t="17779" x="419100" y="5251450"/>
          <p14:tracePt t="17976" x="419100" y="5257800"/>
          <p14:tracePt t="17998" x="431800" y="5257800"/>
          <p14:tracePt t="18018" x="444500" y="5257800"/>
          <p14:tracePt t="18026" x="450850" y="5257800"/>
          <p14:tracePt t="18040" x="457200" y="5257800"/>
          <p14:tracePt t="18048" x="463550" y="5257800"/>
          <p14:tracePt t="18064" x="469900" y="5257800"/>
          <p14:tracePt t="18077" x="501650" y="5257800"/>
          <p14:tracePt t="18094" x="533400" y="5257800"/>
          <p14:tracePt t="18111" x="584200" y="5257800"/>
          <p14:tracePt t="18127" x="609600" y="5257800"/>
          <p14:tracePt t="18145" x="679450" y="5257800"/>
          <p14:tracePt t="18160" x="692150" y="5257800"/>
          <p14:tracePt t="18177" x="711200" y="5257800"/>
          <p14:tracePt t="18194" x="742950" y="5257800"/>
          <p14:tracePt t="18210" x="768350" y="5264150"/>
          <p14:tracePt t="18228" x="774700" y="5270500"/>
          <p14:tracePt t="18244" x="793750" y="5276850"/>
          <p14:tracePt t="18260" x="812800" y="5276850"/>
          <p14:tracePt t="18293" x="825500" y="5283200"/>
          <p14:tracePt t="18310" x="831850" y="5283200"/>
          <p14:tracePt t="18343" x="838200" y="5283200"/>
          <p14:tracePt t="18390" x="844550" y="5283200"/>
          <p14:tracePt t="18397" x="850900" y="5283200"/>
          <p14:tracePt t="18447" x="857250" y="5283200"/>
          <p14:tracePt t="18468" x="863600" y="5283200"/>
          <p14:tracePt t="19436" x="927100" y="5270500"/>
          <p14:tracePt t="19444" x="1054100" y="5238750"/>
          <p14:tracePt t="19456" x="1181100" y="5207000"/>
          <p14:tracePt t="19473" x="1428750" y="5130800"/>
          <p14:tracePt t="19489" x="1555750" y="5099050"/>
          <p14:tracePt t="19506" x="1917700" y="5016500"/>
          <p14:tracePt t="19522" x="2286000" y="4908550"/>
          <p14:tracePt t="19539" x="2413000" y="4876800"/>
          <p14:tracePt t="19557" x="2692400" y="4813300"/>
          <p14:tracePt t="19573" x="2933700" y="4749800"/>
          <p14:tracePt t="19589" x="3028950" y="4705350"/>
          <p14:tracePt t="19606" x="3251200" y="4641850"/>
          <p14:tracePt t="19622" x="3352800" y="4635500"/>
          <p14:tracePt t="19639" x="3530600" y="4591050"/>
          <p14:tracePt t="19655" x="3651250" y="4565650"/>
          <p14:tracePt t="19672" x="3683000" y="4546600"/>
          <p14:tracePt t="19689" x="3702050" y="4527550"/>
          <p14:tracePt t="19705" x="3708400" y="4514850"/>
          <p14:tracePt t="19722" x="3702050" y="4495800"/>
          <p14:tracePt t="19739" x="3670300" y="4457700"/>
          <p14:tracePt t="19755" x="3613150" y="4400550"/>
          <p14:tracePt t="19772" x="3587750" y="4368800"/>
          <p14:tracePt t="19789" x="3530600" y="4254500"/>
          <p14:tracePt t="19805" x="3448050" y="4057650"/>
          <p14:tracePt t="19822" x="3390900" y="3937000"/>
          <p14:tracePt t="19838" x="3295650" y="3606800"/>
          <p14:tracePt t="19855" x="3263900" y="3359150"/>
          <p14:tracePt t="19873" x="3168650" y="2717800"/>
          <p14:tracePt t="19888" x="3143250" y="2552700"/>
          <p14:tracePt t="19904" x="3111500" y="2419350"/>
          <p14:tracePt t="19922" x="3054350" y="2133600"/>
          <p14:tracePt t="19938" x="3048000" y="2082800"/>
          <p14:tracePt t="19954" x="3028950" y="2038350"/>
          <p14:tracePt t="19971" x="2997200" y="1917700"/>
          <p14:tracePt t="19988" x="2984500" y="1822450"/>
          <p14:tracePt t="20004" x="2978150" y="1797050"/>
          <p14:tracePt t="20021" x="2959100" y="1746250"/>
          <p14:tracePt t="20038" x="2946400" y="1708150"/>
          <p14:tracePt t="20055" x="2933700" y="1695450"/>
          <p14:tracePt t="20070" x="2921000" y="1663700"/>
          <p14:tracePt t="20087" x="2895600" y="1612900"/>
          <p14:tracePt t="20104" x="2876550" y="1574800"/>
          <p14:tracePt t="20120" x="2870200" y="1555750"/>
          <p14:tracePt t="20136" x="2863850" y="1536700"/>
          <p14:tracePt t="20154" x="2838450" y="1485900"/>
          <p14:tracePt t="20170" x="2825750" y="1473200"/>
          <p14:tracePt t="20187" x="2819400" y="1460500"/>
          <p14:tracePt t="20204" x="2781300" y="1422400"/>
          <p14:tracePt t="20220" x="2749550" y="1384300"/>
          <p14:tracePt t="20238" x="2736850" y="1371600"/>
          <p14:tracePt t="20253" x="2705100" y="1327150"/>
          <p14:tracePt t="20270" x="2667000" y="1282700"/>
          <p14:tracePt t="20287" x="2628900" y="1244600"/>
          <p14:tracePt t="20303" x="2616200" y="1231900"/>
          <p14:tracePt t="20320" x="2590800" y="1212850"/>
          <p14:tracePt t="20337" x="2571750" y="1200150"/>
          <p14:tracePt t="20353" x="2565400" y="1193800"/>
          <p14:tracePt t="20370" x="2552700" y="1187450"/>
          <p14:tracePt t="20407" x="2546350" y="1187450"/>
          <p14:tracePt t="20423" x="2546350" y="1193800"/>
          <p14:tracePt t="20436" x="2533650" y="1206500"/>
          <p14:tracePt t="20470" x="2527300" y="1219200"/>
          <p14:tracePt t="20486" x="2520950" y="1219200"/>
          <p14:tracePt t="20503" x="2514600" y="1225550"/>
          <p14:tracePt t="20568" x="2508250" y="1231900"/>
          <p14:tracePt t="20597" x="2508250" y="1238250"/>
          <p14:tracePt t="20639" x="2508250" y="1244600"/>
          <p14:tracePt t="20687" x="2514600" y="1250950"/>
          <p14:tracePt t="20703" x="2520950" y="1250950"/>
          <p14:tracePt t="20716" x="2527300" y="1250950"/>
          <p14:tracePt t="20737" x="2533650" y="1257300"/>
          <p14:tracePt t="20758" x="2540000" y="1263650"/>
          <p14:tracePt t="20779" x="2546350" y="1270000"/>
          <p14:tracePt t="20787" x="2552700" y="1276350"/>
          <p14:tracePt t="20800" x="2559050" y="1282700"/>
          <p14:tracePt t="20808" x="2578100" y="1295400"/>
          <p14:tracePt t="20822" x="2603500" y="1314450"/>
          <p14:tracePt t="20836" x="2692400" y="1377950"/>
          <p14:tracePt t="20851" x="2749550" y="1428750"/>
          <p14:tracePt t="20868" x="2806700" y="1473200"/>
          <p14:tracePt t="20884" x="2952750" y="1593850"/>
          <p14:tracePt t="20901" x="3105150" y="1720850"/>
          <p14:tracePt t="20918" x="3187700" y="1784350"/>
          <p14:tracePt t="20934" x="3314700" y="1898650"/>
          <p14:tracePt t="20951" x="3422650" y="2006600"/>
          <p14:tracePt t="20969" x="3454400" y="2044700"/>
          <p14:tracePt t="20984" x="3505200" y="2095500"/>
          <p14:tracePt t="21001" x="3530600" y="2127250"/>
          <p14:tracePt t="21018" x="3536950" y="2139950"/>
          <p14:tracePt t="21050" x="3536950" y="2146300"/>
          <p14:tracePt t="21067" x="3536950" y="2159000"/>
          <p14:tracePt t="21100" x="3536950" y="2165350"/>
          <p14:tracePt t="21117" x="3530600" y="2165350"/>
          <p14:tracePt t="21134" x="3511550" y="2165350"/>
          <p14:tracePt t="21150" x="3498850" y="2165350"/>
          <p14:tracePt t="21167" x="3473450" y="2159000"/>
          <p14:tracePt t="21183" x="3441700" y="2139950"/>
          <p14:tracePt t="21201" x="3390900" y="2114550"/>
          <p14:tracePt t="21217" x="3352800" y="2089150"/>
          <p14:tracePt t="21233" x="3276600" y="2038350"/>
          <p14:tracePt t="21250" x="3162300" y="1962150"/>
          <p14:tracePt t="21266" x="3092450" y="1911350"/>
          <p14:tracePt t="21283" x="2978150" y="1835150"/>
          <p14:tracePt t="21300" x="2876550" y="1758950"/>
          <p14:tracePt t="21316" x="2844800" y="1733550"/>
          <p14:tracePt t="21333" x="2800350" y="1701800"/>
          <p14:tracePt t="21349" x="2730500" y="1619250"/>
          <p14:tracePt t="21366" x="2717800" y="1606550"/>
          <p14:tracePt t="21384" x="2686050" y="1574800"/>
          <p14:tracePt t="21399" x="2673350" y="1549400"/>
          <p14:tracePt t="21416" x="2660650" y="1511300"/>
          <p14:tracePt t="21433" x="2647950" y="1466850"/>
          <p14:tracePt t="21449" x="2635250" y="1447800"/>
          <p14:tracePt t="21466" x="2628900" y="1416050"/>
          <p14:tracePt t="21483" x="2616200" y="1390650"/>
          <p14:tracePt t="21499" x="2616200" y="1384300"/>
          <p14:tracePt t="21516" x="2609850" y="1371600"/>
          <p14:tracePt t="21532" x="2603500" y="1358900"/>
          <p14:tracePt t="21566" x="2597150" y="1352550"/>
          <p14:tracePt t="21582" x="2590800" y="1352550"/>
          <p14:tracePt t="21602" x="2584450" y="1346200"/>
          <p14:tracePt t="21834" x="2578100" y="1346200"/>
          <p14:tracePt t="21840" x="2571750" y="1346200"/>
          <p14:tracePt t="21876" x="2565400" y="1346200"/>
          <p14:tracePt t="21883" x="2559050" y="1346200"/>
          <p14:tracePt t="21896" x="2552700" y="1346200"/>
          <p14:tracePt t="21904" x="2540000" y="1346200"/>
          <p14:tracePt t="21914" x="2527300" y="1346200"/>
          <p14:tracePt t="21931" x="2501900" y="1346200"/>
          <p14:tracePt t="21947" x="2432050" y="1333500"/>
          <p14:tracePt t="21964" x="2381250" y="1327150"/>
          <p14:tracePt t="21982" x="2159000" y="1308100"/>
          <p14:tracePt t="21997" x="2082800" y="1295400"/>
          <p14:tracePt t="22014" x="1993900" y="1289050"/>
          <p14:tracePt t="22031" x="1835150" y="1276350"/>
          <p14:tracePt t="22047" x="1695450" y="1257300"/>
          <p14:tracePt t="22063" x="1644650" y="1257300"/>
          <p14:tracePt t="22080" x="1587500" y="1250950"/>
          <p14:tracePt t="22097" x="1574800" y="1244600"/>
          <p14:tracePt t="22113" x="1568450" y="1244600"/>
          <p14:tracePt t="22130" x="1574800" y="1238250"/>
          <p14:tracePt t="22166" x="1581150" y="1238250"/>
          <p14:tracePt t="22185" x="1587500" y="1238250"/>
          <p14:tracePt t="22196" x="1593850" y="1238250"/>
          <p14:tracePt t="22216" x="1600200" y="1238250"/>
          <p14:tracePt t="22229" x="1606550" y="1238250"/>
          <p14:tracePt t="22246" x="1612900" y="1244600"/>
          <p14:tracePt t="22264" x="1619250" y="1244600"/>
          <p14:tracePt t="22279" x="1625600" y="1250950"/>
          <p14:tracePt t="22298" x="1638300" y="1250950"/>
          <p14:tracePt t="22313" x="1670050" y="1263650"/>
          <p14:tracePt t="22329" x="1739900" y="1276350"/>
          <p14:tracePt t="22347" x="1873250" y="1295400"/>
          <p14:tracePt t="22363" x="1974850" y="1320800"/>
          <p14:tracePt t="22379" x="2209800" y="1352550"/>
          <p14:tracePt t="22396" x="2438400" y="1390650"/>
          <p14:tracePt t="22413" x="2552700" y="1409700"/>
          <p14:tracePt t="22429" x="2736850" y="1454150"/>
          <p14:tracePt t="22446" x="2882900" y="1479550"/>
          <p14:tracePt t="22462" x="2933700" y="1498600"/>
          <p14:tracePt t="22479" x="2990850" y="1517650"/>
          <p14:tracePt t="22496" x="3016250" y="1524000"/>
          <p14:tracePt t="22513" x="3022600" y="1530350"/>
          <p14:tracePt t="22530" x="3035300" y="1530350"/>
          <p14:tracePt t="22565" x="3028950" y="1524000"/>
          <p14:tracePt t="22582" x="3022600" y="1517650"/>
          <p14:tracePt t="22595" x="3003550" y="1511300"/>
          <p14:tracePt t="22613" x="2971800" y="1498600"/>
          <p14:tracePt t="22628" x="2908300" y="1473200"/>
          <p14:tracePt t="22645" x="2870200" y="1454150"/>
          <p14:tracePt t="22662" x="2774950" y="1428750"/>
          <p14:tracePt t="22678" x="2641600" y="1409700"/>
          <p14:tracePt t="22695" x="2552700" y="1390650"/>
          <p14:tracePt t="22712" x="2368550" y="1358900"/>
          <p14:tracePt t="22727" x="2209800" y="1320800"/>
          <p14:tracePt t="22744" x="2146300" y="1301750"/>
          <p14:tracePt t="22762" x="2038350" y="1276350"/>
          <p14:tracePt t="22778" x="1968500" y="1270000"/>
          <p14:tracePt t="22794" x="1936750" y="1270000"/>
          <p14:tracePt t="22812" x="1911350" y="1270000"/>
          <p14:tracePt t="22828" x="1898650" y="1270000"/>
          <p14:tracePt t="22844" x="1898650" y="1276350"/>
          <p14:tracePt t="22878" x="1905000" y="1276350"/>
          <p14:tracePt t="22895" x="1930400" y="1282700"/>
          <p14:tracePt t="22911" x="1936750" y="1282700"/>
          <p14:tracePt t="22928" x="1943100" y="1282700"/>
          <p14:tracePt t="23500" x="2006600" y="1346200"/>
          <p14:tracePt t="23513" x="2108200" y="1441450"/>
          <p14:tracePt t="23521" x="2254250" y="1581150"/>
          <p14:tracePt t="23529" x="2457450" y="1784350"/>
          <p14:tracePt t="23545" x="2654300" y="1981200"/>
          <p14:tracePt t="23559" x="2876550" y="2184400"/>
          <p14:tracePt t="23576" x="3416300" y="2546350"/>
          <p14:tracePt t="23592" x="4025900" y="2901950"/>
          <p14:tracePt t="23608" x="4273550" y="3028950"/>
          <p14:tracePt t="23625" x="4819650" y="3263900"/>
          <p14:tracePt t="23641" x="5270500" y="3429000"/>
          <p14:tracePt t="23658" x="5524500" y="3486150"/>
          <p14:tracePt t="23675" x="5949950" y="3568700"/>
          <p14:tracePt t="23691" x="6203950" y="3613150"/>
          <p14:tracePt t="23708" x="6305550" y="3619500"/>
          <p14:tracePt t="23725" x="6559550" y="3651250"/>
          <p14:tracePt t="23741" x="6731000" y="3663950"/>
          <p14:tracePt t="23758" x="6781800" y="3670300"/>
          <p14:tracePt t="23775" x="6858000" y="3670300"/>
          <p14:tracePt t="23791" x="6902450" y="3689350"/>
          <p14:tracePt t="23809" x="6965950" y="3714750"/>
          <p14:tracePt t="23824" x="7016750" y="3752850"/>
          <p14:tracePt t="23841" x="7035800" y="3771900"/>
          <p14:tracePt t="23858" x="7061200" y="3810000"/>
          <p14:tracePt t="23874" x="7073900" y="3848100"/>
          <p14:tracePt t="23891" x="7073900" y="3867150"/>
          <p14:tracePt t="23908" x="7073900" y="3949700"/>
          <p14:tracePt t="23924" x="7048500" y="4057650"/>
          <p14:tracePt t="23940" x="7016750" y="4102100"/>
          <p14:tracePt t="23957" x="6953250" y="4216400"/>
          <p14:tracePt t="23974" x="6877050" y="4318000"/>
          <p14:tracePt t="23990" x="6832600" y="4362450"/>
          <p14:tracePt t="24007" x="6743700" y="4470400"/>
          <p14:tracePt t="24023" x="6680200" y="4527550"/>
          <p14:tracePt t="24041" x="6642100" y="4559300"/>
          <p14:tracePt t="24057" x="6635750" y="4559300"/>
          <p14:tracePt t="24073" x="6629400" y="4565650"/>
          <p14:tracePt t="24090" x="6623050" y="4584700"/>
          <p14:tracePt t="24107" x="6616700" y="4591050"/>
          <p14:tracePt t="24123" x="6610350" y="4597400"/>
          <p14:tracePt t="24140" x="6591300" y="4603750"/>
          <p14:tracePt t="24157" x="6578600" y="4622800"/>
          <p14:tracePt t="24173" x="6565900" y="4635500"/>
          <p14:tracePt t="24189" x="6540500" y="4679950"/>
          <p14:tracePt t="24206" x="6496050" y="4724400"/>
          <p14:tracePt t="24223" x="6438900" y="4775200"/>
          <p14:tracePt t="24239" x="6419850" y="4787900"/>
          <p14:tracePt t="24256" x="6375400" y="4800600"/>
          <p14:tracePt t="24273" x="6350000" y="4800600"/>
          <p14:tracePt t="24289" x="6343650" y="4800600"/>
          <p14:tracePt t="24306" x="6343650" y="4794250"/>
          <p14:tracePt t="24339" x="6343650" y="4787900"/>
          <p14:tracePt t="24868" x="6305550" y="4787900"/>
          <p14:tracePt t="24876" x="6261100" y="4806950"/>
          <p14:tracePt t="24891" x="6210300" y="4819650"/>
          <p14:tracePt t="24904" x="6102350" y="4832350"/>
          <p14:tracePt t="24921" x="6064250" y="4832350"/>
          <p14:tracePt t="24937" x="6032500" y="4832350"/>
          <p14:tracePt t="24954" x="5988050" y="4813300"/>
          <p14:tracePt t="24970" x="5975350" y="4806950"/>
          <p14:tracePt t="24988" x="5969000" y="4800600"/>
          <p14:tracePt t="25003" x="5962650" y="4794250"/>
          <p14:tracePt t="25020" x="5962650" y="4787900"/>
          <p14:tracePt t="25044" x="5969000" y="4787900"/>
          <p14:tracePt t="25065" x="5975350" y="4781550"/>
          <p14:tracePt t="25080" x="5981700" y="4781550"/>
          <p14:tracePt t="25108" x="5988050" y="4781550"/>
          <p14:tracePt t="25115" x="6000750" y="4781550"/>
          <p14:tracePt t="25129" x="6013450" y="4781550"/>
          <p14:tracePt t="25137" x="6026150" y="4775200"/>
          <p14:tracePt t="25153" x="6057900" y="4775200"/>
          <p14:tracePt t="25170" x="6083300" y="4775200"/>
          <p14:tracePt t="25186" x="6229350" y="4762500"/>
          <p14:tracePt t="25203" x="6292850" y="4762500"/>
          <p14:tracePt t="25220" x="6330950" y="4762500"/>
          <p14:tracePt t="25236" x="6445250" y="4762500"/>
          <p14:tracePt t="25253" x="6559550" y="4762500"/>
          <p14:tracePt t="25270" x="6667500" y="4762500"/>
          <p14:tracePt t="25286" x="6705600" y="4768850"/>
          <p14:tracePt t="25302" x="6769100" y="4768850"/>
          <p14:tracePt t="25319" x="6800850" y="4775200"/>
          <p14:tracePt t="25336" x="6807200" y="4775200"/>
          <p14:tracePt t="25410" x="6813550" y="4775200"/>
          <p14:tracePt t="26012" x="6800850" y="4775200"/>
          <p14:tracePt t="26018" x="6788150" y="4768850"/>
          <p14:tracePt t="26032" x="6762750" y="4762500"/>
          <p14:tracePt t="26040" x="6743700" y="4762500"/>
          <p14:tracePt t="26054" x="6724650" y="4756150"/>
          <p14:tracePt t="26067" x="6705600" y="4737100"/>
          <p14:tracePt t="26083" x="6629400" y="4718050"/>
          <p14:tracePt t="26100" x="6591300" y="4705350"/>
          <p14:tracePt t="26117" x="6457950" y="4660900"/>
          <p14:tracePt t="26133" x="6261100" y="4616450"/>
          <p14:tracePt t="26150" x="6146800" y="4597400"/>
          <p14:tracePt t="26166" x="5911850" y="4533900"/>
          <p14:tracePt t="26183" x="5670550" y="4470400"/>
          <p14:tracePt t="26199" x="5549900" y="4425950"/>
          <p14:tracePt t="26217" x="5334000" y="4362450"/>
          <p14:tracePt t="26233" x="5130800" y="4273550"/>
          <p14:tracePt t="26250" x="4883150" y="4171950"/>
          <p14:tracePt t="26266" x="4743450" y="4127500"/>
          <p14:tracePt t="26282" x="4629150" y="4076700"/>
          <p14:tracePt t="26300" x="4286250" y="3937000"/>
          <p14:tracePt t="26316" x="4152900" y="3879850"/>
          <p14:tracePt t="26332" x="4006850" y="3822700"/>
          <p14:tracePt t="26349" x="3708400" y="3657600"/>
          <p14:tracePt t="26366" x="3460750" y="3511550"/>
          <p14:tracePt t="26382" x="3314700" y="3435350"/>
          <p14:tracePt t="26399" x="3060700" y="3295650"/>
          <p14:tracePt t="26415" x="2851150" y="3206750"/>
          <p14:tracePt t="26433" x="2755900" y="3175000"/>
          <p14:tracePt t="26448" x="2546350" y="3098800"/>
          <p14:tracePt t="26466" x="2381250" y="3060700"/>
          <p14:tracePt t="26482" x="2241550" y="3022600"/>
          <p14:tracePt t="26498" x="2190750" y="3003550"/>
          <p14:tracePt t="26515" x="2114550" y="2978150"/>
          <p14:tracePt t="26532" x="2044700" y="2946400"/>
          <p14:tracePt t="26548" x="2019300" y="2933700"/>
          <p14:tracePt t="26565" x="2000250" y="2908300"/>
          <p14:tracePt t="26581" x="1949450" y="2882900"/>
          <p14:tracePt t="26598" x="1936750" y="2876550"/>
          <p14:tracePt t="26615" x="1930400" y="2876550"/>
          <p14:tracePt t="26631" x="1911350" y="2863850"/>
          <p14:tracePt t="26648" x="1892300" y="2844800"/>
          <p14:tracePt t="26665" x="1879600" y="2838450"/>
          <p14:tracePt t="26681" x="1854200" y="2819400"/>
          <p14:tracePt t="26697" x="1835150" y="2800350"/>
          <p14:tracePt t="26715" x="1809750" y="2774950"/>
          <p14:tracePt t="26731" x="1797050" y="2768600"/>
          <p14:tracePt t="26748" x="1758950" y="2743200"/>
          <p14:tracePt t="26765" x="1727200" y="2724150"/>
          <p14:tracePt t="26780" x="1701800" y="2705100"/>
          <p14:tracePt t="26797" x="1663700" y="2692400"/>
          <p14:tracePt t="26814" x="1619250" y="2686050"/>
          <p14:tracePt t="26830" x="1593850" y="2679700"/>
          <p14:tracePt t="26847" x="1549400" y="2673350"/>
          <p14:tracePt t="26864" x="1498600" y="2667000"/>
          <p14:tracePt t="26880" x="1479550" y="2660650"/>
          <p14:tracePt t="26897" x="1447800" y="2654300"/>
          <p14:tracePt t="26913" x="1422400" y="2635250"/>
          <p14:tracePt t="26931" x="1416050" y="2635250"/>
          <p14:tracePt t="26947" x="1403350" y="2622550"/>
          <p14:tracePt t="26963" x="1397000" y="2616200"/>
          <p14:tracePt t="26997" x="1397000" y="2609850"/>
          <p14:tracePt t="27013" x="1397000" y="2603500"/>
          <p14:tracePt t="27234" x="1403350" y="2603500"/>
          <p14:tracePt t="27241" x="1403350" y="2609850"/>
          <p14:tracePt t="27255" x="1416050" y="2609850"/>
          <p14:tracePt t="27263" x="1416050" y="2616200"/>
          <p14:tracePt t="27279" x="1422400" y="2616200"/>
          <p14:tracePt t="27296" x="1435100" y="2622550"/>
          <p14:tracePt t="27312" x="1479550" y="2635250"/>
          <p14:tracePt t="27329" x="1517650" y="2641600"/>
          <p14:tracePt t="27346" x="1568450" y="2647950"/>
          <p14:tracePt t="27362" x="1866900" y="2692400"/>
          <p14:tracePt t="27379" x="1993900" y="2705100"/>
          <p14:tracePt t="27396" x="2235200" y="2736850"/>
          <p14:tracePt t="27412" x="2362200" y="2743200"/>
          <p14:tracePt t="27428" x="2565400" y="2762250"/>
          <p14:tracePt t="27445" x="2711450" y="2774950"/>
          <p14:tracePt t="27462" x="2762250" y="2774950"/>
          <p14:tracePt t="27478" x="2806700" y="2774950"/>
          <p14:tracePt t="27495" x="2825750" y="2774950"/>
          <p14:tracePt t="27511" x="2832100" y="2774950"/>
          <p14:tracePt t="27564" x="2832100" y="2768600"/>
          <p14:tracePt t="27669" x="2832100" y="2774950"/>
          <p14:tracePt t="27690" x="2832100" y="2781300"/>
          <p14:tracePt t="28245" x="2825750" y="2781300"/>
          <p14:tracePt t="28260" x="2819400" y="2781300"/>
          <p14:tracePt t="28266" x="2813050" y="2781300"/>
          <p14:tracePt t="28280" x="2800350" y="2781300"/>
          <p14:tracePt t="28292" x="2774950" y="2781300"/>
          <p14:tracePt t="28309" x="2743200" y="2781300"/>
          <p14:tracePt t="28325" x="2724150" y="2781300"/>
          <p14:tracePt t="28342" x="2667000" y="2774950"/>
          <p14:tracePt t="28359" x="2590800" y="2774950"/>
          <p14:tracePt t="28375" x="2559050" y="2762250"/>
          <p14:tracePt t="28392" x="2482850" y="2755900"/>
          <p14:tracePt t="28408" x="2419350" y="2743200"/>
          <p14:tracePt t="28425" x="2393950" y="2743200"/>
          <p14:tracePt t="28442" x="2343150" y="2730500"/>
          <p14:tracePt t="28458" x="2286000" y="2711450"/>
          <p14:tracePt t="28475" x="2260600" y="2705100"/>
          <p14:tracePt t="28491" x="2222500" y="2686050"/>
          <p14:tracePt t="28508" x="2184400" y="2667000"/>
          <p14:tracePt t="28524" x="2171700" y="2647950"/>
          <p14:tracePt t="28541" x="2152650" y="2628900"/>
          <p14:tracePt t="28558" x="2146300" y="2616200"/>
          <p14:tracePt t="28575" x="2127250" y="2603500"/>
          <p14:tracePt t="28591" x="2120900" y="2597150"/>
          <p14:tracePt t="28625" x="2108200" y="2590800"/>
          <p14:tracePt t="28641" x="2101850" y="2590800"/>
          <p14:tracePt t="28658" x="2095500" y="2590800"/>
          <p14:tracePt t="28716" x="2095500" y="2597150"/>
          <p14:tracePt t="28738" x="2101850" y="2603500"/>
          <p14:tracePt t="28759" x="2108200" y="2603500"/>
          <p14:tracePt t="28772" x="2114550" y="2603500"/>
          <p14:tracePt t="28801" x="2127250" y="2603500"/>
          <p14:tracePt t="28809" x="2133600" y="2603500"/>
          <p14:tracePt t="28821" x="2152650" y="2609850"/>
          <p14:tracePt t="28829" x="2184400" y="2609850"/>
          <p14:tracePt t="28844" x="2209800" y="2609850"/>
          <p14:tracePt t="28857" x="2311400" y="2628900"/>
          <p14:tracePt t="28873" x="2381250" y="2641600"/>
          <p14:tracePt t="28890" x="2457450" y="2647950"/>
          <p14:tracePt t="28908" x="2597150" y="2660650"/>
          <p14:tracePt t="28923" x="2717800" y="2667000"/>
          <p14:tracePt t="28940" x="2755900" y="2673350"/>
          <p14:tracePt t="28956" x="2819400" y="2673350"/>
          <p14:tracePt t="28973" x="2851150" y="2679700"/>
          <p14:tracePt t="28991" x="2863850" y="2679700"/>
          <p14:tracePt t="29023" x="2870200" y="2679700"/>
          <p14:tracePt t="29040" x="2870200" y="2686050"/>
          <p14:tracePt t="29590" x="2870200" y="2698750"/>
          <p14:tracePt t="29605" x="2876550" y="2730500"/>
          <p14:tracePt t="29611" x="2882900" y="2762250"/>
          <p14:tracePt t="29625" x="2889250" y="2787650"/>
          <p14:tracePt t="29637" x="2908300" y="2819400"/>
          <p14:tracePt t="29654" x="2933700" y="2895600"/>
          <p14:tracePt t="29671" x="2946400" y="2933700"/>
          <p14:tracePt t="29688" x="2990850" y="3035300"/>
          <p14:tracePt t="29704" x="3028950" y="3124200"/>
          <p14:tracePt t="29721" x="3054350" y="3168650"/>
          <p14:tracePt t="29725" x="3079750" y="3200400"/>
          <p14:tracePt t="29738" x="3111500" y="3232150"/>
          <p14:tracePt t="29754" x="3143250" y="3289300"/>
          <p14:tracePt t="29770" x="3155950" y="3308350"/>
          <p14:tracePt t="29787" x="3168650" y="3333750"/>
          <p14:tracePt t="29803" x="3175000" y="3346450"/>
          <p14:tracePt t="29820" x="3181350" y="3352800"/>
          <p14:tracePt t="29837" x="3194050" y="3359150"/>
          <p14:tracePt t="29870" x="3206750" y="3365500"/>
          <p14:tracePt t="29887" x="3213100" y="3378200"/>
          <p14:tracePt t="29903" x="3219450" y="3384550"/>
          <p14:tracePt t="29921" x="3225800" y="3390900"/>
          <p14:tracePt t="29937" x="3225800" y="3397250"/>
          <p14:tracePt t="30524" x="3270250" y="3390900"/>
          <p14:tracePt t="30538" x="3333750" y="3384550"/>
          <p14:tracePt t="30545" x="3397250" y="3371850"/>
          <p14:tracePt t="30559" x="3467100" y="3352800"/>
          <p14:tracePt t="30568" x="3530600" y="3352800"/>
          <p14:tracePt t="30584" x="3606800" y="3352800"/>
          <p14:tracePt t="30601" x="3771900" y="3340100"/>
          <p14:tracePt t="30617" x="3911600" y="3340100"/>
          <p14:tracePt t="30634" x="3968750" y="3333750"/>
          <p14:tracePt t="30651" x="4121150" y="3327400"/>
          <p14:tracePt t="30668" x="4286250" y="3327400"/>
          <p14:tracePt t="30684" x="4375150" y="3327400"/>
          <p14:tracePt t="30701" x="4533900" y="3302000"/>
          <p14:tracePt t="30717" x="4610100" y="3295650"/>
          <p14:tracePt t="30735" x="4781550" y="3270250"/>
          <p14:tracePt t="30751" x="4826000" y="3257550"/>
          <p14:tracePt t="30767" x="4876800" y="3257550"/>
          <p14:tracePt t="30784" x="4978400" y="3238500"/>
          <p14:tracePt t="30800" x="5060950" y="3238500"/>
          <p14:tracePt t="30817" x="5086350" y="3244850"/>
          <p14:tracePt t="30833" x="5162550" y="3257550"/>
          <p14:tracePt t="30850" x="5213350" y="3270250"/>
          <p14:tracePt t="30867" x="5251450" y="3289300"/>
          <p14:tracePt t="30883" x="5340350" y="3308350"/>
          <p14:tracePt t="30899" x="5365750" y="3308350"/>
          <p14:tracePt t="31391" x="5391150" y="3327400"/>
          <p14:tracePt t="31397" x="5422900" y="3340100"/>
          <p14:tracePt t="31412" x="5480050" y="3378200"/>
          <p14:tracePt t="31419" x="5524500" y="3422650"/>
          <p14:tracePt t="31434" x="5581650" y="3467100"/>
          <p14:tracePt t="31448" x="5638800" y="3505200"/>
          <p14:tracePt t="31464" x="5778500" y="3568700"/>
          <p14:tracePt t="31482" x="5899150" y="3638550"/>
          <p14:tracePt t="31498" x="5956300" y="3676650"/>
          <p14:tracePt t="31514" x="6064250" y="3752850"/>
          <p14:tracePt t="31531" x="6121400" y="3829050"/>
          <p14:tracePt t="31547" x="6146800" y="3854450"/>
          <p14:tracePt t="31564" x="6178550" y="3911600"/>
          <p14:tracePt t="31581" x="6191250" y="3975100"/>
          <p14:tracePt t="31597" x="6197600" y="3994150"/>
          <p14:tracePt t="31614" x="6203950" y="4025900"/>
          <p14:tracePt t="31631" x="6203950" y="4070350"/>
          <p14:tracePt t="31647" x="6203950" y="4089400"/>
          <p14:tracePt t="31665" x="6210300" y="4127500"/>
          <p14:tracePt t="31680" x="6216650" y="4191000"/>
          <p14:tracePt t="31697" x="6229350" y="4216400"/>
          <p14:tracePt t="31714" x="6235700" y="4311650"/>
          <p14:tracePt t="31730" x="6242050" y="4400550"/>
          <p14:tracePt t="31747" x="6242050" y="4445000"/>
          <p14:tracePt t="31764" x="6242050" y="4502150"/>
          <p14:tracePt t="31780" x="6242050" y="4521200"/>
          <p14:tracePt t="31797" x="6235700" y="4546600"/>
          <p14:tracePt t="31813" x="6235700" y="4559300"/>
          <p14:tracePt t="31855" x="6229350" y="4565650"/>
          <p14:tracePt t="32002" x="6223000" y="4559300"/>
          <p14:tracePt t="32009" x="6223000" y="4552950"/>
          <p14:tracePt t="32023" x="6216650" y="4552950"/>
          <p14:tracePt t="32032" x="6210300" y="4546600"/>
          <p14:tracePt t="32052" x="6203950" y="4540250"/>
          <p14:tracePt t="32066" x="6197600" y="4527550"/>
          <p14:tracePt t="32079" x="6184900" y="4521200"/>
          <p14:tracePt t="32096" x="6140450" y="4464050"/>
          <p14:tracePt t="32112" x="6102350" y="4432300"/>
          <p14:tracePt t="32129" x="5988050" y="4343400"/>
          <p14:tracePt t="32145" x="5822950" y="4235450"/>
          <p14:tracePt t="32162" x="5727700" y="4171950"/>
          <p14:tracePt t="32179" x="5543550" y="4044950"/>
          <p14:tracePt t="32195" x="5340350" y="3937000"/>
          <p14:tracePt t="32212" x="5168900" y="3848100"/>
          <p14:tracePt t="32228" x="5073650" y="3803650"/>
          <p14:tracePt t="32245" x="4914900" y="3733800"/>
          <p14:tracePt t="32263" x="4800600" y="3676650"/>
          <p14:tracePt t="32278" x="4756150" y="3663950"/>
          <p14:tracePt t="32295" x="4730750" y="3651250"/>
          <p14:tracePt t="32312" x="4635500" y="3619500"/>
          <p14:tracePt t="32328" x="4616450" y="3613150"/>
          <p14:tracePt t="32345" x="4591050" y="3606800"/>
          <p14:tracePt t="32362" x="4559300" y="3606800"/>
          <p14:tracePt t="32378" x="4521200" y="3600450"/>
          <p14:tracePt t="32395" x="4495800" y="3600450"/>
          <p14:tracePt t="32411" x="4451350" y="3587750"/>
          <p14:tracePt t="32427" x="4413250" y="3575050"/>
          <p14:tracePt t="32445" x="4381500" y="3568700"/>
          <p14:tracePt t="32461" x="4368800" y="3562350"/>
          <p14:tracePt t="32478" x="4343400" y="3556000"/>
          <p14:tracePt t="32495" x="4318000" y="3543300"/>
          <p14:tracePt t="32511" x="4305300" y="3543300"/>
          <p14:tracePt t="32527" x="4286250" y="3530600"/>
          <p14:tracePt t="32544" x="4260850" y="3524250"/>
          <p14:tracePt t="32561" x="4248150" y="3517900"/>
          <p14:tracePt t="32578" x="4235450" y="3511550"/>
          <p14:tracePt t="32594" x="4191000" y="3492500"/>
          <p14:tracePt t="32611" x="4159250" y="3479800"/>
          <p14:tracePt t="32628" x="4108450" y="3460750"/>
          <p14:tracePt t="32644" x="4089400" y="3454400"/>
          <p14:tracePt t="32660" x="4044950" y="3435350"/>
          <p14:tracePt t="32677" x="4019550" y="3422650"/>
          <p14:tracePt t="32694" x="4013200" y="3416300"/>
          <p14:tracePt t="32710" x="4006850" y="3409950"/>
          <p14:tracePt t="32727" x="4006850" y="3403600"/>
          <p14:tracePt t="32743" x="4013200" y="3403600"/>
          <p14:tracePt t="32747" x="4019550" y="3403600"/>
          <p14:tracePt t="32760" x="4025900" y="3403600"/>
          <p14:tracePt t="32793" x="4032250" y="3403600"/>
          <p14:tracePt t="32810" x="4038600" y="3403600"/>
          <p14:tracePt t="32826" x="4051300" y="3403600"/>
          <p14:tracePt t="32860" x="4057650" y="3403600"/>
          <p14:tracePt t="32876" x="4064000" y="3403600"/>
          <p14:tracePt t="32944" x="4064000" y="3397250"/>
          <p14:tracePt t="32966" x="4064000" y="3390900"/>
          <p14:tracePt t="32980" x="4064000" y="3384550"/>
          <p14:tracePt t="33001" x="4057650" y="3378200"/>
          <p14:tracePt t="33007" x="4038600" y="3365500"/>
          <p14:tracePt t="33015" x="4013200" y="3352800"/>
          <p14:tracePt t="33030" x="3975100" y="3327400"/>
          <p14:tracePt t="33043" x="3930650" y="3302000"/>
          <p14:tracePt t="33059" x="3778250" y="3232150"/>
          <p14:tracePt t="33075" x="3689350" y="3200400"/>
          <p14:tracePt t="33092" x="3479800" y="3117850"/>
          <p14:tracePt t="33109" x="3270250" y="3035300"/>
          <p14:tracePt t="33126" x="3175000" y="2990850"/>
          <p14:tracePt t="33142" x="3003550" y="2921000"/>
          <p14:tracePt t="33160" x="2876550" y="2863850"/>
          <p14:tracePt t="33176" x="2787650" y="2819400"/>
          <p14:tracePt t="33191" x="2755900" y="2806700"/>
          <p14:tracePt t="33208" x="2724150" y="2787650"/>
          <p14:tracePt t="33226" x="2660650" y="2749550"/>
          <p14:tracePt t="33242" x="2647950" y="2743200"/>
          <p14:tracePt t="33258" x="2635250" y="2736850"/>
          <p14:tracePt t="33275" x="2603500" y="2724150"/>
          <p14:tracePt t="33291" x="2571750" y="2705100"/>
          <p14:tracePt t="33308" x="2552700" y="2698750"/>
          <p14:tracePt t="33325" x="2514600" y="2686050"/>
          <p14:tracePt t="33341" x="2476500" y="2667000"/>
          <p14:tracePt t="33359" x="2438400" y="2635250"/>
          <p14:tracePt t="33374" x="2413000" y="2622550"/>
          <p14:tracePt t="33391" x="2374900" y="2603500"/>
          <p14:tracePt t="33409" x="2336800" y="2590800"/>
          <p14:tracePt t="33425" x="2317750" y="2571750"/>
          <p14:tracePt t="33441" x="2298700" y="2565400"/>
          <p14:tracePt t="33458" x="2286000" y="2552700"/>
          <p14:tracePt t="33475" x="2273300" y="2546350"/>
          <p14:tracePt t="33491" x="2273300" y="2540000"/>
          <p14:tracePt t="33508" x="2266950" y="2533650"/>
          <p14:tracePt t="33541" x="2260600" y="2527300"/>
          <p14:tracePt t="33557" x="2260600" y="2520950"/>
          <p14:tracePt t="33858" x="2260600" y="2527300"/>
          <p14:tracePt t="34340" x="2260600" y="2514600"/>
          <p14:tracePt t="34356" x="2254250" y="2501900"/>
          <p14:tracePt t="34361" x="2254250" y="2489200"/>
          <p14:tracePt t="34376" x="2247900" y="2476500"/>
          <p14:tracePt t="34387" x="2241550" y="2463800"/>
          <p14:tracePt t="34405" x="2235200" y="2432050"/>
          <p14:tracePt t="34421" x="2228850" y="2419350"/>
          <p14:tracePt t="34439" x="2209800" y="2393950"/>
          <p14:tracePt t="34454" x="2190750" y="2355850"/>
          <p14:tracePt t="34471" x="2184400" y="2343150"/>
          <p14:tracePt t="34488" x="2165350" y="2305050"/>
          <p14:tracePt t="34504" x="2139950" y="2260600"/>
          <p14:tracePt t="34521" x="2133600" y="2235200"/>
          <p14:tracePt t="34538" x="2120900" y="2184400"/>
          <p14:tracePt t="34554" x="2108200" y="2133600"/>
          <p14:tracePt t="34570" x="2101850" y="2108200"/>
          <p14:tracePt t="34587" x="2089150" y="2070100"/>
          <p14:tracePt t="34604" x="2076450" y="2038350"/>
          <p14:tracePt t="34621" x="2063750" y="1955800"/>
          <p14:tracePt t="34637" x="2038350" y="1885950"/>
          <p14:tracePt t="34653" x="2032000" y="1854200"/>
          <p14:tracePt t="34671" x="2006600" y="1771650"/>
          <p14:tracePt t="34687" x="1974850" y="1663700"/>
          <p14:tracePt t="34703" x="1955800" y="1593850"/>
          <p14:tracePt t="34720" x="1911350" y="1485900"/>
          <p14:tracePt t="34737" x="1866900" y="1384300"/>
          <p14:tracePt t="34753" x="1847850" y="1339850"/>
          <p14:tracePt t="34770" x="1822450" y="1308100"/>
          <p14:tracePt t="34786" x="1797050" y="1289050"/>
          <p14:tracePt t="34803" x="1784350" y="1276350"/>
          <p14:tracePt t="34819" x="1752600" y="1238250"/>
          <p14:tracePt t="34836" x="1727200" y="1206500"/>
          <p14:tracePt t="34854" x="1695450" y="1162050"/>
          <p14:tracePt t="34869" x="1682750" y="1130300"/>
          <p14:tracePt t="34886" x="1670050" y="1111250"/>
          <p14:tracePt t="34903" x="1651000" y="1066800"/>
          <p14:tracePt t="34919" x="1644650" y="1066800"/>
          <p14:tracePt t="34936" x="1638300" y="1054100"/>
          <p14:tracePt t="34952" x="1631950" y="1041400"/>
          <p14:tracePt t="34969" x="1631950" y="1022350"/>
          <p14:tracePt t="34986" x="1631950" y="1016000"/>
          <p14:tracePt t="35002" x="1631950" y="1009650"/>
          <p14:tracePt t="35065" x="1638300" y="1009650"/>
          <p14:tracePt t="35641" x="1651000" y="1028700"/>
          <p14:tracePt t="35648" x="1670050" y="1047750"/>
          <p14:tracePt t="35662" x="1682750" y="1060450"/>
          <p14:tracePt t="35670" x="1695450" y="1085850"/>
          <p14:tracePt t="35683" x="1720850" y="1098550"/>
          <p14:tracePt t="35700" x="1746250" y="1130300"/>
          <p14:tracePt t="35716" x="1758950" y="1143000"/>
          <p14:tracePt t="35733" x="1784350" y="1181100"/>
          <p14:tracePt t="35750" x="1797050" y="1206500"/>
          <p14:tracePt t="35767" x="1797050" y="1212850"/>
          <p14:tracePt t="35783" x="1809750" y="1238250"/>
          <p14:tracePt t="35799" x="1816100" y="1244600"/>
          <p14:tracePt t="35817" x="1822450" y="1263650"/>
          <p14:tracePt t="35833" x="1828800" y="1270000"/>
          <p14:tracePt t="35849" x="1835150" y="1276350"/>
          <p14:tracePt t="35867" x="1841500" y="1289050"/>
          <p14:tracePt t="35908" x="1847850" y="1295400"/>
          <p14:tracePt t="35957" x="1847850" y="1301750"/>
          <p14:tracePt t="36000" x="1847850" y="1308100"/>
          <p14:tracePt t="37835" x="1847850" y="1320800"/>
          <p14:tracePt t="37849" x="1854200" y="1333500"/>
          <p14:tracePt t="37857" x="1866900" y="1352550"/>
          <p14:tracePt t="37871" x="1866900" y="1384300"/>
          <p14:tracePt t="37879" x="1873250" y="1403350"/>
          <p14:tracePt t="37893" x="1879600" y="1441450"/>
          <p14:tracePt t="37909" x="1892300" y="1498600"/>
          <p14:tracePt t="37926" x="1911350" y="1530350"/>
          <p14:tracePt t="37942" x="1924050" y="1581150"/>
          <p14:tracePt t="37959" x="1930400" y="1593850"/>
          <p14:tracePt t="37977" x="1949450" y="1644650"/>
          <p14:tracePt t="37992" x="1949450" y="1651000"/>
          <p14:tracePt t="38008" x="1962150" y="1657350"/>
          <p14:tracePt t="38026" x="1968500" y="1670050"/>
          <p14:tracePt t="38042" x="1987550" y="1682750"/>
          <p14:tracePt t="38058" x="1993900" y="1689100"/>
          <p14:tracePt t="38075" x="2006600" y="1701800"/>
          <p14:tracePt t="38092" x="2019300" y="1701800"/>
          <p14:tracePt t="38110" x="2032000" y="1708150"/>
          <p14:tracePt t="38125" x="2032000" y="1714500"/>
          <p14:tracePt t="38719" x="2006600" y="1708150"/>
          <p14:tracePt t="38733" x="1981200" y="1708150"/>
          <p14:tracePt t="38742" x="1949450" y="1701800"/>
          <p14:tracePt t="38756" x="1924050" y="1701800"/>
          <p14:tracePt t="38772" x="1892300" y="1695450"/>
          <p14:tracePt t="38790" x="1784350" y="1676400"/>
          <p14:tracePt t="38806" x="1765300" y="1676400"/>
          <p14:tracePt t="38822" x="1733550" y="1670050"/>
          <p14:tracePt t="38839" x="1695450" y="1663700"/>
          <p14:tracePt t="38856" x="1670050" y="1657350"/>
          <p14:tracePt t="38872" x="1657350" y="1651000"/>
          <p14:tracePt t="38889" x="1644650" y="1644650"/>
          <p14:tracePt t="38905" x="1631950" y="1638300"/>
          <p14:tracePt t="38944" x="1631950" y="1631950"/>
          <p14:tracePt t="38966" x="1638300" y="1631950"/>
          <p14:tracePt t="38975" x="1644650" y="1631950"/>
          <p14:tracePt t="38993" x="1651000" y="1631950"/>
          <p14:tracePt t="39043" x="1657350" y="1631950"/>
          <p14:tracePt t="39092" x="1663700" y="1631950"/>
          <p14:tracePt t="39106" x="1670050" y="1631950"/>
          <p14:tracePt t="39113" x="1676400" y="1631950"/>
          <p14:tracePt t="39127" x="1676400" y="1638300"/>
          <p14:tracePt t="39138" x="1689100" y="1638300"/>
          <p14:tracePt t="39155" x="1708150" y="1638300"/>
          <p14:tracePt t="39171" x="1733550" y="1644650"/>
          <p14:tracePt t="39188" x="1797050" y="1651000"/>
          <p14:tracePt t="39205" x="1879600" y="1663700"/>
          <p14:tracePt t="39221" x="1930400" y="1663700"/>
          <p14:tracePt t="39238" x="2025650" y="1670050"/>
          <p14:tracePt t="39254" x="2082800" y="1676400"/>
          <p14:tracePt t="39271" x="2108200" y="1676400"/>
          <p14:tracePt t="39288" x="2152650" y="1676400"/>
          <p14:tracePt t="39304" x="2178050" y="1676400"/>
          <p14:tracePt t="39340" x="2184400" y="1676400"/>
          <p14:tracePt t="39354" x="2190750" y="1676400"/>
          <p14:tracePt t="39394" x="2197100" y="1682750"/>
          <p14:tracePt t="41535" x="2197100" y="1670050"/>
          <p14:tracePt t="41543" x="2190750" y="1651000"/>
          <p14:tracePt t="41557" x="2184400" y="1631950"/>
          <p14:tracePt t="41566" x="2184400" y="1593850"/>
          <p14:tracePt t="41580" x="2178050" y="1536700"/>
          <p14:tracePt t="41596" x="2165350" y="1371600"/>
          <p14:tracePt t="41613" x="2165350" y="1130300"/>
          <p14:tracePt t="41629" x="2171700" y="1016000"/>
          <p14:tracePt t="41646" x="2171700" y="908050"/>
          <p14:tracePt t="41663" x="2178050" y="647700"/>
          <p14:tracePt t="41679" x="2190750" y="596900"/>
          <p14:tracePt t="41697" x="2190750" y="565150"/>
          <p14:tracePt t="41712" x="2190750" y="558800"/>
          <p14:tracePt t="41729" x="2190750" y="552450"/>
          <p14:tracePt t="41774" x="2197100" y="558800"/>
          <p14:tracePt t="41797" x="2197100" y="565150"/>
          <p14:tracePt t="41824" x="2197100" y="571500"/>
          <p14:tracePt t="42077" x="2197100" y="577850"/>
          <p14:tracePt t="42105" x="2197100" y="584200"/>
          <p14:tracePt t="42140" x="2197100" y="590550"/>
          <p14:tracePt t="42153" x="2197100" y="596900"/>
          <p14:tracePt t="42189" x="2197100" y="603250"/>
          <p14:tracePt t="42281" x="2197100" y="609600"/>
          <p14:tracePt t="43021" x="2197100" y="628650"/>
          <p14:tracePt t="43028" x="2216150" y="660400"/>
          <p14:tracePt t="43044" x="2222500" y="692150"/>
          <p14:tracePt t="43058" x="2241550" y="730250"/>
          <p14:tracePt t="43074" x="2266950" y="838200"/>
          <p14:tracePt t="43092" x="2305050" y="952500"/>
          <p14:tracePt t="43108" x="2324100" y="1016000"/>
          <p14:tracePt t="43124" x="2349500" y="1174750"/>
          <p14:tracePt t="43141" x="2393950" y="1371600"/>
          <p14:tracePt t="43158" x="2400300" y="1460500"/>
          <p14:tracePt t="43174" x="2413000" y="1651000"/>
          <p14:tracePt t="43191" x="2406650" y="1803400"/>
          <p14:tracePt t="43208" x="2406650" y="1892300"/>
          <p14:tracePt t="43224" x="2400300" y="2044700"/>
          <p14:tracePt t="43240" x="2381250" y="2203450"/>
          <p14:tracePt t="43257" x="2368550" y="2266950"/>
          <p14:tracePt t="43274" x="2343150" y="2374900"/>
          <p14:tracePt t="43290" x="2330450" y="2444750"/>
          <p14:tracePt t="43307" x="2311400" y="2489200"/>
          <p14:tracePt t="43324" x="2305050" y="2546350"/>
          <p14:tracePt t="43340" x="2298700" y="2603500"/>
          <p14:tracePt t="43357" x="2286000" y="2647950"/>
          <p14:tracePt t="43374" x="2273300" y="2705100"/>
          <p14:tracePt t="43390" x="2247900" y="2755900"/>
          <p14:tracePt t="43407" x="2235200" y="2787650"/>
          <p14:tracePt t="43423" x="2228850" y="2800350"/>
          <p14:tracePt t="43440" x="2228850" y="2806700"/>
          <p14:tracePt t="43457" x="2222500" y="2819400"/>
          <p14:tracePt t="43499" x="2216150" y="2819400"/>
          <p14:tracePt t="43535" x="2209800" y="2819400"/>
          <p14:tracePt t="43563" x="2203450" y="2819400"/>
          <p14:tracePt t="43591" x="2197100" y="2819400"/>
          <p14:tracePt t="43612" x="2190750" y="2819400"/>
          <p14:tracePt t="43626" x="2184400" y="2819400"/>
          <p14:tracePt t="43675" x="2178050" y="2813050"/>
          <p14:tracePt t="43690" x="2171700" y="2813050"/>
          <p14:tracePt t="43710" x="2165350" y="2813050"/>
          <p14:tracePt t="43725" x="2159000" y="2813050"/>
          <p14:tracePt t="43731" x="2152650" y="2813050"/>
          <p14:tracePt t="43746" x="2146300" y="2813050"/>
          <p14:tracePt t="43774" x="2133600" y="2813050"/>
          <p14:tracePt t="43781" x="2127250" y="2813050"/>
          <p14:tracePt t="43795" x="2108200" y="2819400"/>
          <p14:tracePt t="43805" x="2095500" y="2832100"/>
          <p14:tracePt t="43823" x="2070100" y="2851150"/>
          <p14:tracePt t="43839" x="2025650" y="2895600"/>
          <p14:tracePt t="43855" x="1987550" y="2946400"/>
          <p14:tracePt t="43872" x="1968500" y="3022600"/>
          <p14:tracePt t="43888" x="1955800" y="3060700"/>
          <p14:tracePt t="43905" x="1949450" y="3092450"/>
          <p14:tracePt t="43909" x="1949450" y="3117850"/>
          <p14:tracePt t="43922" x="1968500" y="3194050"/>
          <p14:tracePt t="43939" x="1981200" y="3225800"/>
          <p14:tracePt t="43955" x="2000250" y="3270250"/>
          <p14:tracePt t="44314" x="1993900" y="3213100"/>
          <p14:tracePt t="44328" x="1974850" y="3117850"/>
          <p14:tracePt t="44335" x="1955800" y="3028950"/>
          <p14:tracePt t="44349" x="1936750" y="2914650"/>
          <p14:tracePt t="44356" x="1911350" y="2806700"/>
          <p14:tracePt t="44370" x="1892300" y="2717800"/>
          <p14:tracePt t="44386" x="1873250" y="2540000"/>
          <p14:tracePt t="44403" x="1866900" y="2482850"/>
          <p14:tracePt t="44407" x="1847850" y="2432050"/>
          <p14:tracePt t="44423" x="1841500" y="2400300"/>
          <p14:tracePt t="44436" x="1816100" y="2368550"/>
          <p14:tracePt t="44454" x="1803400" y="2349500"/>
          <p14:tracePt t="44470" x="1797050" y="2349500"/>
          <p14:tracePt t="44488" x="1790700" y="2349500"/>
          <p14:tracePt t="44503" x="1790700" y="2343150"/>
          <p14:tracePt t="44525" x="1784350" y="2343150"/>
          <p14:tracePt t="44560" x="1784350" y="2349500"/>
          <p14:tracePt t="44567" x="1784350" y="2355850"/>
          <p14:tracePt t="44574" x="1784350" y="2362200"/>
          <p14:tracePt t="44590" x="1784350" y="2368550"/>
          <p14:tracePt t="44602" x="1784350" y="2374900"/>
          <p14:tracePt t="44619" x="1784350" y="2381250"/>
          <p14:tracePt t="44635" x="1784350" y="2387600"/>
          <p14:tracePt t="44653" x="1784350" y="2393950"/>
          <p14:tracePt t="44669" x="1784350" y="2406650"/>
          <p14:tracePt t="44708" x="1784350" y="2413000"/>
          <p14:tracePt t="44715" x="1784350" y="2419350"/>
          <p14:tracePt t="44737" x="1790700" y="2419350"/>
          <p14:tracePt t="44757" x="1797050" y="2419350"/>
          <p14:tracePt t="44778" x="1803400" y="2425700"/>
          <p14:tracePt t="44786" x="1816100" y="2425700"/>
          <p14:tracePt t="44799" x="1822450" y="2425700"/>
          <p14:tracePt t="44806" x="1835150" y="2432050"/>
          <p14:tracePt t="44822" x="1847850" y="2438400"/>
          <p14:tracePt t="44835" x="1866900" y="2438400"/>
          <p14:tracePt t="44851" x="1930400" y="2451100"/>
          <p14:tracePt t="44870" x="2019300" y="2457450"/>
          <p14:tracePt t="44885" x="2082800" y="2457450"/>
          <p14:tracePt t="44902" x="2266950" y="2451100"/>
          <p14:tracePt t="44918" x="2432050" y="2444750"/>
          <p14:tracePt t="44934" x="2508250" y="2444750"/>
          <p14:tracePt t="44951" x="2622550" y="2432050"/>
          <p14:tracePt t="44968" x="2679700" y="2425700"/>
          <p14:tracePt t="44984" x="2711450" y="2425700"/>
          <p14:tracePt t="45001" x="2755900" y="2432050"/>
          <p14:tracePt t="45018" x="2781300" y="2463800"/>
          <p14:tracePt t="47352" x="2774950" y="2463800"/>
          <p14:tracePt t="47358" x="2768600" y="2463800"/>
          <p14:tracePt t="47372" x="2755900" y="2457450"/>
          <p14:tracePt t="47380" x="2749550" y="2451100"/>
          <p14:tracePt t="47393" x="2749550" y="2444750"/>
          <p14:tracePt t="47409" x="2730500" y="2438400"/>
          <p14:tracePt t="47426" x="2717800" y="2432050"/>
          <p14:tracePt t="47443" x="2698750" y="2425700"/>
          <p14:tracePt t="47459" x="2667000" y="2419350"/>
          <p14:tracePt t="47476" x="2654300" y="2419350"/>
          <p14:tracePt t="47480" x="2647950" y="2413000"/>
          <p14:tracePt t="47493" x="2635250" y="2413000"/>
          <p14:tracePt t="47509" x="2622550" y="2406650"/>
          <p14:tracePt t="47527" x="2597150" y="2406650"/>
          <p14:tracePt t="47543" x="2571750" y="2400300"/>
          <p14:tracePt t="47559" x="2559050" y="2400300"/>
          <p14:tracePt t="47576" x="2527300" y="2400300"/>
          <p14:tracePt t="47592" x="2482850" y="2400300"/>
          <p14:tracePt t="47609" x="2457450" y="2393950"/>
          <p14:tracePt t="47626" x="2413000" y="2387600"/>
          <p14:tracePt t="47642" x="2368550" y="2381250"/>
          <p14:tracePt t="47658" x="2349500" y="2368550"/>
          <p14:tracePt t="47675" x="2311400" y="2355850"/>
          <p14:tracePt t="47691" x="2279650" y="2349500"/>
          <p14:tracePt t="47709" x="2266950" y="2343150"/>
          <p14:tracePt t="47726" x="2235200" y="2330450"/>
          <p14:tracePt t="47742" x="2209800" y="2324100"/>
          <p14:tracePt t="47759" x="2190750" y="2317750"/>
          <p14:tracePt t="47774" x="2178050" y="2317750"/>
          <p14:tracePt t="47791" x="2171700" y="2317750"/>
          <p14:tracePt t="47809" x="2152650" y="2317750"/>
          <p14:tracePt t="47841" x="2139950" y="2317750"/>
          <p14:tracePt t="47858" x="2133600" y="2317750"/>
          <p14:tracePt t="47874" x="2120900" y="2317750"/>
          <p14:tracePt t="47914" x="2114550" y="2317750"/>
          <p14:tracePt t="47942" x="2108200" y="2317750"/>
          <p14:tracePt t="47991" x="2108200" y="2324100"/>
          <p14:tracePt t="48407" x="2108200" y="2349500"/>
          <p14:tracePt t="48414" x="2108200" y="2400300"/>
          <p14:tracePt t="48423" x="2114550" y="2463800"/>
          <p14:tracePt t="48439" x="2114550" y="2540000"/>
          <p14:tracePt t="48456" x="2139950" y="2635250"/>
          <p14:tracePt t="48473" x="2165350" y="2851150"/>
          <p14:tracePt t="48476" x="2178050" y="2978150"/>
          <p14:tracePt t="48489" x="2178050" y="3117850"/>
          <p14:tracePt t="48506" x="2190750" y="3429000"/>
          <p14:tracePt t="48522" x="2190750" y="3543300"/>
          <p14:tracePt t="48539" x="2190750" y="3810000"/>
          <p14:tracePt t="48555" x="2184400" y="4070350"/>
          <p14:tracePt t="48572" x="2178050" y="4184650"/>
          <p14:tracePt t="48589" x="2146300" y="4381500"/>
          <p14:tracePt t="48605" x="2101850" y="4565650"/>
          <p14:tracePt t="48622" x="2076450" y="4654550"/>
          <p14:tracePt t="48639" x="2025650" y="4838700"/>
          <p14:tracePt t="48655" x="1968500" y="4965700"/>
          <p14:tracePt t="48672" x="1949450" y="5003800"/>
          <p14:tracePt t="48688" x="1898650" y="5086350"/>
          <p14:tracePt t="48705" x="1866900" y="5118100"/>
          <p14:tracePt t="48722" x="1866900" y="5124450"/>
          <p14:tracePt t="48738" x="1854200" y="5149850"/>
          <p14:tracePt t="48755" x="1847850" y="5162550"/>
          <p14:tracePt t="48772" x="1822450" y="5194300"/>
          <p14:tracePt t="48788" x="1790700" y="5270500"/>
          <p14:tracePt t="48804" x="1778000" y="5314950"/>
          <p14:tracePt t="48822" x="1739900" y="5422900"/>
          <p14:tracePt t="48838" x="1695450" y="5530850"/>
          <p14:tracePt t="48854" x="1682750" y="5575300"/>
          <p14:tracePt t="48871" x="1657350" y="5645150"/>
          <p14:tracePt t="48888" x="1644650" y="5695950"/>
          <p14:tracePt t="48904" x="1638300" y="5715000"/>
          <p14:tracePt t="48921" x="1631950" y="5740400"/>
          <p14:tracePt t="48937" x="1625600" y="5753100"/>
          <p14:tracePt t="48971" x="1625600" y="5759450"/>
          <p14:tracePt t="49195" x="1619250" y="5759450"/>
          <p14:tracePt t="49216" x="1612900" y="5759450"/>
          <p14:tracePt t="49251" x="1606550" y="5759450"/>
          <p14:tracePt t="49258" x="1600200" y="5759450"/>
          <p14:tracePt t="49279" x="1593850" y="5759450"/>
          <p14:tracePt t="49288" x="1587500" y="5759450"/>
          <p14:tracePt t="49302" x="1581150" y="5759450"/>
          <p14:tracePt t="49323" x="1574800" y="5759450"/>
          <p14:tracePt t="49336" x="1555750" y="5759450"/>
          <p14:tracePt t="49353" x="1543050" y="5765800"/>
          <p14:tracePt t="49370" x="1511300" y="5765800"/>
          <p14:tracePt t="49386" x="1479550" y="5772150"/>
          <p14:tracePt t="49403" x="1428750" y="5772150"/>
          <p14:tracePt t="49420" x="1384300" y="5772150"/>
          <p14:tracePt t="49436" x="1352550" y="5772150"/>
          <p14:tracePt t="49452" x="1301750" y="5772150"/>
          <p14:tracePt t="49469" x="1270000" y="5772150"/>
          <p14:tracePt t="49486" x="1250950" y="5772150"/>
          <p14:tracePt t="49489" x="1244600" y="5772150"/>
          <p14:tracePt t="49502" x="1231900" y="5772150"/>
          <p14:tracePt t="49519" x="1231900" y="5778500"/>
          <p14:tracePt t="49581" x="1231900" y="5784850"/>
          <p14:tracePt t="49588" x="1238250" y="5784850"/>
          <p14:tracePt t="49609" x="1244600" y="5784850"/>
          <p14:tracePt t="49618" x="1250950" y="5784850"/>
          <p14:tracePt t="49638" x="1257300" y="5784850"/>
          <p14:tracePt t="49659" x="1263650" y="5784850"/>
          <p14:tracePt t="49687" x="1270000" y="5784850"/>
          <p14:tracePt t="49701" x="1276350" y="5791200"/>
          <p14:tracePt t="49708" x="1282700" y="5791200"/>
          <p14:tracePt t="49729" x="1295400" y="5791200"/>
          <p14:tracePt t="49743" x="1308100" y="5791200"/>
          <p14:tracePt t="49751" x="1320800" y="5791200"/>
          <p14:tracePt t="49768" x="1339850" y="5797550"/>
          <p14:tracePt t="49785" x="1397000" y="5803900"/>
          <p14:tracePt t="49801" x="1454150" y="5810250"/>
          <p14:tracePt t="49818" x="1485900" y="5816600"/>
          <p14:tracePt t="49834" x="1555750" y="5829300"/>
          <p14:tracePt t="49851" x="1619250" y="5829300"/>
          <p14:tracePt t="49868" x="1651000" y="5829300"/>
          <p14:tracePt t="49884" x="1708150" y="5829300"/>
          <p14:tracePt t="49901" x="1765300" y="5816600"/>
          <p14:tracePt t="49918" x="1803400" y="5810250"/>
          <p14:tracePt t="49934" x="1816100" y="5803900"/>
          <p14:tracePt t="49950" x="1841500" y="5797550"/>
          <p14:tracePt t="49968" x="1879600" y="5791200"/>
          <p14:tracePt t="49984" x="1885950" y="5791200"/>
          <p14:tracePt t="50000" x="1892300" y="5791200"/>
          <p14:tracePt t="50004" x="1898650" y="5784850"/>
          <p14:tracePt t="50017" x="1905000" y="5784850"/>
          <p14:tracePt t="50034" x="1924050" y="5778500"/>
          <p14:tracePt t="50050" x="1930400" y="5778500"/>
          <p14:tracePt t="50067" x="1949450" y="5778500"/>
          <p14:tracePt t="50083" x="1974850" y="5778500"/>
          <p14:tracePt t="50100" x="1993900" y="5778500"/>
          <p14:tracePt t="50117" x="2038350" y="5772150"/>
          <p14:tracePt t="50133" x="2095500" y="5772150"/>
          <p14:tracePt t="50150" x="2127250" y="5772150"/>
          <p14:tracePt t="50167" x="2190750" y="5772150"/>
          <p14:tracePt t="50183" x="2266950" y="5765800"/>
          <p14:tracePt t="50200" x="2349500" y="5759450"/>
          <p14:tracePt t="50217" x="2387600" y="5759450"/>
          <p14:tracePt t="50233" x="2457450" y="5753100"/>
          <p14:tracePt t="50249" x="2514600" y="5740400"/>
          <p14:tracePt t="50266" x="2540000" y="5734050"/>
          <p14:tracePt t="50283" x="2559050" y="5727700"/>
          <p14:tracePt t="50299" x="2609850" y="5721350"/>
          <p14:tracePt t="50316" x="2622550" y="5721350"/>
          <p14:tracePt t="50333" x="2654300" y="5715000"/>
          <p14:tracePt t="50349" x="2679700" y="5715000"/>
          <p14:tracePt t="50366" x="2698750" y="5715000"/>
          <p14:tracePt t="50383" x="2711450" y="5715000"/>
          <p14:tracePt t="50399" x="2717800" y="5715000"/>
          <p14:tracePt t="50416" x="2724150" y="5715000"/>
          <p14:tracePt t="50433" x="2736850" y="5715000"/>
          <p14:tracePt t="50517" x="2743200" y="5715000"/>
          <p14:tracePt t="50531" x="2749550" y="5715000"/>
          <p14:tracePt t="50552" x="2755900" y="5715000"/>
          <p14:tracePt t="50573" x="2762250" y="5715000"/>
          <p14:tracePt t="50601" x="2768600" y="5715000"/>
          <p14:tracePt t="50636" x="2774950" y="5721350"/>
          <p14:tracePt t="50756" x="2768600" y="5721350"/>
          <p14:tracePt t="50784" x="2755900" y="5721350"/>
          <p14:tracePt t="50805" x="2749550" y="5721350"/>
          <p14:tracePt t="50811" x="2743200" y="5721350"/>
          <p14:tracePt t="50826" x="2736850" y="5721350"/>
          <p14:tracePt t="50847" x="2717800" y="5721350"/>
          <p14:tracePt t="50854" x="2692400" y="5715000"/>
          <p14:tracePt t="50868" x="2667000" y="5715000"/>
          <p14:tracePt t="50881" x="2616200" y="5715000"/>
          <p14:tracePt t="50897" x="2489200" y="5727700"/>
          <p14:tracePt t="50914" x="2413000" y="5727700"/>
          <p14:tracePt t="50931" x="2216150" y="5753100"/>
          <p14:tracePt t="50948" x="2038350" y="5784850"/>
          <p14:tracePt t="50963" x="1955800" y="5797550"/>
          <p14:tracePt t="50981" x="1816100" y="5822950"/>
          <p14:tracePt t="50997" x="1746250" y="5842000"/>
          <p14:tracePt t="51014" x="1720850" y="5848350"/>
          <p14:tracePt t="51017" x="1701800" y="5848350"/>
          <p14:tracePt t="51031" x="1689100" y="5848350"/>
          <p14:tracePt t="51047" x="1676400" y="5854700"/>
          <p14:tracePt t="51107" x="1676400" y="5848350"/>
          <p14:tracePt t="51185" x="1682750" y="5848350"/>
          <p14:tracePt t="51227" x="1689100" y="5854700"/>
          <p14:tracePt t="51290" x="1689100" y="5861050"/>
          <p14:tracePt t="51367" x="1689100" y="5867400"/>
          <p14:tracePt t="51388" x="1682750" y="5873750"/>
          <p14:tracePt t="51396" x="1676400" y="5873750"/>
          <p14:tracePt t="51431" x="1670050" y="5873750"/>
          <p14:tracePt t="51437" x="1663700" y="5873750"/>
          <p14:tracePt t="51445" x="1657350" y="5880100"/>
          <p14:tracePt t="51462" x="1651000" y="5880100"/>
          <p14:tracePt t="51482" x="1612900" y="5886450"/>
          <p14:tracePt t="51496" x="1581150" y="5886450"/>
          <p14:tracePt t="51512" x="1504950" y="5886450"/>
          <p14:tracePt t="51516" x="1454150" y="5886450"/>
          <p14:tracePt t="51532" x="1416050" y="5886450"/>
          <p14:tracePt t="51545" x="1358900" y="5873750"/>
          <p14:tracePt t="51562" x="1270000" y="5873750"/>
          <p14:tracePt t="51579" x="1206500" y="5867400"/>
          <p14:tracePt t="51596" x="1181100" y="5861050"/>
          <p14:tracePt t="51612" x="1149350" y="5861050"/>
          <p14:tracePt t="51628" x="1136650" y="5861050"/>
          <p14:tracePt t="51698" x="1136650" y="5867400"/>
          <p14:tracePt t="51726" x="1136650" y="5873750"/>
          <p14:tracePt t="51761" x="1136650" y="5880100"/>
          <p14:tracePt t="51796" x="1136650" y="5886450"/>
          <p14:tracePt t="51832" x="1136650" y="5892800"/>
          <p14:tracePt t="51860" x="1136650" y="5899150"/>
          <p14:tracePt t="51972" x="1143000" y="5899150"/>
          <p14:tracePt t="52028" x="1149350" y="5899150"/>
          <p14:tracePt t="52063" x="1155700" y="5899150"/>
          <p14:tracePt t="52113" x="1162050" y="5899150"/>
          <p14:tracePt t="52120" x="1168400" y="5899150"/>
          <p14:tracePt t="52148" x="1174750" y="5899150"/>
          <p14:tracePt t="52211" x="1181100" y="5899150"/>
          <p14:tracePt t="52253" x="1187450" y="5899150"/>
          <p14:tracePt t="52288" x="1193800" y="5892800"/>
          <p14:tracePt t="52331" x="1200150" y="5892800"/>
          <p14:tracePt t="52429" x="1200150" y="5886450"/>
          <p14:tracePt t="52450" x="1193800" y="5886450"/>
          <p14:tracePt t="52471" x="1187450" y="5886450"/>
          <p14:tracePt t="52493" x="1181100" y="5880100"/>
          <p14:tracePt t="52513" x="1174750" y="5880100"/>
          <p14:tracePt t="52520" x="1168400" y="5880100"/>
          <p14:tracePt t="52543" x="1162050" y="5873750"/>
          <p14:tracePt t="52556" x="1155700" y="5873750"/>
          <p14:tracePt t="52570" x="1149350" y="5873750"/>
          <p14:tracePt t="52591" x="1149350" y="5867400"/>
          <p14:tracePt t="52612" x="1143000" y="5867400"/>
          <p14:tracePt t="52633" x="1136650" y="5867400"/>
          <p14:tracePt t="52661" x="1130300" y="5867400"/>
          <p14:tracePt t="52682" x="1123950" y="5867400"/>
          <p14:tracePt t="52710" x="1117600" y="5861050"/>
          <p14:tracePt t="52746" x="1111250" y="5854700"/>
          <p14:tracePt t="52774" x="1111250" y="5848350"/>
          <p14:tracePt t="52781" x="1111250" y="5842000"/>
          <p14:tracePt t="53055" x="1117600" y="5842000"/>
          <p14:tracePt t="53097" x="1123950" y="5842000"/>
          <p14:tracePt t="53125" x="1136650" y="5842000"/>
          <p14:tracePt t="53132" x="1143000" y="5842000"/>
          <p14:tracePt t="53146" x="1149350" y="5842000"/>
          <p14:tracePt t="53156" x="1155700" y="5848350"/>
          <p14:tracePt t="53173" x="1187450" y="5854700"/>
          <p14:tracePt t="53189" x="1244600" y="5861050"/>
          <p14:tracePt t="53206" x="1352550" y="5873750"/>
          <p14:tracePt t="53224" x="1447800" y="5880100"/>
          <p14:tracePt t="53239" x="1498600" y="5880100"/>
          <p14:tracePt t="53256" x="1536700" y="5886450"/>
          <p14:tracePt t="53273" x="1619250" y="5905500"/>
          <p14:tracePt t="53289" x="1638300" y="5905500"/>
          <p14:tracePt t="53306" x="1651000" y="5911850"/>
          <p14:tracePt t="53322" x="1670050" y="5918200"/>
          <p14:tracePt t="53339" x="1676400" y="5924550"/>
          <p14:tracePt t="53356" x="1682750" y="5924550"/>
          <p14:tracePt t="54264" x="1682750" y="5911850"/>
          <p14:tracePt t="54272" x="1663700" y="5886450"/>
          <p14:tracePt t="54285" x="1651000" y="5861050"/>
          <p14:tracePt t="54302" x="1612900" y="5803900"/>
          <p14:tracePt t="54320" x="1587500" y="5772150"/>
          <p14:tracePt t="54335" x="1562100" y="5753100"/>
          <p14:tracePt t="54352" x="1536700" y="5734050"/>
          <p14:tracePt t="54369" x="1511300" y="5734050"/>
          <p14:tracePt t="54385" x="1498600" y="5734050"/>
          <p14:tracePt t="54401" x="1492250" y="5734050"/>
          <p14:tracePt t="54419" x="1473200" y="5734050"/>
          <p14:tracePt t="54435" x="1466850" y="5734050"/>
          <p14:tracePt t="54468" x="1460500" y="5727700"/>
          <p14:tracePt t="54502" x="1454150" y="5727700"/>
          <p14:tracePt t="54518" x="1454150" y="5721350"/>
          <p14:tracePt t="54535" x="1447800" y="5715000"/>
          <p14:tracePt t="54552" x="1447800" y="5689600"/>
          <p14:tracePt t="54568" x="1447800" y="5676900"/>
          <p14:tracePt t="54585" x="1447800" y="5600700"/>
          <p14:tracePt t="54601" x="1454150" y="5435600"/>
          <p14:tracePt t="54618" x="1460500" y="5334000"/>
          <p14:tracePt t="54635" x="1498600" y="5060950"/>
          <p14:tracePt t="54651" x="1543050" y="4743450"/>
          <p14:tracePt t="54667" x="1568450" y="4546600"/>
          <p14:tracePt t="54686" x="1631950" y="4229100"/>
          <p14:tracePt t="54700" x="1670050" y="3968750"/>
          <p14:tracePt t="54717" x="1695450" y="3854450"/>
          <p14:tracePt t="54735" x="1714500" y="3663950"/>
          <p14:tracePt t="54751" x="1720850" y="3587750"/>
          <p14:tracePt t="54768" x="1733550" y="3454400"/>
          <p14:tracePt t="54784" x="1733550" y="3390900"/>
          <p14:tracePt t="54801" x="1733550" y="3359150"/>
          <p14:tracePt t="54817" x="1714500" y="3314700"/>
          <p14:tracePt t="54834" x="1701800" y="3276600"/>
          <p14:tracePt t="54851" x="1695450" y="3263900"/>
          <p14:tracePt t="54867" x="1676400" y="3238500"/>
          <p14:tracePt t="54884" x="1663700" y="3219450"/>
          <p14:tracePt t="54900" x="1657350" y="3206750"/>
          <p14:tracePt t="54917" x="1644650" y="3187700"/>
          <p14:tracePt t="54934" x="1625600" y="3155950"/>
          <p14:tracePt t="54951" x="1619250" y="3136900"/>
          <p14:tracePt t="54967" x="1593850" y="3048000"/>
          <p14:tracePt t="54983" x="1555750" y="2940050"/>
          <p14:tracePt t="55000" x="1530350" y="2882900"/>
          <p14:tracePt t="55017" x="1473200" y="2781300"/>
          <p14:tracePt t="55033" x="1447800" y="2724150"/>
          <p14:tracePt t="55051" x="1365250" y="2603500"/>
          <p14:tracePt t="55066" x="1333500" y="2559050"/>
          <p14:tracePt t="55083" x="1295400" y="2514600"/>
          <p14:tracePt t="55100" x="1244600" y="2457450"/>
          <p14:tracePt t="55116" x="1212850" y="2413000"/>
          <p14:tracePt t="55133" x="1200150" y="2406650"/>
          <p14:tracePt t="55150" x="1168400" y="2387600"/>
          <p14:tracePt t="55166" x="1143000" y="2374900"/>
          <p14:tracePt t="55182" x="1130300" y="2368550"/>
          <p14:tracePt t="55199" x="1117600" y="2362200"/>
          <p14:tracePt t="55216" x="1104900" y="2355850"/>
          <p14:tracePt t="55233" x="1092200" y="2355850"/>
          <p14:tracePt t="55249" x="1079500" y="2355850"/>
          <p14:tracePt t="55266" x="1066800" y="2355850"/>
          <p14:tracePt t="55283" x="1060450" y="2355850"/>
          <p14:tracePt t="55315" x="1054100" y="2355850"/>
          <p14:tracePt t="55332" x="1035050" y="2355850"/>
          <p14:tracePt t="55365" x="1028700" y="2355850"/>
          <p14:tracePt t="55396" x="1022350" y="2355850"/>
          <p14:tracePt t="55424" x="1016000" y="2355850"/>
          <p14:tracePt t="55445" x="1016000" y="2362200"/>
          <p14:tracePt t="55467" x="1009650" y="2362200"/>
          <p14:tracePt t="55473" x="1003300" y="2368550"/>
          <p14:tracePt t="55494" x="1003300" y="2374900"/>
          <p14:tracePt t="55516" x="996950" y="2374900"/>
          <p14:tracePt t="55543" x="990600" y="2381250"/>
          <p14:tracePt t="55578" x="990600" y="2387600"/>
          <p14:tracePt t="55606" x="990600" y="2393950"/>
          <p14:tracePt t="55635" x="990600" y="2400300"/>
          <p14:tracePt t="55656" x="996950" y="2406650"/>
          <p14:tracePt t="55677" x="1003300" y="2406650"/>
          <p14:tracePt t="55683" x="1003300" y="2413000"/>
          <p14:tracePt t="55705" x="1009650" y="2413000"/>
          <p14:tracePt t="55726" x="1016000" y="2413000"/>
          <p14:tracePt t="55754" x="1022350" y="2419350"/>
          <p14:tracePt t="55768" x="1028700" y="2419350"/>
          <p14:tracePt t="55775" x="1035050" y="2419350"/>
          <p14:tracePt t="55789" x="1047750" y="2425700"/>
          <p14:tracePt t="55798" x="1060450" y="2425700"/>
          <p14:tracePt t="55814" x="1085850" y="2425700"/>
          <p14:tracePt t="55831" x="1168400" y="2432050"/>
          <p14:tracePt t="55847" x="1320800" y="2444750"/>
          <p14:tracePt t="55863" x="1409700" y="2444750"/>
          <p14:tracePt t="55881" x="1612900" y="2444750"/>
          <p14:tracePt t="55897" x="1803400" y="2444750"/>
          <p14:tracePt t="55914" x="1892300" y="2444750"/>
          <p14:tracePt t="55930" x="2032000" y="2451100"/>
          <p14:tracePt t="55947" x="2101850" y="2463800"/>
          <p14:tracePt t="55963" x="2197100" y="2489200"/>
          <p14:tracePt t="55980" x="2235200" y="2495550"/>
          <p14:tracePt t="55996" x="2260600" y="2501900"/>
          <p14:tracePt t="56014" x="2266950" y="2508250"/>
          <p14:tracePt t="56030" x="2273300" y="2508250"/>
          <p14:tracePt t="56046" x="2279650" y="2508250"/>
          <p14:tracePt t="56063" x="2286000" y="2514600"/>
          <p14:tracePt t="56079" x="2298700" y="2514600"/>
          <p14:tracePt t="56096" x="2305050" y="2514600"/>
          <p14:tracePt t="56129" x="2317750" y="2514600"/>
          <p14:tracePt t="56146" x="2324100" y="2514600"/>
          <p14:tracePt t="56162" x="2336800" y="2514600"/>
          <p14:tracePt t="56198" x="2343150" y="2514600"/>
          <p14:tracePt t="56218" x="2349500" y="2514600"/>
          <p14:tracePt t="56239" x="2362200" y="2514600"/>
          <p14:tracePt t="56260" x="2368550" y="2514600"/>
          <p14:tracePt t="56267" x="2374900" y="2514600"/>
          <p14:tracePt t="56282" x="2387600" y="2514600"/>
          <p14:tracePt t="56296" x="2393950" y="2514600"/>
          <p14:tracePt t="56312" x="2438400" y="2514600"/>
          <p14:tracePt t="56329" x="2476500" y="2508250"/>
          <p14:tracePt t="56345" x="2533650" y="2501900"/>
          <p14:tracePt t="56361" x="2616200" y="2501900"/>
          <p14:tracePt t="56379" x="2654300" y="2501900"/>
          <p14:tracePt t="56395" x="2705100" y="2495550"/>
          <p14:tracePt t="56412" x="2736850" y="2495550"/>
          <p14:tracePt t="56429" x="2762250" y="2489200"/>
          <p14:tracePt t="56445" x="2768600" y="2489200"/>
          <p14:tracePt t="57405" x="2762250" y="2476500"/>
          <p14:tracePt t="57411" x="2749550" y="2463800"/>
          <p14:tracePt t="57428" x="2730500" y="2438400"/>
          <p14:tracePt t="57441" x="2717800" y="2432050"/>
          <p14:tracePt t="57458" x="2686050" y="2400300"/>
          <p14:tracePt t="57475" x="2647950" y="2362200"/>
          <p14:tracePt t="57491" x="2635250" y="2343150"/>
          <p14:tracePt t="57508" x="2597150" y="2305050"/>
          <p14:tracePt t="57524" x="2546350" y="2266950"/>
          <p14:tracePt t="57541" x="2514600" y="2241550"/>
          <p14:tracePt t="57558" x="2438400" y="2203450"/>
          <p14:tracePt t="57574" x="2362200" y="2152650"/>
          <p14:tracePt t="57591" x="2330450" y="2127250"/>
          <p14:tracePt t="57609" x="2241550" y="2070100"/>
          <p14:tracePt t="57624" x="2159000" y="2000250"/>
          <p14:tracePt t="57641" x="2127250" y="1974850"/>
          <p14:tracePt t="57658" x="2057400" y="1936750"/>
          <p14:tracePt t="57674" x="2032000" y="1917700"/>
          <p14:tracePt t="57691" x="1993900" y="1898650"/>
          <p14:tracePt t="57707" x="1962150" y="1885950"/>
          <p14:tracePt t="57724" x="1949450" y="1879600"/>
          <p14:tracePt t="57741" x="1936750" y="1873250"/>
          <p14:tracePt t="57757" x="1930400" y="1873250"/>
          <p14:tracePt t="57790" x="1930400" y="1879600"/>
          <p14:tracePt t="57807" x="1930400" y="1885950"/>
          <p14:tracePt t="57823" x="1930400" y="1892300"/>
          <p14:tracePt t="57841" x="1943100" y="1905000"/>
          <p14:tracePt t="57856" x="1962150" y="1917700"/>
          <p14:tracePt t="57873" x="1968500" y="1924050"/>
          <p14:tracePt t="57890" x="1981200" y="1930400"/>
          <p14:tracePt t="57907" x="1993900" y="1943100"/>
          <p14:tracePt t="57923" x="2000250" y="1949450"/>
          <p14:tracePt t="57940" x="2012950" y="1974850"/>
          <p14:tracePt t="57957" x="2025650" y="1987550"/>
          <p14:tracePt t="57973" x="2032000" y="2038350"/>
          <p14:tracePt t="57989" x="2038350" y="2076450"/>
          <p14:tracePt t="58006" x="2038350" y="2108200"/>
          <p14:tracePt t="58023" x="2038350" y="2146300"/>
          <p14:tracePt t="58040" x="2032000" y="2184400"/>
          <p14:tracePt t="58057" x="2025650" y="2203450"/>
          <p14:tracePt t="58073" x="2012950" y="2254250"/>
          <p14:tracePt t="58089" x="2000250" y="2324100"/>
          <p14:tracePt t="58106" x="1987550" y="2362200"/>
          <p14:tracePt t="58122" x="1981200" y="2425700"/>
          <p14:tracePt t="58139" x="1981200" y="2514600"/>
          <p14:tracePt t="58157" x="1981200" y="2565400"/>
          <p14:tracePt t="58172" x="1981200" y="2584450"/>
          <p14:tracePt t="58189" x="1981200" y="2616200"/>
          <p14:tracePt t="58206" x="1981200" y="2641600"/>
          <p14:tracePt t="58222" x="1981200" y="2647950"/>
          <p14:tracePt t="58256" x="1981200" y="2654300"/>
          <p14:tracePt t="58298" x="1981200" y="2660650"/>
          <p14:tracePt t="58326" x="1974850" y="2660650"/>
          <p14:tracePt t="58347" x="1974850" y="2654300"/>
          <p14:tracePt t="58368" x="1974850" y="2647950"/>
          <p14:tracePt t="58382" x="1968500" y="2641600"/>
          <p14:tracePt t="58391" x="1968500" y="2635250"/>
          <p14:tracePt t="58404" x="1968500" y="2622550"/>
          <p14:tracePt t="58421" x="1962150" y="2584450"/>
          <p14:tracePt t="58438" x="1943100" y="2501900"/>
          <p14:tracePt t="58455" x="1936750" y="2438400"/>
          <p14:tracePt t="58472" x="1905000" y="2292350"/>
          <p14:tracePt t="58488" x="1854200" y="2051050"/>
          <p14:tracePt t="58505" x="1822450" y="1898650"/>
          <p14:tracePt t="58521" x="1784350" y="1746250"/>
          <p14:tracePt t="58538" x="1689100" y="1365250"/>
          <p14:tracePt t="58554" x="1670050" y="1263650"/>
          <p14:tracePt t="58571" x="1619250" y="1079500"/>
          <p14:tracePt t="58588" x="1606550" y="996950"/>
          <p14:tracePt t="58604" x="1587500" y="895350"/>
          <p14:tracePt t="58621" x="1581150" y="831850"/>
          <p14:tracePt t="58637" x="1574800" y="800100"/>
          <p14:tracePt t="58654" x="1574800" y="781050"/>
          <p14:tracePt t="58671" x="1574800" y="762000"/>
          <p14:tracePt t="58687" x="1574800" y="755650"/>
          <p14:tracePt t="58705" x="1574800" y="742950"/>
          <p14:tracePt t="58721" x="1574800" y="730250"/>
          <p14:tracePt t="58753" x="1574800" y="723900"/>
          <p14:tracePt t="58771" x="1574800" y="717550"/>
          <p14:tracePt t="58790" x="1568450" y="704850"/>
          <p14:tracePt t="58818" x="1568450" y="698500"/>
          <p14:tracePt t="58853" x="1562100" y="692150"/>
          <p14:tracePt t="59071" x="1562100" y="698500"/>
          <p14:tracePt t="59085" x="1562100" y="704850"/>
          <p14:tracePt t="59092" x="1562100" y="711200"/>
          <p14:tracePt t="59102" x="1568450" y="711200"/>
          <p14:tracePt t="59119" x="1568450" y="717550"/>
          <p14:tracePt t="59136" x="1574800" y="723900"/>
          <p14:tracePt t="59152" x="1581150" y="723900"/>
          <p14:tracePt t="59170" x="1625600" y="768350"/>
          <p14:tracePt t="59185" x="1663700" y="781050"/>
          <p14:tracePt t="59202" x="1695450" y="800100"/>
          <p14:tracePt t="59219" x="1809750" y="844550"/>
          <p14:tracePt t="59235" x="1917700" y="869950"/>
          <p14:tracePt t="59252" x="1981200" y="882650"/>
          <p14:tracePt t="59268" x="2063750" y="889000"/>
          <p14:tracePt t="59285" x="2127250" y="901700"/>
          <p14:tracePt t="59302" x="2152650" y="901700"/>
          <p14:tracePt t="59318" x="2190750" y="927100"/>
          <p14:tracePt t="59335" x="2203450" y="939800"/>
          <p14:tracePt t="59353" x="2216150" y="958850"/>
          <p14:tracePt t="59368" x="2222500" y="971550"/>
          <p14:tracePt t="59385" x="2228850" y="1003300"/>
          <p14:tracePt t="59402" x="2228850" y="1060450"/>
          <p14:tracePt t="59418" x="2228850" y="1098550"/>
          <p14:tracePt t="59434" x="2228850" y="1143000"/>
          <p14:tracePt t="59451" x="2184400" y="1320800"/>
          <p14:tracePt t="59468" x="2165350" y="1358900"/>
          <p14:tracePt t="59484" x="2146300" y="1416050"/>
          <p14:tracePt t="59501" x="2114550" y="1479550"/>
          <p14:tracePt t="59518" x="2101850" y="1517650"/>
          <p14:tracePt t="59536" x="2089150" y="1555750"/>
          <p14:tracePt t="59551" x="2082800" y="1562100"/>
          <p14:tracePt t="59567" x="2076450" y="1574800"/>
          <p14:tracePt t="59585" x="2070100" y="1581150"/>
          <p14:tracePt t="59601" x="2063750" y="1587500"/>
          <p14:tracePt t="59604" x="2063750" y="1593850"/>
          <p14:tracePt t="59617" x="2057400" y="1600200"/>
          <p14:tracePt t="59634" x="2057400" y="1606550"/>
          <p14:tracePt t="59667" x="2051050" y="1612900"/>
          <p14:tracePt t="59719" x="2044700" y="1619250"/>
          <p14:tracePt t="59745" x="2044700" y="1625600"/>
          <p14:tracePt t="59803" x="2044700" y="1631950"/>
          <p14:tracePt t="59873" x="2057400" y="1638300"/>
          <p14:tracePt t="59908" x="2070100" y="1644650"/>
          <p14:tracePt t="59915" x="2076450" y="1644650"/>
          <p14:tracePt t="59929" x="2095500" y="1651000"/>
          <p14:tracePt t="59936" x="2114550" y="1651000"/>
          <p14:tracePt t="59950" x="2146300" y="1657350"/>
          <p14:tracePt t="59966" x="2241550" y="1676400"/>
          <p14:tracePt t="59983" x="2292350" y="1682750"/>
          <p14:tracePt t="60000" x="2387600" y="1701800"/>
          <p14:tracePt t="60016" x="2457450" y="1708150"/>
          <p14:tracePt t="60032" x="2489200" y="1708150"/>
          <p14:tracePt t="60049" x="2520950" y="1714500"/>
          <p14:tracePt t="60066" x="2533650" y="1714500"/>
          <p14:tracePt t="60083" x="2546350" y="1714500"/>
          <p14:tracePt t="60119" x="2552700" y="1714500"/>
          <p14:tracePt t="60175" x="2552700" y="1708150"/>
          <p14:tracePt t="60576" x="2552700" y="1701800"/>
          <p14:tracePt t="60598" x="2552700" y="1695450"/>
          <p14:tracePt t="60912" x="2552700" y="1771650"/>
          <p14:tracePt t="60919" x="2552700" y="1930400"/>
          <p14:tracePt t="60933" x="2559050" y="2089150"/>
          <p14:tracePt t="60946" x="2559050" y="2228850"/>
          <p14:tracePt t="60963" x="2559050" y="2520950"/>
          <p14:tracePt t="60979" x="2571750" y="2698750"/>
          <p14:tracePt t="60996" x="2578100" y="3079750"/>
          <p14:tracePt t="61012" x="2552700" y="3403600"/>
          <p14:tracePt t="61029" x="2552700" y="3581400"/>
          <p14:tracePt t="61046" x="2527300" y="3930650"/>
          <p14:tracePt t="61063" x="2463800" y="4324350"/>
          <p14:tracePt t="61079" x="2463800" y="4483100"/>
          <p14:tracePt t="61096" x="2457450" y="4737100"/>
          <p14:tracePt t="61112" x="2476500" y="4908550"/>
          <p14:tracePt t="61129" x="2482850" y="4972050"/>
          <p14:tracePt t="61146" x="2495550" y="5067300"/>
          <p14:tracePt t="61162" x="2495550" y="5124450"/>
          <p14:tracePt t="61180" x="2482850" y="5168900"/>
          <p14:tracePt t="61211" x="2482850" y="5181600"/>
          <p14:tracePt t="61229" x="2482850" y="5194300"/>
          <p14:tracePt t="61262" x="2476500" y="5200650"/>
          <p14:tracePt t="61278" x="2470150" y="5200650"/>
          <p14:tracePt t="61334" x="2463800" y="5200650"/>
          <p14:tracePt t="61341" x="2457450" y="5200650"/>
          <p14:tracePt t="61753" x="2413000" y="5213350"/>
          <p14:tracePt t="61767" x="2355850" y="5245100"/>
          <p14:tracePt t="61774" x="2311400" y="5270500"/>
          <p14:tracePt t="61781" x="2260600" y="5289550"/>
          <p14:tracePt t="61797" x="2190750" y="5321300"/>
          <p14:tracePt t="61810" x="2133600" y="5334000"/>
          <p14:tracePt t="61826" x="2038350" y="5378450"/>
          <p14:tracePt t="61843" x="1968500" y="5410200"/>
          <p14:tracePt t="61859" x="1879600" y="5454650"/>
          <p14:tracePt t="61876" x="1797050" y="5486400"/>
          <p14:tracePt t="61894" x="1720850" y="5524500"/>
          <p14:tracePt t="61910" x="1676400" y="5530850"/>
          <p14:tracePt t="61926" x="1619250" y="5556250"/>
          <p14:tracePt t="61943" x="1562100" y="5575300"/>
          <p14:tracePt t="61959" x="1543050" y="5588000"/>
          <p14:tracePt t="61976" x="1524000" y="5594350"/>
          <p14:tracePt t="61992" x="1485900" y="5619750"/>
          <p14:tracePt t="62009" x="1473200" y="5619750"/>
          <p14:tracePt t="62026" x="1466850" y="5619750"/>
          <p14:tracePt t="62042" x="1447800" y="5619750"/>
          <p14:tracePt t="62059" x="1435100" y="5626100"/>
          <p14:tracePt t="62092" x="1422400" y="5632450"/>
          <p14:tracePt t="62128" x="1416050" y="5638800"/>
          <p14:tracePt t="62142" x="1409700" y="5638800"/>
          <p14:tracePt t="62158" x="1397000" y="5645150"/>
          <p14:tracePt t="62191" x="1390650" y="5645150"/>
          <p14:tracePt t="62208" x="1384300" y="5645150"/>
          <p14:tracePt t="62225" x="1371600" y="5651500"/>
          <p14:tracePt t="62259" x="1358900" y="5657850"/>
          <p14:tracePt t="62274" x="1352550" y="5657850"/>
          <p14:tracePt t="62291" x="1346200" y="5657850"/>
          <p14:tracePt t="62308" x="1327150" y="5670550"/>
          <p14:tracePt t="62324" x="1314450" y="5676900"/>
          <p14:tracePt t="62341" x="1289050" y="5689600"/>
          <p14:tracePt t="62358" x="1270000" y="5702300"/>
          <p14:tracePt t="62374" x="1257300" y="5708650"/>
          <p14:tracePt t="62391" x="1238250" y="5727700"/>
          <p14:tracePt t="62407" x="1231900" y="5740400"/>
          <p14:tracePt t="62424" x="1225550" y="5740400"/>
          <p14:tracePt t="62441" x="1225550" y="5746750"/>
          <p14:tracePt t="62457" x="1219200" y="5746750"/>
          <p14:tracePt t="62568" x="1212850" y="5746750"/>
          <p14:tracePt t="62618" x="1206500" y="5753100"/>
          <p14:tracePt t="62667" x="1200150" y="5753100"/>
          <p14:tracePt t="62702" x="1193800" y="5759450"/>
          <p14:tracePt t="62751" x="1187450" y="5765800"/>
          <p14:tracePt t="62758" x="1181100" y="5772150"/>
          <p14:tracePt t="62822" x="1174750" y="5778500"/>
          <p14:tracePt t="62843" x="1168400" y="5784850"/>
          <p14:tracePt t="62870" x="1162050" y="5784850"/>
          <p14:tracePt t="62920" x="1155700" y="5784850"/>
          <p14:tracePt t="63187" x="1162050" y="5784850"/>
          <p14:tracePt t="63391" x="1168400" y="5784850"/>
          <p14:tracePt t="63406" x="1174750" y="5784850"/>
          <p14:tracePt t="63412" x="1181100" y="5784850"/>
          <p14:tracePt t="63426" x="1193800" y="5784850"/>
          <p14:tracePt t="63441" x="1206500" y="5791200"/>
          <p14:tracePt t="63454" x="1231900" y="5791200"/>
          <p14:tracePt t="63470" x="1263650" y="5791200"/>
          <p14:tracePt t="63487" x="1327150" y="5791200"/>
          <p14:tracePt t="63504" x="1435100" y="5803900"/>
          <p14:tracePt t="63520" x="1473200" y="5803900"/>
          <p14:tracePt t="63537" x="1511300" y="5803900"/>
          <p14:tracePt t="63553" x="1593850" y="5810250"/>
          <p14:tracePt t="63570" x="1612900" y="5810250"/>
          <p14:tracePt t="63588" x="1644650" y="5810250"/>
          <p14:tracePt t="63603" x="1651000" y="5810250"/>
          <p14:tracePt t="63620" x="1663700" y="5810250"/>
          <p14:tracePt t="64016" x="1727200" y="5810250"/>
          <p14:tracePt t="64023" x="1835150" y="5810250"/>
          <p14:tracePt t="64035" x="1962150" y="5797550"/>
          <p14:tracePt t="64052" x="2305050" y="5772150"/>
          <p14:tracePt t="64068" x="2520950" y="5759450"/>
          <p14:tracePt t="64085" x="2787650" y="5746750"/>
          <p14:tracePt t="64102" x="3644900" y="5727700"/>
          <p14:tracePt t="64118" x="3911600" y="5740400"/>
          <p14:tracePt t="64135" x="4356100" y="5740400"/>
          <p14:tracePt t="64152" x="4514850" y="5734050"/>
          <p14:tracePt t="64168" x="4743450" y="5721350"/>
          <p14:tracePt t="64172" x="4838700" y="5715000"/>
          <p14:tracePt t="64188" x="4914900" y="5702300"/>
          <p14:tracePt t="64201" x="4978400" y="5695950"/>
          <p14:tracePt t="64218" x="5080000" y="5695950"/>
          <p14:tracePt t="64235" x="5175250" y="5695950"/>
          <p14:tracePt t="64251" x="5213350" y="5695950"/>
          <p14:tracePt t="64268" x="5308600" y="5715000"/>
          <p14:tracePt t="64285" x="5391150" y="5727700"/>
          <p14:tracePt t="64301" x="5422900" y="5746750"/>
          <p14:tracePt t="64318" x="5467350" y="5765800"/>
          <p14:tracePt t="64334" x="5499100" y="5772150"/>
          <p14:tracePt t="64351" x="5511800" y="5778500"/>
          <p14:tracePt t="64368" x="5543550" y="5784850"/>
          <p14:tracePt t="64385" x="5581650" y="5791200"/>
          <p14:tracePt t="64401" x="5600700" y="5797550"/>
          <p14:tracePt t="64417" x="5670550" y="5816600"/>
          <p14:tracePt t="64434" x="5740400" y="5829300"/>
          <p14:tracePt t="64451" x="5778500" y="5835650"/>
          <p14:tracePt t="64468" x="5848350" y="5848350"/>
          <p14:tracePt t="64485" x="5899150" y="5848350"/>
          <p14:tracePt t="64501" x="5924550" y="5848350"/>
          <p14:tracePt t="64518" x="5969000" y="5848350"/>
          <p14:tracePt t="64533" x="6026150" y="5848350"/>
          <p14:tracePt t="64914" x="6102350" y="5848350"/>
          <p14:tracePt t="64921" x="6216650" y="5842000"/>
          <p14:tracePt t="64935" x="6362700" y="5816600"/>
          <p14:tracePt t="64949" x="6635750" y="5772150"/>
          <p14:tracePt t="64966" x="6711950" y="5753100"/>
          <p14:tracePt t="64982" x="6845300" y="5727700"/>
          <p14:tracePt t="64999" x="6915150" y="5708650"/>
          <p14:tracePt t="65015" x="6959600" y="5695950"/>
          <p14:tracePt t="65032" x="6985000" y="5676900"/>
          <p14:tracePt t="65048" x="7016750" y="5664200"/>
          <p14:tracePt t="65065" x="7035800" y="5657850"/>
          <p14:tracePt t="65082" x="7035800" y="5651500"/>
          <p14:tracePt t="65098" x="7042150" y="5651500"/>
          <p14:tracePt t="65195" x="7048500" y="5657850"/>
          <p14:tracePt t="65441" x="7042150" y="5657850"/>
          <p14:tracePt t="65455" x="7035800" y="5651500"/>
          <p14:tracePt t="65476" x="7029450" y="5645150"/>
          <p14:tracePt t="65490" x="7023100" y="5645150"/>
          <p14:tracePt t="65511" x="7016750" y="5645150"/>
          <p14:tracePt t="65532" x="7016750" y="5638800"/>
          <p14:tracePt t="65548" x="7010400" y="5632450"/>
          <p14:tracePt t="65553" x="7004050" y="5619750"/>
          <p14:tracePt t="65564" x="7004050" y="5607050"/>
          <p14:tracePt t="65580" x="6991350" y="5588000"/>
          <p14:tracePt t="65597" x="6965950" y="5524500"/>
          <p14:tracePt t="65614" x="6946900" y="5473700"/>
          <p14:tracePt t="65631" x="6896100" y="5245100"/>
          <p14:tracePt t="65647" x="6889750" y="5168900"/>
          <p14:tracePt t="65663" x="6877050" y="5067300"/>
          <p14:tracePt t="65681" x="6858000" y="4902200"/>
          <p14:tracePt t="65696" x="6826250" y="4730750"/>
          <p14:tracePt t="65713" x="6807200" y="4660900"/>
          <p14:tracePt t="65730" x="6769100" y="4521200"/>
          <p14:tracePt t="65747" x="6699250" y="4368800"/>
          <p14:tracePt t="65763" x="6648450" y="4273550"/>
          <p14:tracePt t="65780" x="6508750" y="4076700"/>
          <p14:tracePt t="65796" x="6337300" y="3879850"/>
          <p14:tracePt t="65813" x="6146800" y="3695700"/>
          <p14:tracePt t="65829" x="6032500" y="3594100"/>
          <p14:tracePt t="65846" x="5918200" y="3492500"/>
          <p14:tracePt t="65863" x="5391150" y="3117850"/>
          <p14:tracePt t="65879" x="5213350" y="3009900"/>
          <p14:tracePt t="65896" x="5035550" y="2914650"/>
          <p14:tracePt t="65913" x="4667250" y="2717800"/>
          <p14:tracePt t="65929" x="4248150" y="2520950"/>
          <p14:tracePt t="65945" x="4051300" y="2438400"/>
          <p14:tracePt t="65963" x="3708400" y="2317750"/>
          <p14:tracePt t="65979" x="3435350" y="2241550"/>
          <p14:tracePt t="65995" x="3333750" y="2209800"/>
          <p14:tracePt t="66012" x="3149600" y="2152650"/>
          <p14:tracePt t="66028" x="3041650" y="2108200"/>
          <p14:tracePt t="66047" x="2895600" y="2025650"/>
          <p14:tracePt t="66062" x="2800350" y="1955800"/>
          <p14:tracePt t="66078" x="2768600" y="1943100"/>
          <p14:tracePt t="66096" x="2743200" y="1892300"/>
          <p14:tracePt t="66112" x="2711450" y="1854200"/>
          <p14:tracePt t="66129" x="2698750" y="1841500"/>
          <p14:tracePt t="66146" x="2641600" y="1797050"/>
          <p14:tracePt t="66161" x="2622550" y="1771650"/>
          <p14:tracePt t="66178" x="2590800" y="1746250"/>
          <p14:tracePt t="66181" x="2559050" y="1733550"/>
          <p14:tracePt t="66195" x="2527300" y="1708150"/>
          <p14:tracePt t="66211" x="2432050" y="1644650"/>
          <p14:tracePt t="66229" x="2355850" y="1593850"/>
          <p14:tracePt t="66245" x="2324100" y="1568450"/>
          <p14:tracePt t="66261" x="2279650" y="1543050"/>
          <p14:tracePt t="66278" x="2247900" y="1517650"/>
          <p14:tracePt t="66294" x="2241550" y="1504950"/>
          <p14:tracePt t="66311" x="2235200" y="1498600"/>
          <p14:tracePt t="66348" x="2241550" y="1498600"/>
          <p14:tracePt t="66369" x="2247900" y="1498600"/>
          <p14:tracePt t="66378" x="2260600" y="1504950"/>
          <p14:tracePt t="66394" x="2266950" y="1511300"/>
          <p14:tracePt t="66412" x="2279650" y="1524000"/>
          <p14:tracePt t="66427" x="2292350" y="1536700"/>
          <p14:tracePt t="66443" x="2298700" y="1536700"/>
          <p14:tracePt t="66462" x="2317750" y="1555750"/>
          <p14:tracePt t="66477" x="2336800" y="1568450"/>
          <p14:tracePt t="66493" x="2393950" y="1619250"/>
          <p14:tracePt t="66511" x="2495550" y="1701800"/>
          <p14:tracePt t="66527" x="2552700" y="1739900"/>
          <p14:tracePt t="66543" x="2698750" y="1854200"/>
          <p14:tracePt t="66560" x="2882900" y="1981200"/>
          <p14:tracePt t="66577" x="2990850" y="2044700"/>
          <p14:tracePt t="66594" x="3263900" y="2197100"/>
          <p14:tracePt t="66610" x="3562350" y="2355850"/>
          <p14:tracePt t="66626" x="3759200" y="2457450"/>
          <p14:tracePt t="66644" x="4203700" y="2660650"/>
          <p14:tracePt t="66660" x="4622800" y="2882900"/>
          <p14:tracePt t="66676" x="4819650" y="2965450"/>
          <p14:tracePt t="66680" x="5016500" y="3060700"/>
          <p14:tracePt t="66694" x="5232400" y="3162300"/>
          <p14:tracePt t="66710" x="5626100" y="3346450"/>
          <p14:tracePt t="66727" x="5829300" y="3479800"/>
          <p14:tracePt t="66743" x="6248400" y="3778250"/>
          <p14:tracePt t="66759" x="6388100" y="3873500"/>
          <p14:tracePt t="66776" x="6635750" y="4076700"/>
          <p14:tracePt t="66792" x="6845300" y="4267200"/>
          <p14:tracePt t="66810" x="6940550" y="4362450"/>
          <p14:tracePt t="66827" x="7124700" y="4546600"/>
          <p14:tracePt t="66842" x="7334250" y="4781550"/>
          <p14:tracePt t="66859" x="7423150" y="4864100"/>
          <p14:tracePt t="66876" x="7600950" y="5035550"/>
          <p14:tracePt t="66892" x="7683500" y="5130800"/>
          <p14:tracePt t="66910" x="7708900" y="5162550"/>
          <p14:tracePt t="66925" x="7740650" y="5226050"/>
          <p14:tracePt t="66942" x="7747000" y="5264150"/>
          <p14:tracePt t="66960" x="7753350" y="5289550"/>
          <p14:tracePt t="66976" x="7753350" y="5302250"/>
          <p14:tracePt t="66992" x="7753350" y="5321300"/>
          <p14:tracePt t="67009" x="7747000" y="5340350"/>
          <p14:tracePt t="67025" x="7740650" y="5340350"/>
          <p14:tracePt t="67058" x="7721600" y="5340350"/>
          <p14:tracePt t="67075" x="7715250" y="5340350"/>
          <p14:tracePt t="67091" x="7708900" y="5340350"/>
          <p14:tracePt t="67108" x="7683500" y="5334000"/>
          <p14:tracePt t="67124" x="7658100" y="5327650"/>
          <p14:tracePt t="67141" x="7639050" y="5321300"/>
          <p14:tracePt t="67158" x="7588250" y="5308600"/>
          <p14:tracePt t="67175" x="7531100" y="5295900"/>
          <p14:tracePt t="67179" x="7499350" y="5289550"/>
          <p14:tracePt t="67194" x="7480300" y="5283200"/>
          <p14:tracePt t="67207" x="7448550" y="5257800"/>
          <p14:tracePt t="67224" x="7391400" y="5207000"/>
          <p14:tracePt t="67241" x="7327900" y="5118100"/>
          <p14:tracePt t="67257" x="7289800" y="5060950"/>
          <p14:tracePt t="67274" x="7226300" y="4927600"/>
          <p14:tracePt t="67291" x="7162800" y="4787900"/>
          <p14:tracePt t="67307" x="7150100" y="4730750"/>
          <p14:tracePt t="67324" x="7118350" y="4679950"/>
          <p14:tracePt t="67341" x="7080250" y="4584700"/>
          <p14:tracePt t="67357" x="7073900" y="4572000"/>
          <p14:tracePt t="67375" x="7073900" y="4565650"/>
          <p14:tracePt t="67390" x="7067550" y="4559300"/>
          <p14:tracePt t="67445" x="7067550" y="4565650"/>
          <p14:tracePt t="67465" x="7073900" y="4565650"/>
          <p14:tracePt t="67473" x="7073900" y="4572000"/>
          <p14:tracePt t="67480" x="7073900" y="4578350"/>
          <p14:tracePt t="67495" x="7073900" y="4584700"/>
          <p14:tracePt t="67507" x="7080250" y="4584700"/>
          <p14:tracePt t="67523" x="7086600" y="4597400"/>
          <p14:tracePt t="67541" x="7086600" y="4603750"/>
          <p14:tracePt t="67557" x="7092950" y="4603750"/>
          <p14:tracePt t="67573" x="7092950" y="4616450"/>
          <p14:tracePt t="67607" x="7092950" y="4629150"/>
          <p14:tracePt t="67623" x="7092950" y="4635500"/>
          <p14:tracePt t="67657" x="7061200" y="4673600"/>
          <p14:tracePt t="67673" x="7029450" y="4699000"/>
          <p14:tracePt t="67689" x="6921500" y="4794250"/>
          <p14:tracePt t="67706" x="6731000" y="4927600"/>
          <p14:tracePt t="67723" x="6635750" y="5003800"/>
          <p14:tracePt t="67740" x="6311900" y="5207000"/>
          <p14:tracePt t="67756" x="5911850" y="5422900"/>
          <p14:tracePt t="67772" x="5695950" y="5524500"/>
          <p14:tracePt t="67790" x="5302250" y="5708650"/>
          <p14:tracePt t="67805" x="4997450" y="5829300"/>
          <p14:tracePt t="67823" x="4832350" y="5892800"/>
          <p14:tracePt t="67839" x="4572000" y="5981700"/>
          <p14:tracePt t="67855" x="4337050" y="6045200"/>
          <p14:tracePt t="67872" x="4235450" y="6064250"/>
          <p14:tracePt t="67888" x="4051300" y="6096000"/>
          <p14:tracePt t="67905" x="3898900" y="6115050"/>
          <p14:tracePt t="67923" x="3822700" y="6108700"/>
          <p14:tracePt t="67939" x="3663950" y="6102350"/>
          <p14:tracePt t="67955" x="3587750" y="6102350"/>
          <p14:tracePt t="67972" x="3378200" y="6064250"/>
          <p14:tracePt t="67988" x="3327400" y="6064250"/>
          <p14:tracePt t="68005" x="3263900" y="6051550"/>
          <p14:tracePt t="68022" x="3143250" y="6026150"/>
          <p14:tracePt t="68038" x="3022600" y="5988050"/>
          <p14:tracePt t="68055" x="2965450" y="5975350"/>
          <p14:tracePt t="68071" x="2882900" y="5949950"/>
          <p14:tracePt t="68087" x="2800350" y="5937250"/>
          <p14:tracePt t="68105" x="2743200" y="5918200"/>
          <p14:tracePt t="68121" x="2647950" y="5892800"/>
          <p14:tracePt t="68137" x="2590800" y="5873750"/>
          <p14:tracePt t="68155" x="2552700" y="5854700"/>
          <p14:tracePt t="68171" x="2470150" y="5842000"/>
          <p14:tracePt t="68188" x="2438400" y="5829300"/>
          <p14:tracePt t="68205" x="2343150" y="5816600"/>
          <p14:tracePt t="68221" x="2305050" y="5803900"/>
          <p14:tracePt t="68237" x="2260600" y="5797550"/>
          <p14:tracePt t="68254" x="2203450" y="5784850"/>
          <p14:tracePt t="68271" x="2171700" y="5778500"/>
          <p14:tracePt t="68287" x="2127250" y="5746750"/>
          <p14:tracePt t="68304" x="2095500" y="5721350"/>
          <p14:tracePt t="68638" x="2012950" y="5721350"/>
          <p14:tracePt t="68653" x="1905000" y="5721350"/>
          <p14:tracePt t="68659" x="1778000" y="5721350"/>
          <p14:tracePt t="68669" x="1619250" y="5708650"/>
          <p14:tracePt t="68686" x="1492250" y="5695950"/>
          <p14:tracePt t="68703" x="1257300" y="5657850"/>
          <p14:tracePt t="68719" x="1155700" y="5645150"/>
          <p14:tracePt t="68737" x="952500" y="5645150"/>
          <p14:tracePt t="68752" x="927100" y="5645150"/>
          <p14:tracePt t="68769" x="901700" y="5645150"/>
          <p14:tracePt t="68786" x="869950" y="5645150"/>
          <p14:tracePt t="68802" x="863600" y="5645150"/>
          <p14:tracePt t="68849" x="869950" y="5651500"/>
          <p14:tracePt t="68870" x="882650" y="5657850"/>
          <p14:tracePt t="68892" x="889000" y="5657850"/>
          <p14:tracePt t="68898" x="895350" y="5664200"/>
          <p14:tracePt t="68913" x="901700" y="5664200"/>
          <p14:tracePt t="68922" x="908050" y="5664200"/>
          <p14:tracePt t="68935" x="914400" y="5664200"/>
          <p14:tracePt t="68952" x="920750" y="5664200"/>
          <p14:tracePt t="68969" x="933450" y="5664200"/>
          <p14:tracePt t="69001" x="939800" y="5664200"/>
          <p14:tracePt t="69018" x="965200" y="5670550"/>
          <p14:tracePt t="69035" x="984250" y="5670550"/>
          <p14:tracePt t="69051" x="1009650" y="5676900"/>
          <p14:tracePt t="69068" x="1117600" y="5683250"/>
          <p14:tracePt t="69085" x="1162050" y="5683250"/>
          <p14:tracePt t="69102" x="1200150" y="5689600"/>
          <p14:tracePt t="69117" x="1282700" y="5702300"/>
          <p14:tracePt t="69134" x="1339850" y="5715000"/>
          <p14:tracePt t="69152" x="1365250" y="5715000"/>
          <p14:tracePt t="69168" x="1377950" y="5721350"/>
          <p14:tracePt t="69183" x="1390650" y="5721350"/>
          <p14:tracePt t="69201" x="1397000" y="5721350"/>
          <p14:tracePt t="69222" x="1397000" y="5727700"/>
          <p14:tracePt t="69251" x="1409700" y="5727700"/>
          <p14:tracePt t="69270" x="1416050" y="5727700"/>
          <p14:tracePt t="69286" x="1422400" y="5727700"/>
          <p14:tracePt t="69292" x="1435100" y="5727700"/>
          <p14:tracePt t="69300" x="1441450" y="5727700"/>
          <p14:tracePt t="69317" x="1447800" y="5727700"/>
          <p14:tracePt t="69334" x="1454150" y="5721350"/>
          <p14:tracePt t="69795" x="1447800" y="5721350"/>
          <p14:tracePt t="69801" x="1422400" y="5708650"/>
          <p14:tracePt t="69818" x="1397000" y="5708650"/>
          <p14:tracePt t="69832" x="1377950" y="5708650"/>
          <p14:tracePt t="69848" x="1327150" y="5702300"/>
          <p14:tracePt t="69866" x="1270000" y="5702300"/>
          <p14:tracePt t="69882" x="1250950" y="5702300"/>
          <p14:tracePt t="69899" x="1212850" y="5702300"/>
          <p14:tracePt t="69915" x="1181100" y="5708650"/>
          <p14:tracePt t="69932" x="1162050" y="5715000"/>
          <p14:tracePt t="69949" x="1155700" y="5715000"/>
          <p14:tracePt t="69964" x="1143000" y="5715000"/>
          <p14:tracePt t="70012" x="1136650" y="5721350"/>
          <p14:tracePt t="70034" x="1130300" y="5727700"/>
          <p14:tracePt t="70069" x="1123950" y="5727700"/>
          <p14:tracePt t="70118" x="1117600" y="5734050"/>
          <p14:tracePt t="70195" x="1111250" y="5734050"/>
          <p14:tracePt t="70399" x="1117600" y="5734050"/>
          <p14:tracePt t="70456" x="1123950" y="5734050"/>
          <p14:tracePt t="70491" x="1130300" y="5734050"/>
          <p14:tracePt t="70547" x="1136650" y="5734050"/>
          <p14:tracePt t="70667" x="1143000" y="5734050"/>
          <p14:tracePt t="70730" x="1149350" y="5734050"/>
          <p14:tracePt t="70779" x="1155700" y="5734050"/>
          <p14:tracePt t="70856" x="1162050" y="5727700"/>
          <p14:tracePt t="70899" x="1168400" y="5727700"/>
          <p14:tracePt t="70927" x="1174750" y="5727700"/>
          <p14:tracePt t="70941" x="1181100" y="5727700"/>
          <p14:tracePt t="70948" x="1187450" y="5727700"/>
          <p14:tracePt t="70965" x="1200150" y="5721350"/>
          <p14:tracePt t="70982" x="1219200" y="5721350"/>
          <p14:tracePt t="70995" x="1250950" y="5721350"/>
          <p14:tracePt t="71012" x="1314450" y="5715000"/>
          <p14:tracePt t="71028" x="1384300" y="5702300"/>
          <p14:tracePt t="71044" x="1536700" y="5683250"/>
          <p14:tracePt t="71061" x="1733550" y="5645150"/>
          <p14:tracePt t="71078" x="1835150" y="5619750"/>
          <p14:tracePt t="71095" x="2057400" y="5568950"/>
          <p14:tracePt t="71111" x="2286000" y="5505450"/>
          <p14:tracePt t="71129" x="2419350" y="5473700"/>
          <p14:tracePt t="71145" x="2660650" y="5410200"/>
          <p14:tracePt t="71161" x="2895600" y="5359400"/>
          <p14:tracePt t="71177" x="3009900" y="5334000"/>
          <p14:tracePt t="71194" x="3238500" y="5334000"/>
          <p14:tracePt t="71211" x="3429000" y="5340350"/>
          <p14:tracePt t="71229" x="3492500" y="5340350"/>
          <p14:tracePt t="71244" x="3619500" y="5353050"/>
          <p14:tracePt t="71260" x="3689350" y="5359400"/>
          <p14:tracePt t="71277" x="3917950" y="5391150"/>
          <p14:tracePt t="71293" x="4019550" y="5397500"/>
          <p14:tracePt t="71310" x="4121150" y="5410200"/>
          <p14:tracePt t="71327" x="4318000" y="5441950"/>
          <p14:tracePt t="71343" x="4521200" y="5448300"/>
          <p14:tracePt t="71360" x="4622800" y="5448300"/>
          <p14:tracePt t="71377" x="4851400" y="5435600"/>
          <p14:tracePt t="71393" x="5073650" y="5372100"/>
          <p14:tracePt t="71410" x="5187950" y="5321300"/>
          <p14:tracePt t="71427" x="5264150" y="5276850"/>
          <p14:tracePt t="71782" x="5346700" y="5226050"/>
          <p14:tracePt t="71797" x="5429250" y="5162550"/>
          <p14:tracePt t="71804" x="5549900" y="5099050"/>
          <p14:tracePt t="71812" x="5657850" y="5035550"/>
          <p14:tracePt t="71827" x="5810250" y="4959350"/>
          <p14:tracePt t="71842" x="6000750" y="4895850"/>
          <p14:tracePt t="71858" x="6280150" y="4787900"/>
          <p14:tracePt t="71875" x="6457950" y="4718050"/>
          <p14:tracePt t="71891" x="6508750" y="4686300"/>
          <p14:tracePt t="71909" x="6597650" y="4635500"/>
          <p14:tracePt t="71924" x="6635750" y="4622800"/>
          <p14:tracePt t="71941" x="6635750" y="4616450"/>
          <p14:tracePt t="71958" x="6642100" y="4603750"/>
          <p14:tracePt t="72022" x="6648450" y="4603750"/>
          <p14:tracePt t="72064" x="6648450" y="4610100"/>
          <p14:tracePt t="72092" x="6648450" y="4616450"/>
          <p14:tracePt t="72127" x="6654800" y="4622800"/>
          <p14:tracePt t="72134" x="6661150" y="4622800"/>
          <p14:tracePt t="72148" x="6667500" y="4622800"/>
          <p14:tracePt t="72157" x="6680200" y="4629150"/>
          <p14:tracePt t="72174" x="6692900" y="4641850"/>
          <p14:tracePt t="72191" x="6731000" y="4673600"/>
          <p14:tracePt t="72207" x="6800850" y="4711700"/>
          <p14:tracePt t="72224" x="6845300" y="4743450"/>
          <p14:tracePt t="72240" x="6953250" y="4787900"/>
          <p14:tracePt t="72257" x="7067550" y="4832350"/>
          <p14:tracePt t="72274" x="7124700" y="4864100"/>
          <p14:tracePt t="72277" x="7169150" y="4889500"/>
          <p14:tracePt t="72290" x="7219950" y="4908550"/>
          <p14:tracePt t="72307" x="7283450" y="4927600"/>
          <p14:tracePt t="72324" x="7308850" y="4933950"/>
          <p14:tracePt t="72340" x="7315200" y="4933950"/>
          <p14:tracePt t="72373" x="7321550" y="4933950"/>
          <p14:tracePt t="72390" x="7321550" y="4927600"/>
          <p14:tracePt t="72416" x="7321550" y="4921250"/>
          <p14:tracePt t="72437" x="7321550" y="4914900"/>
          <p14:tracePt t="72465" x="7321550" y="4908550"/>
          <p14:tracePt t="72486" x="7321550" y="4902200"/>
          <p14:tracePt t="72549" x="7321550" y="4895850"/>
          <p14:tracePt t="72557" x="7321550" y="4889500"/>
          <p14:tracePt t="72578" x="7321550" y="4883150"/>
          <p14:tracePt t="72584" x="7321550" y="4876800"/>
          <p14:tracePt t="72607" x="7321550" y="4870450"/>
          <p14:tracePt t="72627" x="7321550" y="4864100"/>
          <p14:tracePt t="72655" x="7315200" y="4857750"/>
          <p14:tracePt t="72676" x="7308850" y="4851400"/>
          <p14:tracePt t="72697" x="7302500" y="4845050"/>
          <p14:tracePt t="72711" x="7296150" y="4838700"/>
          <p14:tracePt t="72725" x="7289800" y="4832350"/>
          <p14:tracePt t="72740" x="7283450" y="4832350"/>
          <p14:tracePt t="72760" x="7283450" y="4826000"/>
          <p14:tracePt t="72768" x="7277100" y="4826000"/>
          <p14:tracePt t="72775" x="7264400" y="4826000"/>
          <p14:tracePt t="72791" x="7251700" y="4813300"/>
          <p14:tracePt t="72805" x="7245350" y="4813300"/>
          <p14:tracePt t="72822" x="7213600" y="4806950"/>
          <p14:tracePt t="72838" x="7194550" y="4794250"/>
          <p14:tracePt t="72855" x="7175500" y="4787900"/>
          <p14:tracePt t="72872" x="7156450" y="4775200"/>
          <p14:tracePt t="72888" x="7143750" y="4775200"/>
          <p14:tracePt t="72905" x="7131050" y="4768850"/>
          <p14:tracePt t="72922" x="7124700" y="4768850"/>
          <p14:tracePt t="72938" x="7112000" y="4762500"/>
          <p14:tracePt t="72971" x="7105650" y="4762500"/>
          <p14:tracePt t="73020" x="7099300" y="4762500"/>
          <p14:tracePt t="73048" x="7092950" y="4762500"/>
          <p14:tracePt t="73056" x="7086600" y="4756150"/>
          <p14:tracePt t="73091" x="7080250" y="4756150"/>
          <p14:tracePt t="73119" x="7073900" y="4749800"/>
          <p14:tracePt t="73147" x="7067550" y="4749800"/>
          <p14:tracePt t="73196" x="7061200" y="4749800"/>
          <p14:tracePt t="73308" x="7067550" y="4749800"/>
          <p14:tracePt t="73337" x="7073900" y="4749800"/>
          <p14:tracePt t="73400" x="7073900" y="4756150"/>
          <p14:tracePt t="73456" x="7080250" y="4756150"/>
          <p14:tracePt t="74372" x="7080250" y="4749800"/>
          <p14:tracePt t="74386" x="7073900" y="4749800"/>
          <p14:tracePt t="74393" x="7067550" y="4749800"/>
          <p14:tracePt t="74408" x="7067550" y="4743450"/>
          <p14:tracePt t="74416" x="7067550" y="4737100"/>
          <p14:tracePt t="74437" x="7061200" y="4730750"/>
          <p14:tracePt t="74450" x="7061200" y="4724400"/>
          <p14:tracePt t="74466" x="7048500" y="4718050"/>
          <p14:tracePt t="74499" x="7042150" y="4711700"/>
          <p14:tracePt t="74547" x="7035800" y="4705350"/>
          <p14:tracePt t="74555" x="7029450" y="4705350"/>
          <p14:tracePt t="74565" x="7029450" y="4699000"/>
          <p14:tracePt t="74604" x="7023100" y="4692650"/>
          <p14:tracePt t="74618" x="7016750" y="4686300"/>
          <p14:tracePt t="74625" x="7010400" y="4686300"/>
          <p14:tracePt t="74640" x="7004050" y="4679950"/>
          <p14:tracePt t="74648" x="6991350" y="4667250"/>
          <p14:tracePt t="74665" x="6965950" y="4654550"/>
          <p14:tracePt t="74682" x="6883400" y="4572000"/>
          <p14:tracePt t="74698" x="6718300" y="4451350"/>
          <p14:tracePt t="74715" x="6610350" y="4375150"/>
          <p14:tracePt t="74732" x="6299200" y="4159250"/>
          <p14:tracePt t="74748" x="5905500" y="3879850"/>
          <p14:tracePt t="74765" x="5397500" y="3581400"/>
          <p14:tracePt t="74781" x="5092700" y="3390900"/>
          <p14:tracePt t="74798" x="4451350" y="2997200"/>
          <p14:tracePt t="74815" x="3848100" y="2654300"/>
          <p14:tracePt t="74831" x="3543300" y="2508250"/>
          <p14:tracePt t="74848" x="3295650" y="2362200"/>
          <p14:tracePt t="74865" x="2673350" y="2051050"/>
          <p14:tracePt t="74881" x="2514600" y="1930400"/>
          <p14:tracePt t="74898" x="2381250" y="1847850"/>
          <p14:tracePt t="74914" x="2190750" y="1708150"/>
          <p14:tracePt t="74931" x="2063750" y="1574800"/>
          <p14:tracePt t="74948" x="2012950" y="1517650"/>
          <p14:tracePt t="74964" x="1898650" y="1365250"/>
          <p14:tracePt t="74981" x="1778000" y="1225550"/>
          <p14:tracePt t="74998" x="1651000" y="1117600"/>
          <p14:tracePt t="75014" x="1587500" y="1047750"/>
          <p14:tracePt t="75031" x="1447800" y="933450"/>
          <p14:tracePt t="75048" x="1346200" y="857250"/>
          <p14:tracePt t="75064" x="1301750" y="819150"/>
          <p14:tracePt t="75081" x="1244600" y="774700"/>
          <p14:tracePt t="75097" x="1225550" y="755650"/>
          <p14:tracePt t="75114" x="1212850" y="749300"/>
          <p14:tracePt t="75181" x="1219200" y="749300"/>
          <p14:tracePt t="75187" x="1231900" y="749300"/>
          <p14:tracePt t="75209" x="1238250" y="749300"/>
          <p14:tracePt t="75237" x="1244600" y="749300"/>
          <p14:tracePt t="75258" x="1250950" y="749300"/>
          <p14:tracePt t="75301" x="1257300" y="749300"/>
          <p14:tracePt t="75392" x="1263650" y="742950"/>
          <p14:tracePt t="75427" x="1270000" y="742950"/>
          <p14:tracePt t="75533" x="1276350" y="742950"/>
          <p14:tracePt t="75582" x="1276350" y="749300"/>
          <p14:tracePt t="75624" x="1276350" y="755650"/>
          <p14:tracePt t="75631" x="1282700" y="755650"/>
          <p14:tracePt t="75645" x="1282700" y="762000"/>
          <p14:tracePt t="75661" x="1289050" y="762000"/>
          <p14:tracePt t="75678" x="1301750" y="762000"/>
          <p14:tracePt t="75695" x="1320800" y="768350"/>
          <p14:tracePt t="75712" x="1358900" y="781050"/>
          <p14:tracePt t="75728" x="1403350" y="787400"/>
          <p14:tracePt t="75745" x="1511300" y="825500"/>
          <p14:tracePt t="75761" x="1587500" y="844550"/>
          <p14:tracePt t="75779" x="1841500" y="914400"/>
          <p14:tracePt t="75795" x="1917700" y="933450"/>
          <p14:tracePt t="75811" x="1987550" y="952500"/>
          <p14:tracePt t="75828" x="2095500" y="990600"/>
          <p14:tracePt t="75844" x="2159000" y="1003300"/>
          <p14:tracePt t="75861" x="2178050" y="1009650"/>
          <p14:tracePt t="75878" x="2197100" y="1016000"/>
          <p14:tracePt t="75894" x="2209800" y="1022350"/>
          <p14:tracePt t="75911" x="2216150" y="1022350"/>
          <p14:tracePt t="76081" x="2216150" y="1016000"/>
          <p14:tracePt t="76123" x="2216150" y="1022350"/>
          <p14:tracePt t="76151" x="2209800" y="1028700"/>
          <p14:tracePt t="76165" x="2209800" y="1035050"/>
          <p14:tracePt t="76187" x="2209800" y="1041400"/>
          <p14:tracePt t="76194" x="2209800" y="1054100"/>
          <p14:tracePt t="76200" x="2203450" y="1073150"/>
          <p14:tracePt t="76215" x="2203450" y="1111250"/>
          <p14:tracePt t="76226" x="2203450" y="1155700"/>
          <p14:tracePt t="76243" x="2171700" y="1282700"/>
          <p14:tracePt t="76260" x="2165350" y="1365250"/>
          <p14:tracePt t="76276" x="2146300" y="1517650"/>
          <p14:tracePt t="76292" x="2133600" y="1651000"/>
          <p14:tracePt t="76310" x="2127250" y="1701800"/>
          <p14:tracePt t="76327" x="2108200" y="1771650"/>
          <p14:tracePt t="76342" x="2101850" y="1822450"/>
          <p14:tracePt t="76359" x="2101850" y="1835150"/>
          <p14:tracePt t="76377" x="2095500" y="1854200"/>
          <p14:tracePt t="76392" x="2095500" y="1860550"/>
          <p14:tracePt t="76409" x="2089150" y="1860550"/>
          <p14:tracePt t="76442" x="2076450" y="1854200"/>
          <p14:tracePt t="76459" x="2070100" y="1854200"/>
          <p14:tracePt t="76476" x="2063750" y="1841500"/>
          <p14:tracePt t="76492" x="2057400" y="1835150"/>
          <p14:tracePt t="76509" x="2044700" y="1822450"/>
          <p14:tracePt t="76526" x="2044700" y="1809750"/>
          <p14:tracePt t="76542" x="2038350" y="1809750"/>
          <p14:tracePt t="76559" x="2025650" y="1809750"/>
          <p14:tracePt t="76575" x="2012950" y="1803400"/>
          <p14:tracePt t="76592" x="2012950" y="1797050"/>
          <p14:tracePt t="76609" x="2006600" y="1790700"/>
          <p14:tracePt t="76625" x="1987550" y="1790700"/>
          <p14:tracePt t="76642" x="1981200" y="1790700"/>
          <p14:tracePt t="76659" x="1943100" y="1778000"/>
          <p14:tracePt t="76675" x="1911350" y="1771650"/>
          <p14:tracePt t="76692" x="1784350" y="1739900"/>
          <p14:tracePt t="76708" x="1746250" y="1727200"/>
          <p14:tracePt t="76725" x="1695450" y="1720850"/>
          <p14:tracePt t="76742" x="1606550" y="1695450"/>
          <p14:tracePt t="76758" x="1555750" y="1670050"/>
          <p14:tracePt t="76774" x="1536700" y="1663700"/>
          <p14:tracePt t="76792" x="1517650" y="1657350"/>
          <p14:tracePt t="76808" x="1511300" y="1657350"/>
          <p14:tracePt t="76834" x="1517650" y="1663700"/>
          <p14:tracePt t="76847" x="1524000" y="1663700"/>
          <p14:tracePt t="76857" x="1530350" y="1670050"/>
          <p14:tracePt t="76875" x="1536700" y="1676400"/>
          <p14:tracePt t="76891" x="1543050" y="1676400"/>
          <p14:tracePt t="76907" x="1555750" y="1676400"/>
          <p14:tracePt t="76925" x="1562100" y="1676400"/>
          <p14:tracePt t="76941" x="1568450" y="1676400"/>
          <p14:tracePt t="76957" x="1574800" y="1676400"/>
          <p14:tracePt t="76974" x="1587500" y="1682750"/>
          <p14:tracePt t="76991" x="1606550" y="1682750"/>
          <p14:tracePt t="77007" x="1631950" y="1689100"/>
          <p14:tracePt t="77024" x="1720850" y="1689100"/>
          <p14:tracePt t="77040" x="1873250" y="1689100"/>
          <p14:tracePt t="77057" x="1962150" y="1689100"/>
          <p14:tracePt t="77074" x="2152650" y="1682750"/>
          <p14:tracePt t="77091" x="2317750" y="1682750"/>
          <p14:tracePt t="77108" x="2444750" y="1682750"/>
          <p14:tracePt t="77123" x="2501900" y="1676400"/>
          <p14:tracePt t="77140" x="2546350" y="1676400"/>
          <p14:tracePt t="77158" x="2565400" y="1676400"/>
          <p14:tracePt t="77173" x="2571750" y="1676400"/>
          <p14:tracePt t="77190" x="2578100" y="1663700"/>
          <p14:tracePt t="77207" x="2578100" y="1657350"/>
          <p14:tracePt t="77240" x="2565400" y="1651000"/>
          <p14:tracePt t="77256" x="2546350" y="1651000"/>
          <p14:tracePt t="77273" x="2527300" y="1644650"/>
          <p14:tracePt t="77290" x="2508250" y="1644650"/>
          <p14:tracePt t="77306" x="2482850" y="1644650"/>
          <p14:tracePt t="77323" x="2438400" y="1638300"/>
          <p14:tracePt t="77327" x="2406650" y="1638300"/>
          <p14:tracePt t="77342" x="2362200" y="1638300"/>
          <p14:tracePt t="77356" x="2305050" y="1638300"/>
          <p14:tracePt t="77372" x="2190750" y="1638300"/>
          <p14:tracePt t="77389" x="2070100" y="1651000"/>
          <p14:tracePt t="77406" x="1993900" y="1651000"/>
          <p14:tracePt t="77422" x="1879600" y="1657350"/>
          <p14:tracePt t="77439" x="1771650" y="1670050"/>
          <p14:tracePt t="77456" x="1746250" y="1676400"/>
          <p14:tracePt t="77473" x="1689100" y="1689100"/>
          <p14:tracePt t="77488" x="1670050" y="1695450"/>
          <p14:tracePt t="77506" x="1663700" y="1695450"/>
          <p14:tracePt t="77551" x="1670050" y="1701800"/>
          <p14:tracePt t="77559" x="1676400" y="1708150"/>
          <p14:tracePt t="77575" x="1682750" y="1714500"/>
          <p14:tracePt t="78012" x="1733550" y="1720850"/>
          <p14:tracePt t="78018" x="1809750" y="1739900"/>
          <p14:tracePt t="78033" x="1879600" y="1758950"/>
          <p14:tracePt t="78040" x="1955800" y="1771650"/>
          <p14:tracePt t="78056" x="2051050" y="1790700"/>
          <p14:tracePt t="78070" x="2152650" y="1809750"/>
          <p14:tracePt t="78087" x="2343150" y="1854200"/>
          <p14:tracePt t="78104" x="2476500" y="1879600"/>
          <p14:tracePt t="78120" x="2508250" y="1885950"/>
          <p14:tracePt t="78137" x="2546350" y="1892300"/>
          <p14:tracePt t="78153" x="2565400" y="1892300"/>
          <p14:tracePt t="78343" x="2565400" y="1885950"/>
          <p14:tracePt t="79102" x="2597150" y="1892300"/>
          <p14:tracePt t="79116" x="2667000" y="1911350"/>
          <p14:tracePt t="79130" x="2743200" y="1930400"/>
          <p14:tracePt t="79137" x="2876550" y="1962150"/>
          <p14:tracePt t="79149" x="3022600" y="2012950"/>
          <p14:tracePt t="79166" x="3384550" y="2101850"/>
          <p14:tracePt t="79183" x="3536950" y="2133600"/>
          <p14:tracePt t="79200" x="3765550" y="2190750"/>
          <p14:tracePt t="79216" x="4006850" y="2273300"/>
          <p14:tracePt t="79233" x="4095750" y="2324100"/>
          <p14:tracePt t="79250" x="4235450" y="2406650"/>
          <p14:tracePt t="79266" x="4305300" y="2444750"/>
          <p14:tracePt t="79283" x="4413250" y="2489200"/>
          <p14:tracePt t="79299" x="4483100" y="2533650"/>
          <p14:tracePt t="79315" x="4489450" y="2546350"/>
          <p14:tracePt t="79332" x="4495800" y="2552700"/>
          <p14:tracePt t="79349" x="4457700" y="2546350"/>
          <p14:tracePt t="79366" x="4425950" y="2533650"/>
          <p14:tracePt t="79370" x="4394200" y="2527300"/>
          <p14:tracePt t="79383" x="4349750" y="2508250"/>
          <p14:tracePt t="79399" x="4260850" y="2495550"/>
          <p14:tracePt t="79416" x="4197350" y="2476500"/>
          <p14:tracePt t="79433" x="3975100" y="2419350"/>
          <p14:tracePt t="79449" x="3695700" y="2330450"/>
          <p14:tracePt t="79465" x="3556000" y="2286000"/>
          <p14:tracePt t="79482" x="3257550" y="2178050"/>
          <p14:tracePt t="79498" x="3009900" y="2089150"/>
          <p14:tracePt t="79515" x="2889250" y="2057400"/>
          <p14:tracePt t="79532" x="2686050" y="2025650"/>
          <p14:tracePt t="79548" x="2609850" y="2025650"/>
          <p14:tracePt t="79566" x="2374900" y="2051050"/>
          <p14:tracePt t="79581" x="2330450" y="2070100"/>
          <p14:tracePt t="79598" x="2311400" y="2076450"/>
          <p14:tracePt t="79615" x="2292350" y="2101850"/>
          <p14:tracePt t="79631" x="2292350" y="2127250"/>
          <p14:tracePt t="79648" x="2292350" y="2146300"/>
          <p14:tracePt t="79665" x="2292350" y="2178050"/>
          <p14:tracePt t="79681" x="2286000" y="2222500"/>
          <p14:tracePt t="79698" x="2273300" y="2241550"/>
          <p14:tracePt t="79714" x="2222500" y="2305050"/>
          <p14:tracePt t="79731" x="2171700" y="2368550"/>
          <p14:tracePt t="79749" x="2108200" y="2419350"/>
          <p14:tracePt t="79764" x="2076450" y="2444750"/>
          <p14:tracePt t="79781" x="2000250" y="2476500"/>
          <p14:tracePt t="79798" x="1968500" y="2495550"/>
          <p14:tracePt t="79814" x="1911350" y="2508250"/>
          <p14:tracePt t="79831" x="1866900" y="2527300"/>
          <p14:tracePt t="79848" x="1790700" y="2540000"/>
          <p14:tracePt t="79864" x="1771650" y="2540000"/>
          <p14:tracePt t="79867" x="1746250" y="2540000"/>
          <p14:tracePt t="79897" x="1720850" y="2540000"/>
          <p14:tracePt t="79913" x="1708150" y="2540000"/>
          <p14:tracePt t="79947" x="1701800" y="2533650"/>
          <p14:tracePt t="79963" x="1695450" y="2533650"/>
          <p14:tracePt t="79981" x="1689100" y="2533650"/>
          <p14:tracePt t="79997" x="1682750" y="2533650"/>
          <p14:tracePt t="80013" x="1676400" y="2533650"/>
          <p14:tracePt t="80031" x="1663700" y="2533650"/>
          <p14:tracePt t="80047" x="1651000" y="2533650"/>
          <p14:tracePt t="80063" x="1619250" y="2527300"/>
          <p14:tracePt t="80080" x="1562100" y="2520950"/>
          <p14:tracePt t="80096" x="1524000" y="2514600"/>
          <p14:tracePt t="80113" x="1466850" y="2514600"/>
          <p14:tracePt t="80130" x="1327150" y="2501900"/>
          <p14:tracePt t="80146" x="1282700" y="2508250"/>
          <p14:tracePt t="80163" x="1225550" y="2514600"/>
          <p14:tracePt t="80180" x="1200150" y="2514600"/>
          <p14:tracePt t="80196" x="1149350" y="2527300"/>
          <p14:tracePt t="80213" x="1104900" y="2533650"/>
          <p14:tracePt t="80229" x="1085850" y="2540000"/>
          <p14:tracePt t="80246" x="1035050" y="2546350"/>
          <p14:tracePt t="80262" x="984250" y="2559050"/>
          <p14:tracePt t="80279" x="965200" y="2559050"/>
          <p14:tracePt t="80296" x="933450" y="2565400"/>
          <p14:tracePt t="80312" x="914400" y="2571750"/>
          <p14:tracePt t="80329" x="901700" y="2571750"/>
          <p14:tracePt t="80382" x="908050" y="2571750"/>
          <p14:tracePt t="80397" x="914400" y="2578100"/>
          <p14:tracePt t="80403" x="920750" y="2578100"/>
          <p14:tracePt t="80412" x="927100" y="2578100"/>
          <p14:tracePt t="80432" x="933450" y="2578100"/>
          <p14:tracePt t="80446" x="939800" y="2578100"/>
          <p14:tracePt t="80462" x="946150" y="2578100"/>
          <p14:tracePt t="80479" x="952500" y="2578100"/>
          <p14:tracePt t="80495" x="958850" y="2578100"/>
          <p14:tracePt t="80512" x="965200" y="2578100"/>
          <p14:tracePt t="80529" x="977900" y="2578100"/>
          <p14:tracePt t="80545" x="1022350" y="2578100"/>
          <p14:tracePt t="80561" x="1047750" y="2578100"/>
          <p14:tracePt t="80578" x="1130300" y="2571750"/>
          <p14:tracePt t="80595" x="1238250" y="2552700"/>
          <p14:tracePt t="80612" x="1301750" y="2552700"/>
          <p14:tracePt t="80628" x="1409700" y="2533650"/>
          <p14:tracePt t="80644" x="1517650" y="2520950"/>
          <p14:tracePt t="80661" x="1568450" y="2520950"/>
          <p14:tracePt t="80678" x="1625600" y="2514600"/>
          <p14:tracePt t="80694" x="1663700" y="2514600"/>
          <p14:tracePt t="80712" x="1689100" y="2508250"/>
          <p14:tracePt t="80727" x="1695450" y="2508250"/>
          <p14:tracePt t="80744" x="1701800" y="2508250"/>
          <p14:tracePt t="80762" x="1720850" y="2508250"/>
          <p14:tracePt t="80798" x="1727200" y="2508250"/>
          <p14:tracePt t="80811" x="1733550" y="2508250"/>
          <p14:tracePt t="80827" x="1746250" y="2508250"/>
          <p14:tracePt t="80844" x="1752600" y="2508250"/>
          <p14:tracePt t="80860" x="1771650" y="2508250"/>
          <p14:tracePt t="80877" x="1809750" y="2495550"/>
          <p14:tracePt t="80894" x="1835150" y="2495550"/>
          <p14:tracePt t="80910" x="1917700" y="2489200"/>
          <p14:tracePt t="80927" x="2006600" y="2482850"/>
          <p14:tracePt t="80944" x="2101850" y="2482850"/>
          <p14:tracePt t="80960" x="2127250" y="2482850"/>
          <p14:tracePt t="80977" x="2178050" y="2482850"/>
          <p14:tracePt t="80994" x="2203450" y="2482850"/>
          <p14:tracePt t="81010" x="2216150" y="2482850"/>
          <p14:tracePt t="81027" x="2228850" y="2482850"/>
          <p14:tracePt t="81043" x="2266950" y="2495550"/>
          <p14:tracePt t="81545" x="2317750" y="2514600"/>
          <p14:tracePt t="81560" x="2368550" y="2527300"/>
          <p14:tracePt t="81566" x="2413000" y="2540000"/>
          <p14:tracePt t="81580" x="2451100" y="2552700"/>
          <p14:tracePt t="81591" x="2495550" y="2565400"/>
          <p14:tracePt t="81608" x="2590800" y="2584450"/>
          <p14:tracePt t="81624" x="2641600" y="2584450"/>
          <p14:tracePt t="81641" x="2749550" y="2597150"/>
          <p14:tracePt t="81658" x="2851150" y="2609850"/>
          <p14:tracePt t="81674" x="2908300" y="2616200"/>
          <p14:tracePt t="81691" x="2965450" y="2622550"/>
          <p14:tracePt t="81708" x="3028950" y="2635250"/>
          <p14:tracePt t="81724" x="3041650" y="2641600"/>
          <p14:tracePt t="81742" x="3067050" y="2647950"/>
          <p14:tracePt t="81883" x="3060700" y="2647950"/>
          <p14:tracePt t="81897" x="3054350" y="2647950"/>
          <p14:tracePt t="81918" x="3048000" y="2641600"/>
          <p14:tracePt t="81932" x="3041650" y="2641600"/>
          <p14:tracePt t="81938" x="3035300" y="2641600"/>
          <p14:tracePt t="81959" x="3028950" y="2641600"/>
          <p14:tracePt t="81967" x="3016250" y="2641600"/>
          <p14:tracePt t="81981" x="2997200" y="2641600"/>
          <p14:tracePt t="81990" x="2965450" y="2635250"/>
          <p14:tracePt t="82006" x="2927350" y="2635250"/>
          <p14:tracePt t="82023" x="2800350" y="2622550"/>
          <p14:tracePt t="82040" x="2628900" y="2622550"/>
          <p14:tracePt t="82057" x="2514600" y="2616200"/>
          <p14:tracePt t="82073" x="2292350" y="2616200"/>
          <p14:tracePt t="82089" x="2076450" y="2616200"/>
          <p14:tracePt t="82107" x="1898650" y="2616200"/>
          <p14:tracePt t="82122" x="1835150" y="2616200"/>
          <p14:tracePt t="82139" x="1778000" y="2628900"/>
          <p14:tracePt t="82157" x="1708150" y="2635250"/>
          <p14:tracePt t="82173" x="1682750" y="2635250"/>
          <p14:tracePt t="82189" x="1670050" y="2635250"/>
          <p14:tracePt t="82318" x="1676400" y="2635250"/>
          <p14:tracePt t="82361" x="1676400" y="2628900"/>
          <p14:tracePt t="82374" x="1689100" y="2628900"/>
          <p14:tracePt t="82396" x="1695450" y="2628900"/>
          <p14:tracePt t="82403" x="1701800" y="2628900"/>
          <p14:tracePt t="82417" x="1708150" y="2628900"/>
          <p14:tracePt t="82431" x="1720850" y="2628900"/>
          <p14:tracePt t="82445" x="1739900" y="2628900"/>
          <p14:tracePt t="82455" x="1771650" y="2628900"/>
          <p14:tracePt t="82471" x="1809750" y="2628900"/>
          <p14:tracePt t="82488" x="1924050" y="2622550"/>
          <p14:tracePt t="82505" x="2082800" y="2603500"/>
          <p14:tracePt t="82522" x="2159000" y="2603500"/>
          <p14:tracePt t="82538" x="2311400" y="2590800"/>
          <p14:tracePt t="82554" x="2432050" y="2584450"/>
          <p14:tracePt t="82572" x="2501900" y="2571750"/>
          <p14:tracePt t="82588" x="2527300" y="2571750"/>
          <p14:tracePt t="82604" x="2559050" y="2571750"/>
          <p14:tracePt t="82621" x="2571750" y="2571750"/>
          <p14:tracePt t="82638" x="2578100" y="2571750"/>
          <p14:tracePt t="82726" x="2578100" y="2578100"/>
          <p14:tracePt t="83194" x="2520950" y="2578100"/>
          <p14:tracePt t="83208" x="2413000" y="2546350"/>
          <p14:tracePt t="83214" x="2311400" y="2514600"/>
          <p14:tracePt t="83222" x="2203450" y="2482850"/>
          <p14:tracePt t="83239" x="2114550" y="2457450"/>
          <p14:tracePt t="83252" x="1987550" y="2425700"/>
          <p14:tracePt t="83269" x="1803400" y="2381250"/>
          <p14:tracePt t="83285" x="1670050" y="2355850"/>
          <p14:tracePt t="83302" x="1631950" y="2355850"/>
          <p14:tracePt t="83319" x="1562100" y="2336800"/>
          <p14:tracePt t="83335" x="1536700" y="2336800"/>
          <p14:tracePt t="83352" x="1530350" y="2336800"/>
          <p14:tracePt t="83369" x="1530350" y="2343150"/>
          <p14:tracePt t="83385" x="1536700" y="2343150"/>
          <p14:tracePt t="83405" x="1543050" y="2343150"/>
          <p14:tracePt t="83421" x="1549400" y="2343150"/>
          <p14:tracePt t="83435" x="1555750" y="2355850"/>
          <p14:tracePt t="83468" x="1568450" y="2355850"/>
          <p14:tracePt t="83486" x="1574800" y="2355850"/>
          <p14:tracePt t="83501" x="1581150" y="2355850"/>
          <p14:tracePt t="83518" x="1587500" y="2355850"/>
          <p14:tracePt t="83534" x="1600200" y="2355850"/>
          <p14:tracePt t="83552" x="1619250" y="2355850"/>
          <p14:tracePt t="83568" x="1657350" y="2355850"/>
          <p14:tracePt t="83585" x="1695450" y="2355850"/>
          <p14:tracePt t="83602" x="1828800" y="2381250"/>
          <p14:tracePt t="83617" x="2012950" y="2413000"/>
          <p14:tracePt t="83634" x="2114550" y="2425700"/>
          <p14:tracePt t="83651" x="2343150" y="2444750"/>
          <p14:tracePt t="83667" x="2546350" y="2476500"/>
          <p14:tracePt t="83684" x="2622550" y="2476500"/>
          <p14:tracePt t="83701" x="2717800" y="2476500"/>
          <p14:tracePt t="83718" x="2749550" y="2470150"/>
          <p14:tracePt t="83734" x="2755900" y="2463800"/>
          <p14:tracePt t="83778" x="2749550" y="2463800"/>
          <p14:tracePt t="83787" x="2743200" y="2463800"/>
          <p14:tracePt t="83800" x="2730500" y="2463800"/>
          <p14:tracePt t="83817" x="2724150" y="2463800"/>
          <p14:tracePt t="83848" x="2724150" y="2470150"/>
          <p14:tracePt t="83869" x="2724150" y="2476500"/>
          <p14:tracePt t="83875" x="2724150" y="2482850"/>
          <p14:tracePt t="83884" x="2736850" y="2495550"/>
          <p14:tracePt t="83900" x="2749550" y="2508250"/>
          <p14:tracePt t="83918" x="2838450" y="2571750"/>
          <p14:tracePt t="83933" x="3016250" y="2698750"/>
          <p14:tracePt t="83950" x="3124200" y="2768600"/>
          <p14:tracePt t="83967" x="3549650" y="3022600"/>
          <p14:tracePt t="83983" x="3708400" y="3130550"/>
          <p14:tracePt t="84000" x="4083050" y="3340100"/>
          <p14:tracePt t="84017" x="4425950" y="3511550"/>
          <p14:tracePt t="84033" x="4641850" y="3600450"/>
          <p14:tracePt t="84049" x="4857750" y="3683000"/>
          <p14:tracePt t="84066" x="5397500" y="3879850"/>
          <p14:tracePt t="84083" x="5518150" y="3937000"/>
          <p14:tracePt t="84100" x="5651500" y="3994150"/>
          <p14:tracePt t="84116" x="6007100" y="4140200"/>
          <p14:tracePt t="84133" x="6127750" y="4184650"/>
          <p14:tracePt t="84150" x="6305550" y="4248150"/>
          <p14:tracePt t="84165" x="6388100" y="4267200"/>
          <p14:tracePt t="84182" x="6508750" y="4286250"/>
          <p14:tracePt t="84199" x="6616700" y="4324350"/>
          <p14:tracePt t="84216" x="6667500" y="4330700"/>
          <p14:tracePt t="84232" x="6750050" y="4330700"/>
          <p14:tracePt t="84249" x="6864350" y="4337050"/>
          <p14:tracePt t="84265" x="6940550" y="4349750"/>
          <p14:tracePt t="84282" x="7124700" y="4368800"/>
          <p14:tracePt t="84299" x="7283450" y="4400550"/>
          <p14:tracePt t="84315" x="7334250" y="4406900"/>
          <p14:tracePt t="84333" x="7397750" y="4425950"/>
          <p14:tracePt t="84349" x="7429500" y="4438650"/>
          <p14:tracePt t="84365" x="7435850" y="4438650"/>
          <p14:tracePt t="84382" x="7442200" y="4445000"/>
          <p14:tracePt t="84410" x="7448550" y="4451350"/>
          <p14:tracePt t="84438" x="7448550" y="4457700"/>
          <p14:tracePt t="84460" x="7448550" y="4464050"/>
          <p14:tracePt t="84481" x="7448550" y="4470400"/>
          <p14:tracePt t="84487" x="7448550" y="4476750"/>
          <p14:tracePt t="84501" x="7448550" y="4483100"/>
          <p14:tracePt t="84523" x="7448550" y="4489450"/>
          <p14:tracePt t="84531" x="7448550" y="4495800"/>
          <p14:tracePt t="84558" x="7448550" y="4502150"/>
          <p14:tracePt t="84592" x="7448550" y="4508500"/>
          <p14:tracePt t="84614" x="7442200" y="4508500"/>
          <p14:tracePt t="84621" x="7429500" y="4514850"/>
          <p14:tracePt t="84630" x="7423150" y="4514850"/>
          <p14:tracePt t="84647" x="7410450" y="4521200"/>
          <p14:tracePt t="84664" x="7372350" y="4533900"/>
          <p14:tracePt t="84680" x="7346950" y="4540250"/>
          <p14:tracePt t="84699" x="7251700" y="4578350"/>
          <p14:tracePt t="84713" x="7219950" y="4591050"/>
          <p14:tracePt t="84730" x="7194550" y="4603750"/>
          <p14:tracePt t="84748" x="7162800" y="4616450"/>
          <p14:tracePt t="84764" x="7143750" y="4629150"/>
          <p14:tracePt t="84780" x="7137400" y="4635500"/>
          <p14:tracePt t="84797" x="7131050" y="4635500"/>
          <p14:tracePt t="85725" x="7118350" y="4629150"/>
          <p14:tracePt t="85746" x="7105650" y="4622800"/>
          <p14:tracePt t="85753" x="7092950" y="4616450"/>
          <p14:tracePt t="85767" x="7073900" y="4591050"/>
          <p14:tracePt t="85776" x="7054850" y="4578350"/>
          <p14:tracePt t="85793" x="7029450" y="4546600"/>
          <p14:tracePt t="85810" x="6934200" y="4445000"/>
          <p14:tracePt t="85827" x="6781800" y="4286250"/>
          <p14:tracePt t="85844" x="6686550" y="4191000"/>
          <p14:tracePt t="85859" x="6438900" y="3994150"/>
          <p14:tracePt t="85876" x="6165850" y="3778250"/>
          <p14:tracePt t="85894" x="5949950" y="3632200"/>
          <p14:tracePt t="85910" x="5791200" y="3530600"/>
          <p14:tracePt t="85913" x="5626100" y="3409950"/>
          <p14:tracePt t="85943" x="5156200" y="3060700"/>
          <p14:tracePt t="85959" x="4692650" y="2768600"/>
          <p14:tracePt t="85976" x="4489450" y="2654300"/>
          <p14:tracePt t="85993" x="4210050" y="2482850"/>
          <p14:tracePt t="86009" x="4019550" y="2349500"/>
          <p14:tracePt t="86026" x="3937000" y="2298700"/>
          <p14:tracePt t="86042" x="3778250" y="2203450"/>
          <p14:tracePt t="86059" x="3600450" y="2120900"/>
          <p14:tracePt t="86077" x="3454400" y="2051050"/>
          <p14:tracePt t="86092" x="3384550" y="2025650"/>
          <p14:tracePt t="86109" x="3276600" y="2006600"/>
          <p14:tracePt t="86126" x="3124200" y="1974850"/>
          <p14:tracePt t="86142" x="3028950" y="1955800"/>
          <p14:tracePt t="86159" x="2952750" y="1955800"/>
          <p14:tracePt t="86175" x="2724150" y="1930400"/>
          <p14:tracePt t="86192" x="2654300" y="1917700"/>
          <p14:tracePt t="86209" x="2590800" y="1911350"/>
          <p14:tracePt t="86225" x="2482850" y="1873250"/>
          <p14:tracePt t="86242" x="2400300" y="1790700"/>
          <p14:tracePt t="86259" x="2374900" y="1771650"/>
          <p14:tracePt t="86275" x="2349500" y="1733550"/>
          <p14:tracePt t="86292" x="2330450" y="1701800"/>
          <p14:tracePt t="86309" x="2286000" y="1663700"/>
          <p14:tracePt t="86324" x="2273300" y="1657350"/>
          <p14:tracePt t="86341" x="2254250" y="1644650"/>
          <p14:tracePt t="86358" x="2228850" y="1631950"/>
          <p14:tracePt t="86375" x="2216150" y="1625600"/>
          <p14:tracePt t="86391" x="2197100" y="1612900"/>
          <p14:tracePt t="86408" x="2178050" y="1606550"/>
          <p14:tracePt t="86425" x="2171700" y="1600200"/>
          <p14:tracePt t="86442" x="2152650" y="1600200"/>
          <p14:tracePt t="86458" x="2139950" y="1593850"/>
          <p14:tracePt t="86474" x="2133600" y="1593850"/>
          <p14:tracePt t="86493" x="2120900" y="1581150"/>
          <p14:tracePt t="86508" x="2108200" y="1581150"/>
          <p14:tracePt t="86524" x="2101850" y="1568450"/>
          <p14:tracePt t="86541" x="2089150" y="1555750"/>
          <p14:tracePt t="86558" x="2076450" y="1549400"/>
          <p14:tracePt t="86574" x="2051050" y="1543050"/>
          <p14:tracePt t="86591" x="2006600" y="1524000"/>
          <p14:tracePt t="86607" x="1987550" y="1517650"/>
          <p14:tracePt t="86624" x="1924050" y="1492250"/>
          <p14:tracePt t="86640" x="1879600" y="1479550"/>
          <p14:tracePt t="86657" x="1841500" y="1479550"/>
          <p14:tracePt t="86674" x="1790700" y="1473200"/>
          <p14:tracePt t="86690" x="1739900" y="1466850"/>
          <p14:tracePt t="86707" x="1727200" y="1466850"/>
          <p14:tracePt t="86724" x="1701800" y="1466850"/>
          <p14:tracePt t="86740" x="1695450" y="1466850"/>
          <p14:tracePt t="86843" x="1701800" y="1466850"/>
          <p14:tracePt t="86871" x="1708150" y="1466850"/>
          <p14:tracePt t="86899" x="1714500" y="1460500"/>
          <p14:tracePt t="86941" x="1720850" y="1460500"/>
          <p14:tracePt t="86962" x="1727200" y="1460500"/>
          <p14:tracePt t="86969" x="1733550" y="1460500"/>
          <p14:tracePt t="86984" x="1746250" y="1460500"/>
          <p14:tracePt t="86992" x="1758950" y="1466850"/>
          <p14:tracePt t="87006" x="1790700" y="1473200"/>
          <p14:tracePt t="87023" x="1905000" y="1492250"/>
          <p14:tracePt t="87040" x="2076450" y="1511300"/>
          <p14:tracePt t="87056" x="2178050" y="1511300"/>
          <p14:tracePt t="87072" x="2292350" y="1524000"/>
          <p14:tracePt t="87089" x="2609850" y="1530350"/>
          <p14:tracePt t="87106" x="2698750" y="1530350"/>
          <p14:tracePt t="87122" x="2762250" y="1530350"/>
          <p14:tracePt t="87139" x="2851150" y="1530350"/>
          <p14:tracePt t="87155" x="2895600" y="1536700"/>
          <p14:tracePt t="87172" x="2908300" y="1536700"/>
          <p14:tracePt t="87188" x="2914650" y="1536700"/>
          <p14:tracePt t="87222" x="2921000" y="1536700"/>
          <p14:tracePt t="87265" x="2914650" y="1536700"/>
          <p14:tracePt t="87286" x="2901950" y="1536700"/>
          <p14:tracePt t="87293" x="2895600" y="1536700"/>
          <p14:tracePt t="87304" x="2882900" y="1536700"/>
          <p14:tracePt t="87322" x="2851150" y="1530350"/>
          <p14:tracePt t="87338" x="2825750" y="1524000"/>
          <p14:tracePt t="87355" x="2800350" y="1524000"/>
          <p14:tracePt t="87371" x="2692400" y="1511300"/>
          <p14:tracePt t="87388" x="2654300" y="1511300"/>
          <p14:tracePt t="87406" x="2546350" y="1511300"/>
          <p14:tracePt t="87421" x="2495550" y="1511300"/>
          <p14:tracePt t="87438" x="2362200" y="1530350"/>
          <p14:tracePt t="87455" x="2228850" y="1562100"/>
          <p14:tracePt t="87472" x="2165350" y="1568450"/>
          <p14:tracePt t="87488" x="2057400" y="1587500"/>
          <p14:tracePt t="87504" x="1974850" y="1587500"/>
          <p14:tracePt t="87521" x="1936750" y="1574800"/>
          <p14:tracePt t="87538" x="1885950" y="1568450"/>
          <p14:tracePt t="87554" x="1847850" y="1555750"/>
          <p14:tracePt t="87571" x="1822450" y="1555750"/>
          <p14:tracePt t="87588" x="1797050" y="1543050"/>
          <p14:tracePt t="87604" x="1771650" y="1524000"/>
          <p14:tracePt t="87620" x="1765300" y="1517650"/>
          <p14:tracePt t="87638" x="1758950" y="1511300"/>
          <p14:tracePt t="87671" x="1752600" y="1504950"/>
          <p14:tracePt t="87687" x="1746250" y="1498600"/>
          <p14:tracePt t="87704" x="1739900" y="1492250"/>
          <p14:tracePt t="87820" x="1746250" y="1492250"/>
          <p14:tracePt t="87827" x="1752600" y="1492250"/>
          <p14:tracePt t="87848" x="1758950" y="1492250"/>
          <p14:tracePt t="87856" x="1771650" y="1498600"/>
          <p14:tracePt t="87870" x="1803400" y="1498600"/>
          <p14:tracePt t="87886" x="1885950" y="1517650"/>
          <p14:tracePt t="87903" x="1936750" y="1536700"/>
          <p14:tracePt t="87919" x="2082800" y="1562100"/>
          <p14:tracePt t="87936" x="2241550" y="1593850"/>
          <p14:tracePt t="87953" x="2368550" y="1612900"/>
          <p14:tracePt t="87969" x="2425700" y="1619250"/>
          <p14:tracePt t="87986" x="2451100" y="1625600"/>
          <p14:tracePt t="88003" x="2514600" y="1625600"/>
          <p14:tracePt t="88019" x="2527300" y="1625600"/>
          <p14:tracePt t="88036" x="2533650" y="1625600"/>
          <p14:tracePt t="88052" x="2540000" y="1625600"/>
          <p14:tracePt t="88069" x="2540000" y="1619250"/>
          <p14:tracePt t="88089" x="2540000" y="1612900"/>
          <p14:tracePt t="88116" x="2527300" y="1606550"/>
          <p14:tracePt t="88129" x="2527300" y="1600200"/>
          <p14:tracePt t="88138" x="2520950" y="1600200"/>
          <p14:tracePt t="88152" x="2514600" y="1600200"/>
          <p14:tracePt t="88168" x="2508250" y="1593850"/>
          <p14:tracePt t="88188" x="2495550" y="1593850"/>
          <p14:tracePt t="88201" x="2489200" y="1587500"/>
          <p14:tracePt t="88218" x="2463800" y="1581150"/>
          <p14:tracePt t="88236" x="2419350" y="1568450"/>
          <p14:tracePt t="88251" x="2393950" y="1555750"/>
          <p14:tracePt t="88268" x="2349500" y="1549400"/>
          <p14:tracePt t="88285" x="2216150" y="1530350"/>
          <p14:tracePt t="88301" x="2165350" y="1524000"/>
          <p14:tracePt t="88319" x="2082800" y="1517650"/>
          <p14:tracePt t="88334" x="2032000" y="1504950"/>
          <p14:tracePt t="88351" x="1974850" y="1498600"/>
          <p14:tracePt t="88369" x="1930400" y="1492250"/>
          <p14:tracePt t="88384" x="1917700" y="1485900"/>
          <p14:tracePt t="88401" x="1892300" y="1485900"/>
          <p14:tracePt t="88418" x="1885950" y="1485900"/>
          <p14:tracePt t="88446" x="1879600" y="1485900"/>
          <p14:tracePt t="88466" x="1866900" y="1485900"/>
          <p14:tracePt t="88488" x="1860550" y="1485900"/>
          <p14:tracePt t="88509" x="1854200" y="1485900"/>
          <p14:tracePt t="88551" x="1847850" y="1485900"/>
          <p14:tracePt t="88579" x="1841500" y="1485900"/>
          <p14:tracePt t="88861" x="1835150" y="1485900"/>
          <p14:tracePt t="88910" x="1835150" y="1479550"/>
          <p14:tracePt t="88973" x="1835150" y="1473200"/>
          <p14:tracePt t="89001" x="1841500" y="1473200"/>
          <p14:tracePt t="89023" x="1847850" y="1473200"/>
          <p14:tracePt t="89029" x="1860550" y="1473200"/>
          <p14:tracePt t="89044" x="1873250" y="1479550"/>
          <p14:tracePt t="89052" x="1905000" y="1485900"/>
          <p14:tracePt t="89065" x="1936750" y="1504950"/>
          <p14:tracePt t="89082" x="2057400" y="1549400"/>
          <p14:tracePt t="89099" x="2146300" y="1581150"/>
          <p14:tracePt t="89115" x="2349500" y="1676400"/>
          <p14:tracePt t="89132" x="2571750" y="1797050"/>
          <p14:tracePt t="89149" x="2705100" y="1879600"/>
          <p14:tracePt t="89165" x="2940050" y="2025650"/>
          <p14:tracePt t="89182" x="3048000" y="2089150"/>
          <p14:tracePt t="89198" x="3289300" y="2247900"/>
          <p14:tracePt t="89215" x="3340100" y="2298700"/>
          <p14:tracePt t="89231" x="3384550" y="2324100"/>
          <p14:tracePt t="89248" x="3429000" y="2362200"/>
          <p14:tracePt t="89265" x="3448050" y="2381250"/>
          <p14:tracePt t="89282" x="3448050" y="2387600"/>
          <p14:tracePt t="89298" x="3441700" y="2393950"/>
          <p14:tracePt t="89314" x="3422650" y="2393950"/>
          <p14:tracePt t="89332" x="3371850" y="2368550"/>
          <p14:tracePt t="89348" x="3282950" y="2324100"/>
          <p14:tracePt t="89364" x="3244850" y="2311400"/>
          <p14:tracePt t="89381" x="3111500" y="2254250"/>
          <p14:tracePt t="89398" x="3073400" y="2241550"/>
          <p14:tracePt t="89414" x="2997200" y="2203450"/>
          <p14:tracePt t="89431" x="2921000" y="2165350"/>
          <p14:tracePt t="89447" x="2863850" y="2127250"/>
          <p14:tracePt t="89464" x="2832100" y="2101850"/>
          <p14:tracePt t="89481" x="2717800" y="2006600"/>
          <p14:tracePt t="89497" x="2679700" y="1968500"/>
          <p14:tracePt t="89515" x="2641600" y="1936750"/>
          <p14:tracePt t="89530" x="2616200" y="1917700"/>
          <p14:tracePt t="89547" x="2565400" y="1873250"/>
          <p14:tracePt t="89564" x="2501900" y="1809750"/>
          <p14:tracePt t="89580" x="2489200" y="1784350"/>
          <p14:tracePt t="89597" x="2444750" y="1739900"/>
          <p14:tracePt t="89613" x="2413000" y="1701800"/>
          <p14:tracePt t="89630" x="2400300" y="1682750"/>
          <p14:tracePt t="89647" x="2374900" y="1657350"/>
          <p14:tracePt t="89663" x="2349500" y="1631950"/>
          <p14:tracePt t="89680" x="2343150" y="1612900"/>
          <p14:tracePt t="89697" x="2324100" y="1600200"/>
          <p14:tracePt t="89713" x="2305050" y="1587500"/>
          <p14:tracePt t="89730" x="2292350" y="1581150"/>
          <p14:tracePt t="89747" x="2266950" y="1568450"/>
          <p14:tracePt t="89763" x="2241550" y="1562100"/>
          <p14:tracePt t="89780" x="2222500" y="1555750"/>
          <p14:tracePt t="89797" x="2184400" y="1549400"/>
          <p14:tracePt t="89813" x="2152650" y="1549400"/>
          <p14:tracePt t="89829" x="2114550" y="1543050"/>
          <p14:tracePt t="89846" x="2076450" y="1543050"/>
          <p14:tracePt t="89863" x="2057400" y="1543050"/>
          <p14:tracePt t="89879" x="2032000" y="1543050"/>
          <p14:tracePt t="89896" x="2019300" y="1543050"/>
          <p14:tracePt t="89913" x="2012950" y="1543050"/>
          <p14:tracePt t="89930" x="2006600" y="1543050"/>
          <p14:tracePt t="89946" x="2000250" y="1549400"/>
          <p14:tracePt t="89962" x="2000250" y="1555750"/>
          <p14:tracePt t="89979" x="1993900" y="1562100"/>
          <p14:tracePt t="90460" x="1981200" y="1562100"/>
          <p14:tracePt t="90466" x="1962150" y="1549400"/>
          <p14:tracePt t="90481" x="1936750" y="1524000"/>
          <p14:tracePt t="90494" x="1911350" y="1492250"/>
          <p14:tracePt t="90511" x="1898650" y="1479550"/>
          <p14:tracePt t="90528" x="1885950" y="1466850"/>
          <p14:tracePt t="90544" x="1860550" y="1447800"/>
          <p14:tracePt t="90560" x="1847850" y="1428750"/>
          <p14:tracePt t="90577" x="1835150" y="1422400"/>
          <p14:tracePt t="90594" x="1822450" y="1409700"/>
          <p14:tracePt t="90610" x="1809750" y="1409700"/>
          <p14:tracePt t="90628" x="1790700" y="1397000"/>
          <p14:tracePt t="90643" x="1784350" y="1390650"/>
          <p14:tracePt t="90660" x="1758950" y="1384300"/>
          <p14:tracePt t="90677" x="1746250" y="1377950"/>
          <p14:tracePt t="90693" x="1714500" y="1365250"/>
          <p14:tracePt t="90710" x="1701800" y="1358900"/>
          <p14:tracePt t="90727" x="1663700" y="1346200"/>
          <p14:tracePt t="90743" x="1657350" y="1339850"/>
          <p14:tracePt t="90776" x="1651000" y="1339850"/>
          <p14:tracePt t="90825" x="1644650" y="1339850"/>
          <p14:tracePt t="90867" x="1651000" y="1346200"/>
          <p14:tracePt t="90938" x="1657350" y="1346200"/>
          <p14:tracePt t="91022" x="1657350" y="1339850"/>
          <p14:tracePt t="91029" x="1657350" y="1333500"/>
          <p14:tracePt t="91050" x="1657350" y="1327150"/>
          <p14:tracePt t="91078" x="1651000" y="1320800"/>
          <p14:tracePt t="91099" x="1651000" y="1314450"/>
          <p14:tracePt t="91113" x="1644650" y="1308100"/>
          <p14:tracePt t="91120" x="1644650" y="1301750"/>
          <p14:tracePt t="91128" x="1644650" y="1289050"/>
          <p14:tracePt t="91144" x="1638300" y="1276350"/>
          <p14:tracePt t="91158" x="1638300" y="1257300"/>
          <p14:tracePt t="91175" x="1625600" y="1200150"/>
          <p14:tracePt t="91192" x="1612900" y="1130300"/>
          <p14:tracePt t="91208" x="1606550" y="1079500"/>
          <p14:tracePt t="91225" x="1600200" y="984250"/>
          <p14:tracePt t="91241" x="1581150" y="889000"/>
          <p14:tracePt t="91258" x="1568450" y="838200"/>
          <p14:tracePt t="91275" x="1555750" y="755650"/>
          <p14:tracePt t="91291" x="1549400" y="698500"/>
          <p14:tracePt t="91308" x="1543050" y="666750"/>
          <p14:tracePt t="91325" x="1524000" y="615950"/>
          <p14:tracePt t="91341" x="1511300" y="596900"/>
          <p14:tracePt t="91358" x="1511300" y="584200"/>
          <p14:tracePt t="91374" x="1511300" y="577850"/>
          <p14:tracePt t="91409" x="1504950" y="571500"/>
          <p14:tracePt t="91493" x="1504950" y="577850"/>
          <p14:tracePt t="91500" x="1504950" y="584200"/>
          <p14:tracePt t="91514" x="1504950" y="590550"/>
          <p14:tracePt t="91523" x="1504950" y="596900"/>
          <p14:tracePt t="91540" x="1504950" y="603250"/>
          <p14:tracePt t="91557" x="1511300" y="615950"/>
          <p14:tracePt t="91573" x="1524000" y="660400"/>
          <p14:tracePt t="91591" x="1536700" y="698500"/>
          <p14:tracePt t="91606" x="1574800" y="812800"/>
          <p14:tracePt t="91623" x="1631950" y="971550"/>
          <p14:tracePt t="91641" x="1708150" y="1143000"/>
          <p14:tracePt t="91656" x="1733550" y="1225550"/>
          <p14:tracePt t="91673" x="1765300" y="1282700"/>
          <p14:tracePt t="91690" x="1816100" y="1409700"/>
          <p14:tracePt t="91706" x="1828800" y="1428750"/>
          <p14:tracePt t="91723" x="1835150" y="1435100"/>
          <p14:tracePt t="91740" x="1841500" y="1447800"/>
          <p14:tracePt t="92414" x="1841500" y="1485900"/>
          <p14:tracePt t="92428" x="1847850" y="1536700"/>
          <p14:tracePt t="92434" x="1847850" y="1587500"/>
          <p14:tracePt t="92442" x="1860550" y="1657350"/>
          <p14:tracePt t="92457" x="1866900" y="1720850"/>
          <p14:tracePt t="92470" x="1879600" y="1784350"/>
          <p14:tracePt t="92487" x="1885950" y="1917700"/>
          <p14:tracePt t="92504" x="1892300" y="1955800"/>
          <p14:tracePt t="92520" x="1892300" y="2051050"/>
          <p14:tracePt t="92537" x="1905000" y="2095500"/>
          <p14:tracePt t="92554" x="1905000" y="2120900"/>
          <p14:tracePt t="92570" x="1898650" y="2152650"/>
          <p14:tracePt t="92587" x="1898650" y="2197100"/>
          <p14:tracePt t="92604" x="1892300" y="2241550"/>
          <p14:tracePt t="92620" x="1885950" y="2254250"/>
          <p14:tracePt t="92636" x="1885950" y="2273300"/>
          <p14:tracePt t="92653" x="1879600" y="2298700"/>
          <p14:tracePt t="92670" x="1873250" y="2317750"/>
          <p14:tracePt t="92686" x="1873250" y="2324100"/>
          <p14:tracePt t="92703" x="1873250" y="2330450"/>
          <p14:tracePt t="92719" x="1873250" y="2336800"/>
          <p14:tracePt t="92745" x="1866900" y="2343150"/>
          <p14:tracePt t="92766" x="1866900" y="2349500"/>
          <p14:tracePt t="92788" x="1866900" y="2355850"/>
          <p14:tracePt t="92815" x="1860550" y="2362200"/>
          <p14:tracePt t="92850" x="1854200" y="2368550"/>
          <p14:tracePt t="92878" x="1847850" y="2368550"/>
          <p14:tracePt t="92885" x="1841500" y="2368550"/>
          <p14:tracePt t="92899" x="1841500" y="2374900"/>
          <p14:tracePt t="92921" x="1835150" y="2381250"/>
          <p14:tracePt t="92947" x="1828800" y="2387600"/>
          <p14:tracePt t="92961" x="1822450" y="2393950"/>
          <p14:tracePt t="92975" x="1816100" y="2400300"/>
          <p14:tracePt t="92982" x="1809750" y="2413000"/>
          <p14:tracePt t="92996" x="1797050" y="2425700"/>
          <p14:tracePt t="93010" x="1784350" y="2432050"/>
          <p14:tracePt t="93018" x="1771650" y="2438400"/>
          <p14:tracePt t="93035" x="1765300" y="2451100"/>
          <p14:tracePt t="93052" x="1752600" y="2457450"/>
          <p14:tracePt t="93068" x="1733550" y="2476500"/>
          <p14:tracePt t="93085" x="1733550" y="2482850"/>
          <p14:tracePt t="93102" x="1727200" y="2489200"/>
          <p14:tracePt t="93134" x="1720850" y="2489200"/>
          <p14:tracePt t="93193" x="1727200" y="2489200"/>
          <p14:tracePt t="93228" x="1733550" y="2489200"/>
          <p14:tracePt t="93236" x="1739900" y="2489200"/>
          <p14:tracePt t="93249" x="1752600" y="2495550"/>
          <p14:tracePt t="93256" x="1765300" y="2495550"/>
          <p14:tracePt t="93267" x="1797050" y="2501900"/>
          <p14:tracePt t="93285" x="1873250" y="2508250"/>
          <p14:tracePt t="93301" x="1924050" y="2508250"/>
          <p14:tracePt t="93318" x="2000250" y="2520950"/>
          <p14:tracePt t="93335" x="2273300" y="2540000"/>
          <p14:tracePt t="93351" x="2362200" y="2546350"/>
          <p14:tracePt t="93368" x="2451100" y="2559050"/>
          <p14:tracePt t="93383" x="2590800" y="2578100"/>
          <p14:tracePt t="93400" x="2698750" y="2584450"/>
          <p14:tracePt t="93418" x="2768600" y="2597150"/>
          <p14:tracePt t="93434" x="2787650" y="2597150"/>
          <p14:tracePt t="93450" x="2813050" y="2597150"/>
          <p14:tracePt t="93467" x="2825750" y="2603500"/>
          <p14:tracePt t="93530" x="2832100" y="2603500"/>
          <p14:tracePt t="93579" x="2832100" y="2597150"/>
          <p14:tracePt t="93706" x="2832100" y="2603500"/>
          <p14:tracePt t="93720" x="2838450" y="2603500"/>
          <p14:tracePt t="93727" x="2851150" y="2616200"/>
          <p14:tracePt t="93741" x="2863850" y="2622550"/>
          <p14:tracePt t="93750" x="2895600" y="2647950"/>
          <p14:tracePt t="93766" x="2927350" y="2673350"/>
          <p14:tracePt t="93783" x="3105150" y="2774950"/>
          <p14:tracePt t="93799" x="3467100" y="2908300"/>
          <p14:tracePt t="93816" x="3778250" y="2984500"/>
          <p14:tracePt t="93833" x="4521200" y="3155950"/>
          <p14:tracePt t="93849" x="5429250" y="3321050"/>
          <p14:tracePt t="93866" x="5886450" y="3416300"/>
          <p14:tracePt t="93883" x="6673850" y="3568700"/>
          <p14:tracePt t="93899" x="7156450" y="3689350"/>
          <p14:tracePt t="93916" x="7277100" y="3708400"/>
          <p14:tracePt t="93932" x="7435850" y="3765550"/>
          <p14:tracePt t="93948" x="7493000" y="3797300"/>
          <p14:tracePt t="93966" x="7581900" y="3879850"/>
          <p14:tracePt t="93982" x="7607300" y="3911600"/>
          <p14:tracePt t="93986" x="7620000" y="3930650"/>
          <p14:tracePt t="94015" x="7632700" y="3968750"/>
          <p14:tracePt t="94032" x="7639050" y="3994150"/>
          <p14:tracePt t="94048" x="7632700" y="4006850"/>
          <p14:tracePt t="94065" x="7626350" y="4038600"/>
          <p14:tracePt t="94082" x="7613650" y="4083050"/>
          <p14:tracePt t="94098" x="7600950" y="4102100"/>
          <p14:tracePt t="94115" x="7569200" y="4165600"/>
          <p14:tracePt t="94131" x="7531100" y="4241800"/>
          <p14:tracePt t="94148" x="7480300" y="4330700"/>
          <p14:tracePt t="94164" x="7461250" y="4362450"/>
          <p14:tracePt t="94181" x="7404100" y="4419600"/>
          <p14:tracePt t="94198" x="7340600" y="4464050"/>
          <p14:tracePt t="94214" x="7296150" y="4495800"/>
          <p14:tracePt t="94231" x="7226300" y="4521200"/>
          <p14:tracePt t="94248" x="7048500" y="4597400"/>
          <p14:tracePt t="94264" x="6991350" y="4616450"/>
          <p14:tracePt t="94281" x="6940550" y="4622800"/>
          <p14:tracePt t="94297" x="6845300" y="4654550"/>
          <p14:tracePt t="94314" x="6762750" y="4667250"/>
          <p14:tracePt t="94331" x="6731000" y="4667250"/>
          <p14:tracePt t="94347" x="6661150" y="4686300"/>
          <p14:tracePt t="94364" x="6604000" y="4692650"/>
          <p14:tracePt t="94381" x="6559550" y="4705350"/>
          <p14:tracePt t="94397" x="6540500" y="4705350"/>
          <p14:tracePt t="94414" x="6515100" y="4711700"/>
          <p14:tracePt t="94431" x="6496050" y="4724400"/>
          <p14:tracePt t="94447" x="6483350" y="4724400"/>
          <p14:tracePt t="94464" x="6470650" y="4730750"/>
          <p14:tracePt t="94480" x="6457950" y="4730750"/>
          <p14:tracePt t="94497" x="6451600" y="4737100"/>
          <p14:tracePt t="94514" x="6445250" y="4737100"/>
          <p14:tracePt t="94530" x="6438900" y="4737100"/>
          <p14:tracePt t="95285" x="6413500" y="4718050"/>
          <p14:tracePt t="95292" x="6350000" y="4673600"/>
          <p14:tracePt t="95307" x="6292850" y="4622800"/>
          <p14:tracePt t="95314" x="6210300" y="4559300"/>
          <p14:tracePt t="95330" x="6140450" y="4502150"/>
          <p14:tracePt t="95343" x="5962650" y="4375150"/>
          <p14:tracePt t="95360" x="5867400" y="4324350"/>
          <p14:tracePt t="95377" x="5670550" y="4241800"/>
          <p14:tracePt t="95394" x="5581650" y="4210050"/>
          <p14:tracePt t="95410" x="5359400" y="4159250"/>
          <p14:tracePt t="95427" x="5105400" y="4127500"/>
          <p14:tracePt t="95443" x="4965700" y="4114800"/>
          <p14:tracePt t="95461" x="4692650" y="4057650"/>
          <p14:tracePt t="95476" x="4413250" y="4025900"/>
          <p14:tracePt t="95493" x="4216400" y="4000500"/>
          <p14:tracePt t="95510" x="3905250" y="3917950"/>
          <p14:tracePt t="95526" x="3619500" y="3835400"/>
          <p14:tracePt t="95530" x="3479800" y="3765550"/>
          <p14:tracePt t="95560" x="3276600" y="3702050"/>
          <p14:tracePt t="95576" x="3117850" y="3657600"/>
          <p14:tracePt t="95593" x="3035300" y="3644900"/>
          <p14:tracePt t="95609" x="2908300" y="3638550"/>
          <p14:tracePt t="95626" x="2825750" y="3657600"/>
          <p14:tracePt t="95642" x="2800350" y="3657600"/>
          <p14:tracePt t="95659" x="2787650" y="3657600"/>
          <p14:tracePt t="95676" x="2781300" y="3657600"/>
          <p14:tracePt t="95693" x="2768600" y="3657600"/>
          <p14:tracePt t="95726" x="2762250" y="3657600"/>
          <p14:tracePt t="95742" x="2755900" y="3657600"/>
          <p14:tracePt t="95759" x="2749550" y="3657600"/>
          <p14:tracePt t="95799" x="2749550" y="3651250"/>
          <p14:tracePt t="95805" x="2755900" y="3651250"/>
          <p14:tracePt t="95827" x="2762250" y="3644900"/>
          <p14:tracePt t="95833" x="2768600" y="3644900"/>
          <p14:tracePt t="95848" x="2774950" y="3638550"/>
          <p14:tracePt t="95858" x="2781300" y="3638550"/>
          <p14:tracePt t="95876" x="2794000" y="3632200"/>
          <p14:tracePt t="95892" x="2806700" y="3625850"/>
          <p14:tracePt t="95908" x="2851150" y="3625850"/>
          <p14:tracePt t="95925" x="2933700" y="3619500"/>
          <p14:tracePt t="95941" x="3016250" y="3606800"/>
          <p14:tracePt t="95958" x="3130550" y="3600450"/>
          <p14:tracePt t="95975" x="3683000" y="3536950"/>
          <p14:tracePt t="95992" x="3924300" y="3505200"/>
          <p14:tracePt t="96009" x="4438650" y="3448050"/>
          <p14:tracePt t="96025" x="4654550" y="3435350"/>
          <p14:tracePt t="96041" x="5035550" y="3409950"/>
          <p14:tracePt t="96045" x="5181600" y="3384550"/>
          <p14:tracePt t="96061" x="5314950" y="3384550"/>
          <p14:tracePt t="96074" x="5435600" y="3378200"/>
          <p14:tracePt t="96091" x="5619750" y="3378200"/>
          <p14:tracePt t="96108" x="5727700" y="3397250"/>
          <p14:tracePt t="96124" x="5759450" y="3397250"/>
          <p14:tracePt t="96141" x="5791200" y="3397250"/>
          <p14:tracePt t="96157" x="5803900" y="3403600"/>
          <p14:tracePt t="96174" x="5810250" y="3409950"/>
          <p14:tracePt t="96208" x="5797550" y="3409950"/>
          <p14:tracePt t="96224" x="5784850" y="3409950"/>
          <p14:tracePt t="96241" x="5715000" y="3397250"/>
          <p14:tracePt t="96257" x="5613400" y="3397250"/>
          <p14:tracePt t="96274" x="5524500" y="3397250"/>
          <p14:tracePt t="96290" x="5251450" y="3403600"/>
          <p14:tracePt t="96307" x="5016500" y="3416300"/>
          <p14:tracePt t="96324" x="4483100" y="3448050"/>
          <p14:tracePt t="96341" x="3879850" y="3479800"/>
          <p14:tracePt t="96357" x="3613150" y="3492500"/>
          <p14:tracePt t="96374" x="3175000" y="3530600"/>
          <p14:tracePt t="96390" x="2876550" y="3581400"/>
          <p14:tracePt t="96407" x="2774950" y="3581400"/>
          <p14:tracePt t="96424" x="2641600" y="3619500"/>
          <p14:tracePt t="96440" x="2603500" y="3632200"/>
          <p14:tracePt t="96457" x="2590800" y="3638550"/>
          <p14:tracePt t="96501" x="2597150" y="3638550"/>
          <p14:tracePt t="96510" x="2609850" y="3632200"/>
          <p14:tracePt t="96524" x="2616200" y="3632200"/>
          <p14:tracePt t="96540" x="2628900" y="3632200"/>
          <p14:tracePt t="96556" x="2635250" y="3632200"/>
          <p14:tracePt t="96670" x="2635250" y="3625850"/>
          <p14:tracePt t="96698" x="2641600" y="3619500"/>
          <p14:tracePt t="96719" x="2647950" y="3613150"/>
          <p14:tracePt t="96740" x="2654300" y="3613150"/>
          <p14:tracePt t="96754" x="2660650" y="3619500"/>
          <p14:tracePt t="97556" x="2679700" y="3619500"/>
          <p14:tracePt t="97562" x="2717800" y="3619500"/>
          <p14:tracePt t="97573" x="2743200" y="3619500"/>
          <p14:tracePt t="97586" x="2781300" y="3625850"/>
          <p14:tracePt t="97603" x="2825750" y="3638550"/>
          <p14:tracePt t="97619" x="2965450" y="3644900"/>
          <p14:tracePt t="97636" x="3206750" y="3644900"/>
          <p14:tracePt t="97652" x="3346450" y="3644900"/>
          <p14:tracePt t="97669" x="3683000" y="3644900"/>
          <p14:tracePt t="97686" x="4064000" y="3619500"/>
          <p14:tracePt t="97703" x="4400550" y="3619500"/>
          <p14:tracePt t="97719" x="4584700" y="3619500"/>
          <p14:tracePt t="97735" x="4914900" y="3632200"/>
          <p14:tracePt t="97753" x="5168900" y="3663950"/>
          <p14:tracePt t="97769" x="5283200" y="3689350"/>
          <p14:tracePt t="97785" x="5505450" y="3752850"/>
          <p14:tracePt t="97802" x="5676900" y="3790950"/>
          <p14:tracePt t="97818" x="5740400" y="3810000"/>
          <p14:tracePt t="97835" x="5829300" y="3841750"/>
          <p14:tracePt t="97852" x="5892800" y="3867150"/>
          <p14:tracePt t="97868" x="5905500" y="3873500"/>
          <p14:tracePt t="97886" x="5918200" y="3892550"/>
          <p14:tracePt t="97901" x="5924550" y="3911600"/>
          <p14:tracePt t="97935" x="5930900" y="3937000"/>
          <p14:tracePt t="97951" x="5937250" y="3943350"/>
          <p14:tracePt t="97968" x="5943600" y="3975100"/>
          <p14:tracePt t="97985" x="5956300" y="4006850"/>
          <p14:tracePt t="98001" x="5962650" y="4019550"/>
          <p14:tracePt t="98018" x="5969000" y="4032250"/>
          <p14:tracePt t="98034" x="5975350" y="4044950"/>
          <p14:tracePt t="98051" x="5975350" y="4051300"/>
          <p14:tracePt t="98068" x="5981700" y="4070350"/>
          <p14:tracePt t="98084" x="5981700" y="4108450"/>
          <p14:tracePt t="98101" x="5988050" y="4127500"/>
          <p14:tracePt t="98414" x="6057900" y="4152900"/>
          <p14:tracePt t="98428" x="6140450" y="4184650"/>
          <p14:tracePt t="98436" x="6242050" y="4216400"/>
          <p14:tracePt t="98450" x="6356350" y="4254500"/>
          <p14:tracePt t="98466" x="6559550" y="4343400"/>
          <p14:tracePt t="98484" x="6718300" y="4413250"/>
          <p14:tracePt t="98499" x="6800850" y="4438650"/>
          <p14:tracePt t="98516" x="6864350" y="4483100"/>
          <p14:tracePt t="98533" x="7010400" y="4552950"/>
          <p14:tracePt t="98549" x="7029450" y="4559300"/>
          <p14:tracePt t="98566" x="7048500" y="4572000"/>
          <p14:tracePt t="98582" x="7061200" y="4584700"/>
          <p14:tracePt t="98599" x="7073900" y="4591050"/>
          <p14:tracePt t="98646" x="7080250" y="4591050"/>
          <p14:tracePt t="98744" x="7080250" y="4584700"/>
          <p14:tracePt t="98786" x="7080250" y="4578350"/>
          <p14:tracePt t="98814" x="7092950" y="4578350"/>
          <p14:tracePt t="98828" x="7099300" y="4578350"/>
          <p14:tracePt t="98835" x="7105650" y="4578350"/>
          <p14:tracePt t="98851" x="7124700" y="4578350"/>
          <p14:tracePt t="98864" x="7143750" y="4578350"/>
          <p14:tracePt t="98881" x="7200900" y="4578350"/>
          <p14:tracePt t="98898" x="7302500" y="4578350"/>
          <p14:tracePt t="98915" x="7378700" y="4578350"/>
          <p14:tracePt t="98931" x="7512050" y="4610100"/>
          <p14:tracePt t="98948" x="7632700" y="4629150"/>
          <p14:tracePt t="98964" x="7683500" y="4641850"/>
          <p14:tracePt t="98981" x="7759700" y="4660900"/>
          <p14:tracePt t="98998" x="7810500" y="4673600"/>
          <p14:tracePt t="99015" x="7816850" y="4673600"/>
          <p14:tracePt t="99031" x="7835900" y="4686300"/>
          <p14:tracePt t="99048" x="7848600" y="4692650"/>
          <p14:tracePt t="99064" x="7854950" y="4699000"/>
          <p14:tracePt t="99097" x="7861300" y="4705350"/>
          <p14:tracePt t="100069" x="7880350" y="4705350"/>
          <p14:tracePt t="100083" x="7893050" y="4705350"/>
          <p14:tracePt t="100105" x="7912100" y="4705350"/>
          <p14:tracePt t="100112" x="7937500" y="4705350"/>
          <p14:tracePt t="100118" x="7956550" y="4705350"/>
          <p14:tracePt t="100132" x="7975600" y="4705350"/>
          <p14:tracePt t="100144" x="7994650" y="4705350"/>
          <p14:tracePt t="100162" x="8039100" y="4699000"/>
          <p14:tracePt t="100177" x="8058150" y="4699000"/>
          <p14:tracePt t="100193" x="8108950" y="4692650"/>
          <p14:tracePt t="100210" x="8140700" y="4686300"/>
          <p14:tracePt t="100227" x="8153400" y="4686300"/>
          <p14:tracePt t="100244" x="8166100" y="4686300"/>
          <p14:tracePt t="100260" x="8178800" y="4686300"/>
          <p14:tracePt t="100276" x="8191500" y="4686300"/>
          <p14:tracePt t="100294" x="8204200" y="4686300"/>
          <p14:tracePt t="100310" x="8216900" y="4686300"/>
          <p14:tracePt t="100326" x="8223250" y="4686300"/>
          <p14:tracePt t="100344" x="8235950" y="4679950"/>
          <p14:tracePt t="100360" x="8242300" y="4679950"/>
          <p14:tracePt t="100377" x="8248650" y="4679950"/>
          <p14:tracePt t="100393" x="8255000" y="4679950"/>
          <p14:tracePt t="100442" x="8261350" y="4679950"/>
          <p14:tracePt t="100463" x="8267700" y="4679950"/>
          <p14:tracePt t="100491" x="8274050" y="4679950"/>
          <p14:tracePt t="100512" x="8280400" y="4679950"/>
          <p14:tracePt t="100582" x="8274050" y="4679950"/>
          <p14:tracePt t="100596" x="8267700" y="4679950"/>
          <p14:tracePt t="100603" x="8261350" y="4679950"/>
          <p14:tracePt t="100612" x="8261350" y="4673600"/>
          <p14:tracePt t="100626" x="8255000" y="4673600"/>
          <p14:tracePt t="100642" x="8242300" y="4673600"/>
          <p14:tracePt t="100659" x="8210550" y="4667250"/>
          <p14:tracePt t="100675" x="8153400" y="4660900"/>
          <p14:tracePt t="100692" x="8128000" y="4660900"/>
          <p14:tracePt t="100708" x="8070850" y="4660900"/>
          <p14:tracePt t="100725" x="8026400" y="4660900"/>
          <p14:tracePt t="100742" x="7994650" y="4648200"/>
          <p14:tracePt t="100758" x="7956550" y="4648200"/>
          <p14:tracePt t="100775" x="7918450" y="4641850"/>
          <p14:tracePt t="100793" x="7886700" y="4641850"/>
          <p14:tracePt t="100808" x="7867650" y="4641850"/>
          <p14:tracePt t="100825" x="7848600" y="4641850"/>
          <p14:tracePt t="100842" x="7835900" y="4641850"/>
          <p14:tracePt t="100858" x="7823200" y="4641850"/>
          <p14:tracePt t="100874" x="7823200" y="4648200"/>
          <p14:tracePt t="100912" x="7823200" y="4654550"/>
          <p14:tracePt t="100934" x="7823200" y="4660900"/>
          <p14:tracePt t="100947" x="7829550" y="4660900"/>
          <p14:tracePt t="100961" x="7835900" y="4660900"/>
          <p14:tracePt t="100978" x="7842250" y="4660900"/>
          <p14:tracePt t="100991" x="7842250" y="4667250"/>
          <p14:tracePt t="101007" x="7861300" y="4667250"/>
          <p14:tracePt t="101025" x="7880350" y="4667250"/>
          <p14:tracePt t="101041" x="7905750" y="4667250"/>
          <p14:tracePt t="101057" x="7950200" y="4667250"/>
          <p14:tracePt t="101074" x="8007350" y="4667250"/>
          <p14:tracePt t="101090" x="8045450" y="4667250"/>
          <p14:tracePt t="101107" x="8115300" y="4667250"/>
          <p14:tracePt t="101124" x="8185150" y="4673600"/>
          <p14:tracePt t="101140" x="8210550" y="4673600"/>
          <p14:tracePt t="101158" x="8242300" y="4679950"/>
          <p14:tracePt t="101173" x="8261350" y="4679950"/>
          <p14:tracePt t="101190" x="8267700" y="4679950"/>
          <p14:tracePt t="101243" x="8261350" y="4679950"/>
          <p14:tracePt t="101258" x="8255000" y="4679950"/>
          <p14:tracePt t="101263" x="8248650" y="4679950"/>
          <p14:tracePt t="101278" x="8235950" y="4673600"/>
          <p14:tracePt t="101299" x="8223250" y="4667250"/>
          <p14:tracePt t="101307" x="8210550" y="4667250"/>
          <p14:tracePt t="101323" x="8204200" y="4667250"/>
          <p14:tracePt t="101340" x="8178800" y="4660900"/>
          <p14:tracePt t="101356" x="8147050" y="4654550"/>
          <p14:tracePt t="101373" x="8115300" y="4648200"/>
          <p14:tracePt t="101390" x="8058150" y="4641850"/>
          <p14:tracePt t="101406" x="7975600" y="4616450"/>
          <p14:tracePt t="101423" x="7924800" y="4610100"/>
          <p14:tracePt t="101440" x="7791450" y="4578350"/>
          <p14:tracePt t="101456" x="7645400" y="4540250"/>
          <p14:tracePt t="101473" x="7537450" y="4521200"/>
          <p14:tracePt t="101489" x="7321550" y="4445000"/>
          <p14:tracePt t="101506" x="7188200" y="4413250"/>
          <p14:tracePt t="101523" x="6838950" y="4311650"/>
          <p14:tracePt t="101539" x="6477000" y="4210050"/>
          <p14:tracePt t="101555" x="6267450" y="4152900"/>
          <p14:tracePt t="101573" x="5854700" y="4044950"/>
          <p14:tracePt t="101589" x="5378450" y="3879850"/>
          <p14:tracePt t="101605" x="5092700" y="3784600"/>
          <p14:tracePt t="101622" x="4464050" y="3568700"/>
          <p14:tracePt t="101639" x="3790950" y="3384550"/>
          <p14:tracePt t="101672" x="3251200" y="3225800"/>
          <p14:tracePt t="101688" x="2679700" y="3073400"/>
          <p14:tracePt t="101706" x="2419350" y="2997200"/>
          <p14:tracePt t="101721" x="2114550" y="2876550"/>
          <p14:tracePt t="101738" x="1917700" y="2781300"/>
          <p14:tracePt t="101755" x="1778000" y="2698750"/>
          <p14:tracePt t="101771" x="1720850" y="2660650"/>
          <p14:tracePt t="101788" x="1676400" y="2635250"/>
          <p14:tracePt t="101805" x="1568450" y="2559050"/>
          <p14:tracePt t="101821" x="1543050" y="2540000"/>
          <p14:tracePt t="101838" x="1524000" y="2520950"/>
          <p14:tracePt t="101855" x="1485900" y="2489200"/>
          <p14:tracePt t="101871" x="1460500" y="2444750"/>
          <p14:tracePt t="101889" x="1428750" y="2393950"/>
          <p14:tracePt t="101904" x="1422400" y="2362200"/>
          <p14:tracePt t="101921" x="1390650" y="2305050"/>
          <p14:tracePt t="101938" x="1358900" y="2241550"/>
          <p14:tracePt t="101954" x="1339850" y="2197100"/>
          <p14:tracePt t="101971" x="1327150" y="2114550"/>
          <p14:tracePt t="101988" x="1320800" y="2057400"/>
          <p14:tracePt t="102004" x="1320800" y="2025650"/>
          <p14:tracePt t="102021" x="1320800" y="1974850"/>
          <p14:tracePt t="102037" x="1327150" y="1936750"/>
          <p14:tracePt t="102054" x="1339850" y="1924050"/>
          <p14:tracePt t="102071" x="1346200" y="1905000"/>
          <p14:tracePt t="102087" x="1377950" y="1860550"/>
          <p14:tracePt t="102104" x="1397000" y="1854200"/>
          <p14:tracePt t="102121" x="1403350" y="1847850"/>
          <p14:tracePt t="102137" x="1416050" y="1847850"/>
          <p14:tracePt t="102153" x="1428750" y="1847850"/>
          <p14:tracePt t="102171" x="1447800" y="1847850"/>
          <p14:tracePt t="102203" x="1473200" y="1847850"/>
          <p14:tracePt t="102220" x="1504950" y="1847850"/>
          <p14:tracePt t="102237" x="1530350" y="1854200"/>
          <p14:tracePt t="102254" x="1568450" y="1879600"/>
          <p14:tracePt t="102270" x="1612900" y="1892300"/>
          <p14:tracePt t="102286" x="1631950" y="1911350"/>
          <p14:tracePt t="102304" x="1682750" y="1949450"/>
          <p14:tracePt t="105635" x="1708150" y="1968500"/>
          <p14:tracePt t="105643" x="1752600" y="1993900"/>
          <p14:tracePt t="105648" x="1797050" y="2006600"/>
          <p14:tracePt t="105663" x="1854200" y="2038350"/>
          <p14:tracePt t="105674" x="1898650" y="2057400"/>
          <p14:tracePt t="105691" x="1993900" y="2089150"/>
          <p14:tracePt t="105708" x="2051050" y="2101850"/>
          <p14:tracePt t="105725" x="2139950" y="2101850"/>
          <p14:tracePt t="105741" x="2266950" y="2101850"/>
          <p14:tracePt t="105758" x="2336800" y="2095500"/>
          <p14:tracePt t="105775" x="2463800" y="2076450"/>
          <p14:tracePt t="105791" x="2616200" y="2070100"/>
          <p14:tracePt t="105807" x="2698750" y="2057400"/>
          <p14:tracePt t="105825" x="2838450" y="2032000"/>
          <p14:tracePt t="105841" x="2895600" y="2019300"/>
          <p14:tracePt t="105857" x="2997200" y="2012950"/>
          <p14:tracePt t="105874" x="3048000" y="2006600"/>
          <p14:tracePt t="105890" x="3054350" y="2006600"/>
          <p14:tracePt t="105908" x="3073400" y="2000250"/>
          <p14:tracePt t="105923" x="3079750" y="2000250"/>
          <p14:tracePt t="105940" x="3079750" y="1993900"/>
          <p14:tracePt t="105958" x="3079750" y="1987550"/>
          <p14:tracePt t="105974" x="3079750" y="1974850"/>
          <p14:tracePt t="106007" x="3079750" y="1968500"/>
          <p14:tracePt t="106155" x="3079750" y="1974850"/>
          <p14:tracePt t="106204" x="3079750" y="1981200"/>
          <p14:tracePt t="106267" x="3079750" y="1987550"/>
          <p14:tracePt t="106302" x="3079750" y="1993900"/>
          <p14:tracePt t="112199" x="3079750" y="2000250"/>
          <p14:tracePt t="112206" x="3067050" y="2000250"/>
          <p14:tracePt t="112218" x="3054350" y="2000250"/>
          <p14:tracePt t="112235" x="3016250" y="2006600"/>
          <p14:tracePt t="112252" x="2965450" y="2006600"/>
          <p14:tracePt t="112269" x="2857500" y="2025650"/>
          <p14:tracePt t="112285" x="2762250" y="2044700"/>
          <p14:tracePt t="112302" x="2660650" y="2051050"/>
          <p14:tracePt t="112319" x="2463800" y="2063750"/>
          <p14:tracePt t="112335" x="2349500" y="2070100"/>
          <p14:tracePt t="112352" x="2228850" y="2070100"/>
          <p14:tracePt t="112368" x="2101850" y="2082800"/>
          <p14:tracePt t="112385" x="2025650" y="2070100"/>
          <p14:tracePt t="112403" x="1949450" y="2063750"/>
          <p14:tracePt t="112418" x="1924050" y="2051050"/>
          <p14:tracePt t="112435" x="1911350" y="2051050"/>
          <p14:tracePt t="112452" x="1905000" y="2044700"/>
          <p14:tracePt t="112468" x="1905000" y="2032000"/>
          <p14:tracePt t="112515" x="1905000" y="2038350"/>
          <p14:tracePt t="112586" x="1905000" y="2044700"/>
          <p14:tracePt t="112592" x="1911350" y="2044700"/>
          <p14:tracePt t="112607" x="1917700" y="2044700"/>
          <p14:tracePt t="112617" x="1924050" y="2044700"/>
          <p14:tracePt t="112634" x="1930400" y="2044700"/>
          <p14:tracePt t="141586" x="1936750" y="2044700"/>
          <p14:tracePt t="141607" x="1943100" y="2044700"/>
          <p14:tracePt t="141684" x="1943100" y="2038350"/>
          <p14:tracePt t="142331" x="1949450" y="2038350"/>
          <p14:tracePt t="142338" x="1981200" y="2038350"/>
          <p14:tracePt t="142347" x="2006600" y="2038350"/>
          <p14:tracePt t="142365" x="2082800" y="2057400"/>
          <p14:tracePt t="142381" x="2254250" y="2114550"/>
          <p14:tracePt t="142398" x="2425700" y="2171700"/>
          <p14:tracePt t="142415" x="2730500" y="2298700"/>
          <p14:tracePt t="142431" x="2984500" y="2406650"/>
          <p14:tracePt t="142448" x="3251200" y="2533650"/>
          <p14:tracePt t="142464" x="3625850" y="2749550"/>
          <p14:tracePt t="142481" x="3924300" y="2914650"/>
          <p14:tracePt t="142497" x="4146550" y="3041650"/>
          <p14:tracePt t="142501" x="4254500" y="3098800"/>
          <p14:tracePt t="142514" x="4470400" y="3225800"/>
          <p14:tracePt t="142531" x="4654550" y="3308350"/>
          <p14:tracePt t="142548" x="4908550" y="3429000"/>
          <p14:tracePt t="142563" x="5048250" y="3498850"/>
          <p14:tracePt t="142580" x="5168900" y="3556000"/>
          <p14:tracePt t="142598" x="5378450" y="3683000"/>
          <p14:tracePt t="142614" x="5505450" y="3759200"/>
          <p14:tracePt t="142630" x="5581650" y="3822700"/>
          <p14:tracePt t="142647" x="5734050" y="3943350"/>
          <p14:tracePt t="142663" x="5810250" y="4006850"/>
          <p14:tracePt t="142680" x="5886450" y="4057650"/>
          <p14:tracePt t="142697" x="5994400" y="4165600"/>
          <p14:tracePt t="142713" x="6057900" y="4216400"/>
          <p14:tracePt t="142730" x="6140450" y="4311650"/>
          <p14:tracePt t="142746" x="6223000" y="4438650"/>
          <p14:tracePt t="142763" x="6280150" y="4521200"/>
          <p14:tracePt t="142780" x="6388100" y="4616450"/>
          <p14:tracePt t="142796" x="6477000" y="4705350"/>
          <p14:tracePt t="142813" x="6559550" y="4781550"/>
          <p14:tracePt t="142830" x="6680200" y="4908550"/>
          <p14:tracePt t="142846" x="6756400" y="5010150"/>
          <p14:tracePt t="142863" x="6813550" y="5086350"/>
          <p14:tracePt t="142880" x="6902450" y="5200650"/>
          <p14:tracePt t="142896" x="6959600" y="5270500"/>
          <p14:tracePt t="142913" x="7035800" y="5365750"/>
          <p14:tracePt t="142929" x="7080250" y="5422900"/>
          <p14:tracePt t="142946" x="7105650" y="5486400"/>
          <p14:tracePt t="142963" x="7143750" y="5626100"/>
          <p14:tracePt t="142979" x="7169150" y="5695950"/>
          <p14:tracePt t="142996" x="7188200" y="5759450"/>
          <p14:tracePt t="143012" x="7213600" y="5829300"/>
          <p14:tracePt t="143029" x="7232650" y="5880100"/>
          <p14:tracePt t="143046" x="7245350" y="5937250"/>
          <p14:tracePt t="143062" x="7258050" y="6000750"/>
          <p14:tracePt t="143079" x="7258050" y="6032500"/>
          <p14:tracePt t="143096" x="7258050" y="6064250"/>
          <p14:tracePt t="143112" x="7245350" y="6076950"/>
          <p14:tracePt t="143128" x="7219950" y="6108700"/>
          <p14:tracePt t="143618" x="7219950" y="6115050"/>
          <p14:tracePt t="143632" x="7226300" y="6127750"/>
          <p14:tracePt t="143639" x="7232650" y="6140450"/>
          <p14:tracePt t="143647" x="7239000" y="6153150"/>
          <p14:tracePt t="143660" x="7251700" y="6178550"/>
          <p14:tracePt t="143677" x="7264400" y="6223000"/>
          <p14:tracePt t="143693" x="7277100" y="6273800"/>
          <p14:tracePt t="143710" x="7277100" y="6350000"/>
          <p14:tracePt t="143726" x="7296150" y="6394450"/>
          <p14:tracePt t="143743" x="7302500" y="6426200"/>
          <p14:tracePt t="143760" x="7315200" y="6457950"/>
          <p14:tracePt t="143776" x="7321550" y="6477000"/>
          <p14:tracePt t="143794" x="7340600" y="6477000"/>
          <p14:tracePt t="143809" x="7353300" y="6483350"/>
          <p14:tracePt t="143843" x="7359650" y="6483350"/>
          <p14:tracePt t="143859" x="7372350" y="6483350"/>
          <p14:tracePt t="143876" x="7378700" y="6483350"/>
          <p14:tracePt t="143893" x="7391400" y="6489700"/>
          <p14:tracePt t="143909" x="7397750" y="6489700"/>
          <p14:tracePt t="143926" x="7410450" y="6489700"/>
          <p14:tracePt t="143942" x="7429500" y="6483350"/>
          <p14:tracePt t="143958" x="7448550" y="6483350"/>
          <p14:tracePt t="143976" x="7493000" y="6477000"/>
          <p14:tracePt t="143992" x="7537450" y="6470650"/>
          <p14:tracePt t="144009" x="7588250" y="6451600"/>
          <p14:tracePt t="144013" x="7607300" y="6445250"/>
          <p14:tracePt t="144026" x="7651750" y="6426200"/>
          <p14:tracePt t="144042" x="7689850" y="6413500"/>
          <p14:tracePt t="144059" x="7753350" y="6400800"/>
          <p14:tracePt t="144075" x="7829550" y="6369050"/>
          <p14:tracePt t="144092" x="7874000" y="6356350"/>
          <p14:tracePt t="144109" x="7937500" y="6343650"/>
          <p14:tracePt t="144125" x="7969250" y="6343650"/>
          <p14:tracePt t="144142" x="7994650" y="6343650"/>
          <p14:tracePt t="144159" x="8032750" y="6343650"/>
          <p14:tracePt t="144175" x="8045450" y="6330950"/>
          <p14:tracePt t="144192" x="8064500" y="6330950"/>
          <p14:tracePt t="144209" x="8089900" y="6324600"/>
          <p14:tracePt t="144225" x="8096250" y="6324600"/>
          <p14:tracePt t="144242" x="8102600" y="6324600"/>
          <p14:tracePt t="144259" x="8108950" y="6324600"/>
          <p14:tracePt t="144294" x="8108950" y="6330950"/>
          <p14:tracePt t="144308" x="8108950" y="6337300"/>
          <p14:tracePt t="144324" x="8089900" y="6337300"/>
          <p14:tracePt t="144342" x="8064500" y="6337300"/>
          <p14:tracePt t="144358" x="8032750" y="6337300"/>
          <p14:tracePt t="144375" x="7981950" y="6337300"/>
          <p14:tracePt t="144391" x="7835900" y="6362700"/>
          <p14:tracePt t="144407" x="7689850" y="6381750"/>
          <p14:tracePt t="144424" x="7537450" y="6400800"/>
          <p14:tracePt t="144441" x="7321550" y="6407150"/>
          <p14:tracePt t="144458" x="7200900" y="6419850"/>
          <p14:tracePt t="144475" x="7067550" y="6413500"/>
          <p14:tracePt t="144490" x="7010400" y="6413500"/>
          <p14:tracePt t="144507" x="6972300" y="6413500"/>
          <p14:tracePt t="144511" x="6959600" y="6413500"/>
          <p14:tracePt t="144524" x="6946900" y="6407150"/>
          <p14:tracePt t="144540" x="6940550" y="6407150"/>
          <p14:tracePt t="144577" x="6940550" y="6400800"/>
          <p14:tracePt t="144590" x="6946900" y="6394450"/>
          <p14:tracePt t="144607" x="6953250" y="6388100"/>
          <p14:tracePt t="144624" x="6972300" y="6388100"/>
          <p14:tracePt t="144658" x="6991350" y="6394450"/>
          <p14:tracePt t="144673" x="7004050" y="6400800"/>
          <p14:tracePt t="144690" x="7010400" y="6400800"/>
          <p14:tracePt t="144708" x="7029450" y="6400800"/>
          <p14:tracePt t="144723" x="7048500" y="6407150"/>
          <p14:tracePt t="144740" x="7086600" y="6407150"/>
          <p14:tracePt t="144756" x="7200900" y="6400800"/>
          <p14:tracePt t="144773" x="7315200" y="6388100"/>
          <p14:tracePt t="144790" x="7537450" y="6369050"/>
          <p14:tracePt t="144807" x="7689850" y="6350000"/>
          <p14:tracePt t="144823" x="7810500" y="6343650"/>
          <p14:tracePt t="144840" x="7937500" y="6343650"/>
          <p14:tracePt t="144856" x="7988300" y="6330950"/>
          <p14:tracePt t="144873" x="8013700" y="6324600"/>
          <p14:tracePt t="144890" x="8039100" y="6311900"/>
          <p14:tracePt t="144906" x="8051800" y="6311900"/>
          <p14:tracePt t="145002" x="8051800" y="6305550"/>
          <p14:tracePt t="145072" x="8051800" y="6299200"/>
          <p14:tracePt t="145850" x="8039100" y="6292850"/>
          <p14:tracePt t="145856" x="8001000" y="6273800"/>
          <p14:tracePt t="145869" x="7956550" y="6248400"/>
          <p14:tracePt t="145886" x="7753350" y="6172200"/>
          <p14:tracePt t="145902" x="7626350" y="6102350"/>
          <p14:tracePt t="145921" x="7442200" y="6000750"/>
          <p14:tracePt t="145935" x="7327900" y="5924550"/>
          <p14:tracePt t="145952" x="7226300" y="5861050"/>
          <p14:tracePt t="145969" x="7086600" y="5740400"/>
          <p14:tracePt t="145985" x="6985000" y="5651500"/>
          <p14:tracePt t="146002" x="6877050" y="5549900"/>
          <p14:tracePt t="146018" x="6540500" y="5276850"/>
          <p14:tracePt t="146035" x="5969000" y="4718050"/>
          <p14:tracePt t="146052" x="5302250" y="4019550"/>
          <p14:tracePt t="146068" x="4464050" y="2971800"/>
          <p14:tracePt t="146085" x="4089400" y="2533650"/>
          <p14:tracePt t="146103" x="3816350" y="2190750"/>
          <p14:tracePt t="146118" x="3683000" y="2032000"/>
          <p14:tracePt t="146135" x="3581400" y="1955800"/>
          <p14:tracePt t="146152" x="3505200" y="1911350"/>
          <p14:tracePt t="146168" x="3467100" y="1892300"/>
          <p14:tracePt t="146185" x="3429000" y="1885950"/>
          <p14:tracePt t="146201" x="3378200" y="1847850"/>
          <p14:tracePt t="146218" x="3346450" y="1822450"/>
          <p14:tracePt t="146235" x="3321050" y="1797050"/>
          <p14:tracePt t="146251" x="3276600" y="1752600"/>
          <p14:tracePt t="146267" x="3232150" y="1727200"/>
          <p14:tracePt t="146285" x="3194050" y="1676400"/>
          <p14:tracePt t="146301" x="3168650" y="1657350"/>
          <p14:tracePt t="146318" x="3143250" y="1644650"/>
          <p14:tracePt t="146335" x="3111500" y="1612900"/>
          <p14:tracePt t="146351" x="3098800" y="1606550"/>
          <p14:tracePt t="146367" x="3086100" y="1606550"/>
          <p14:tracePt t="146384" x="3079750" y="1606550"/>
          <p14:tracePt t="146401" x="3079750" y="1612900"/>
          <p14:tracePt t="146418" x="3079750" y="1619250"/>
          <p14:tracePt t="146434" x="3079750" y="1625600"/>
          <p14:tracePt t="146468" x="3079750" y="1638300"/>
          <p14:tracePt t="146484" x="3086100" y="1638300"/>
          <p14:tracePt t="146500" x="3092450" y="1651000"/>
          <p14:tracePt t="146517" x="3098800" y="1663700"/>
          <p14:tracePt t="146534" x="3098800" y="1676400"/>
          <p14:tracePt t="146550" x="3105150" y="1695450"/>
          <p14:tracePt t="146566" x="3105150" y="1733550"/>
          <p14:tracePt t="146583" x="3111500" y="1758950"/>
          <p14:tracePt t="146600" x="3111500" y="1790700"/>
          <p14:tracePt t="146617" x="3130550" y="1854200"/>
          <p14:tracePt t="146633" x="3136900" y="1885950"/>
          <p14:tracePt t="146650" x="3143250" y="1917700"/>
          <p14:tracePt t="146666" x="3162300" y="2019300"/>
          <p14:tracePt t="146683" x="3187700" y="2038350"/>
          <p14:tracePt t="147890" x="3187700" y="2063750"/>
          <p14:tracePt t="147897" x="3187700" y="2101850"/>
          <p14:tracePt t="147904" x="3187700" y="2127250"/>
          <p14:tracePt t="147912" x="3187700" y="2159000"/>
          <p14:tracePt t="147929" x="3181350" y="2216150"/>
          <p14:tracePt t="147946" x="3168650" y="2311400"/>
          <p14:tracePt t="147962" x="3155950" y="2393950"/>
          <p14:tracePt t="147978" x="3130550" y="2476500"/>
          <p14:tracePt t="147996" x="3105150" y="2603500"/>
          <p14:tracePt t="148012" x="3098800" y="2660650"/>
          <p14:tracePt t="148028" x="3086100" y="2774950"/>
          <p14:tracePt t="148045" x="3079750" y="2844800"/>
          <p14:tracePt t="148062" x="3079750" y="2876550"/>
          <p14:tracePt t="148079" x="3073400" y="2927350"/>
          <p14:tracePt t="148095" x="3060700" y="2946400"/>
          <p14:tracePt t="148128" x="3060700" y="2952750"/>
          <p14:tracePt t="148192" x="3060700" y="2946400"/>
          <p14:tracePt t="148206" x="3060700" y="2940050"/>
          <p14:tracePt t="148214" x="3060700" y="2933700"/>
          <p14:tracePt t="148706" x="3060700" y="2946400"/>
          <p14:tracePt t="148712" x="3067050" y="2984500"/>
          <p14:tracePt t="148729" x="3073400" y="3028950"/>
          <p14:tracePt t="148743" x="3073400" y="3067050"/>
          <p14:tracePt t="148759" x="3079750" y="3155950"/>
          <p14:tracePt t="148776" x="3086100" y="3225800"/>
          <p14:tracePt t="148792" x="3098800" y="3270250"/>
          <p14:tracePt t="148810" x="3105150" y="3371850"/>
          <p14:tracePt t="148826" x="3105150" y="3524250"/>
          <p14:tracePt t="148842" x="3105150" y="3613150"/>
          <p14:tracePt t="148859" x="3117850" y="3797300"/>
          <p14:tracePt t="148875" x="3124200" y="3987800"/>
          <p14:tracePt t="148892" x="3124200" y="4076700"/>
          <p14:tracePt t="148909" x="3136900" y="4279900"/>
          <p14:tracePt t="148926" x="3143250" y="4432300"/>
          <p14:tracePt t="148942" x="3155950" y="4483100"/>
          <p14:tracePt t="148958" x="3194050" y="4597400"/>
          <p14:tracePt t="148975" x="3206750" y="4635500"/>
          <p14:tracePt t="148992" x="3244850" y="4699000"/>
          <p14:tracePt t="149008" x="3333750" y="4806950"/>
          <p14:tracePt t="149025" x="3435350" y="4959350"/>
          <p14:tracePt t="149042" x="3486150" y="5029200"/>
          <p14:tracePt t="149059" x="3524250" y="5149850"/>
          <p14:tracePt t="149769" x="3511550" y="5162550"/>
          <p14:tracePt t="149776" x="3492500" y="5181600"/>
          <p14:tracePt t="149792" x="3473450" y="5207000"/>
          <p14:tracePt t="149805" x="3435350" y="5232400"/>
          <p14:tracePt t="149822" x="3371850" y="5283200"/>
          <p14:tracePt t="149839" x="3282950" y="5321300"/>
          <p14:tracePt t="149855" x="3251200" y="5346700"/>
          <p14:tracePt t="149872" x="3149600" y="5391150"/>
          <p14:tracePt t="149889" x="3003550" y="5454650"/>
          <p14:tracePt t="149905" x="2908300" y="5486400"/>
          <p14:tracePt t="149922" x="2711450" y="5556250"/>
          <p14:tracePt t="149938" x="2514600" y="5626100"/>
          <p14:tracePt t="149955" x="2438400" y="5657850"/>
          <p14:tracePt t="149972" x="2355850" y="5676900"/>
          <p14:tracePt t="149988" x="2133600" y="5727700"/>
          <p14:tracePt t="150005" x="2057400" y="5734050"/>
          <p14:tracePt t="150022" x="1924050" y="5765800"/>
          <p14:tracePt t="150038" x="1866900" y="5784850"/>
          <p14:tracePt t="150054" x="1784350" y="5829300"/>
          <p14:tracePt t="150058" x="1752600" y="5842000"/>
          <p14:tracePt t="150074" x="1727200" y="5848350"/>
          <p14:tracePt t="150088" x="1708150" y="5854700"/>
          <p14:tracePt t="150104" x="1682750" y="5873750"/>
          <p14:tracePt t="150121" x="1657350" y="5880100"/>
          <p14:tracePt t="150138" x="1644650" y="5886450"/>
          <p14:tracePt t="150155" x="1619250" y="5886450"/>
          <p14:tracePt t="150170" x="1593850" y="5886450"/>
          <p14:tracePt t="150187" x="1581150" y="5886450"/>
          <p14:tracePt t="150205" x="1568450" y="5886450"/>
          <p14:tracePt t="150221" x="1549400" y="5886450"/>
          <p14:tracePt t="150261" x="1549400" y="5880100"/>
          <p14:tracePt t="150270" x="1543050" y="5880100"/>
          <p14:tracePt t="150290" x="1543050" y="5873750"/>
          <p14:tracePt t="150324" x="1543050" y="5867400"/>
          <p14:tracePt t="150331" x="1543050" y="5861050"/>
          <p14:tracePt t="150373" x="1536700" y="5861050"/>
          <p14:tracePt t="150401" x="1530350" y="5854700"/>
          <p14:tracePt t="150422" x="1524000" y="5854700"/>
          <p14:tracePt t="150430" x="1517650" y="5854700"/>
          <p14:tracePt t="150444" x="1511300" y="5854700"/>
          <p14:tracePt t="150453" x="1504950" y="5854700"/>
          <p14:tracePt t="150470" x="1504950" y="5848350"/>
          <p14:tracePt t="150486" x="1492250" y="5848350"/>
          <p14:tracePt t="150503" x="1485900" y="5848350"/>
          <p14:tracePt t="150520" x="1473200" y="5842000"/>
          <p14:tracePt t="150536" x="1466850" y="5835650"/>
          <p14:tracePt t="150553" x="1441450" y="5835650"/>
          <p14:tracePt t="150570" x="1416050" y="5829300"/>
          <p14:tracePt t="150586" x="1403350" y="5822950"/>
          <p14:tracePt t="150603" x="1384300" y="5822950"/>
          <p14:tracePt t="150620" x="1352550" y="5816600"/>
          <p14:tracePt t="150636" x="1346200" y="5816600"/>
          <p14:tracePt t="150653" x="1339850" y="5816600"/>
          <p14:tracePt t="150669" x="1327150" y="5816600"/>
          <p14:tracePt t="150686" x="1320800" y="5816600"/>
          <p14:tracePt t="150703" x="1314450" y="5810250"/>
          <p14:tracePt t="150736" x="1308100" y="5810250"/>
          <p14:tracePt t="150773" x="1308100" y="5803900"/>
          <p14:tracePt t="151553" x="1314450" y="5803900"/>
          <p14:tracePt t="151567" x="1320800" y="5803900"/>
          <p14:tracePt t="151575" x="1327150" y="5803900"/>
          <p14:tracePt t="151589" x="1333500" y="5803900"/>
          <p14:tracePt t="151599" x="1339850" y="5803900"/>
          <p14:tracePt t="151617" x="1352550" y="5810250"/>
          <p14:tracePt t="151632" x="1358900" y="5810250"/>
          <p14:tracePt t="151649" x="1384300" y="5816600"/>
          <p14:tracePt t="151666" x="1409700" y="5822950"/>
          <p14:tracePt t="151682" x="1422400" y="5829300"/>
          <p14:tracePt t="151699" x="1466850" y="5842000"/>
          <p14:tracePt t="151716" x="1511300" y="5854700"/>
          <p14:tracePt t="151732" x="1555750" y="5873750"/>
          <p14:tracePt t="151749" x="1651000" y="5880100"/>
          <p14:tracePt t="151765" x="1752600" y="5892800"/>
          <p14:tracePt t="151782" x="1816100" y="5892800"/>
          <p14:tracePt t="151800" x="1936750" y="5880100"/>
          <p14:tracePt t="151816" x="2044700" y="5873750"/>
          <p14:tracePt t="151832" x="2095500" y="5873750"/>
          <p14:tracePt t="151849" x="2171700" y="5873750"/>
          <p14:tracePt t="151865" x="2190750" y="5873750"/>
          <p14:tracePt t="151882" x="2247900" y="5873750"/>
          <p14:tracePt t="151898" x="2292350" y="5873750"/>
          <p14:tracePt t="151915" x="2311400" y="5873750"/>
          <p14:tracePt t="151932" x="2362200" y="5861050"/>
          <p14:tracePt t="151948" x="2413000" y="5854700"/>
          <p14:tracePt t="151965" x="2438400" y="5854700"/>
          <p14:tracePt t="151982" x="2508250" y="5848350"/>
          <p14:tracePt t="151998" x="2571750" y="5848350"/>
          <p14:tracePt t="152015" x="2616200" y="5848350"/>
          <p14:tracePt t="152032" x="2692400" y="5848350"/>
          <p14:tracePt t="152048" x="2774950" y="5848350"/>
          <p14:tracePt t="152064" x="2800350" y="5848350"/>
          <p14:tracePt t="152068" x="2832100" y="5848350"/>
          <p14:tracePt t="152081" x="2851150" y="5848350"/>
          <p14:tracePt t="152097" x="2882900" y="5848350"/>
          <p14:tracePt t="152115" x="2901950" y="5848350"/>
          <p14:tracePt t="152147" x="2908300" y="5848350"/>
          <p14:tracePt t="152214" x="2908300" y="5854700"/>
          <p14:tracePt t="152235" x="2908300" y="5861050"/>
          <p14:tracePt t="152589" x="2959100" y="5861050"/>
          <p14:tracePt t="152597" x="3028950" y="5867400"/>
          <p14:tracePt t="152610" x="3105150" y="5880100"/>
          <p14:tracePt t="152617" x="3181350" y="5880100"/>
          <p14:tracePt t="152633" x="3270250" y="5886450"/>
          <p14:tracePt t="152646" x="3359150" y="5886450"/>
          <p14:tracePt t="152662" x="3536950" y="5886450"/>
          <p14:tracePt t="152678" x="3625850" y="5886450"/>
          <p14:tracePt t="152695" x="3746500" y="5867400"/>
          <p14:tracePt t="152712" x="3829050" y="5867400"/>
          <p14:tracePt t="152729" x="3886200" y="5867400"/>
          <p14:tracePt t="152745" x="3911600" y="5867400"/>
          <p14:tracePt t="152762" x="3962400" y="5861050"/>
          <p14:tracePt t="152779" x="3994150" y="5861050"/>
          <p14:tracePt t="152795" x="4006850" y="5861050"/>
          <p14:tracePt t="152812" x="4025900" y="5848350"/>
          <p14:tracePt t="152829" x="4044950" y="5835650"/>
          <p14:tracePt t="152845" x="4057650" y="5835650"/>
          <p14:tracePt t="152862" x="4064000" y="5835650"/>
          <p14:tracePt t="152878" x="4095750" y="5835650"/>
          <p14:tracePt t="152894" x="4108450" y="5829300"/>
          <p14:tracePt t="152912" x="4121150" y="5822950"/>
          <p14:tracePt t="152928" x="4133850" y="5822950"/>
          <p14:tracePt t="152945" x="4133850" y="5816600"/>
          <p14:tracePt t="152961" x="4140200" y="5816600"/>
          <p14:tracePt t="152977" x="4146550" y="5816600"/>
          <p14:tracePt t="153017" x="4152900" y="5816600"/>
          <p14:tracePt t="153039" x="4159250" y="5816600"/>
          <p14:tracePt t="153053" x="4165600" y="5816600"/>
          <p14:tracePt t="153059" x="4178300" y="5816600"/>
          <p14:tracePt t="153081" x="4191000" y="5816600"/>
          <p14:tracePt t="153088" x="4210050" y="5816600"/>
          <p14:tracePt t="153102" x="4241800" y="5816600"/>
          <p14:tracePt t="153111" x="4279900" y="5816600"/>
          <p14:tracePt t="153127" x="4318000" y="5816600"/>
          <p14:tracePt t="153144" x="4438650" y="5816600"/>
          <p14:tracePt t="153160" x="4565650" y="5803900"/>
          <p14:tracePt t="153177" x="4616450" y="5797550"/>
          <p14:tracePt t="153194" x="4699000" y="5791200"/>
          <p14:tracePt t="153210" x="4730750" y="5791200"/>
          <p14:tracePt t="153228" x="4775200" y="5791200"/>
          <p14:tracePt t="153243" x="4781550" y="5791200"/>
          <p14:tracePt t="153260" x="4787900" y="5791200"/>
          <p14:tracePt t="153383" x="4794250" y="5791200"/>
          <p14:tracePt t="153481" x="4800600" y="5797550"/>
          <p14:tracePt t="153502" x="4806950" y="5797550"/>
          <p14:tracePt t="153510" x="4813300" y="5797550"/>
          <p14:tracePt t="153530" x="4819650" y="5797550"/>
          <p14:tracePt t="153544" x="4826000" y="5797550"/>
          <p14:tracePt t="153565" x="4832350" y="5803900"/>
          <p14:tracePt t="153572" x="4845050" y="5803900"/>
          <p14:tracePt t="153579" x="4857750" y="5810250"/>
          <p14:tracePt t="153596" x="4876800" y="5816600"/>
          <p14:tracePt t="153609" x="4889500" y="5816600"/>
          <p14:tracePt t="153625" x="4933950" y="5822950"/>
          <p14:tracePt t="153643" x="5003800" y="5842000"/>
          <p14:tracePt t="153659" x="5060950" y="5854700"/>
          <p14:tracePt t="153675" x="5099050" y="5854700"/>
          <p14:tracePt t="155369" x="5092700" y="5854700"/>
          <p14:tracePt t="155375" x="5080000" y="5842000"/>
          <p14:tracePt t="155390" x="5060950" y="5822950"/>
          <p14:tracePt t="155403" x="5035550" y="5816600"/>
          <p14:tracePt t="155420" x="4997450" y="5784850"/>
          <p14:tracePt t="155437" x="4984750" y="5772150"/>
          <p14:tracePt t="155453" x="4940300" y="5753100"/>
          <p14:tracePt t="155469" x="4908550" y="5740400"/>
          <p14:tracePt t="155486" x="4883150" y="5734050"/>
          <p14:tracePt t="155503" x="4857750" y="5734050"/>
          <p14:tracePt t="155519" x="4851400" y="5727700"/>
          <p14:tracePt t="155536" x="4845050" y="5721350"/>
          <p14:tracePt t="155552" x="4832350" y="5715000"/>
          <p14:tracePt t="155569" x="4826000" y="5715000"/>
          <p14:tracePt t="155587" x="4819650" y="5715000"/>
          <p14:tracePt t="155608" x="4813300" y="5715000"/>
          <p14:tracePt t="155629" x="4806950" y="5715000"/>
          <p14:tracePt t="155650" x="4800600" y="5715000"/>
          <p14:tracePt t="155657" x="4800600" y="5708650"/>
          <p14:tracePt t="155678" x="4794250" y="5708650"/>
          <p14:tracePt t="155699" x="4787900" y="5708650"/>
          <p14:tracePt t="155720" x="4781550" y="5702300"/>
          <p14:tracePt t="155748" x="4775200" y="5702300"/>
          <p14:tracePt t="155762" x="4775200" y="5695950"/>
          <p14:tracePt t="155771" x="4768850" y="5695950"/>
          <p14:tracePt t="155790" x="4762500" y="5695950"/>
          <p14:tracePt t="155801" x="4756150" y="5695950"/>
          <p14:tracePt t="155819" x="4743450" y="5695950"/>
          <p14:tracePt t="155855" x="4737100" y="5695950"/>
          <p14:tracePt t="155868" x="4718050" y="5695950"/>
          <p14:tracePt t="155884" x="4705350" y="5695950"/>
          <p14:tracePt t="155901" x="4692650" y="5695950"/>
          <p14:tracePt t="155918" x="4679950" y="5695950"/>
          <p14:tracePt t="155934" x="4660900" y="5695950"/>
          <p14:tracePt t="155951" x="4660900" y="5702300"/>
          <p14:tracePt t="155968" x="4660900" y="5708650"/>
          <p14:tracePt t="156002" x="4667250" y="5715000"/>
          <p14:tracePt t="156008" x="4673600" y="5715000"/>
          <p14:tracePt t="156022" x="4679950" y="5715000"/>
          <p14:tracePt t="156034" x="4686300" y="5721350"/>
          <p14:tracePt t="156050" x="4711700" y="5721350"/>
          <p14:tracePt t="156067" x="4724400" y="5727700"/>
          <p14:tracePt t="156084" x="4756150" y="5727700"/>
          <p14:tracePt t="156100" x="4787900" y="5727700"/>
          <p14:tracePt t="156117" x="4806950" y="5727700"/>
          <p14:tracePt t="156135" x="4851400" y="5734050"/>
          <p14:tracePt t="156150" x="4889500" y="5734050"/>
          <p14:tracePt t="156167" x="4908550" y="5734050"/>
          <p14:tracePt t="156184" x="4940300" y="5734050"/>
          <p14:tracePt t="156200" x="4953000" y="5734050"/>
          <p14:tracePt t="156217" x="4978400" y="5734050"/>
          <p14:tracePt t="156233" x="4997450" y="5734050"/>
          <p14:tracePt t="156250" x="5010150" y="5734050"/>
          <p14:tracePt t="156267" x="5029200" y="5727700"/>
          <p14:tracePt t="156283" x="5035550" y="5721350"/>
          <p14:tracePt t="156300" x="5041900" y="5715000"/>
          <p14:tracePt t="156317" x="5048250" y="5715000"/>
          <p14:tracePt t="156333" x="5054600" y="5702300"/>
          <p14:tracePt t="156366" x="5054600" y="5695950"/>
          <p14:tracePt t="156382" x="5048250" y="5695950"/>
          <p14:tracePt t="156399" x="5048250" y="5689600"/>
          <p14:tracePt t="156416" x="5029200" y="5689600"/>
          <p14:tracePt t="156433" x="5010150" y="5683250"/>
          <p14:tracePt t="156450" x="4991100" y="5683250"/>
          <p14:tracePt t="156465" x="4933950" y="5683250"/>
          <p14:tracePt t="156482" x="4883150" y="5683250"/>
          <p14:tracePt t="156500" x="4699000" y="5689600"/>
          <p14:tracePt t="156516" x="4622800" y="5689600"/>
          <p14:tracePt t="156532" x="4546600" y="5695950"/>
          <p14:tracePt t="156549" x="4406900" y="5695950"/>
          <p14:tracePt t="156565" x="4279900" y="5695950"/>
          <p14:tracePt t="156582" x="4210050" y="5708650"/>
          <p14:tracePt t="156599" x="4121150" y="5715000"/>
          <p14:tracePt t="156615" x="4044950" y="5715000"/>
          <p14:tracePt t="156633" x="3981450" y="5727700"/>
          <p14:tracePt t="156648" x="3962400" y="5727700"/>
          <p14:tracePt t="156665" x="3930650" y="5734050"/>
          <p14:tracePt t="156682" x="3911600" y="5740400"/>
          <p14:tracePt t="156698" x="3905250" y="5740400"/>
          <p14:tracePt t="156715" x="3898900" y="5746750"/>
          <p14:tracePt t="156732" x="3892550" y="5746750"/>
          <p14:tracePt t="156823" x="3898900" y="5746750"/>
          <p14:tracePt t="156844" x="3905250" y="5746750"/>
          <p14:tracePt t="156851" x="3911600" y="5746750"/>
          <p14:tracePt t="156868" x="3917950" y="5746750"/>
          <p14:tracePt t="156886" x="3924300" y="5746750"/>
          <p14:tracePt t="156907" x="3930650" y="5746750"/>
          <p14:tracePt t="156921" x="3937000" y="5746750"/>
          <p14:tracePt t="156935" x="3943350" y="5746750"/>
          <p14:tracePt t="156947" x="3949700" y="5746750"/>
          <p14:tracePt t="156965" x="3975100" y="5740400"/>
          <p14:tracePt t="156981" x="3987800" y="5740400"/>
          <p14:tracePt t="156998" x="4044950" y="5740400"/>
          <p14:tracePt t="157013" x="4140200" y="5753100"/>
          <p14:tracePt t="157030" x="4191000" y="5753100"/>
          <p14:tracePt t="157048" x="4330700" y="5772150"/>
          <p14:tracePt t="157064" x="4489450" y="5778500"/>
          <p14:tracePt t="157080" x="4552950" y="5778500"/>
          <p14:tracePt t="157097" x="4641850" y="5778500"/>
          <p14:tracePt t="157113" x="4692650" y="5778500"/>
          <p14:tracePt t="157130" x="4737100" y="5778500"/>
          <p14:tracePt t="157147" x="4762500" y="5765800"/>
          <p14:tracePt t="157163" x="4768850" y="5759450"/>
          <p14:tracePt t="157188" x="4768850" y="5753100"/>
          <p14:tracePt t="157223" x="4756150" y="5753100"/>
          <p14:tracePt t="157237" x="4756150" y="5746750"/>
          <p14:tracePt t="157244" x="4749800" y="5746750"/>
          <p14:tracePt t="157259" x="4743450" y="5746750"/>
          <p14:tracePt t="157266" x="4737100" y="5746750"/>
          <p14:tracePt t="157279" x="4730750" y="5746750"/>
          <p14:tracePt t="157329" x="4724400" y="5746750"/>
          <p14:tracePt t="157860" x="4699000" y="5721350"/>
          <p14:tracePt t="157867" x="4654550" y="5664200"/>
          <p14:tracePt t="157881" x="4610100" y="5581650"/>
          <p14:tracePt t="157895" x="4521200" y="5416550"/>
          <p14:tracePt t="157911" x="4464050" y="5302250"/>
          <p14:tracePt t="157927" x="4425950" y="5181600"/>
          <p14:tracePt t="157944" x="4337050" y="4933950"/>
          <p14:tracePt t="157961" x="4222750" y="4578350"/>
          <p14:tracePt t="157978" x="4152900" y="4368800"/>
          <p14:tracePt t="157994" x="4051300" y="4025900"/>
          <p14:tracePt t="158011" x="4019550" y="3924300"/>
          <p14:tracePt t="158027" x="3962400" y="3740150"/>
          <p14:tracePt t="158044" x="3943350" y="3632200"/>
          <p14:tracePt t="158060" x="3943350" y="3549650"/>
          <p14:tracePt t="158079" x="3956050" y="3460750"/>
          <p14:tracePt t="158094" x="3968750" y="3429000"/>
          <p14:tracePt t="158110" x="4000500" y="3371850"/>
          <p14:tracePt t="158127" x="4044950" y="3340100"/>
          <p14:tracePt t="158143" x="4076700" y="3314700"/>
          <p14:tracePt t="158160" x="4121150" y="3289300"/>
          <p14:tracePt t="158177" x="4343400" y="3155950"/>
          <p14:tracePt t="158193" x="4432300" y="3105150"/>
          <p14:tracePt t="158210" x="4648200" y="3009900"/>
          <p14:tracePt t="158227" x="4768850" y="2946400"/>
          <p14:tracePt t="158243" x="5054600" y="2813050"/>
          <p14:tracePt t="158260" x="5403850" y="2609850"/>
          <p14:tracePt t="158276" x="5600700" y="2508250"/>
          <p14:tracePt t="158293" x="5918200" y="2298700"/>
          <p14:tracePt t="158310" x="6178550" y="2120900"/>
          <p14:tracePt t="158326" x="6324600" y="2051050"/>
          <p14:tracePt t="158343" x="6553200" y="1930400"/>
          <p14:tracePt t="158359" x="6705600" y="1847850"/>
          <p14:tracePt t="158376" x="6775450" y="1816100"/>
          <p14:tracePt t="158393" x="6934200" y="1746250"/>
          <p14:tracePt t="158409" x="7080250" y="1701800"/>
          <p14:tracePt t="158426" x="7150100" y="1682750"/>
          <p14:tracePt t="158442" x="7270750" y="1651000"/>
          <p14:tracePt t="158459" x="7359650" y="1638300"/>
          <p14:tracePt t="158475" x="7404100" y="1638300"/>
          <p14:tracePt t="158492" x="7467600" y="1619250"/>
          <p14:tracePt t="158509" x="7499350" y="1619250"/>
          <p14:tracePt t="158527" x="7518400" y="1631950"/>
          <p14:tracePt t="158558" x="7531100" y="1651000"/>
          <p14:tracePt t="158576" x="7550150" y="1670050"/>
          <p14:tracePt t="158592" x="7550150" y="1676400"/>
          <p14:tracePt t="158609" x="7556500" y="1689100"/>
          <p14:tracePt t="158626" x="7588250" y="1720850"/>
          <p14:tracePt t="158642" x="7600950" y="1733550"/>
          <p14:tracePt t="158658" x="7613650" y="1746250"/>
          <p14:tracePt t="158675" x="7664450" y="1784350"/>
          <p14:tracePt t="158691" x="7677150" y="1803400"/>
          <p14:tracePt t="158709" x="7689850" y="1816100"/>
          <p14:tracePt t="158725" x="7702550" y="1847850"/>
          <p14:tracePt t="158742" x="7708900" y="1879600"/>
          <p14:tracePt t="158759" x="7708900" y="1898650"/>
          <p14:tracePt t="159294" x="7759700" y="1898650"/>
          <p14:tracePt t="159300" x="7835900" y="1911350"/>
          <p14:tracePt t="159315" x="7899400" y="1917700"/>
          <p14:tracePt t="159323" x="7981950" y="1930400"/>
          <p14:tracePt t="159339" x="8070850" y="1943100"/>
          <p14:tracePt t="159356" x="8261350" y="1962150"/>
          <p14:tracePt t="159372" x="8432800" y="1981200"/>
          <p14:tracePt t="159389" x="8509000" y="1981200"/>
          <p14:tracePt t="159406" x="8610600" y="1981200"/>
          <p14:tracePt t="159422" x="8680450" y="1968500"/>
          <p14:tracePt t="159439" x="8699500" y="1968500"/>
          <p14:tracePt t="159456" x="8724900" y="1962150"/>
          <p14:tracePt t="159472" x="8737600" y="1962150"/>
          <p14:tracePt t="159488" x="8743950" y="1962150"/>
          <p14:tracePt t="159554" x="8743950" y="1974850"/>
          <p14:tracePt t="159595" x="8743950" y="1981200"/>
          <p14:tracePt t="159617" x="8743950" y="1987550"/>
          <p14:tracePt t="159624" x="8737600" y="1987550"/>
          <p14:tracePt t="159645" x="8724900" y="1993900"/>
          <p14:tracePt t="159652" x="8712200" y="1993900"/>
          <p14:tracePt t="159666" x="8699500" y="1993900"/>
          <p14:tracePt t="159675" x="8674100" y="1993900"/>
          <p14:tracePt t="159688" x="8636000" y="1981200"/>
          <p14:tracePt t="159705" x="8509000" y="1962150"/>
          <p14:tracePt t="159722" x="8286750" y="1930400"/>
          <p14:tracePt t="159738" x="8159750" y="1911350"/>
          <p14:tracePt t="159754" x="8032750" y="1898650"/>
          <p14:tracePt t="159771" x="7658100" y="1892300"/>
          <p14:tracePt t="159788" x="7562850" y="1879600"/>
          <p14:tracePt t="159804" x="7461250" y="1879600"/>
          <p14:tracePt t="159821" x="7334250" y="1873250"/>
          <p14:tracePt t="159838" x="7264400" y="1873250"/>
          <p14:tracePt t="159854" x="7245350" y="1873250"/>
          <p14:tracePt t="159871" x="7207250" y="1866900"/>
          <p14:tracePt t="159887" x="7181850" y="1866900"/>
          <p14:tracePt t="159904" x="7175500" y="1866900"/>
          <p14:tracePt t="159920" x="7162800" y="1866900"/>
          <p14:tracePt t="159957" x="7169150" y="1866900"/>
          <p14:tracePt t="159975" x="7181850" y="1866900"/>
          <p14:tracePt t="159986" x="7188200" y="1866900"/>
          <p14:tracePt t="160004" x="7200900" y="1873250"/>
          <p14:tracePt t="160020" x="7207250" y="1873250"/>
          <p14:tracePt t="160037" x="7219950" y="1873250"/>
          <p14:tracePt t="160634" x="7150100" y="1962150"/>
          <p14:tracePt t="160649" x="7016750" y="2171700"/>
          <p14:tracePt t="160663" x="6870700" y="2381250"/>
          <p14:tracePt t="160671" x="6629400" y="2673350"/>
          <p14:tracePt t="160684" x="6356350" y="3016250"/>
          <p14:tracePt t="160701" x="5829300" y="3651250"/>
          <p14:tracePt t="160705" x="5613400" y="3898900"/>
          <p14:tracePt t="160721" x="5429250" y="4178300"/>
          <p14:tracePt t="160734" x="5257800" y="4413250"/>
          <p14:tracePt t="160751" x="4984750" y="4806950"/>
          <p14:tracePt t="160768" x="4775200" y="5080000"/>
          <p14:tracePt t="160784" x="4705350" y="5207000"/>
          <p14:tracePt t="160801" x="4578350" y="5397500"/>
          <p14:tracePt t="160818" x="4476750" y="5556250"/>
          <p14:tracePt t="160834" x="4425950" y="5619750"/>
          <p14:tracePt t="160851" x="4349750" y="5721350"/>
          <p14:tracePt t="160867" x="4286250" y="5791200"/>
          <p14:tracePt t="160884" x="4260850" y="5810250"/>
          <p14:tracePt t="160901" x="4241800" y="5848350"/>
          <p14:tracePt t="160917" x="4222750" y="5854700"/>
          <p14:tracePt t="160934" x="4222750" y="5861050"/>
          <p14:tracePt t="160967" x="4216400" y="5867400"/>
          <p14:tracePt t="160983" x="4210050" y="5873750"/>
          <p14:tracePt t="161000" x="4197350" y="5880100"/>
          <p14:tracePt t="161017" x="4191000" y="5880100"/>
          <p14:tracePt t="161033" x="4171950" y="5886450"/>
          <p14:tracePt t="161050" x="4159250" y="5892800"/>
          <p14:tracePt t="161067" x="4146550" y="5892800"/>
          <p14:tracePt t="161084" x="4121150" y="5892800"/>
          <p14:tracePt t="161100" x="4095750" y="5886450"/>
          <p14:tracePt t="161117" x="4089400" y="5880100"/>
          <p14:tracePt t="161133" x="4064000" y="5873750"/>
          <p14:tracePt t="161150" x="4038600" y="5867400"/>
          <p14:tracePt t="161168" x="4006850" y="5861050"/>
          <p14:tracePt t="161183" x="3987800" y="5854700"/>
          <p14:tracePt t="161199" x="3937000" y="5854700"/>
          <p14:tracePt t="161216" x="3917950" y="5848350"/>
          <p14:tracePt t="161232" x="3854450" y="5829300"/>
          <p14:tracePt t="161249" x="3835400" y="5829300"/>
          <p14:tracePt t="161267" x="3784600" y="5816600"/>
          <p14:tracePt t="161283" x="3759200" y="5803900"/>
          <p14:tracePt t="161299" x="3740150" y="5797550"/>
          <p14:tracePt t="161316" x="3708400" y="5791200"/>
          <p14:tracePt t="161332" x="3676650" y="5791200"/>
          <p14:tracePt t="161349" x="3663950" y="5791200"/>
          <p14:tracePt t="161366" x="3638550" y="5791200"/>
          <p14:tracePt t="161382" x="3619500" y="5784850"/>
          <p14:tracePt t="161399" x="3613150" y="5784850"/>
          <p14:tracePt t="161415" x="3594100" y="5784850"/>
          <p14:tracePt t="161432" x="3575050" y="5778500"/>
          <p14:tracePt t="161449" x="3556000" y="5778500"/>
          <p14:tracePt t="161465" x="3524250" y="5778500"/>
          <p14:tracePt t="161482" x="3486150" y="5772150"/>
          <p14:tracePt t="161498" x="3454400" y="5765800"/>
          <p14:tracePt t="161515" x="3448050" y="5765800"/>
          <p14:tracePt t="161532" x="3448050" y="5759450"/>
          <p14:tracePt t="161569" x="3448050" y="5753100"/>
          <p14:tracePt t="161945" x="3422650" y="5753100"/>
          <p14:tracePt t="161952" x="3384550" y="5753100"/>
          <p14:tracePt t="161963" x="3346450" y="5753100"/>
          <p14:tracePt t="161980" x="3244850" y="5753100"/>
          <p14:tracePt t="161997" x="3194050" y="5753100"/>
          <p14:tracePt t="162014" x="3130550" y="5753100"/>
          <p14:tracePt t="162030" x="2959100" y="5753100"/>
          <p14:tracePt t="162046" x="2921000" y="5753100"/>
          <p14:tracePt t="162064" x="2889250" y="5753100"/>
          <p14:tracePt t="162080" x="2870200" y="5753100"/>
          <p14:tracePt t="162096" x="2851150" y="5753100"/>
          <p14:tracePt t="162130" x="2838450" y="5753100"/>
          <p14:tracePt t="162165" x="2832100" y="5753100"/>
          <p14:tracePt t="162205" x="2825750" y="5759450"/>
          <p14:tracePt t="162212" x="2819400" y="5759450"/>
          <p14:tracePt t="162444" x="2825750" y="5759450"/>
          <p14:tracePt t="162464" x="2832100" y="5759450"/>
          <p14:tracePt t="162471" x="2838450" y="5759450"/>
          <p14:tracePt t="162485" x="2844800" y="5759450"/>
          <p14:tracePt t="162495" x="2851150" y="5759450"/>
          <p14:tracePt t="162511" x="2870200" y="5759450"/>
          <p14:tracePt t="162528" x="2914650" y="5765800"/>
          <p14:tracePt t="162545" x="2971800" y="5765800"/>
          <p14:tracePt t="162561" x="2997200" y="5765800"/>
          <p14:tracePt t="162578" x="3060700" y="5765800"/>
          <p14:tracePt t="162595" x="3130550" y="5765800"/>
          <p14:tracePt t="162612" x="3187700" y="5765800"/>
          <p14:tracePt t="162628" x="3219450" y="5772150"/>
          <p14:tracePt t="162644" x="3238500" y="5772150"/>
          <p14:tracePt t="162661" x="3276600" y="5772150"/>
          <p14:tracePt t="162678" x="3282950" y="5772150"/>
          <p14:tracePt t="162694" x="3295650" y="5772150"/>
          <p14:tracePt t="162728" x="3308350" y="5765800"/>
          <p14:tracePt t="162760" x="3314700" y="5765800"/>
          <p14:tracePt t="162778" x="3321050" y="5765800"/>
          <p14:tracePt t="162797" x="3327400" y="5765800"/>
          <p14:tracePt t="162810" x="3333750" y="5765800"/>
          <p14:tracePt t="162827" x="3340100" y="5765800"/>
          <p14:tracePt t="162847" x="3346450" y="5765800"/>
          <p14:tracePt t="162865" x="3352800" y="5765800"/>
          <p14:tracePt t="162877" x="3359150" y="5765800"/>
          <p14:tracePt t="162893" x="3384550" y="5765800"/>
          <p14:tracePt t="162910" x="3390900" y="5765800"/>
          <p14:tracePt t="162927" x="3441700" y="5765800"/>
          <p14:tracePt t="162943" x="3498850" y="5765800"/>
          <p14:tracePt t="162960" x="3536950" y="5765800"/>
          <p14:tracePt t="162978" x="3619500" y="5759450"/>
          <p14:tracePt t="162993" x="3657600" y="5759450"/>
          <p14:tracePt t="163010" x="3733800" y="5759450"/>
          <p14:tracePt t="163027" x="3803650" y="5759450"/>
          <p14:tracePt t="163043" x="3841750" y="5759450"/>
          <p14:tracePt t="163060" x="3898900" y="5759450"/>
          <p14:tracePt t="163076" x="3943350" y="5759450"/>
          <p14:tracePt t="163093" x="3962400" y="5772150"/>
          <p14:tracePt t="163110" x="3994150" y="5772150"/>
          <p14:tracePt t="163126" x="4038600" y="5778500"/>
          <p14:tracePt t="163143" x="4051300" y="5784850"/>
          <p14:tracePt t="163160" x="4064000" y="5791200"/>
          <p14:tracePt t="163176" x="4083050" y="5791200"/>
          <p14:tracePt t="163193" x="4095750" y="5791200"/>
          <p14:tracePt t="163209" x="4114800" y="5791200"/>
          <p14:tracePt t="163226" x="4121150" y="5791200"/>
          <p14:tracePt t="163242" x="4127500" y="5791200"/>
          <p14:tracePt t="163259" x="4127500" y="5797550"/>
          <p14:tracePt t="163276" x="4140200" y="5797550"/>
          <p14:tracePt t="163295" x="4146550" y="5797550"/>
          <p14:tracePt t="163553" x="4152900" y="5803900"/>
          <p14:tracePt t="163574" x="4146550" y="5797550"/>
          <p14:tracePt t="164140" x="4159250" y="5797550"/>
          <p14:tracePt t="164147" x="4178300" y="5797550"/>
          <p14:tracePt t="164161" x="4203700" y="5797550"/>
          <p14:tracePt t="164173" x="4229100" y="5797550"/>
          <p14:tracePt t="164190" x="4267200" y="5791200"/>
          <p14:tracePt t="164206" x="4298950" y="5791200"/>
          <p14:tracePt t="164222" x="4330700" y="5784850"/>
          <p14:tracePt t="164239" x="4349750" y="5778500"/>
          <p14:tracePt t="164255" x="4362450" y="5772150"/>
          <p14:tracePt t="164271" x="4368800" y="5772150"/>
          <p14:tracePt t="164289" x="4375150" y="5772150"/>
          <p14:tracePt t="164309" x="4381500" y="5772150"/>
          <p14:tracePt t="164322" x="4387850" y="5772150"/>
          <p14:tracePt t="164339" x="4394200" y="5772150"/>
          <p14:tracePt t="164374" x="4400550" y="5772150"/>
          <p14:tracePt t="164379" x="4400550" y="5765800"/>
          <p14:tracePt t="164429" x="4406900" y="5765800"/>
          <p14:tracePt t="164478" x="4406900" y="5753100"/>
          <p14:tracePt t="164520" x="4400550" y="5753100"/>
          <p14:tracePt t="164527" x="4394200" y="5753100"/>
          <p14:tracePt t="164541" x="4381500" y="5753100"/>
          <p14:tracePt t="164555" x="4375150" y="5753100"/>
          <p14:tracePt t="164571" x="4343400" y="5746750"/>
          <p14:tracePt t="164588" x="4324350" y="5746750"/>
          <p14:tracePt t="164605" x="4248150" y="5746750"/>
          <p14:tracePt t="164620" x="4152900" y="5759450"/>
          <p14:tracePt t="164638" x="4102100" y="5759450"/>
          <p14:tracePt t="164654" x="3987800" y="5765800"/>
          <p14:tracePt t="164671" x="3879850" y="5765800"/>
          <p14:tracePt t="164688" x="3803650" y="5765800"/>
          <p14:tracePt t="164704" x="3784600" y="5765800"/>
          <p14:tracePt t="164721" x="3759200" y="5765800"/>
          <p14:tracePt t="164738" x="3746500" y="5759450"/>
          <p14:tracePt t="164780" x="3752850" y="5759450"/>
          <p14:tracePt t="164794" x="3759200" y="5759450"/>
          <p14:tracePt t="164801" x="3771900" y="5759450"/>
          <p14:tracePt t="164808" x="3784600" y="5759450"/>
          <p14:tracePt t="164824" x="3797300" y="5759450"/>
          <p14:tracePt t="164837" x="3810000" y="5759450"/>
          <p14:tracePt t="164853" x="3829050" y="5759450"/>
          <p14:tracePt t="164871" x="3860800" y="5759450"/>
          <p14:tracePt t="164887" x="3886200" y="5759450"/>
          <p14:tracePt t="164904" x="3968750" y="5772150"/>
          <p14:tracePt t="164920" x="4095750" y="5778500"/>
          <p14:tracePt t="164937" x="4184650" y="5778500"/>
          <p14:tracePt t="164953" x="4387850" y="5778500"/>
          <p14:tracePt t="164970" x="4591050" y="5778500"/>
          <p14:tracePt t="164986" x="4667250" y="5765800"/>
          <p14:tracePt t="165004" x="4756150" y="5746750"/>
          <p14:tracePt t="165020" x="4991100" y="5727700"/>
          <p14:tracePt t="165036" x="5041900" y="5715000"/>
          <p14:tracePt t="165053" x="5111750" y="5715000"/>
          <p14:tracePt t="165069" x="5124450" y="5715000"/>
          <p14:tracePt t="165086" x="5149850" y="5715000"/>
          <p14:tracePt t="165103" x="5156200" y="5715000"/>
          <p14:tracePt t="165152" x="5149850" y="5715000"/>
          <p14:tracePt t="165173" x="5143500" y="5721350"/>
          <p14:tracePt t="165180" x="5137150" y="5721350"/>
          <p14:tracePt t="165194" x="5130800" y="5721350"/>
          <p14:tracePt t="165202" x="5118100" y="5721350"/>
          <p14:tracePt t="165219" x="5105400" y="5721350"/>
          <p14:tracePt t="165236" x="5054600" y="5721350"/>
          <p14:tracePt t="165252" x="4978400" y="5721350"/>
          <p14:tracePt t="165269" x="4927600" y="5721350"/>
          <p14:tracePt t="165286" x="4806950" y="5721350"/>
          <p14:tracePt t="165302" x="4667250" y="5721350"/>
          <p14:tracePt t="165319" x="4591050" y="5721350"/>
          <p14:tracePt t="165336" x="4438650" y="5721350"/>
          <p14:tracePt t="165352" x="4286250" y="5721350"/>
          <p14:tracePt t="165369" x="4229100" y="5721350"/>
          <p14:tracePt t="165385" x="4140200" y="5721350"/>
          <p14:tracePt t="165402" x="4108450" y="5721350"/>
          <p14:tracePt t="165419" x="4057650" y="5721350"/>
          <p14:tracePt t="165435" x="4032250" y="5721350"/>
          <p14:tracePt t="165452" x="4025900" y="5721350"/>
          <p14:tracePt t="165468" x="4019550" y="5721350"/>
          <p14:tracePt t="165524" x="4025900" y="5721350"/>
          <p14:tracePt t="165531" x="4038600" y="5721350"/>
          <p14:tracePt t="165545" x="4044950" y="5721350"/>
          <p14:tracePt t="165554" x="4051300" y="5721350"/>
          <p14:tracePt t="165568" x="4057650" y="5721350"/>
          <p14:tracePt t="165584" x="4070350" y="5721350"/>
          <p14:tracePt t="165601" x="4089400" y="5721350"/>
          <p14:tracePt t="165617" x="4095750" y="5721350"/>
          <p14:tracePt t="165634" x="4108450" y="5721350"/>
          <p14:tracePt t="165651" x="4140200" y="5727700"/>
          <p14:tracePt t="165667" x="4171950" y="5734050"/>
          <p14:tracePt t="165684" x="4203700" y="5734050"/>
          <p14:tracePt t="165700" x="4292600" y="5746750"/>
          <p14:tracePt t="165717" x="4394200" y="5746750"/>
          <p14:tracePt t="165734" x="4445000" y="5753100"/>
          <p14:tracePt t="165750" x="4552950" y="5759450"/>
          <p14:tracePt t="165767" x="4616450" y="5759450"/>
          <p14:tracePt t="165784" x="4660900" y="5759450"/>
          <p14:tracePt t="165800" x="4673600" y="5759450"/>
          <p14:tracePt t="165817" x="4692650" y="5746750"/>
          <p14:tracePt t="165854" x="4686300" y="5740400"/>
          <p14:tracePt t="165867" x="4679950" y="5740400"/>
          <p14:tracePt t="165883" x="4648200" y="5734050"/>
          <p14:tracePt t="165900" x="4629150" y="5734050"/>
          <p14:tracePt t="165917" x="4565650" y="5721350"/>
          <p14:tracePt t="165933" x="4451350" y="5727700"/>
          <p14:tracePt t="165950" x="4375150" y="5727700"/>
          <p14:tracePt t="165967" x="4222750" y="5727700"/>
          <p14:tracePt t="165983" x="4159250" y="5727700"/>
          <p14:tracePt t="166000" x="4038600" y="5727700"/>
          <p14:tracePt t="166016" x="3949700" y="5734050"/>
          <p14:tracePt t="166033" x="3917950" y="5734050"/>
          <p14:tracePt t="166050" x="3886200" y="5734050"/>
          <p14:tracePt t="166065" x="3879850" y="5734050"/>
          <p14:tracePt t="166100" x="3898900" y="5734050"/>
          <p14:tracePt t="166116" x="3924300" y="5734050"/>
          <p14:tracePt t="166132" x="3937000" y="5727700"/>
          <p14:tracePt t="166149" x="3968750" y="5727700"/>
          <p14:tracePt t="166166" x="4025900" y="5727700"/>
          <p14:tracePt t="166182" x="4057650" y="5727700"/>
          <p14:tracePt t="166199" x="4222750" y="5734050"/>
          <p14:tracePt t="166215" x="4438650" y="5740400"/>
          <p14:tracePt t="166233" x="4705350" y="5753100"/>
          <p14:tracePt t="166248" x="4832350" y="5765800"/>
          <p14:tracePt t="166265" x="4972050" y="5765800"/>
          <p14:tracePt t="166269" x="5073650" y="5765800"/>
          <p14:tracePt t="166282" x="5175250" y="5765800"/>
          <p14:tracePt t="166299" x="5289550" y="5759450"/>
          <p14:tracePt t="166315" x="5321300" y="5759450"/>
          <p14:tracePt t="166332" x="5346700" y="5753100"/>
          <p14:tracePt t="166348" x="5346700" y="5759450"/>
          <p14:tracePt t="166382" x="5327650" y="5765800"/>
          <p14:tracePt t="166398" x="5289550" y="5765800"/>
          <p14:tracePt t="166416" x="5219700" y="5765800"/>
          <p14:tracePt t="166431" x="5181600" y="5765800"/>
          <p14:tracePt t="166448" x="5092700" y="5765800"/>
          <p14:tracePt t="166465" x="4946650" y="5778500"/>
          <p14:tracePt t="166481" x="4857750" y="5778500"/>
          <p14:tracePt t="166498" x="4667250" y="5784850"/>
          <p14:tracePt t="166515" x="4476750" y="5784850"/>
          <p14:tracePt t="166531" x="4375150" y="5784850"/>
          <p14:tracePt t="166548" x="4222750" y="5803900"/>
          <p14:tracePt t="166564" x="4127500" y="5816600"/>
          <p14:tracePt t="166581" x="4095750" y="5822950"/>
          <p14:tracePt t="166599" x="4057650" y="5829300"/>
          <p14:tracePt t="166614" x="4044950" y="5829300"/>
          <p14:tracePt t="166631" x="4038600" y="5829300"/>
          <p14:tracePt t="166664" x="4044950" y="5829300"/>
          <p14:tracePt t="166680" x="4057650" y="5829300"/>
          <p14:tracePt t="166697" x="4083050" y="5822950"/>
          <p14:tracePt t="166714" x="4095750" y="5822950"/>
          <p14:tracePt t="166730" x="4114800" y="5816600"/>
          <p14:tracePt t="166747" x="4133850" y="5810250"/>
          <p14:tracePt t="166763" x="4146550" y="5810250"/>
          <p14:tracePt t="166767" x="4165600" y="5810250"/>
          <p14:tracePt t="166781" x="4184650" y="5810250"/>
          <p14:tracePt t="166797" x="4241800" y="5810250"/>
          <p14:tracePt t="166813" x="4286250" y="5822950"/>
          <p14:tracePt t="166830" x="4400550" y="5822950"/>
          <p14:tracePt t="166847" x="4533900" y="5842000"/>
          <p14:tracePt t="166863" x="4597400" y="5842000"/>
          <p14:tracePt t="166880" x="4699000" y="5835650"/>
          <p14:tracePt t="166897" x="4743450" y="5835650"/>
          <p14:tracePt t="166913" x="4794250" y="5835650"/>
          <p14:tracePt t="166957" x="4775200" y="5829300"/>
          <p14:tracePt t="166971" x="4749800" y="5822950"/>
          <p14:tracePt t="166979" x="4730750" y="5816600"/>
          <p14:tracePt t="166996" x="4705350" y="5816600"/>
          <p14:tracePt t="167013" x="4591050" y="5803900"/>
          <p14:tracePt t="167029" x="4445000" y="5784850"/>
          <p14:tracePt t="167046" x="4368800" y="5778500"/>
          <p14:tracePt t="167063" x="4235450" y="5746750"/>
          <p14:tracePt t="167079" x="4159250" y="5734050"/>
          <p14:tracePt t="167096" x="4140200" y="5734050"/>
          <p14:tracePt t="167112" x="4114800" y="5715000"/>
          <p14:tracePt t="167129" x="4114800" y="5708650"/>
          <p14:tracePt t="167149" x="4114800" y="5702300"/>
          <p14:tracePt t="167216" x="4121150" y="5702300"/>
          <p14:tracePt t="167244" x="4127500" y="5708650"/>
          <p14:tracePt t="167259" x="4133850" y="5708650"/>
          <p14:tracePt t="167693" x="4171950" y="5708650"/>
          <p14:tracePt t="167699" x="4235450" y="5702300"/>
          <p14:tracePt t="167710" x="4305300" y="5695950"/>
          <p14:tracePt t="167727" x="4381500" y="5695950"/>
          <p14:tracePt t="167744" x="4572000" y="5695950"/>
          <p14:tracePt t="167760" x="4648200" y="5683250"/>
          <p14:tracePt t="167777" x="4857750" y="5664200"/>
          <p14:tracePt t="167793" x="4921250" y="5664200"/>
          <p14:tracePt t="167810" x="4984750" y="5664200"/>
          <p14:tracePt t="167827" x="5080000" y="5664200"/>
          <p14:tracePt t="167843" x="5130800" y="5676900"/>
          <p14:tracePt t="167860" x="5143500" y="5683250"/>
          <p14:tracePt t="167876" x="5156200" y="5683250"/>
          <p14:tracePt t="167893" x="5156200" y="5695950"/>
          <p14:tracePt t="167926" x="5156200" y="5702300"/>
          <p14:tracePt t="167943" x="5156200" y="5715000"/>
          <p14:tracePt t="167960" x="5156200" y="5721350"/>
          <p14:tracePt t="167992" x="5156200" y="5727700"/>
          <p14:tracePt t="168030" x="5149850" y="5740400"/>
          <p14:tracePt t="168051" x="5143500" y="5740400"/>
          <p14:tracePt t="168057" x="5137150" y="5746750"/>
          <p14:tracePt t="168079" x="5130800" y="5746750"/>
          <p14:tracePt t="168100" x="5124450" y="5753100"/>
          <p14:tracePt t="168114" x="5118100" y="5759450"/>
          <p14:tracePt t="168121" x="5111750" y="5759450"/>
          <p14:tracePt t="168129" x="5111750" y="5765800"/>
          <p14:tracePt t="168145" x="5105400" y="5765800"/>
          <p14:tracePt t="168160" x="5099050" y="5765800"/>
          <p14:tracePt t="168175" x="5086350" y="5772150"/>
          <p14:tracePt t="168192" x="5080000" y="5772150"/>
          <p14:tracePt t="168208" x="5073650" y="5772150"/>
          <p14:tracePt t="168226" x="5060950" y="5772150"/>
          <p14:tracePt t="168242" x="5054600" y="5772150"/>
          <p14:tracePt t="168258" x="5048250" y="5772150"/>
          <p14:tracePt t="168275" x="5041900" y="5772150"/>
          <p14:tracePt t="168325" x="5035550" y="5772150"/>
          <p14:tracePt t="168331" x="5029200" y="5772150"/>
          <p14:tracePt t="168360" x="5022850" y="5772150"/>
          <p14:tracePt t="168395" x="5016500" y="5765800"/>
          <p14:tracePt t="168410" x="5016500" y="5759450"/>
          <p14:tracePt t="168430" x="5016500" y="5753100"/>
          <p14:tracePt t="168446" x="5022850" y="5753100"/>
          <p14:tracePt t="168479" x="5029200" y="5753100"/>
          <p14:tracePt t="168982" x="5010150" y="5721350"/>
          <p14:tracePt t="168996" x="4965700" y="5657850"/>
          <p14:tracePt t="169003" x="4921250" y="5594350"/>
          <p14:tracePt t="169017" x="4864100" y="5499100"/>
          <p14:tracePt t="169026" x="4781550" y="5372100"/>
          <p14:tracePt t="169039" x="4660900" y="5213350"/>
          <p14:tracePt t="169056" x="4451350" y="4902200"/>
          <p14:tracePt t="169073" x="4318000" y="4699000"/>
          <p14:tracePt t="169089" x="4241800" y="4591050"/>
          <p14:tracePt t="169105" x="4108450" y="4375150"/>
          <p14:tracePt t="169122" x="3962400" y="4184650"/>
          <p14:tracePt t="169138" x="3886200" y="4089400"/>
          <p14:tracePt t="169155" x="3816350" y="3994150"/>
          <p14:tracePt t="169172" x="3606800" y="3657600"/>
          <p14:tracePt t="169188" x="3556000" y="3562350"/>
          <p14:tracePt t="169206" x="3511550" y="3467100"/>
          <p14:tracePt t="169221" x="3429000" y="3270250"/>
          <p14:tracePt t="169238" x="3365500" y="3073400"/>
          <p14:tracePt t="169255" x="3340100" y="2908300"/>
          <p14:tracePt t="169271" x="3327400" y="2825750"/>
          <p14:tracePt t="169288" x="3308350" y="2736850"/>
          <p14:tracePt t="169305" x="3289300" y="2571750"/>
          <p14:tracePt t="169321" x="3276600" y="2501900"/>
          <p14:tracePt t="169338" x="3270250" y="2451100"/>
          <p14:tracePt t="169355" x="3270250" y="2374900"/>
          <p14:tracePt t="169371" x="3270250" y="2362200"/>
          <p14:tracePt t="169389" x="3276600" y="2343150"/>
          <p14:tracePt t="169404" x="3276600" y="2317750"/>
          <p14:tracePt t="169421" x="3276600" y="2305050"/>
          <p14:tracePt t="169438" x="3276600" y="2273300"/>
          <p14:tracePt t="169454" x="3276600" y="2247900"/>
          <p14:tracePt t="169471" x="3270250" y="2228850"/>
          <p14:tracePt t="169488" x="3270250" y="2171700"/>
          <p14:tracePt t="169504" x="3270250" y="2133600"/>
          <p14:tracePt t="169521" x="3270250" y="2051050"/>
          <p14:tracePt t="169537" x="3251200" y="1981200"/>
          <p14:tracePt t="169554" x="3251200" y="1949450"/>
          <p14:tracePt t="169571" x="3238500" y="1911350"/>
          <p14:tracePt t="169587" x="3232150" y="1866900"/>
          <p14:tracePt t="169604" x="3225800" y="1847850"/>
          <p14:tracePt t="169620" x="3225800" y="1822450"/>
          <p14:tracePt t="169637" x="3225800" y="1803400"/>
          <p14:tracePt t="169653" x="3219450" y="1797050"/>
          <p14:tracePt t="169670" x="3219450" y="1790700"/>
          <p14:tracePt t="169687" x="3213100" y="1784350"/>
          <p14:tracePt t="169775" x="3213100" y="1790700"/>
          <p14:tracePt t="169803" x="3219450" y="1797050"/>
          <p14:tracePt t="169817" x="3219450" y="1803400"/>
          <p14:tracePt t="169824" x="3225800" y="1816100"/>
          <p14:tracePt t="169840" x="3238500" y="1835150"/>
          <p14:tracePt t="169853" x="3244850" y="1879600"/>
          <p14:tracePt t="169869" x="3314700" y="2012950"/>
          <p14:tracePt t="169887" x="3359150" y="2120900"/>
          <p14:tracePt t="169903" x="3498850" y="2470150"/>
          <p14:tracePt t="169919" x="3740150" y="3009900"/>
          <p14:tracePt t="169937" x="4000500" y="3600450"/>
          <p14:tracePt t="169952" x="4127500" y="3854450"/>
          <p14:tracePt t="169969" x="4349750" y="4324350"/>
          <p14:tracePt t="169986" x="4514850" y="4686300"/>
          <p14:tracePt t="170002" x="4572000" y="4826000"/>
          <p14:tracePt t="170019" x="4686300" y="5035550"/>
          <p14:tracePt t="170036" x="4768850" y="5207000"/>
          <p14:tracePt t="170052" x="4819650" y="5283200"/>
          <p14:tracePt t="170070" x="4902200" y="5441950"/>
          <p14:tracePt t="170086" x="4959350" y="5575300"/>
          <p14:tracePt t="170102" x="4997450" y="5626100"/>
          <p14:tracePt t="170120" x="5041900" y="5708650"/>
          <p14:tracePt t="170135" x="5067300" y="5746750"/>
          <p14:tracePt t="170152" x="5092700" y="5797550"/>
          <p14:tracePt t="170169" x="5124450" y="5861050"/>
          <p14:tracePt t="170186" x="5143500" y="5892800"/>
          <p14:tracePt t="170202" x="5175250" y="5962650"/>
          <p14:tracePt t="170218" x="5200650" y="6026150"/>
          <p14:tracePt t="170235" x="5207000" y="6045200"/>
          <p14:tracePt t="170252" x="5219700" y="6083300"/>
          <p14:tracePt t="170268" x="5226050" y="6089650"/>
          <p14:tracePt t="170302" x="5226050" y="6096000"/>
          <p14:tracePt t="170386" x="5219700" y="6089650"/>
          <p14:tracePt t="170434" x="5219700" y="6083300"/>
          <p14:tracePt t="170449" x="5213350" y="6076950"/>
          <p14:tracePt t="170456" x="5213350" y="6070600"/>
          <p14:tracePt t="170471" x="5207000" y="6064250"/>
          <p14:tracePt t="170485" x="5200650" y="6057900"/>
          <p14:tracePt t="170501" x="5187950" y="6032500"/>
          <p14:tracePt t="170517" x="5181600" y="6013450"/>
          <p14:tracePt t="170534" x="5149850" y="5969000"/>
          <p14:tracePt t="170550" x="5118100" y="5918200"/>
          <p14:tracePt t="170568" x="5099050" y="5899150"/>
          <p14:tracePt t="170584" x="5060950" y="5842000"/>
          <p14:tracePt t="170600" x="5022850" y="5810250"/>
          <p14:tracePt t="170618" x="5003800" y="5765800"/>
          <p14:tracePt t="170634" x="4991100" y="5753100"/>
          <p14:tracePt t="170650" x="4978400" y="5734050"/>
          <p14:tracePt t="170667" x="4972050" y="5721350"/>
          <p14:tracePt t="170703" x="4972050" y="5715000"/>
          <p14:tracePt t="171380" x="5022850" y="5715000"/>
          <p14:tracePt t="171387" x="5118100" y="5702300"/>
          <p14:tracePt t="171401" x="5207000" y="5695950"/>
          <p14:tracePt t="171414" x="5295900" y="5683250"/>
          <p14:tracePt t="171430" x="5454650" y="5651500"/>
          <p14:tracePt t="171448" x="5518150" y="5632450"/>
          <p14:tracePt t="171465" x="5657850" y="5626100"/>
          <p14:tracePt t="171480" x="5753100" y="5619750"/>
          <p14:tracePt t="171497" x="5784850" y="5619750"/>
          <p14:tracePt t="171514" x="5842000" y="5619750"/>
          <p14:tracePt t="171530" x="5854700" y="5619750"/>
          <p14:tracePt t="171547" x="5873750" y="5619750"/>
          <p14:tracePt t="171564" x="5880100" y="5626100"/>
          <p14:tracePt t="171580" x="5886450" y="5626100"/>
          <p14:tracePt t="171620" x="5892800" y="5632450"/>
          <p14:tracePt t="171690" x="5892800" y="5638800"/>
          <p14:tracePt t="171788" x="5892800" y="5645150"/>
          <p14:tracePt t="171887" x="5892800" y="5651500"/>
          <p14:tracePt t="171936" x="5886450" y="5657850"/>
          <p14:tracePt t="172560" x="5835650" y="5657850"/>
          <p14:tracePt t="172574" x="5759450" y="5657850"/>
          <p14:tracePt t="172581" x="5670550" y="5664200"/>
          <p14:tracePt t="172593" x="5568950" y="5676900"/>
          <p14:tracePt t="172610" x="5327650" y="5689600"/>
          <p14:tracePt t="172627" x="5187950" y="5695950"/>
          <p14:tracePt t="172644" x="4908550" y="5721350"/>
          <p14:tracePt t="172660" x="4629150" y="5740400"/>
          <p14:tracePt t="172676" x="4476750" y="5753100"/>
          <p14:tracePt t="172693" x="4191000" y="5784850"/>
          <p14:tracePt t="172710" x="4064000" y="5797550"/>
          <p14:tracePt t="172726" x="3848100" y="5816600"/>
          <p14:tracePt t="172743" x="3663950" y="5829300"/>
          <p14:tracePt t="172759" x="3575050" y="5829300"/>
          <p14:tracePt t="172777" x="3448050" y="5842000"/>
          <p14:tracePt t="172792" x="3340100" y="5854700"/>
          <p14:tracePt t="172809" x="3308350" y="5867400"/>
          <p14:tracePt t="172813" x="3282950" y="5880100"/>
          <p14:tracePt t="172826" x="3251200" y="5892800"/>
          <p14:tracePt t="172842" x="3206750" y="5899150"/>
          <p14:tracePt t="172858" x="3194050" y="5911850"/>
          <p14:tracePt t="172876" x="3155950" y="5918200"/>
          <p14:tracePt t="172892" x="3105150" y="5924550"/>
          <p14:tracePt t="172909" x="3086100" y="5924550"/>
          <p14:tracePt t="172926" x="3022600" y="5943600"/>
          <p14:tracePt t="172942" x="2965450" y="5949950"/>
          <p14:tracePt t="172960" x="2908300" y="5956300"/>
          <p14:tracePt t="172975" x="2882900" y="5956300"/>
          <p14:tracePt t="172992" x="2851150" y="5956300"/>
          <p14:tracePt t="173009" x="2774950" y="5956300"/>
          <p14:tracePt t="173025" x="2755900" y="5962650"/>
          <p14:tracePt t="173042" x="2730500" y="5962650"/>
          <p14:tracePt t="173058" x="2692400" y="5975350"/>
          <p14:tracePt t="173075" x="2635250" y="5994400"/>
          <p14:tracePt t="173092" x="2603500" y="6000750"/>
          <p14:tracePt t="173108" x="2552700" y="6013450"/>
          <p14:tracePt t="173125" x="2508250" y="6038850"/>
          <p14:tracePt t="173143" x="2482850" y="6045200"/>
          <p14:tracePt t="173158" x="2470150" y="6051550"/>
          <p14:tracePt t="173175" x="2463800" y="6051550"/>
          <p14:tracePt t="173192" x="2463800" y="6057900"/>
          <p14:tracePt t="173208" x="2457450" y="6064250"/>
          <p14:tracePt t="173225" x="2451100" y="6070600"/>
          <p14:tracePt t="173241" x="2444750" y="6070600"/>
          <p14:tracePt t="173777" x="2482850" y="6070600"/>
          <p14:tracePt t="173783" x="2546350" y="6070600"/>
          <p14:tracePt t="173797" x="2609850" y="6070600"/>
          <p14:tracePt t="173806" x="2673350" y="6070600"/>
          <p14:tracePt t="173822" x="2749550" y="6070600"/>
          <p14:tracePt t="173840" x="2889250" y="6070600"/>
          <p14:tracePt t="173855" x="2990850" y="6070600"/>
          <p14:tracePt t="173872" x="3035300" y="6076950"/>
          <p14:tracePt t="173889" x="3086100" y="6089650"/>
          <p14:tracePt t="173906" x="3130550" y="6096000"/>
          <p14:tracePt t="173922" x="3136900" y="6102350"/>
          <p14:tracePt t="173939" x="3155950" y="6102350"/>
          <p14:tracePt t="173955" x="3175000" y="6102350"/>
          <p14:tracePt t="173973" x="3194050" y="6102350"/>
          <p14:tracePt t="173988" x="3213100" y="6102350"/>
          <p14:tracePt t="174006" x="3244850" y="6102350"/>
          <p14:tracePt t="174022" x="3276600" y="6102350"/>
          <p14:tracePt t="174038" x="3289300" y="6102350"/>
          <p14:tracePt t="174055" x="3302000" y="6102350"/>
          <p14:tracePt t="174072" x="3346450" y="6102350"/>
          <p14:tracePt t="174088" x="3359150" y="6102350"/>
          <p14:tracePt t="174106" x="3371850" y="6102350"/>
          <p14:tracePt t="174122" x="3384550" y="6102350"/>
          <p14:tracePt t="174138" x="3390900" y="6102350"/>
          <p14:tracePt t="174155" x="3397250" y="6102350"/>
          <p14:tracePt t="174171" x="3403600" y="6102350"/>
          <p14:tracePt t="174188" x="3409950" y="6102350"/>
          <p14:tracePt t="174233" x="3416300" y="6102350"/>
          <p14:tracePt t="174254" x="3429000" y="6108700"/>
          <p14:tracePt t="174275" x="3435350" y="6108700"/>
          <p14:tracePt t="174324" x="3441700" y="6108700"/>
          <p14:tracePt t="174352" x="3448050" y="6108700"/>
          <p14:tracePt t="174367" x="3454400" y="6115050"/>
          <p14:tracePt t="174389" x="3460750" y="6115050"/>
          <p14:tracePt t="174394" x="3473450" y="6115050"/>
          <p14:tracePt t="174408" x="3479800" y="6115050"/>
          <p14:tracePt t="174420" x="3486150" y="6115050"/>
          <p14:tracePt t="174438" x="3536950" y="6115050"/>
          <p14:tracePt t="174454" x="3568700" y="6115050"/>
          <p14:tracePt t="174472" x="3644900" y="6115050"/>
          <p14:tracePt t="174487" x="3721100" y="6121400"/>
          <p14:tracePt t="174503" x="3765550" y="6121400"/>
          <p14:tracePt t="174521" x="3854450" y="6121400"/>
          <p14:tracePt t="174537" x="3949700" y="6134100"/>
          <p14:tracePt t="174554" x="3987800" y="6134100"/>
          <p14:tracePt t="174571" x="4076700" y="6134100"/>
          <p14:tracePt t="174587" x="4184650" y="6140450"/>
          <p14:tracePt t="174603" x="4222750" y="6140450"/>
          <p14:tracePt t="174620" x="4324350" y="6140450"/>
          <p14:tracePt t="174636" x="4400550" y="6140450"/>
          <p14:tracePt t="174654" x="4464050" y="6146800"/>
          <p14:tracePt t="174670" x="4483100" y="6146800"/>
          <p14:tracePt t="174686" x="4502150" y="6146800"/>
          <p14:tracePt t="174704" x="4559300" y="6146800"/>
          <p14:tracePt t="174719" x="4572000" y="6140450"/>
          <p14:tracePt t="174736" x="4591050" y="6134100"/>
          <p14:tracePt t="174753" x="4699000" y="6108700"/>
          <p14:tracePt t="174770" x="4724400" y="6096000"/>
          <p14:tracePt t="175306" x="4749800" y="6096000"/>
          <p14:tracePt t="175319" x="4787900" y="6096000"/>
          <p14:tracePt t="175327" x="4826000" y="6096000"/>
          <p14:tracePt t="175340" x="4876800" y="6096000"/>
          <p14:tracePt t="175350" x="4914900" y="6096000"/>
          <p14:tracePt t="175367" x="4959350" y="6096000"/>
          <p14:tracePt t="175384" x="5016500" y="6096000"/>
          <p14:tracePt t="175400" x="5054600" y="6096000"/>
          <p14:tracePt t="175418" x="5086350" y="6096000"/>
          <p14:tracePt t="175433" x="5099050" y="6096000"/>
          <p14:tracePt t="175450" x="5111750" y="6096000"/>
          <p14:tracePt t="175467" x="5124450" y="6102350"/>
          <p14:tracePt t="175509" x="5130800" y="6102350"/>
          <p14:tracePt t="175517" x="5137150" y="6102350"/>
          <p14:tracePt t="175537" x="5143500" y="6102350"/>
          <p14:tracePt t="175558" x="5156200" y="6102350"/>
          <p14:tracePt t="175579" x="5162550" y="6102350"/>
          <p14:tracePt t="175606" x="5168900" y="6102350"/>
          <p14:tracePt t="175642" x="5175250" y="6102350"/>
          <p14:tracePt t="175651" x="5181600" y="6102350"/>
          <p14:tracePt t="175671" x="5187950" y="6108700"/>
          <p14:tracePt t="175677" x="5194300" y="6108700"/>
          <p14:tracePt t="175692" x="5200650" y="6108700"/>
          <p14:tracePt t="175720" x="5213350" y="6108700"/>
          <p14:tracePt t="175727" x="5219700" y="6108700"/>
          <p14:tracePt t="175741" x="5232400" y="6108700"/>
          <p14:tracePt t="175749" x="5245100" y="6108700"/>
          <p14:tracePt t="175765" x="5257800" y="6108700"/>
          <p14:tracePt t="175783" x="5283200" y="6108700"/>
          <p14:tracePt t="175799" x="5308600" y="6108700"/>
          <p14:tracePt t="175816" x="5321300" y="6108700"/>
          <p14:tracePt t="175832" x="5340350" y="6108700"/>
          <p14:tracePt t="175848" x="5346700" y="6108700"/>
          <p14:tracePt t="175852" x="5353050" y="6108700"/>
          <p14:tracePt t="175869" x="5359400" y="6108700"/>
          <p14:tracePt t="175923" x="5365750" y="6108700"/>
          <p14:tracePt t="175951" x="5372100" y="6108700"/>
          <p14:tracePt t="175979" x="5378450" y="6108700"/>
          <p14:tracePt t="175986" x="5384800" y="6108700"/>
          <p14:tracePt t="176008" x="5391150" y="6108700"/>
          <p14:tracePt t="176022" x="5397500" y="6108700"/>
          <p14:tracePt t="176031" x="5403850" y="6108700"/>
          <p14:tracePt t="176049" x="5410200" y="6108700"/>
          <p14:tracePt t="176369" x="5486400" y="6108700"/>
          <p14:tracePt t="176383" x="5613400" y="6108700"/>
          <p14:tracePt t="176390" x="5740400" y="6108700"/>
          <p14:tracePt t="176404" x="5861050" y="6108700"/>
          <p14:tracePt t="176413" x="6000750" y="6108700"/>
          <p14:tracePt t="176431" x="6140450" y="6108700"/>
          <p14:tracePt t="176447" x="6356350" y="6115050"/>
          <p14:tracePt t="176463" x="6521450" y="6115050"/>
          <p14:tracePt t="176480" x="6623050" y="6115050"/>
          <p14:tracePt t="176496" x="6667500" y="6115050"/>
          <p14:tracePt t="176513" x="6711950" y="6115050"/>
          <p14:tracePt t="176530" x="6737350" y="6115050"/>
          <p14:tracePt t="176546" x="6743700" y="6115050"/>
          <p14:tracePt t="176563" x="6750050" y="6115050"/>
          <p14:tracePt t="176579" x="6756400" y="6115050"/>
          <p14:tracePt t="176613" x="6762750" y="6115050"/>
          <p14:tracePt t="176664" x="6769100" y="6115050"/>
          <p14:tracePt t="176762" x="6775450" y="6115050"/>
          <p14:tracePt t="176776" x="6781800" y="6115050"/>
          <p14:tracePt t="176790" x="6788150" y="6115050"/>
          <p14:tracePt t="176804" x="6800850" y="6115050"/>
          <p14:tracePt t="176812" x="6813550" y="6115050"/>
          <p14:tracePt t="176828" x="6826250" y="6115050"/>
          <p14:tracePt t="176846" x="6845300" y="6115050"/>
          <p14:tracePt t="176862" x="6877050" y="6115050"/>
          <p14:tracePt t="176879" x="6896100" y="6121400"/>
          <p14:tracePt t="176895" x="6934200" y="6121400"/>
          <p14:tracePt t="176912" x="6978650" y="6121400"/>
          <p14:tracePt t="176928" x="6997700" y="6121400"/>
          <p14:tracePt t="176945" x="7048500" y="6121400"/>
          <p14:tracePt t="176962" x="7061200" y="6121400"/>
          <p14:tracePt t="176979" x="7092950" y="6121400"/>
          <p14:tracePt t="176995" x="7118350" y="6121400"/>
          <p14:tracePt t="177012" x="7131050" y="6115050"/>
          <p14:tracePt t="177028" x="7156450" y="6115050"/>
          <p14:tracePt t="177045" x="7169150" y="6115050"/>
          <p14:tracePt t="177078" x="7188200" y="6115050"/>
          <p14:tracePt t="177095" x="7200900" y="6115050"/>
          <p14:tracePt t="177112" x="7207250" y="6115050"/>
          <p14:tracePt t="177144" x="7213600" y="6115050"/>
          <p14:tracePt t="177160" x="7219950" y="6115050"/>
          <p14:tracePt t="177183" x="7226300" y="6115050"/>
          <p14:tracePt t="177204" x="7239000" y="6115050"/>
          <p14:tracePt t="177232" x="7245350" y="6115050"/>
          <p14:tracePt t="177260" x="7251700" y="6115050"/>
          <p14:tracePt t="177281" x="7258050" y="6115050"/>
          <p14:tracePt t="177296" x="7264400" y="6115050"/>
          <p14:tracePt t="177317" x="7270750" y="6115050"/>
          <p14:tracePt t="177323" x="7277100" y="6115050"/>
          <p14:tracePt t="177346" x="7283450" y="6115050"/>
          <p14:tracePt t="177366" x="7289800" y="6115050"/>
          <p14:tracePt t="177387" x="7296150" y="6115050"/>
          <p14:tracePt t="177395" x="7308850" y="6115050"/>
          <p14:tracePt t="177401" x="7321550" y="6115050"/>
          <p14:tracePt t="177415" x="7334250" y="6115050"/>
          <p14:tracePt t="177427" x="7353300" y="6115050"/>
          <p14:tracePt t="178862" x="7321550" y="6115050"/>
          <p14:tracePt t="178869" x="7270750" y="6115050"/>
          <p14:tracePt t="178883" x="7207250" y="6115050"/>
          <p14:tracePt t="178892" x="7137400" y="6115050"/>
          <p14:tracePt t="178905" x="7073900" y="6127750"/>
          <p14:tracePt t="178922" x="6915150" y="6153150"/>
          <p14:tracePt t="178938" x="6813550" y="6165850"/>
          <p14:tracePt t="178955" x="6584950" y="6197600"/>
          <p14:tracePt t="178971" x="6330950" y="6235700"/>
          <p14:tracePt t="178989" x="6076950" y="6280150"/>
          <p14:tracePt t="179005" x="5962650" y="6299200"/>
          <p14:tracePt t="179021" x="5829300" y="6324600"/>
          <p14:tracePt t="179038" x="5461000" y="6362700"/>
          <p14:tracePt t="179054" x="5359400" y="6362700"/>
          <p14:tracePt t="179071" x="5283200" y="6375400"/>
          <p14:tracePt t="179088" x="5105400" y="6394450"/>
          <p14:tracePt t="179104" x="4927600" y="6394450"/>
          <p14:tracePt t="179121" x="4749800" y="6394450"/>
          <p14:tracePt t="179137" x="4654550" y="6381750"/>
          <p14:tracePt t="179154" x="4489450" y="6362700"/>
          <p14:tracePt t="179172" x="4311650" y="6343650"/>
          <p14:tracePt t="179187" x="4222750" y="6330950"/>
          <p14:tracePt t="179204" x="4025900" y="6311900"/>
          <p14:tracePt t="179221" x="3860800" y="6292850"/>
          <p14:tracePt t="179237" x="3771900" y="6292850"/>
          <p14:tracePt t="179254" x="3619500" y="6280150"/>
          <p14:tracePt t="179270" x="3486150" y="6261100"/>
          <p14:tracePt t="179287" x="3429000" y="6254750"/>
          <p14:tracePt t="179304" x="3365500" y="6242050"/>
          <p14:tracePt t="179320" x="3340100" y="6242050"/>
          <p14:tracePt t="179774" x="3321050" y="6242050"/>
          <p14:tracePt t="179781" x="3295650" y="6242050"/>
          <p14:tracePt t="179795" x="3270250" y="6235700"/>
          <p14:tracePt t="179805" x="3238500" y="6229350"/>
          <p14:tracePt t="179818" x="3200400" y="6223000"/>
          <p14:tracePt t="179836" x="3105150" y="6223000"/>
          <p14:tracePt t="179851" x="3028950" y="6210300"/>
          <p14:tracePt t="179868" x="2984500" y="6210300"/>
          <p14:tracePt t="179885" x="2933700" y="6210300"/>
          <p14:tracePt t="179901" x="2755900" y="6216650"/>
          <p14:tracePt t="179919" x="2698750" y="6216650"/>
          <p14:tracePt t="179935" x="2584450" y="6216650"/>
          <p14:tracePt t="179951" x="2508250" y="6216650"/>
          <p14:tracePt t="179968" x="2476500" y="6216650"/>
          <p14:tracePt t="179985" x="2444750" y="6223000"/>
          <p14:tracePt t="180001" x="2432050" y="6223000"/>
          <p14:tracePt t="180017" x="2406650" y="6229350"/>
          <p14:tracePt t="180034" x="2387600" y="6235700"/>
          <p14:tracePt t="180068" x="2374900" y="6235700"/>
          <p14:tracePt t="180084" x="2368550" y="6235700"/>
          <p14:tracePt t="180101" x="2362200" y="6235700"/>
          <p14:tracePt t="180118" x="2349500" y="6235700"/>
          <p14:tracePt t="180134" x="2343150" y="6235700"/>
          <p14:tracePt t="180168" x="2330450" y="6235700"/>
          <p14:tracePt t="180184" x="2324100" y="6242050"/>
          <p14:tracePt t="180217" x="2317750" y="6242050"/>
          <p14:tracePt t="180234" x="2311400" y="6242050"/>
          <p14:tracePt t="180253" x="2305050" y="6248400"/>
          <p14:tracePt t="180267" x="2298700" y="6248400"/>
          <p14:tracePt t="180287" x="2292350" y="6248400"/>
          <p14:tracePt t="180301" x="2286000" y="6248400"/>
          <p14:tracePt t="180317" x="2279650" y="6248400"/>
          <p14:tracePt t="180333" x="2266950" y="6248400"/>
          <p14:tracePt t="180350" x="2247900" y="6248400"/>
          <p14:tracePt t="180367" x="2209800" y="6254750"/>
          <p14:tracePt t="180383" x="2190750" y="6261100"/>
          <p14:tracePt t="180400" x="2152650" y="6267450"/>
          <p14:tracePt t="180417" x="2108200" y="6273800"/>
          <p14:tracePt t="180433" x="2089150" y="6280150"/>
          <p14:tracePt t="180450" x="2057400" y="6286500"/>
          <p14:tracePt t="180466" x="2032000" y="6292850"/>
          <p14:tracePt t="180483" x="2019300" y="6299200"/>
          <p14:tracePt t="180517" x="2012950" y="6299200"/>
          <p14:tracePt t="180568" x="2006600" y="6305550"/>
          <p14:tracePt t="180596" x="2000250" y="6305550"/>
          <p14:tracePt t="180624" x="1993900" y="6305550"/>
          <p14:tracePt t="180666" x="1987550" y="6311900"/>
          <p14:tracePt t="180694" x="1981200" y="6311900"/>
          <p14:tracePt t="180715" x="1974850" y="6311900"/>
          <p14:tracePt t="180736" x="1968500" y="6311900"/>
          <p14:tracePt t="180743" x="1962150" y="6311900"/>
          <p14:tracePt t="180870" x="1968500" y="6311900"/>
          <p14:tracePt t="180905" x="1974850" y="6305550"/>
          <p14:tracePt t="180954" x="1987550" y="6299200"/>
          <p14:tracePt t="180975" x="1993900" y="6299200"/>
          <p14:tracePt t="181010" x="2000250" y="6299200"/>
          <p14:tracePt t="181016" x="2006600" y="6299200"/>
          <p14:tracePt t="181031" x="2012950" y="6299200"/>
          <p14:tracePt t="181048" x="2032000" y="6299200"/>
          <p14:tracePt t="181065" x="2051050" y="6299200"/>
          <p14:tracePt t="181081" x="2089150" y="6299200"/>
          <p14:tracePt t="181097" x="2159000" y="6299200"/>
          <p14:tracePt t="181114" x="2197100" y="6299200"/>
          <p14:tracePt t="181130" x="2286000" y="6305550"/>
          <p14:tracePt t="181147" x="2368550" y="6305550"/>
          <p14:tracePt t="181164" x="2451100" y="6305550"/>
          <p14:tracePt t="181180" x="2489200" y="6305550"/>
          <p14:tracePt t="181197" x="2514600" y="6305550"/>
          <p14:tracePt t="181214" x="2571750" y="6299200"/>
          <p14:tracePt t="181230" x="2616200" y="6305550"/>
          <p14:tracePt t="181247" x="2635250" y="6305550"/>
          <p14:tracePt t="181264" x="2660650" y="6305550"/>
          <p14:tracePt t="181280" x="2673350" y="6311900"/>
          <p14:tracePt t="181298" x="2686050" y="6311900"/>
          <p14:tracePt t="181313" x="2692400" y="6311900"/>
          <p14:tracePt t="181330" x="2711450" y="6318250"/>
          <p14:tracePt t="181347" x="2724150" y="6324600"/>
          <p14:tracePt t="181363" x="2730500" y="6324600"/>
          <p14:tracePt t="181380" x="2743200" y="6324600"/>
          <p14:tracePt t="181397" x="2755900" y="6324600"/>
          <p14:tracePt t="181429" x="2762250" y="6330950"/>
          <p14:tracePt t="181447" x="2768600" y="6330950"/>
          <p14:tracePt t="181466" x="2781300" y="6330950"/>
          <p14:tracePt t="181487" x="2787650" y="6330950"/>
          <p14:tracePt t="181502" x="2794000" y="6330950"/>
          <p14:tracePt t="181512" x="2800350" y="6330950"/>
          <p14:tracePt t="181530" x="2806700" y="6330950"/>
          <p14:tracePt t="181546" x="2819400" y="6330950"/>
          <p14:tracePt t="181562" x="2844800" y="6337300"/>
          <p14:tracePt t="181579" x="2870200" y="6337300"/>
          <p14:tracePt t="181596" x="2882900" y="6337300"/>
          <p14:tracePt t="181612" x="2914650" y="6337300"/>
          <p14:tracePt t="181629" x="2933700" y="6337300"/>
          <p14:tracePt t="181645" x="2946400" y="6337300"/>
          <p14:tracePt t="181663" x="2959100" y="6337300"/>
          <p14:tracePt t="181678" x="2978150" y="6337300"/>
          <p14:tracePt t="181712" x="2984500" y="6337300"/>
          <p14:tracePt t="181728" x="2997200" y="6337300"/>
          <p14:tracePt t="181789" x="3003550" y="6337300"/>
          <p14:tracePt t="181817" x="3009900" y="6337300"/>
          <p14:tracePt t="181838" x="3016250" y="6337300"/>
          <p14:tracePt t="181860" x="3022600" y="6337300"/>
          <p14:tracePt t="181866" x="3028950" y="6337300"/>
          <p14:tracePt t="181881" x="3035300" y="6337300"/>
          <p14:tracePt t="181909" x="3048000" y="6337300"/>
          <p14:tracePt t="181923" x="3054350" y="6337300"/>
          <p14:tracePt t="181931" x="3067050" y="6337300"/>
          <p14:tracePt t="181944" x="3086100" y="6337300"/>
          <p14:tracePt t="181961" x="3130550" y="6337300"/>
          <p14:tracePt t="181979" x="3168650" y="6337300"/>
          <p14:tracePt t="181994" x="3187700" y="6337300"/>
          <p14:tracePt t="182011" x="3232150" y="6343650"/>
          <p14:tracePt t="182028" x="3270250" y="6350000"/>
          <p14:tracePt t="182044" x="3282950" y="6350000"/>
          <p14:tracePt t="182061" x="3333750" y="6350000"/>
          <p14:tracePt t="182077" x="3390900" y="6343650"/>
          <p14:tracePt t="182094" x="3422650" y="6324600"/>
          <p14:tracePt t="182448" x="3473450" y="6324600"/>
          <p14:tracePt t="182463" x="3536950" y="6324600"/>
          <p14:tracePt t="182469" x="3594100" y="6324600"/>
          <p14:tracePt t="182483" x="3632200" y="6324600"/>
          <p14:tracePt t="182492" x="3670300" y="6324600"/>
          <p14:tracePt t="182509" x="3695700" y="6324600"/>
          <p14:tracePt t="182526" x="3778250" y="6324600"/>
          <p14:tracePt t="182542" x="3848100" y="6311900"/>
          <p14:tracePt t="182559" x="3886200" y="6311900"/>
          <p14:tracePt t="182576" x="3937000" y="6311900"/>
          <p14:tracePt t="182592" x="3987800" y="6318250"/>
          <p14:tracePt t="182609" x="3994150" y="6318250"/>
          <p14:tracePt t="182625" x="4019550" y="6318250"/>
          <p14:tracePt t="182642" x="4038600" y="6318250"/>
          <p14:tracePt t="182659" x="4057650" y="6318250"/>
          <p14:tracePt t="182675" x="4064000" y="6318250"/>
          <p14:tracePt t="182692" x="4070350" y="6318250"/>
          <p14:tracePt t="182709" x="4089400" y="6318250"/>
          <p14:tracePt t="182725" x="4102100" y="6318250"/>
          <p14:tracePt t="182742" x="4108450" y="6318250"/>
          <p14:tracePt t="182758" x="4127500" y="6318250"/>
          <p14:tracePt t="182775" x="4152900" y="6318250"/>
          <p14:tracePt t="182792" x="4210050" y="6318250"/>
          <p14:tracePt t="182808" x="4241800" y="6318250"/>
          <p14:tracePt t="182825" x="4318000" y="6318250"/>
          <p14:tracePt t="182842" x="4394200" y="6318250"/>
          <p14:tracePt t="182858" x="4445000" y="6318250"/>
          <p14:tracePt t="182874" x="4540250" y="6318250"/>
          <p14:tracePt t="182891" x="4597400" y="6318250"/>
          <p14:tracePt t="182908" x="4616450" y="6318250"/>
          <p14:tracePt t="182925" x="4654550" y="6318250"/>
          <p14:tracePt t="182941" x="4686300" y="6318250"/>
          <p14:tracePt t="182958" x="4711700" y="6311900"/>
          <p14:tracePt t="182975" x="4756150" y="6311900"/>
          <p14:tracePt t="182991" x="4800600" y="6311900"/>
          <p14:tracePt t="183007" x="4819650" y="6311900"/>
          <p14:tracePt t="183024" x="4870450" y="6311900"/>
          <p14:tracePt t="183041" x="4895850" y="6311900"/>
          <p14:tracePt t="183057" x="4940300" y="6311900"/>
          <p14:tracePt t="183074" x="4997450" y="6318250"/>
          <p14:tracePt t="183090" x="5016500" y="6318250"/>
          <p14:tracePt t="183108" x="5149850" y="6305550"/>
          <p14:tracePt t="183124" x="5194300" y="6311900"/>
          <p14:tracePt t="183140" x="5213350" y="6311900"/>
          <p14:tracePt t="183525" x="5257800" y="6311900"/>
          <p14:tracePt t="183532" x="5308600" y="6311900"/>
          <p14:tracePt t="183546" x="5391150" y="6311900"/>
          <p14:tracePt t="183555" x="5467350" y="6311900"/>
          <p14:tracePt t="183572" x="5543550" y="6305550"/>
          <p14:tracePt t="183589" x="5708650" y="6305550"/>
          <p14:tracePt t="183606" x="5835650" y="6305550"/>
          <p14:tracePt t="183623" x="5937250" y="6305550"/>
          <p14:tracePt t="183638" x="5975350" y="6305550"/>
          <p14:tracePt t="183655" x="6026150" y="6305550"/>
          <p14:tracePt t="183672" x="6070600" y="6305550"/>
          <p14:tracePt t="183688" x="6089650" y="6305550"/>
          <p14:tracePt t="183705" x="6102350" y="6305550"/>
          <p14:tracePt t="183722" x="6121400" y="6311900"/>
          <p14:tracePt t="183756" x="6127750" y="6311900"/>
          <p14:tracePt t="183771" x="6134100" y="6311900"/>
          <p14:tracePt t="183788" x="6146800" y="6318250"/>
          <p14:tracePt t="183805" x="6159500" y="6318250"/>
          <p14:tracePt t="183821" x="6178550" y="6318250"/>
          <p14:tracePt t="183838" x="6203950" y="6318250"/>
          <p14:tracePt t="183855" x="6229350" y="6318250"/>
          <p14:tracePt t="183872" x="6235700" y="6318250"/>
          <p14:tracePt t="183888" x="6254750" y="6324600"/>
          <p14:tracePt t="183904" x="6267450" y="6324600"/>
          <p14:tracePt t="183921" x="6273800" y="6324600"/>
          <p14:tracePt t="183924" x="6280150" y="6324600"/>
          <p14:tracePt t="183938" x="6292850" y="6324600"/>
          <p14:tracePt t="183954" x="6311900" y="6330950"/>
          <p14:tracePt t="183988" x="6337300" y="6330950"/>
          <p14:tracePt t="184004" x="6362700" y="6330950"/>
          <p14:tracePt t="184021" x="6381750" y="6330950"/>
          <p14:tracePt t="184038" x="6413500" y="6337300"/>
          <p14:tracePt t="184054" x="6438900" y="6337300"/>
          <p14:tracePt t="184071" x="6477000" y="6337300"/>
          <p14:tracePt t="184087" x="6502400" y="6337300"/>
          <p14:tracePt t="184104" x="6521450" y="6337300"/>
          <p14:tracePt t="184120" x="6540500" y="6343650"/>
          <p14:tracePt t="184137" x="6546850" y="6343650"/>
          <p14:tracePt t="184154" x="6559550" y="6343650"/>
          <p14:tracePt t="184171" x="6584950" y="6343650"/>
          <p14:tracePt t="184188" x="6610350" y="6343650"/>
          <p14:tracePt t="184203" x="6623050" y="6343650"/>
          <p14:tracePt t="184220" x="6654800" y="6343650"/>
          <p14:tracePt t="184237" x="6686550" y="6337300"/>
          <p14:tracePt t="184253" x="6718300" y="6337300"/>
          <p14:tracePt t="184270" x="6750050" y="6324600"/>
          <p14:tracePt t="184286" x="6800850" y="6305550"/>
          <p14:tracePt t="184303" x="6832600" y="6299200"/>
          <p14:tracePt t="184319" x="6877050" y="6292850"/>
          <p14:tracePt t="184336" x="6908800" y="6286500"/>
          <p14:tracePt t="184353" x="6921500" y="6273800"/>
          <p14:tracePt t="184666" x="6959600" y="6273800"/>
          <p14:tracePt t="184680" x="6997700" y="6273800"/>
          <p14:tracePt t="184688" x="7054850" y="6273800"/>
          <p14:tracePt t="184704" x="7118350" y="6273800"/>
          <p14:tracePt t="184718" x="7219950" y="6280150"/>
          <p14:tracePt t="184735" x="7277100" y="6280150"/>
          <p14:tracePt t="184751" x="7366000" y="6292850"/>
          <p14:tracePt t="184768" x="7423150" y="6286500"/>
          <p14:tracePt t="184786" x="7531100" y="6273800"/>
          <p14:tracePt t="184801" x="7569200" y="6273800"/>
          <p14:tracePt t="184818" x="7607300" y="6273800"/>
          <p14:tracePt t="184835" x="7689850" y="6267450"/>
          <p14:tracePt t="184851" x="7772400" y="6254750"/>
          <p14:tracePt t="184868" x="7797800" y="6254750"/>
          <p14:tracePt t="184884" x="7848600" y="6254750"/>
          <p14:tracePt t="184901" x="7905750" y="6261100"/>
          <p14:tracePt t="184918" x="7943850" y="6261100"/>
          <p14:tracePt t="184934" x="7969250" y="6261100"/>
          <p14:tracePt t="184951" x="8007350" y="6254750"/>
          <p14:tracePt t="184968" x="8032750" y="6254750"/>
          <p14:tracePt t="184984" x="8045450" y="6254750"/>
          <p14:tracePt t="185000" x="8058150" y="6254750"/>
          <p14:tracePt t="185017" x="8064500" y="6254750"/>
          <p14:tracePt t="185034" x="8070850" y="6254750"/>
          <p14:tracePt t="185050" x="8077200" y="6254750"/>
          <p14:tracePt t="185067" x="8089900" y="6254750"/>
          <p14:tracePt t="185101" x="8096250" y="6254750"/>
          <p14:tracePt t="185116" x="8102600" y="6254750"/>
          <p14:tracePt t="185137" x="8108950" y="6254750"/>
          <p14:tracePt t="185158" x="8108950" y="6261100"/>
          <p14:tracePt t="185179" x="8121650" y="6261100"/>
          <p14:tracePt t="185201" x="8128000" y="6261100"/>
          <p14:tracePt t="185206" x="8134350" y="6261100"/>
          <p14:tracePt t="185221" x="8147050" y="6261100"/>
          <p14:tracePt t="185242" x="8159750" y="6267450"/>
          <p14:tracePt t="185250" x="8172450" y="6267450"/>
          <p14:tracePt t="185266" x="8185150" y="6267450"/>
          <p14:tracePt t="185284" x="8255000" y="6267450"/>
          <p14:tracePt t="185674" x="8204200" y="6267450"/>
          <p14:tracePt t="185683" x="8121650" y="6254750"/>
          <p14:tracePt t="185688" x="8020050" y="6223000"/>
          <p14:tracePt t="185702" x="7893050" y="6216650"/>
          <p14:tracePt t="185714" x="7766050" y="6191250"/>
          <p14:tracePt t="185731" x="7493000" y="6153150"/>
          <p14:tracePt t="185748" x="7327900" y="6115050"/>
          <p14:tracePt t="185765" x="6908800" y="6045200"/>
          <p14:tracePt t="185781" x="6394450" y="5988050"/>
          <p14:tracePt t="185798" x="6096000" y="5943600"/>
          <p14:tracePt t="185815" x="5441950" y="5842000"/>
          <p14:tracePt t="185831" x="4724400" y="5759450"/>
          <p14:tracePt t="185848" x="4381500" y="5727700"/>
          <p14:tracePt t="185864" x="3727450" y="5708650"/>
          <p14:tracePt t="185881" x="3409950" y="5721350"/>
          <p14:tracePt t="185898" x="2882900" y="5753100"/>
          <p14:tracePt t="185914" x="2451100" y="5778500"/>
          <p14:tracePt t="185931" x="2311400" y="5778500"/>
          <p14:tracePt t="185934" x="2178050" y="5772150"/>
          <p14:tracePt t="185948" x="2051050" y="5765800"/>
          <p14:tracePt t="185964" x="1854200" y="5740400"/>
          <p14:tracePt t="185980" x="1778000" y="5721350"/>
          <p14:tracePt t="185997" x="1657350" y="5702300"/>
          <p14:tracePt t="186014" x="1555750" y="5695950"/>
          <p14:tracePt t="186030" x="1511300" y="5676900"/>
          <p14:tracePt t="186047" x="1441450" y="5651500"/>
          <p14:tracePt t="186063" x="1384300" y="5645150"/>
          <p14:tracePt t="186081" x="1339850" y="5638800"/>
          <p14:tracePt t="186097" x="1282700" y="5638800"/>
          <p14:tracePt t="186113" x="1231900" y="5632450"/>
          <p14:tracePt t="186130" x="1206500" y="5632450"/>
          <p14:tracePt t="186147" x="1162050" y="5645150"/>
          <p14:tracePt t="186163" x="1136650" y="5651500"/>
          <p14:tracePt t="186180" x="1073150" y="5689600"/>
          <p14:tracePt t="186197" x="1060450" y="5695950"/>
          <p14:tracePt t="186213" x="1047750" y="5702300"/>
          <p14:tracePt t="186229" x="1016000" y="5721350"/>
          <p14:tracePt t="186246" x="990600" y="5740400"/>
          <p14:tracePt t="186263" x="971550" y="5746750"/>
          <p14:tracePt t="186279" x="946150" y="5778500"/>
          <p14:tracePt t="186296" x="914400" y="5797550"/>
          <p14:tracePt t="186313" x="895350" y="5829300"/>
          <p14:tracePt t="186330" x="882650" y="5842000"/>
          <p14:tracePt t="186346" x="869950" y="5867400"/>
          <p14:tracePt t="186363" x="857250" y="5886450"/>
          <p14:tracePt t="186379" x="857250" y="5899150"/>
          <p14:tracePt t="186396" x="844550" y="5918200"/>
          <p14:tracePt t="186413" x="838200" y="5937250"/>
          <p14:tracePt t="186430" x="831850" y="5943600"/>
          <p14:tracePt t="186433" x="831850" y="5956300"/>
          <p14:tracePt t="186454" x="831850" y="5969000"/>
          <p14:tracePt t="186463" x="825500" y="5975350"/>
          <p14:tracePt t="186479" x="825500" y="5988050"/>
          <p14:tracePt t="186496" x="819150" y="6019800"/>
          <p14:tracePt t="186512" x="812800" y="6032500"/>
          <p14:tracePt t="186530" x="812800" y="6057900"/>
          <p14:tracePt t="186545" x="806450" y="6089650"/>
          <p14:tracePt t="186562" x="800100" y="6102350"/>
          <p14:tracePt t="186579" x="793750" y="6121400"/>
          <p14:tracePt t="186595" x="787400" y="6146800"/>
          <p14:tracePt t="186612" x="787400" y="6159500"/>
          <p14:tracePt t="186629" x="781050" y="6172200"/>
          <p14:tracePt t="186645" x="781050" y="6178550"/>
          <p14:tracePt t="186661" x="781050" y="6184900"/>
          <p14:tracePt t="186678" x="781050" y="6191250"/>
          <p14:tracePt t="186805" x="787400" y="6184900"/>
          <p14:tracePt t="186812" x="793750" y="6178550"/>
          <p14:tracePt t="186826" x="800100" y="6178550"/>
          <p14:tracePt t="186833" x="806450" y="6178550"/>
          <p14:tracePt t="186848" x="812800" y="6178550"/>
          <p14:tracePt t="186861" x="819150" y="6178550"/>
          <p14:tracePt t="186877" x="850900" y="6178550"/>
          <p14:tracePt t="186894" x="869950" y="6178550"/>
          <p14:tracePt t="186910" x="920750" y="6191250"/>
          <p14:tracePt t="186928" x="990600" y="6203950"/>
          <p14:tracePt t="186944" x="1041400" y="6216650"/>
          <p14:tracePt t="186960" x="1130300" y="6242050"/>
          <p14:tracePt t="186978" x="1187450" y="6261100"/>
          <p14:tracePt t="186994" x="1231900" y="6273800"/>
          <p14:tracePt t="187010" x="1244600" y="6280150"/>
          <p14:tracePt t="187027" x="1263650" y="6292850"/>
          <p14:tracePt t="187044" x="1270000" y="6299200"/>
          <p14:tracePt t="187086" x="1270000" y="6305550"/>
          <p14:tracePt t="187163" x="1276350" y="6311900"/>
          <p14:tracePt t="187233" x="1282700" y="6318250"/>
          <p14:tracePt t="187296" x="1289050" y="6318250"/>
          <p14:tracePt t="187303" x="1295400" y="6318250"/>
          <p14:tracePt t="187324" x="1301750" y="6324600"/>
          <p14:tracePt t="187338" x="1308100" y="6324600"/>
          <p14:tracePt t="187352" x="1314450" y="6324600"/>
          <p14:tracePt t="187373" x="1327150" y="6324600"/>
          <p14:tracePt t="187388" x="1333500" y="6324600"/>
          <p14:tracePt t="187396" x="1346200" y="6330950"/>
          <p14:tracePt t="187410" x="1365250" y="6330950"/>
          <p14:tracePt t="187425" x="1377950" y="6330950"/>
          <p14:tracePt t="187443" x="1416050" y="6330950"/>
          <p14:tracePt t="187446" x="1428750" y="6337300"/>
          <p14:tracePt t="187459" x="1454150" y="6337300"/>
          <p14:tracePt t="187476" x="1460500" y="6337300"/>
          <p14:tracePt t="187493" x="1485900" y="6343650"/>
          <p14:tracePt t="187508" x="1504950" y="6350000"/>
          <p14:tracePt t="187525" x="1517650" y="6350000"/>
          <p14:tracePt t="187542" x="1530350" y="6350000"/>
          <p14:tracePt t="187558" x="1543050" y="6356350"/>
          <p14:tracePt t="187592" x="1555750" y="6356350"/>
          <p14:tracePt t="187608" x="1568450" y="6362700"/>
          <p14:tracePt t="187641" x="1581150" y="6369050"/>
          <p14:tracePt t="187658" x="1587500" y="6369050"/>
          <p14:tracePt t="187676" x="1600200" y="6375400"/>
          <p14:tracePt t="187691" x="1606550" y="6375400"/>
          <p14:tracePt t="187708" x="1619250" y="6375400"/>
          <p14:tracePt t="187725" x="1625600" y="6375400"/>
          <p14:tracePt t="187741" x="1631950" y="6381750"/>
          <p14:tracePt t="187758" x="1638300" y="6381750"/>
          <p14:tracePt t="187774" x="1657350" y="6388100"/>
          <p14:tracePt t="187790" x="1663700" y="6388100"/>
          <p14:tracePt t="187808" x="1682750" y="6388100"/>
          <p14:tracePt t="187824" x="1695450" y="6388100"/>
          <p14:tracePt t="187841" x="1720850" y="6388100"/>
          <p14:tracePt t="187858" x="1752600" y="6394450"/>
          <p14:tracePt t="187874" x="1765300" y="6407150"/>
          <p14:tracePt t="187891" x="1797050" y="6413500"/>
          <p14:tracePt t="187907" x="1822450" y="6419850"/>
          <p14:tracePt t="187924" x="1828800" y="6419850"/>
          <p14:tracePt t="187941" x="1847850" y="6419850"/>
          <p14:tracePt t="187957" x="1854200" y="6419850"/>
          <p14:tracePt t="188891" x="1866900" y="6419850"/>
          <p14:tracePt t="188897" x="1892300" y="6419850"/>
          <p14:tracePt t="188912" x="1911350" y="6419850"/>
          <p14:tracePt t="188920" x="1924050" y="6413500"/>
          <p14:tracePt t="188936" x="1949450" y="6407150"/>
          <p14:tracePt t="188954" x="1993900" y="6400800"/>
          <p14:tracePt t="188970" x="2044700" y="6394450"/>
          <p14:tracePt t="188987" x="2063750" y="6394450"/>
          <p14:tracePt t="189003" x="2120900" y="6388100"/>
          <p14:tracePt t="189020" x="2178050" y="6388100"/>
          <p14:tracePt t="189037" x="2203450" y="6388100"/>
          <p14:tracePt t="189053" x="2260600" y="6388100"/>
          <p14:tracePt t="189070" x="2286000" y="6388100"/>
          <p14:tracePt t="189087" x="2336800" y="6381750"/>
          <p14:tracePt t="189103" x="2355850" y="6375400"/>
          <p14:tracePt t="189119" x="2362200" y="6375400"/>
          <p14:tracePt t="189136" x="2381250" y="6375400"/>
          <p14:tracePt t="189153" x="2387600" y="6375400"/>
          <p14:tracePt t="189200" x="2381250" y="6375400"/>
          <p14:tracePt t="189221" x="2374900" y="6375400"/>
          <p14:tracePt t="189228" x="2368550" y="6375400"/>
          <p14:tracePt t="189312" x="2368550" y="6369050"/>
          <p14:tracePt t="189320" x="2368550" y="6362700"/>
          <p14:tracePt t="189340" x="2368550" y="6356350"/>
          <p14:tracePt t="189354" x="2368550" y="6350000"/>
          <p14:tracePt t="189368" x="2368550" y="6343650"/>
          <p14:tracePt t="189403" x="2374900" y="6343650"/>
          <p14:tracePt t="189410" x="2374900" y="6337300"/>
          <p14:tracePt t="189424" x="2381250" y="6330950"/>
          <p14:tracePt t="189435" x="2393950" y="6330950"/>
          <p14:tracePt t="189453" x="2425700" y="6311900"/>
          <p14:tracePt t="189469" x="2457450" y="6292850"/>
          <p14:tracePt t="189472" x="2489200" y="6280150"/>
          <p14:tracePt t="189485" x="2533650" y="6261100"/>
          <p14:tracePt t="189502" x="2628900" y="6216650"/>
          <p14:tracePt t="189519" x="2686050" y="6197600"/>
          <p14:tracePt t="189537" x="2794000" y="6159500"/>
          <p14:tracePt t="189552" x="2895600" y="6127750"/>
          <p14:tracePt t="189569" x="2946400" y="6108700"/>
          <p14:tracePt t="189586" x="3035300" y="6083300"/>
          <p14:tracePt t="189601" x="3105150" y="6057900"/>
          <p14:tracePt t="189619" x="3149600" y="6051550"/>
          <p14:tracePt t="189636" x="3213100" y="6045200"/>
          <p14:tracePt t="189652" x="3244850" y="6045200"/>
          <p14:tracePt t="189668" x="3282950" y="6045200"/>
          <p14:tracePt t="189685" x="3333750" y="6045200"/>
          <p14:tracePt t="189701" x="3352800" y="6045200"/>
          <p14:tracePt t="189718" x="3397250" y="6032500"/>
          <p14:tracePt t="189735" x="3429000" y="6032500"/>
          <p14:tracePt t="189751" x="3441700" y="6032500"/>
          <p14:tracePt t="189768" x="3460750" y="6026150"/>
          <p14:tracePt t="189784" x="3467100" y="6026150"/>
          <p14:tracePt t="189818" x="3473450" y="6026150"/>
          <p14:tracePt t="189895" x="3473450" y="6032500"/>
          <p14:tracePt t="190113" x="3467100" y="6032500"/>
          <p14:tracePt t="190127" x="3460750" y="6032500"/>
          <p14:tracePt t="190136" x="3454400" y="6032500"/>
          <p14:tracePt t="190150" x="3448050" y="6032500"/>
          <p14:tracePt t="190166" x="3435350" y="6032500"/>
          <p14:tracePt t="190183" x="3403600" y="6038850"/>
          <p14:tracePt t="190199" x="3378200" y="6045200"/>
          <p14:tracePt t="190216" x="3321050" y="6057900"/>
          <p14:tracePt t="190233" x="3054350" y="6083300"/>
          <p14:tracePt t="190249" x="2908300" y="6121400"/>
          <p14:tracePt t="190267" x="2603500" y="6153150"/>
          <p14:tracePt t="190282" x="2159000" y="6223000"/>
          <p14:tracePt t="190299" x="1911350" y="6267450"/>
          <p14:tracePt t="190317" x="1466850" y="6337300"/>
          <p14:tracePt t="190332" x="1263650" y="6375400"/>
          <p14:tracePt t="190349" x="958850" y="6438900"/>
          <p14:tracePt t="190366" x="742950" y="6470650"/>
          <p14:tracePt t="190382" x="647700" y="6489700"/>
          <p14:tracePt t="190667" x="425450" y="6483350"/>
          <p14:tracePt t="190674" x="450850" y="6477000"/>
          <p14:tracePt t="190688" x="469900" y="6470650"/>
          <p14:tracePt t="190697" x="488950" y="6464300"/>
          <p14:tracePt t="190714" x="520700" y="6451600"/>
          <p14:tracePt t="190731" x="615950" y="6438900"/>
          <p14:tracePt t="190747" x="730250" y="6426200"/>
          <p14:tracePt t="190765" x="800100" y="6419850"/>
          <p14:tracePt t="190781" x="927100" y="6400800"/>
          <p14:tracePt t="190797" x="1022350" y="6400800"/>
          <p14:tracePt t="190814" x="1073150" y="6400800"/>
          <p14:tracePt t="190830" x="1085850" y="6400800"/>
          <p14:tracePt t="190847" x="1098550" y="6400800"/>
          <p14:tracePt t="190864" x="1111250" y="6400800"/>
          <p14:tracePt t="190900" x="1117600" y="6407150"/>
          <p14:tracePt t="190934" x="1117600" y="6413500"/>
          <p14:tracePt t="190976" x="1111250" y="6413500"/>
          <p14:tracePt t="191025" x="1104900" y="6419850"/>
          <p14:tracePt t="191048" x="1104900" y="6432550"/>
          <p14:tracePt t="191074" x="1104900" y="6438900"/>
          <p14:tracePt t="191095" x="1104900" y="6445250"/>
          <p14:tracePt t="191123" x="1098550" y="6451600"/>
          <p14:tracePt t="191144" x="1098550" y="6457950"/>
          <p14:tracePt t="191215" x="1098550" y="6464300"/>
          <p14:tracePt t="191250" x="1098550" y="6470650"/>
          <p14:tracePt t="191278" x="1104900" y="6470650"/>
          <p14:tracePt t="191284" x="1111250" y="6470650"/>
          <p14:tracePt t="191299" x="1117600" y="6470650"/>
          <p14:tracePt t="191313" x="1130300" y="6470650"/>
          <p14:tracePt t="191328" x="1162050" y="6464300"/>
          <p14:tracePt t="191345" x="1200150" y="6457950"/>
          <p14:tracePt t="191362" x="1358900" y="6419850"/>
          <p14:tracePt t="191378" x="1581150" y="6362700"/>
          <p14:tracePt t="191395" x="1727200" y="6318250"/>
          <p14:tracePt t="191412" x="2038350" y="6235700"/>
          <p14:tracePt t="191428" x="2374900" y="6146800"/>
          <p14:tracePt t="191445" x="2501900" y="6115050"/>
          <p14:tracePt t="191461" x="2736850" y="6064250"/>
          <p14:tracePt t="191478" x="2825750" y="6051550"/>
          <p14:tracePt t="191495" x="3009900" y="6032500"/>
          <p14:tracePt t="191511" x="3048000" y="6026150"/>
          <p14:tracePt t="191515" x="3086100" y="6026150"/>
          <p14:tracePt t="191545" x="3194050" y="6026150"/>
          <p14:tracePt t="191561" x="3276600" y="6051550"/>
          <p14:tracePt t="191578" x="3327400" y="6064250"/>
          <p14:tracePt t="191594" x="3441700" y="6108700"/>
          <p14:tracePt t="191611" x="3524250" y="6127750"/>
          <p14:tracePt t="191629" x="3619500" y="6153150"/>
          <p14:tracePt t="191644" x="3651250" y="6159500"/>
          <p14:tracePt t="191661" x="3733800" y="6184900"/>
          <p14:tracePt t="191678" x="3835400" y="6184900"/>
          <p14:tracePt t="191694" x="3879850" y="6191250"/>
          <p14:tracePt t="191711" x="3943350" y="6203950"/>
          <p14:tracePt t="192042" x="4019550" y="6191250"/>
          <p14:tracePt t="192049" x="4114800" y="6159500"/>
          <p14:tracePt t="192063" x="4229100" y="6140450"/>
          <p14:tracePt t="192076" x="4343400" y="6127750"/>
          <p14:tracePt t="192092" x="4584700" y="6108700"/>
          <p14:tracePt t="192109" x="4673600" y="6108700"/>
          <p14:tracePt t="192126" x="4781550" y="6108700"/>
          <p14:tracePt t="192142" x="4794250" y="6108700"/>
          <p14:tracePt t="192159" x="4794250" y="6115050"/>
          <p14:tracePt t="192176" x="4737100" y="6134100"/>
          <p14:tracePt t="192192" x="4591050" y="6184900"/>
          <p14:tracePt t="192209" x="4483100" y="6229350"/>
          <p14:tracePt t="192226" x="4203700" y="6343650"/>
          <p14:tracePt t="192242" x="3943350" y="6419850"/>
          <p14:tracePt t="192259" x="3746500" y="6438900"/>
          <p14:tracePt t="192275" x="3670300" y="6438900"/>
          <p14:tracePt t="192292" x="3594100" y="6438900"/>
          <p14:tracePt t="192309" x="3524250" y="6426200"/>
          <p14:tracePt t="192325" x="3492500" y="6419850"/>
          <p14:tracePt t="192342" x="3460750" y="6413500"/>
          <p14:tracePt t="192359" x="3422650" y="6388100"/>
          <p14:tracePt t="192375" x="3403600" y="6381750"/>
          <p14:tracePt t="192392" x="3390900" y="6375400"/>
          <p14:tracePt t="192408" x="3365500" y="6369050"/>
          <p14:tracePt t="192425" x="3333750" y="6356350"/>
          <p14:tracePt t="192442" x="3295650" y="6343650"/>
          <p14:tracePt t="192458" x="3276600" y="6343650"/>
          <p14:tracePt t="192475" x="3244850" y="6337300"/>
          <p14:tracePt t="192492" x="3219450" y="6324600"/>
          <p14:tracePt t="192508" x="3206750" y="6324600"/>
          <p14:tracePt t="192512" x="3194050" y="6324600"/>
          <p14:tracePt t="192525" x="3187700" y="6324600"/>
          <p14:tracePt t="192541" x="3155950" y="6324600"/>
          <p14:tracePt t="192558" x="3136900" y="6324600"/>
          <p14:tracePt t="192575" x="3105150" y="6330950"/>
          <p14:tracePt t="192590" x="3054350" y="6337300"/>
          <p14:tracePt t="192608" x="3022600" y="6343650"/>
          <p14:tracePt t="192625" x="2952750" y="6362700"/>
          <p14:tracePt t="192641" x="2870200" y="6388100"/>
          <p14:tracePt t="192658" x="2832100" y="6394450"/>
          <p14:tracePt t="192674" x="2730500" y="6419850"/>
          <p14:tracePt t="192691" x="2679700" y="6438900"/>
          <p14:tracePt t="192708" x="2533650" y="6477000"/>
          <p14:tracePt t="192724" x="2362200" y="6527800"/>
          <p14:tracePt t="192740" x="2286000" y="6540500"/>
          <p14:tracePt t="192758" x="2108200" y="6604000"/>
          <p14:tracePt t="193056" x="2425700" y="6426200"/>
          <p14:tracePt t="193073" x="2609850" y="6407150"/>
          <p14:tracePt t="193089" x="3168650" y="6356350"/>
          <p14:tracePt t="193106" x="3873500" y="6324600"/>
          <p14:tracePt t="193123" x="4737100" y="6292850"/>
          <p14:tracePt t="193139" x="5175250" y="6273800"/>
          <p14:tracePt t="193156" x="6013450" y="6235700"/>
          <p14:tracePt t="193172" x="6743700" y="6203950"/>
          <p14:tracePt t="193190" x="7086600" y="6184900"/>
          <p14:tracePt t="193206" x="7531100" y="6172200"/>
          <p14:tracePt t="193222" x="7721600" y="6165850"/>
          <p14:tracePt t="193239" x="7766050" y="6165850"/>
          <p14:tracePt t="193256" x="7791450" y="6165850"/>
          <p14:tracePt t="193288" x="7797800" y="6165850"/>
          <p14:tracePt t="193341" x="7804150" y="6172200"/>
          <p14:tracePt t="193362" x="7804150" y="6178550"/>
          <p14:tracePt t="193383" x="7816850" y="6184900"/>
          <p14:tracePt t="193397" x="7823200" y="6191250"/>
          <p14:tracePt t="193404" x="7829550" y="6191250"/>
          <p14:tracePt t="193411" x="7835900" y="6197600"/>
          <p14:tracePt t="193432" x="7842250" y="6197600"/>
          <p14:tracePt t="193445" x="7848600" y="6197600"/>
          <p14:tracePt t="193455" x="7854950" y="6197600"/>
          <p14:tracePt t="193471" x="7861300" y="6197600"/>
          <p14:tracePt t="193488" x="7867650" y="6197600"/>
          <p14:tracePt t="193504" x="7867650" y="6191250"/>
          <p14:tracePt t="193538" x="7867650" y="6184900"/>
          <p14:tracePt t="193552" x="7867650" y="6178550"/>
          <p14:tracePt t="193566" x="7867650" y="6172200"/>
          <p14:tracePt t="193574" x="7861300" y="6172200"/>
          <p14:tracePt t="193588" x="7854950" y="6165850"/>
          <p14:tracePt t="193604" x="7848600" y="6165850"/>
          <p14:tracePt t="193621" x="7842250" y="6165850"/>
          <p14:tracePt t="193637" x="7835900" y="6159500"/>
          <p14:tracePt t="193654" x="7823200" y="6153150"/>
          <p14:tracePt t="193671" x="7804150" y="6146800"/>
          <p14:tracePt t="193688" x="7772400" y="6140450"/>
          <p14:tracePt t="193704" x="7753350" y="6134100"/>
          <p14:tracePt t="193720" x="7708900" y="6127750"/>
          <p14:tracePt t="193737" x="7651750" y="6108700"/>
          <p14:tracePt t="193754" x="7607300" y="6102350"/>
          <p14:tracePt t="193770" x="7505700" y="6096000"/>
          <p14:tracePt t="193787" x="7346950" y="6076950"/>
          <p14:tracePt t="193804" x="7156450" y="6045200"/>
          <p14:tracePt t="193820" x="7029450" y="6032500"/>
          <p14:tracePt t="193837" x="6711950" y="5975350"/>
          <p14:tracePt t="193854" x="6407150" y="5911850"/>
          <p14:tracePt t="193870" x="6273800" y="5892800"/>
          <p14:tracePt t="193887" x="6159500" y="5880100"/>
          <p14:tracePt t="193904" x="5905500" y="5848350"/>
          <p14:tracePt t="193919" x="5842000" y="5848350"/>
          <p14:tracePt t="193937" x="5772150" y="5835650"/>
          <p14:tracePt t="193952" x="5746750" y="5835650"/>
          <p14:tracePt t="194295" x="5689600" y="5835650"/>
          <p14:tracePt t="194309" x="5626100" y="5829300"/>
          <p14:tracePt t="194316" x="5524500" y="5816600"/>
          <p14:tracePt t="194330" x="5397500" y="5816600"/>
          <p14:tracePt t="194338" x="5238750" y="5803900"/>
          <p14:tracePt t="194352" x="5016500" y="5778500"/>
          <p14:tracePt t="194368" x="4527550" y="5778500"/>
          <p14:tracePt t="194386" x="3924300" y="5784850"/>
          <p14:tracePt t="194401" x="3581400" y="5803900"/>
          <p14:tracePt t="194418" x="3270250" y="5816600"/>
          <p14:tracePt t="194435" x="2260600" y="5899150"/>
          <p14:tracePt t="194451" x="1968500" y="5930900"/>
          <p14:tracePt t="194468" x="1746250" y="5956300"/>
          <p14:tracePt t="194485" x="1314450" y="5981700"/>
          <p14:tracePt t="194501" x="1212850" y="5981700"/>
          <p14:tracePt t="194518" x="1136650" y="5988050"/>
          <p14:tracePt t="194534" x="1035050" y="5988050"/>
          <p14:tracePt t="194551" x="990600" y="5988050"/>
          <p14:tracePt t="194568" x="977900" y="5988050"/>
          <p14:tracePt t="194584" x="971550" y="5988050"/>
          <p14:tracePt t="194601" x="965200" y="5981700"/>
          <p14:tracePt t="194709" x="965200" y="5988050"/>
          <p14:tracePt t="194730" x="965200" y="5994400"/>
          <p14:tracePt t="194737" x="965200" y="6000750"/>
          <p14:tracePt t="194753" x="965200" y="6013450"/>
          <p14:tracePt t="194767" x="965200" y="6019800"/>
          <p14:tracePt t="194783" x="965200" y="6032500"/>
          <p14:tracePt t="194800" x="958850" y="6057900"/>
          <p14:tracePt t="194817" x="958850" y="6070600"/>
          <p14:tracePt t="194833" x="958850" y="6089650"/>
          <p14:tracePt t="194850" x="952500" y="6102350"/>
          <p14:tracePt t="194866" x="946150" y="6115050"/>
          <p14:tracePt t="194884" x="933450" y="6134100"/>
          <p14:tracePt t="194899" x="920750" y="6153150"/>
          <p14:tracePt t="194916" x="914400" y="6159500"/>
          <p14:tracePt t="194933" x="914400" y="6178550"/>
          <p14:tracePt t="194949" x="914400" y="6184900"/>
          <p14:tracePt t="194966" x="908050" y="6191250"/>
          <p14:tracePt t="194983" x="908050" y="6210300"/>
          <p14:tracePt t="194999" x="901700" y="6223000"/>
          <p14:tracePt t="195016" x="901700" y="6229350"/>
          <p14:tracePt t="195032" x="901700" y="6242050"/>
          <p14:tracePt t="195049" x="901700" y="6254750"/>
          <p14:tracePt t="195067" x="901700" y="6267450"/>
          <p14:tracePt t="195082" x="895350" y="6273800"/>
          <p14:tracePt t="195116" x="895350" y="6286500"/>
          <p14:tracePt t="195132" x="895350" y="6292850"/>
          <p14:tracePt t="195152" x="889000" y="6299200"/>
          <p14:tracePt t="195187" x="889000" y="6305550"/>
          <p14:tracePt t="195228" x="882650" y="6305550"/>
          <p14:tracePt t="195250" x="882650" y="6311900"/>
          <p14:tracePt t="195257" x="882650" y="6318250"/>
          <p14:tracePt t="195292" x="876300" y="6324600"/>
          <p14:tracePt t="195320" x="876300" y="6330950"/>
          <p14:tracePt t="195348" x="876300" y="6337300"/>
          <p14:tracePt t="195390" x="876300" y="6343650"/>
          <p14:tracePt t="195418" x="876300" y="6350000"/>
          <p14:tracePt t="196113" x="920750" y="6350000"/>
          <p14:tracePt t="196119" x="1009650" y="6330950"/>
          <p14:tracePt t="196134" x="1123950" y="6330950"/>
          <p14:tracePt t="196146" x="1238250" y="6318250"/>
          <p14:tracePt t="196162" x="1492250" y="6286500"/>
          <p14:tracePt t="196179" x="1619250" y="6267450"/>
          <p14:tracePt t="196196" x="1873250" y="6235700"/>
          <p14:tracePt t="196212" x="2089150" y="6223000"/>
          <p14:tracePt t="196228" x="2165350" y="6223000"/>
          <p14:tracePt t="196246" x="2305050" y="6223000"/>
          <p14:tracePt t="196262" x="2438400" y="6235700"/>
          <p14:tracePt t="196278" x="2501900" y="6248400"/>
          <p14:tracePt t="196296" x="2647950" y="6267450"/>
          <p14:tracePt t="196311" x="2724150" y="6273800"/>
          <p14:tracePt t="196328" x="2832100" y="6273800"/>
          <p14:tracePt t="196345" x="2908300" y="6273800"/>
          <p14:tracePt t="196361" x="2946400" y="6273800"/>
          <p14:tracePt t="196378" x="3054350" y="6267450"/>
          <p14:tracePt t="196394" x="3149600" y="6273800"/>
          <p14:tracePt t="196411" x="3200400" y="6286500"/>
          <p14:tracePt t="196428" x="3333750" y="6292850"/>
          <p14:tracePt t="196444" x="3460750" y="6292850"/>
          <p14:tracePt t="196461" x="3511550" y="6292850"/>
          <p14:tracePt t="196479" x="3638550" y="6292850"/>
          <p14:tracePt t="196494" x="3759200" y="6292850"/>
          <p14:tracePt t="196511" x="3810000" y="6292850"/>
          <p14:tracePt t="196528" x="3892550" y="6311900"/>
          <p14:tracePt t="196544" x="3962400" y="6318250"/>
          <p14:tracePt t="196561" x="4000500" y="6324600"/>
          <p14:tracePt t="196565" x="4025900" y="6330950"/>
          <p14:tracePt t="196578" x="4051300" y="6330950"/>
          <p14:tracePt t="196594" x="4070350" y="6330950"/>
          <p14:tracePt t="196611" x="4114800" y="6330950"/>
          <p14:tracePt t="196627" x="4140200" y="6330950"/>
          <p14:tracePt t="196643" x="4146550" y="6330950"/>
          <p14:tracePt t="196661" x="4165600" y="6330950"/>
          <p14:tracePt t="196677" x="4184650" y="6337300"/>
          <p14:tracePt t="196695" x="4191000" y="6343650"/>
          <p14:tracePt t="196710" x="4210050" y="6343650"/>
          <p14:tracePt t="196727" x="4222750" y="6343650"/>
          <p14:tracePt t="196743" x="4235450" y="6343650"/>
          <p14:tracePt t="196760" x="4241800" y="6343650"/>
          <p14:tracePt t="197155" x="4273550" y="6350000"/>
          <p14:tracePt t="197169" x="4305300" y="6356350"/>
          <p14:tracePt t="197178" x="4337050" y="6362700"/>
          <p14:tracePt t="197192" x="4362450" y="6375400"/>
          <p14:tracePt t="197208" x="4413250" y="6381750"/>
          <p14:tracePt t="197226" x="4451350" y="6388100"/>
          <p14:tracePt t="197242" x="4476750" y="6394450"/>
          <p14:tracePt t="197258" x="4521200" y="6394450"/>
          <p14:tracePt t="197275" x="4559300" y="6400800"/>
          <p14:tracePt t="197291" x="4572000" y="6400800"/>
          <p14:tracePt t="197308" x="4578350" y="6400800"/>
          <p14:tracePt t="197325" x="4610100" y="6400800"/>
          <p14:tracePt t="197341" x="4616450" y="6400800"/>
          <p14:tracePt t="197360" x="4641850" y="6407150"/>
          <p14:tracePt t="197374" x="4648200" y="6407150"/>
          <p14:tracePt t="197391" x="4667250" y="6413500"/>
          <p14:tracePt t="197408" x="4679950" y="6419850"/>
          <p14:tracePt t="197424" x="4724400" y="6426200"/>
          <p14:tracePt t="197441" x="4756150" y="6438900"/>
          <p14:tracePt t="197458" x="4787900" y="6438900"/>
          <p14:tracePt t="197475" x="4800600" y="6438900"/>
          <p14:tracePt t="197491" x="4813300" y="6438900"/>
          <p14:tracePt t="197508" x="4826000" y="6432550"/>
          <p14:tracePt t="197524" x="4832350" y="6432550"/>
          <p14:tracePt t="197542" x="4838700" y="6432550"/>
          <p14:tracePt t="197557" x="4851400" y="6432550"/>
          <p14:tracePt t="197591" x="4857750" y="6432550"/>
          <p14:tracePt t="197607" x="4864100" y="6426200"/>
          <p14:tracePt t="197627" x="4870450" y="6426200"/>
          <p14:tracePt t="197647" x="4876800" y="6426200"/>
          <p14:tracePt t="197675" x="4883150" y="6419850"/>
          <p14:tracePt t="197696" x="4889500" y="6419850"/>
          <p14:tracePt t="197711" x="4895850" y="6419850"/>
          <p14:tracePt t="197725" x="4902200" y="6419850"/>
          <p14:tracePt t="197738" x="4908550" y="6419850"/>
          <p14:tracePt t="197752" x="4921250" y="6419850"/>
          <p14:tracePt t="197767" x="4933950" y="6419850"/>
          <p14:tracePt t="200963" x="4927600" y="6419850"/>
          <p14:tracePt t="200970" x="4914900" y="6419850"/>
          <p14:tracePt t="200979" x="4902200" y="6419850"/>
          <p14:tracePt t="200995" x="4895850" y="6419850"/>
          <p14:tracePt t="201012" x="4845050" y="6419850"/>
          <p14:tracePt t="201028" x="4813300" y="6413500"/>
          <p14:tracePt t="201045" x="4756150" y="6407150"/>
          <p14:tracePt t="201062" x="4667250" y="6407150"/>
          <p14:tracePt t="201079" x="4603750" y="6407150"/>
          <p14:tracePt t="201095" x="4445000" y="6419850"/>
          <p14:tracePt t="201111" x="4292600" y="6419850"/>
          <p14:tracePt t="201128" x="4241800" y="6432550"/>
          <p14:tracePt t="201145" x="4146550" y="6438900"/>
          <p14:tracePt t="201161" x="4102100" y="6438900"/>
          <p14:tracePt t="201178" x="4076700" y="6432550"/>
          <p14:tracePt t="201195" x="4051300" y="6432550"/>
          <p14:tracePt t="201211" x="4044950" y="6432550"/>
          <p14:tracePt t="201228" x="4032250" y="6432550"/>
          <p14:tracePt t="201244" x="4019550" y="6432550"/>
          <p14:tracePt t="201261" x="4006850" y="6432550"/>
          <p14:tracePt t="201294" x="4000500" y="6438900"/>
          <p14:tracePt t="201328" x="3987800" y="6438900"/>
          <p14:tracePt t="201360" x="3981450" y="6438900"/>
          <p14:tracePt t="201378" x="3975100" y="6445250"/>
          <p14:tracePt t="201394" x="3968750" y="6445250"/>
          <p14:tracePt t="201420" x="3962400" y="6445250"/>
          <p14:tracePt t="201434" x="3956050" y="6445250"/>
          <p14:tracePt t="201443" x="3956050" y="6451600"/>
          <p14:tracePt t="201460" x="3949700" y="6451600"/>
          <p14:tracePt t="201477" x="3937000" y="6451600"/>
          <p14:tracePt t="201493" x="3924300" y="6451600"/>
          <p14:tracePt t="201511" x="3898900" y="6451600"/>
          <p14:tracePt t="201526" x="3886200" y="6451600"/>
          <p14:tracePt t="201543" x="3848100" y="6451600"/>
          <p14:tracePt t="201561" x="3822700" y="6451600"/>
          <p14:tracePt t="201577" x="3810000" y="6451600"/>
          <p14:tracePt t="201593" x="3797300" y="6457950"/>
          <p14:tracePt t="201610" x="3765550" y="6457950"/>
          <p14:tracePt t="201626" x="3759200" y="6457950"/>
          <p14:tracePt t="201665" x="3752850" y="6457950"/>
          <p14:tracePt t="201687" x="3746500" y="6457950"/>
          <p14:tracePt t="207308" x="3752850" y="6457950"/>
          <p14:tracePt t="207322" x="3765550" y="6457950"/>
          <p14:tracePt t="207329" x="3778250" y="6457950"/>
          <p14:tracePt t="207350" x="3790950" y="6457950"/>
          <p14:tracePt t="207364" x="3803650" y="6451600"/>
          <p14:tracePt t="207373" x="3810000" y="6445250"/>
          <p14:tracePt t="207390" x="3829050" y="6445250"/>
          <p14:tracePt t="207407" x="3867150" y="6426200"/>
          <p14:tracePt t="207423" x="3917950" y="6400800"/>
          <p14:tracePt t="207440" x="3943350" y="6388100"/>
          <p14:tracePt t="207456" x="3981450" y="6369050"/>
          <p14:tracePt t="207473" x="4044950" y="6330950"/>
          <p14:tracePt t="207490" x="4102100" y="6305550"/>
          <p14:tracePt t="210390" x="4095750" y="6305550"/>
          <p14:tracePt t="210404" x="4083050" y="6305550"/>
          <p14:tracePt t="210411" x="4076700" y="6305550"/>
          <p14:tracePt t="210425" x="4064000" y="6305550"/>
          <p14:tracePt t="210432" x="4057650" y="6311900"/>
          <p14:tracePt t="210453" x="4051300" y="6318250"/>
          <p14:tracePt t="210509" x="4051300" y="6324600"/>
          <p14:tracePt t="210545" x="4044950" y="6330950"/>
          <p14:tracePt t="210566" x="4044950" y="6337300"/>
          <p14:tracePt t="210573" x="4044950" y="6343650"/>
          <p14:tracePt t="210601" x="4044950" y="6350000"/>
          <p14:tracePt t="210622" x="4038600" y="6356350"/>
          <p14:tracePt t="210671" x="4032250" y="6362700"/>
          <p14:tracePt t="210692" x="4025900" y="6369050"/>
          <p14:tracePt t="210713" x="4019550" y="6375400"/>
          <p14:tracePt t="210720" x="4013200" y="6381750"/>
          <p14:tracePt t="210741" x="4013200" y="6388100"/>
          <p14:tracePt t="210763" x="4006850" y="6388100"/>
          <p14:tracePt t="210782" x="4000500" y="6394450"/>
          <p14:tracePt t="210790" x="3994150" y="6400800"/>
          <p14:tracePt t="210805" x="3994150" y="6407150"/>
          <p14:tracePt t="210814" x="3987800" y="6407150"/>
          <p14:tracePt t="210832" x="3981450" y="6413500"/>
          <p14:tracePt t="210854" x="3968750" y="6419850"/>
          <p14:tracePt t="210875" x="3968750" y="6426200"/>
          <p14:tracePt t="210882" x="3968750" y="6432550"/>
          <p14:tracePt t="210903" x="3962400" y="6432550"/>
          <p14:tracePt t="210931" x="3956050" y="6432550"/>
          <p14:tracePt t="210966" x="3956050" y="6438900"/>
          <p14:tracePt t="210973" x="3956050" y="6445250"/>
          <p14:tracePt t="210980" x="3956050" y="6451600"/>
          <p14:tracePt t="211797" x="3962400" y="6451600"/>
          <p14:tracePt t="211803" x="3981450" y="6451600"/>
          <p14:tracePt t="211817" x="3994150" y="6451600"/>
          <p14:tracePt t="211828" x="4006850" y="6451600"/>
          <p14:tracePt t="211841" x="4019550" y="6451600"/>
          <p14:tracePt t="211858" x="4044950" y="6451600"/>
          <p14:tracePt t="211875" x="4064000" y="6451600"/>
          <p14:tracePt t="211891" x="4070350" y="6451600"/>
          <p14:tracePt t="211908" x="4076700" y="6451600"/>
          <p14:tracePt t="211924" x="4095750" y="6445250"/>
          <p14:tracePt t="211941" x="4102100" y="6445250"/>
          <p14:tracePt t="211958" x="4108450" y="6438900"/>
          <p14:tracePt t="211974" x="4114800" y="6432550"/>
          <p14:tracePt t="211991" x="4127500" y="6432550"/>
          <p14:tracePt t="212008" x="4140200" y="6426200"/>
          <p14:tracePt t="212040" x="4146550" y="6426200"/>
          <p14:tracePt t="212057" x="4159250" y="6419850"/>
          <p14:tracePt t="212074" x="4165600" y="6413500"/>
          <p14:tracePt t="212090" x="4171950" y="6413500"/>
          <p14:tracePt t="212123" x="4178300" y="6407150"/>
          <p14:tracePt t="212140" x="4184650" y="6407150"/>
          <p14:tracePt t="212157" x="4184650" y="6400800"/>
          <p14:tracePt t="212177" x="4191000" y="6400800"/>
          <p14:tracePt t="212193" x="4197350" y="6400800"/>
          <p14:tracePt t="212207" x="4203700" y="6394450"/>
          <p14:tracePt t="212223" x="4210050" y="6394450"/>
          <p14:tracePt t="212240" x="4222750" y="6394450"/>
          <p14:tracePt t="212273" x="4248150" y="6388100"/>
          <p14:tracePt t="212290" x="4292600" y="6381750"/>
          <p14:tracePt t="212306" x="4318000" y="6369050"/>
          <p14:tracePt t="212323" x="4368800" y="6362700"/>
          <p14:tracePt t="212339" x="4425950" y="6350000"/>
          <p14:tracePt t="212356" x="4451350" y="6350000"/>
          <p14:tracePt t="212373" x="4483100" y="6350000"/>
          <p14:tracePt t="212389" x="4514850" y="6343650"/>
          <p14:tracePt t="212406" x="4527550" y="6343650"/>
          <p14:tracePt t="212423" x="4546600" y="6343650"/>
          <p14:tracePt t="212439" x="4559300" y="6343650"/>
          <p14:tracePt t="212456" x="4572000" y="6343650"/>
          <p14:tracePt t="212472" x="4597400" y="6343650"/>
          <p14:tracePt t="212488" x="4648200" y="6337300"/>
          <p14:tracePt t="212506" x="4667250" y="6337300"/>
          <p14:tracePt t="212522" x="4718050" y="6324600"/>
          <p14:tracePt t="212539" x="4768850" y="6318250"/>
          <p14:tracePt t="212556" x="4800600" y="6311900"/>
          <p14:tracePt t="212572" x="4806950" y="6305550"/>
          <p14:tracePt t="212588" x="4813300" y="6305550"/>
          <p14:tracePt t="212605" x="4826000" y="6305550"/>
          <p14:tracePt t="212642" x="4832350" y="6305550"/>
          <p14:tracePt t="212655" x="4838700" y="6305550"/>
          <p14:tracePt t="212676" x="4845050" y="6305550"/>
          <p14:tracePt t="212697" x="4851400" y="6305550"/>
          <p14:tracePt t="212781" x="4857750" y="6305550"/>
          <p14:tracePt t="212789" x="4864100" y="6305550"/>
          <p14:tracePt t="212809" x="4870450" y="6305550"/>
          <p14:tracePt t="212879" x="4864100" y="6311900"/>
          <p14:tracePt t="212886" x="4857750" y="6311900"/>
          <p14:tracePt t="212908" x="4851400" y="6311900"/>
          <p14:tracePt t="212923" x="4845050" y="6311900"/>
          <p14:tracePt t="212928" x="4832350" y="6318250"/>
          <p14:tracePt t="212942" x="4813300" y="6318250"/>
          <p14:tracePt t="212953" x="4768850" y="6337300"/>
          <p14:tracePt t="212971" x="4667250" y="6356350"/>
          <p14:tracePt t="212987" x="4578350" y="6362700"/>
          <p14:tracePt t="213004" x="4381500" y="6407150"/>
          <p14:tracePt t="213020" x="4165600" y="6438900"/>
          <p14:tracePt t="213037" x="4051300" y="6445250"/>
          <p14:tracePt t="213055" x="3841750" y="6477000"/>
          <p14:tracePt t="213070" x="3651250" y="6508750"/>
          <p14:tracePt t="213086" x="3556000" y="6527800"/>
          <p14:tracePt t="213104" x="3429000" y="6527800"/>
          <p14:tracePt t="213120" x="3378200" y="6527800"/>
          <p14:tracePt t="213137" x="3295650" y="6527800"/>
          <p14:tracePt t="213154" x="3251200" y="6521450"/>
          <p14:tracePt t="213170" x="3232150" y="6515100"/>
          <p14:tracePt t="213187" x="3232150" y="6502400"/>
          <p14:tracePt t="213203" x="3225800" y="6496050"/>
          <p14:tracePt t="213245" x="3225800" y="6489700"/>
          <p14:tracePt t="213253" x="3232150" y="6489700"/>
          <p14:tracePt t="213273" x="3238500" y="6489700"/>
          <p14:tracePt t="213287" x="3244850" y="6489700"/>
          <p14:tracePt t="213303" x="3257550" y="6483350"/>
          <p14:tracePt t="213336" x="3270250" y="6483350"/>
          <p14:tracePt t="213353" x="3282950" y="6483350"/>
          <p14:tracePt t="213373" x="3289300" y="6483350"/>
          <p14:tracePt t="213386" x="3295650" y="6483350"/>
          <p14:tracePt t="213402" x="3302000" y="6483350"/>
          <p14:tracePt t="213419" x="3308350" y="6483350"/>
          <p14:tracePt t="213436" x="3327400" y="6483350"/>
          <p14:tracePt t="213452" x="3340100" y="6483350"/>
          <p14:tracePt t="213469" x="3390900" y="6477000"/>
          <p14:tracePt t="213486" x="3460750" y="6464300"/>
          <p14:tracePt t="213502" x="3511550" y="6451600"/>
          <p14:tracePt t="213519" x="3619500" y="6438900"/>
          <p14:tracePt t="213535" x="3740150" y="6419850"/>
          <p14:tracePt t="213552" x="3790950" y="6407150"/>
          <p14:tracePt t="213569" x="3886200" y="6388100"/>
          <p14:tracePt t="213586" x="3949700" y="6381750"/>
          <p14:tracePt t="213603" x="3987800" y="6381750"/>
          <p14:tracePt t="213618" x="4000500" y="6375400"/>
          <p14:tracePt t="213635" x="4013200" y="6375400"/>
          <p14:tracePt t="213653" x="4019550" y="6375400"/>
          <p14:tracePt t="213723" x="4025900" y="6375400"/>
          <p14:tracePt t="213744" x="4032250" y="6375400"/>
          <p14:tracePt t="214290" x="4013200" y="6375400"/>
          <p14:tracePt t="214296" x="3987800" y="6375400"/>
          <p14:tracePt t="214303" x="3968750" y="6375400"/>
          <p14:tracePt t="214319" x="3943350" y="6375400"/>
          <p14:tracePt t="214332" x="3924300" y="6375400"/>
          <p14:tracePt t="214349" x="3898900" y="6375400"/>
          <p14:tracePt t="214367" x="3892550" y="6375400"/>
          <p14:tracePt t="214399" x="3886200" y="6369050"/>
          <p14:tracePt t="214444" x="3892550" y="6369050"/>
          <p14:tracePt t="214507" x="3898900" y="6369050"/>
          <p14:tracePt t="214528" x="3905250" y="6369050"/>
          <p14:tracePt t="214535" x="3905250" y="6375400"/>
          <p14:tracePt t="214557" x="3911600" y="6375400"/>
          <p14:tracePt t="214565" x="3917950" y="6375400"/>
          <p14:tracePt t="214585" x="3924300" y="6375400"/>
          <p14:tracePt t="217068" x="3911600" y="6375400"/>
          <p14:tracePt t="217076" x="3905250" y="6375400"/>
          <p14:tracePt t="217091" x="3898900" y="6375400"/>
          <p14:tracePt t="217106" x="3892550" y="6369050"/>
          <p14:tracePt t="217122" x="3886200" y="6369050"/>
          <p14:tracePt t="217146" x="3879850" y="6362700"/>
          <p14:tracePt t="217188" x="3879850" y="6356350"/>
          <p14:tracePt t="217300" x="3873500" y="6356350"/>
          <p14:tracePt t="217335" x="3860800" y="6356350"/>
          <p14:tracePt t="217357" x="3854450" y="6356350"/>
          <p14:tracePt t="217384" x="3848100" y="6356350"/>
          <p14:tracePt t="217407" x="3841750" y="6356350"/>
          <p14:tracePt t="217420" x="3835400" y="6356350"/>
          <p14:tracePt t="217427" x="3829050" y="6356350"/>
          <p14:tracePt t="217448" x="3822700" y="6356350"/>
          <p14:tracePt t="217456" x="3816350" y="6356350"/>
          <p14:tracePt t="217475" x="3810000" y="6356350"/>
          <p14:tracePt t="217491" x="3803650" y="6356350"/>
          <p14:tracePt t="217505" x="3797300" y="6356350"/>
          <p14:tracePt t="217521" x="3771900" y="6356350"/>
          <p14:tracePt t="217539" x="3740150" y="6362700"/>
          <p14:tracePt t="217554" x="3727450" y="6362700"/>
          <p14:tracePt t="217571" x="3695700" y="6362700"/>
          <p14:tracePt t="217589" x="3670300" y="6362700"/>
          <p14:tracePt t="217605" x="3663950" y="6362700"/>
          <p14:tracePt t="217621" x="3657600" y="6362700"/>
          <p14:tracePt t="217654" x="3663950" y="6362700"/>
          <p14:tracePt t="217671" x="3676650" y="6369050"/>
          <p14:tracePt t="220060" x="3727450" y="6369050"/>
          <p14:tracePt t="220067" x="3778250" y="6362700"/>
          <p14:tracePt t="220079" x="3822700" y="6362700"/>
          <p14:tracePt t="220096" x="3898900" y="6356350"/>
          <p14:tracePt t="220112" x="3930650" y="6356350"/>
          <p14:tracePt t="220130" x="3968750" y="6356350"/>
          <p14:tracePt t="220146" x="4013200" y="6356350"/>
          <p14:tracePt t="220162" x="4025900" y="6356350"/>
          <p14:tracePt t="220179" x="4064000" y="6362700"/>
          <p14:tracePt t="220196" x="4083050" y="6362700"/>
          <p14:tracePt t="220212" x="4127500" y="6369050"/>
          <p14:tracePt t="220229" x="4178300" y="6381750"/>
          <p14:tracePt t="220245" x="4203700" y="6388100"/>
          <p14:tracePt t="220262" x="4254500" y="6394450"/>
          <p14:tracePt t="220279" x="4305300" y="6394450"/>
          <p14:tracePt t="220295" x="4330700" y="6394450"/>
          <p14:tracePt t="220312" x="4375150" y="6394450"/>
          <p14:tracePt t="220328" x="4400550" y="6394450"/>
          <p14:tracePt t="220344" x="4413250" y="6388100"/>
          <p14:tracePt t="220362" x="4425950" y="6388100"/>
          <p14:tracePt t="220378" x="4432300" y="6381750"/>
          <p14:tracePt t="220395" x="4438650" y="6381750"/>
          <p14:tracePt t="220412" x="4451350" y="6381750"/>
          <p14:tracePt t="220428" x="4457700" y="6381750"/>
          <p14:tracePt t="220445" x="4470400" y="6381750"/>
          <p14:tracePt t="220461" x="4489450" y="6381750"/>
          <p14:tracePt t="220478" x="4495800" y="6381750"/>
          <p14:tracePt t="220495" x="4540250" y="6381750"/>
          <p14:tracePt t="220511" x="4559300" y="6388100"/>
          <p14:tracePt t="220528" x="4578350" y="6388100"/>
          <p14:tracePt t="220545" x="4635500" y="6394450"/>
          <p14:tracePt t="220561" x="4679950" y="6394450"/>
          <p14:tracePt t="220578" x="4699000" y="6400800"/>
          <p14:tracePt t="220594" x="4737100" y="6400800"/>
          <p14:tracePt t="221370" x="4711700" y="6369050"/>
          <p14:tracePt t="221384" x="4654550" y="6305550"/>
          <p14:tracePt t="221390" x="4591050" y="6223000"/>
          <p14:tracePt t="221405" x="4521200" y="6140450"/>
          <p14:tracePt t="221412" x="4425950" y="6013450"/>
          <p14:tracePt t="221425" x="4318000" y="5899150"/>
          <p14:tracePt t="221441" x="4038600" y="5588000"/>
          <p14:tracePt t="221458" x="3854450" y="5391150"/>
          <p14:tracePt t="221475" x="3409950" y="4876800"/>
          <p14:tracePt t="221492" x="2889250" y="4286250"/>
          <p14:tracePt t="221508" x="2673350" y="4044950"/>
          <p14:tracePt t="221525" x="2292350" y="3625850"/>
          <p14:tracePt t="221541" x="2178050" y="3486150"/>
          <p14:tracePt t="221558" x="2000250" y="3276600"/>
          <p14:tracePt t="221575" x="1828800" y="3067050"/>
          <p14:tracePt t="221591" x="1752600" y="2971800"/>
          <p14:tracePt t="221608" x="1638300" y="2806700"/>
          <p14:tracePt t="221624" x="1549400" y="2647950"/>
          <p14:tracePt t="221640" x="1517650" y="2578100"/>
          <p14:tracePt t="221658" x="1473200" y="2489200"/>
          <p14:tracePt t="221674" x="1454150" y="2451100"/>
          <p14:tracePt t="221691" x="1447800" y="2438400"/>
          <p14:tracePt t="221707" x="1441450" y="2413000"/>
          <p14:tracePt t="221723" x="1435100" y="2387600"/>
          <p14:tracePt t="221740" x="1428750" y="2362200"/>
          <p14:tracePt t="221757" x="1428750" y="2330450"/>
          <p14:tracePt t="221773" x="1422400" y="2298700"/>
          <p14:tracePt t="221792" x="1409700" y="2266950"/>
          <p14:tracePt t="221807" x="1403350" y="2241550"/>
          <p14:tracePt t="221823" x="1403350" y="2228850"/>
          <p14:tracePt t="221840" x="1390650" y="2120900"/>
          <p14:tracePt t="221856" x="1390650" y="2057400"/>
          <p14:tracePt t="221873" x="1390650" y="1993900"/>
          <p14:tracePt t="221890" x="1390650" y="1854200"/>
          <p14:tracePt t="221906" x="1390650" y="1714500"/>
          <p14:tracePt t="221923" x="1390650" y="1644650"/>
          <p14:tracePt t="221940" x="1390650" y="1517650"/>
          <p14:tracePt t="221956" x="1403350" y="1428750"/>
          <p14:tracePt t="221973" x="1403350" y="1377950"/>
          <p14:tracePt t="221989" x="1403350" y="1282700"/>
          <p14:tracePt t="222006" x="1403350" y="1244600"/>
          <p14:tracePt t="222024" x="1390650" y="1162050"/>
          <p14:tracePt t="222039" x="1384300" y="1079500"/>
          <p14:tracePt t="222056" x="1377950" y="1041400"/>
          <p14:tracePt t="222073" x="1358900" y="952500"/>
          <p14:tracePt t="222089" x="1352550" y="933450"/>
          <p14:tracePt t="222106" x="1346200" y="920750"/>
          <p14:tracePt t="222123" x="1346200" y="882650"/>
          <p14:tracePt t="222139" x="1346200" y="876300"/>
          <p14:tracePt t="222172" x="1346200" y="869950"/>
          <p14:tracePt t="222227" x="1346200" y="876300"/>
          <p14:tracePt t="222234" x="1352550" y="882650"/>
          <p14:tracePt t="222247" x="1352550" y="889000"/>
          <p14:tracePt t="222258" x="1358900" y="889000"/>
          <p14:tracePt t="222272" x="1358900" y="895350"/>
          <p14:tracePt t="222288" x="1365250" y="908050"/>
          <p14:tracePt t="222305" x="1365250" y="914400"/>
          <p14:tracePt t="222321" x="1365250" y="927100"/>
          <p14:tracePt t="222339" x="1371600" y="946150"/>
          <p14:tracePt t="222355" x="1409700" y="1066800"/>
          <p14:tracePt t="222371" x="1428750" y="1136650"/>
          <p14:tracePt t="222389" x="1466850" y="1295400"/>
          <p14:tracePt t="222404" x="1504950" y="1454150"/>
          <p14:tracePt t="222421" x="1517650" y="1517650"/>
          <p14:tracePt t="222438" x="1543050" y="1638300"/>
          <p14:tracePt t="222454" x="1549400" y="1689100"/>
          <p14:tracePt t="222471" x="1562100" y="1758950"/>
          <p14:tracePt t="222488" x="1568450" y="1809750"/>
          <p14:tracePt t="222504" x="1568450" y="1822450"/>
          <p14:tracePt t="222507" x="1568450" y="1841500"/>
          <p14:tracePt t="222522" x="1568450" y="1847850"/>
          <p14:tracePt t="222537" x="1568450" y="1854200"/>
          <p14:tracePt t="222554" x="1568450" y="1860550"/>
          <p14:tracePt t="222635" x="1568450" y="1854200"/>
          <p14:tracePt t="223033" x="1568450" y="1847850"/>
          <p14:tracePt t="223047" x="1568450" y="1835150"/>
          <p14:tracePt t="223056" x="1568450" y="1822450"/>
          <p14:tracePt t="223075" x="1568450" y="1809750"/>
          <p14:tracePt t="223085" x="1574800" y="1797050"/>
          <p14:tracePt t="223103" x="1587500" y="1778000"/>
          <p14:tracePt t="223118" x="1600200" y="1752600"/>
          <p14:tracePt t="223135" x="1612900" y="1739900"/>
          <p14:tracePt t="223153" x="1625600" y="1714500"/>
          <p14:tracePt t="223168" x="1638300" y="1689100"/>
          <p14:tracePt t="223185" x="1644650" y="1682750"/>
          <p14:tracePt t="223202" x="1651000" y="1657350"/>
          <p14:tracePt t="223218" x="1651000" y="1638300"/>
          <p14:tracePt t="223235" x="1651000" y="1631950"/>
          <p14:tracePt t="223252" x="1651000" y="1625600"/>
          <p14:tracePt t="223286" x="1651000" y="1600200"/>
          <p14:tracePt t="223301" x="1651000" y="1593850"/>
          <p14:tracePt t="223318" x="1651000" y="1587500"/>
          <p14:tracePt t="223336" x="1651000" y="1574800"/>
          <p14:tracePt t="223351" x="1651000" y="1562100"/>
          <p14:tracePt t="223368" x="1651000" y="1555750"/>
          <p14:tracePt t="223385" x="1651000" y="1549400"/>
          <p14:tracePt t="223417" x="1651000" y="1543050"/>
          <p14:tracePt t="223447" x="1657350" y="1543050"/>
          <p14:tracePt t="223469" x="1657350" y="1536700"/>
          <p14:tracePt t="223483" x="1663700" y="1536700"/>
          <p14:tracePt t="223496" x="1663700" y="1530350"/>
          <p14:tracePt t="223519" x="1676400" y="1530350"/>
          <p14:tracePt t="223539" x="1682750" y="1524000"/>
          <p14:tracePt t="223560" x="1689100" y="1517650"/>
          <p14:tracePt t="223568" x="1689100" y="1511300"/>
          <p14:tracePt t="223581" x="1695450" y="1511300"/>
          <p14:tracePt t="223588" x="1701800" y="1511300"/>
          <p14:tracePt t="223604" x="1701800" y="1504950"/>
          <p14:tracePt t="223617" x="1708150" y="1504950"/>
          <p14:tracePt t="223634" x="1727200" y="1492250"/>
          <p14:tracePt t="223651" x="1746250" y="1473200"/>
          <p14:tracePt t="223667" x="1765300" y="1466850"/>
          <p14:tracePt t="223683" x="1784350" y="1454150"/>
          <p14:tracePt t="223701" x="1803400" y="1435100"/>
          <p14:tracePt t="223717" x="1816100" y="1428750"/>
          <p14:tracePt t="223733" x="1822450" y="1422400"/>
          <p14:tracePt t="223750" x="1835150" y="1422400"/>
          <p14:tracePt t="223783" x="1841500" y="1422400"/>
          <p14:tracePt t="223800" x="1847850" y="1422400"/>
          <p14:tracePt t="223816" x="1854200" y="1422400"/>
          <p14:tracePt t="223834" x="1873250" y="1422400"/>
          <p14:tracePt t="223850" x="1911350" y="1422400"/>
          <p14:tracePt t="223866" x="1936750" y="1422400"/>
          <p14:tracePt t="223883" x="2025650" y="1422400"/>
          <p14:tracePt t="223899" x="2089150" y="1416050"/>
          <p14:tracePt t="223916" x="2209800" y="1403350"/>
          <p14:tracePt t="223933" x="2336800" y="1384300"/>
          <p14:tracePt t="223950" x="2381250" y="1384300"/>
          <p14:tracePt t="223966" x="2451100" y="1377950"/>
          <p14:tracePt t="223982" x="2489200" y="1371600"/>
          <p14:tracePt t="223999" x="2501900" y="1365250"/>
          <p14:tracePt t="224016" x="2514600" y="1365250"/>
          <p14:tracePt t="224079" x="2514600" y="1358900"/>
          <p14:tracePt t="224115" x="2508250" y="1358900"/>
          <p14:tracePt t="224121" x="2501900" y="1358900"/>
          <p14:tracePt t="224151" x="2495550" y="1358900"/>
          <p14:tracePt t="224164" x="2489200" y="1358900"/>
          <p14:tracePt t="224171" x="2482850" y="1358900"/>
          <p14:tracePt t="224185" x="2476500" y="1358900"/>
          <p14:tracePt t="224199" x="2470150" y="1358900"/>
          <p14:tracePt t="224214" x="2451100" y="1358900"/>
          <p14:tracePt t="224232" x="2425700" y="1358900"/>
          <p14:tracePt t="224249" x="2362200" y="1352550"/>
          <p14:tracePt t="224265" x="2273300" y="1333500"/>
          <p14:tracePt t="224281" x="2209800" y="1327150"/>
          <p14:tracePt t="224298" x="2089150" y="1295400"/>
          <p14:tracePt t="224314" x="1974850" y="1276350"/>
          <p14:tracePt t="224331" x="1905000" y="1270000"/>
          <p14:tracePt t="224348" x="1816100" y="1257300"/>
          <p14:tracePt t="224365" x="1752600" y="1250950"/>
          <p14:tracePt t="224382" x="1714500" y="1250950"/>
          <p14:tracePt t="224398" x="1708150" y="1250950"/>
          <p14:tracePt t="224414" x="1701800" y="1244600"/>
          <p14:tracePt t="224431" x="1708150" y="1244600"/>
          <p14:tracePt t="224464" x="1720850" y="1244600"/>
          <p14:tracePt t="224482" x="1733550" y="1244600"/>
          <p14:tracePt t="224497" x="1739900" y="1244600"/>
          <p14:tracePt t="224502" x="1746250" y="1244600"/>
          <p14:tracePt t="224517" x="1752600" y="1244600"/>
          <p14:tracePt t="224531" x="1758950" y="1244600"/>
          <p14:tracePt t="224547" x="1765300" y="1244600"/>
          <p14:tracePt t="224571" x="1771650" y="1244600"/>
          <p14:tracePt t="224607" x="1778000" y="1244600"/>
          <p14:tracePt t="224621" x="1784350" y="1244600"/>
          <p14:tracePt t="224642" x="1790700" y="1250950"/>
          <p14:tracePt t="224663" x="1797050" y="1250950"/>
          <p14:tracePt t="224677" x="1797050" y="1257300"/>
          <p14:tracePt t="224684" x="1803400" y="1257300"/>
          <p14:tracePt t="224698" x="1809750" y="1263650"/>
          <p14:tracePt t="224714" x="1847850" y="1276350"/>
          <p14:tracePt t="224730" x="1879600" y="1289050"/>
          <p14:tracePt t="224747" x="2012950" y="1352550"/>
          <p14:tracePt t="224763" x="2235200" y="1435100"/>
          <p14:tracePt t="224780" x="2393950" y="1504950"/>
          <p14:tracePt t="224797" x="2832100" y="1714500"/>
          <p14:tracePt t="224813" x="3086100" y="1854200"/>
          <p14:tracePt t="224830" x="3587750" y="2139950"/>
          <p14:tracePt t="224846" x="4070350" y="2419350"/>
          <p14:tracePt t="224863" x="4267200" y="2514600"/>
          <p14:tracePt t="224880" x="4578350" y="2711450"/>
          <p14:tracePt t="224896" x="4756150" y="2857500"/>
          <p14:tracePt t="224913" x="4838700" y="2927350"/>
          <p14:tracePt t="224930" x="4959350" y="3079750"/>
          <p14:tracePt t="224946" x="5060950" y="3244850"/>
          <p14:tracePt t="224962" x="5092700" y="3352800"/>
          <p14:tracePt t="224979" x="5137150" y="3556000"/>
          <p14:tracePt t="224996" x="5149850" y="3797300"/>
          <p14:tracePt t="225013" x="5143500" y="3911600"/>
          <p14:tracePt t="225015" x="5130800" y="4038600"/>
          <p14:tracePt t="225030" x="5130800" y="4165600"/>
          <p14:tracePt t="225045" x="5099050" y="4406900"/>
          <p14:tracePt t="225062" x="5099050" y="4495800"/>
          <p14:tracePt t="225078" x="5099050" y="4635500"/>
          <p14:tracePt t="225095" x="5099050" y="4711700"/>
          <p14:tracePt t="225113" x="5086350" y="4800600"/>
          <p14:tracePt t="225129" x="5080000" y="4826000"/>
          <p14:tracePt t="225145" x="5073650" y="4845050"/>
          <p14:tracePt t="225162" x="5010150" y="4965700"/>
          <p14:tracePt t="225178" x="4984750" y="5016500"/>
          <p14:tracePt t="225195" x="4959350" y="5073650"/>
          <p14:tracePt t="225212" x="4864100" y="5245100"/>
          <p14:tracePt t="225229" x="4832350" y="5314950"/>
          <p14:tracePt t="225245" x="4781550" y="5384800"/>
          <p14:tracePt t="225261" x="4679950" y="5543550"/>
          <p14:tracePt t="225279" x="4578350" y="5689600"/>
          <p14:tracePt t="225295" x="4476750" y="5791200"/>
          <p14:tracePt t="225311" x="4451350" y="5816600"/>
          <p14:tracePt t="225328" x="4419600" y="5842000"/>
          <p14:tracePt t="225665" x="4400550" y="5867400"/>
          <p14:tracePt t="225679" x="4387850" y="5892800"/>
          <p14:tracePt t="225686" x="4362450" y="5930900"/>
          <p14:tracePt t="225700" x="4337050" y="5975350"/>
          <p14:tracePt t="225709" x="4318000" y="6007100"/>
          <p14:tracePt t="225726" x="4298950" y="6026150"/>
          <p14:tracePt t="225743" x="4241800" y="6083300"/>
          <p14:tracePt t="225760" x="4171950" y="6153150"/>
          <p14:tracePt t="225777" x="4108450" y="6191250"/>
          <p14:tracePt t="225792" x="4089400" y="6203950"/>
          <p14:tracePt t="225809" x="4025900" y="6229350"/>
          <p14:tracePt t="225827" x="3975100" y="6248400"/>
          <p14:tracePt t="225843" x="3949700" y="6254750"/>
          <p14:tracePt t="225859" x="3924300" y="6267450"/>
          <p14:tracePt t="225876" x="3822700" y="6305550"/>
          <p14:tracePt t="225892" x="3790950" y="6318250"/>
          <p14:tracePt t="225909" x="3771900" y="6324600"/>
          <p14:tracePt t="225926" x="3733800" y="6330950"/>
          <p14:tracePt t="225942" x="3695700" y="6350000"/>
          <p14:tracePt t="225959" x="3683000" y="6350000"/>
          <p14:tracePt t="225981" x="3676650" y="6350000"/>
          <p14:tracePt t="226100" x="3676650" y="6343650"/>
          <p14:tracePt t="226241" x="3683000" y="6343650"/>
          <p14:tracePt t="226269" x="3689350" y="6337300"/>
          <p14:tracePt t="226297" x="3695700" y="6337300"/>
          <p14:tracePt t="226310" x="3702050" y="6337300"/>
          <p14:tracePt t="226318" x="3708400" y="6337300"/>
          <p14:tracePt t="226354" x="3721100" y="6337300"/>
          <p14:tracePt t="226360" x="3727450" y="6337300"/>
          <p14:tracePt t="226374" x="3746500" y="6337300"/>
          <p14:tracePt t="226391" x="3803650" y="6337300"/>
          <p14:tracePt t="226407" x="3835400" y="6337300"/>
          <p14:tracePt t="226424" x="3917950" y="6337300"/>
          <p14:tracePt t="226441" x="4000500" y="6337300"/>
          <p14:tracePt t="226457" x="4038600" y="6337300"/>
          <p14:tracePt t="226474" x="4095750" y="6337300"/>
          <p14:tracePt t="226490" x="4114800" y="6337300"/>
          <p14:tracePt t="226509" x="4133850" y="6330950"/>
          <p14:tracePt t="226524" x="4133850" y="6324600"/>
          <p14:tracePt t="226540" x="4127500" y="6318250"/>
          <p14:tracePt t="226557" x="4102100" y="6305550"/>
          <p14:tracePt t="226573" x="4064000" y="6286500"/>
          <p14:tracePt t="226590" x="4038600" y="6273800"/>
          <p14:tracePt t="226607" x="3987800" y="6235700"/>
          <p14:tracePt t="226623" x="3924300" y="6191250"/>
          <p14:tracePt t="226640" x="3892550" y="6165850"/>
          <p14:tracePt t="226657" x="3848100" y="6121400"/>
          <p14:tracePt t="226673" x="3803650" y="6089650"/>
          <p14:tracePt t="226691" x="3765550" y="6051550"/>
          <p14:tracePt t="226706" x="3752850" y="6032500"/>
          <p14:tracePt t="226723" x="3721100" y="5994400"/>
          <p14:tracePt t="226740" x="3683000" y="5975350"/>
          <p14:tracePt t="226756" x="3670300" y="5969000"/>
          <p14:tracePt t="226773" x="3657600" y="5956300"/>
          <p14:tracePt t="226790" x="3619500" y="5937250"/>
          <p14:tracePt t="226806" x="3613150" y="5930900"/>
          <p14:tracePt t="226823" x="3600450" y="5924550"/>
          <p14:tracePt t="226839" x="3587750" y="5911850"/>
          <p14:tracePt t="226860" x="3581400" y="5911850"/>
          <p14:tracePt t="226881" x="3575050" y="5911850"/>
          <p14:tracePt t="226901" x="3568700" y="5911850"/>
          <p14:tracePt t="226944" x="3562350" y="5905500"/>
          <p14:tracePt t="226986" x="3556000" y="5905500"/>
          <p14:tracePt t="227021" x="3556000" y="5911850"/>
          <p14:tracePt t="227049" x="3543300" y="5918200"/>
          <p14:tracePt t="227803" x="3536950" y="5918200"/>
          <p14:tracePt t="227817" x="3524250" y="5918200"/>
          <p14:tracePt t="227824" x="3511550" y="5918200"/>
          <p14:tracePt t="227839" x="3492500" y="5918200"/>
          <p14:tracePt t="227853" x="3467100" y="5918200"/>
          <p14:tracePt t="227869" x="3435350" y="5918200"/>
          <p14:tracePt t="227886" x="3422650" y="5918200"/>
          <p14:tracePt t="227902" x="3390900" y="5918200"/>
          <p14:tracePt t="227919" x="3352800" y="5918200"/>
          <p14:tracePt t="227936" x="3302000" y="5918200"/>
          <p14:tracePt t="227952" x="3282950" y="5918200"/>
          <p14:tracePt t="227969" x="3225800" y="5918200"/>
          <p14:tracePt t="227986" x="3181350" y="5918200"/>
          <p14:tracePt t="228001" x="3162300" y="5918200"/>
          <p14:tracePt t="228018" x="3130550" y="5918200"/>
          <p14:tracePt t="228035" x="3086100" y="5918200"/>
          <p14:tracePt t="228052" x="3067050" y="5911850"/>
          <p14:tracePt t="228055" x="3048000" y="5911850"/>
          <p14:tracePt t="228085" x="3003550" y="5899150"/>
          <p14:tracePt t="228102" x="2990850" y="5892800"/>
          <p14:tracePt t="228118" x="2978150" y="5886450"/>
          <p14:tracePt t="228135" x="2959100" y="5873750"/>
          <p14:tracePt t="228151" x="2940050" y="5867400"/>
          <p14:tracePt t="228169" x="2927350" y="5861050"/>
          <p14:tracePt t="228185" x="2921000" y="5854700"/>
          <p14:tracePt t="228267" x="2927350" y="5854700"/>
          <p14:tracePt t="228288" x="2933700" y="5854700"/>
          <p14:tracePt t="228295" x="2940050" y="5854700"/>
          <p14:tracePt t="228316" x="2952750" y="5854700"/>
          <p14:tracePt t="228331" x="2959100" y="5854700"/>
          <p14:tracePt t="228338" x="2971800" y="5854700"/>
          <p14:tracePt t="228354" x="3003550" y="5854700"/>
          <p14:tracePt t="228367" x="3105150" y="5867400"/>
          <p14:tracePt t="228384" x="3194050" y="5873750"/>
          <p14:tracePt t="228401" x="3435350" y="5873750"/>
          <p14:tracePt t="228417" x="3562350" y="5886450"/>
          <p14:tracePt t="228434" x="3829050" y="5899150"/>
          <p14:tracePt t="228450" x="4083050" y="5899150"/>
          <p14:tracePt t="228467" x="4191000" y="5899150"/>
          <p14:tracePt t="228485" x="4349750" y="5899150"/>
          <p14:tracePt t="228500" x="4425950" y="5899150"/>
          <p14:tracePt t="228517" x="4445000" y="5899150"/>
          <p14:tracePt t="228534" x="4464050" y="5899150"/>
          <p14:tracePt t="228550" x="4464050" y="5892800"/>
          <p14:tracePt t="228567" x="4457700" y="5892800"/>
          <p14:tracePt t="228571" x="4438650" y="5886450"/>
          <p14:tracePt t="228583" x="4425950" y="5880100"/>
          <p14:tracePt t="228600" x="4387850" y="5873750"/>
          <p14:tracePt t="228617" x="4356100" y="5867400"/>
          <p14:tracePt t="228633" x="4305300" y="5861050"/>
          <p14:tracePt t="228650" x="4241800" y="5848350"/>
          <p14:tracePt t="228667" x="4203700" y="5848350"/>
          <p14:tracePt t="228683" x="4133850" y="5835650"/>
          <p14:tracePt t="228700" x="4095750" y="5835650"/>
          <p14:tracePt t="228717" x="3962400" y="5829300"/>
          <p14:tracePt t="228732" x="3898900" y="5829300"/>
          <p14:tracePt t="228749" x="3841750" y="5829300"/>
          <p14:tracePt t="228766" x="3740150" y="5829300"/>
          <p14:tracePt t="228782" x="3638550" y="5816600"/>
          <p14:tracePt t="228799" x="3581400" y="5810250"/>
          <p14:tracePt t="228816" x="3454400" y="5810250"/>
          <p14:tracePt t="228832" x="3327400" y="5797550"/>
          <p14:tracePt t="228849" x="3276600" y="5797550"/>
          <p14:tracePt t="228865" x="3181350" y="5791200"/>
          <p14:tracePt t="228882" x="3124200" y="5784850"/>
          <p14:tracePt t="228900" x="3067050" y="5765800"/>
          <p14:tracePt t="228916" x="3041650" y="5759450"/>
          <p14:tracePt t="228932" x="3003550" y="5753100"/>
          <p14:tracePt t="228949" x="2971800" y="5753100"/>
          <p14:tracePt t="228965" x="2965450" y="5753100"/>
          <p14:tracePt t="228982" x="2952750" y="5753100"/>
          <p14:tracePt t="228999" x="2940050" y="5753100"/>
          <p14:tracePt t="229075" x="2940050" y="5746750"/>
          <p14:tracePt t="229083" x="2946400" y="5746750"/>
          <p14:tracePt t="229103" x="2952750" y="5746750"/>
          <p14:tracePt t="229131" x="2965450" y="5746750"/>
          <p14:tracePt t="229180" x="2971800" y="5746750"/>
          <p14:tracePt t="229202" x="2978150" y="5746750"/>
          <p14:tracePt t="229209" x="2990850" y="5746750"/>
          <p14:tracePt t="229223" x="3003550" y="5746750"/>
          <p14:tracePt t="229231" x="3016250" y="5753100"/>
          <p14:tracePt t="229247" x="3048000" y="5759450"/>
          <p14:tracePt t="229265" x="3111500" y="5772150"/>
          <p14:tracePt t="229281" x="3219450" y="5791200"/>
          <p14:tracePt t="229298" x="3276600" y="5803900"/>
          <p14:tracePt t="229314" x="3359150" y="5816600"/>
          <p14:tracePt t="229331" x="3397250" y="5822950"/>
          <p14:tracePt t="229347" x="3448050" y="5842000"/>
          <p14:tracePt t="229364" x="3479800" y="5848350"/>
          <p14:tracePt t="229380" x="3486150" y="5848350"/>
          <p14:tracePt t="229398" x="3505200" y="5854700"/>
          <p14:tracePt t="229413" x="3511550" y="5861050"/>
          <p14:tracePt t="229430" x="3511550" y="5867400"/>
          <p14:tracePt t="229447" x="3511550" y="5880100"/>
          <p14:tracePt t="229463" x="3517900" y="5886450"/>
          <p14:tracePt t="229480" x="3517900" y="5892800"/>
          <p14:tracePt t="229497" x="3517900" y="5905500"/>
          <p14:tracePt t="229513" x="3517900" y="5918200"/>
          <p14:tracePt t="229530" x="3517900" y="5924550"/>
          <p14:tracePt t="229547" x="3517900" y="5937250"/>
          <p14:tracePt t="229563" x="3517900" y="5956300"/>
          <p14:tracePt t="229580" x="3511550" y="5975350"/>
          <p14:tracePt t="229597" x="3511550" y="5988050"/>
          <p14:tracePt t="229613" x="3505200" y="5994400"/>
          <p14:tracePt t="229630" x="3492500" y="6013450"/>
          <p14:tracePt t="229646" x="3486150" y="6013450"/>
          <p14:tracePt t="229680" x="3479800" y="6013450"/>
          <p14:tracePt t="229701" x="3473450" y="6019800"/>
          <p14:tracePt t="229736" x="3467100" y="6019800"/>
          <p14:tracePt t="229764" x="3467100" y="6013450"/>
          <p14:tracePt t="229785" x="3473450" y="6013450"/>
          <p14:tracePt t="229792" x="3479800" y="6013450"/>
          <p14:tracePt t="229814" x="3486150" y="6013450"/>
          <p14:tracePt t="229827" x="3492500" y="6013450"/>
          <p14:tracePt t="229834" x="3511550" y="6013450"/>
          <p14:tracePt t="229845" x="3524250" y="6019800"/>
          <p14:tracePt t="229862" x="3581400" y="6026150"/>
          <p14:tracePt t="229879" x="3625850" y="6032500"/>
          <p14:tracePt t="229895" x="3663950" y="6045200"/>
          <p14:tracePt t="229912" x="3797300" y="6057900"/>
          <p14:tracePt t="229928" x="3835400" y="6057900"/>
          <p14:tracePt t="229946" x="3879850" y="6070600"/>
          <p14:tracePt t="229961" x="3962400" y="6076950"/>
          <p14:tracePt t="229978" x="4032250" y="6089650"/>
          <p14:tracePt t="229996" x="4127500" y="6127750"/>
          <p14:tracePt t="230011" x="4184650" y="6134100"/>
          <p14:tracePt t="230028" x="4267200" y="6159500"/>
          <p14:tracePt t="230045" x="4318000" y="6172200"/>
          <p14:tracePt t="230061" x="4337050" y="6172200"/>
          <p14:tracePt t="230078" x="4362450" y="6178550"/>
          <p14:tracePt t="230095" x="4375150" y="6178550"/>
          <p14:tracePt t="230214" x="4368800" y="6172200"/>
          <p14:tracePt t="230263" x="4362450" y="6165850"/>
          <p14:tracePt t="230284" x="4356100" y="6165850"/>
          <p14:tracePt t="230305" x="4349750" y="6165850"/>
          <p14:tracePt t="230319" x="4343400" y="6165850"/>
          <p14:tracePt t="230325" x="4343400" y="6159500"/>
          <p14:tracePt t="230347" x="4337050" y="6159500"/>
          <p14:tracePt t="230354" x="4330700" y="6159500"/>
          <p14:tracePt t="230375" x="4324350" y="6159500"/>
          <p14:tracePt t="230410" x="4311650" y="6159500"/>
          <p14:tracePt t="230453" x="4305300" y="6165850"/>
          <p14:tracePt t="230459" x="4305300" y="6172200"/>
          <p14:tracePt t="230488" x="4305300" y="6178550"/>
          <p14:tracePt t="230530" x="4305300" y="6184900"/>
          <p14:tracePt t="230537" x="4305300" y="6191250"/>
          <p14:tracePt t="230565" x="4311650" y="6197600"/>
          <p14:tracePt t="230578" x="4311650" y="6203950"/>
          <p14:tracePt t="230585" x="4318000" y="6203950"/>
          <p14:tracePt t="230607" x="4318000" y="6210300"/>
          <p14:tracePt t="230614" x="4324350" y="6216650"/>
          <p14:tracePt t="230649" x="4330700" y="6223000"/>
          <p14:tracePt t="230670" x="4330700" y="6229350"/>
          <p14:tracePt t="230678" x="4330700" y="6235700"/>
          <p14:tracePt t="230684" x="4330700" y="6242050"/>
          <p14:tracePt t="230698" x="4330700" y="6248400"/>
          <p14:tracePt t="230709" x="4324350" y="6254750"/>
          <p14:tracePt t="230726" x="4318000" y="6254750"/>
          <p14:tracePt t="230742" x="4298950" y="6273800"/>
          <p14:tracePt t="230760" x="4267200" y="6305550"/>
          <p14:tracePt t="230776" x="4229100" y="6324600"/>
          <p14:tracePt t="230792" x="4210050" y="6330950"/>
          <p14:tracePt t="230809" x="4197350" y="6337300"/>
          <p14:tracePt t="230826" x="4159250" y="6356350"/>
          <p14:tracePt t="230842" x="4146550" y="6356350"/>
          <p14:tracePt t="230859" x="4140200" y="6362700"/>
          <p14:tracePt t="230875" x="4121150" y="6362700"/>
          <p14:tracePt t="230892" x="4108450" y="6362700"/>
          <p14:tracePt t="230925" x="4102100" y="6362700"/>
          <p14:tracePt t="230942" x="4095750" y="6362700"/>
          <p14:tracePt t="230961" x="4089400" y="6362700"/>
          <p14:tracePt t="230975" x="4083050" y="6362700"/>
          <p14:tracePt t="230991" x="4076700" y="6362700"/>
          <p14:tracePt t="231022" x="4070350" y="6369050"/>
          <p14:tracePt t="231036" x="4064000" y="6369050"/>
          <p14:tracePt t="231057" x="4057650" y="6375400"/>
          <p14:tracePt t="231071" x="4051300" y="6375400"/>
          <p14:tracePt t="231093" x="4044950" y="6375400"/>
          <p14:tracePt t="231099" x="4038600" y="6375400"/>
          <p14:tracePt t="231108" x="4038600" y="6381750"/>
          <p14:tracePt t="231124" x="4032250" y="6381750"/>
          <p14:tracePt t="231141" x="4025900" y="6388100"/>
          <p14:tracePt t="231158" x="4019550" y="6388100"/>
          <p14:tracePt t="231174" x="4006850" y="6394450"/>
          <p14:tracePt t="231208" x="4006850" y="6400800"/>
          <p14:tracePt t="231224" x="4000500" y="6400800"/>
          <p14:tracePt t="231247" x="4000500" y="6407150"/>
          <p14:tracePt t="231443" x="4000500" y="6413500"/>
          <p14:tracePt t="231450" x="4006850" y="6413500"/>
          <p14:tracePt t="231478" x="4013200" y="6413500"/>
          <p14:tracePt t="231499" x="4019550" y="6413500"/>
          <p14:tracePt t="231514" x="4025900" y="6413500"/>
          <p14:tracePt t="231527" x="4032250" y="6413500"/>
          <p14:tracePt t="231562" x="4038600" y="6413500"/>
          <p14:tracePt t="231569" x="4044950" y="6413500"/>
          <p14:tracePt t="231584" x="4057650" y="6413500"/>
          <p14:tracePt t="231593" x="4076700" y="6413500"/>
          <p14:tracePt t="231606" x="4095750" y="6413500"/>
          <p14:tracePt t="231623" x="4159250" y="6413500"/>
          <p14:tracePt t="231640" x="4260850" y="6413500"/>
          <p14:tracePt t="231656" x="4311650" y="6413500"/>
          <p14:tracePt t="231673" x="4438650" y="6413500"/>
          <p14:tracePt t="231689" x="4552950" y="6413500"/>
          <p14:tracePt t="231706" x="4610100" y="6426200"/>
          <p14:tracePt t="231723" x="4660900" y="6426200"/>
          <p14:tracePt t="231740" x="4756150" y="6426200"/>
          <p14:tracePt t="231755" x="4775200" y="6426200"/>
          <p14:tracePt t="231773" x="4806950" y="6426200"/>
          <p14:tracePt t="231788" x="4813300" y="6426200"/>
          <p14:tracePt t="231805" x="4819650" y="6426200"/>
          <p14:tracePt t="231822" x="4826000" y="6426200"/>
          <p14:tracePt t="231879" x="4819650" y="6426200"/>
          <p14:tracePt t="231893" x="4806950" y="6426200"/>
          <p14:tracePt t="231900" x="4794250" y="6419850"/>
          <p14:tracePt t="231914" x="4781550" y="6413500"/>
          <p14:tracePt t="231922" x="4762500" y="6413500"/>
          <p14:tracePt t="231938" x="4743450" y="6407150"/>
          <p14:tracePt t="231955" x="4660900" y="6400800"/>
          <p14:tracePt t="231971" x="4502150" y="6381750"/>
          <p14:tracePt t="231988" x="4413250" y="6369050"/>
          <p14:tracePt t="232006" x="4210050" y="6350000"/>
          <p14:tracePt t="232021" x="4019550" y="6337300"/>
          <p14:tracePt t="232038" x="3930650" y="6330950"/>
          <p14:tracePt t="232055" x="3822700" y="6318250"/>
          <p14:tracePt t="232071" x="3784600" y="6318250"/>
          <p14:tracePt t="232088" x="3740150" y="6324600"/>
          <p14:tracePt t="232104" x="3727450" y="6324600"/>
          <p14:tracePt t="232121" x="3721100" y="6330950"/>
          <p14:tracePt t="232146" x="3727450" y="6330950"/>
          <p14:tracePt t="232154" x="3733800" y="6330950"/>
          <p14:tracePt t="232174" x="3740150" y="6330950"/>
          <p14:tracePt t="232195" x="3746500" y="6330950"/>
          <p14:tracePt t="232203" x="3752850" y="6330950"/>
          <p14:tracePt t="232224" x="3759200" y="6330950"/>
          <p14:tracePt t="232238" x="3765550" y="6337300"/>
          <p14:tracePt t="232746" x="3721100" y="6337300"/>
          <p14:tracePt t="232754" x="3632200" y="6337300"/>
          <p14:tracePt t="232767" x="3536950" y="6337300"/>
          <p14:tracePt t="232774" x="3409950" y="6337300"/>
          <p14:tracePt t="232785" x="3270250" y="6337300"/>
          <p14:tracePt t="232802" x="3028950" y="6337300"/>
          <p14:tracePt t="232818" x="2876550" y="6337300"/>
          <p14:tracePt t="232835" x="2736850" y="6337300"/>
          <p14:tracePt t="232852" x="2495550" y="6324600"/>
          <p14:tracePt t="232868" x="2279650" y="6299200"/>
          <p14:tracePt t="232886" x="2190750" y="6292850"/>
          <p14:tracePt t="232901" x="2057400" y="6280150"/>
          <p14:tracePt t="232918" x="1955800" y="6280150"/>
          <p14:tracePt t="232936" x="1892300" y="6280150"/>
          <p14:tracePt t="232951" x="1879600" y="6280150"/>
          <p14:tracePt t="232968" x="1828800" y="6273800"/>
          <p14:tracePt t="232985" x="1797050" y="6273800"/>
          <p14:tracePt t="233001" x="1778000" y="6273800"/>
          <p14:tracePt t="233018" x="1746250" y="6273800"/>
          <p14:tracePt t="233034" x="1727200" y="6273800"/>
          <p14:tracePt t="233051" x="1714500" y="6273800"/>
          <p14:tracePt t="233068" x="1708150" y="6280150"/>
          <p14:tracePt t="233084" x="1670050" y="6280150"/>
          <p14:tracePt t="233101" x="1657350" y="6286500"/>
          <p14:tracePt t="233119" x="1625600" y="6299200"/>
          <p14:tracePt t="233134" x="1606550" y="6299200"/>
          <p14:tracePt t="233151" x="1562100" y="6311900"/>
          <p14:tracePt t="233168" x="1524000" y="6318250"/>
          <p14:tracePt t="233184" x="1492250" y="6318250"/>
          <p14:tracePt t="233201" x="1441450" y="6324600"/>
          <p14:tracePt t="233217" x="1397000" y="6324600"/>
          <p14:tracePt t="233234" x="1371600" y="6337300"/>
          <p14:tracePt t="233250" x="1327150" y="6337300"/>
          <p14:tracePt t="233267" x="1276350" y="6337300"/>
          <p14:tracePt t="233284" x="1257300" y="6337300"/>
          <p14:tracePt t="233301" x="1206500" y="6343650"/>
          <p14:tracePt t="233317" x="1168400" y="6350000"/>
          <p14:tracePt t="233333" x="1143000" y="6350000"/>
          <p14:tracePt t="233350" x="1104900" y="6350000"/>
          <p14:tracePt t="233366" x="1079500" y="6350000"/>
          <p14:tracePt t="233383" x="1060450" y="6350000"/>
          <p14:tracePt t="233400" x="1041400" y="6350000"/>
          <p14:tracePt t="233417" x="1028700" y="6350000"/>
          <p14:tracePt t="233434" x="1016000" y="6350000"/>
          <p14:tracePt t="233466" x="1009650" y="6350000"/>
          <p14:tracePt t="233483" x="1003300" y="6356350"/>
          <p14:tracePt t="233505" x="996950" y="6356350"/>
          <p14:tracePt t="233526" x="990600" y="6356350"/>
          <p14:tracePt t="233561" x="984250" y="6362700"/>
          <p14:tracePt t="233589" x="977900" y="6362700"/>
          <p14:tracePt t="233596" x="977900" y="6369050"/>
          <p14:tracePt t="233618" x="971550" y="6375400"/>
          <p14:tracePt t="233645" x="971550" y="6381750"/>
          <p14:tracePt t="233668" x="958850" y="6388100"/>
          <p14:tracePt t="233688" x="958850" y="6394450"/>
          <p14:tracePt t="233709" x="952500" y="6400800"/>
          <p14:tracePt t="233717" x="946150" y="6400800"/>
          <p14:tracePt t="233737" x="939800" y="6400800"/>
          <p14:tracePt t="233758" x="933450" y="6407150"/>
          <p14:tracePt t="233786" x="933450" y="6413500"/>
          <p14:tracePt t="233821" x="927100" y="6413500"/>
          <p14:tracePt t="233828" x="927100" y="6419850"/>
          <p14:tracePt t="233856" x="920750" y="6426200"/>
          <p14:tracePt t="233891" x="914400" y="6426200"/>
          <p14:tracePt t="233899" x="908050" y="6426200"/>
          <p14:tracePt t="234159" x="914400" y="6426200"/>
          <p14:tracePt t="234180" x="927100" y="6426200"/>
          <p14:tracePt t="234194" x="939800" y="6426200"/>
          <p14:tracePt t="234200" x="952500" y="6419850"/>
          <p14:tracePt t="234214" x="971550" y="6419850"/>
          <p14:tracePt t="234230" x="1085850" y="6407150"/>
          <p14:tracePt t="234247" x="1187450" y="6400800"/>
          <p14:tracePt t="234264" x="1454150" y="6369050"/>
          <p14:tracePt t="234280" x="1917700" y="6324600"/>
          <p14:tracePt t="234297" x="2209800" y="6292850"/>
          <p14:tracePt t="234314" x="2844800" y="6261100"/>
          <p14:tracePt t="234330" x="3441700" y="6248400"/>
          <p14:tracePt t="234347" x="3708400" y="6254750"/>
          <p14:tracePt t="234363" x="4114800" y="6280150"/>
          <p14:tracePt t="234380" x="4241800" y="6292850"/>
          <p14:tracePt t="234397" x="4457700" y="6311900"/>
          <p14:tracePt t="234414" x="4597400" y="6324600"/>
          <p14:tracePt t="234430" x="4648200" y="6330950"/>
          <p14:tracePt t="234447" x="4699000" y="6337300"/>
          <p14:tracePt t="234463" x="4724400" y="6337300"/>
          <p14:tracePt t="234479" x="4730750" y="6337300"/>
          <p14:tracePt t="234497" x="4737100" y="6337300"/>
          <p14:tracePt t="234545" x="4743450" y="6337300"/>
          <p14:tracePt t="235342" x="4737100" y="6337300"/>
          <p14:tracePt t="235356" x="4724400" y="6330950"/>
          <p14:tracePt t="235363" x="4718050" y="6330950"/>
          <p14:tracePt t="235380" x="4711700" y="6324600"/>
          <p14:tracePt t="235392" x="4699000" y="6324600"/>
          <p14:tracePt t="235409" x="4673600" y="6311900"/>
          <p14:tracePt t="235427" x="4635500" y="6299200"/>
          <p14:tracePt t="235443" x="4622800" y="6286500"/>
          <p14:tracePt t="235459" x="4591050" y="6267450"/>
          <p14:tracePt t="235476" x="4552950" y="6229350"/>
          <p14:tracePt t="235493" x="4533900" y="6210300"/>
          <p14:tracePt t="235510" x="4464050" y="6140450"/>
          <p14:tracePt t="235525" x="4343400" y="6007100"/>
          <p14:tracePt t="235542" x="4254500" y="5911850"/>
          <p14:tracePt t="235560" x="4006850" y="5556250"/>
          <p14:tracePt t="235576" x="3695700" y="4978400"/>
          <p14:tracePt t="235592" x="3498850" y="4622800"/>
          <p14:tracePt t="235609" x="3149600" y="3943350"/>
          <p14:tracePt t="235625" x="2787650" y="3289300"/>
          <p14:tracePt t="235642" x="2654300" y="3060700"/>
          <p14:tracePt t="235646" x="2520950" y="2851150"/>
          <p14:tracePt t="235659" x="2406650" y="2673350"/>
          <p14:tracePt t="235675" x="2298700" y="2495550"/>
          <p14:tracePt t="235693" x="2120900" y="2190750"/>
          <p14:tracePt t="235708" x="1993900" y="1943100"/>
          <p14:tracePt t="235725" x="1943100" y="1822450"/>
          <p14:tracePt t="235742" x="1860550" y="1612900"/>
          <p14:tracePt t="235758" x="1784350" y="1428750"/>
          <p14:tracePt t="235775" x="1758950" y="1358900"/>
          <p14:tracePt t="235792" x="1720850" y="1212850"/>
          <p14:tracePt t="235808" x="1689100" y="1136650"/>
          <p14:tracePt t="235824" x="1651000" y="1022350"/>
          <p14:tracePt t="235842" x="1625600" y="927100"/>
          <p14:tracePt t="235858" x="1600200" y="876300"/>
          <p14:tracePt t="235875" x="1593850" y="857250"/>
          <p14:tracePt t="235891" x="1581150" y="812800"/>
          <p14:tracePt t="235908" x="1568450" y="781050"/>
          <p14:tracePt t="235925" x="1555750" y="762000"/>
          <p14:tracePt t="235941" x="1549400" y="755650"/>
          <p14:tracePt t="235958" x="1543050" y="749300"/>
          <p14:tracePt t="235974" x="1536700" y="736600"/>
          <p14:tracePt t="236031" x="1536700" y="730250"/>
          <p14:tracePt t="236087" x="1543050" y="730250"/>
          <p14:tracePt t="236101" x="1549400" y="736600"/>
          <p14:tracePt t="236110" x="1555750" y="742950"/>
          <p14:tracePt t="236124" x="1568450" y="749300"/>
          <p14:tracePt t="236140" x="1574800" y="762000"/>
          <p14:tracePt t="236157" x="1593850" y="774700"/>
          <p14:tracePt t="236173" x="1600200" y="774700"/>
          <p14:tracePt t="236190" x="1631950" y="781050"/>
          <p14:tracePt t="236207" x="1714500" y="787400"/>
          <p14:tracePt t="236223" x="1778000" y="800100"/>
          <p14:tracePt t="236241" x="1866900" y="800100"/>
          <p14:tracePt t="236256" x="2184400" y="812800"/>
          <p14:tracePt t="236273" x="2286000" y="812800"/>
          <p14:tracePt t="236291" x="2501900" y="831850"/>
          <p14:tracePt t="236307" x="2584450" y="850900"/>
          <p14:tracePt t="236323" x="2749550" y="882650"/>
          <p14:tracePt t="236340" x="2857500" y="914400"/>
          <p14:tracePt t="236356" x="2889250" y="920750"/>
          <p14:tracePt t="236373" x="2927350" y="952500"/>
          <p14:tracePt t="236390" x="2940050" y="958850"/>
          <p14:tracePt t="236406" x="2946400" y="958850"/>
          <p14:tracePt t="236459" x="2952750" y="958850"/>
          <p14:tracePt t="238164" x="2978150" y="1022350"/>
          <p14:tracePt t="238179" x="3028950" y="1111250"/>
          <p14:tracePt t="238186" x="3086100" y="1250950"/>
          <p14:tracePt t="238200" x="3175000" y="1397000"/>
          <p14:tracePt t="238217" x="3263900" y="1619250"/>
          <p14:tracePt t="238235" x="3702050" y="2470150"/>
          <p14:tracePt t="238250" x="3835400" y="2743200"/>
          <p14:tracePt t="238266" x="4019550" y="3175000"/>
          <p14:tracePt t="238284" x="4184650" y="3562350"/>
          <p14:tracePt t="238300" x="4260850" y="3771900"/>
          <p14:tracePt t="238316" x="4311650" y="3981450"/>
          <p14:tracePt t="238333" x="4457700" y="4368800"/>
          <p14:tracePt t="238350" x="4508500" y="4464050"/>
          <p14:tracePt t="238366" x="4546600" y="4540250"/>
          <p14:tracePt t="238383" x="4616450" y="4679950"/>
          <p14:tracePt t="238399" x="4660900" y="4756150"/>
          <p14:tracePt t="238417" x="4673600" y="4787900"/>
          <p14:tracePt t="238432" x="4692650" y="4826000"/>
          <p14:tracePt t="238449" x="4718050" y="4889500"/>
          <p14:tracePt t="238467" x="4737100" y="4940300"/>
          <p14:tracePt t="238482" x="4743450" y="4959350"/>
          <p14:tracePt t="238499" x="4756150" y="5003800"/>
          <p14:tracePt t="238516" x="4781550" y="5054600"/>
          <p14:tracePt t="238532" x="4781550" y="5073650"/>
          <p14:tracePt t="238549" x="4794250" y="5111750"/>
          <p14:tracePt t="238565" x="4806950" y="5137150"/>
          <p14:tracePt t="238582" x="4813300" y="5156200"/>
          <p14:tracePt t="238599" x="4819650" y="5187950"/>
          <p14:tracePt t="238615" x="4832350" y="5226050"/>
          <p14:tracePt t="238632" x="4832350" y="5251450"/>
          <p14:tracePt t="238649" x="4857750" y="5314950"/>
          <p14:tracePt t="238665" x="4889500" y="5422900"/>
          <p14:tracePt t="238682" x="4908550" y="5499100"/>
          <p14:tracePt t="238686" x="4927600" y="5568950"/>
          <p14:tracePt t="238699" x="4946650" y="5626100"/>
        </p14:tracePtLst>
      </p14:laserTraceLst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EAAA00"/>
                </a:solidFill>
                <a:latin typeface="Lucida Console" panose="020B0609040504020204" pitchFamily="49" charset="0"/>
              </a:rPr>
              <a:t>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'__hash__'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EAAA00"/>
                </a:solidFill>
                <a:latin typeface="Lucida Console" panose="020B0609040504020204" pitchFamily="49" charset="0"/>
              </a:rPr>
              <a:t>attrib2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attrib4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200" b="1" spc="-10" dirty="0">
                <a:solidFill>
                  <a:srgbClr val="EAAA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4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attrib4=10</a:t>
            </a:r>
            <a:r>
              <a:rPr lang="fr-FR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x</a:t>
            </a:r>
          </a:p>
          <a:p>
            <a:pPr lvl="0">
              <a:lnSpc>
                <a:spcPct val="90000"/>
              </a:lnSpc>
            </a:pPr>
            <a:r>
              <a:rPr lang="fr-FR" sz="2200" spc="-1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attrib1=1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attrib3=3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attrib4=10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print(x.attrib1,x.attrib2,x.attrib3,x.attrib4)</a:t>
            </a:r>
          </a:p>
          <a:p>
            <a:pPr>
              <a:lnSpc>
                <a:spcPct val="90000"/>
              </a:lnSpc>
            </a:pP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EAAA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 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10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print(Testclass.attrib2, 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Testclass.attrib4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en-US" sz="2200" b="1" spc="-1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fr-FR" sz="2200" spc="-1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403" y="6427113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606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22"/>
    </mc:Choice>
    <mc:Fallback xmlns="">
      <p:transition spd="slow" advTm="176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86" x="6108700" y="4933950"/>
          <p14:tracePt t="994" x="6007100" y="4978400"/>
          <p14:tracePt t="1001" x="5886450" y="5029200"/>
          <p14:tracePt t="1016" x="5772150" y="5086350"/>
          <p14:tracePt t="1030" x="5562600" y="5156200"/>
          <p14:tracePt t="1046" x="5416550" y="5187950"/>
          <p14:tracePt t="1064" x="5213350" y="5232400"/>
          <p14:tracePt t="1079" x="4857750" y="5321300"/>
          <p14:tracePt t="1096" x="4406900" y="5467350"/>
          <p14:tracePt t="1113" x="3917950" y="5600700"/>
          <p14:tracePt t="1129" x="3676650" y="5689600"/>
          <p14:tracePt t="1145" x="3219450" y="5867400"/>
          <p14:tracePt t="1163" x="2863850" y="5956300"/>
          <p14:tracePt t="1179" x="2705100" y="6000750"/>
          <p14:tracePt t="1196" x="2438400" y="6083300"/>
          <p14:tracePt t="1213" x="2235200" y="6121400"/>
          <p14:tracePt t="1229" x="2152650" y="6153150"/>
          <p14:tracePt t="1246" x="2032000" y="6178550"/>
          <p14:tracePt t="1262" x="1924050" y="6197600"/>
          <p14:tracePt t="1279" x="1873250" y="6197600"/>
          <p14:tracePt t="1296" x="1803400" y="6210300"/>
          <p14:tracePt t="1312" x="1720850" y="6229350"/>
          <p14:tracePt t="1329" x="1676400" y="6235700"/>
          <p14:tracePt t="1346" x="1587500" y="6254750"/>
          <p14:tracePt t="1362" x="1530350" y="6261100"/>
          <p14:tracePt t="1379" x="1447800" y="6280150"/>
          <p14:tracePt t="1396" x="1371600" y="6280150"/>
          <p14:tracePt t="1412" x="1339850" y="6280150"/>
          <p14:tracePt t="1429" x="1289050" y="6273800"/>
          <p14:tracePt t="1445" x="1257300" y="6248400"/>
          <p14:tracePt t="1461" x="1244600" y="6242050"/>
          <p14:tracePt t="1478" x="1219200" y="6242050"/>
          <p14:tracePt t="1495" x="1200150" y="6235700"/>
          <p14:tracePt t="1528" x="1187450" y="6235700"/>
          <p14:tracePt t="1544" x="1174750" y="6235700"/>
          <p14:tracePt t="1634" x="1181100" y="6242050"/>
          <p14:tracePt t="1655" x="1187450" y="6242050"/>
          <p14:tracePt t="1662" x="1193800" y="6248400"/>
          <p14:tracePt t="1704" x="1200150" y="6248400"/>
          <p14:tracePt t="1725" x="1206500" y="6248400"/>
          <p14:tracePt t="1746" x="1212850" y="6254750"/>
          <p14:tracePt t="1753" x="1219200" y="6254750"/>
          <p14:tracePt t="1766" x="1225550" y="6261100"/>
          <p14:tracePt t="1777" x="1231900" y="6261100"/>
          <p14:tracePt t="1793" x="1238250" y="6267450"/>
          <p14:tracePt t="1810" x="1276350" y="6280150"/>
          <p14:tracePt t="1827" x="1327150" y="6292850"/>
          <p14:tracePt t="1845" x="1377950" y="6305550"/>
          <p14:tracePt t="1860" x="1397000" y="6311900"/>
          <p14:tracePt t="1876" x="1441450" y="6337300"/>
          <p14:tracePt t="1894" x="1473200" y="6356350"/>
          <p14:tracePt t="1910" x="1492250" y="6356350"/>
          <p14:tracePt t="1927" x="1504950" y="6362700"/>
          <p14:tracePt t="1943" x="1524000" y="6375400"/>
          <p14:tracePt t="1960" x="1530350" y="6381750"/>
          <p14:tracePt t="1993" x="1536700" y="6381750"/>
          <p14:tracePt t="2009" x="1549400" y="6388100"/>
          <p14:tracePt t="2027" x="1555750" y="6400800"/>
          <p14:tracePt t="2043" x="1568450" y="6400800"/>
          <p14:tracePt t="2059" x="1581150" y="6413500"/>
          <p14:tracePt t="2076" x="1600200" y="6419850"/>
          <p14:tracePt t="2093" x="1612900" y="6426200"/>
          <p14:tracePt t="2109" x="1651000" y="6438900"/>
          <p14:tracePt t="2126" x="1689100" y="6445250"/>
          <p14:tracePt t="2143" x="1720850" y="6451600"/>
          <p14:tracePt t="2159" x="1758950" y="6457950"/>
          <p14:tracePt t="2176" x="1790700" y="6457950"/>
          <p14:tracePt t="2192" x="1809750" y="6464300"/>
          <p14:tracePt t="2211" x="1822450" y="6464300"/>
          <p14:tracePt t="2225" x="1828800" y="6464300"/>
          <p14:tracePt t="2259" x="1835150" y="6464300"/>
          <p14:tracePt t="2294" x="1841500" y="6464300"/>
          <p14:tracePt t="2758" x="1835150" y="6464300"/>
          <p14:tracePt t="2772" x="1828800" y="6464300"/>
          <p14:tracePt t="2779" x="1816100" y="6464300"/>
          <p14:tracePt t="2800" x="1809750" y="6464300"/>
          <p14:tracePt t="2810" x="1797050" y="6457950"/>
          <p14:tracePt t="2823" x="1784350" y="6451600"/>
          <p14:tracePt t="2840" x="1765300" y="6438900"/>
          <p14:tracePt t="2857" x="1720850" y="6400800"/>
          <p14:tracePt t="2874" x="1708150" y="6388100"/>
          <p14:tracePt t="2890" x="1701800" y="6375400"/>
          <p14:tracePt t="2907" x="1689100" y="6356350"/>
          <p14:tracePt t="2923" x="1689100" y="6343650"/>
          <p14:tracePt t="2939" x="1689100" y="6337300"/>
          <p14:tracePt t="2956" x="1695450" y="6337300"/>
          <p14:tracePt t="2973" x="1708150" y="6337300"/>
          <p14:tracePt t="2990" x="1733550" y="6330950"/>
          <p14:tracePt t="3006" x="1752600" y="6330950"/>
          <p14:tracePt t="3024" x="1835150" y="6305550"/>
          <p14:tracePt t="3039" x="1968500" y="6267450"/>
          <p14:tracePt t="3056" x="2076450" y="6235700"/>
          <p14:tracePt t="3072" x="2305050" y="6184900"/>
          <p14:tracePt t="3090" x="2400300" y="6153150"/>
          <p14:tracePt t="4508" x="2419350" y="6165850"/>
          <p14:tracePt t="4515" x="2451100" y="6178550"/>
          <p14:tracePt t="4529" x="2482850" y="6191250"/>
          <p14:tracePt t="4537" x="2527300" y="6210300"/>
          <p14:tracePt t="4551" x="2552700" y="6229350"/>
          <p14:tracePt t="4567" x="2609850" y="6248400"/>
          <p14:tracePt t="4585" x="2628900" y="6261100"/>
          <p14:tracePt t="4600" x="2673350" y="6292850"/>
          <p14:tracePt t="4617" x="2724150" y="6324600"/>
          <p14:tracePt t="4635" x="2768600" y="6343650"/>
          <p14:tracePt t="4650" x="2794000" y="6356350"/>
          <p14:tracePt t="4667" x="2825750" y="6375400"/>
          <p14:tracePt t="4684" x="2908300" y="6400800"/>
          <p14:tracePt t="4700" x="2940050" y="6419850"/>
          <p14:tracePt t="4717" x="2959100" y="6432550"/>
          <p14:tracePt t="4734" x="2997200" y="6445250"/>
          <p14:tracePt t="4750" x="3022600" y="6451600"/>
          <p14:tracePt t="4767" x="3028950" y="6457950"/>
          <p14:tracePt t="4783" x="3041650" y="6457950"/>
          <p14:tracePt t="4800" x="3054350" y="6457950"/>
          <p14:tracePt t="4881" x="3054350" y="6451600"/>
          <p14:tracePt t="4950" x="3054350" y="6445250"/>
          <p14:tracePt t="4965" x="3060700" y="6445250"/>
          <p14:tracePt t="4979" x="3067050" y="6445250"/>
          <p14:tracePt t="4986" x="3067050" y="6438900"/>
          <p14:tracePt t="5007" x="3079750" y="6438900"/>
          <p14:tracePt t="5021" x="3086100" y="6438900"/>
          <p14:tracePt t="5036" x="3092450" y="6438900"/>
          <p14:tracePt t="5052" x="3105150" y="6438900"/>
          <p14:tracePt t="5066" x="3111500" y="6438900"/>
          <p14:tracePt t="5082" x="3143250" y="6438900"/>
          <p14:tracePt t="5099" x="3187700" y="6438900"/>
          <p14:tracePt t="5115" x="3219450" y="6438900"/>
          <p14:tracePt t="5132" x="3295650" y="6438900"/>
          <p14:tracePt t="5149" x="3416300" y="6457950"/>
          <p14:tracePt t="5165" x="3479800" y="6464300"/>
          <p14:tracePt t="5183" x="3600450" y="6483350"/>
          <p14:tracePt t="5199" x="3721100" y="6502400"/>
          <p14:tracePt t="5215" x="3784600" y="6502400"/>
          <p14:tracePt t="5232" x="3879850" y="6508750"/>
          <p14:tracePt t="5248" x="3943350" y="6508750"/>
          <p14:tracePt t="5265" x="3981450" y="6508750"/>
          <p14:tracePt t="5282" x="4051300" y="6521450"/>
          <p14:tracePt t="5298" x="4083050" y="6521450"/>
          <p14:tracePt t="5315" x="4146550" y="6527800"/>
          <p14:tracePt t="5331" x="4216400" y="6540500"/>
          <p14:tracePt t="5348" x="4248150" y="6540500"/>
          <p14:tracePt t="5843" x="4279900" y="6540500"/>
          <p14:tracePt t="5850" x="4305300" y="6540500"/>
          <p14:tracePt t="5866" x="4349750" y="6553200"/>
          <p14:tracePt t="5880" x="4368800" y="6553200"/>
          <p14:tracePt t="5897" x="4438650" y="6559550"/>
          <p14:tracePt t="5913" x="4495800" y="6559550"/>
          <p14:tracePt t="5929" x="4521200" y="6559550"/>
          <p14:tracePt t="5946" x="4559300" y="6559550"/>
          <p14:tracePt t="5963" x="4584700" y="6559550"/>
          <p14:tracePt t="5980" x="4591050" y="6553200"/>
          <p14:tracePt t="5997" x="4603750" y="6546850"/>
          <p14:tracePt t="6012" x="4610100" y="6540500"/>
          <p14:tracePt t="6046" x="4616450" y="6534150"/>
          <p14:tracePt t="6062" x="4616450" y="6527800"/>
          <p14:tracePt t="6103" x="4616450" y="6521450"/>
          <p14:tracePt t="6194" x="4622800" y="6521450"/>
          <p14:tracePt t="6222" x="4635500" y="6521450"/>
          <p14:tracePt t="6236" x="4641850" y="6521450"/>
          <p14:tracePt t="6243" x="4648200" y="6521450"/>
          <p14:tracePt t="6264" x="4654550" y="6521450"/>
          <p14:tracePt t="6271" x="4667250" y="6515100"/>
          <p14:tracePt t="6286" x="4679950" y="6515100"/>
          <p14:tracePt t="6295" x="4699000" y="6515100"/>
          <p14:tracePt t="6311" x="4730750" y="6502400"/>
          <p14:tracePt t="6328" x="4787900" y="6496050"/>
          <p14:tracePt t="6345" x="4870450" y="6483350"/>
          <p14:tracePt t="6361" x="4921250" y="6470650"/>
          <p14:tracePt t="6378" x="5016500" y="6457950"/>
          <p14:tracePt t="6395" x="5124450" y="6438900"/>
          <p14:tracePt t="6412" x="5245100" y="6426200"/>
          <p14:tracePt t="6427" x="5308600" y="6419850"/>
          <p14:tracePt t="6444" x="5372100" y="6407150"/>
          <p14:tracePt t="6461" x="5607050" y="6400800"/>
          <p14:tracePt t="6478" x="5683250" y="6400800"/>
          <p14:tracePt t="6494" x="5759450" y="6388100"/>
          <p14:tracePt t="6511" x="5911850" y="6388100"/>
          <p14:tracePt t="6527" x="6064250" y="6388100"/>
          <p14:tracePt t="6544" x="6140450" y="6388100"/>
          <p14:tracePt t="6560" x="6292850" y="6388100"/>
          <p14:tracePt t="6577" x="6388100" y="6381750"/>
          <p14:tracePt t="6596" x="6457950" y="6381750"/>
          <p14:tracePt t="6610" x="6483350" y="6388100"/>
          <p14:tracePt t="6627" x="6527800" y="6388100"/>
          <p14:tracePt t="6644" x="6565900" y="6394450"/>
          <p14:tracePt t="6660" x="6597650" y="6394450"/>
          <p14:tracePt t="6677" x="6635750" y="6407150"/>
          <p14:tracePt t="6694" x="6673850" y="6407150"/>
          <p14:tracePt t="6711" x="6699250" y="6413500"/>
          <p14:tracePt t="6727" x="6718300" y="6413500"/>
          <p14:tracePt t="6743" x="6775450" y="6438900"/>
          <p14:tracePt t="6760" x="6794500" y="6445250"/>
          <p14:tracePt t="6777" x="6826250" y="6451600"/>
          <p14:tracePt t="6793" x="6832600" y="6451600"/>
          <p14:tracePt t="6810" x="6845300" y="6451600"/>
          <p14:tracePt t="6827" x="6851650" y="6457950"/>
          <p14:tracePt t="6862" x="6858000" y="6451600"/>
          <p14:tracePt t="7270" x="6896100" y="6451600"/>
          <p14:tracePt t="7277" x="6946900" y="6451600"/>
          <p14:tracePt t="7284" x="7010400" y="6464300"/>
          <p14:tracePt t="7298" x="7061200" y="6464300"/>
          <p14:tracePt t="7308" x="7105650" y="6464300"/>
          <p14:tracePt t="7324" x="7143750" y="6470650"/>
          <p14:tracePt t="7341" x="7213600" y="6477000"/>
          <p14:tracePt t="7358" x="7258050" y="6496050"/>
          <p14:tracePt t="7375" x="7289800" y="6502400"/>
          <p14:tracePt t="7391" x="7302500" y="6508750"/>
          <p14:tracePt t="7408" x="7315200" y="6508750"/>
          <p14:tracePt t="7425" x="7334250" y="6515100"/>
          <p14:tracePt t="7441" x="7334250" y="6521450"/>
          <p14:tracePt t="7458" x="7340600" y="6521450"/>
          <p14:tracePt t="7474" x="7359650" y="6534150"/>
          <p14:tracePt t="7491" x="7372350" y="6540500"/>
          <p14:tracePt t="7524" x="7378700" y="6553200"/>
          <p14:tracePt t="7540" x="7391400" y="6553200"/>
          <p14:tracePt t="7558" x="7397750" y="6553200"/>
          <p14:tracePt t="7590" x="7404100" y="6553200"/>
          <p14:tracePt t="7628" x="7410450" y="6553200"/>
          <p14:tracePt t="7649" x="7416800" y="6553200"/>
          <p14:tracePt t="8365" x="7385050" y="6546850"/>
          <p14:tracePt t="8372" x="7353300" y="6521450"/>
          <p14:tracePt t="8385" x="7308850" y="6508750"/>
          <p14:tracePt t="8393" x="7251700" y="6477000"/>
          <p14:tracePt t="8404" x="7194550" y="6451600"/>
          <p14:tracePt t="8421" x="7010400" y="6356350"/>
          <p14:tracePt t="8437" x="6889750" y="6305550"/>
          <p14:tracePt t="8454" x="6737350" y="6229350"/>
          <p14:tracePt t="8471" x="6096000" y="5848350"/>
          <p14:tracePt t="8487" x="5842000" y="5683250"/>
          <p14:tracePt t="8503" x="5607050" y="5511800"/>
          <p14:tracePt t="8520" x="5226050" y="5187950"/>
          <p14:tracePt t="8537" x="4794250" y="4743450"/>
          <p14:tracePt t="8554" x="4578350" y="4476750"/>
          <p14:tracePt t="8570" x="4133850" y="3803650"/>
          <p14:tracePt t="8587" x="3829050" y="3251200"/>
          <p14:tracePt t="8604" x="3549650" y="2857500"/>
          <p14:tracePt t="8620" x="3422650" y="2673350"/>
          <p14:tracePt t="8637" x="3244850" y="2413000"/>
          <p14:tracePt t="8653" x="3111500" y="2184400"/>
          <p14:tracePt t="8669" x="3073400" y="2101850"/>
          <p14:tracePt t="8674" x="3028950" y="2032000"/>
          <p14:tracePt t="8687" x="2990850" y="1962150"/>
          <p14:tracePt t="8703" x="2933700" y="1847850"/>
          <p14:tracePt t="8720" x="2908300" y="1803400"/>
          <p14:tracePt t="8737" x="2851150" y="1739900"/>
          <p14:tracePt t="8753" x="2800350" y="1682750"/>
          <p14:tracePt t="8769" x="2781300" y="1670050"/>
          <p14:tracePt t="8787" x="2743200" y="1625600"/>
          <p14:tracePt t="8803" x="2730500" y="1612900"/>
          <p14:tracePt t="8819" x="2717800" y="1587500"/>
          <p14:tracePt t="8836" x="2654300" y="1511300"/>
          <p14:tracePt t="8853" x="2641600" y="1485900"/>
          <p14:tracePt t="8870" x="2616200" y="1441450"/>
          <p14:tracePt t="8886" x="2578100" y="1390650"/>
          <p14:tracePt t="8902" x="2559050" y="1365250"/>
          <p14:tracePt t="8920" x="2540000" y="1320800"/>
          <p14:tracePt t="8936" x="2514600" y="1270000"/>
          <p14:tracePt t="8952" x="2501900" y="1238250"/>
          <p14:tracePt t="8969" x="2482850" y="1200150"/>
          <p14:tracePt t="8985" x="2457450" y="1136650"/>
          <p14:tracePt t="9002" x="2451100" y="1117600"/>
          <p14:tracePt t="9019" x="2425700" y="1079500"/>
          <p14:tracePt t="9035" x="2400300" y="1047750"/>
          <p14:tracePt t="9052" x="2387600" y="1041400"/>
          <p14:tracePt t="9068" x="2368550" y="1022350"/>
          <p14:tracePt t="9086" x="2362200" y="1016000"/>
          <p14:tracePt t="9102" x="2349500" y="1009650"/>
          <p14:tracePt t="9135" x="2343150" y="1016000"/>
          <p14:tracePt t="9151" x="2336800" y="1022350"/>
          <p14:tracePt t="9168" x="2330450" y="1035050"/>
          <p14:tracePt t="9194" x="2330450" y="1041400"/>
          <p14:tracePt t="9208" x="2330450" y="1047750"/>
          <p14:tracePt t="9229" x="2330450" y="1054100"/>
          <p14:tracePt t="9238" x="2330450" y="1060450"/>
          <p14:tracePt t="9278" x="2330450" y="1066800"/>
          <p14:tracePt t="9313" x="2330450" y="1073150"/>
          <p14:tracePt t="9356" x="2330450" y="1079500"/>
          <p14:tracePt t="9377" x="2330450" y="1085850"/>
          <p14:tracePt t="9383" x="2330450" y="1092200"/>
          <p14:tracePt t="9405" x="2336800" y="1092200"/>
          <p14:tracePt t="9426" x="2336800" y="1098550"/>
          <p14:tracePt t="9447" x="2343150" y="1104900"/>
          <p14:tracePt t="9475" x="2349500" y="1104900"/>
          <p14:tracePt t="9524" x="2355850" y="1111250"/>
          <p14:tracePt t="9559" x="2355850" y="1117600"/>
          <p14:tracePt t="9567" x="2362200" y="1117600"/>
          <p14:tracePt t="9588" x="2362200" y="1123950"/>
          <p14:tracePt t="9595" x="2368550" y="1123950"/>
          <p14:tracePt t="9616" x="2374900" y="1123950"/>
          <p14:tracePt t="9637" x="2381250" y="1130300"/>
          <p14:tracePt t="9651" x="2387600" y="1136650"/>
          <p14:tracePt t="9665" x="2393950" y="1136650"/>
          <p14:tracePt t="9686" x="2393950" y="1143000"/>
          <p14:tracePt t="9701" x="2400300" y="1143000"/>
          <p14:tracePt t="9721" x="2406650" y="1149350"/>
          <p14:tracePt t="9735" x="2413000" y="1149350"/>
          <p14:tracePt t="9749" x="2419350" y="1155700"/>
          <p14:tracePt t="9756" x="2425700" y="1155700"/>
          <p14:tracePt t="9770" x="2425700" y="1162050"/>
          <p14:tracePt t="9782" x="2438400" y="1168400"/>
          <p14:tracePt t="9799" x="2470150" y="1193800"/>
          <p14:tracePt t="9816" x="2501900" y="1219200"/>
          <p14:tracePt t="9833" x="2590800" y="1289050"/>
          <p14:tracePt t="9849" x="2730500" y="1390650"/>
          <p14:tracePt t="9866" x="2800350" y="1441450"/>
          <p14:tracePt t="9883" x="2959100" y="1555750"/>
          <p14:tracePt t="9899" x="3073400" y="1638300"/>
          <p14:tracePt t="9916" x="3117850" y="1676400"/>
          <p14:tracePt t="9933" x="3187700" y="1733550"/>
          <p14:tracePt t="9949" x="3219450" y="1765300"/>
          <p14:tracePt t="9966" x="3225800" y="1778000"/>
          <p14:tracePt t="9982" x="3238500" y="1790700"/>
          <p14:tracePt t="9999" x="3238500" y="1797050"/>
          <p14:tracePt t="10016" x="3244850" y="1809750"/>
          <p14:tracePt t="10049" x="3244850" y="1816100"/>
          <p14:tracePt t="10065" x="3238500" y="1828800"/>
          <p14:tracePt t="10082" x="3238500" y="1835150"/>
          <p14:tracePt t="10098" x="3232150" y="1841500"/>
          <p14:tracePt t="10115" x="3232150" y="1847850"/>
          <p14:tracePt t="10132" x="3232150" y="1854200"/>
          <p14:tracePt t="10157" x="3232150" y="1860550"/>
          <p14:tracePt t="10569" x="3168650" y="1962150"/>
          <p14:tracePt t="10582" x="3041650" y="2146300"/>
          <p14:tracePt t="10589" x="2901950" y="2374900"/>
          <p14:tracePt t="10604" x="2724150" y="2635250"/>
          <p14:tracePt t="10613" x="2546350" y="2895600"/>
          <p14:tracePt t="10629" x="2387600" y="3086100"/>
          <p14:tracePt t="10646" x="2152650" y="3384550"/>
          <p14:tracePt t="10663" x="1993900" y="3606800"/>
          <p14:tracePt t="10680" x="1860550" y="3784600"/>
          <p14:tracePt t="10696" x="1809750" y="3854450"/>
          <p14:tracePt t="10713" x="1689100" y="3975100"/>
          <p14:tracePt t="10730" x="1612900" y="4044950"/>
          <p14:tracePt t="10746" x="1587500" y="4089400"/>
          <p14:tracePt t="10763" x="1562100" y="4114800"/>
          <p14:tracePt t="10779" x="1485900" y="4165600"/>
          <p14:tracePt t="10796" x="1466850" y="4178300"/>
          <p14:tracePt t="10813" x="1454150" y="4184650"/>
          <p14:tracePt t="10829" x="1416050" y="4203700"/>
          <p14:tracePt t="10846" x="1384300" y="4235450"/>
          <p14:tracePt t="10863" x="1346200" y="4267200"/>
          <p14:tracePt t="10879" x="1327150" y="4286250"/>
          <p14:tracePt t="10896" x="1282700" y="4318000"/>
          <p14:tracePt t="10913" x="1225550" y="4375150"/>
          <p14:tracePt t="10929" x="1212850" y="4400550"/>
          <p14:tracePt t="10945" x="1193800" y="4432300"/>
          <p14:tracePt t="10962" x="1181100" y="4476750"/>
          <p14:tracePt t="10979" x="1181100" y="4502150"/>
          <p14:tracePt t="10995" x="1212850" y="4603750"/>
          <p14:tracePt t="11011" x="1295400" y="4737100"/>
          <p14:tracePt t="11029" x="1365250" y="4813300"/>
          <p14:tracePt t="11046" x="1447800" y="4895850"/>
          <p14:tracePt t="11061" x="1866900" y="5130800"/>
          <p14:tracePt t="11078" x="2057400" y="5200650"/>
          <p14:tracePt t="11096" x="2355850" y="5308600"/>
          <p14:tracePt t="11111" x="2501900" y="5378450"/>
          <p14:tracePt t="11128" x="2736850" y="5499100"/>
          <p14:tracePt t="11145" x="2927350" y="5626100"/>
          <p14:tracePt t="11161" x="2997200" y="5676900"/>
          <p14:tracePt t="11178" x="3111500" y="5759450"/>
          <p14:tracePt t="11194" x="3194050" y="5829300"/>
          <p14:tracePt t="11211" x="3213100" y="5854700"/>
          <p14:tracePt t="11228" x="3251200" y="5899150"/>
          <p14:tracePt t="11244" x="3289300" y="5930900"/>
          <p14:tracePt t="11261" x="3302000" y="5956300"/>
          <p14:tracePt t="11278" x="3327400" y="5994400"/>
          <p14:tracePt t="11294" x="3346450" y="6038850"/>
          <p14:tracePt t="11311" x="3346450" y="6057900"/>
          <p14:tracePt t="11328" x="3352800" y="6108700"/>
          <p14:tracePt t="11344" x="3352800" y="6178550"/>
          <p14:tracePt t="11361" x="3359150" y="6203950"/>
          <p14:tracePt t="11377" x="3378200" y="6286500"/>
          <p14:tracePt t="11394" x="3384550" y="6318250"/>
          <p14:tracePt t="11411" x="3397250" y="6369050"/>
          <p14:tracePt t="11427" x="3416300" y="6407150"/>
          <p14:tracePt t="11444" x="3435350" y="6432550"/>
          <p14:tracePt t="11461" x="3441700" y="6457950"/>
          <p14:tracePt t="11477" x="3460750" y="6483350"/>
          <p14:tracePt t="11493" x="3467100" y="6489700"/>
          <p14:tracePt t="11510" x="3479800" y="6496050"/>
          <p14:tracePt t="11546" x="3486150" y="6496050"/>
          <p14:tracePt t="11560" x="3492500" y="6496050"/>
          <p14:tracePt t="11595" x="3492500" y="6489700"/>
          <p14:tracePt t="11616" x="3498850" y="6483350"/>
          <p14:tracePt t="11657" x="3498850" y="6477000"/>
          <p14:tracePt t="11664" x="3498850" y="6470650"/>
          <p14:tracePt t="11707" x="3498850" y="6464300"/>
          <p14:tracePt t="11763" x="3498850" y="6457950"/>
          <p14:tracePt t="11784" x="3505200" y="6451600"/>
          <p14:tracePt t="11805" x="3511550" y="6445250"/>
          <p14:tracePt t="11827" x="3517900" y="6438900"/>
          <p14:tracePt t="11854" x="3524250" y="6438900"/>
          <p14:tracePt t="11877" x="3530600" y="6438900"/>
          <p14:tracePt t="11904" x="3530600" y="6432550"/>
          <p14:tracePt t="11939" x="3530600" y="6426200"/>
          <p14:tracePt t="11967" x="3524250" y="6419850"/>
          <p14:tracePt t="11974" x="3511550" y="6413500"/>
          <p14:tracePt t="11988" x="3486150" y="6407150"/>
          <p14:tracePt t="11995" x="3448050" y="6388100"/>
          <p14:tracePt t="12012" x="3384550" y="6369050"/>
          <p14:tracePt t="12025" x="3289300" y="6337300"/>
          <p14:tracePt t="12042" x="3054350" y="6229350"/>
          <p14:tracePt t="12059" x="2730500" y="6096000"/>
          <p14:tracePt t="12075" x="2533650" y="5994400"/>
          <p14:tracePt t="12092" x="2184400" y="5810250"/>
          <p14:tracePt t="12108" x="1860550" y="5626100"/>
          <p14:tracePt t="12125" x="1727200" y="5530850"/>
          <p14:tracePt t="12142" x="1524000" y="5378450"/>
          <p14:tracePt t="12158" x="1358900" y="5245100"/>
          <p14:tracePt t="12174" x="1301750" y="5194300"/>
          <p14:tracePt t="12192" x="1181100" y="5099050"/>
          <p14:tracePt t="12208" x="1079500" y="5022850"/>
          <p14:tracePt t="12224" x="1035050" y="4984750"/>
          <p14:tracePt t="12241" x="958850" y="4933950"/>
          <p14:tracePt t="12257" x="901700" y="4902200"/>
          <p14:tracePt t="12274" x="882650" y="4883150"/>
          <p14:tracePt t="12291" x="838200" y="4857750"/>
          <p14:tracePt t="12308" x="819150" y="4845050"/>
          <p14:tracePt t="12324" x="768350" y="4826000"/>
          <p14:tracePt t="12340" x="730250" y="4813300"/>
          <p14:tracePt t="12357" x="723900" y="4813300"/>
          <p14:tracePt t="12374" x="698500" y="4806950"/>
          <p14:tracePt t="12390" x="679450" y="4806950"/>
          <p14:tracePt t="12407" x="673100" y="4806950"/>
          <p14:tracePt t="12424" x="660400" y="4806950"/>
          <p14:tracePt t="12440" x="647700" y="4806950"/>
          <p14:tracePt t="12457" x="635000" y="4806950"/>
          <p14:tracePt t="12474" x="628650" y="4806950"/>
          <p14:tracePt t="12490" x="622300" y="4813300"/>
          <p14:tracePt t="12508" x="615950" y="4813300"/>
          <p14:tracePt t="12539" x="615950" y="4826000"/>
          <p14:tracePt t="12557" x="609600" y="4832350"/>
          <p14:tracePt t="12573" x="603250" y="4832350"/>
          <p14:tracePt t="12607" x="590550" y="4838700"/>
          <p14:tracePt t="12640" x="584200" y="4845050"/>
          <p14:tracePt t="12656" x="577850" y="4851400"/>
          <p14:tracePt t="12672" x="565150" y="4857750"/>
          <p14:tracePt t="12690" x="558800" y="4864100"/>
          <p14:tracePt t="12706" x="539750" y="4883150"/>
          <p14:tracePt t="12723" x="514350" y="4908550"/>
          <p14:tracePt t="12740" x="488950" y="4933950"/>
          <p14:tracePt t="12756" x="476250" y="4946650"/>
          <p14:tracePt t="12772" x="450850" y="4965700"/>
          <p14:tracePt t="12790" x="431800" y="4997450"/>
          <p14:tracePt t="12805" x="425450" y="5010150"/>
          <p14:tracePt t="12823" x="400050" y="5035550"/>
          <p14:tracePt t="12839" x="393700" y="5048250"/>
          <p14:tracePt t="12856" x="387350" y="5054600"/>
          <p14:tracePt t="12872" x="381000" y="5060950"/>
          <p14:tracePt t="12889" x="368300" y="5073650"/>
          <p14:tracePt t="12923" x="361950" y="5086350"/>
          <p14:tracePt t="12959" x="355600" y="5092700"/>
          <p14:tracePt t="13183" x="361950" y="5092700"/>
          <p14:tracePt t="13224" x="368300" y="5086350"/>
          <p14:tracePt t="13239" x="374650" y="5080000"/>
          <p14:tracePt t="13260" x="381000" y="5080000"/>
          <p14:tracePt t="13275" x="387350" y="5080000"/>
          <p14:tracePt t="13281" x="387350" y="5073650"/>
          <p14:tracePt t="13295" x="393700" y="5073650"/>
          <p14:tracePt t="13303" x="400050" y="5067300"/>
          <p14:tracePt t="13320" x="419100" y="5060950"/>
          <p14:tracePt t="13338" x="463550" y="5048250"/>
          <p14:tracePt t="13354" x="527050" y="5016500"/>
          <p14:tracePt t="13371" x="565150" y="5003800"/>
          <p14:tracePt t="13387" x="641350" y="4978400"/>
          <p14:tracePt t="13404" x="711200" y="4959350"/>
          <p14:tracePt t="13420" x="742950" y="4953000"/>
          <p14:tracePt t="13437" x="800100" y="4953000"/>
          <p14:tracePt t="13454" x="850900" y="4953000"/>
          <p14:tracePt t="13471" x="869950" y="4953000"/>
          <p14:tracePt t="13486" x="882650" y="4953000"/>
          <p14:tracePt t="13503" x="889000" y="4953000"/>
          <p14:tracePt t="13520" x="895350" y="4953000"/>
          <p14:tracePt t="13998" x="958850" y="4953000"/>
          <p14:tracePt t="14005" x="1047750" y="4933950"/>
          <p14:tracePt t="14018" x="1149350" y="4921250"/>
          <p14:tracePt t="14034" x="1377950" y="4889500"/>
          <p14:tracePt t="14051" x="1492250" y="4876800"/>
          <p14:tracePt t="14068" x="1593850" y="4870450"/>
          <p14:tracePt t="14084" x="1905000" y="4845050"/>
          <p14:tracePt t="14101" x="1993900" y="4838700"/>
          <p14:tracePt t="14118" x="2171700" y="4838700"/>
          <p14:tracePt t="14134" x="2311400" y="4838700"/>
          <p14:tracePt t="14151" x="2374900" y="4838700"/>
          <p14:tracePt t="14168" x="2476500" y="4838700"/>
          <p14:tracePt t="14187" x="2590800" y="4838700"/>
          <p14:tracePt t="14201" x="2647950" y="4838700"/>
          <p14:tracePt t="14217" x="2774950" y="4838700"/>
          <p14:tracePt t="14234" x="2838450" y="4838700"/>
          <p14:tracePt t="14238" x="2914650" y="4838700"/>
          <p14:tracePt t="14251" x="3041650" y="4838700"/>
          <p14:tracePt t="14268" x="3111500" y="4851400"/>
          <p14:tracePt t="14284" x="3175000" y="4857750"/>
          <p14:tracePt t="14300" x="3289300" y="4870450"/>
          <p14:tracePt t="14317" x="3397250" y="4876800"/>
          <p14:tracePt t="14334" x="3448050" y="4876800"/>
          <p14:tracePt t="14350" x="3543300" y="4864100"/>
          <p14:tracePt t="14367" x="3613150" y="4864100"/>
          <p14:tracePt t="14384" x="3676650" y="4864100"/>
          <p14:tracePt t="14400" x="3714750" y="4864100"/>
          <p14:tracePt t="14417" x="3784600" y="4857750"/>
          <p14:tracePt t="14434" x="3879850" y="4851400"/>
          <p14:tracePt t="14450" x="3930650" y="4832350"/>
          <p14:tracePt t="14467" x="4000500" y="4826000"/>
          <p14:tracePt t="14483" x="4051300" y="4806950"/>
        </p14:tracePtLst>
      </p14:laserTraceLst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EAAA00"/>
                </a:solidFill>
                <a:latin typeface="Lucida Console" panose="020B0609040504020204" pitchFamily="49" charset="0"/>
              </a:rPr>
              <a:t>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'__hash__'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EAAA00"/>
                </a:solidFill>
                <a:latin typeface="Lucida Console" panose="020B0609040504020204" pitchFamily="49" charset="0"/>
              </a:rPr>
              <a:t>attrib2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en-US" sz="22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attrib4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attrib4=10</a:t>
            </a:r>
            <a:r>
              <a:rPr lang="fr-FR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x</a:t>
            </a:r>
          </a:p>
          <a:p>
            <a:pPr lvl="0">
              <a:lnSpc>
                <a:spcPct val="90000"/>
              </a:lnSpc>
            </a:pPr>
            <a:r>
              <a:rPr lang="fr-FR" sz="2200" spc="-1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attrib1=1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attrib3=3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attrib4=10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print(x.attrib1,x.attrib2,x.attrib3,x.attrib4)</a:t>
            </a:r>
          </a:p>
          <a:p>
            <a:pPr>
              <a:lnSpc>
                <a:spcPct val="90000"/>
              </a:lnSpc>
            </a:pP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EAAA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</a:t>
            </a:r>
            <a:r>
              <a:rPr lang="fr-FR" sz="22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 </a:t>
            </a:r>
            <a:r>
              <a:rPr lang="fr-FR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10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print(Testclass.attrib2, 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Testclass.attrib4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b="1" spc="-10" dirty="0">
                <a:solidFill>
                  <a:srgbClr val="EAAA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b="1" spc="-1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4</a:t>
            </a:r>
          </a:p>
          <a:p>
            <a:pPr>
              <a:lnSpc>
                <a:spcPct val="90000"/>
              </a:lnSpc>
            </a:pPr>
            <a:endParaRPr lang="fr-FR" sz="2200" spc="-1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7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445"/>
    </mc:Choice>
    <mc:Fallback xmlns="">
      <p:transition spd="slow" advTm="914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27" x="2190750" y="5245100"/>
          <p14:tracePt t="335" x="2165350" y="5251450"/>
          <p14:tracePt t="347" x="2146300" y="5264150"/>
          <p14:tracePt t="355" x="2133600" y="5276850"/>
          <p14:tracePt t="370" x="2101850" y="5295900"/>
          <p14:tracePt t="384" x="2082800" y="5308600"/>
          <p14:tracePt t="400" x="2038350" y="5340350"/>
          <p14:tracePt t="418" x="1987550" y="5378450"/>
          <p14:tracePt t="434" x="1955800" y="5391150"/>
          <p14:tracePt t="450" x="1892300" y="5429250"/>
          <p14:tracePt t="468" x="1828800" y="5473700"/>
          <p14:tracePt t="483" x="1784350" y="5499100"/>
          <p14:tracePt t="501" x="1714500" y="5537200"/>
          <p14:tracePt t="517" x="1682750" y="5562600"/>
          <p14:tracePt t="533" x="1619250" y="5594350"/>
          <p14:tracePt t="550" x="1568450" y="5626100"/>
          <p14:tracePt t="567" x="1536700" y="5651500"/>
          <p14:tracePt t="584" x="1511300" y="5664200"/>
          <p14:tracePt t="602" x="1479550" y="5695950"/>
          <p14:tracePt t="616" x="1441450" y="5715000"/>
          <p14:tracePt t="633" x="1428750" y="5727700"/>
          <p14:tracePt t="650" x="1416050" y="5740400"/>
          <p14:tracePt t="653" x="1403350" y="5759450"/>
          <p14:tracePt t="667" x="1384300" y="5765800"/>
          <p14:tracePt t="683" x="1352550" y="5791200"/>
          <p14:tracePt t="700" x="1327150" y="5810250"/>
          <p14:tracePt t="716" x="1314450" y="5822950"/>
          <p14:tracePt t="733" x="1289050" y="5842000"/>
          <p14:tracePt t="749" x="1263650" y="5867400"/>
          <p14:tracePt t="766" x="1250950" y="5873750"/>
          <p14:tracePt t="783" x="1219200" y="5892800"/>
          <p14:tracePt t="800" x="1193800" y="5911850"/>
          <p14:tracePt t="816" x="1181100" y="5924550"/>
          <p14:tracePt t="833" x="1162050" y="5943600"/>
          <p14:tracePt t="849" x="1149350" y="5962650"/>
          <p14:tracePt t="865" x="1143000" y="5962650"/>
          <p14:tracePt t="882" x="1130300" y="5981700"/>
          <p14:tracePt t="899" x="1111250" y="6000750"/>
          <p14:tracePt t="916" x="1111250" y="6007100"/>
          <p14:tracePt t="932" x="1098550" y="6019800"/>
          <p14:tracePt t="949" x="1092200" y="6032500"/>
          <p14:tracePt t="965" x="1092200" y="6038850"/>
          <p14:tracePt t="982" x="1079500" y="6045200"/>
          <p14:tracePt t="998" x="1073150" y="6051550"/>
          <p14:tracePt t="1016" x="1054100" y="6064250"/>
          <p14:tracePt t="1032" x="1054100" y="6070600"/>
          <p14:tracePt t="1048" x="1054100" y="6076950"/>
          <p14:tracePt t="1065" x="1041400" y="6089650"/>
          <p14:tracePt t="1081" x="1035050" y="6096000"/>
          <p14:tracePt t="1115" x="1028700" y="6102350"/>
          <p14:tracePt t="1150" x="1028700" y="6108700"/>
          <p14:tracePt t="1177" x="1022350" y="6115050"/>
          <p14:tracePt t="1199" x="1022350" y="6127750"/>
          <p14:tracePt t="1219" x="1022350" y="6134100"/>
          <p14:tracePt t="1226" x="1016000" y="6146800"/>
          <p14:tracePt t="1240" x="1016000" y="6153150"/>
          <p14:tracePt t="1250" x="1016000" y="6159500"/>
          <p14:tracePt t="1264" x="1016000" y="6172200"/>
          <p14:tracePt t="1281" x="1009650" y="6197600"/>
          <p14:tracePt t="1298" x="1003300" y="6235700"/>
          <p14:tracePt t="1314" x="996950" y="6280150"/>
          <p14:tracePt t="1332" x="990600" y="6311900"/>
          <p14:tracePt t="1347" x="984250" y="6330950"/>
          <p14:tracePt t="1364" x="977900" y="6356350"/>
          <p14:tracePt t="1381" x="977900" y="6369050"/>
          <p14:tracePt t="1397" x="971550" y="6375400"/>
          <p14:tracePt t="1434" x="971550" y="6381750"/>
          <p14:tracePt t="1451" x="971550" y="6388100"/>
          <p14:tracePt t="1463" x="971550" y="6394450"/>
          <p14:tracePt t="1500" x="965200" y="6394450"/>
          <p14:tracePt t="1592" x="965200" y="6400800"/>
          <p14:tracePt t="1634" x="971550" y="6400800"/>
          <p14:tracePt t="1641" x="977900" y="6400800"/>
          <p14:tracePt t="1704" x="984250" y="6394450"/>
          <p14:tracePt t="1753" x="984250" y="6388100"/>
          <p14:tracePt t="1781" x="990600" y="6388100"/>
          <p14:tracePt t="1810" x="990600" y="6381750"/>
          <p14:tracePt t="1852" x="996950" y="6381750"/>
          <p14:tracePt t="1894" x="1003300" y="6375400"/>
          <p14:tracePt t="1950" x="1003300" y="6369050"/>
          <p14:tracePt t="2646" x="1009650" y="6369050"/>
          <p14:tracePt t="2759" x="1016000" y="6369050"/>
          <p14:tracePt t="2787" x="1016000" y="6362700"/>
          <p14:tracePt t="2794" x="1022350" y="6362700"/>
          <p14:tracePt t="2815" x="1028700" y="6356350"/>
          <p14:tracePt t="2829" x="1035050" y="6356350"/>
          <p14:tracePt t="2836" x="1041400" y="6356350"/>
          <p14:tracePt t="2850" x="1054100" y="6350000"/>
          <p14:tracePt t="2859" x="1073150" y="6343650"/>
          <p14:tracePt t="2875" x="1104900" y="6343650"/>
          <p14:tracePt t="2892" x="1193800" y="6330950"/>
          <p14:tracePt t="2908" x="1327150" y="6311900"/>
          <p14:tracePt t="2925" x="1403350" y="6299200"/>
          <p14:tracePt t="2942" x="1593850" y="6286500"/>
          <p14:tracePt t="2958" x="1835150" y="6280150"/>
          <p14:tracePt t="2975" x="1962150" y="6267450"/>
          <p14:tracePt t="2992" x="2216150" y="6267450"/>
          <p14:tracePt t="3008" x="2463800" y="6267450"/>
          <p14:tracePt t="3025" x="2578100" y="6261100"/>
          <p14:tracePt t="3042" x="2819400" y="6248400"/>
          <p14:tracePt t="3058" x="2921000" y="6248400"/>
          <p14:tracePt t="3075" x="3200400" y="6229350"/>
          <p14:tracePt t="3091" x="3282950" y="6229350"/>
          <p14:tracePt t="3108" x="3359150" y="6216650"/>
          <p14:tracePt t="3125" x="3467100" y="6197600"/>
          <p14:tracePt t="3141" x="3511550" y="6197600"/>
          <p14:tracePt t="3158" x="3517900" y="6197600"/>
          <p14:tracePt t="3174" x="3524250" y="6197600"/>
          <p14:tracePt t="3191" x="3524250" y="6210300"/>
          <p14:tracePt t="3207" x="3524250" y="6229350"/>
          <p14:tracePt t="5524" x="3473450" y="6229350"/>
          <p14:tracePt t="5530" x="3409950" y="6223000"/>
          <p14:tracePt t="5537" x="3352800" y="6203950"/>
          <p14:tracePt t="5553" x="3314700" y="6203950"/>
          <p14:tracePt t="5566" x="3187700" y="6184900"/>
          <p14:tracePt t="5583" x="3117850" y="6165850"/>
          <p14:tracePt t="5599" x="3048000" y="6146800"/>
          <p14:tracePt t="5616" x="2921000" y="6115050"/>
          <p14:tracePt t="5632" x="2813050" y="6096000"/>
          <p14:tracePt t="5649" x="2762250" y="6096000"/>
          <p14:tracePt t="5665" x="2654300" y="6089650"/>
          <p14:tracePt t="5682" x="2527300" y="6089650"/>
          <p14:tracePt t="5699" x="2463800" y="6089650"/>
          <p14:tracePt t="5715" x="2336800" y="6089650"/>
          <p14:tracePt t="5732" x="2241550" y="6083300"/>
          <p14:tracePt t="5749" x="2171700" y="6083300"/>
          <p14:tracePt t="5765" x="2133600" y="6070600"/>
          <p14:tracePt t="5782" x="2076450" y="6064250"/>
          <p14:tracePt t="5798" x="2038350" y="6064250"/>
          <p14:tracePt t="5815" x="2025650" y="6064250"/>
          <p14:tracePt t="5833" x="2006600" y="6064250"/>
          <p14:tracePt t="5848" x="1955800" y="6070600"/>
          <p14:tracePt t="5864" x="1943100" y="6070600"/>
          <p14:tracePt t="5882" x="1917700" y="6070600"/>
          <p14:tracePt t="5898" x="1905000" y="6070600"/>
          <p14:tracePt t="5914" x="1892300" y="6070600"/>
          <p14:tracePt t="5932" x="1866900" y="6076950"/>
          <p14:tracePt t="5947" x="1847850" y="6076950"/>
          <p14:tracePt t="5964" x="1809750" y="6089650"/>
          <p14:tracePt t="5981" x="1771650" y="6115050"/>
          <p14:tracePt t="5998" x="1746250" y="6121400"/>
          <p14:tracePt t="6014" x="1682750" y="6159500"/>
          <p14:tracePt t="6031" x="1619250" y="6191250"/>
          <p14:tracePt t="6047" x="1587500" y="6210300"/>
          <p14:tracePt t="6065" x="1511300" y="6248400"/>
          <p14:tracePt t="6080" x="1435100" y="6292850"/>
          <p14:tracePt t="6097" x="1403350" y="6305550"/>
          <p14:tracePt t="6115" x="1365250" y="6330950"/>
          <p14:tracePt t="6130" x="1327150" y="6356350"/>
          <p14:tracePt t="6147" x="1314450" y="6362700"/>
          <p14:tracePt t="6164" x="1289050" y="6369050"/>
          <p14:tracePt t="6180" x="1276350" y="6369050"/>
          <p14:tracePt t="6197" x="1250950" y="6369050"/>
          <p14:tracePt t="6214" x="1231900" y="6369050"/>
          <p14:tracePt t="6230" x="1225550" y="6369050"/>
          <p14:tracePt t="6247" x="1206500" y="6369050"/>
          <p14:tracePt t="6263" x="1187450" y="6362700"/>
          <p14:tracePt t="6280" x="1181100" y="6356350"/>
          <p14:tracePt t="6297" x="1174750" y="6350000"/>
          <p14:tracePt t="6313" x="1162050" y="6343650"/>
          <p14:tracePt t="6330" x="1155700" y="6330950"/>
          <p14:tracePt t="6346" x="1143000" y="6324600"/>
          <p14:tracePt t="6363" x="1130300" y="6311900"/>
          <p14:tracePt t="6380" x="1123950" y="6311900"/>
          <p14:tracePt t="6396" x="1104900" y="6305550"/>
          <p14:tracePt t="6413" x="1085850" y="6299200"/>
          <p14:tracePt t="6430" x="1079500" y="6299200"/>
          <p14:tracePt t="6446" x="1073150" y="6299200"/>
          <p14:tracePt t="6463" x="1060450" y="6299200"/>
          <p14:tracePt t="6480" x="1041400" y="6299200"/>
          <p14:tracePt t="6512" x="1028700" y="6299200"/>
          <p14:tracePt t="6529" x="1022350" y="6299200"/>
          <p14:tracePt t="6545" x="1009650" y="6299200"/>
          <p14:tracePt t="6579" x="1003300" y="6299200"/>
          <p14:tracePt t="6634" x="996950" y="6299200"/>
          <p14:tracePt t="6662" x="990600" y="6299200"/>
          <p14:tracePt t="6754" x="996950" y="6299200"/>
          <p14:tracePt t="6760" x="1003300" y="6292850"/>
          <p14:tracePt t="6774" x="1016000" y="6292850"/>
          <p14:tracePt t="6781" x="1022350" y="6286500"/>
          <p14:tracePt t="6798" x="1041400" y="6286500"/>
          <p14:tracePt t="6811" x="1066800" y="6280150"/>
          <p14:tracePt t="6828" x="1155700" y="6254750"/>
          <p14:tracePt t="6845" x="1263650" y="6235700"/>
          <p14:tracePt t="6861" x="1314450" y="6216650"/>
          <p14:tracePt t="6878" x="1428750" y="6178550"/>
          <p14:tracePt t="6895" x="1524000" y="6134100"/>
          <p14:tracePt t="6911" x="1568450" y="6108700"/>
          <p14:tracePt t="6928" x="1612900" y="6089650"/>
          <p14:tracePt t="6944" x="1638300" y="6076950"/>
          <p14:tracePt t="6961" x="1644650" y="6070600"/>
          <p14:tracePt t="6978" x="1651000" y="6064250"/>
          <p14:tracePt t="6994" x="1657350" y="6064250"/>
          <p14:tracePt t="7028" x="1657350" y="6057900"/>
          <p14:tracePt t="7176" x="1657350" y="6064250"/>
          <p14:tracePt t="7239" x="1657350" y="6070600"/>
          <p14:tracePt t="7316" x="1657350" y="6076950"/>
          <p14:tracePt t="7323" x="1657350" y="6083300"/>
          <p14:tracePt t="7345" x="1657350" y="6089650"/>
          <p14:tracePt t="7351" x="1657350" y="6096000"/>
          <p14:tracePt t="8231" x="1708150" y="6096000"/>
          <p14:tracePt t="8240" x="1746250" y="6096000"/>
          <p14:tracePt t="8256" x="1778000" y="6096000"/>
          <p14:tracePt t="8273" x="1803400" y="6096000"/>
          <p14:tracePt t="8290" x="1879600" y="6096000"/>
          <p14:tracePt t="8306" x="1962150" y="6096000"/>
          <p14:tracePt t="8323" x="1993900" y="6096000"/>
          <p14:tracePt t="8340" x="2051050" y="6096000"/>
          <p14:tracePt t="8357" x="2127250" y="6083300"/>
          <p14:tracePt t="8372" x="2178050" y="6083300"/>
          <p14:tracePt t="8389" x="2241550" y="6083300"/>
          <p14:tracePt t="8407" x="2406650" y="6083300"/>
          <p14:tracePt t="8422" x="2508250" y="6083300"/>
          <p14:tracePt t="8439" x="2609850" y="6089650"/>
          <p14:tracePt t="8456" x="2800350" y="6102350"/>
          <p14:tracePt t="8473" x="2901950" y="6102350"/>
          <p14:tracePt t="8489" x="3016250" y="6102350"/>
          <p14:tracePt t="8506" x="3244850" y="6108700"/>
          <p14:tracePt t="8522" x="3346450" y="6108700"/>
          <p14:tracePt t="8541" x="3549650" y="6108700"/>
          <p14:tracePt t="8556" x="3651250" y="6096000"/>
          <p14:tracePt t="8572" x="3765550" y="6083300"/>
          <p14:tracePt t="8589" x="4006850" y="6051550"/>
          <p14:tracePt t="8605" x="4216400" y="6019800"/>
          <p14:tracePt t="8622" x="4318000" y="6013450"/>
          <p14:tracePt t="8639" x="4591050" y="5949950"/>
          <p14:tracePt t="8655" x="4679950" y="5918200"/>
          <p14:tracePt t="8672" x="4775200" y="5899150"/>
          <p14:tracePt t="8689" x="4959350" y="5842000"/>
          <p14:tracePt t="8705" x="5175250" y="5797550"/>
          <p14:tracePt t="8723" x="5353050" y="5778500"/>
          <p14:tracePt t="8738" x="5448300" y="5759450"/>
          <p14:tracePt t="8755" x="5568950" y="5727700"/>
          <p14:tracePt t="8772" x="5683250" y="5708650"/>
          <p14:tracePt t="8789" x="5740400" y="5702300"/>
          <p14:tracePt t="8804" x="5861050" y="5715000"/>
          <p14:tracePt t="8821" x="5949950" y="5715000"/>
          <p14:tracePt t="8838" x="5988050" y="5715000"/>
          <p14:tracePt t="8855" x="6045200" y="5715000"/>
          <p14:tracePt t="8871" x="6096000" y="5715000"/>
          <p14:tracePt t="8888" x="6121400" y="5715000"/>
          <p14:tracePt t="8905" x="6153150" y="5715000"/>
          <p14:tracePt t="8921" x="6273800" y="5702300"/>
          <p14:tracePt t="8937" x="6324600" y="5702300"/>
          <p14:tracePt t="8955" x="6438900" y="5702300"/>
          <p14:tracePt t="8970" x="6502400" y="5702300"/>
          <p14:tracePt t="8988" x="6642100" y="5695950"/>
          <p14:tracePt t="9004" x="6775450" y="5695950"/>
          <p14:tracePt t="9020" x="6851650" y="5695950"/>
          <p14:tracePt t="9037" x="7004050" y="5695950"/>
          <p14:tracePt t="9054" x="7137400" y="5727700"/>
          <p14:tracePt t="9070" x="7188200" y="5734050"/>
          <p14:tracePt t="9087" x="7258050" y="5753100"/>
          <p14:tracePt t="9104" x="7283450" y="5772150"/>
          <p14:tracePt t="9566" x="7251700" y="5784850"/>
          <p14:tracePt t="9573" x="7175500" y="5810250"/>
          <p14:tracePt t="9588" x="7080250" y="5829300"/>
          <p14:tracePt t="9602" x="6953250" y="5835650"/>
          <p14:tracePt t="9619" x="6661150" y="5861050"/>
          <p14:tracePt t="9636" x="6242050" y="5861050"/>
          <p14:tracePt t="9652" x="6000750" y="5854700"/>
          <p14:tracePt t="9668" x="5537200" y="5797550"/>
          <p14:tracePt t="9685" x="5022850" y="5740400"/>
          <p14:tracePt t="9701" x="4813300" y="5740400"/>
          <p14:tracePt t="9718" x="4387850" y="5727700"/>
          <p14:tracePt t="9735" x="4089400" y="5715000"/>
          <p14:tracePt t="9751" x="3949700" y="5715000"/>
          <p14:tracePt t="9768" x="3822700" y="5715000"/>
          <p14:tracePt t="9784" x="3511550" y="5683250"/>
          <p14:tracePt t="9801" x="3435350" y="5670550"/>
          <p14:tracePt t="9819" x="3289300" y="5645150"/>
          <p14:tracePt t="9834" x="3251200" y="5626100"/>
          <p14:tracePt t="9851" x="3149600" y="5594350"/>
          <p14:tracePt t="9868" x="3067050" y="5575300"/>
          <p14:tracePt t="9884" x="3022600" y="5556250"/>
          <p14:tracePt t="9900" x="2933700" y="5537200"/>
          <p14:tracePt t="9917" x="2838450" y="5530850"/>
          <p14:tracePt t="9934" x="2800350" y="5530850"/>
          <p14:tracePt t="9950" x="2692400" y="5524500"/>
          <p14:tracePt t="9967" x="2590800" y="5524500"/>
          <p14:tracePt t="9984" x="2520950" y="5524500"/>
          <p14:tracePt t="10001" x="2368550" y="5537200"/>
          <p14:tracePt t="10017" x="2216150" y="5556250"/>
          <p14:tracePt t="10034" x="2165350" y="5556250"/>
          <p14:tracePt t="10051" x="2044700" y="5575300"/>
          <p14:tracePt t="10067" x="1987550" y="5581650"/>
          <p14:tracePt t="10084" x="1968500" y="5581650"/>
          <p14:tracePt t="10100" x="1930400" y="5594350"/>
          <p14:tracePt t="10117" x="1924050" y="5594350"/>
          <p14:tracePt t="10133" x="1911350" y="5607050"/>
          <p14:tracePt t="10150" x="1898650" y="5613400"/>
          <p14:tracePt t="10167" x="1898650" y="5619750"/>
          <p14:tracePt t="10183" x="1898650" y="5626100"/>
          <p14:tracePt t="10200" x="1898650" y="5632450"/>
          <p14:tracePt t="10227" x="1898650" y="5638800"/>
          <p14:tracePt t="10240" x="1905000" y="5638800"/>
          <p14:tracePt t="10269" x="1905000" y="5645150"/>
          <p14:tracePt t="10276" x="1911350" y="5645150"/>
          <p14:tracePt t="10297" x="1917700" y="5645150"/>
          <p14:tracePt t="10318" x="1924050" y="5645150"/>
          <p14:tracePt t="10339" x="1930400" y="5645150"/>
          <p14:tracePt t="10367" x="1936750" y="5645150"/>
          <p14:tracePt t="10395" x="1943100" y="5645150"/>
          <p14:tracePt t="10437" x="1949450" y="5645150"/>
          <p14:tracePt t="10458" x="1955800" y="5645150"/>
          <p14:tracePt t="10480" x="1962150" y="5645150"/>
          <p14:tracePt t="10486" x="1962150" y="5651500"/>
          <p14:tracePt t="10502" x="1968500" y="5651500"/>
          <p14:tracePt t="10515" x="1974850" y="5651500"/>
          <p14:tracePt t="10532" x="1981200" y="5651500"/>
          <p14:tracePt t="10552" x="1987550" y="5657850"/>
          <p14:tracePt t="10565" x="1993900" y="5657850"/>
          <p14:tracePt t="10581" x="2000250" y="5657850"/>
          <p14:tracePt t="10599" x="2012950" y="5664200"/>
          <p14:tracePt t="10631" x="2019300" y="5670550"/>
          <p14:tracePt t="10651" x="2025650" y="5670550"/>
          <p14:tracePt t="10669" x="2032000" y="5670550"/>
          <p14:tracePt t="10690" x="2038350" y="5670550"/>
          <p14:tracePt t="10719" x="2044700" y="5670550"/>
          <p14:tracePt t="10740" x="2051050" y="5676900"/>
          <p14:tracePt t="10754" x="2057400" y="5676900"/>
          <p14:tracePt t="10768" x="2063750" y="5676900"/>
          <p14:tracePt t="10783" x="2070100" y="5683250"/>
          <p14:tracePt t="10788" x="2089150" y="5683250"/>
          <p14:tracePt t="10803" x="2127250" y="5683250"/>
          <p14:tracePt t="10814" x="2171700" y="5689600"/>
          <p14:tracePt t="10831" x="2324100" y="5702300"/>
          <p14:tracePt t="10848" x="2438400" y="5708650"/>
          <p14:tracePt t="10864" x="2743200" y="5721350"/>
          <p14:tracePt t="10881" x="3162300" y="5734050"/>
          <p14:tracePt t="10897" x="3454400" y="5753100"/>
          <p14:tracePt t="10915" x="4000500" y="5765800"/>
          <p14:tracePt t="10931" x="4578350" y="5778500"/>
          <p14:tracePt t="10947" x="4864100" y="5778500"/>
          <p14:tracePt t="10964" x="5270500" y="5759450"/>
          <p14:tracePt t="10980" x="5549900" y="5759450"/>
          <p14:tracePt t="10997" x="5676900" y="5759450"/>
          <p14:tracePt t="11014" x="5867400" y="5765800"/>
          <p14:tracePt t="11030" x="5956300" y="5765800"/>
          <p14:tracePt t="11048" x="6102350" y="5784850"/>
          <p14:tracePt t="11063" x="6229350" y="5791200"/>
          <p14:tracePt t="11080" x="6305550" y="5803900"/>
          <p14:tracePt t="11097" x="6438900" y="5842000"/>
          <p14:tracePt t="11113" x="6546850" y="5867400"/>
          <p14:tracePt t="11130" x="6604000" y="5886450"/>
          <p14:tracePt t="11147" x="6699250" y="5905500"/>
          <p14:tracePt t="11163" x="6756400" y="5918200"/>
          <p14:tracePt t="11180" x="6788150" y="5924550"/>
          <p14:tracePt t="11196" x="6838950" y="5937250"/>
          <p14:tracePt t="11213" x="6877050" y="5962650"/>
          <p14:tracePt t="11230" x="6889750" y="5969000"/>
          <p14:tracePt t="11247" x="6915150" y="5969000"/>
          <p14:tracePt t="11263" x="6934200" y="5975350"/>
          <p14:tracePt t="11280" x="6946900" y="5975350"/>
          <p14:tracePt t="11323" x="6940550" y="5975350"/>
          <p14:tracePt t="11332" x="6921500" y="5975350"/>
          <p14:tracePt t="11346" x="6902450" y="5962650"/>
          <p14:tracePt t="11363" x="6870700" y="5956300"/>
          <p14:tracePt t="11379" x="6800850" y="5930900"/>
          <p14:tracePt t="11396" x="6667500" y="5899150"/>
          <p14:tracePt t="11412" x="6565900" y="5880100"/>
          <p14:tracePt t="11429" x="6292850" y="5829300"/>
          <p14:tracePt t="11446" x="5937250" y="5753100"/>
          <p14:tracePt t="11464" x="5524500" y="5695950"/>
          <p14:tracePt t="11478" x="5327650" y="5670550"/>
          <p14:tracePt t="11495" x="5029200" y="5638800"/>
          <p14:tracePt t="11512" x="4762500" y="5626100"/>
          <p14:tracePt t="11528" x="4622800" y="5626100"/>
          <p14:tracePt t="11546" x="4381500" y="5632450"/>
          <p14:tracePt t="11562" x="4191000" y="5632450"/>
          <p14:tracePt t="11579" x="4102100" y="5626100"/>
          <p14:tracePt t="11595" x="4013200" y="5619750"/>
          <p14:tracePt t="11612" x="3829050" y="5581650"/>
          <p14:tracePt t="11628" x="3784600" y="5575300"/>
          <p14:tracePt t="11646" x="3759200" y="5562600"/>
          <p14:tracePt t="11662" x="3683000" y="5543550"/>
          <p14:tracePt t="11678" x="3600450" y="5518150"/>
          <p14:tracePt t="11695" x="3556000" y="5499100"/>
          <p14:tracePt t="11711" x="3448050" y="5461000"/>
          <p14:tracePt t="11728" x="3314700" y="5435600"/>
          <p14:tracePt t="11745" x="3168650" y="5403850"/>
          <p14:tracePt t="11761" x="3092450" y="5384800"/>
          <p14:tracePt t="11778" x="2908300" y="5346700"/>
          <p14:tracePt t="11794" x="2692400" y="5327650"/>
          <p14:tracePt t="11811" x="2578100" y="5314950"/>
          <p14:tracePt t="11828" x="2476500" y="5302250"/>
          <p14:tracePt t="11844" x="2165350" y="5264150"/>
          <p14:tracePt t="11861" x="2063750" y="5264150"/>
          <p14:tracePt t="11878" x="1885950" y="5251450"/>
          <p14:tracePt t="11894" x="1733550" y="5245100"/>
          <p14:tracePt t="11910" x="1651000" y="5226050"/>
          <p14:tracePt t="11927" x="1524000" y="5207000"/>
          <p14:tracePt t="11944" x="1466850" y="5194300"/>
          <p14:tracePt t="11961" x="1339850" y="5168900"/>
          <p14:tracePt t="11978" x="1257300" y="5149850"/>
          <p14:tracePt t="11994" x="1225550" y="5143500"/>
          <p14:tracePt t="12011" x="1168400" y="5143500"/>
          <p14:tracePt t="12027" x="1130300" y="5143500"/>
          <p14:tracePt t="12043" x="1104900" y="5143500"/>
          <p14:tracePt t="12061" x="1079500" y="5137150"/>
          <p14:tracePt t="12077" x="1073150" y="5130800"/>
          <p14:tracePt t="12094" x="1066800" y="5130800"/>
          <p14:tracePt t="12145" x="1073150" y="5130800"/>
          <p14:tracePt t="12174" x="1085850" y="5130800"/>
          <p14:tracePt t="12187" x="1092200" y="5130800"/>
          <p14:tracePt t="12196" x="1104900" y="5130800"/>
          <p14:tracePt t="12216" x="1117600" y="5130800"/>
          <p14:tracePt t="12230" x="1123950" y="5130800"/>
          <p14:tracePt t="12257" x="1130300" y="5130800"/>
          <p14:tracePt t="12265" x="1136650" y="5130800"/>
          <p14:tracePt t="12279" x="1143000" y="5137150"/>
          <p14:tracePt t="12293" x="1149350" y="5137150"/>
          <p14:tracePt t="12309" x="1174750" y="5137150"/>
          <p14:tracePt t="12326" x="1174750" y="5143500"/>
          <p14:tracePt t="12342" x="1200150" y="5143500"/>
          <p14:tracePt t="12359" x="1250950" y="5149850"/>
          <p14:tracePt t="12376" x="1282700" y="5156200"/>
          <p14:tracePt t="12392" x="1339850" y="5168900"/>
          <p14:tracePt t="12409" x="1397000" y="5175250"/>
          <p14:tracePt t="12426" x="1441450" y="5175250"/>
          <p14:tracePt t="12442" x="1460500" y="5175250"/>
          <p14:tracePt t="12459" x="1479550" y="5181600"/>
          <p14:tracePt t="12476" x="1485900" y="5181600"/>
          <p14:tracePt t="12546" x="1492250" y="5181600"/>
          <p14:tracePt t="12560" x="1498600" y="5187950"/>
          <p14:tracePt t="12567" x="1504950" y="5187950"/>
          <p14:tracePt t="12581" x="1511300" y="5187950"/>
          <p14:tracePt t="12591" x="1517650" y="5194300"/>
          <p14:tracePt t="12609" x="1530350" y="5200650"/>
          <p14:tracePt t="12625" x="1549400" y="5200650"/>
          <p14:tracePt t="12641" x="1619250" y="5213350"/>
          <p14:tracePt t="12658" x="1727200" y="5219700"/>
          <p14:tracePt t="12674" x="1803400" y="5232400"/>
          <p14:tracePt t="12691" x="1981200" y="5232400"/>
          <p14:tracePt t="12708" x="2209800" y="5232400"/>
          <p14:tracePt t="12724" x="2324100" y="5226050"/>
          <p14:tracePt t="12741" x="2578100" y="5207000"/>
          <p14:tracePt t="12758" x="2794000" y="5175250"/>
          <p14:tracePt t="12774" x="2895600" y="5168900"/>
          <p14:tracePt t="12793" x="3105150" y="5124450"/>
          <p14:tracePt t="12807" x="3289300" y="5086350"/>
          <p14:tracePt t="12824" x="3378200" y="5073650"/>
          <p14:tracePt t="12841" x="3543300" y="5041900"/>
          <p14:tracePt t="12857" x="3613150" y="5022850"/>
          <p14:tracePt t="12874" x="3765550" y="5022850"/>
          <p14:tracePt t="12890" x="3930650" y="5022850"/>
          <p14:tracePt t="12907" x="4032250" y="5003800"/>
          <p14:tracePt t="12924" x="4216400" y="4984750"/>
          <p14:tracePt t="12940" x="4381500" y="4972050"/>
          <p14:tracePt t="12957" x="4445000" y="4972050"/>
          <p14:tracePt t="12974" x="4565650" y="4984750"/>
          <p14:tracePt t="12990" x="4629150" y="4984750"/>
          <p14:tracePt t="13007" x="4660900" y="4984750"/>
          <p14:tracePt t="13024" x="4686300" y="4978400"/>
          <p14:tracePt t="13040" x="4705350" y="4978400"/>
          <p14:tracePt t="13080" x="4711700" y="4984750"/>
          <p14:tracePt t="13101" x="4711700" y="4991100"/>
          <p14:tracePt t="13109" x="4711700" y="4997450"/>
          <p14:tracePt t="13129" x="4718050" y="5010150"/>
          <p14:tracePt t="13139" x="4724400" y="5016500"/>
          <p14:tracePt t="13157" x="4743450" y="5041900"/>
          <p14:tracePt t="13173" x="4749800" y="5054600"/>
          <p14:tracePt t="13189" x="4762500" y="5080000"/>
          <p14:tracePt t="13207" x="4806950" y="5149850"/>
          <p14:tracePt t="13223" x="4826000" y="5175250"/>
          <p14:tracePt t="13239" x="4838700" y="5187950"/>
          <p14:tracePt t="13256" x="4857750" y="5213350"/>
          <p14:tracePt t="13273" x="4864100" y="5226050"/>
          <p14:tracePt t="13312" x="4851400" y="5226050"/>
          <p14:tracePt t="13322" x="4845050" y="5226050"/>
          <p14:tracePt t="13340" x="4813300" y="5219700"/>
          <p14:tracePt t="13355" x="4800600" y="5213350"/>
          <p14:tracePt t="13372" x="4756150" y="5194300"/>
          <p14:tracePt t="13389" x="4699000" y="5175250"/>
          <p14:tracePt t="13405" x="4654550" y="5156200"/>
          <p14:tracePt t="13422" x="4616450" y="5149850"/>
          <p14:tracePt t="13439" x="4533900" y="5137150"/>
          <p14:tracePt t="13455" x="4521200" y="5130800"/>
          <p14:tracePt t="13472" x="4508500" y="5130800"/>
          <p14:tracePt t="13504" x="4521200" y="5130800"/>
          <p14:tracePt t="13522" x="4533900" y="5130800"/>
          <p14:tracePt t="13538" x="4559300" y="5137150"/>
          <p14:tracePt t="13555" x="4603750" y="5156200"/>
          <p14:tracePt t="13572" x="4679950" y="5162550"/>
          <p14:tracePt t="13588" x="4730750" y="5162550"/>
          <p14:tracePt t="13605" x="4876800" y="5168900"/>
          <p14:tracePt t="13623" x="5016500" y="5181600"/>
          <p14:tracePt t="13638" x="5092700" y="5181600"/>
          <p14:tracePt t="13655" x="5181600" y="5181600"/>
          <p14:tracePt t="13671" x="5226050" y="5187950"/>
          <p14:tracePt t="13688" x="5238750" y="5187950"/>
          <p14:tracePt t="13721" x="5245100" y="5187950"/>
          <p14:tracePt t="13741" x="5232400" y="5181600"/>
          <p14:tracePt t="13757" x="5219700" y="5181600"/>
          <p14:tracePt t="13770" x="5207000" y="5175250"/>
          <p14:tracePt t="13787" x="5156200" y="5168900"/>
          <p14:tracePt t="13804" x="5054600" y="5168900"/>
          <p14:tracePt t="13821" x="5003800" y="5168900"/>
          <p14:tracePt t="13838" x="4889500" y="5168900"/>
          <p14:tracePt t="13854" x="4775200" y="5162550"/>
          <p14:tracePt t="13870" x="4730750" y="5149850"/>
          <p14:tracePt t="13887" x="4699000" y="5137150"/>
          <p14:tracePt t="13903" x="4686300" y="5137150"/>
          <p14:tracePt t="13937" x="4699000" y="5137150"/>
          <p14:tracePt t="13953" x="4711700" y="5143500"/>
          <p14:tracePt t="13970" x="4724400" y="5149850"/>
          <p14:tracePt t="13987" x="4737100" y="5156200"/>
          <p14:tracePt t="14003" x="4756150" y="5162550"/>
          <p14:tracePt t="14037" x="4775200" y="5175250"/>
          <p14:tracePt t="14053" x="4781550" y="5175250"/>
          <p14:tracePt t="14071" x="4794250" y="5181600"/>
          <p14:tracePt t="14086" x="4800600" y="5181600"/>
          <p14:tracePt t="14120" x="4800600" y="5187950"/>
          <p14:tracePt t="14163" x="4806950" y="5187950"/>
          <p14:tracePt t="14184" x="4813300" y="5187950"/>
          <p14:tracePt t="14212" x="4819650" y="5187950"/>
          <p14:tracePt t="14254" x="4826000" y="5187950"/>
          <p14:tracePt t="14649" x="4876800" y="5194300"/>
          <p14:tracePt t="14655" x="4978400" y="5200650"/>
          <p14:tracePt t="14671" x="5105400" y="5232400"/>
          <p14:tracePt t="14685" x="5422900" y="5283200"/>
          <p14:tracePt t="14701" x="5575300" y="5314950"/>
          <p14:tracePt t="14718" x="5753100" y="5353050"/>
          <p14:tracePt t="14734" x="6089650" y="5403850"/>
          <p14:tracePt t="14751" x="6362700" y="5448300"/>
          <p14:tracePt t="14768" x="6623050" y="5499100"/>
          <p14:tracePt t="14784" x="6737350" y="5518150"/>
          <p14:tracePt t="14801" x="6940550" y="5562600"/>
          <p14:tracePt t="14817" x="7092950" y="5619750"/>
          <p14:tracePt t="14834" x="7156450" y="5638800"/>
          <p14:tracePt t="14850" x="7270750" y="5676900"/>
          <p14:tracePt t="14867" x="7378700" y="5715000"/>
          <p14:tracePt t="14884" x="7429500" y="5721350"/>
          <p14:tracePt t="14901" x="7524750" y="5740400"/>
          <p14:tracePt t="14917" x="7594600" y="5746750"/>
          <p14:tracePt t="14933" x="7613650" y="5746750"/>
          <p14:tracePt t="14951" x="7639050" y="5740400"/>
          <p14:tracePt t="14966" x="7651750" y="5734050"/>
          <p14:tracePt t="15190" x="7645400" y="5734050"/>
          <p14:tracePt t="15197" x="7626350" y="5734050"/>
          <p14:tracePt t="15211" x="7594600" y="5734050"/>
          <p14:tracePt t="15219" x="7569200" y="5727700"/>
          <p14:tracePt t="15235" x="7537450" y="5727700"/>
          <p14:tracePt t="15249" x="7461250" y="5727700"/>
          <p14:tracePt t="15266" x="7435850" y="5727700"/>
          <p14:tracePt t="15282" x="7372350" y="5727700"/>
          <p14:tracePt t="15299" x="7353300" y="5727700"/>
          <p14:tracePt t="15316" x="7321550" y="5734050"/>
          <p14:tracePt t="15332" x="7315200" y="5734050"/>
          <p14:tracePt t="15380" x="7315200" y="5740400"/>
          <p14:tracePt t="15401" x="7321550" y="5740400"/>
          <p14:tracePt t="15407" x="7327900" y="5740400"/>
          <p14:tracePt t="15422" x="7334250" y="5746750"/>
          <p14:tracePt t="15431" x="7340600" y="5746750"/>
          <p14:tracePt t="15452" x="7346950" y="5746750"/>
          <p14:tracePt t="15465" x="7359650" y="5753100"/>
          <p14:tracePt t="15481" x="7391400" y="5753100"/>
          <p14:tracePt t="15499" x="7461250" y="5759450"/>
          <p14:tracePt t="15515" x="7512050" y="5759450"/>
          <p14:tracePt t="15531" x="7658100" y="5765800"/>
          <p14:tracePt t="15548" x="7823200" y="5765800"/>
          <p14:tracePt t="15565" x="7899400" y="5778500"/>
          <p14:tracePt t="15581" x="7975600" y="5778500"/>
          <p14:tracePt t="15598" x="8147050" y="5778500"/>
          <p14:tracePt t="15614" x="8185150" y="5778500"/>
          <p14:tracePt t="15631" x="8223250" y="5765800"/>
          <p14:tracePt t="15648" x="8274050" y="5759450"/>
          <p14:tracePt t="15664" x="8299450" y="5753100"/>
          <p14:tracePt t="15682" x="8318500" y="5753100"/>
          <p14:tracePt t="15714" x="8324850" y="5753100"/>
          <p14:tracePt t="15837" x="8324850" y="5746750"/>
          <p14:tracePt t="15857" x="8318500" y="5740400"/>
          <p14:tracePt t="16285" x="8255000" y="5746750"/>
          <p14:tracePt t="16292" x="8178800" y="5753100"/>
          <p14:tracePt t="16306" x="8051800" y="5784850"/>
          <p14:tracePt t="16315" x="7905750" y="5810250"/>
          <p14:tracePt t="16329" x="7696200" y="5822950"/>
          <p14:tracePt t="16345" x="7226300" y="5880100"/>
          <p14:tracePt t="16362" x="6718300" y="5924550"/>
          <p14:tracePt t="16378" x="6400800" y="5937250"/>
          <p14:tracePt t="16395" x="5778500" y="5956300"/>
          <p14:tracePt t="16412" x="5092700" y="5988050"/>
          <p14:tracePt t="16428" x="4756150" y="6007100"/>
          <p14:tracePt t="16445" x="4470400" y="6007100"/>
          <p14:tracePt t="16462" x="3822700" y="6057900"/>
          <p14:tracePt t="16478" x="3676650" y="6083300"/>
          <p14:tracePt t="16495" x="3530600" y="6102350"/>
          <p14:tracePt t="16511" x="3314700" y="6115050"/>
          <p14:tracePt t="16528" x="3105150" y="6134100"/>
          <p14:tracePt t="16545" x="2952750" y="6165850"/>
          <p14:tracePt t="16561" x="2882900" y="6172200"/>
          <p14:tracePt t="16578" x="2768600" y="6191250"/>
          <p14:tracePt t="16595" x="2660650" y="6210300"/>
          <p14:tracePt t="16611" x="2622550" y="6210300"/>
          <p14:tracePt t="16629" x="2527300" y="6229350"/>
          <p14:tracePt t="16644" x="2419350" y="6235700"/>
          <p14:tracePt t="16661" x="2368550" y="6242050"/>
          <p14:tracePt t="16678" x="2305050" y="6242050"/>
          <p14:tracePt t="16694" x="2184400" y="6254750"/>
          <p14:tracePt t="16711" x="2070100" y="6254750"/>
          <p14:tracePt t="16728" x="1987550" y="6242050"/>
          <p14:tracePt t="16744" x="1917700" y="6235700"/>
          <p14:tracePt t="16760" x="1866900" y="6216650"/>
          <p14:tracePt t="16777" x="1784350" y="6210300"/>
          <p14:tracePt t="16794" x="1739900" y="6203950"/>
          <p14:tracePt t="16810" x="1663700" y="6191250"/>
          <p14:tracePt t="16827" x="1612900" y="6178550"/>
          <p14:tracePt t="16844" x="1587500" y="6172200"/>
          <p14:tracePt t="16861" x="1555750" y="6165850"/>
          <p14:tracePt t="16876" x="1530350" y="6159500"/>
          <p14:tracePt t="16893" x="1517650" y="6153150"/>
          <p14:tracePt t="16910" x="1498600" y="6153150"/>
          <p14:tracePt t="16927" x="1492250" y="6153150"/>
          <p14:tracePt t="16960" x="1492250" y="6146800"/>
          <p14:tracePt t="16995" x="1492250" y="6140450"/>
          <p14:tracePt t="17066" x="1498600" y="6140450"/>
          <p14:tracePt t="17080" x="1504950" y="6140450"/>
          <p14:tracePt t="17094" x="1511300" y="6140450"/>
          <p14:tracePt t="17115" x="1517650" y="6140450"/>
          <p14:tracePt t="17135" x="1524000" y="6134100"/>
          <p14:tracePt t="17164" x="1530350" y="6134100"/>
          <p14:tracePt t="17185" x="1536700" y="6134100"/>
          <p14:tracePt t="17206" x="1543050" y="6134100"/>
          <p14:tracePt t="17220" x="1549400" y="6127750"/>
          <p14:tracePt t="17229" x="1555750" y="6127750"/>
          <p14:tracePt t="17242" x="1562100" y="6127750"/>
          <p14:tracePt t="17277" x="1568450" y="6127750"/>
          <p14:tracePt t="17298" x="1574800" y="6127750"/>
          <p14:tracePt t="17304" x="1581150" y="6127750"/>
          <p14:tracePt t="17327" x="1587500" y="6127750"/>
          <p14:tracePt t="17346" x="1593850" y="6127750"/>
          <p14:tracePt t="17368" x="1600200" y="6127750"/>
          <p14:tracePt t="17424" x="1600200" y="6115050"/>
          <p14:tracePt t="18720" x="1670050" y="6115050"/>
          <p14:tracePt t="18734" x="1758950" y="6115050"/>
          <p14:tracePt t="18741" x="1873250" y="6115050"/>
          <p14:tracePt t="18757" x="1987550" y="6115050"/>
          <p14:tracePt t="18770" x="2216150" y="6146800"/>
          <p14:tracePt t="18787" x="2355850" y="6146800"/>
          <p14:tracePt t="18804" x="2692400" y="6159500"/>
          <p14:tracePt t="18819" x="2857500" y="6172200"/>
          <p14:tracePt t="18837" x="3251200" y="6184900"/>
          <p14:tracePt t="18840" x="3492500" y="6197600"/>
          <p14:tracePt t="18856" x="3657600" y="6210300"/>
          <p14:tracePt t="18870" x="3816350" y="6210300"/>
          <p14:tracePt t="18886" x="4159250" y="6223000"/>
          <p14:tracePt t="18903" x="4508500" y="6216650"/>
          <p14:tracePt t="18920" x="4648200" y="6216650"/>
          <p14:tracePt t="18936" x="4908550" y="6203950"/>
          <p14:tracePt t="18953" x="5187950" y="6197600"/>
          <p14:tracePt t="18969" x="5302250" y="6184900"/>
          <p14:tracePt t="18987" x="5530850" y="6172200"/>
          <p14:tracePt t="19002" x="5759450" y="6140450"/>
          <p14:tracePt t="19019" x="5861050" y="6121400"/>
          <p14:tracePt t="19037" x="6019800" y="6121400"/>
          <p14:tracePt t="19052" x="6146800" y="6121400"/>
          <p14:tracePt t="19069" x="6210300" y="6121400"/>
          <p14:tracePt t="19086" x="6337300" y="6115050"/>
          <p14:tracePt t="19102" x="6457950" y="6102350"/>
          <p14:tracePt t="19119" x="6508750" y="6102350"/>
          <p14:tracePt t="19136" x="6578600" y="6102350"/>
          <p14:tracePt t="19152" x="6604000" y="6102350"/>
          <p14:tracePt t="19171" x="6711950" y="6102350"/>
          <p14:tracePt t="19185" x="6737350" y="6102350"/>
          <p14:tracePt t="19202" x="6769100" y="6102350"/>
          <p14:tracePt t="19219" x="6826250" y="6102350"/>
          <p14:tracePt t="19235" x="6870700" y="6102350"/>
          <p14:tracePt t="19252" x="6902450" y="6102350"/>
          <p14:tracePt t="19268" x="6934200" y="6102350"/>
          <p14:tracePt t="19285" x="6959600" y="6102350"/>
          <p14:tracePt t="19302" x="6965950" y="6102350"/>
          <p14:tracePt t="19318" x="6978650" y="6108700"/>
          <p14:tracePt t="19335" x="6985000" y="6108700"/>
          <p14:tracePt t="19355" x="6991350" y="6115050"/>
          <p14:tracePt t="19369" x="6997700" y="6115050"/>
          <p14:tracePt t="19385" x="7004050" y="6121400"/>
          <p14:tracePt t="19416" x="7004050" y="6127750"/>
          <p14:tracePt t="19784" x="6940550" y="6153150"/>
          <p14:tracePt t="19798" x="6832600" y="6184900"/>
          <p14:tracePt t="19805" x="6718300" y="6216650"/>
          <p14:tracePt t="19820" x="6604000" y="6242050"/>
          <p14:tracePt t="19834" x="6496050" y="6273800"/>
          <p14:tracePt t="19850" x="6305550" y="6305550"/>
          <p14:tracePt t="19866" x="6229350" y="6305550"/>
          <p14:tracePt t="19883" x="6096000" y="6305550"/>
          <p14:tracePt t="19900" x="6013450" y="6286500"/>
          <p14:tracePt t="19917" x="5956300" y="6254750"/>
          <p14:tracePt t="19933" x="5930900" y="6248400"/>
          <p14:tracePt t="19949" x="5905500" y="6235700"/>
          <p14:tracePt t="19966" x="5899150" y="6223000"/>
          <p14:tracePt t="19983" x="5892800" y="6223000"/>
          <p14:tracePt t="20016" x="5899150" y="6216650"/>
          <p14:tracePt t="20033" x="5905500" y="6216650"/>
          <p14:tracePt t="20050" x="5918200" y="6216650"/>
          <p14:tracePt t="20065" x="5924550" y="6216650"/>
          <p14:tracePt t="20082" x="5949950" y="6223000"/>
          <p14:tracePt t="20100" x="5988050" y="6235700"/>
          <p14:tracePt t="20115" x="6007100" y="6242050"/>
          <p14:tracePt t="20132" x="6064250" y="6254750"/>
          <p14:tracePt t="20149" x="6172200" y="6280150"/>
          <p14:tracePt t="20166" x="6223000" y="6286500"/>
          <p14:tracePt t="20182" x="6394450" y="6330950"/>
          <p14:tracePt t="20199" x="6616700" y="6381750"/>
          <p14:tracePt t="20215" x="6731000" y="6400800"/>
          <p14:tracePt t="20232" x="6940550" y="6451600"/>
          <p14:tracePt t="20249" x="7105650" y="6496050"/>
          <p14:tracePt t="20265" x="7162800" y="6502400"/>
          <p14:tracePt t="20282" x="7226300" y="6508750"/>
          <p14:tracePt t="20299" x="7251700" y="6508750"/>
          <p14:tracePt t="20332" x="7258050" y="6508750"/>
          <p14:tracePt t="20348" x="7264400" y="6502400"/>
          <p14:tracePt t="23387" x="7258050" y="6496050"/>
          <p14:tracePt t="23401" x="7219950" y="6489700"/>
          <p14:tracePt t="23408" x="7169150" y="6489700"/>
          <p14:tracePt t="23420" x="7105650" y="6483350"/>
          <p14:tracePt t="23437" x="6946900" y="6451600"/>
          <p14:tracePt t="23453" x="6858000" y="6445250"/>
          <p14:tracePt t="23472" x="6623050" y="6413500"/>
          <p14:tracePt t="23487" x="6343650" y="6375400"/>
          <p14:tracePt t="23504" x="6216650" y="6356350"/>
          <p14:tracePt t="23521" x="5943600" y="6292850"/>
          <p14:tracePt t="23537" x="5626100" y="6242050"/>
          <p14:tracePt t="23553" x="5429250" y="6216650"/>
          <p14:tracePt t="23570" x="5060950" y="6153150"/>
          <p14:tracePt t="23587" x="4870450" y="6140450"/>
          <p14:tracePt t="23604" x="4514850" y="6115050"/>
          <p14:tracePt t="23620" x="4216400" y="6096000"/>
          <p14:tracePt t="23637" x="4076700" y="6083300"/>
          <p14:tracePt t="23654" x="3790950" y="6051550"/>
          <p14:tracePt t="23670" x="3562350" y="6032500"/>
          <p14:tracePt t="23686" x="3460750" y="6019800"/>
          <p14:tracePt t="23703" x="3282950" y="6013450"/>
          <p14:tracePt t="23720" x="3130550" y="6000750"/>
          <p14:tracePt t="23736" x="3048000" y="5994400"/>
          <p14:tracePt t="23754" x="2952750" y="5975350"/>
          <p14:tracePt t="23770" x="2882900" y="5949950"/>
          <p14:tracePt t="23786" x="2851150" y="5930900"/>
          <p14:tracePt t="23803" x="2800350" y="5918200"/>
          <p14:tracePt t="23819" x="2774950" y="5911850"/>
          <p14:tracePt t="23837" x="2711450" y="5886450"/>
          <p14:tracePt t="23853" x="2647950" y="5867400"/>
          <p14:tracePt t="23870" x="2622550" y="5861050"/>
          <p14:tracePt t="23886" x="2540000" y="5822950"/>
          <p14:tracePt t="23902" x="2520950" y="5822950"/>
          <p14:tracePt t="23919" x="2489200" y="5816600"/>
          <p14:tracePt t="23923" x="2463800" y="5816600"/>
          <p14:tracePt t="23936" x="2432050" y="5816600"/>
          <p14:tracePt t="23953" x="2343150" y="5816600"/>
          <p14:tracePt t="23969" x="2305050" y="5822950"/>
          <p14:tracePt t="23985" x="2203450" y="5848350"/>
          <p14:tracePt t="24002" x="2133600" y="5886450"/>
          <p14:tracePt t="24019" x="2108200" y="5899150"/>
          <p14:tracePt t="24035" x="2057400" y="5911850"/>
          <p14:tracePt t="24052" x="2032000" y="5930900"/>
          <p14:tracePt t="24069" x="2019300" y="5949950"/>
          <p14:tracePt t="24085" x="2019300" y="5956300"/>
          <p14:tracePt t="24119" x="2032000" y="5969000"/>
          <p14:tracePt t="24135" x="2051050" y="5969000"/>
          <p14:tracePt t="24153" x="2076450" y="5975350"/>
          <p14:tracePt t="24168" x="2095500" y="5975350"/>
          <p14:tracePt t="24185" x="2146300" y="5975350"/>
          <p14:tracePt t="24202" x="2254250" y="5975350"/>
          <p14:tracePt t="24218" x="2343150" y="5975350"/>
          <p14:tracePt t="24234" x="2546350" y="5981700"/>
          <p14:tracePt t="24252" x="2686050" y="5994400"/>
          <p14:tracePt t="24268" x="3016250" y="6032500"/>
          <p14:tracePt t="24284" x="3409950" y="6083300"/>
          <p14:tracePt t="24302" x="3778250" y="6146800"/>
          <p14:tracePt t="24318" x="3956050" y="6184900"/>
          <p14:tracePt t="24334" x="4222750" y="6216650"/>
          <p14:tracePt t="24351" x="4489450" y="6235700"/>
          <p14:tracePt t="24368" x="4616450" y="6261100"/>
          <p14:tracePt t="24386" x="4870450" y="6292850"/>
          <p14:tracePt t="24401" x="5086350" y="6311900"/>
          <p14:tracePt t="24417" x="5187950" y="6324600"/>
          <p14:tracePt t="24421" x="5276850" y="6330950"/>
          <p14:tracePt t="24436" x="5384800" y="6350000"/>
          <p14:tracePt t="24450" x="5448300" y="6362700"/>
          <p14:tracePt t="24467" x="5594350" y="6381750"/>
          <p14:tracePt t="24484" x="5721350" y="6407150"/>
          <p14:tracePt t="24501" x="5791200" y="6407150"/>
          <p14:tracePt t="24517" x="5943600" y="6419850"/>
          <p14:tracePt t="24534" x="6070600" y="6426200"/>
          <p14:tracePt t="24550" x="6134100" y="6426200"/>
          <p14:tracePt t="24567" x="6229350" y="6426200"/>
          <p14:tracePt t="24583" x="6311900" y="6419850"/>
          <p14:tracePt t="24600" x="6350000" y="6419850"/>
          <p14:tracePt t="24618" x="6419850" y="6394450"/>
          <p14:tracePt t="24633" x="6496050" y="6369050"/>
          <p14:tracePt t="24650" x="6515100" y="6356350"/>
          <p14:tracePt t="24667" x="6559550" y="6337300"/>
          <p14:tracePt t="24683" x="6597650" y="6318250"/>
          <p14:tracePt t="24700" x="6610350" y="6311900"/>
          <p14:tracePt t="24716" x="6642100" y="6299200"/>
          <p14:tracePt t="24733" x="6642100" y="6292850"/>
          <p14:tracePt t="24750" x="6699250" y="6261100"/>
          <p14:tracePt t="24766" x="6711950" y="6248400"/>
          <p14:tracePt t="24783" x="6743700" y="6235700"/>
          <p14:tracePt t="24800" x="6788150" y="6191250"/>
          <p14:tracePt t="24816" x="6851650" y="6146800"/>
          <p14:tracePt t="24832" x="6883400" y="6121400"/>
          <p14:tracePt t="24850" x="6965950" y="6064250"/>
          <p14:tracePt t="24866" x="7029450" y="6013450"/>
          <p14:tracePt t="24884" x="7105650" y="5969000"/>
          <p14:tracePt t="24900" x="7124700" y="5956300"/>
          <p14:tracePt t="24916" x="7169150" y="5930900"/>
          <p14:tracePt t="24934" x="7207250" y="5899150"/>
          <p14:tracePt t="24949" x="7219950" y="5886450"/>
          <p14:tracePt t="24966" x="7245350" y="5873750"/>
          <p14:tracePt t="24983" x="7264400" y="5861050"/>
          <p14:tracePt t="24999" x="7270750" y="5854700"/>
          <p14:tracePt t="25033" x="7277100" y="5848350"/>
          <p14:tracePt t="25052" x="7277100" y="5842000"/>
          <p14:tracePt t="25101" x="7277100" y="5835650"/>
          <p14:tracePt t="25136" x="7277100" y="5829300"/>
          <p14:tracePt t="25172" x="7270750" y="5829300"/>
          <p14:tracePt t="25193" x="7258050" y="5822950"/>
          <p14:tracePt t="25214" x="7251700" y="5822950"/>
          <p14:tracePt t="25235" x="7239000" y="5816600"/>
          <p14:tracePt t="25256" x="7232650" y="5816600"/>
          <p14:tracePt t="25277" x="7226300" y="5816600"/>
          <p14:tracePt t="25305" x="7219950" y="5816600"/>
          <p14:tracePt t="25312" x="7213600" y="5810250"/>
          <p14:tracePt t="25333" x="7207250" y="5810250"/>
          <p14:tracePt t="25348" x="7200900" y="5810250"/>
          <p14:tracePt t="25355" x="7194550" y="5810250"/>
          <p14:tracePt t="25383" x="7188200" y="5810250"/>
          <p14:tracePt t="25398" x="7181850" y="5810250"/>
          <p14:tracePt t="25418" x="7175500" y="5810250"/>
          <p14:tracePt t="25448" x="7162800" y="5810250"/>
          <p14:tracePt t="25475" x="7156450" y="5810250"/>
          <p14:tracePt t="25496" x="7150100" y="5810250"/>
          <p14:tracePt t="25566" x="7143750" y="5810250"/>
          <p14:tracePt t="25594" x="7137400" y="5810250"/>
          <p14:tracePt t="25616" x="7131050" y="5810250"/>
          <p14:tracePt t="25650" x="7124700" y="5810250"/>
          <p14:tracePt t="25686" x="7118350" y="5810250"/>
          <p14:tracePt t="25700" x="7112000" y="5810250"/>
          <p14:tracePt t="25756" x="7105650" y="5810250"/>
          <p14:tracePt t="25777" x="7099300" y="5810250"/>
          <p14:tracePt t="25798" x="7092950" y="5810250"/>
          <p14:tracePt t="25805" x="7092950" y="5816600"/>
          <p14:tracePt t="25827" x="7086600" y="5816600"/>
          <p14:tracePt t="25847" x="7080250" y="5822950"/>
          <p14:tracePt t="25897" x="7073900" y="5822950"/>
          <p14:tracePt t="25918" x="7067550" y="5829300"/>
          <p14:tracePt t="25945" x="7061200" y="5829300"/>
          <p14:tracePt t="25967" x="7054850" y="5835650"/>
          <p14:tracePt t="25988" x="7048500" y="5835650"/>
          <p14:tracePt t="26630" x="7061200" y="5835650"/>
          <p14:tracePt t="26644" x="7073900" y="5835650"/>
          <p14:tracePt t="26651" x="7092950" y="5835650"/>
          <p14:tracePt t="26665" x="7105650" y="5835650"/>
          <p14:tracePt t="26676" x="7124700" y="5835650"/>
          <p14:tracePt t="26693" x="7169150" y="5835650"/>
          <p14:tracePt t="26710" x="7188200" y="5835650"/>
          <p14:tracePt t="26726" x="7200900" y="5835650"/>
          <p14:tracePt t="26743" x="7219950" y="5835650"/>
          <p14:tracePt t="26760" x="7226300" y="5835650"/>
          <p14:tracePt t="26776" x="7232650" y="5835650"/>
          <p14:tracePt t="26792" x="7239000" y="5835650"/>
          <p14:tracePt t="26820" x="7245350" y="5835650"/>
          <p14:tracePt t="27136" x="7251700" y="5835650"/>
          <p14:tracePt t="27143" x="7258050" y="5835650"/>
          <p14:tracePt t="27171" x="7264400" y="5835650"/>
          <p14:tracePt t="27193" x="7270750" y="5835650"/>
          <p14:tracePt t="27206" x="7277100" y="5835650"/>
          <p14:tracePt t="27213" x="7283450" y="5835650"/>
          <p14:tracePt t="27228" x="7283450" y="5829300"/>
          <p14:tracePt t="27242" x="7302500" y="5829300"/>
          <p14:tracePt t="27258" x="7315200" y="5822950"/>
          <p14:tracePt t="27274" x="7334250" y="5816600"/>
          <p14:tracePt t="27291" x="7385050" y="5810250"/>
          <p14:tracePt t="27307" x="7454900" y="5797550"/>
          <p14:tracePt t="27324" x="7499350" y="5797550"/>
          <p14:tracePt t="27341" x="7594600" y="5778500"/>
          <p14:tracePt t="27357" x="7683500" y="5778500"/>
          <p14:tracePt t="27375" x="7753350" y="5778500"/>
          <p14:tracePt t="27390" x="7778750" y="5778500"/>
          <p14:tracePt t="27407" x="7829550" y="5784850"/>
          <p14:tracePt t="27425" x="7861300" y="5784850"/>
          <p14:tracePt t="27440" x="7874000" y="5784850"/>
          <p14:tracePt t="27457" x="7905750" y="5784850"/>
          <p14:tracePt t="27474" x="7924800" y="5784850"/>
          <p14:tracePt t="27490" x="7937500" y="5784850"/>
          <p14:tracePt t="27506" x="7950200" y="5784850"/>
          <p14:tracePt t="27523" x="7975600" y="5784850"/>
          <p14:tracePt t="27540" x="7981950" y="5784850"/>
          <p14:tracePt t="27557" x="7994650" y="5784850"/>
          <p14:tracePt t="27573" x="8039100" y="5778500"/>
          <p14:tracePt t="27590" x="8064500" y="5778500"/>
          <p14:tracePt t="27607" x="8121650" y="5778500"/>
          <p14:tracePt t="27622" x="8178800" y="5778500"/>
          <p14:tracePt t="27639" x="8210550" y="5778500"/>
          <p14:tracePt t="27657" x="8261350" y="5778500"/>
          <p14:tracePt t="27673" x="8280400" y="5791200"/>
          <p14:tracePt t="27690" x="8312150" y="5791200"/>
          <p14:tracePt t="27706" x="8331200" y="5791200"/>
          <p14:tracePt t="27722" x="8337550" y="5791200"/>
          <p14:tracePt t="27740" x="8343900" y="5791200"/>
          <p14:tracePt t="27756" x="8350250" y="5791200"/>
          <p14:tracePt t="27804" x="8356600" y="5791200"/>
          <p14:tracePt t="27867" x="8362950" y="5791200"/>
          <p14:tracePt t="28754" x="8356600" y="5791200"/>
          <p14:tracePt t="28788" x="8350250" y="5791200"/>
          <p14:tracePt t="28823" x="8350250" y="5784850"/>
          <p14:tracePt t="28879" x="8343900" y="5784850"/>
          <p14:tracePt t="28971" x="8337550" y="5784850"/>
          <p14:tracePt t="29041" x="8331200" y="5784850"/>
          <p14:tracePt t="29118" x="8324850" y="5778500"/>
          <p14:tracePt t="29202" x="8318500" y="5778500"/>
          <p14:tracePt t="29441" x="8312150" y="5772150"/>
          <p14:tracePt t="29462" x="8305800" y="5772150"/>
          <p14:tracePt t="29470" x="8299450" y="5772150"/>
          <p14:tracePt t="29491" x="8293100" y="5772150"/>
          <p14:tracePt t="29511" x="8286750" y="5772150"/>
          <p14:tracePt t="29534" x="8274050" y="5772150"/>
          <p14:tracePt t="29540" x="8267700" y="5772150"/>
          <p14:tracePt t="29575" x="8255000" y="5778500"/>
          <p14:tracePt t="29582" x="8242300" y="5778500"/>
          <p14:tracePt t="29596" x="8216900" y="5784850"/>
          <p14:tracePt t="29603" x="8197850" y="5791200"/>
          <p14:tracePt t="29616" x="8166100" y="5810250"/>
          <p14:tracePt t="29633" x="8096250" y="5829300"/>
          <p14:tracePt t="29649" x="8051800" y="5848350"/>
          <p14:tracePt t="29666" x="7969250" y="5867400"/>
          <p14:tracePt t="29682" x="7912100" y="5892800"/>
          <p14:tracePt t="29699" x="7829550" y="5930900"/>
          <p14:tracePt t="29716" x="7727950" y="5962650"/>
          <p14:tracePt t="29732" x="7677150" y="5981700"/>
          <p14:tracePt t="29749" x="7550150" y="6026150"/>
          <p14:tracePt t="29766" x="7442200" y="6076950"/>
          <p14:tracePt t="29782" x="7385050" y="6096000"/>
          <p14:tracePt t="29799" x="7296150" y="6159500"/>
          <p14:tracePt t="29815" x="7213600" y="6216650"/>
          <p14:tracePt t="29832" x="7181850" y="6254750"/>
          <p14:tracePt t="29849" x="7137400" y="6286500"/>
          <p14:tracePt t="29865" x="7099300" y="6324600"/>
          <p14:tracePt t="29882" x="7080250" y="6337300"/>
          <p14:tracePt t="29899" x="7054850" y="6375400"/>
          <p14:tracePt t="29915" x="7016750" y="6400800"/>
          <p14:tracePt t="29932" x="7004050" y="6413500"/>
          <p14:tracePt t="29948" x="6978650" y="6445250"/>
          <p14:tracePt t="29965" x="6965950" y="6451600"/>
          <p14:tracePt t="29982" x="6946900" y="6457950"/>
          <p14:tracePt t="29998" x="6934200" y="6464300"/>
          <p14:tracePt t="30015" x="6927850" y="6464300"/>
          <p14:tracePt t="30032" x="6921500" y="6464300"/>
          <p14:tracePt t="30047" x="6889750" y="6464300"/>
          <p14:tracePt t="30064" x="6877050" y="6464300"/>
          <p14:tracePt t="30081" x="6851650" y="6457950"/>
          <p14:tracePt t="30098" x="6800850" y="6445250"/>
          <p14:tracePt t="30114" x="6769100" y="6432550"/>
          <p14:tracePt t="30131" x="6718300" y="6426200"/>
          <p14:tracePt t="30147" x="6667500" y="6407150"/>
          <p14:tracePt t="30165" x="6616700" y="6400800"/>
          <p14:tracePt t="30180" x="6604000" y="6394450"/>
          <p14:tracePt t="30197" x="6578600" y="6388100"/>
          <p14:tracePt t="30214" x="6572250" y="6388100"/>
          <p14:tracePt t="30231" x="6565900" y="6381750"/>
          <p14:tracePt t="30247" x="6559550" y="6381750"/>
          <p14:tracePt t="30263" x="6546850" y="6375400"/>
          <p14:tracePt t="30496" x="6553200" y="6375400"/>
          <p14:tracePt t="30509" x="6559550" y="6375400"/>
          <p14:tracePt t="30516" x="6572250" y="6381750"/>
          <p14:tracePt t="30533" x="6591300" y="6381750"/>
          <p14:tracePt t="30546" x="6648450" y="6388100"/>
          <p14:tracePt t="30563" x="6686550" y="6388100"/>
          <p14:tracePt t="30580" x="6750050" y="6400800"/>
          <p14:tracePt t="30596" x="6889750" y="6400800"/>
          <p14:tracePt t="30613" x="7035800" y="6407150"/>
          <p14:tracePt t="30629" x="7175500" y="6419850"/>
          <p14:tracePt t="30646" x="7226300" y="6419850"/>
          <p14:tracePt t="30663" x="7308850" y="6432550"/>
          <p14:tracePt t="30679" x="7359650" y="6432550"/>
          <p14:tracePt t="30695" x="7372350" y="6432550"/>
          <p14:tracePt t="30713" x="7391400" y="6432550"/>
          <p14:tracePt t="30745" x="7385050" y="6432550"/>
          <p14:tracePt t="30763" x="7359650" y="6413500"/>
          <p14:tracePt t="30779" x="7315200" y="6407150"/>
          <p14:tracePt t="30795" x="7289800" y="6394450"/>
          <p14:tracePt t="30812" x="7194550" y="6375400"/>
          <p14:tracePt t="30829" x="7048500" y="6356350"/>
          <p14:tracePt t="30845" x="6959600" y="6356350"/>
          <p14:tracePt t="30863" x="6781800" y="6337300"/>
          <p14:tracePt t="30878" x="6680200" y="6324600"/>
          <p14:tracePt t="30896" x="6496050" y="6305550"/>
          <p14:tracePt t="30911" x="6343650" y="6299200"/>
          <p14:tracePt t="30928" x="6280150" y="6286500"/>
          <p14:tracePt t="30945" x="6197600" y="6286500"/>
          <p14:tracePt t="30962" x="6165850" y="6286500"/>
          <p14:tracePt t="30965" x="6159500" y="6286500"/>
          <p14:tracePt t="31002" x="6172200" y="6286500"/>
          <p14:tracePt t="31011" x="6184900" y="6292850"/>
          <p14:tracePt t="31027" x="6203950" y="6292850"/>
          <p14:tracePt t="31044" x="6242050" y="6299200"/>
          <p14:tracePt t="31061" x="6280150" y="6305550"/>
          <p14:tracePt t="31079" x="6337300" y="6305550"/>
          <p14:tracePt t="31094" x="6375400" y="6318250"/>
          <p14:tracePt t="31110" x="6489700" y="6318250"/>
          <p14:tracePt t="31128" x="6616700" y="6311900"/>
          <p14:tracePt t="31144" x="6699250" y="6305550"/>
          <p14:tracePt t="31161" x="6775450" y="6292850"/>
          <p14:tracePt t="31178" x="6997700" y="6267450"/>
          <p14:tracePt t="31194" x="7061200" y="6267450"/>
          <p14:tracePt t="31210" x="7112000" y="6267450"/>
          <p14:tracePt t="31227" x="7175500" y="6248400"/>
          <p14:tracePt t="31244" x="7207250" y="6242050"/>
          <p14:tracePt t="31261" x="7213600" y="6242050"/>
          <p14:tracePt t="31277" x="7219950" y="6242050"/>
          <p14:tracePt t="31339" x="7219950" y="6254750"/>
          <p14:tracePt t="31346" x="7219950" y="6267450"/>
          <p14:tracePt t="33424" x="7175500" y="6254750"/>
          <p14:tracePt t="33430" x="7105650" y="6235700"/>
          <p14:tracePt t="33445" x="7042150" y="6216650"/>
          <p14:tracePt t="33453" x="6946900" y="6197600"/>
          <p14:tracePt t="33469" x="6845300" y="6178550"/>
          <p14:tracePt t="33486" x="6661150" y="6127750"/>
          <p14:tracePt t="33502" x="6477000" y="6064250"/>
          <p14:tracePt t="33519" x="6388100" y="6032500"/>
          <p14:tracePt t="33536" x="6153150" y="5969000"/>
          <p14:tracePt t="33552" x="5930900" y="5886450"/>
          <p14:tracePt t="33569" x="5816600" y="5854700"/>
          <p14:tracePt t="33585" x="5562600" y="5740400"/>
          <p14:tracePt t="33602" x="5397500" y="5676900"/>
          <p14:tracePt t="33620" x="5060950" y="5581650"/>
          <p14:tracePt t="33636" x="4724400" y="5492750"/>
          <p14:tracePt t="33652" x="4521200" y="5454650"/>
          <p14:tracePt t="33669" x="4241800" y="5384800"/>
          <p14:tracePt t="33685" x="3981450" y="5321300"/>
          <p14:tracePt t="33702" x="3835400" y="5283200"/>
          <p14:tracePt t="33719" x="3613150" y="5232400"/>
          <p14:tracePt t="33735" x="3467100" y="5181600"/>
          <p14:tracePt t="33752" x="3390900" y="5162550"/>
          <p14:tracePt t="33768" x="3244850" y="5124450"/>
          <p14:tracePt t="33785" x="3098800" y="5080000"/>
          <p14:tracePt t="33802" x="3035300" y="5080000"/>
          <p14:tracePt t="33818" x="2889250" y="5092700"/>
          <p14:tracePt t="33835" x="2844800" y="5086350"/>
          <p14:tracePt t="34378" x="2806700" y="5092700"/>
          <p14:tracePt t="34385" x="2781300" y="5099050"/>
          <p14:tracePt t="34400" x="2736850" y="5111750"/>
          <p14:tracePt t="34406" x="2686050" y="5118100"/>
          <p14:tracePt t="34420" x="2641600" y="5143500"/>
          <p14:tracePt t="34432" x="2584450" y="5156200"/>
          <p14:tracePt t="34450" x="2489200" y="5168900"/>
          <p14:tracePt t="34466" x="2451100" y="5181600"/>
          <p14:tracePt t="34470" x="2406650" y="5187950"/>
          <p14:tracePt t="34483" x="2355850" y="5187950"/>
          <p14:tracePt t="34499" x="2235200" y="5207000"/>
          <p14:tracePt t="34516" x="2184400" y="5207000"/>
          <p14:tracePt t="34533" x="2101850" y="5219700"/>
          <p14:tracePt t="34549" x="2051050" y="5238750"/>
          <p14:tracePt t="34566" x="2032000" y="5238750"/>
          <p14:tracePt t="34582" x="2000250" y="5251450"/>
          <p14:tracePt t="34599" x="1987550" y="5257800"/>
          <p14:tracePt t="34615" x="1981200" y="5257800"/>
          <p14:tracePt t="34708" x="1987550" y="5257800"/>
          <p14:tracePt t="34736" x="1993900" y="5257800"/>
          <p14:tracePt t="34772" x="2000250" y="5257800"/>
          <p14:tracePt t="34807" x="2006600" y="5257800"/>
          <p14:tracePt t="34828" x="2012950" y="5251450"/>
          <p14:tracePt t="34842" x="2019300" y="5251450"/>
          <p14:tracePt t="34870" x="2025650" y="5251450"/>
          <p14:tracePt t="34919" x="2032000" y="5251450"/>
          <p14:tracePt t="34926" x="2038350" y="5251450"/>
          <p14:tracePt t="34940" x="2038350" y="5245100"/>
          <p14:tracePt t="34968" x="2044700" y="5245100"/>
          <p14:tracePt t="34997" x="2051050" y="5245100"/>
          <p14:tracePt t="35137" x="2057400" y="5245100"/>
          <p14:tracePt t="35221" x="2057400" y="5251450"/>
          <p14:tracePt t="35292" x="2051050" y="5251450"/>
          <p14:tracePt t="35298" x="2044700" y="5251450"/>
          <p14:tracePt t="35320" x="2044700" y="5245100"/>
          <p14:tracePt t="35341" x="2038350" y="5245100"/>
          <p14:tracePt t="35349" x="2032000" y="5245100"/>
          <p14:tracePt t="35369" x="2032000" y="5238750"/>
          <p14:tracePt t="35390" x="2025650" y="5232400"/>
          <p14:tracePt t="35411" x="2012950" y="5226050"/>
          <p14:tracePt t="35432" x="2006600" y="5226050"/>
          <p14:tracePt t="35454" x="2000250" y="5226050"/>
          <p14:tracePt t="35467" x="2000250" y="5219700"/>
          <p14:tracePt t="35475" x="1993900" y="5213350"/>
          <p14:tracePt t="35489" x="1987550" y="5213350"/>
          <p14:tracePt t="35503" x="1981200" y="5207000"/>
          <p14:tracePt t="35512" x="1962150" y="5200650"/>
          <p14:tracePt t="35529" x="1949450" y="5194300"/>
          <p14:tracePt t="35546" x="1930400" y="5181600"/>
          <p14:tracePt t="35562" x="1866900" y="5162550"/>
          <p14:tracePt t="35580" x="1841500" y="5156200"/>
          <p14:tracePt t="35595" x="1784350" y="5143500"/>
          <p14:tracePt t="35612" x="1752600" y="5137150"/>
          <p14:tracePt t="35629" x="1733550" y="5137150"/>
          <p14:tracePt t="35645" x="1682750" y="5124450"/>
          <p14:tracePt t="35662" x="1670050" y="5124450"/>
          <p14:tracePt t="35679" x="1644650" y="5118100"/>
          <p14:tracePt t="35695" x="1638300" y="5118100"/>
          <p14:tracePt t="35712" x="1631950" y="5105400"/>
          <p14:tracePt t="35745" x="1625600" y="5099050"/>
          <p14:tracePt t="35784" x="1625600" y="5092700"/>
          <p14:tracePt t="35826" x="1619250" y="5086350"/>
          <p14:tracePt t="35840" x="1619250" y="5080000"/>
          <p14:tracePt t="35882" x="1619250" y="5073650"/>
          <p14:tracePt t="35896" x="1619250" y="5067300"/>
          <p14:tracePt t="35903" x="1619250" y="5060950"/>
          <p14:tracePt t="35911" x="1619250" y="5054600"/>
          <p14:tracePt t="35927" x="1619250" y="5041900"/>
          <p14:tracePt t="35945" x="1619250" y="5010150"/>
          <p14:tracePt t="35960" x="1619250" y="4991100"/>
          <p14:tracePt t="35977" x="1606550" y="4889500"/>
          <p14:tracePt t="35995" x="1606550" y="4711700"/>
          <p14:tracePt t="36010" x="1606550" y="4597400"/>
          <p14:tracePt t="36027" x="1612900" y="4330700"/>
          <p14:tracePt t="36044" x="1612900" y="4057650"/>
          <p14:tracePt t="36060" x="1612900" y="3905250"/>
          <p14:tracePt t="36077" x="1612900" y="3606800"/>
          <p14:tracePt t="36094" x="1606550" y="3340100"/>
          <p14:tracePt t="36110" x="1606550" y="3219450"/>
          <p14:tracePt t="36127" x="1600200" y="2965450"/>
          <p14:tracePt t="36143" x="1600200" y="2825750"/>
          <p14:tracePt t="36160" x="1600200" y="2571750"/>
          <p14:tracePt t="36177" x="1600200" y="2444750"/>
          <p14:tracePt t="36193" x="1644650" y="2032000"/>
          <p14:tracePt t="36210" x="1676400" y="1905000"/>
          <p14:tracePt t="36227" x="1727200" y="1689100"/>
          <p14:tracePt t="36243" x="1746250" y="1619250"/>
          <p14:tracePt t="36260" x="1797050" y="1485900"/>
          <p14:tracePt t="36276" x="1822450" y="1377950"/>
          <p14:tracePt t="36293" x="1835150" y="1333500"/>
          <p14:tracePt t="36311" x="1841500" y="1282700"/>
          <p14:tracePt t="36326" x="1847850" y="1238250"/>
          <p14:tracePt t="36343" x="1854200" y="1225550"/>
          <p14:tracePt t="36360" x="1873250" y="1181100"/>
          <p14:tracePt t="36376" x="1873250" y="1149350"/>
          <p14:tracePt t="36392" x="1879600" y="1136650"/>
          <p14:tracePt t="36410" x="1892300" y="1111250"/>
          <p14:tracePt t="36426" x="1905000" y="1073150"/>
          <p14:tracePt t="36442" x="1917700" y="1060450"/>
          <p14:tracePt t="36459" x="1943100" y="1016000"/>
          <p14:tracePt t="36476" x="1968500" y="977900"/>
          <p14:tracePt t="36492" x="1987550" y="952500"/>
          <p14:tracePt t="36509" x="2012950" y="914400"/>
          <p14:tracePt t="36525" x="2025650" y="889000"/>
          <p14:tracePt t="36543" x="2076450" y="825500"/>
          <p14:tracePt t="36559" x="2082800" y="812800"/>
          <p14:tracePt t="36575" x="2101850" y="793750"/>
          <p14:tracePt t="36592" x="2120900" y="755650"/>
          <p14:tracePt t="36609" x="2146300" y="736600"/>
          <p14:tracePt t="36625" x="2159000" y="717550"/>
          <p14:tracePt t="36642" x="2178050" y="698500"/>
          <p14:tracePt t="36658" x="2197100" y="679450"/>
          <p14:tracePt t="36675" x="2209800" y="673100"/>
          <p14:tracePt t="36691" x="2216150" y="660400"/>
          <p14:tracePt t="36708" x="2222500" y="654050"/>
          <p14:tracePt t="36728" x="2228850" y="654050"/>
          <p14:tracePt t="36747" x="2235200" y="647700"/>
          <p14:tracePt t="36810" x="2241550" y="641350"/>
          <p14:tracePt t="36887" x="2247900" y="641350"/>
          <p14:tracePt t="36930" x="2254250" y="641350"/>
          <p14:tracePt t="36951" x="2254250" y="635000"/>
          <p14:tracePt t="36965" x="2254250" y="628650"/>
          <p14:tracePt t="37007" x="2254250" y="622300"/>
          <p14:tracePt t="37035" x="2260600" y="622300"/>
          <p14:tracePt t="37056" x="2273300" y="622300"/>
          <p14:tracePt t="37077" x="2286000" y="622300"/>
          <p14:tracePt t="37092" x="2292350" y="622300"/>
          <p14:tracePt t="37098" x="2305050" y="622300"/>
          <p14:tracePt t="37107" x="2330450" y="622300"/>
          <p14:tracePt t="37123" x="2349500" y="622300"/>
          <p14:tracePt t="37140" x="2444750" y="628650"/>
          <p14:tracePt t="37157" x="2508250" y="628650"/>
          <p14:tracePt t="37174" x="2647950" y="622300"/>
          <p14:tracePt t="37190" x="2800350" y="622300"/>
          <p14:tracePt t="37206" x="2940050" y="622300"/>
          <p14:tracePt t="37223" x="3009900" y="615950"/>
          <p14:tracePt t="37240" x="3124200" y="615950"/>
          <p14:tracePt t="37256" x="3175000" y="603250"/>
          <p14:tracePt t="37274" x="3289300" y="596900"/>
          <p14:tracePt t="37290" x="3314700" y="596900"/>
          <p14:tracePt t="37306" x="3333750" y="596900"/>
          <p14:tracePt t="37323" x="3365500" y="596900"/>
          <p14:tracePt t="37339" x="3390900" y="596900"/>
          <p14:tracePt t="37356" x="3397250" y="596900"/>
          <p14:tracePt t="37373" x="3403600" y="596900"/>
          <p14:tracePt t="37428" x="3409950" y="596900"/>
          <p14:tracePt t="37583" x="3409950" y="603250"/>
          <p14:tracePt t="37590" x="3403600" y="603250"/>
          <p14:tracePt t="37618" x="3397250" y="609600"/>
          <p14:tracePt t="37632" x="3397250" y="615950"/>
          <p14:tracePt t="37641" x="3397250" y="628650"/>
          <p14:tracePt t="37656" x="3397250" y="641350"/>
          <p14:tracePt t="37671" x="3390900" y="717550"/>
          <p14:tracePt t="37689" x="3359150" y="876300"/>
          <p14:tracePt t="37705" x="3340100" y="977900"/>
          <p14:tracePt t="37722" x="3308350" y="1282700"/>
          <p14:tracePt t="37738" x="3263900" y="1720850"/>
          <p14:tracePt t="37754" x="3263900" y="1905000"/>
          <p14:tracePt t="37771" x="3270250" y="2324100"/>
          <p14:tracePt t="37788" x="3282950" y="2540000"/>
          <p14:tracePt t="37805" x="3346450" y="2889250"/>
          <p14:tracePt t="37823" x="3441700" y="3181350"/>
          <p14:tracePt t="37838" x="3498850" y="3321050"/>
          <p14:tracePt t="37854" x="3619500" y="3530600"/>
          <p14:tracePt t="37871" x="3733800" y="3708400"/>
          <p14:tracePt t="37887" x="3784600" y="3790950"/>
          <p14:tracePt t="37904" x="3873500" y="3930650"/>
          <p14:tracePt t="37921" x="3956050" y="4044950"/>
          <p14:tracePt t="37937" x="4000500" y="4114800"/>
          <p14:tracePt t="37954" x="4064000" y="4241800"/>
          <p14:tracePt t="37970" x="4133850" y="4375150"/>
          <p14:tracePt t="37987" x="4165600" y="4432300"/>
          <p14:tracePt t="38004" x="4191000" y="4489450"/>
          <p14:tracePt t="38007" x="4229100" y="4533900"/>
          <p14:tracePt t="38020" x="4292600" y="4660900"/>
          <p14:tracePt t="38037" x="4337050" y="4730750"/>
          <p14:tracePt t="38054" x="4381500" y="4876800"/>
          <p14:tracePt t="38070" x="4394200" y="4959350"/>
          <p14:tracePt t="38087" x="4362450" y="4984750"/>
          <p14:tracePt t="38462" x="4362450" y="4889500"/>
          <p14:tracePt t="38475" x="4362450" y="4749800"/>
          <p14:tracePt t="38483" x="4362450" y="4610100"/>
          <p14:tracePt t="38497" x="4362450" y="4457700"/>
          <p14:tracePt t="38505" x="4362450" y="4318000"/>
          <p14:tracePt t="38519" x="4362450" y="4127500"/>
          <p14:tracePt t="38535" x="4330700" y="3594100"/>
          <p14:tracePt t="38552" x="4286250" y="3295650"/>
          <p14:tracePt t="38569" x="4229100" y="2755900"/>
          <p14:tracePt t="38585" x="4210050" y="2514600"/>
          <p14:tracePt t="38602" x="4127500" y="1854200"/>
          <p14:tracePt t="38618" x="4108450" y="1682750"/>
          <p14:tracePt t="38635" x="4083050" y="1536700"/>
          <p14:tracePt t="38652" x="3981450" y="1250950"/>
          <p14:tracePt t="38668" x="3943350" y="1181100"/>
          <p14:tracePt t="38685" x="3898900" y="1111250"/>
          <p14:tracePt t="38701" x="3854450" y="1022350"/>
          <p14:tracePt t="38718" x="3822700" y="939800"/>
          <p14:tracePt t="38735" x="3803650" y="895350"/>
          <p14:tracePt t="38751" x="3790950" y="838200"/>
          <p14:tracePt t="38768" x="3778250" y="793750"/>
          <p14:tracePt t="38785" x="3778250" y="742950"/>
          <p14:tracePt t="38801" x="3778250" y="717550"/>
          <p14:tracePt t="38817" x="3778250" y="660400"/>
          <p14:tracePt t="38835" x="3778250" y="603250"/>
          <p14:tracePt t="38851" x="3784600" y="571500"/>
          <p14:tracePt t="38868" x="3790950" y="539750"/>
          <p14:tracePt t="38884" x="3797300" y="514350"/>
          <p14:tracePt t="38900" x="3803650" y="508000"/>
          <p14:tracePt t="38917" x="3810000" y="488950"/>
          <p14:tracePt t="38934" x="3829050" y="438150"/>
          <p14:tracePt t="38950" x="3835400" y="412750"/>
          <p14:tracePt t="38968" x="3860800" y="387350"/>
          <p14:tracePt t="38984" x="3873500" y="381000"/>
          <p14:tracePt t="39000" x="3886200" y="374650"/>
          <p14:tracePt t="39004" x="3898900" y="374650"/>
          <p14:tracePt t="39020" x="3905250" y="381000"/>
          <p14:tracePt t="39033" x="3911600" y="393700"/>
          <p14:tracePt t="39050" x="3930650" y="419100"/>
          <p14:tracePt t="39066" x="3987800" y="488950"/>
          <p14:tracePt t="39083" x="4038600" y="558800"/>
          <p14:tracePt t="39100" x="4203700" y="781050"/>
          <p14:tracePt t="39117" x="4514850" y="1333500"/>
          <p14:tracePt t="39133" x="4718050" y="1739900"/>
          <p14:tracePt t="39150" x="5111750" y="2635250"/>
          <p14:tracePt t="39166" x="5568950" y="3594100"/>
          <p14:tracePt t="39183" x="5797550" y="4070350"/>
          <p14:tracePt t="39200" x="6134100" y="4794250"/>
          <p14:tracePt t="39216" x="6381750" y="5289550"/>
          <p14:tracePt t="39232" x="6483350" y="5511800"/>
          <p14:tracePt t="39250" x="6635750" y="5886450"/>
          <p14:tracePt t="39266" x="6680200" y="6007100"/>
          <p14:tracePt t="39283" x="6743700" y="6229350"/>
          <p14:tracePt t="39300" x="6775450" y="6394450"/>
          <p14:tracePt t="39316" x="6775450" y="6470650"/>
          <p14:tracePt t="39333" x="6775450" y="6572250"/>
          <p14:tracePt t="39349" x="6756400" y="6648450"/>
          <p14:tracePt t="39366" x="6756400" y="6673850"/>
          <p14:tracePt t="39383" x="6750050" y="6692900"/>
          <p14:tracePt t="39399" x="6743700" y="6699250"/>
          <p14:tracePt t="39537" x="6750050" y="6699250"/>
          <p14:tracePt t="39559" x="6756400" y="6699250"/>
          <p14:tracePt t="39566" x="6756400" y="6692900"/>
          <p14:tracePt t="39579" x="6762750" y="6680200"/>
          <p14:tracePt t="39601" x="6769100" y="6661150"/>
          <p14:tracePt t="39608" x="6775450" y="6635750"/>
          <p14:tracePt t="39622" x="6788150" y="6597650"/>
          <p14:tracePt t="39631" x="6807200" y="6534150"/>
          <p14:tracePt t="39648" x="6826250" y="6438900"/>
          <p14:tracePt t="39665" x="6877050" y="6235700"/>
          <p14:tracePt t="39681" x="6915150" y="6051550"/>
          <p14:tracePt t="39699" x="6934200" y="5905500"/>
          <p14:tracePt t="39714" x="6946900" y="5854700"/>
          <p14:tracePt t="39731" x="6934200" y="5759450"/>
          <p14:tracePt t="39748" x="6927850" y="5702300"/>
          <p14:tracePt t="39764" x="6921500" y="5689600"/>
          <p14:tracePt t="39781" x="6921500" y="5657850"/>
          <p14:tracePt t="39798" x="6915150" y="5632450"/>
          <p14:tracePt t="39814" x="6915150" y="5619750"/>
          <p14:tracePt t="39830" x="6915150" y="5607050"/>
          <p14:tracePt t="39847" x="6915150" y="5568950"/>
          <p14:tracePt t="39864" x="6915150" y="5562600"/>
          <p14:tracePt t="39881" x="6915150" y="5549900"/>
          <p14:tracePt t="39897" x="6908800" y="5549900"/>
          <p14:tracePt t="39914" x="6902450" y="5537200"/>
          <p14:tracePt t="39931" x="6902450" y="5524500"/>
          <p14:tracePt t="39947" x="6896100" y="5511800"/>
          <p14:tracePt t="39964" x="6889750" y="5505450"/>
          <p14:tracePt t="39981" x="6883400" y="5486400"/>
          <p14:tracePt t="39997" x="6877050" y="5480050"/>
          <p14:tracePt t="40013" x="6864350" y="5461000"/>
          <p14:tracePt t="40030" x="6858000" y="5454650"/>
          <p14:tracePt t="40047" x="6858000" y="5448300"/>
          <p14:tracePt t="40065" x="6851650" y="5441950"/>
          <p14:tracePt t="40100" x="6851650" y="5435600"/>
          <p14:tracePt t="40606" x="6800850" y="5486400"/>
          <p14:tracePt t="40613" x="6718300" y="5581650"/>
          <p14:tracePt t="40620" x="6635750" y="5676900"/>
          <p14:tracePt t="40634" x="6559550" y="5759450"/>
          <p14:tracePt t="40644" x="6489700" y="5842000"/>
          <p14:tracePt t="40661" x="6438900" y="5899150"/>
          <p14:tracePt t="40678" x="6362700" y="6000750"/>
          <p14:tracePt t="40694" x="6318250" y="6057900"/>
          <p14:tracePt t="40711" x="6305550" y="6070600"/>
          <p14:tracePt t="40728" x="6286500" y="6083300"/>
          <p14:tracePt t="40744" x="6280150" y="6083300"/>
          <p14:tracePt t="40761" x="6267450" y="6083300"/>
          <p14:tracePt t="40777" x="6261100" y="6089650"/>
          <p14:tracePt t="40794" x="6254750" y="6089650"/>
          <p14:tracePt t="40811" x="6242050" y="6102350"/>
          <p14:tracePt t="40828" x="6223000" y="6108700"/>
          <p14:tracePt t="40845" x="6203950" y="6115050"/>
          <p14:tracePt t="40877" x="6197600" y="6115050"/>
          <p14:tracePt t="40894" x="6191250" y="6115050"/>
          <p14:tracePt t="40910" x="6184900" y="6115050"/>
          <p14:tracePt t="40927" x="6172200" y="6115050"/>
          <p14:tracePt t="40944" x="6165850" y="6115050"/>
          <p14:tracePt t="40960" x="6153150" y="6121400"/>
          <p14:tracePt t="40977" x="6140450" y="6121400"/>
          <p14:tracePt t="40993" x="6121400" y="6127750"/>
          <p14:tracePt t="41010" x="6115050" y="6127750"/>
          <p14:tracePt t="41027" x="6108700" y="6140450"/>
          <p14:tracePt t="41043" x="6096000" y="6146800"/>
          <p14:tracePt t="41059" x="6089650" y="6146800"/>
          <p14:tracePt t="41077" x="6083300" y="6153150"/>
          <p14:tracePt t="41093" x="6076950" y="6153150"/>
          <p14:tracePt t="41110" x="6070600" y="6159500"/>
          <p14:tracePt t="41126" x="6057900" y="6159500"/>
          <p14:tracePt t="41143" x="6051550" y="6165850"/>
          <p14:tracePt t="41159" x="6045200" y="6172200"/>
          <p14:tracePt t="41176" x="6038850" y="6172200"/>
          <p14:tracePt t="41217" x="6038850" y="6178550"/>
          <p14:tracePt t="41253" x="6038850" y="6184900"/>
          <p14:tracePt t="41337" x="6045200" y="6184900"/>
          <p14:tracePt t="41358" x="6057900" y="6184900"/>
          <p14:tracePt t="41365" x="6064250" y="6184900"/>
          <p14:tracePt t="41375" x="6076950" y="6184900"/>
          <p14:tracePt t="41392" x="6121400" y="6184900"/>
          <p14:tracePt t="41408" x="6153150" y="6178550"/>
          <p14:tracePt t="41425" x="6203950" y="6178550"/>
          <p14:tracePt t="41442" x="6311900" y="6159500"/>
          <p14:tracePt t="41458" x="6432550" y="6127750"/>
          <p14:tracePt t="41475" x="6483350" y="6127750"/>
          <p14:tracePt t="41491" x="6578600" y="6102350"/>
          <p14:tracePt t="41508" x="6635750" y="6096000"/>
          <p14:tracePt t="41525" x="6661150" y="6089650"/>
          <p14:tracePt t="41541" x="6680200" y="6089650"/>
          <p14:tracePt t="41558" x="6686550" y="6089650"/>
          <p14:tracePt t="41575" x="6692900" y="6089650"/>
          <p14:tracePt t="41591" x="6692900" y="6096000"/>
          <p14:tracePt t="41607" x="6692900" y="6102350"/>
          <p14:tracePt t="41639" x="6686550" y="6108700"/>
          <p14:tracePt t="41660" x="6673850" y="6108700"/>
          <p14:tracePt t="41667" x="6667500" y="6115050"/>
          <p14:tracePt t="41677" x="6654800" y="6115050"/>
          <p14:tracePt t="41691" x="6648450" y="6121400"/>
          <p14:tracePt t="41708" x="6635750" y="6121400"/>
          <p14:tracePt t="41724" x="6604000" y="6127750"/>
          <p14:tracePt t="41741" x="6553200" y="6140450"/>
          <p14:tracePt t="41758" x="6496050" y="6165850"/>
          <p14:tracePt t="41774" x="6464300" y="6172200"/>
          <p14:tracePt t="41790" x="6413500" y="6178550"/>
          <p14:tracePt t="41808" x="6381750" y="6178550"/>
          <p14:tracePt t="41824" x="6369050" y="6178550"/>
          <p14:tracePt t="41840" x="6362700" y="6178550"/>
          <p14:tracePt t="41873" x="6369050" y="6178550"/>
          <p14:tracePt t="41890" x="6375400" y="6178550"/>
          <p14:tracePt t="41907" x="6388100" y="6178550"/>
          <p14:tracePt t="41923" x="6400800" y="6178550"/>
          <p14:tracePt t="41941" x="6407150" y="6178550"/>
          <p14:tracePt t="41957" x="6419850" y="6178550"/>
          <p14:tracePt t="41973" x="6426200" y="6172200"/>
          <p14:tracePt t="41991" x="6451600" y="6165850"/>
          <p14:tracePt t="42006" x="6464300" y="6165850"/>
          <p14:tracePt t="42023" x="6515100" y="6146800"/>
          <p14:tracePt t="42040" x="6565900" y="6134100"/>
          <p14:tracePt t="42056" x="6584950" y="6134100"/>
          <p14:tracePt t="42073" x="6648450" y="6127750"/>
          <p14:tracePt t="42090" x="6699250" y="6127750"/>
          <p14:tracePt t="42106" x="6731000" y="6127750"/>
          <p14:tracePt t="42123" x="6788150" y="6134100"/>
          <p14:tracePt t="42139" x="6832600" y="6159500"/>
          <p14:tracePt t="42156" x="6845300" y="6165850"/>
          <p14:tracePt t="42173" x="6845300" y="6178550"/>
          <p14:tracePt t="42189" x="6851650" y="6191250"/>
          <p14:tracePt t="42206" x="6851650" y="6203950"/>
          <p14:tracePt t="42223" x="6813550" y="6216650"/>
          <p14:tracePt t="42239" x="6692900" y="6235700"/>
          <p14:tracePt t="42256" x="6604000" y="6248400"/>
          <p14:tracePt t="42272" x="6407150" y="6273800"/>
          <p14:tracePt t="42289" x="6305550" y="6273800"/>
          <p14:tracePt t="42306" x="6108700" y="6273800"/>
          <p14:tracePt t="42322" x="5949950" y="6273800"/>
          <p14:tracePt t="42339" x="5886450" y="6254750"/>
          <p14:tracePt t="42356" x="5822950" y="6229350"/>
          <p14:tracePt t="42372" x="5784850" y="6216650"/>
          <p14:tracePt t="42389" x="5772150" y="6210300"/>
          <p14:tracePt t="42405" x="5772150" y="6203950"/>
          <p14:tracePt t="42438" x="5772150" y="6197600"/>
          <p14:tracePt t="42455" x="5778500" y="6197600"/>
          <p14:tracePt t="42471" x="5797550" y="6197600"/>
          <p14:tracePt t="42488" x="5810250" y="6203950"/>
          <p14:tracePt t="42504" x="5822950" y="6210300"/>
          <p14:tracePt t="42521" x="5861050" y="6216650"/>
          <p14:tracePt t="42539" x="5918200" y="6223000"/>
          <p14:tracePt t="42554" x="5956300" y="6223000"/>
          <p14:tracePt t="42571" x="6076950" y="6254750"/>
          <p14:tracePt t="42588" x="6223000" y="6280150"/>
          <p14:tracePt t="42604" x="6286500" y="6299200"/>
          <p14:tracePt t="42621" x="6356350" y="6330950"/>
          <p14:tracePt t="42638" x="6489700" y="6369050"/>
          <p14:tracePt t="42654" x="6616700" y="6413500"/>
          <p14:tracePt t="42672" x="6711950" y="6432550"/>
          <p14:tracePt t="42687" x="6750050" y="6438900"/>
          <p14:tracePt t="42704" x="6800850" y="6457950"/>
          <p14:tracePt t="42722" x="6838950" y="6457950"/>
          <p14:tracePt t="42737" x="6851650" y="6457950"/>
          <p14:tracePt t="42754" x="6870700" y="6457950"/>
          <p14:tracePt t="42771" x="6883400" y="6451600"/>
          <p14:tracePt t="42804" x="6889750" y="6445250"/>
          <p14:tracePt t="42855" x="6889750" y="6438900"/>
          <p14:tracePt t="42862" x="6889750" y="6432550"/>
          <p14:tracePt t="42871" x="6883400" y="6432550"/>
          <p14:tracePt t="42887" x="6870700" y="6432550"/>
          <p14:tracePt t="42904" x="6858000" y="6426200"/>
          <p14:tracePt t="42920" x="6851650" y="6426200"/>
          <p14:tracePt t="42937" x="6800850" y="6413500"/>
          <p14:tracePt t="42954" x="6731000" y="6407150"/>
          <p14:tracePt t="42970" x="6680200" y="6407150"/>
          <p14:tracePt t="42987" x="6521450" y="6388100"/>
          <p14:tracePt t="43004" x="6356350" y="6388100"/>
          <p14:tracePt t="43021" x="6280150" y="6388100"/>
          <p14:tracePt t="43037" x="6140450" y="6388100"/>
          <p14:tracePt t="43053" x="6057900" y="6375400"/>
          <p14:tracePt t="43069" x="6032500" y="6375400"/>
          <p14:tracePt t="43073" x="6019800" y="6375400"/>
          <p14:tracePt t="43087" x="6013450" y="6375400"/>
          <p14:tracePt t="43103" x="6007100" y="6375400"/>
          <p14:tracePt t="43137" x="6013450" y="6375400"/>
          <p14:tracePt t="43143" x="6019800" y="6375400"/>
          <p14:tracePt t="43152" x="6026150" y="6375400"/>
          <p14:tracePt t="43169" x="6038850" y="6375400"/>
          <p14:tracePt t="43187" x="6045200" y="6375400"/>
          <p14:tracePt t="43202" x="6070600" y="6375400"/>
          <p14:tracePt t="43221" x="6102350" y="6381750"/>
          <p14:tracePt t="43236" x="6121400" y="6381750"/>
          <p14:tracePt t="43252" x="6153150" y="6388100"/>
          <p14:tracePt t="43269" x="6248400" y="6400800"/>
          <p14:tracePt t="43285" x="6375400" y="6407150"/>
          <p14:tracePt t="43303" x="6451600" y="6419850"/>
          <p14:tracePt t="43319" x="6616700" y="6426200"/>
          <p14:tracePt t="43335" x="6775450" y="6426200"/>
          <p14:tracePt t="43352" x="6851650" y="6426200"/>
          <p14:tracePt t="43368" x="6978650" y="6426200"/>
          <p14:tracePt t="43385" x="7067550" y="6426200"/>
          <p14:tracePt t="43402" x="7099300" y="6426200"/>
          <p14:tracePt t="43419" x="7131050" y="6426200"/>
          <p14:tracePt t="43435" x="7137400" y="6426200"/>
          <p14:tracePt t="43468" x="7124700" y="6419850"/>
          <p14:tracePt t="43485" x="7112000" y="6413500"/>
          <p14:tracePt t="43502" x="7054850" y="6375400"/>
          <p14:tracePt t="43518" x="7023100" y="6356350"/>
          <p14:tracePt t="43535" x="6991350" y="6337300"/>
          <p14:tracePt t="43551" x="6889750" y="6261100"/>
          <p14:tracePt t="43568" x="6794500" y="6178550"/>
          <p14:tracePt t="43585" x="6737350" y="6134100"/>
          <p14:tracePt t="43588" x="6699250" y="6070600"/>
          <p14:tracePt t="43601" x="6648450" y="6000750"/>
          <p14:tracePt t="43617" x="6553200" y="5873750"/>
          <p14:tracePt t="43635" x="6515100" y="5816600"/>
          <p14:tracePt t="43651" x="6451600" y="5727700"/>
          <p14:tracePt t="43667" x="6407150" y="5651500"/>
          <p14:tracePt t="43685" x="6394450" y="5600700"/>
          <p14:tracePt t="43701" x="6375400" y="5581650"/>
          <p14:tracePt t="43717" x="6369050" y="5549900"/>
          <p14:tracePt t="43734" x="6356350" y="5518150"/>
          <p14:tracePt t="43767" x="6350000" y="5505450"/>
          <p14:tracePt t="43804" x="6350000" y="5499100"/>
          <p14:tracePt t="44078" x="6343650" y="5486400"/>
          <p14:tracePt t="44085" x="6337300" y="5480050"/>
          <p14:tracePt t="44102" x="6324600" y="5467350"/>
          <p14:tracePt t="44116" x="6318250" y="5461000"/>
          <p14:tracePt t="44132" x="6286500" y="5429250"/>
          <p14:tracePt t="44149" x="6229350" y="5384800"/>
          <p14:tracePt t="44166" x="6210300" y="5359400"/>
          <p14:tracePt t="44183" x="6140450" y="5308600"/>
          <p14:tracePt t="44199" x="6089650" y="5264150"/>
          <p14:tracePt t="44215" x="6064250" y="5232400"/>
          <p14:tracePt t="44233" x="6000750" y="5162550"/>
          <p14:tracePt t="44249" x="5937250" y="5073650"/>
          <p14:tracePt t="44265" x="5886450" y="5003800"/>
          <p14:tracePt t="44282" x="5810250" y="4864100"/>
          <p14:tracePt t="44299" x="5657850" y="4660900"/>
          <p14:tracePt t="44315" x="5537200" y="4495800"/>
          <p14:tracePt t="44332" x="5264150" y="4102100"/>
          <p14:tracePt t="44348" x="4914900" y="3632200"/>
          <p14:tracePt t="44365" x="4737100" y="3371850"/>
          <p14:tracePt t="44381" x="4381500" y="2851150"/>
          <p14:tracePt t="44398" x="4197350" y="2590800"/>
          <p14:tracePt t="44415" x="3867150" y="2178050"/>
          <p14:tracePt t="44431" x="3790950" y="2114550"/>
          <p14:tracePt t="44448" x="3733800" y="2076450"/>
          <p14:tracePt t="44465" x="3663950" y="2044700"/>
          <p14:tracePt t="44481" x="3606800" y="2006600"/>
          <p14:tracePt t="44498" x="3549650" y="1949450"/>
          <p14:tracePt t="44514" x="3498850" y="1917700"/>
          <p14:tracePt t="44873" x="3454400" y="1873250"/>
          <p14:tracePt t="44879" x="3390900" y="1816100"/>
          <p14:tracePt t="44894" x="3333750" y="1733550"/>
          <p14:tracePt t="44900" x="3276600" y="1638300"/>
          <p14:tracePt t="44913" x="3194050" y="1479550"/>
          <p14:tracePt t="44930" x="3048000" y="1187450"/>
          <p14:tracePt t="44946" x="2990850" y="1047750"/>
          <p14:tracePt t="44964" x="2882900" y="819150"/>
          <p14:tracePt t="44980" x="2806700" y="622300"/>
          <p14:tracePt t="44996" x="2774950" y="539750"/>
          <p14:tracePt t="45013" x="2730500" y="406400"/>
          <p14:tracePt t="45029" x="2711450" y="361950"/>
          <p14:tracePt t="45046" x="2698750" y="317500"/>
          <p14:tracePt t="45062" x="2692400" y="304800"/>
          <p14:tracePt t="45140" x="2698750" y="311150"/>
          <p14:tracePt t="45161" x="2698750" y="317500"/>
          <p14:tracePt t="45182" x="2698750" y="323850"/>
          <p14:tracePt t="45224" x="2698750" y="330200"/>
          <p14:tracePt t="45230" x="2698750" y="336550"/>
          <p14:tracePt t="45252" x="2692400" y="336550"/>
          <p14:tracePt t="45259" x="2686050" y="342900"/>
          <p14:tracePt t="45280" x="2686050" y="355600"/>
          <p14:tracePt t="45294" x="2679700" y="368300"/>
          <p14:tracePt t="45301" x="2679700" y="381000"/>
          <p14:tracePt t="45315" x="2673350" y="393700"/>
          <p14:tracePt t="45328" x="2667000" y="406400"/>
          <p14:tracePt t="45344" x="2647950" y="431800"/>
          <p14:tracePt t="45361" x="2635250" y="438150"/>
          <p14:tracePt t="45379" x="2571750" y="457200"/>
          <p14:tracePt t="45395" x="2514600" y="469900"/>
          <p14:tracePt t="45411" x="2482850" y="476250"/>
          <p14:tracePt t="45428" x="2425700" y="476250"/>
          <p14:tracePt t="45445" x="2362200" y="463550"/>
          <p14:tracePt t="45461" x="2343150" y="450850"/>
          <p14:tracePt t="45478" x="2311400" y="431800"/>
          <p14:tracePt t="45494" x="2273300" y="419100"/>
          <p14:tracePt t="45511" x="2266950" y="412750"/>
          <p14:tracePt t="45562" x="2273300" y="412750"/>
          <p14:tracePt t="45576" x="2279650" y="419100"/>
          <p14:tracePt t="45582" x="2292350" y="419100"/>
          <p14:tracePt t="45598" x="2298700" y="425450"/>
          <p14:tracePt t="45611" x="2311400" y="431800"/>
          <p14:tracePt t="45627" x="2324100" y="431800"/>
          <p14:tracePt t="45644" x="2336800" y="431800"/>
          <p14:tracePt t="45660" x="2387600" y="438150"/>
          <p14:tracePt t="45677" x="2489200" y="444500"/>
          <p14:tracePt t="45695" x="2667000" y="457200"/>
          <p14:tracePt t="45710" x="2781300" y="457200"/>
          <p14:tracePt t="45727" x="3022600" y="488950"/>
          <p14:tracePt t="45744" x="3276600" y="520700"/>
          <p14:tracePt t="45760" x="3397250" y="539750"/>
          <p14:tracePt t="45777" x="3575050" y="590550"/>
          <p14:tracePt t="45794" x="3683000" y="615950"/>
          <p14:tracePt t="45810" x="3708400" y="622300"/>
          <p14:tracePt t="45827" x="3740150" y="635000"/>
          <p14:tracePt t="45843" x="3752850" y="635000"/>
          <p14:tracePt t="45860" x="3759200" y="635000"/>
          <p14:tracePt t="45955" x="3752850" y="635000"/>
          <p14:tracePt t="46624" x="3790950" y="749300"/>
          <p14:tracePt t="46638" x="3892550" y="971550"/>
          <p14:tracePt t="46646" x="4006850" y="1238250"/>
          <p14:tracePt t="46661" x="4171950" y="1543050"/>
          <p14:tracePt t="46674" x="4330700" y="1911350"/>
          <p14:tracePt t="46690" x="4679950" y="2590800"/>
          <p14:tracePt t="46707" x="4832350" y="2889250"/>
          <p14:tracePt t="46723" x="5156200" y="3454400"/>
          <p14:tracePt t="46740" x="5384800" y="3765550"/>
          <p14:tracePt t="46757" x="5467350" y="3867150"/>
          <p14:tracePt t="46773" x="5619750" y="4057650"/>
          <p14:tracePt t="46790" x="5734050" y="4254500"/>
          <p14:tracePt t="46807" x="5797550" y="4337050"/>
          <p14:tracePt t="46823" x="5899150" y="4489450"/>
          <p14:tracePt t="46840" x="5994400" y="4629150"/>
          <p14:tracePt t="46857" x="6096000" y="4781550"/>
          <p14:tracePt t="46873" x="6146800" y="4851400"/>
          <p14:tracePt t="46890" x="6184900" y="4902200"/>
          <p14:tracePt t="46907" x="6248400" y="4997450"/>
          <p14:tracePt t="46923" x="6261100" y="5016500"/>
          <p14:tracePt t="46942" x="6286500" y="5054600"/>
          <p14:tracePt t="46956" x="6292850" y="5073650"/>
          <p14:tracePt t="46973" x="6311900" y="5099050"/>
          <p14:tracePt t="46990" x="6324600" y="5124450"/>
          <p14:tracePt t="47006" x="6330950" y="5137150"/>
          <p14:tracePt t="47023" x="6343650" y="5156200"/>
          <p14:tracePt t="47039" x="6350000" y="5162550"/>
          <p14:tracePt t="47072" x="6356350" y="5175250"/>
          <p14:tracePt t="47089" x="6369050" y="5187950"/>
          <p14:tracePt t="47105" x="6381750" y="5207000"/>
          <p14:tracePt t="47123" x="6426200" y="5245100"/>
          <p14:tracePt t="47139" x="6464300" y="5289550"/>
          <p14:tracePt t="47156" x="6477000" y="5314950"/>
          <p14:tracePt t="47173" x="6515100" y="5346700"/>
          <p14:tracePt t="47189" x="6565900" y="5397500"/>
          <p14:tracePt t="47205" x="6591300" y="5410200"/>
          <p14:tracePt t="47222" x="6642100" y="5448300"/>
          <p14:tracePt t="47239" x="6661150" y="5461000"/>
          <p14:tracePt t="47255" x="6705600" y="5499100"/>
          <p14:tracePt t="47272" x="6750050" y="5524500"/>
          <p14:tracePt t="47288" x="6769100" y="5549900"/>
          <p14:tracePt t="47306" x="6813550" y="5594350"/>
          <p14:tracePt t="47321" x="6838950" y="5638800"/>
          <p14:tracePt t="47783" x="6832600" y="5626100"/>
          <p14:tracePt t="47790" x="6807200" y="5613400"/>
          <p14:tracePt t="47806" x="6794500" y="5600700"/>
          <p14:tracePt t="47820" x="6775450" y="5594350"/>
          <p14:tracePt t="47836" x="6731000" y="5575300"/>
          <p14:tracePt t="47853" x="6711950" y="5562600"/>
          <p14:tracePt t="47870" x="6667500" y="5556250"/>
          <p14:tracePt t="47886" x="6635750" y="5549900"/>
          <p14:tracePt t="47903" x="6584950" y="5537200"/>
          <p14:tracePt t="47920" x="6565900" y="5530850"/>
          <p14:tracePt t="47936" x="6534150" y="5530850"/>
          <p14:tracePt t="47953" x="6515100" y="5524500"/>
          <p14:tracePt t="47969" x="6508750" y="5524500"/>
          <p14:tracePt t="48003" x="6515100" y="5518150"/>
          <p14:tracePt t="48019" x="6521450" y="5518150"/>
          <p14:tracePt t="48036" x="6540500" y="5518150"/>
          <p14:tracePt t="48052" x="6553200" y="5518150"/>
          <p14:tracePt t="48069" x="6565900" y="5518150"/>
          <p14:tracePt t="48086" x="6578600" y="5524500"/>
          <p14:tracePt t="48102" x="6591300" y="5524500"/>
          <p14:tracePt t="48119" x="6610350" y="5524500"/>
          <p14:tracePt t="48135" x="6648450" y="5530850"/>
          <p14:tracePt t="48152" x="6673850" y="5530850"/>
          <p14:tracePt t="48169" x="6743700" y="5511800"/>
          <p14:tracePt t="48185" x="6838950" y="5499100"/>
          <p14:tracePt t="48202" x="6896100" y="5486400"/>
          <p14:tracePt t="48219" x="7023100" y="5467350"/>
          <p14:tracePt t="48235" x="7131050" y="5448300"/>
          <p14:tracePt t="48251" x="7200900" y="5441950"/>
          <p14:tracePt t="48269" x="7270750" y="5422900"/>
          <p14:tracePt t="48285" x="7308850" y="5416550"/>
          <p14:tracePt t="48301" x="7321550" y="5416550"/>
          <p14:tracePt t="48319" x="7334250" y="5416550"/>
          <p14:tracePt t="48335" x="7340600" y="5416550"/>
          <p14:tracePt t="48606" x="7321550" y="5416550"/>
          <p14:tracePt t="48612" x="7270750" y="5416550"/>
          <p14:tracePt t="48627" x="7219950" y="5416550"/>
          <p14:tracePt t="48637" x="7143750" y="5416550"/>
          <p14:tracePt t="48650" x="7054850" y="5416550"/>
          <p14:tracePt t="48666" x="6953250" y="5416550"/>
          <p14:tracePt t="48683" x="6673850" y="5429250"/>
          <p14:tracePt t="48699" x="6597650" y="5435600"/>
          <p14:tracePt t="48717" x="6515100" y="5435600"/>
          <p14:tracePt t="48733" x="6426200" y="5435600"/>
          <p14:tracePt t="48750" x="6369050" y="5435600"/>
          <p14:tracePt t="48768" x="6343650" y="5435600"/>
          <p14:tracePt t="48783" x="6330950" y="5429250"/>
          <p14:tracePt t="48800" x="6324600" y="5429250"/>
          <p14:tracePt t="48817" x="6324600" y="5435600"/>
          <p14:tracePt t="48849" x="6343650" y="5441950"/>
          <p14:tracePt t="48866" x="6369050" y="5454650"/>
          <p14:tracePt t="48883" x="6381750" y="5454650"/>
          <p14:tracePt t="48900" x="6445250" y="5473700"/>
          <p14:tracePt t="48916" x="6597650" y="5505450"/>
          <p14:tracePt t="48932" x="6692900" y="5524500"/>
          <p14:tracePt t="48950" x="6908800" y="5575300"/>
          <p14:tracePt t="48966" x="7131050" y="5619750"/>
          <p14:tracePt t="48982" x="7245350" y="5638800"/>
          <p14:tracePt t="48999" x="7448550" y="5683250"/>
          <p14:tracePt t="49016" x="7537450" y="5683250"/>
          <p14:tracePt t="49032" x="7658100" y="5689600"/>
          <p14:tracePt t="49049" x="7740650" y="5689600"/>
          <p14:tracePt t="49065" x="7759700" y="5689600"/>
          <p14:tracePt t="49083" x="7785100" y="5689600"/>
          <p14:tracePt t="49099" x="7791450" y="5683250"/>
          <p14:tracePt t="49132" x="7797800" y="5683250"/>
          <p14:tracePt t="49148" x="7804150" y="5683250"/>
          <p14:tracePt t="49189" x="7810500" y="5676900"/>
          <p14:tracePt t="49259" x="7816850" y="5676900"/>
          <p14:tracePt t="49288" x="7823200" y="5683250"/>
          <p14:tracePt t="49316" x="7829550" y="5683250"/>
          <p14:tracePt t="49329" x="7835900" y="5683250"/>
          <p14:tracePt t="49337" x="7842250" y="5689600"/>
          <p14:tracePt t="49351" x="7848600" y="5689600"/>
          <p14:tracePt t="49365" x="7861300" y="5689600"/>
          <p14:tracePt t="49381" x="7886700" y="5695950"/>
          <p14:tracePt t="49398" x="7899400" y="5695950"/>
          <p14:tracePt t="49414" x="7931150" y="5708650"/>
          <p14:tracePt t="49431" x="7956550" y="5715000"/>
          <p14:tracePt t="49447" x="7969250" y="5715000"/>
          <p14:tracePt t="49464" x="7981950" y="5727700"/>
          <p14:tracePt t="49481" x="7988300" y="5727700"/>
          <p14:tracePt t="49850" x="7962900" y="5740400"/>
          <p14:tracePt t="49864" x="7893050" y="5791200"/>
          <p14:tracePt t="49871" x="7810500" y="5842000"/>
          <p14:tracePt t="49880" x="7715250" y="5886450"/>
          <p14:tracePt t="49896" x="7620000" y="5937250"/>
          <p14:tracePt t="49914" x="7410450" y="6051550"/>
          <p14:tracePt t="49929" x="7302500" y="6115050"/>
          <p14:tracePt t="49946" x="7118350" y="6197600"/>
          <p14:tracePt t="49962" x="6959600" y="6235700"/>
          <p14:tracePt t="49979" x="6889750" y="6254750"/>
          <p14:tracePt t="49995" x="6819900" y="6273800"/>
          <p14:tracePt t="50013" x="6794500" y="6273800"/>
          <p14:tracePt t="50029" x="6788150" y="6273800"/>
          <p14:tracePt t="50046" x="6781800" y="6273800"/>
          <p14:tracePt t="50062" x="6775450" y="6267450"/>
          <p14:tracePt t="50078" x="6775450" y="6261100"/>
          <p14:tracePt t="50096" x="6769100" y="6261100"/>
          <p14:tracePt t="50112" x="6762750" y="6254750"/>
          <p14:tracePt t="50132" x="6756400" y="6248400"/>
          <p14:tracePt t="50152" x="6750050" y="6242050"/>
          <p14:tracePt t="50180" x="6750050" y="6235700"/>
          <p14:tracePt t="50201" x="6743700" y="6229350"/>
          <p14:tracePt t="50229" x="6737350" y="6223000"/>
          <p14:tracePt t="50243" x="6731000" y="6223000"/>
          <p14:tracePt t="50264" x="6724650" y="6223000"/>
          <p14:tracePt t="50271" x="6718300" y="6223000"/>
          <p14:tracePt t="50286" x="6711950" y="6223000"/>
          <p14:tracePt t="50300" x="6705600" y="6223000"/>
          <p14:tracePt t="50315" x="6699250" y="6223000"/>
          <p14:tracePt t="50328" x="6686550" y="6223000"/>
          <p14:tracePt t="50345" x="6648450" y="6223000"/>
          <p14:tracePt t="50362" x="6578600" y="6223000"/>
          <p14:tracePt t="50378" x="6527800" y="6223000"/>
          <p14:tracePt t="50394" x="6388100" y="6203950"/>
          <p14:tracePt t="50411" x="6216650" y="6178550"/>
          <p14:tracePt t="50427" x="6127750" y="6159500"/>
          <p14:tracePt t="50444" x="5918200" y="6127750"/>
          <p14:tracePt t="50461" x="5664200" y="6096000"/>
          <p14:tracePt t="50477" x="5524500" y="6076950"/>
          <p14:tracePt t="50494" x="5378450" y="6051550"/>
          <p14:tracePt t="50511" x="4787900" y="6026150"/>
          <p14:tracePt t="50527" x="4584700" y="6026150"/>
          <p14:tracePt t="50544" x="4368800" y="6032500"/>
          <p14:tracePt t="50561" x="3911600" y="6064250"/>
          <p14:tracePt t="50577" x="3517900" y="6076950"/>
          <p14:tracePt t="50594" x="3194050" y="6070600"/>
          <p14:tracePt t="50610" x="3067050" y="6070600"/>
          <p14:tracePt t="50627" x="2838450" y="6070600"/>
          <p14:tracePt t="50644" x="2647950" y="6051550"/>
          <p14:tracePt t="50660" x="2584450" y="6038850"/>
          <p14:tracePt t="50677" x="2482850" y="6007100"/>
          <p14:tracePt t="50693" x="2438400" y="5988050"/>
          <p14:tracePt t="50710" x="2413000" y="5981700"/>
          <p14:tracePt t="50726" x="2393950" y="5969000"/>
          <p14:tracePt t="50743" x="2387600" y="5962650"/>
          <p14:tracePt t="50759" x="2381250" y="5956300"/>
          <p14:tracePt t="50777" x="2374900" y="5949950"/>
          <p14:tracePt t="50793" x="2368550" y="5930900"/>
          <p14:tracePt t="50809" x="2362200" y="5930900"/>
          <p14:tracePt t="50827" x="2355850" y="5924550"/>
          <p14:tracePt t="50842" x="2349500" y="5924550"/>
          <p14:tracePt t="50860" x="2330450" y="5918200"/>
          <p14:tracePt t="50876" x="2298700" y="5918200"/>
          <p14:tracePt t="50892" x="2286000" y="5918200"/>
          <p14:tracePt t="50910" x="2241550" y="5918200"/>
          <p14:tracePt t="50926" x="2203450" y="5937250"/>
          <p14:tracePt t="50942" x="2171700" y="5956300"/>
          <p14:tracePt t="50959" x="2108200" y="5994400"/>
          <p14:tracePt t="50975" x="2051050" y="6032500"/>
          <p14:tracePt t="50992" x="2032000" y="6057900"/>
          <p14:tracePt t="51009" x="1974850" y="6102350"/>
          <p14:tracePt t="51025" x="1955800" y="6115050"/>
          <p14:tracePt t="51042" x="1930400" y="6127750"/>
          <p14:tracePt t="51058" x="1898650" y="6165850"/>
          <p14:tracePt t="51075" x="1873250" y="6172200"/>
          <p14:tracePt t="51092" x="1835150" y="6191250"/>
          <p14:tracePt t="51108" x="1809750" y="6210300"/>
          <p14:tracePt t="51125" x="1758950" y="6235700"/>
          <p14:tracePt t="51142" x="1701800" y="6261100"/>
          <p14:tracePt t="51158" x="1651000" y="6273800"/>
          <p14:tracePt t="51175" x="1625600" y="6286500"/>
          <p14:tracePt t="51192" x="1587500" y="6299200"/>
          <p14:tracePt t="51208" x="1555750" y="6311900"/>
          <p14:tracePt t="51225" x="1549400" y="6311900"/>
          <p14:tracePt t="51241" x="1536700" y="6311900"/>
          <p14:tracePt t="51274" x="1536700" y="6305550"/>
          <p14:tracePt t="51291" x="1536700" y="6292850"/>
          <p14:tracePt t="51308" x="1536700" y="6286500"/>
          <p14:tracePt t="51325" x="1543050" y="6280150"/>
          <p14:tracePt t="51357" x="1549400" y="6280150"/>
          <p14:tracePt t="51388" x="1555750" y="6280150"/>
          <p14:tracePt t="51416" x="1562100" y="6280150"/>
          <p14:tracePt t="51452" x="1562100" y="6286500"/>
          <p14:tracePt t="51459" x="1562100" y="6292850"/>
          <p14:tracePt t="51472" x="1562100" y="6299200"/>
          <p14:tracePt t="51487" x="1562100" y="6305550"/>
          <p14:tracePt t="51501" x="1562100" y="6311900"/>
          <p14:tracePt t="51510" x="1562100" y="6318250"/>
          <p14:tracePt t="51529" x="1562100" y="6324600"/>
          <p14:tracePt t="51540" x="1568450" y="6330950"/>
          <p14:tracePt t="51557" x="1574800" y="6350000"/>
          <p14:tracePt t="51573" x="1574800" y="6369050"/>
          <p14:tracePt t="51590" x="1593850" y="6394450"/>
          <p14:tracePt t="51607" x="1612900" y="6426200"/>
          <p14:tracePt t="51623" x="1625600" y="6438900"/>
          <p14:tracePt t="51627" x="1651000" y="6445250"/>
          <p14:tracePt t="51641" x="1670050" y="6464300"/>
          <p14:tracePt t="51656" x="1720850" y="6483350"/>
          <p14:tracePt t="51673" x="1746250" y="6483350"/>
          <p14:tracePt t="51691" x="1797050" y="6483350"/>
          <p14:tracePt t="51706" x="1828800" y="6477000"/>
          <p14:tracePt t="51723" x="1860550" y="6438900"/>
          <p14:tracePt t="51740" x="1930400" y="6381750"/>
          <p14:tracePt t="51756" x="1962150" y="6350000"/>
          <p14:tracePt t="51772" x="1993900" y="6305550"/>
          <p14:tracePt t="51790" x="2012950" y="6280150"/>
          <p14:tracePt t="51806" x="2012950" y="6267450"/>
          <p14:tracePt t="51823" x="2019300" y="6254750"/>
          <p14:tracePt t="51839" x="2025650" y="6248400"/>
          <p14:tracePt t="51922" x="2025650" y="6254750"/>
          <p14:tracePt t="51950" x="2025650" y="6261100"/>
          <p14:tracePt t="51957" x="2025650" y="6267450"/>
          <p14:tracePt t="51993" x="2025650" y="6273800"/>
          <p14:tracePt t="52007" x="2025650" y="6280150"/>
          <p14:tracePt t="52028" x="2025650" y="6286500"/>
          <p14:tracePt t="52035" x="2025650" y="6292850"/>
          <p14:tracePt t="52042" x="2019300" y="6299200"/>
          <p14:tracePt t="52058" x="2019300" y="6305550"/>
          <p14:tracePt t="52071" x="2012950" y="6324600"/>
          <p14:tracePt t="52089" x="2006600" y="6337300"/>
          <p14:tracePt t="52105" x="2000250" y="6356350"/>
          <p14:tracePt t="52121" x="1993900" y="6369050"/>
          <p14:tracePt t="52138" x="1993900" y="6381750"/>
          <p14:tracePt t="52168" x="1993900" y="6375400"/>
          <p14:tracePt t="52175" x="1993900" y="6369050"/>
          <p14:tracePt t="53737" x="1993900" y="6362700"/>
          <p14:tracePt t="53743" x="2000250" y="6356350"/>
          <p14:tracePt t="53758" x="2019300" y="6337300"/>
          <p14:tracePt t="53766" x="2044700" y="6324600"/>
          <p14:tracePt t="53782" x="2057400" y="6305550"/>
          <p14:tracePt t="53800" x="2127250" y="6223000"/>
          <p14:tracePt t="53816" x="2197100" y="6159500"/>
          <p14:tracePt t="53832" x="2228850" y="6121400"/>
          <p14:tracePt t="53849" x="2355850" y="6026150"/>
          <p14:tracePt t="53866" x="2533650" y="5918200"/>
          <p14:tracePt t="53882" x="2647950" y="5880100"/>
          <p14:tracePt t="53899" x="2851150" y="5797550"/>
          <p14:tracePt t="53915" x="3028950" y="5746750"/>
          <p14:tracePt t="53934" x="3225800" y="5689600"/>
          <p14:tracePt t="53949" x="3321050" y="5670550"/>
          <p14:tracePt t="53965" x="3409950" y="5651500"/>
          <p14:tracePt t="53982" x="3581400" y="5613400"/>
          <p14:tracePt t="53998" x="3613150" y="5600700"/>
          <p14:tracePt t="54015" x="3632200" y="5600700"/>
          <p14:tracePt t="54032" x="3670300" y="5594350"/>
          <p14:tracePt t="54048" x="3702050" y="5594350"/>
          <p14:tracePt t="54065" x="3714750" y="5594350"/>
          <p14:tracePt t="54081" x="3740150" y="5600700"/>
          <p14:tracePt t="54098" x="3765550" y="5607050"/>
          <p14:tracePt t="54116" x="3797300" y="5613400"/>
          <p14:tracePt t="54131" x="3816350" y="5619750"/>
          <p14:tracePt t="54148" x="3867150" y="5619750"/>
          <p14:tracePt t="54165" x="3949700" y="5626100"/>
          <p14:tracePt t="54181" x="3987800" y="5626100"/>
          <p14:tracePt t="54198" x="4057650" y="5632450"/>
          <p14:tracePt t="54214" x="4133850" y="5645150"/>
          <p14:tracePt t="54231" x="4165600" y="5645150"/>
          <p14:tracePt t="54248" x="4191000" y="5645150"/>
          <p14:tracePt t="54264" x="4248150" y="5645150"/>
          <p14:tracePt t="54280" x="4248150" y="5651500"/>
          <p14:tracePt t="54298" x="4267200" y="5651500"/>
          <p14:tracePt t="54330" x="4273550" y="5657850"/>
          <p14:tracePt t="54348" x="4273550" y="5664200"/>
          <p14:tracePt t="54376" x="4279900" y="5670550"/>
          <p14:tracePt t="54397" x="4279900" y="5676900"/>
          <p14:tracePt t="54403" x="4286250" y="5683250"/>
          <p14:tracePt t="54425" x="4298950" y="5683250"/>
          <p14:tracePt t="54439" x="4305300" y="5689600"/>
          <p14:tracePt t="54447" x="4324350" y="5695950"/>
          <p14:tracePt t="54463" x="4343400" y="5702300"/>
          <p14:tracePt t="54481" x="4413250" y="5721350"/>
          <p14:tracePt t="54496" x="4514850" y="5753100"/>
          <p14:tracePt t="54513" x="4552950" y="5765800"/>
          <p14:tracePt t="54530" x="4660900" y="5784850"/>
          <p14:tracePt t="54546" x="4743450" y="5803900"/>
          <p14:tracePt t="54563" x="4775200" y="5810250"/>
          <p14:tracePt t="54580" x="4813300" y="5816600"/>
          <p14:tracePt t="54596" x="4851400" y="5816600"/>
          <p14:tracePt t="54613" x="4864100" y="5822950"/>
          <p14:tracePt t="54630" x="4876800" y="5822950"/>
          <p14:tracePt t="54646" x="4889500" y="5829300"/>
          <p14:tracePt t="54664" x="4921250" y="5835650"/>
          <p14:tracePt t="54679" x="4933950" y="5842000"/>
          <p14:tracePt t="54696" x="4946650" y="5842000"/>
          <p14:tracePt t="54700" x="4965700" y="5848350"/>
          <p14:tracePt t="54713" x="5010150" y="5848350"/>
          <p14:tracePt t="54729" x="5029200" y="5848350"/>
          <p14:tracePt t="54746" x="5048250" y="5854700"/>
          <p14:tracePt t="54762" x="5092700" y="5861050"/>
          <p14:tracePt t="54779" x="5124450" y="5873750"/>
          <p14:tracePt t="54796" x="5130800" y="5880100"/>
          <p14:tracePt t="54812" x="5149850" y="5892800"/>
          <p14:tracePt t="54829" x="5149850" y="5899150"/>
          <p14:tracePt t="54849" x="5149850" y="5905500"/>
          <p14:tracePt t="55015" x="5149850" y="5899150"/>
          <p14:tracePt t="55057" x="5143500" y="5892800"/>
          <p14:tracePt t="55079" x="5130800" y="5886450"/>
          <p14:tracePt t="55099" x="5124450" y="5886450"/>
          <p14:tracePt t="55106" x="5118100" y="5886450"/>
          <p14:tracePt t="55128" x="5111750" y="5880100"/>
          <p14:tracePt t="55148" x="5105400" y="5880100"/>
          <p14:tracePt t="55170" x="5092700" y="5880100"/>
          <p14:tracePt t="55176" x="5086350" y="5873750"/>
          <p14:tracePt t="55191" x="5073650" y="5873750"/>
          <p14:tracePt t="55197" x="5054600" y="5867400"/>
          <p14:tracePt t="55214" x="5035550" y="5861050"/>
          <p14:tracePt t="55227" x="4972050" y="5842000"/>
          <p14:tracePt t="55244" x="4933950" y="5835650"/>
          <p14:tracePt t="55261" x="4826000" y="5816600"/>
          <p14:tracePt t="55277" x="4762500" y="5810250"/>
          <p14:tracePt t="55296" x="4603750" y="5791200"/>
          <p14:tracePt t="55311" x="4438650" y="5791200"/>
          <p14:tracePt t="55327" x="4349750" y="5778500"/>
          <p14:tracePt t="55345" x="4197350" y="5778500"/>
          <p14:tracePt t="55360" x="4076700" y="5778500"/>
          <p14:tracePt t="55377" x="4038600" y="5778500"/>
          <p14:tracePt t="55394" x="3987800" y="5778500"/>
          <p14:tracePt t="55410" x="3962400" y="5784850"/>
          <p14:tracePt t="55444" x="3949700" y="5784850"/>
          <p14:tracePt t="55460" x="3937000" y="5784850"/>
          <p14:tracePt t="55528" x="3930650" y="5778500"/>
          <p14:tracePt t="55653" x="3930650" y="5772150"/>
          <p14:tracePt t="55668" x="3937000" y="5772150"/>
          <p14:tracePt t="55681" x="3943350" y="5772150"/>
          <p14:tracePt t="55689" x="3949700" y="5772150"/>
          <p14:tracePt t="55711" x="3956050" y="5772150"/>
          <p14:tracePt t="56274" x="3949700" y="5772150"/>
          <p14:tracePt t="56281" x="3924300" y="5765800"/>
          <p14:tracePt t="56295" x="3898900" y="5765800"/>
          <p14:tracePt t="56307" x="3841750" y="5759450"/>
          <p14:tracePt t="56324" x="3644900" y="5734050"/>
          <p14:tracePt t="56340" x="3530600" y="5715000"/>
          <p14:tracePt t="56357" x="3251200" y="5683250"/>
          <p14:tracePt t="56373" x="2876550" y="5632450"/>
          <p14:tracePt t="56390" x="2679700" y="5607050"/>
          <p14:tracePt t="56407" x="2254250" y="5594350"/>
          <p14:tracePt t="56424" x="1847850" y="5549900"/>
          <p14:tracePt t="56441" x="1708150" y="5549900"/>
          <p14:tracePt t="56457" x="1479550" y="5549900"/>
          <p14:tracePt t="56473" x="1314450" y="5549900"/>
          <p14:tracePt t="56490" x="1250950" y="5543550"/>
          <p14:tracePt t="56506" x="1162050" y="5543550"/>
          <p14:tracePt t="56523" x="1130300" y="5543550"/>
          <p14:tracePt t="56541" x="1079500" y="5549900"/>
          <p14:tracePt t="56556" x="1066800" y="5549900"/>
          <p14:tracePt t="56573" x="1060450" y="5549900"/>
          <p14:tracePt t="56590" x="1035050" y="5562600"/>
          <p14:tracePt t="56606" x="1028700" y="5562600"/>
          <p14:tracePt t="56622" x="1022350" y="5562600"/>
          <p14:tracePt t="56640" x="1016000" y="5562600"/>
          <p14:tracePt t="56656" x="1016000" y="5575300"/>
          <p14:tracePt t="56673" x="1009650" y="5575300"/>
          <p14:tracePt t="56689" x="1003300" y="5588000"/>
          <p14:tracePt t="56706" x="996950" y="5607050"/>
          <p14:tracePt t="56724" x="990600" y="5632450"/>
          <p14:tracePt t="56739" x="984250" y="5645150"/>
          <p14:tracePt t="56756" x="971550" y="5676900"/>
          <p14:tracePt t="56773" x="958850" y="5715000"/>
          <p14:tracePt t="56789" x="952500" y="5734050"/>
          <p14:tracePt t="56805" x="946150" y="5746750"/>
          <p14:tracePt t="56822" x="939800" y="5765800"/>
          <p14:tracePt t="56839" x="939800" y="5778500"/>
          <p14:tracePt t="56856" x="939800" y="5784850"/>
          <p14:tracePt t="56872" x="939800" y="5797550"/>
          <p14:tracePt t="56906" x="946150" y="5797550"/>
          <p14:tracePt t="56922" x="958850" y="5803900"/>
          <p14:tracePt t="56962" x="958850" y="5810250"/>
          <p14:tracePt t="56983" x="965200" y="5810250"/>
          <p14:tracePt t="57018" x="971550" y="5810250"/>
          <p14:tracePt t="57032" x="977900" y="5810250"/>
          <p14:tracePt t="57053" x="984250" y="5816600"/>
          <p14:tracePt t="57089" x="984250" y="5822950"/>
          <p14:tracePt t="57096" x="984250" y="5829300"/>
          <p14:tracePt t="57124" x="984250" y="5835650"/>
          <p14:tracePt t="57145" x="984250" y="5842000"/>
          <p14:tracePt t="57166" x="984250" y="5848350"/>
          <p14:tracePt t="57194" x="984250" y="5854700"/>
          <p14:tracePt t="57215" x="977900" y="5861050"/>
          <p14:tracePt t="57243" x="977900" y="5867400"/>
          <p14:tracePt t="57264" x="971550" y="5873750"/>
          <p14:tracePt t="57285" x="965200" y="5880100"/>
          <p14:tracePt t="57306" x="965200" y="5886450"/>
          <p14:tracePt t="57313" x="958850" y="5886450"/>
          <p14:tracePt t="57327" x="952500" y="5886450"/>
          <p14:tracePt t="57337" x="946150" y="5892800"/>
          <p14:tracePt t="57353" x="939800" y="5899150"/>
          <p14:tracePt t="57370" x="920750" y="5911850"/>
          <p14:tracePt t="57387" x="901700" y="5930900"/>
          <p14:tracePt t="57404" x="889000" y="5937250"/>
          <p14:tracePt t="57419" x="869950" y="5943600"/>
          <p14:tracePt t="57436" x="863600" y="5949950"/>
          <p14:tracePt t="57454" x="850900" y="5949950"/>
          <p14:tracePt t="57516" x="857250" y="5943600"/>
          <p14:tracePt t="57545" x="863600" y="5943600"/>
          <p14:tracePt t="57566" x="869950" y="5937250"/>
          <p14:tracePt t="57629" x="876300" y="5930900"/>
          <p14:tracePt t="57651" x="882650" y="5930900"/>
          <p14:tracePt t="57657" x="889000" y="5930900"/>
          <p14:tracePt t="57687" x="895350" y="5930900"/>
          <p14:tracePt t="57770" x="901700" y="5930900"/>
          <p14:tracePt t="58290" x="901700" y="5924550"/>
          <p14:tracePt t="58318" x="908050" y="5924550"/>
          <p14:tracePt t="58353" x="908050" y="5918200"/>
          <p14:tracePt t="58359" x="914400" y="5918200"/>
          <p14:tracePt t="58388" x="920750" y="5918200"/>
          <p14:tracePt t="58409" x="927100" y="5918200"/>
          <p14:tracePt t="58430" x="933450" y="5918200"/>
          <p14:tracePt t="58437" x="946150" y="5918200"/>
          <p14:tracePt t="58453" x="952500" y="5918200"/>
          <p14:tracePt t="58466" x="958850" y="5911850"/>
          <p14:tracePt t="58483" x="1009650" y="5911850"/>
          <p14:tracePt t="58500" x="1085850" y="5911850"/>
          <p14:tracePt t="58516" x="1155700" y="5899150"/>
          <p14:tracePt t="58533" x="1270000" y="5905500"/>
          <p14:tracePt t="58550" x="1384300" y="5905500"/>
          <p14:tracePt t="58566" x="1441450" y="5911850"/>
          <p14:tracePt t="58582" x="1530350" y="5918200"/>
          <p14:tracePt t="58600" x="1612900" y="5930900"/>
          <p14:tracePt t="58616" x="1644650" y="5937250"/>
          <p14:tracePt t="58633" x="1676400" y="5943600"/>
          <p14:tracePt t="58649" x="1701800" y="5949950"/>
          <p14:tracePt t="58665" x="1708150" y="5949950"/>
          <p14:tracePt t="58683" x="1714500" y="5956300"/>
          <p14:tracePt t="58699" x="1720850" y="5956300"/>
          <p14:tracePt t="58739" x="1720850" y="5962650"/>
          <p14:tracePt t="58873" x="1720850" y="5969000"/>
          <p14:tracePt t="58943" x="1720850" y="5975350"/>
          <p14:tracePt t="60177" x="1727200" y="5981700"/>
          <p14:tracePt t="60184" x="1746250" y="5988050"/>
          <p14:tracePt t="60198" x="1765300" y="5988050"/>
          <p14:tracePt t="60210" x="1784350" y="5994400"/>
          <p14:tracePt t="60227" x="1828800" y="6019800"/>
          <p14:tracePt t="60244" x="1847850" y="6019800"/>
          <p14:tracePt t="60261" x="1873250" y="6026150"/>
          <p14:tracePt t="60277" x="1885950" y="6032500"/>
          <p14:tracePt t="60310" x="1892300" y="6032500"/>
          <p14:tracePt t="60697" x="1898650" y="6032500"/>
          <p14:tracePt t="61217" x="1905000" y="6032500"/>
          <p14:tracePt t="61238" x="1905000" y="6038850"/>
          <p14:tracePt t="61252" x="1911350" y="6045200"/>
          <p14:tracePt t="61260" x="1924050" y="6051550"/>
          <p14:tracePt t="61274" x="1949450" y="6064250"/>
          <p14:tracePt t="61290" x="2006600" y="6102350"/>
          <p14:tracePt t="61307" x="2051050" y="6134100"/>
          <p14:tracePt t="61310" x="2120900" y="6153150"/>
          <p14:tracePt t="61323" x="2190750" y="6178550"/>
          <p14:tracePt t="61340" x="2241550" y="6210300"/>
          <p14:tracePt t="61357" x="2457450" y="6273800"/>
          <p14:tracePt t="61373" x="2527300" y="6305550"/>
          <p14:tracePt t="61390" x="2590800" y="6324600"/>
          <p14:tracePt t="61406" x="2705100" y="6381750"/>
          <p14:tracePt t="61423" x="2781300" y="6419850"/>
          <p14:tracePt t="61440" x="2806700" y="6438900"/>
          <p14:tracePt t="61456" x="2813050" y="6451600"/>
          <p14:tracePt t="61472" x="2806700" y="6464300"/>
          <p14:tracePt t="61490" x="2794000" y="6470650"/>
          <p14:tracePt t="61506" x="2762250" y="6483350"/>
          <p14:tracePt t="61522" x="2692400" y="6502400"/>
          <p14:tracePt t="61540" x="2616200" y="6534150"/>
          <p14:tracePt t="61556" x="2578100" y="6540500"/>
          <p14:tracePt t="61572" x="2514600" y="6565900"/>
          <p14:tracePt t="61589" x="2463800" y="6578600"/>
          <p14:tracePt t="61605" x="2444750" y="6584950"/>
          <p14:tracePt t="61622" x="2419350" y="6584950"/>
          <p14:tracePt t="61639" x="2374900" y="6584950"/>
          <p14:tracePt t="61655" x="2362200" y="6584950"/>
          <p14:tracePt t="61673" x="2343150" y="6578600"/>
          <p14:tracePt t="61705" x="2330450" y="6578600"/>
          <p14:tracePt t="61722" x="2317750" y="6578600"/>
          <p14:tracePt t="61765" x="2311400" y="6578600"/>
          <p14:tracePt t="61814" x="2305050" y="6578600"/>
          <p14:tracePt t="61849" x="2298700" y="6572250"/>
          <p14:tracePt t="61891" x="2292350" y="6572250"/>
          <p14:tracePt t="61975" x="2286000" y="6572250"/>
          <p14:tracePt t="62010" x="2279650" y="6572250"/>
          <p14:tracePt t="62031" x="2273300" y="6572250"/>
          <p14:tracePt t="62060" x="2273300" y="6565900"/>
          <p14:tracePt t="62080" x="2260600" y="6565900"/>
          <p14:tracePt t="62101" x="2254250" y="6565900"/>
          <p14:tracePt t="62130" x="2247900" y="6565900"/>
          <p14:tracePt t="62151" x="2241550" y="6565900"/>
          <p14:tracePt t="62172" x="2228850" y="6565900"/>
          <p14:tracePt t="62179" x="2222500" y="6565900"/>
          <p14:tracePt t="62200" x="2216150" y="6565900"/>
          <p14:tracePt t="62214" x="2209800" y="6565900"/>
          <p14:tracePt t="62223" x="2197100" y="6565900"/>
          <p14:tracePt t="62237" x="2184400" y="6572250"/>
          <p14:tracePt t="62253" x="2171700" y="6572250"/>
          <p14:tracePt t="62572" x="2038350" y="6432550"/>
          <p14:tracePt t="62589" x="2025650" y="6388100"/>
          <p14:tracePt t="62602" x="2012950" y="6350000"/>
          <p14:tracePt t="62619" x="1987550" y="6261100"/>
          <p14:tracePt t="62636" x="1962150" y="6165850"/>
          <p14:tracePt t="62652" x="1955800" y="6127750"/>
          <p14:tracePt t="62669" x="1936750" y="6051550"/>
          <p14:tracePt t="62686" x="1924050" y="6007100"/>
          <p14:tracePt t="62702" x="1924050" y="5975350"/>
          <p14:tracePt t="62718" x="1917700" y="5956300"/>
          <p14:tracePt t="62735" x="1911350" y="5949950"/>
          <p14:tracePt t="62751" x="1911350" y="5943600"/>
          <p14:tracePt t="62769" x="1905000" y="5930900"/>
          <p14:tracePt t="62785" x="1905000" y="5924550"/>
          <p14:tracePt t="62818" x="1905000" y="5918200"/>
          <p14:tracePt t="62834" x="1892300" y="5918200"/>
          <p14:tracePt t="62889" x="1885950" y="5918200"/>
          <p14:tracePt t="62895" x="1879600" y="5918200"/>
          <p14:tracePt t="62938" x="1873250" y="5924550"/>
          <p14:tracePt t="62966" x="1866900" y="5924550"/>
          <p14:tracePt t="62987" x="1860550" y="5924550"/>
          <p14:tracePt t="62993" x="1854200" y="5930900"/>
          <p14:tracePt t="63008" x="1847850" y="5930900"/>
          <p14:tracePt t="63017" x="1835150" y="5930900"/>
          <p14:tracePt t="63034" x="1822450" y="5930900"/>
          <p14:tracePt t="63051" x="1790700" y="5937250"/>
          <p14:tracePt t="63067" x="1752600" y="5943600"/>
          <p14:tracePt t="63084" x="1720850" y="5943600"/>
          <p14:tracePt t="63101" x="1682750" y="5943600"/>
          <p14:tracePt t="63117" x="1638300" y="5943600"/>
          <p14:tracePt t="63134" x="1612900" y="5949950"/>
          <p14:tracePt t="63166" x="1606550" y="5949950"/>
          <p14:tracePt t="63184" x="1600200" y="5949950"/>
          <p14:tracePt t="63204" x="1600200" y="5956300"/>
          <p14:tracePt t="63226" x="1600200" y="5962650"/>
          <p14:tracePt t="63240" x="1606550" y="5962650"/>
          <p14:tracePt t="63275" x="1612900" y="5969000"/>
          <p14:tracePt t="63296" x="1619250" y="5969000"/>
          <p14:tracePt t="63318" x="1625600" y="5969000"/>
          <p14:tracePt t="63324" x="1625600" y="5975350"/>
          <p14:tracePt t="63345" x="1631950" y="5975350"/>
          <p14:tracePt t="63367" x="1638300" y="5975350"/>
          <p14:tracePt t="63415" x="1644650" y="5975350"/>
          <p14:tracePt t="63429" x="1651000" y="5975350"/>
          <p14:tracePt t="63450" x="1657350" y="5975350"/>
          <p14:tracePt t="63457" x="1663700" y="5975350"/>
          <p14:tracePt t="63465" x="1676400" y="5975350"/>
          <p14:tracePt t="63482" x="1689100" y="5975350"/>
          <p14:tracePt t="63500" x="1733550" y="5988050"/>
          <p14:tracePt t="63515" x="1784350" y="5988050"/>
          <p14:tracePt t="63532" x="1911350" y="5994400"/>
          <p14:tracePt t="63549" x="2108200" y="5988050"/>
          <p14:tracePt t="63565" x="2241550" y="5981700"/>
          <p14:tracePt t="63582" x="2616200" y="5956300"/>
          <p14:tracePt t="63599" x="3155950" y="5892800"/>
          <p14:tracePt t="63615" x="3429000" y="5848350"/>
          <p14:tracePt t="63633" x="3975100" y="5791200"/>
          <p14:tracePt t="63649" x="4540250" y="5727700"/>
          <p14:tracePt t="63665" x="4806950" y="5695950"/>
          <p14:tracePt t="63682" x="5346700" y="5638800"/>
          <p14:tracePt t="63698" x="5861050" y="5594350"/>
          <p14:tracePt t="63715" x="6076950" y="5568950"/>
          <p14:tracePt t="63731" x="6438900" y="5530850"/>
          <p14:tracePt t="63748" x="6718300" y="5518150"/>
          <p14:tracePt t="63765" x="6851650" y="5518150"/>
          <p14:tracePt t="63781" x="7105650" y="5505450"/>
          <p14:tracePt t="63798" x="7283450" y="5505450"/>
          <p14:tracePt t="63815" x="7366000" y="5511800"/>
          <p14:tracePt t="63831" x="7416800" y="5518150"/>
          <p14:tracePt t="63848" x="7480300" y="5530850"/>
          <p14:tracePt t="63865" x="7524750" y="5543550"/>
          <p14:tracePt t="63897" x="7537450" y="5549900"/>
          <p14:tracePt t="64125" x="7531100" y="5556250"/>
          <p14:tracePt t="64160" x="7524750" y="5562600"/>
          <p14:tracePt t="64167" x="7518400" y="5562600"/>
          <p14:tracePt t="64183" x="7518400" y="5568950"/>
          <p14:tracePt t="64196" x="7499350" y="5575300"/>
          <p14:tracePt t="64213" x="7493000" y="5581650"/>
          <p14:tracePt t="64230" x="7480300" y="5588000"/>
          <p14:tracePt t="64246" x="7461250" y="5600700"/>
          <p14:tracePt t="64263" x="7429500" y="5619750"/>
          <p14:tracePt t="64279" x="7404100" y="5638800"/>
          <p14:tracePt t="64296" x="7397750" y="5645150"/>
          <p14:tracePt t="64313" x="7378700" y="5645150"/>
          <p14:tracePt t="64329" x="7378700" y="5651500"/>
          <p14:tracePt t="64363" x="7378700" y="5657850"/>
          <p14:tracePt t="64379" x="7385050" y="5657850"/>
          <p14:tracePt t="64395" x="7391400" y="5657850"/>
          <p14:tracePt t="64413" x="7397750" y="5664200"/>
          <p14:tracePt t="64429" x="7416800" y="5676900"/>
          <p14:tracePt t="64446" x="7429500" y="5676900"/>
          <p14:tracePt t="64829" x="7467600" y="5683250"/>
          <p14:tracePt t="64843" x="7499350" y="5695950"/>
          <p14:tracePt t="64850" x="7524750" y="5708650"/>
          <p14:tracePt t="64864" x="7556500" y="5715000"/>
          <p14:tracePt t="64878" x="7588250" y="5721350"/>
          <p14:tracePt t="64894" x="7639050" y="5740400"/>
          <p14:tracePt t="64911" x="7658100" y="5746750"/>
          <p14:tracePt t="64927" x="7689850" y="5772150"/>
          <p14:tracePt t="64944" x="7715250" y="5778500"/>
          <p14:tracePt t="64961" x="7727950" y="5784850"/>
          <p14:tracePt t="64977" x="7747000" y="5791200"/>
          <p14:tracePt t="64994" x="7759700" y="5791200"/>
          <p14:tracePt t="65010" x="7766050" y="5791200"/>
          <p14:tracePt t="65027" x="7772400" y="5791200"/>
          <p14:tracePt t="65117" x="7772400" y="5797550"/>
          <p14:tracePt t="67683" x="7766050" y="5797550"/>
          <p14:tracePt t="67691" x="7753350" y="5797550"/>
          <p14:tracePt t="67701" x="7740650" y="5797550"/>
          <p14:tracePt t="67718" x="7721600" y="5803900"/>
          <p14:tracePt t="67734" x="7670800" y="5816600"/>
          <p14:tracePt t="67751" x="7639050" y="5822950"/>
          <p14:tracePt t="67768" x="7594600" y="5822950"/>
          <p14:tracePt t="67784" x="7531100" y="5829300"/>
          <p14:tracePt t="67801" x="7512050" y="5829300"/>
          <p14:tracePt t="67817" x="7473950" y="5829300"/>
          <p14:tracePt t="67834" x="7429500" y="5829300"/>
          <p14:tracePt t="67851" x="7410450" y="5822950"/>
          <p14:tracePt t="67867" x="7378700" y="5816600"/>
          <p14:tracePt t="67884" x="7353300" y="5810250"/>
          <p14:tracePt t="67901" x="7334250" y="5797550"/>
          <p14:tracePt t="67916" x="7321550" y="5797550"/>
          <p14:tracePt t="67933" x="7289800" y="5784850"/>
          <p14:tracePt t="67951" x="7270750" y="5778500"/>
          <p14:tracePt t="67966" x="7258050" y="5778500"/>
          <p14:tracePt t="67984" x="7245350" y="5772150"/>
          <p14:tracePt t="68000" x="7219950" y="5759450"/>
          <p14:tracePt t="68016" x="7213600" y="5759450"/>
          <p14:tracePt t="68033" x="7213600" y="5753100"/>
          <p14:tracePt t="68050" x="7207250" y="5746750"/>
          <p14:tracePt t="68098" x="7207250" y="5740400"/>
          <p14:tracePt t="68878" x="7200900" y="5740400"/>
          <p14:tracePt t="68885" x="7175500" y="5727700"/>
          <p14:tracePt t="68896" x="7143750" y="5702300"/>
          <p14:tracePt t="68915" x="7073900" y="5657850"/>
          <p14:tracePt t="68930" x="7010400" y="5619750"/>
          <p14:tracePt t="68947" x="6959600" y="5594350"/>
          <p14:tracePt t="68964" x="6661150" y="5416550"/>
          <p14:tracePt t="68980" x="6559550" y="5365750"/>
          <p14:tracePt t="68997" x="6432550" y="5283200"/>
          <p14:tracePt t="69013" x="6134100" y="5124450"/>
          <p14:tracePt t="69030" x="5861050" y="4965700"/>
          <p14:tracePt t="69047" x="5607050" y="4819650"/>
          <p14:tracePt t="69063" x="5486400" y="4749800"/>
          <p14:tracePt t="69080" x="5251450" y="4597400"/>
          <p14:tracePt t="69097" x="5054600" y="4457700"/>
          <p14:tracePt t="69113" x="4959350" y="4394200"/>
          <p14:tracePt t="69130" x="4781550" y="4279900"/>
          <p14:tracePt t="69146" x="4616450" y="4165600"/>
          <p14:tracePt t="69163" x="4546600" y="4108450"/>
          <p14:tracePt t="69180" x="4394200" y="3994150"/>
          <p14:tracePt t="69195" x="4267200" y="3898900"/>
          <p14:tracePt t="69212" x="4216400" y="3848100"/>
          <p14:tracePt t="69230" x="4178300" y="3803650"/>
          <p14:tracePt t="69245" x="4051300" y="3651250"/>
          <p14:tracePt t="69262" x="4000500" y="3606800"/>
          <p14:tracePt t="69279" x="3917950" y="3511550"/>
          <p14:tracePt t="69295" x="3879850" y="3441700"/>
          <p14:tracePt t="69312" x="3778250" y="3314700"/>
          <p14:tracePt t="69329" x="3670300" y="3149600"/>
          <p14:tracePt t="69345" x="3632200" y="3105150"/>
          <p14:tracePt t="69363" x="3556000" y="3016250"/>
          <p14:tracePt t="69379" x="3511550" y="2959100"/>
          <p14:tracePt t="69395" x="3473450" y="2914650"/>
          <p14:tracePt t="69412" x="3390900" y="2832100"/>
          <p14:tracePt t="69428" x="3321050" y="2736850"/>
          <p14:tracePt t="69445" x="3289300" y="2692400"/>
          <p14:tracePt t="69462" x="3219450" y="2616200"/>
          <p14:tracePt t="69478" x="3181350" y="2559050"/>
          <p14:tracePt t="69494" x="3130550" y="2489200"/>
          <p14:tracePt t="69512" x="3060700" y="2387600"/>
          <p14:tracePt t="69528" x="3022600" y="2343150"/>
          <p14:tracePt t="69545" x="2959100" y="2241550"/>
          <p14:tracePt t="69561" x="2889250" y="2139950"/>
          <p14:tracePt t="69578" x="2857500" y="2095500"/>
          <p14:tracePt t="69595" x="2781300" y="1993900"/>
          <p14:tracePt t="69611" x="2762250" y="1974850"/>
          <p14:tracePt t="69628" x="2736850" y="1936750"/>
          <p14:tracePt t="69645" x="2692400" y="1905000"/>
          <p14:tracePt t="69661" x="2654300" y="1847850"/>
          <p14:tracePt t="69678" x="2647950" y="1828800"/>
          <p14:tracePt t="69694" x="2628900" y="1803400"/>
          <p14:tracePt t="69711" x="2603500" y="1765300"/>
          <p14:tracePt t="69728" x="2590800" y="1758950"/>
          <p14:tracePt t="69744" x="2571750" y="1727200"/>
          <p14:tracePt t="69760" x="2552700" y="1676400"/>
          <p14:tracePt t="69779" x="2520950" y="1631950"/>
          <p14:tracePt t="69794" x="2514600" y="1612900"/>
          <p14:tracePt t="69810" x="2489200" y="1587500"/>
          <p14:tracePt t="69827" x="2476500" y="1568450"/>
          <p14:tracePt t="69843" x="2470150" y="1568450"/>
          <p14:tracePt t="69860" x="2463800" y="1568450"/>
          <p14:tracePt t="69877" x="2457450" y="1587500"/>
          <p14:tracePt t="69894" x="2457450" y="1600200"/>
          <p14:tracePt t="69911" x="2451100" y="1612900"/>
          <p14:tracePt t="69927" x="2451100" y="1619250"/>
          <p14:tracePt t="69943" x="2444750" y="1631950"/>
          <p14:tracePt t="69961" x="2438400" y="1651000"/>
          <p14:tracePt t="69976" x="2432050" y="1657350"/>
          <p14:tracePt t="69993" x="2406650" y="1676400"/>
          <p14:tracePt t="70010" x="2362200" y="1695450"/>
          <p14:tracePt t="70026" x="2330450" y="1714500"/>
          <p14:tracePt t="70043" x="2266950" y="1733550"/>
          <p14:tracePt t="70060" x="2209800" y="1765300"/>
          <p14:tracePt t="70076" x="2184400" y="1771650"/>
          <p14:tracePt t="70093" x="2152650" y="1790700"/>
          <p14:tracePt t="70110" x="2139950" y="1803400"/>
          <p14:tracePt t="70126" x="2139950" y="1809750"/>
          <p14:tracePt t="70143" x="2139950" y="1816100"/>
          <p14:tracePt t="70159" x="2152650" y="1816100"/>
          <p14:tracePt t="70196" x="2165350" y="1809750"/>
          <p14:tracePt t="70209" x="2171700" y="1809750"/>
          <p14:tracePt t="70226" x="2178050" y="1809750"/>
          <p14:tracePt t="70243" x="2190750" y="1797050"/>
          <p14:tracePt t="70259" x="2197100" y="1797050"/>
          <p14:tracePt t="70276" x="2209800" y="1797050"/>
          <p14:tracePt t="70292" x="2235200" y="1790700"/>
          <p14:tracePt t="70309" x="2260600" y="1790700"/>
          <p14:tracePt t="70326" x="2317750" y="1790700"/>
          <p14:tracePt t="70342" x="2406650" y="1790700"/>
          <p14:tracePt t="70359" x="2444750" y="1797050"/>
          <p14:tracePt t="70375" x="2540000" y="1809750"/>
          <p14:tracePt t="70392" x="2635250" y="1835150"/>
          <p14:tracePt t="70408" x="2660650" y="1835150"/>
          <p14:tracePt t="72890" x="2730500" y="1854200"/>
          <p14:tracePt t="72897" x="2832100" y="1905000"/>
          <p14:tracePt t="72911" x="2940050" y="1981200"/>
          <p14:tracePt t="72919" x="3060700" y="2044700"/>
          <p14:tracePt t="72933" x="3194050" y="2127250"/>
          <p14:tracePt t="72949" x="3321050" y="2209800"/>
          <p14:tracePt t="72967" x="3759200" y="2501900"/>
          <p14:tracePt t="72983" x="3898900" y="2597150"/>
          <p14:tracePt t="72999" x="4025900" y="2679700"/>
          <p14:tracePt t="73016" x="4241800" y="2819400"/>
          <p14:tracePt t="73033" x="4451350" y="2940050"/>
          <p14:tracePt t="73049" x="4559300" y="2990850"/>
          <p14:tracePt t="73066" x="4743450" y="3086100"/>
          <p14:tracePt t="73082" x="4895850" y="3181350"/>
          <p14:tracePt t="73100" x="4978400" y="3238500"/>
          <p14:tracePt t="73116" x="5092700" y="3314700"/>
          <p14:tracePt t="73132" x="5200650" y="3416300"/>
          <p14:tracePt t="73150" x="5257800" y="3473450"/>
          <p14:tracePt t="73165" x="5270500" y="3498850"/>
          <p14:tracePt t="73182" x="5295900" y="3517900"/>
          <p14:tracePt t="73199" x="5314950" y="3543300"/>
          <p14:tracePt t="73215" x="5334000" y="3556000"/>
          <p14:tracePt t="73232" x="5365750" y="3581400"/>
          <p14:tracePt t="73248" x="5410200" y="3613150"/>
          <p14:tracePt t="73265" x="5429250" y="3632200"/>
          <p14:tracePt t="73282" x="5454650" y="3657600"/>
          <p14:tracePt t="73298" x="5518150" y="3708400"/>
          <p14:tracePt t="73315" x="5600700" y="3765550"/>
          <p14:tracePt t="73333" x="5702300" y="3835400"/>
          <p14:tracePt t="73348" x="5759450" y="3873500"/>
          <p14:tracePt t="73365" x="5886450" y="3949700"/>
          <p14:tracePt t="73382" x="6013450" y="4044950"/>
          <p14:tracePt t="73398" x="6083300" y="4089400"/>
          <p14:tracePt t="73415" x="6210300" y="4171950"/>
          <p14:tracePt t="73431" x="6337300" y="4254500"/>
          <p14:tracePt t="73448" x="6413500" y="4279900"/>
          <p14:tracePt t="73465" x="6578600" y="4362450"/>
          <p14:tracePt t="73481" x="6705600" y="4464050"/>
          <p14:tracePt t="73498" x="6750050" y="4495800"/>
          <p14:tracePt t="73515" x="6794500" y="4546600"/>
          <p14:tracePt t="73869" x="6807200" y="4616450"/>
          <p14:tracePt t="73883" x="6851650" y="4737100"/>
          <p14:tracePt t="73890" x="6883400" y="4864100"/>
          <p14:tracePt t="73905" x="6927850" y="4997450"/>
          <p14:tracePt t="73913" x="6965950" y="5149850"/>
          <p14:tracePt t="73930" x="6997700" y="5276850"/>
          <p14:tracePt t="73947" x="7086600" y="5543550"/>
          <p14:tracePt t="73962" x="7169150" y="5740400"/>
          <p14:tracePt t="73979" x="7194550" y="5822950"/>
          <p14:tracePt t="73996" x="7277100" y="5981700"/>
          <p14:tracePt t="74012" x="7296150" y="6038850"/>
          <p14:tracePt t="74029" x="7353300" y="6127750"/>
          <p14:tracePt t="74046" x="7385050" y="6191250"/>
          <p14:tracePt t="74063" x="7397750" y="6216650"/>
          <p14:tracePt t="74080" x="7416800" y="6248400"/>
          <p14:tracePt t="74096" x="7416800" y="6254750"/>
          <p14:tracePt t="74129" x="7416800" y="6261100"/>
          <p14:tracePt t="74146" x="7416800" y="6267450"/>
          <p14:tracePt t="74214" x="7410450" y="6273800"/>
          <p14:tracePt t="74227" x="7404100" y="6273800"/>
          <p14:tracePt t="74234" x="7404100" y="6280150"/>
          <p14:tracePt t="74245" x="7397750" y="6286500"/>
          <p14:tracePt t="74262" x="7378700" y="6286500"/>
          <p14:tracePt t="74278" x="7359650" y="6292850"/>
          <p14:tracePt t="74295" x="7346950" y="6292850"/>
          <p14:tracePt t="74312" x="7308850" y="6292850"/>
          <p14:tracePt t="74328" x="7289800" y="6286500"/>
          <p14:tracePt t="74345" x="7283450" y="6280150"/>
          <p14:tracePt t="74362" x="7251700" y="6248400"/>
          <p14:tracePt t="74378" x="7239000" y="6223000"/>
          <p14:tracePt t="74394" x="7232650" y="6210300"/>
          <p14:tracePt t="74411" x="7207250" y="6159500"/>
          <p14:tracePt t="74428" x="7175500" y="6076950"/>
          <p14:tracePt t="74446" x="7162800" y="6007100"/>
          <p14:tracePt t="74461" x="7150100" y="5962650"/>
          <p14:tracePt t="74477" x="7143750" y="5899150"/>
          <p14:tracePt t="74494" x="7137400" y="5848350"/>
          <p14:tracePt t="74511" x="7131050" y="5829300"/>
          <p14:tracePt t="74527" x="7131050" y="5797550"/>
          <p14:tracePt t="74544" x="7124700" y="5772150"/>
          <p14:tracePt t="74561" x="7124700" y="5765800"/>
          <p14:tracePt t="74578" x="7124700" y="5759450"/>
          <p14:tracePt t="74594" x="7124700" y="5753100"/>
          <p14:tracePt t="74712" x="7131050" y="5759450"/>
          <p14:tracePt t="74754" x="7131050" y="5765800"/>
          <p14:tracePt t="74776" x="7137400" y="5778500"/>
          <p14:tracePt t="74825" x="7137400" y="5784850"/>
          <p14:tracePt t="74846" x="7137400" y="5791200"/>
          <p14:tracePt t="74874" x="7143750" y="5803900"/>
          <p14:tracePt t="74916" x="7143750" y="5816600"/>
          <p14:tracePt t="74944" x="7143750" y="5822950"/>
          <p14:tracePt t="74979" x="7150100" y="5829300"/>
          <p14:tracePt t="75014" x="7150100" y="5835650"/>
          <p14:tracePt t="75057" x="7156450" y="5842000"/>
          <p14:tracePt t="75063" x="7156450" y="5848350"/>
          <p14:tracePt t="75084" x="7156450" y="5854700"/>
          <p14:tracePt t="75106" x="7162800" y="5854700"/>
          <p14:tracePt t="75134" x="7169150" y="5861050"/>
          <p14:tracePt t="75176" x="7175500" y="5867400"/>
          <p14:tracePt t="75239" x="7175500" y="5873750"/>
          <p14:tracePt t="75267" x="7175500" y="5880100"/>
          <p14:tracePt t="75273" x="7175500" y="5886450"/>
          <p14:tracePt t="75295" x="7181850" y="5892800"/>
          <p14:tracePt t="75310" x="7181850" y="5899150"/>
          <p14:tracePt t="75330" x="7181850" y="5905500"/>
          <p14:tracePt t="75359" x="7181850" y="5911850"/>
          <p14:tracePt t="75365" x="7181850" y="5918200"/>
          <p14:tracePt t="75380" x="7181850" y="5930900"/>
          <p14:tracePt t="75390" x="7181850" y="5943600"/>
          <p14:tracePt t="75408" x="7181850" y="5981700"/>
          <p14:tracePt t="75424" x="7181850" y="6000750"/>
          <p14:tracePt t="75441" x="7181850" y="6057900"/>
          <p14:tracePt t="75458" x="7181850" y="6115050"/>
          <p14:tracePt t="75474" x="7181850" y="6140450"/>
          <p14:tracePt t="75490" x="7188200" y="6178550"/>
          <p14:tracePt t="75507" x="7188200" y="6223000"/>
          <p14:tracePt t="75524" x="7194550" y="6242050"/>
          <p14:tracePt t="75541" x="7200900" y="6267450"/>
          <p14:tracePt t="75557" x="7207250" y="6280150"/>
          <p14:tracePt t="75574" x="7207250" y="6299200"/>
          <p14:tracePt t="75591" x="7207250" y="6311900"/>
          <p14:tracePt t="75607" x="7207250" y="6324600"/>
          <p14:tracePt t="75624" x="7200900" y="6343650"/>
          <p14:tracePt t="75640" x="7181850" y="6356350"/>
          <p14:tracePt t="75657" x="7162800" y="6362700"/>
          <p14:tracePt t="75674" x="7112000" y="6375400"/>
          <p14:tracePt t="75690" x="7035800" y="6381750"/>
          <p14:tracePt t="75706" x="6985000" y="6381750"/>
          <p14:tracePt t="75724" x="6864350" y="6381750"/>
          <p14:tracePt t="75740" x="6724650" y="6362700"/>
          <p14:tracePt t="75757" x="6667500" y="6343650"/>
          <p14:tracePt t="75773" x="6559550" y="6324600"/>
          <p14:tracePt t="75790" x="6489700" y="6311900"/>
          <p14:tracePt t="75807" x="6457950" y="6311900"/>
          <p14:tracePt t="75823" x="6432550" y="6305550"/>
          <p14:tracePt t="75840" x="6426200" y="6305550"/>
          <p14:tracePt t="75857" x="6419850" y="6305550"/>
          <p14:tracePt t="75873" x="6419850" y="6311900"/>
          <p14:tracePt t="75893" x="6419850" y="6318250"/>
          <p14:tracePt t="75906" x="6419850" y="6324600"/>
          <p14:tracePt t="75923" x="6432550" y="6324600"/>
          <p14:tracePt t="75939" x="6438900" y="6330950"/>
          <p14:tracePt t="75956" x="6451600" y="6330950"/>
          <p14:tracePt t="75972" x="6457950" y="6337300"/>
          <p14:tracePt t="75990" x="6470650" y="6337300"/>
          <p14:tracePt t="75993" x="6477000" y="6337300"/>
          <p14:tracePt t="76005" x="6496050" y="6337300"/>
          <p14:tracePt t="76022" x="6553200" y="6343650"/>
          <p14:tracePt t="76040" x="6661150" y="6350000"/>
          <p14:tracePt t="76055" x="6724650" y="6362700"/>
          <p14:tracePt t="76072" x="6883400" y="6381750"/>
          <p14:tracePt t="76089" x="7010400" y="6400800"/>
          <p14:tracePt t="76105" x="7061200" y="6400800"/>
          <p14:tracePt t="76123" x="7131050" y="6407150"/>
          <p14:tracePt t="76139" x="7175500" y="6413500"/>
          <p14:tracePt t="76155" x="7188200" y="6419850"/>
          <p14:tracePt t="76172" x="7194550" y="6419850"/>
          <p14:tracePt t="76188" x="7181850" y="6426200"/>
          <p14:tracePt t="76205" x="7169150" y="6426200"/>
          <p14:tracePt t="76222" x="7150100" y="6426200"/>
          <p14:tracePt t="76238" x="7080250" y="6419850"/>
          <p14:tracePt t="76255" x="6940550" y="6419850"/>
          <p14:tracePt t="76272" x="6737350" y="6407150"/>
          <p14:tracePt t="76288" x="6623050" y="6394450"/>
          <p14:tracePt t="76305" x="6419850" y="6369050"/>
          <p14:tracePt t="76321" x="6273800" y="6350000"/>
          <p14:tracePt t="76338" x="6223000" y="6350000"/>
          <p14:tracePt t="76355" x="6153150" y="6337300"/>
          <p14:tracePt t="76371" x="6102350" y="6324600"/>
          <p14:tracePt t="76388" x="6089650" y="6318250"/>
          <p14:tracePt t="76405" x="6083300" y="6311900"/>
          <p14:tracePt t="76421" x="6076950" y="6311900"/>
          <p14:tracePt t="76441" x="6083300" y="6311900"/>
          <p14:tracePt t="76457" x="6096000" y="6311900"/>
          <p14:tracePt t="76471" x="6102350" y="6311900"/>
          <p14:tracePt t="76487" x="6134100" y="6311900"/>
          <p14:tracePt t="76491" x="6146800" y="6318250"/>
          <p14:tracePt t="76504" x="6159500" y="6318250"/>
          <p14:tracePt t="76521" x="6172200" y="6324600"/>
          <p14:tracePt t="76538" x="6223000" y="6330950"/>
          <p14:tracePt t="76553" x="6286500" y="6330950"/>
          <p14:tracePt t="76570" x="6318250" y="6330950"/>
          <p14:tracePt t="76587" x="6407150" y="6330950"/>
          <p14:tracePt t="76604" x="6508750" y="6330950"/>
          <p14:tracePt t="76622" x="6623050" y="6343650"/>
          <p14:tracePt t="76637" x="6680200" y="6356350"/>
          <p14:tracePt t="76653" x="6813550" y="6388100"/>
          <p14:tracePt t="76670" x="6851650" y="6394450"/>
          <p14:tracePt t="76687" x="6934200" y="6413500"/>
          <p14:tracePt t="76703" x="7004050" y="6419850"/>
          <p14:tracePt t="76721" x="7048500" y="6419850"/>
          <p14:tracePt t="76736" x="7067550" y="6419850"/>
          <p14:tracePt t="76753" x="7086600" y="6419850"/>
          <p14:tracePt t="76771" x="7124700" y="6413500"/>
          <p14:tracePt t="76786" x="7131050" y="6413500"/>
          <p14:tracePt t="76803" x="7137400" y="6407150"/>
          <p14:tracePt t="76820" x="7143750" y="6407150"/>
          <p14:tracePt t="76836" x="7150100" y="6407150"/>
          <p14:tracePt t="76853" x="7150100" y="6400800"/>
          <p14:tracePt t="76883" x="7156450" y="6400800"/>
          <p14:tracePt t="76967" x="7156450" y="6407150"/>
          <p14:tracePt t="77016" x="7150100" y="6407150"/>
          <p14:tracePt t="77030" x="7143750" y="6400800"/>
          <p14:tracePt t="77044" x="7131050" y="6400800"/>
          <p14:tracePt t="77052" x="7124700" y="6400800"/>
          <p14:tracePt t="77068" x="7112000" y="6394450"/>
          <p14:tracePt t="77086" x="7080250" y="6381750"/>
          <p14:tracePt t="77102" x="7048500" y="6375400"/>
          <p14:tracePt t="77119" x="6927850" y="6337300"/>
          <p14:tracePt t="77136" x="6756400" y="6299200"/>
          <p14:tracePt t="77152" x="6680200" y="6280150"/>
          <p14:tracePt t="77169" x="6457950" y="6229350"/>
          <p14:tracePt t="77185" x="6229350" y="6197600"/>
          <p14:tracePt t="77201" x="6127750" y="6184900"/>
          <p14:tracePt t="77218" x="5937250" y="6165850"/>
          <p14:tracePt t="77235" x="5816600" y="6153150"/>
          <p14:tracePt t="77252" x="5778500" y="6153150"/>
          <p14:tracePt t="77269" x="5753100" y="6153150"/>
          <p14:tracePt t="77301" x="5759450" y="6146800"/>
          <p14:tracePt t="77318" x="5784850" y="6146800"/>
          <p14:tracePt t="77334" x="5803900" y="6146800"/>
          <p14:tracePt t="77352" x="5816600" y="6146800"/>
          <p14:tracePt t="77368" x="5822950" y="6146800"/>
          <p14:tracePt t="77385" x="5842000" y="6146800"/>
          <p14:tracePt t="77918" x="5842000" y="6153150"/>
          <p14:tracePt t="77925" x="5842000" y="6159500"/>
          <p14:tracePt t="77939" x="5842000" y="6165850"/>
          <p14:tracePt t="77949" x="5842000" y="6172200"/>
          <p14:tracePt t="77969" x="5842000" y="6184900"/>
          <p14:tracePt t="77983" x="5848350" y="6197600"/>
          <p14:tracePt t="77999" x="5867400" y="6235700"/>
          <p14:tracePt t="78016" x="5880100" y="6261100"/>
          <p14:tracePt t="78031" x="5892800" y="6280150"/>
          <p14:tracePt t="78048" x="5905500" y="6305550"/>
          <p14:tracePt t="78066" x="5911850" y="6324600"/>
          <p14:tracePt t="78082" x="5918200" y="6337300"/>
          <p14:tracePt t="78099" x="5918200" y="6356350"/>
          <p14:tracePt t="78115" x="5918200" y="6381750"/>
          <p14:tracePt t="78132" x="5918200" y="6388100"/>
          <p14:tracePt t="78148" x="5918200" y="6413500"/>
          <p14:tracePt t="78165" x="5918200" y="6445250"/>
          <p14:tracePt t="78181" x="5918200" y="6457950"/>
          <p14:tracePt t="78199" x="5918200" y="6477000"/>
          <p14:tracePt t="78215" x="5918200" y="6483350"/>
          <p14:tracePt t="78231" x="5918200" y="6502400"/>
          <p14:tracePt t="78264" x="5918200" y="6508750"/>
          <p14:tracePt t="78281" x="5918200" y="6515100"/>
          <p14:tracePt t="78300" x="5918200" y="6521450"/>
          <p14:tracePt t="78319" x="5918200" y="6527800"/>
          <p14:tracePt t="78330" x="5918200" y="6534150"/>
          <p14:tracePt t="78368" x="5918200" y="6540500"/>
          <p14:tracePt t="78438" x="5918200" y="6546850"/>
          <p14:tracePt t="78459" x="5911850" y="6553200"/>
          <p14:tracePt t="78466" x="5911850" y="6559550"/>
          <p14:tracePt t="78486" x="5905500" y="6559550"/>
          <p14:tracePt t="78508" x="5899150" y="6559550"/>
          <p14:tracePt t="78522" x="5892800" y="6559550"/>
          <p14:tracePt t="78529" x="5892800" y="6565900"/>
          <p14:tracePt t="78558" x="5886450" y="6572250"/>
          <p14:tracePt t="78578" x="5880100" y="6578600"/>
          <p14:tracePt t="78649" x="5880100" y="6584950"/>
          <p14:tracePt t="78670" x="5880100" y="6591300"/>
          <p14:tracePt t="78698" x="5880100" y="6597650"/>
          <p14:tracePt t="78719" x="5873750" y="6604000"/>
          <p14:tracePt t="78733" x="5873750" y="6610350"/>
          <p14:tracePt t="78761" x="5873750" y="6616700"/>
          <p14:tracePt t="78789" x="5873750" y="6629400"/>
          <p14:tracePt t="78810" x="5873750" y="6635750"/>
          <p14:tracePt t="78831" x="5873750" y="6642100"/>
          <p14:tracePt t="78839" x="5873750" y="6648450"/>
          <p14:tracePt t="78860" x="5873750" y="6654800"/>
          <p14:tracePt t="78923" x="5873750" y="6661150"/>
          <p14:tracePt t="78993" x="5867400" y="6654800"/>
          <p14:tracePt t="79000" x="5861050" y="6654800"/>
          <p14:tracePt t="79015" x="5861050" y="6648450"/>
          <p14:tracePt t="79028" x="5842000" y="6635750"/>
          <p14:tracePt t="79045" x="5822950" y="6623050"/>
          <p14:tracePt t="79062" x="5810250" y="6610350"/>
          <p14:tracePt t="79078" x="5727700" y="6559550"/>
          <p14:tracePt t="79095" x="5695950" y="6540500"/>
          <p14:tracePt t="79112" x="5619750" y="6496050"/>
          <p14:tracePt t="79128" x="5594350" y="6489700"/>
          <p14:tracePt t="79145" x="5543550" y="6451600"/>
          <p14:tracePt t="79162" x="5499100" y="6432550"/>
          <p14:tracePt t="79178" x="5486400" y="6426200"/>
          <p14:tracePt t="79195" x="5454650" y="6413500"/>
          <p14:tracePt t="79211" x="5403850" y="6388100"/>
          <p14:tracePt t="79228" x="5384800" y="6381750"/>
          <p14:tracePt t="79245" x="5334000" y="6369050"/>
          <p14:tracePt t="79261" x="5289550" y="6362700"/>
          <p14:tracePt t="79278" x="5276850" y="6362700"/>
          <p14:tracePt t="79295" x="5264150" y="6362700"/>
          <p14:tracePt t="79311" x="5245100" y="6362700"/>
          <p14:tracePt t="79347" x="5251450" y="6362700"/>
          <p14:tracePt t="79361" x="5257800" y="6362700"/>
          <p14:tracePt t="79377" x="5270500" y="6362700"/>
          <p14:tracePt t="79394" x="5289550" y="6362700"/>
          <p14:tracePt t="79410" x="5302250" y="6362700"/>
          <p14:tracePt t="79428" x="5314950" y="6362700"/>
          <p14:tracePt t="79443" x="5353050" y="6362700"/>
          <p14:tracePt t="79460" x="5372100" y="6362700"/>
          <p14:tracePt t="79478" x="5410200" y="6350000"/>
          <p14:tracePt t="79493" x="5480050" y="6343650"/>
          <p14:tracePt t="79510" x="5518150" y="6343650"/>
          <p14:tracePt t="79527" x="5632450" y="6343650"/>
          <p14:tracePt t="79543" x="5765800" y="6343650"/>
          <p14:tracePt t="79560" x="5842000" y="6343650"/>
          <p14:tracePt t="79576" x="5956300" y="6343650"/>
          <p14:tracePt t="79593" x="6096000" y="6350000"/>
          <p14:tracePt t="79611" x="6184900" y="6350000"/>
          <p14:tracePt t="79628" x="6337300" y="6356350"/>
          <p14:tracePt t="79643" x="6419850" y="6356350"/>
          <p14:tracePt t="79660" x="6584950" y="6369050"/>
          <p14:tracePt t="79676" x="6629400" y="6375400"/>
          <p14:tracePt t="79693" x="6667500" y="6375400"/>
          <p14:tracePt t="79710" x="6705600" y="6375400"/>
          <p14:tracePt t="79726" x="6731000" y="6375400"/>
          <p14:tracePt t="79743" x="6743700" y="6375400"/>
          <p14:tracePt t="79759" x="6756400" y="6375400"/>
          <p14:tracePt t="79776" x="6762750" y="6375400"/>
          <p14:tracePt t="79801" x="6762750" y="6369050"/>
          <p14:tracePt t="79906" x="6756400" y="6369050"/>
          <p14:tracePt t="79913" x="6750050" y="6369050"/>
          <p14:tracePt t="79962" x="6743700" y="6375400"/>
          <p14:tracePt t="79984" x="6737350" y="6375400"/>
          <p14:tracePt t="80005" x="6731000" y="6381750"/>
          <p14:tracePt t="80033" x="6724650" y="6388100"/>
          <p14:tracePt t="80047" x="6718300" y="6388100"/>
          <p14:tracePt t="80053" x="6711950" y="6394450"/>
          <p14:tracePt t="80076" x="6705600" y="6394450"/>
          <p14:tracePt t="80081" x="6699250" y="6394450"/>
          <p14:tracePt t="80096" x="6692900" y="6394450"/>
          <p14:tracePt t="80108" x="6686550" y="6394450"/>
          <p14:tracePt t="80125" x="6642100" y="6394450"/>
          <p14:tracePt t="80141" x="6616700" y="6394450"/>
          <p14:tracePt t="80159" x="6527800" y="6400800"/>
          <p14:tracePt t="80174" x="6394450" y="6400800"/>
          <p14:tracePt t="80191" x="6330950" y="6400800"/>
          <p14:tracePt t="80209" x="6178550" y="6394450"/>
          <p14:tracePt t="80224" x="6026150" y="6388100"/>
          <p14:tracePt t="80241" x="5956300" y="6375400"/>
          <p14:tracePt t="80258" x="5816600" y="6369050"/>
          <p14:tracePt t="80274" x="5695950" y="6350000"/>
          <p14:tracePt t="80294" x="5619750" y="6343650"/>
          <p14:tracePt t="80307" x="5588000" y="6343650"/>
          <p14:tracePt t="80324" x="5568950" y="6337300"/>
          <p14:tracePt t="80341" x="5537200" y="6330950"/>
          <p14:tracePt t="80374" x="5530850" y="6330950"/>
          <p14:tracePt t="80426" x="5537200" y="6330950"/>
          <p14:tracePt t="80433" x="5543550" y="6330950"/>
          <p14:tracePt t="80447" x="5549900" y="6330950"/>
          <p14:tracePt t="80475" x="5556250" y="6330950"/>
          <p14:tracePt t="80489" x="5562600" y="6330950"/>
          <p14:tracePt t="80496" x="5568950" y="6330950"/>
          <p14:tracePt t="80507" x="5575300" y="6330950"/>
          <p14:tracePt t="80524" x="5588000" y="6330950"/>
          <p14:tracePt t="80557" x="5600700" y="6330950"/>
          <p14:tracePt t="80574" x="5683250" y="6343650"/>
          <p14:tracePt t="80590" x="5734050" y="6350000"/>
          <p14:tracePt t="80607" x="5803900" y="6356350"/>
          <p14:tracePt t="80623" x="6057900" y="6388100"/>
          <p14:tracePt t="80639" x="6172200" y="6400800"/>
          <p14:tracePt t="80656" x="6286500" y="6407150"/>
          <p14:tracePt t="80673" x="6477000" y="6419850"/>
          <p14:tracePt t="80690" x="6629400" y="6419850"/>
          <p14:tracePt t="80708" x="6724650" y="6419850"/>
          <p14:tracePt t="80723" x="6769100" y="6407150"/>
          <p14:tracePt t="80739" x="6826250" y="6394450"/>
          <p14:tracePt t="80756" x="6864350" y="6381750"/>
          <p14:tracePt t="80772" x="6877050" y="6381750"/>
          <p14:tracePt t="80789" x="6902450" y="6375400"/>
          <p14:tracePt t="80806" x="6921500" y="6375400"/>
          <p14:tracePt t="80822" x="6927850" y="6375400"/>
          <p14:tracePt t="80840" x="6927850" y="6381750"/>
          <p14:tracePt t="80855" x="6934200" y="6388100"/>
          <p14:tracePt t="80890" x="6940550" y="6407150"/>
          <p14:tracePt t="80905" x="6940550" y="6413500"/>
          <p14:tracePt t="80922" x="6940550" y="6432550"/>
          <p14:tracePt t="80939" x="6946900" y="6451600"/>
          <p14:tracePt t="80955" x="6946900" y="6457950"/>
          <p14:tracePt t="80972" x="6953250" y="6508750"/>
          <p14:tracePt t="80988" x="6959600" y="6565900"/>
          <p14:tracePt t="81005" x="6965950" y="6597650"/>
          <p14:tracePt t="81022" x="6978650" y="6648450"/>
          <p14:tracePt t="81038" x="6985000" y="6680200"/>
          <p14:tracePt t="81055" x="6991350" y="6692900"/>
          <p14:tracePt t="81072" x="7004050" y="6711950"/>
          <p14:tracePt t="81088" x="7004050" y="6724650"/>
          <p14:tracePt t="81124" x="7010400" y="6731000"/>
          <p14:tracePt t="81944" x="7010400" y="6724650"/>
          <p14:tracePt t="81951" x="7004050" y="6718300"/>
          <p14:tracePt t="81958" x="6997700" y="6711950"/>
          <p14:tracePt t="81972" x="6985000" y="6711950"/>
          <p14:tracePt t="81985" x="6972300" y="6705600"/>
          <p14:tracePt t="82001" x="6953250" y="6699250"/>
          <p14:tracePt t="82018" x="6934200" y="6692900"/>
          <p14:tracePt t="82035" x="6889750" y="6680200"/>
          <p14:tracePt t="82051" x="6845300" y="6673850"/>
          <p14:tracePt t="82068" x="6813550" y="6654800"/>
          <p14:tracePt t="82085" x="6692900" y="6629400"/>
          <p14:tracePt t="82101" x="6559550" y="6597650"/>
          <p14:tracePt t="82118" x="6477000" y="6578600"/>
          <p14:tracePt t="82135" x="6343650" y="6540500"/>
          <p14:tracePt t="82151" x="6267450" y="6521450"/>
          <p14:tracePt t="82167" x="6121400" y="6477000"/>
          <p14:tracePt t="82184" x="5962650" y="6413500"/>
          <p14:tracePt t="82201" x="5880100" y="6381750"/>
          <p14:tracePt t="82218" x="5740400" y="6311900"/>
          <p14:tracePt t="82234" x="5600700" y="6223000"/>
          <p14:tracePt t="82251" x="5537200" y="6184900"/>
          <p14:tracePt t="82267" x="5410200" y="6140450"/>
          <p14:tracePt t="82284" x="5264150" y="6102350"/>
          <p14:tracePt t="82300" x="5200650" y="6083300"/>
          <p14:tracePt t="82317" x="5041900" y="6070600"/>
          <p14:tracePt t="82334" x="4940300" y="6070600"/>
          <p14:tracePt t="82351" x="4870450" y="6070600"/>
          <p14:tracePt t="82367" x="4819650" y="6070600"/>
          <p14:tracePt t="82384" x="4718050" y="6070600"/>
          <p14:tracePt t="82401" x="4622800" y="6089650"/>
          <p14:tracePt t="82417" x="4572000" y="6089650"/>
          <p14:tracePt t="82433" x="4540250" y="6089650"/>
          <p14:tracePt t="82450" x="4464050" y="6096000"/>
          <p14:tracePt t="82466" x="4445000" y="6096000"/>
          <p14:tracePt t="82483" x="4425950" y="6096000"/>
          <p14:tracePt t="82500" x="4394200" y="6096000"/>
          <p14:tracePt t="82516" x="4368800" y="6096000"/>
          <p14:tracePt t="82534" x="4349750" y="6096000"/>
          <p14:tracePt t="82550" x="4337050" y="6089650"/>
          <p14:tracePt t="82566" x="4324350" y="6083300"/>
          <p14:tracePt t="83196" x="4318000" y="6089650"/>
          <p14:tracePt t="83203" x="4305300" y="6115050"/>
          <p14:tracePt t="83217" x="4279900" y="6146800"/>
          <p14:tracePt t="83231" x="4267200" y="6165850"/>
          <p14:tracePt t="83247" x="4222750" y="6216650"/>
          <p14:tracePt t="83264" x="4197350" y="6242050"/>
          <p14:tracePt t="83281" x="4152900" y="6280150"/>
          <p14:tracePt t="83299" x="4102100" y="6299200"/>
          <p14:tracePt t="83313" x="4083050" y="6305550"/>
          <p14:tracePt t="83330" x="4038600" y="6318250"/>
          <p14:tracePt t="83347" x="3981450" y="6324600"/>
          <p14:tracePt t="83365" x="3943350" y="6324600"/>
          <p14:tracePt t="83380" x="3924300" y="6324600"/>
          <p14:tracePt t="83397" x="3892550" y="6324600"/>
          <p14:tracePt t="83413" x="3854450" y="6324600"/>
          <p14:tracePt t="83430" x="3835400" y="6324600"/>
          <p14:tracePt t="83447" x="3822700" y="6324600"/>
          <p14:tracePt t="83464" x="3790950" y="6305550"/>
          <p14:tracePt t="83480" x="3746500" y="6292850"/>
          <p14:tracePt t="83497" x="3714750" y="6273800"/>
          <p14:tracePt t="83513" x="3663950" y="6248400"/>
          <p14:tracePt t="83530" x="3606800" y="6223000"/>
          <p14:tracePt t="83547" x="3543300" y="6210300"/>
          <p14:tracePt t="83563" x="3517900" y="6203950"/>
          <p14:tracePt t="83580" x="3454400" y="6184900"/>
          <p14:tracePt t="83596" x="3397250" y="6178550"/>
          <p14:tracePt t="83614" x="3378200" y="6178550"/>
          <p14:tracePt t="83630" x="3346450" y="6184900"/>
          <p14:tracePt t="83646" x="3327400" y="6197600"/>
          <p14:tracePt t="83662" x="3321050" y="6203950"/>
          <p14:tracePt t="83680" x="3302000" y="6223000"/>
          <p14:tracePt t="83696" x="3295650" y="6235700"/>
          <p14:tracePt t="83713" x="3289300" y="6242050"/>
          <p14:tracePt t="83730" x="3282950" y="6248400"/>
          <p14:tracePt t="83746" x="3282950" y="6254750"/>
          <p14:tracePt t="83762" x="3282950" y="6261100"/>
          <p14:tracePt t="83821" x="3282950" y="6267450"/>
          <p14:tracePt t="83835" x="3289300" y="6267450"/>
          <p14:tracePt t="83856" x="3295650" y="6267450"/>
          <p14:tracePt t="83891" x="3302000" y="6273800"/>
          <p14:tracePt t="83897" x="3308350" y="6273800"/>
          <p14:tracePt t="83912" x="3314700" y="6273800"/>
          <p14:tracePt t="83928" x="3340100" y="6280150"/>
          <p14:tracePt t="83945" x="3365500" y="6286500"/>
          <p14:tracePt t="83962" x="3448050" y="6299200"/>
          <p14:tracePt t="83978" x="3568700" y="6318250"/>
          <p14:tracePt t="83995" x="3632200" y="6318250"/>
          <p14:tracePt t="84011" x="3746500" y="6318250"/>
          <p14:tracePt t="84028" x="3816350" y="6318250"/>
          <p14:tracePt t="84045" x="3949700" y="6305550"/>
          <p14:tracePt t="84061" x="3968750" y="6299200"/>
          <p14:tracePt t="84078" x="3987800" y="6299200"/>
          <p14:tracePt t="84094" x="4013200" y="6299200"/>
          <p14:tracePt t="84111" x="4019550" y="6299200"/>
          <p14:tracePt t="84151" x="4013200" y="6299200"/>
          <p14:tracePt t="84160" x="4006850" y="6299200"/>
          <p14:tracePt t="84178" x="3994150" y="6299200"/>
          <p14:tracePt t="84194" x="3981450" y="6305550"/>
          <p14:tracePt t="84210" x="3937000" y="6311900"/>
          <p14:tracePt t="84228" x="3911600" y="6311900"/>
          <p14:tracePt t="84244" x="3803650" y="6324600"/>
          <p14:tracePt t="84261" x="3676650" y="6343650"/>
          <p14:tracePt t="84278" x="3517900" y="6350000"/>
          <p14:tracePt t="84294" x="3441700" y="6350000"/>
          <p14:tracePt t="84310" x="3352800" y="6350000"/>
          <p14:tracePt t="84327" x="3175000" y="6337300"/>
          <p14:tracePt t="84343" x="3130550" y="6337300"/>
          <p14:tracePt t="84361" x="3092450" y="6337300"/>
          <p14:tracePt t="84376" x="3060700" y="6337300"/>
          <p14:tracePt t="84393" x="3041650" y="6337300"/>
          <p14:tracePt t="84432" x="3041650" y="6343650"/>
          <p14:tracePt t="84443" x="3048000" y="6343650"/>
          <p14:tracePt t="84460" x="3067050" y="6350000"/>
          <p14:tracePt t="84493" x="3086100" y="6350000"/>
          <p14:tracePt t="84510" x="3098800" y="6350000"/>
          <p14:tracePt t="84526" x="3105150" y="6350000"/>
          <p14:tracePt t="84543" x="3117850" y="6350000"/>
          <p14:tracePt t="84560" x="3130550" y="6350000"/>
          <p14:tracePt t="84576" x="3136900" y="6350000"/>
          <p14:tracePt t="84593" x="3149600" y="6356350"/>
          <p14:tracePt t="84609" x="3162300" y="6362700"/>
          <p14:tracePt t="84626" x="3175000" y="6362700"/>
          <p14:tracePt t="84643" x="3219450" y="6369050"/>
          <p14:tracePt t="84659" x="3257550" y="6369050"/>
          <p14:tracePt t="84676" x="3359150" y="6369050"/>
          <p14:tracePt t="84692" x="3498850" y="6375400"/>
          <p14:tracePt t="84709" x="3587750" y="6375400"/>
          <p14:tracePt t="84726" x="3746500" y="6388100"/>
          <p14:tracePt t="84742" x="3886200" y="6388100"/>
          <p14:tracePt t="84759" x="3937000" y="6388100"/>
          <p14:tracePt t="84776" x="3994150" y="6388100"/>
          <p14:tracePt t="84792" x="4025900" y="6375400"/>
          <p14:tracePt t="84809" x="4032250" y="6375400"/>
          <p14:tracePt t="84825" x="4038600" y="6375400"/>
          <p14:tracePt t="85466" x="4051300" y="6369050"/>
          <p14:tracePt t="85474" x="4070350" y="6356350"/>
          <p14:tracePt t="85480" x="4089400" y="6337300"/>
          <p14:tracePt t="85494" x="4102100" y="6330950"/>
          <p14:tracePt t="85505" x="4102100" y="6324600"/>
          <p14:tracePt t="85523" x="4121150" y="6318250"/>
          <p14:tracePt t="85540" x="4127500" y="6318250"/>
          <p14:tracePt t="85614" x="4127500" y="6324600"/>
          <p14:tracePt t="85620" x="4127500" y="6330950"/>
          <p14:tracePt t="85641" x="4127500" y="6337300"/>
          <p14:tracePt t="85663" x="4121150" y="6343650"/>
          <p14:tracePt t="85677" x="4108450" y="6350000"/>
          <p14:tracePt t="85684" x="4102100" y="6350000"/>
          <p14:tracePt t="85692" x="4083050" y="6356350"/>
          <p14:tracePt t="85707" x="4064000" y="6356350"/>
          <p14:tracePt t="85721" x="4044950" y="6362700"/>
          <p14:tracePt t="85739" x="3962400" y="6369050"/>
          <p14:tracePt t="85755" x="3835400" y="6375400"/>
          <p14:tracePt t="85772" x="3752850" y="6388100"/>
          <p14:tracePt t="85789" x="3562350" y="6407150"/>
          <p14:tracePt t="85805" x="3371850" y="6419850"/>
          <p14:tracePt t="85821" x="3295650" y="6426200"/>
          <p14:tracePt t="85839" x="3162300" y="6445250"/>
          <p14:tracePt t="85855" x="3079750" y="6451600"/>
          <p14:tracePt t="85872" x="3060700" y="6464300"/>
          <p14:tracePt t="85888" x="3028950" y="6464300"/>
          <p14:tracePt t="85905" x="3009900" y="6464300"/>
          <p14:tracePt t="85922" x="3003550" y="6457950"/>
          <p14:tracePt t="85938" x="2997200" y="6457950"/>
          <p14:tracePt t="85955" x="2997200" y="6451600"/>
          <p14:tracePt t="85972" x="2984500" y="6445250"/>
          <p14:tracePt t="86004" x="2978150" y="6438900"/>
          <p14:tracePt t="86021" x="2978150" y="6432550"/>
          <p14:tracePt t="86042" x="2978150" y="6426200"/>
          <p14:tracePt t="86197" x="2978150" y="6419850"/>
          <p14:tracePt t="86225" x="2984500" y="6413500"/>
          <p14:tracePt t="86309" x="2984500" y="6407150"/>
          <p14:tracePt t="86344" x="2984500" y="6400800"/>
          <p14:tracePt t="86393" x="2984500" y="6394450"/>
          <p14:tracePt t="86429" x="2984500" y="6388100"/>
          <p14:tracePt t="86435" x="2978150" y="6388100"/>
          <p14:tracePt t="86477" x="2971800" y="6388100"/>
          <p14:tracePt t="86506" x="2965450" y="6381750"/>
          <p14:tracePt t="86555" x="2959100" y="6375400"/>
          <p14:tracePt t="86576" x="2959100" y="6369050"/>
          <p14:tracePt t="86604" x="2952750" y="6369050"/>
          <p14:tracePt t="86625" x="2946400" y="6362700"/>
          <p14:tracePt t="86639" x="2940050" y="6362700"/>
          <p14:tracePt t="86660" x="2933700" y="6362700"/>
          <p14:tracePt t="86667" x="2933700" y="6356350"/>
          <p14:tracePt t="86674" x="2927350" y="6356350"/>
          <p14:tracePt t="86689" x="2921000" y="6356350"/>
          <p14:tracePt t="86702" x="2921000" y="6350000"/>
          <p14:tracePt t="86719" x="2908300" y="6350000"/>
          <p14:tracePt t="86735" x="2895600" y="6350000"/>
          <p14:tracePt t="86752" x="2851150" y="6337300"/>
          <p14:tracePt t="86768" x="2794000" y="6330950"/>
          <p14:tracePt t="86785" x="2762250" y="6318250"/>
          <p14:tracePt t="86802" x="2679700" y="6299200"/>
          <p14:tracePt t="86819" x="2597150" y="6273800"/>
          <p14:tracePt t="86835" x="2514600" y="6261100"/>
          <p14:tracePt t="86851" x="2470150" y="6248400"/>
          <p14:tracePt t="86868" x="2432050" y="6248400"/>
          <p14:tracePt t="86885" x="2336800" y="6242050"/>
          <p14:tracePt t="86901" x="2305050" y="6242050"/>
          <p14:tracePt t="86918" x="2286000" y="6242050"/>
          <p14:tracePt t="86934" x="2247900" y="6235700"/>
          <p14:tracePt t="86951" x="2222500" y="6235700"/>
          <p14:tracePt t="86968" x="2203450" y="6229350"/>
          <p14:tracePt t="86984" x="2178050" y="6223000"/>
          <p14:tracePt t="87001" x="2152650" y="6223000"/>
          <p14:tracePt t="87018" x="2133600" y="6216650"/>
          <p14:tracePt t="87034" x="2120900" y="6216650"/>
          <p14:tracePt t="87051" x="2095500" y="6216650"/>
          <p14:tracePt t="87068" x="2070100" y="6216650"/>
          <p14:tracePt t="87084" x="2057400" y="6216650"/>
          <p14:tracePt t="87101" x="2025650" y="6216650"/>
          <p14:tracePt t="87117" x="2000250" y="6210300"/>
          <p14:tracePt t="87134" x="1987550" y="6210300"/>
          <p14:tracePt t="87151" x="1981200" y="6210300"/>
          <p14:tracePt t="87167" x="1943100" y="6210300"/>
          <p14:tracePt t="87184" x="1936750" y="6210300"/>
          <p14:tracePt t="87201" x="1911350" y="6210300"/>
          <p14:tracePt t="87217" x="1898650" y="6210300"/>
          <p14:tracePt t="87233" x="1873250" y="6210300"/>
          <p14:tracePt t="87250" x="1860550" y="6210300"/>
          <p14:tracePt t="87267" x="1847850" y="6210300"/>
          <p14:tracePt t="87283" x="1822450" y="6210300"/>
          <p14:tracePt t="87300" x="1797050" y="6210300"/>
          <p14:tracePt t="87316" x="1778000" y="6210300"/>
          <p14:tracePt t="87333" x="1746250" y="6210300"/>
          <p14:tracePt t="87350" x="1701800" y="6216650"/>
          <p14:tracePt t="87366" x="1676400" y="6216650"/>
          <p14:tracePt t="87384" x="1612900" y="6216650"/>
          <p14:tracePt t="87400" x="1555750" y="6216650"/>
          <p14:tracePt t="87416" x="1530350" y="6216650"/>
          <p14:tracePt t="87433" x="1479550" y="6216650"/>
          <p14:tracePt t="87449" x="1428750" y="6216650"/>
          <p14:tracePt t="87466" x="1403350" y="6216650"/>
          <p14:tracePt t="87483" x="1358900" y="6223000"/>
          <p14:tracePt t="87499" x="1333500" y="6229350"/>
          <p14:tracePt t="87517" x="1250950" y="6235700"/>
          <p14:tracePt t="87532" x="1225550" y="6242050"/>
          <p14:tracePt t="87549" x="1206500" y="6242050"/>
          <p14:tracePt t="87566" x="1149350" y="6254750"/>
          <p14:tracePt t="87582" x="1104900" y="6254750"/>
          <p14:tracePt t="87599" x="1085850" y="6254750"/>
          <p14:tracePt t="87616" x="1041400" y="6261100"/>
          <p14:tracePt t="87632" x="1003300" y="6273800"/>
          <p14:tracePt t="87649" x="990600" y="6273800"/>
          <p14:tracePt t="87665" x="971550" y="6273800"/>
          <p14:tracePt t="87682" x="965200" y="6280150"/>
          <p14:tracePt t="87700" x="958850" y="6280150"/>
          <p14:tracePt t="87715" x="952500" y="6280150"/>
          <p14:tracePt t="87732" x="946150" y="6280150"/>
          <p14:tracePt t="87749" x="939800" y="6286500"/>
          <p14:tracePt t="87765" x="933450" y="6286500"/>
          <p14:tracePt t="87798" x="927100" y="6292850"/>
          <p14:tracePt t="87819" x="920750" y="6292850"/>
          <p14:tracePt t="87841" x="920750" y="6299200"/>
          <p14:tracePt t="87861" x="920750" y="6305550"/>
          <p14:tracePt t="87890" x="908050" y="6305550"/>
          <p14:tracePt t="87904" x="908050" y="6311900"/>
          <p14:tracePt t="87911" x="901700" y="6318250"/>
          <p14:tracePt t="87925" x="895350" y="6318250"/>
          <p14:tracePt t="87934" x="889000" y="6324600"/>
          <p14:tracePt t="87953" x="882650" y="6324600"/>
          <p14:tracePt t="87974" x="876300" y="6324600"/>
          <p14:tracePt t="87983" x="869950" y="6330950"/>
          <p14:tracePt t="87997" x="857250" y="6330950"/>
          <p14:tracePt t="88014" x="831850" y="6337300"/>
          <p14:tracePt t="88031" x="806450" y="6343650"/>
          <p14:tracePt t="88047" x="793750" y="6350000"/>
          <p14:tracePt t="88064" x="781050" y="6350000"/>
          <p14:tracePt t="88080" x="755650" y="6356350"/>
          <p14:tracePt t="88122" x="749300" y="6356350"/>
          <p14:tracePt t="88283" x="755650" y="6356350"/>
          <p14:tracePt t="88311" x="762000" y="6356350"/>
          <p14:tracePt t="88332" x="768350" y="6350000"/>
          <p14:tracePt t="88353" x="768350" y="6343650"/>
          <p14:tracePt t="88360" x="774700" y="6337300"/>
          <p14:tracePt t="88381" x="781050" y="6330950"/>
          <p14:tracePt t="88395" x="781050" y="6324600"/>
          <p14:tracePt t="88417" x="781050" y="6318250"/>
          <p14:tracePt t="88423" x="787400" y="6305550"/>
          <p14:tracePt t="88433" x="793750" y="6292850"/>
          <p14:tracePt t="88446" x="800100" y="6267450"/>
          <p14:tracePt t="88462" x="800100" y="6261100"/>
          <p14:tracePt t="88480" x="812800" y="6216650"/>
          <p14:tracePt t="88496" x="825500" y="6172200"/>
          <p14:tracePt t="88512" x="831850" y="6153150"/>
          <p14:tracePt t="88529" x="838200" y="6121400"/>
          <p14:tracePt t="88546" x="844550" y="6096000"/>
          <p14:tracePt t="88563" x="844550" y="6089650"/>
          <p14:tracePt t="88578" x="844550" y="6076950"/>
          <p14:tracePt t="88595" x="844550" y="6070600"/>
          <p14:tracePt t="88824" x="844550" y="6064250"/>
          <p14:tracePt t="88894" x="850900" y="6057900"/>
          <p14:tracePt t="88922" x="850900" y="6051550"/>
          <p14:tracePt t="88958" x="857250" y="6045200"/>
          <p14:tracePt t="89035" x="857250" y="6038850"/>
          <p14:tracePt t="89077" x="863600" y="6032500"/>
          <p14:tracePt t="89190" x="869950" y="6032500"/>
          <p14:tracePt t="89224" x="876300" y="6026150"/>
          <p14:tracePt t="89288" x="882650" y="6026150"/>
          <p14:tracePt t="89316" x="889000" y="6026150"/>
          <p14:tracePt t="89337" x="895350" y="6026150"/>
          <p14:tracePt t="89344" x="901700" y="6026150"/>
          <p14:tracePt t="89358" x="908050" y="6026150"/>
          <p14:tracePt t="89365" x="914400" y="6026150"/>
          <p14:tracePt t="89380" x="927100" y="6026150"/>
          <p14:tracePt t="89393" x="952500" y="6019800"/>
          <p14:tracePt t="89410" x="1009650" y="6019800"/>
          <p14:tracePt t="89426" x="1047750" y="6019800"/>
          <p14:tracePt t="89443" x="1187450" y="6007100"/>
          <p14:tracePt t="89459" x="1384300" y="5988050"/>
          <p14:tracePt t="89476" x="1498600" y="5988050"/>
          <p14:tracePt t="89492" x="1758950" y="5969000"/>
          <p14:tracePt t="89509" x="2057400" y="5956300"/>
          <p14:tracePt t="89527" x="2387600" y="5930900"/>
          <p14:tracePt t="89542" x="2533650" y="5905500"/>
          <p14:tracePt t="89559" x="2819400" y="5899150"/>
          <p14:tracePt t="89576" x="3060700" y="5886450"/>
          <p14:tracePt t="89592" x="3149600" y="5873750"/>
          <p14:tracePt t="89609" x="3238500" y="5873750"/>
          <p14:tracePt t="89626" x="3448050" y="5867400"/>
          <p14:tracePt t="89642" x="3498850" y="5867400"/>
          <p14:tracePt t="89658" x="3549650" y="5867400"/>
          <p14:tracePt t="89675" x="3638550" y="5867400"/>
          <p14:tracePt t="89692" x="3721100" y="5861050"/>
          <p14:tracePt t="89709" x="3778250" y="5848350"/>
          <p14:tracePt t="89725" x="3810000" y="5848350"/>
          <p14:tracePt t="89741" x="3841750" y="5842000"/>
          <p14:tracePt t="89759" x="3873500" y="5829300"/>
          <p14:tracePt t="89775" x="3879850" y="5829300"/>
          <p14:tracePt t="89791" x="3898900" y="5822950"/>
          <p14:tracePt t="89808" x="3905250" y="5816600"/>
          <p14:tracePt t="89841" x="3917950" y="5816600"/>
          <p14:tracePt t="90032" x="3924300" y="5816600"/>
        </p14:tracePtLst>
      </p14:laserTraceLst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EAAA00"/>
                </a:solidFill>
                <a:latin typeface="Lucida Console" panose="020B0609040504020204" pitchFamily="49" charset="0"/>
              </a:rPr>
              <a:t>attrib2=2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D10D9E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'__hash__'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 '__module__', '__ne__', '__n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 'attrib2', 'attrib4'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4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39"/>
    </mc:Choice>
    <mc:Fallback xmlns="">
      <p:transition spd="slow" advTm="412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10" x="6426200" y="4057650"/>
          <p14:tracePt t="425" x="6438900" y="4076700"/>
          <p14:tracePt t="431" x="6451600" y="4108450"/>
          <p14:tracePt t="448" x="6477000" y="4140200"/>
          <p14:tracePt t="461" x="6496050" y="4184650"/>
          <p14:tracePt t="477" x="6559550" y="4286250"/>
          <p14:tracePt t="495" x="6635750" y="4362450"/>
          <p14:tracePt t="510" x="6680200" y="4400550"/>
          <p14:tracePt t="514" x="6711950" y="4438650"/>
          <p14:tracePt t="528" x="6750050" y="4470400"/>
          <p14:tracePt t="544" x="6813550" y="4527550"/>
          <p14:tracePt t="561" x="6838950" y="4546600"/>
          <p14:tracePt t="577" x="6870700" y="4559300"/>
          <p14:tracePt t="594" x="6902450" y="4578350"/>
          <p14:tracePt t="610" x="6915150" y="4578350"/>
          <p14:tracePt t="628" x="6934200" y="4591050"/>
          <p14:tracePt t="644" x="6953250" y="4597400"/>
          <p14:tracePt t="660" x="6959600" y="4603750"/>
          <p14:tracePt t="677" x="6972300" y="4610100"/>
          <p14:tracePt t="694" x="6991350" y="4610100"/>
          <p14:tracePt t="711" x="6997700" y="4610100"/>
          <p14:tracePt t="727" x="7016750" y="4616450"/>
          <p14:tracePt t="743" x="7029450" y="4616450"/>
          <p14:tracePt t="760" x="7048500" y="4616450"/>
          <p14:tracePt t="776" x="7105650" y="4616450"/>
          <p14:tracePt t="793" x="7137400" y="4616450"/>
          <p14:tracePt t="810" x="7226300" y="4616450"/>
          <p14:tracePt t="826" x="7327900" y="4610100"/>
          <p14:tracePt t="843" x="7391400" y="4610100"/>
          <p14:tracePt t="860" x="7486650" y="4610100"/>
          <p14:tracePt t="876" x="7575550" y="4610100"/>
          <p14:tracePt t="893" x="7600950" y="4610100"/>
          <p14:tracePt t="910" x="7632700" y="4610100"/>
          <p14:tracePt t="926" x="7651750" y="4610100"/>
          <p14:tracePt t="986" x="7639050" y="4610100"/>
          <p14:tracePt t="994" x="7626350" y="4610100"/>
          <p14:tracePt t="1006" x="7613650" y="4610100"/>
          <p14:tracePt t="1013" x="7594600" y="4603750"/>
          <p14:tracePt t="1029" x="7543800" y="4603750"/>
          <p14:tracePt t="1043" x="7391400" y="4603750"/>
          <p14:tracePt t="1060" x="7277100" y="4603750"/>
          <p14:tracePt t="1076" x="7150100" y="4603750"/>
          <p14:tracePt t="1092" x="6858000" y="4603750"/>
          <p14:tracePt t="1109" x="6572250" y="4591050"/>
          <p14:tracePt t="1126" x="6451600" y="4591050"/>
          <p14:tracePt t="1142" x="6267450" y="4591050"/>
          <p14:tracePt t="1159" x="6165850" y="4603750"/>
          <p14:tracePt t="1176" x="6134100" y="4603750"/>
          <p14:tracePt t="1192" x="6108700" y="4616450"/>
          <p14:tracePt t="1208" x="6102350" y="4616450"/>
          <p14:tracePt t="1246" x="6108700" y="4622800"/>
          <p14:tracePt t="1267" x="6134100" y="4629150"/>
          <p14:tracePt t="1274" x="6153150" y="4629150"/>
          <p14:tracePt t="1288" x="6178550" y="4629150"/>
          <p14:tracePt t="1295" x="6216650" y="4629150"/>
          <p14:tracePt t="1311" x="6292850" y="4629150"/>
          <p14:tracePt t="1324" x="6515100" y="4641850"/>
          <p14:tracePt t="1341" x="6648450" y="4654550"/>
          <p14:tracePt t="1358" x="6826250" y="4660900"/>
          <p14:tracePt t="1375" x="7131050" y="4686300"/>
          <p14:tracePt t="1391" x="7372350" y="4699000"/>
          <p14:tracePt t="1408" x="7537450" y="4705350"/>
          <p14:tracePt t="1424" x="7588250" y="4705350"/>
          <p14:tracePt t="1441" x="7651750" y="4705350"/>
          <p14:tracePt t="1458" x="7658100" y="4705350"/>
          <p14:tracePt t="1506" x="7645400" y="4705350"/>
          <p14:tracePt t="1520" x="7632700" y="4705350"/>
          <p14:tracePt t="1527" x="7613650" y="4705350"/>
          <p14:tracePt t="1541" x="7575550" y="4699000"/>
          <p14:tracePt t="1557" x="7416800" y="4699000"/>
          <p14:tracePt t="1574" x="7289800" y="4686300"/>
          <p14:tracePt t="1591" x="6978650" y="4679950"/>
          <p14:tracePt t="1607" x="6572250" y="4648200"/>
          <p14:tracePt t="1624" x="6394450" y="4648200"/>
          <p14:tracePt t="1640" x="6121400" y="4641850"/>
          <p14:tracePt t="1657" x="6019800" y="4641850"/>
          <p14:tracePt t="1674" x="5943600" y="4635500"/>
          <p14:tracePt t="1711" x="5943600" y="4641850"/>
          <p14:tracePt t="1724" x="5962650" y="4641850"/>
          <p14:tracePt t="1740" x="6032500" y="4641850"/>
          <p14:tracePt t="1757" x="6108700" y="4641850"/>
          <p14:tracePt t="1773" x="6362700" y="4641850"/>
          <p14:tracePt t="1790" x="6654800" y="4660900"/>
          <p14:tracePt t="1807" x="6838950" y="4660900"/>
          <p14:tracePt t="1823" x="7118350" y="4660900"/>
          <p14:tracePt t="1839" x="7346950" y="4654550"/>
          <p14:tracePt t="1857" x="7486650" y="4648200"/>
          <p14:tracePt t="1872" x="7524750" y="4648200"/>
          <p14:tracePt t="1889" x="7569200" y="4648200"/>
          <p14:tracePt t="1922" x="7569200" y="4641850"/>
          <p14:tracePt t="1939" x="7562850" y="4635500"/>
          <p14:tracePt t="1956" x="7531100" y="4635500"/>
          <p14:tracePt t="1972" x="7524750" y="4635500"/>
          <p14:tracePt t="1989" x="7512050" y="4635500"/>
          <p14:tracePt t="2006" x="7429500" y="4635500"/>
          <p14:tracePt t="2022" x="7277100" y="4648200"/>
          <p14:tracePt t="2040" x="7092950" y="4667250"/>
          <p14:tracePt t="2055" x="6965950" y="4686300"/>
          <p14:tracePt t="2072" x="6788150" y="4686300"/>
          <p14:tracePt t="2089" x="6661150" y="4686300"/>
          <p14:tracePt t="2106" x="6616700" y="4692650"/>
          <p14:tracePt t="2122" x="6584950" y="4699000"/>
          <p14:tracePt t="2138" x="6578600" y="4699000"/>
          <p14:tracePt t="2155" x="6578600" y="4705350"/>
          <p14:tracePt t="2172" x="6591300" y="4705350"/>
          <p14:tracePt t="2189" x="6610350" y="4705350"/>
          <p14:tracePt t="2205" x="6616700" y="4705350"/>
          <p14:tracePt t="2258" x="6610350" y="4711700"/>
          <p14:tracePt t="2265" x="6604000" y="4718050"/>
          <p14:tracePt t="2279" x="6597650" y="4730750"/>
          <p14:tracePt t="2287" x="6584950" y="4737100"/>
          <p14:tracePt t="2304" x="6572250" y="4737100"/>
          <p14:tracePt t="2720" x="6502400" y="4724400"/>
          <p14:tracePt t="2734" x="6413500" y="4692650"/>
          <p14:tracePt t="2741" x="6318250" y="4654550"/>
          <p14:tracePt t="2756" x="6210300" y="4610100"/>
          <p14:tracePt t="2770" x="5994400" y="4546600"/>
          <p14:tracePt t="2786" x="5873750" y="4514850"/>
          <p14:tracePt t="2804" x="5638800" y="4419600"/>
          <p14:tracePt t="2819" x="5518150" y="4375150"/>
          <p14:tracePt t="2836" x="5245100" y="4273550"/>
          <p14:tracePt t="2853" x="4965700" y="4203700"/>
          <p14:tracePt t="2869" x="4851400" y="4171950"/>
          <p14:tracePt t="2886" x="4591050" y="4095750"/>
          <p14:tracePt t="2902" x="4324350" y="4032250"/>
          <p14:tracePt t="2919" x="4210050" y="4000500"/>
          <p14:tracePt t="2936" x="4038600" y="3968750"/>
          <p14:tracePt t="2952" x="3873500" y="3949700"/>
          <p14:tracePt t="2969" x="3790950" y="3930650"/>
          <p14:tracePt t="2986" x="3663950" y="3924300"/>
          <p14:tracePt t="3002" x="3549650" y="3911600"/>
          <p14:tracePt t="3019" x="3505200" y="3911600"/>
          <p14:tracePt t="3022" x="3454400" y="3911600"/>
          <p14:tracePt t="3038" x="3403600" y="3917950"/>
          <p14:tracePt t="3052" x="3251200" y="3917950"/>
          <p14:tracePt t="3069" x="3175000" y="3917950"/>
          <p14:tracePt t="3085" x="3028950" y="3924300"/>
          <p14:tracePt t="3102" x="2965450" y="3937000"/>
          <p14:tracePt t="3119" x="2870200" y="3943350"/>
          <p14:tracePt t="3135" x="2813050" y="3943350"/>
          <p14:tracePt t="3151" x="2787650" y="3949700"/>
          <p14:tracePt t="3169" x="2762250" y="3962400"/>
          <p14:tracePt t="3185" x="2749550" y="3968750"/>
          <p14:tracePt t="3201" x="2749550" y="3975100"/>
          <p14:tracePt t="3218" x="2749550" y="3981450"/>
          <p14:tracePt t="3235" x="2781300" y="3994150"/>
          <p14:tracePt t="3251" x="2813050" y="4006850"/>
          <p14:tracePt t="3268" x="3009900" y="4057650"/>
          <p14:tracePt t="3285" x="3409950" y="4108450"/>
          <p14:tracePt t="3301" x="3651250" y="4140200"/>
          <p14:tracePt t="3317" x="4311650" y="4171950"/>
          <p14:tracePt t="3334" x="5060950" y="4184650"/>
          <p14:tracePt t="3352" x="5784850" y="4184650"/>
          <p14:tracePt t="3367" x="6153150" y="4203700"/>
          <p14:tracePt t="3384" x="6489700" y="4203700"/>
          <p14:tracePt t="3401" x="7207250" y="4197350"/>
          <p14:tracePt t="3417" x="7334250" y="4184650"/>
          <p14:tracePt t="3434" x="7435850" y="4184650"/>
          <p14:tracePt t="3451" x="7537450" y="4152900"/>
          <p14:tracePt t="3467" x="7556500" y="4114800"/>
          <p14:tracePt t="3484" x="7556500" y="4089400"/>
          <p14:tracePt t="3500" x="7531100" y="4025900"/>
          <p14:tracePt t="3517" x="7461250" y="3956050"/>
          <p14:tracePt t="3535" x="7321550" y="3867150"/>
          <p14:tracePt t="3550" x="7213600" y="3803650"/>
          <p14:tracePt t="3567" x="7061200" y="3733800"/>
          <p14:tracePt t="3584" x="6597650" y="3536950"/>
          <p14:tracePt t="3600" x="6337300" y="3460750"/>
          <p14:tracePt t="3617" x="6007100" y="3378200"/>
          <p14:tracePt t="3633" x="5327650" y="3263900"/>
          <p14:tracePt t="3650" x="5003800" y="3213100"/>
          <p14:tracePt t="3667" x="4343400" y="3206750"/>
          <p14:tracePt t="3683" x="4057650" y="3219450"/>
          <p14:tracePt t="3700" x="3784600" y="3251200"/>
          <p14:tracePt t="3718" x="3295650" y="3308350"/>
          <p14:tracePt t="3733" x="2895600" y="3390900"/>
          <p14:tracePt t="3750" x="2755900" y="3435350"/>
          <p14:tracePt t="3767" x="2489200" y="3556000"/>
          <p14:tracePt t="3783" x="2438400" y="3587750"/>
          <p14:tracePt t="3800" x="2330450" y="3657600"/>
          <p14:tracePt t="3816" x="2286000" y="3708400"/>
          <p14:tracePt t="3833" x="2279650" y="3727450"/>
          <p14:tracePt t="3850" x="2273300" y="3771900"/>
          <p14:tracePt t="3866" x="2298700" y="3829050"/>
          <p14:tracePt t="3883" x="2324100" y="3873500"/>
          <p14:tracePt t="3900" x="2514600" y="4013200"/>
          <p14:tracePt t="3916" x="2889250" y="4203700"/>
          <p14:tracePt t="3932" x="3130550" y="4292600"/>
          <p14:tracePt t="3949" x="3740150" y="4419600"/>
          <p14:tracePt t="3966" x="4375150" y="4470400"/>
          <p14:tracePt t="3982" x="4737100" y="4489450"/>
          <p14:tracePt t="3999" x="5422900" y="4495800"/>
          <p14:tracePt t="4015" x="5765800" y="4476750"/>
          <p14:tracePt t="4033" x="6578600" y="4368800"/>
          <p14:tracePt t="4048" x="6762750" y="4318000"/>
          <p14:tracePt t="4066" x="6877050" y="4286250"/>
          <p14:tracePt t="4082" x="7004050" y="4184650"/>
          <p14:tracePt t="4098" x="7023100" y="4095750"/>
          <p14:tracePt t="4115" x="7023100" y="4064000"/>
          <p14:tracePt t="4131" x="6953250" y="3981450"/>
          <p14:tracePt t="4148" x="6813550" y="3873500"/>
          <p14:tracePt t="4165" x="6667500" y="3790950"/>
          <p14:tracePt t="4181" x="6216650" y="3530600"/>
          <p14:tracePt t="4198" x="5918200" y="3403600"/>
          <p14:tracePt t="4215" x="5600700" y="3282950"/>
          <p14:tracePt t="4231" x="4927600" y="3086100"/>
          <p14:tracePt t="4248" x="4597400" y="3016250"/>
          <p14:tracePt t="4265" x="3981450" y="2952750"/>
          <p14:tracePt t="4281" x="3670300" y="2952750"/>
          <p14:tracePt t="4298" x="3378200" y="2978150"/>
          <p14:tracePt t="4315" x="2857500" y="3054350"/>
          <p14:tracePt t="4331" x="2647950" y="3124200"/>
          <p14:tracePt t="4347" x="2247900" y="3263900"/>
          <p14:tracePt t="4364" x="2032000" y="3384550"/>
          <p14:tracePt t="4381" x="1924050" y="3467100"/>
          <p14:tracePt t="4399" x="1854200" y="3536950"/>
          <p14:tracePt t="4414" x="1835150" y="3568700"/>
          <p14:tracePt t="4431" x="1797050" y="3632200"/>
          <p14:tracePt t="4448" x="1790700" y="3670300"/>
          <p14:tracePt t="4464" x="1790700" y="3683000"/>
          <p14:tracePt t="4481" x="1835150" y="3740150"/>
          <p14:tracePt t="4497" x="2000250" y="3829050"/>
          <p14:tracePt t="4514" x="2152650" y="3892550"/>
          <p14:tracePt t="4531" x="2717800" y="4051300"/>
          <p14:tracePt t="4547" x="3498850" y="4171950"/>
          <p14:tracePt t="4564" x="3898900" y="4222750"/>
          <p14:tracePt t="4581" x="4660900" y="4292600"/>
          <p14:tracePt t="4597" x="5264150" y="4305300"/>
          <p14:tracePt t="4613" x="5422900" y="4305300"/>
          <p14:tracePt t="4630" x="5613400" y="4279900"/>
          <p14:tracePt t="4647" x="5683250" y="4260850"/>
          <p14:tracePt t="4663" x="5708650" y="4229100"/>
          <p14:tracePt t="4680" x="5708650" y="4197350"/>
          <p14:tracePt t="4696" x="5695950" y="4171950"/>
          <p14:tracePt t="4713" x="5613400" y="4102100"/>
          <p14:tracePt t="4730" x="5422900" y="3975100"/>
          <p14:tracePt t="4746" x="5238750" y="3848100"/>
          <p14:tracePt t="4763" x="4781550" y="3587750"/>
          <p14:tracePt t="4779" x="4324350" y="3416300"/>
          <p14:tracePt t="4796" x="4064000" y="3340100"/>
          <p14:tracePt t="4813" x="3524250" y="3276600"/>
          <p14:tracePt t="4830" x="3079750" y="3282950"/>
          <p14:tracePt t="4848" x="2660650" y="3333750"/>
          <p14:tracePt t="4863" x="2508250" y="3371850"/>
          <p14:tracePt t="4879" x="2279650" y="3435350"/>
          <p14:tracePt t="4896" x="2171700" y="3486150"/>
          <p14:tracePt t="4913" x="2019300" y="3575050"/>
          <p14:tracePt t="4929" x="1974850" y="3613150"/>
          <p14:tracePt t="4946" x="1930400" y="3676650"/>
          <p14:tracePt t="4962" x="1930400" y="3689350"/>
          <p14:tracePt t="4979" x="1930400" y="3702050"/>
          <p14:tracePt t="4996" x="1993900" y="3771900"/>
          <p14:tracePt t="5012" x="2197100" y="3873500"/>
          <p14:tracePt t="5029" x="2387600" y="3949700"/>
          <p14:tracePt t="5046" x="2908300" y="4102100"/>
          <p14:tracePt t="5062" x="3600450" y="4191000"/>
          <p14:tracePt t="5078" x="3968750" y="4203700"/>
          <p14:tracePt t="5095" x="4616450" y="4222750"/>
          <p14:tracePt t="5112" x="5111750" y="4171950"/>
          <p14:tracePt t="5129" x="5429250" y="4070350"/>
          <p14:tracePt t="5145" x="5518150" y="4032250"/>
          <p14:tracePt t="5161" x="5607050" y="3968750"/>
          <p14:tracePt t="5178" x="5638800" y="3937000"/>
          <p14:tracePt t="5195" x="5645150" y="3911600"/>
          <p14:tracePt t="5211" x="5645150" y="3898900"/>
          <p14:tracePt t="5228" x="5594350" y="3835400"/>
          <p14:tracePt t="5245" x="5530850" y="3797300"/>
          <p14:tracePt t="5261" x="5429250" y="3733800"/>
          <p14:tracePt t="5277" x="5067300" y="3543300"/>
          <p14:tracePt t="5294" x="4654550" y="3378200"/>
          <p14:tracePt t="5311" x="4108450" y="3282950"/>
          <p14:tracePt t="5327" x="3873500" y="3282950"/>
          <p14:tracePt t="5344" x="3314700" y="3308350"/>
          <p14:tracePt t="5361" x="2914650" y="3390900"/>
          <p14:tracePt t="5377" x="2806700" y="3429000"/>
          <p14:tracePt t="5394" x="2660650" y="3498850"/>
          <p14:tracePt t="5411" x="2571750" y="3562350"/>
          <p14:tracePt t="5427" x="2540000" y="3587750"/>
          <p14:tracePt t="5444" x="2482850" y="3638550"/>
          <p14:tracePt t="5460" x="2457450" y="3689350"/>
          <p14:tracePt t="5477" x="2451100" y="3714750"/>
          <p14:tracePt t="5494" x="2463800" y="3778250"/>
          <p14:tracePt t="5510" x="2590800" y="3898900"/>
          <p14:tracePt t="5527" x="2686050" y="3968750"/>
          <p14:tracePt t="5544" x="2876550" y="4089400"/>
          <p14:tracePt t="5560" x="3117850" y="4095750"/>
          <p14:tracePt t="6000" x="3092450" y="4089400"/>
          <p14:tracePt t="6015" x="3041650" y="4051300"/>
          <p14:tracePt t="6022" x="2984500" y="4013200"/>
          <p14:tracePt t="6036" x="2921000" y="3975100"/>
          <p14:tracePt t="6044" x="2844800" y="3905250"/>
          <p14:tracePt t="6058" x="2762250" y="3841750"/>
          <p14:tracePt t="6075" x="2597150" y="3695700"/>
          <p14:tracePt t="6092" x="2457450" y="3549650"/>
          <p14:tracePt t="6108" x="2406650" y="3492500"/>
          <p14:tracePt t="6125" x="2368550" y="3448050"/>
          <p14:tracePt t="6141" x="2355850" y="3302000"/>
          <p14:tracePt t="6158" x="2368550" y="3257550"/>
          <p14:tracePt t="6175" x="2406650" y="3219450"/>
          <p14:tracePt t="6191" x="2546350" y="3124200"/>
          <p14:tracePt t="6208" x="2882900" y="2971800"/>
          <p14:tracePt t="6225" x="3517900" y="2844800"/>
          <p14:tracePt t="6241" x="3854450" y="2825750"/>
          <p14:tracePt t="6257" x="4508500" y="2832100"/>
          <p14:tracePt t="6275" x="4914900" y="2863850"/>
          <p14:tracePt t="6291" x="5041900" y="2870200"/>
          <p14:tracePt t="6307" x="5232400" y="2901950"/>
          <p14:tracePt t="6324" x="5384800" y="2971800"/>
          <p14:tracePt t="6340" x="5461000" y="3022600"/>
          <p14:tracePt t="6358" x="5619750" y="3155950"/>
          <p14:tracePt t="6374" x="5676900" y="3225800"/>
          <p14:tracePt t="6390" x="5740400" y="3289300"/>
          <p14:tracePt t="6408" x="5816600" y="3435350"/>
          <p14:tracePt t="6424" x="5829300" y="3568700"/>
          <p14:tracePt t="6440" x="5822950" y="3632200"/>
          <p14:tracePt t="6457" x="5715000" y="3816350"/>
          <p14:tracePt t="6473" x="5657850" y="3873500"/>
          <p14:tracePt t="6490" x="5422900" y="3968750"/>
          <p14:tracePt t="6507" x="5048250" y="4032250"/>
          <p14:tracePt t="6523" x="4864100" y="4032250"/>
          <p14:tracePt t="6540" x="4241800" y="4032250"/>
          <p14:tracePt t="6556" x="3556000" y="3994150"/>
          <p14:tracePt t="6573" x="3181350" y="3937000"/>
          <p14:tracePt t="6577" x="2876550" y="3873500"/>
          <p14:tracePt t="6590" x="2578100" y="3829050"/>
          <p14:tracePt t="6606" x="2019300" y="3702050"/>
          <p14:tracePt t="6623" x="1816100" y="3651250"/>
          <p14:tracePt t="6640" x="1587500" y="3536950"/>
          <p14:tracePt t="6656" x="1460500" y="3454400"/>
          <p14:tracePt t="6673" x="1409700" y="3403600"/>
          <p14:tracePt t="6690" x="1352550" y="3327400"/>
          <p14:tracePt t="6706" x="1339850" y="3244850"/>
          <p14:tracePt t="6723" x="1352550" y="3187700"/>
          <p14:tracePt t="6739" x="1454150" y="3028950"/>
          <p14:tracePt t="6756" x="1549400" y="2933700"/>
          <p14:tracePt t="6773" x="2012950" y="2641600"/>
          <p14:tracePt t="6789" x="2222500" y="2571750"/>
          <p14:tracePt t="6805" x="2432050" y="2514600"/>
          <p14:tracePt t="6822" x="2749550" y="2470150"/>
          <p14:tracePt t="6839" x="2978150" y="2482850"/>
          <p14:tracePt t="6856" x="3067050" y="2501900"/>
          <p14:tracePt t="6872" x="3200400" y="2540000"/>
          <p14:tracePt t="6888" x="3295650" y="2616200"/>
          <p14:tracePt t="6906" x="3352800" y="2673350"/>
          <p14:tracePt t="6922" x="3473450" y="2806700"/>
          <p14:tracePt t="6939" x="3619500" y="2997200"/>
          <p14:tracePt t="6956" x="3771900" y="3200400"/>
          <p14:tracePt t="6972" x="3822700" y="3302000"/>
          <p14:tracePt t="6988" x="3873500" y="3435350"/>
          <p14:tracePt t="7006" x="3841750" y="3511550"/>
          <p14:tracePt t="7022" x="3816350" y="3524250"/>
          <p14:tracePt t="7631" x="3797300" y="3524250"/>
          <p14:tracePt t="7638" x="3771900" y="3498850"/>
          <p14:tracePt t="7653" x="3714750" y="3473450"/>
          <p14:tracePt t="7670" x="3644900" y="3441700"/>
          <p14:tracePt t="7686" x="3441700" y="3327400"/>
          <p14:tracePt t="7704" x="3232150" y="3213100"/>
          <p14:tracePt t="7720" x="3048000" y="3105150"/>
          <p14:tracePt t="7737" x="2882900" y="3016250"/>
          <p14:tracePt t="7753" x="2800350" y="2971800"/>
          <p14:tracePt t="7769" x="2717800" y="2921000"/>
          <p14:tracePt t="7786" x="2559050" y="2844800"/>
          <p14:tracePt t="7802" x="2419350" y="2781300"/>
          <p14:tracePt t="7819" x="2362200" y="2755900"/>
          <p14:tracePt t="7836" x="2279650" y="2717800"/>
          <p14:tracePt t="7853" x="2228850" y="2698750"/>
          <p14:tracePt t="7869" x="2197100" y="2692400"/>
          <p14:tracePt t="7886" x="2165350" y="2686050"/>
          <p14:tracePt t="7902" x="2133600" y="2686050"/>
          <p14:tracePt t="7919" x="2127250" y="2679700"/>
          <p14:tracePt t="7935" x="2114550" y="2679700"/>
          <p14:tracePt t="7952" x="2108200" y="2679700"/>
          <p14:tracePt t="7972" x="2101850" y="2679700"/>
          <p14:tracePt t="8123" x="2108200" y="2679700"/>
          <p14:tracePt t="8264" x="2108200" y="2686050"/>
          <p14:tracePt t="8278" x="2108200" y="2692400"/>
          <p14:tracePt t="8659" x="2114550" y="2616200"/>
          <p14:tracePt t="8673" x="2120900" y="2476500"/>
          <p14:tracePt t="8680" x="2146300" y="2336800"/>
          <p14:tracePt t="8694" x="2159000" y="2197100"/>
          <p14:tracePt t="8702" x="2178050" y="2051050"/>
          <p14:tracePt t="8718" x="2190750" y="1924050"/>
          <p14:tracePt t="8732" x="2190750" y="1720850"/>
          <p14:tracePt t="8749" x="2190750" y="1657350"/>
          <p14:tracePt t="8766" x="2184400" y="1530350"/>
          <p14:tracePt t="8782" x="2178050" y="1466850"/>
          <p14:tracePt t="8800" x="2114550" y="1301750"/>
          <p14:tracePt t="8816" x="2070100" y="1219200"/>
          <p14:tracePt t="8832" x="2019300" y="1136650"/>
          <p14:tracePt t="8849" x="1930400" y="958850"/>
          <p14:tracePt t="8865" x="1835150" y="812800"/>
          <p14:tracePt t="8882" x="1803400" y="762000"/>
          <p14:tracePt t="8899" x="1752600" y="698500"/>
          <p14:tracePt t="8915" x="1714500" y="660400"/>
          <p14:tracePt t="8932" x="1708150" y="660400"/>
          <p14:tracePt t="8948" x="1695450" y="647700"/>
          <p14:tracePt t="8965" x="1676400" y="641350"/>
          <p14:tracePt t="8982" x="1670050" y="628650"/>
          <p14:tracePt t="8999" x="1663700" y="628650"/>
          <p14:tracePt t="9016" x="1657350" y="622300"/>
          <p14:tracePt t="9033" x="1651000" y="622300"/>
          <p14:tracePt t="9048" x="1651000" y="615950"/>
          <p14:tracePt t="9065" x="1644650" y="615950"/>
          <p14:tracePt t="9082" x="1625600" y="609600"/>
          <p14:tracePt t="9098" x="1619250" y="609600"/>
          <p14:tracePt t="9116" x="1612900" y="603250"/>
          <p14:tracePt t="9118" x="1600200" y="596900"/>
          <p14:tracePt t="9131" x="1593850" y="584200"/>
          <p14:tracePt t="9148" x="1555750" y="571500"/>
          <p14:tracePt t="9166" x="1530350" y="552450"/>
          <p14:tracePt t="9180" x="1511300" y="539750"/>
          <p14:tracePt t="9197" x="1492250" y="533400"/>
          <p14:tracePt t="9215" x="1479550" y="527050"/>
          <p14:tracePt t="9231" x="1473200" y="520700"/>
          <p14:tracePt t="9264" x="1473200" y="527050"/>
          <p14:tracePt t="9280" x="1473200" y="533400"/>
          <p14:tracePt t="9305" x="1479550" y="533400"/>
          <p14:tracePt t="9314" x="1485900" y="539750"/>
          <p14:tracePt t="9334" x="1492250" y="546100"/>
          <p14:tracePt t="9350" x="1504950" y="546100"/>
          <p14:tracePt t="9363" x="1524000" y="558800"/>
          <p14:tracePt t="9380" x="1555750" y="565150"/>
          <p14:tracePt t="9397" x="1663700" y="584200"/>
          <p14:tracePt t="9414" x="1739900" y="590550"/>
          <p14:tracePt t="9430" x="1917700" y="603250"/>
          <p14:tracePt t="9447" x="2120900" y="615950"/>
          <p14:tracePt t="9463" x="2209800" y="622300"/>
          <p14:tracePt t="9480" x="2368550" y="635000"/>
          <p14:tracePt t="9497" x="2470150" y="635000"/>
          <p14:tracePt t="9513" x="2501900" y="635000"/>
          <p14:tracePt t="9531" x="2540000" y="622300"/>
          <p14:tracePt t="9546" x="2552700" y="622300"/>
          <p14:tracePt t="9593" x="2546350" y="622300"/>
          <p14:tracePt t="9642" x="2540000" y="622300"/>
          <p14:tracePt t="9712" x="2533650" y="622300"/>
          <p14:tracePt t="9754" x="2527300" y="622300"/>
          <p14:tracePt t="9775" x="2527300" y="615950"/>
          <p14:tracePt t="9803" x="2540000" y="609600"/>
          <p14:tracePt t="9824" x="2540000" y="603250"/>
          <p14:tracePt t="9838" x="2546350" y="603250"/>
          <p14:tracePt t="9848" x="2552700" y="596900"/>
          <p14:tracePt t="9873" x="2559050" y="596900"/>
          <p14:tracePt t="9896" x="2571750" y="590550"/>
          <p14:tracePt t="9909" x="2571750" y="584200"/>
          <p14:tracePt t="9916" x="2578100" y="584200"/>
          <p14:tracePt t="9928" x="2584450" y="584200"/>
          <p14:tracePt t="9945" x="2584450" y="577850"/>
          <p14:tracePt t="9965" x="2590800" y="577850"/>
          <p14:tracePt t="9993" x="2597150" y="577850"/>
          <p14:tracePt t="10014" x="2597150" y="571500"/>
          <p14:tracePt t="10049" x="2603500" y="571500"/>
          <p14:tracePt t="10056" x="2609850" y="565150"/>
          <p14:tracePt t="10079" x="2616200" y="565150"/>
          <p14:tracePt t="10084" x="2616200" y="558800"/>
          <p14:tracePt t="10105" x="2622550" y="552450"/>
          <p14:tracePt t="10380" x="2628900" y="565150"/>
          <p14:tracePt t="10387" x="2628900" y="603250"/>
          <p14:tracePt t="10401" x="2641600" y="666750"/>
          <p14:tracePt t="10410" x="2647950" y="762000"/>
          <p14:tracePt t="10427" x="2647950" y="857250"/>
          <p14:tracePt t="10444" x="2686050" y="1168400"/>
          <p14:tracePt t="10460" x="2736850" y="1530350"/>
          <p14:tracePt t="10476" x="2762250" y="1727200"/>
          <p14:tracePt t="10493" x="2825750" y="2076450"/>
          <p14:tracePt t="10510" x="2882900" y="2400300"/>
          <p14:tracePt t="10527" x="2914650" y="2527300"/>
          <p14:tracePt t="10543" x="2978150" y="2762250"/>
          <p14:tracePt t="10559" x="3048000" y="2946400"/>
          <p14:tracePt t="10577" x="3105150" y="3067050"/>
          <p14:tracePt t="10593" x="3136900" y="3124200"/>
          <p14:tracePt t="10609" x="3162300" y="3155950"/>
          <p14:tracePt t="10626" x="3213100" y="3244850"/>
          <p14:tracePt t="10643" x="3219450" y="3263900"/>
          <p14:tracePt t="10659" x="3244850" y="3282950"/>
          <p14:tracePt t="10676" x="3282950" y="3333750"/>
          <p14:tracePt t="10692" x="3333750" y="3409950"/>
          <p14:tracePt t="10710" x="3390900" y="3479800"/>
          <p14:tracePt t="10727" x="3416300" y="3511550"/>
          <p14:tracePt t="10744" x="3486150" y="3562350"/>
          <p14:tracePt t="10761" x="3536950" y="3606800"/>
          <p14:tracePt t="10777" x="3549650" y="3619500"/>
          <p14:tracePt t="10795" x="3581400" y="3651250"/>
          <p14:tracePt t="10809" x="3600450" y="3657600"/>
          <p14:tracePt t="10825" x="3600450" y="3663950"/>
          <p14:tracePt t="10842" x="3613150" y="3663950"/>
          <p14:tracePt t="10859" x="3625850" y="3663950"/>
          <p14:tracePt t="10875" x="3638550" y="3663950"/>
          <p14:tracePt t="10892" x="3676650" y="3651250"/>
          <p14:tracePt t="10908" x="3752850" y="3651250"/>
          <p14:tracePt t="10925" x="3848100" y="3638550"/>
          <p14:tracePt t="10942" x="4114800" y="3625850"/>
          <p14:tracePt t="10958" x="4273550" y="3625850"/>
          <p14:tracePt t="10975" x="4610100" y="3625850"/>
          <p14:tracePt t="10991" x="4889500" y="3625850"/>
          <p14:tracePt t="11008" x="4991100" y="3625850"/>
          <p14:tracePt t="11024" x="5092700" y="3619500"/>
          <p14:tracePt t="11041" x="5130800" y="3606800"/>
          <p14:tracePt t="11058" x="5130800" y="3600450"/>
          <p14:tracePt t="11075" x="5099050" y="3575050"/>
          <p14:tracePt t="11091" x="5016500" y="3530600"/>
          <p14:tracePt t="11107" x="4921250" y="3492500"/>
          <p14:tracePt t="11125" x="4591050" y="3321050"/>
          <p14:tracePt t="11141" x="3981450" y="3111500"/>
          <p14:tracePt t="11157" x="3670300" y="3009900"/>
          <p14:tracePt t="11174" x="3009900" y="2863850"/>
          <p14:tracePt t="11190" x="2495550" y="2800350"/>
          <p14:tracePt t="11207" x="2273300" y="2774950"/>
          <p14:tracePt t="11223" x="1987550" y="2787650"/>
          <p14:tracePt t="11240" x="1911350" y="2806700"/>
          <p14:tracePt t="11258" x="1758950" y="2901950"/>
          <p14:tracePt t="11273" x="1752600" y="2921000"/>
          <p14:tracePt t="11290" x="1746250" y="2940050"/>
          <p14:tracePt t="11307" x="1746250" y="2984500"/>
          <p14:tracePt t="11323" x="1790700" y="3035300"/>
          <p14:tracePt t="11340" x="1841500" y="3092450"/>
          <p14:tracePt t="11357" x="2057400" y="3282950"/>
          <p14:tracePt t="11373" x="2457450" y="3594100"/>
          <p14:tracePt t="11391" x="2736850" y="3759200"/>
          <p14:tracePt t="11406" x="3422650" y="4019550"/>
          <p14:tracePt t="11423" x="4178300" y="4152900"/>
          <p14:tracePt t="11440" x="4940300" y="4210050"/>
          <p14:tracePt t="11456" x="5308600" y="4222750"/>
          <p14:tracePt t="11473" x="5810250" y="4203700"/>
          <p14:tracePt t="11490" x="6121400" y="4121150"/>
          <p14:tracePt t="11506" x="6242050" y="4089400"/>
          <p14:tracePt t="11523" x="6330950" y="4057650"/>
          <p14:tracePt t="11540" x="6426200" y="3975100"/>
          <p14:tracePt t="11556" x="6426200" y="3962400"/>
          <p14:tracePt t="11573" x="6426200" y="3937000"/>
          <p14:tracePt t="11589" x="6388100" y="3905250"/>
          <p14:tracePt t="11606" x="6267450" y="3841750"/>
          <p14:tracePt t="11623" x="6007100" y="3708400"/>
          <p14:tracePt t="11639" x="5784850" y="3606800"/>
          <p14:tracePt t="11643" x="5518150" y="3517900"/>
          <p14:tracePt t="11656" x="5257800" y="3422650"/>
          <p14:tracePt t="11673" x="4845050" y="3327400"/>
          <p14:tracePt t="11689" x="4686300" y="3314700"/>
          <p14:tracePt t="11706" x="4400550" y="3321050"/>
          <p14:tracePt t="11722" x="4216400" y="3359150"/>
          <p14:tracePt t="11739" x="4165600" y="3378200"/>
          <p14:tracePt t="11755" x="4095750" y="3409950"/>
          <p14:tracePt t="11771" x="4070350" y="3441700"/>
          <p14:tracePt t="11788" x="4064000" y="3448050"/>
          <p14:tracePt t="11806" x="4057650" y="3467100"/>
          <p14:tracePt t="11822" x="4057650" y="3486150"/>
          <p14:tracePt t="11855" x="4057650" y="3498850"/>
          <p14:tracePt t="11871" x="4057650" y="3505200"/>
          <p14:tracePt t="11888" x="4070350" y="3517900"/>
          <p14:tracePt t="11905" x="4102100" y="3524250"/>
          <p14:tracePt t="11921" x="4133850" y="3524250"/>
          <p14:tracePt t="11938" x="4254500" y="3524250"/>
          <p14:tracePt t="11955" x="4495800" y="3524250"/>
          <p14:tracePt t="11971" x="4635500" y="3524250"/>
          <p14:tracePt t="11988" x="4914900" y="3498850"/>
          <p14:tracePt t="12004" x="5162550" y="3448050"/>
          <p14:tracePt t="12021" x="5251450" y="3416300"/>
          <p14:tracePt t="12038" x="5321300" y="3346450"/>
          <p14:tracePt t="12054" x="5327650" y="3295650"/>
          <p14:tracePt t="12071" x="5314950" y="3276600"/>
          <p14:tracePt t="12088" x="5251450" y="3244850"/>
          <p14:tracePt t="12104" x="5118100" y="3187700"/>
          <p14:tracePt t="12122" x="4876800" y="3086100"/>
          <p14:tracePt t="12137" x="4718050" y="3035300"/>
          <p14:tracePt t="12154" x="4533900" y="2984500"/>
          <p14:tracePt t="12171" x="4051300" y="2946400"/>
          <p14:tracePt t="12187" x="3937000" y="2959100"/>
          <p14:tracePt t="12204" x="3835400" y="2978150"/>
          <p14:tracePt t="12220" x="3670300" y="3054350"/>
          <p14:tracePt t="12237" x="3517900" y="3162300"/>
          <p14:tracePt t="12254" x="3473450" y="3219450"/>
          <p14:tracePt t="12270" x="3403600" y="3333750"/>
          <p14:tracePt t="12286" x="3390900" y="3429000"/>
          <p14:tracePt t="12304" x="3409950" y="3549650"/>
          <p14:tracePt t="12320" x="3441700" y="3632200"/>
          <p14:tracePt t="12337" x="3587750" y="3822700"/>
          <p14:tracePt t="12353" x="3829050" y="3987800"/>
          <p14:tracePt t="12370" x="3981450" y="4076700"/>
          <p14:tracePt t="12386" x="4394200" y="4191000"/>
          <p14:tracePt t="12403" x="4819650" y="4216400"/>
          <p14:tracePt t="12420" x="5003800" y="4216400"/>
          <p14:tracePt t="12437" x="5384800" y="4184650"/>
          <p14:tracePt t="12452" x="5594350" y="4152900"/>
          <p14:tracePt t="12469" x="5670550" y="4133850"/>
          <p14:tracePt t="12487" x="5715000" y="4108450"/>
          <p14:tracePt t="12503" x="5715000" y="4095750"/>
          <p14:tracePt t="12519" x="5715000" y="4083050"/>
          <p14:tracePt t="12536" x="5708650" y="4076700"/>
          <p14:tracePt t="12552" x="5695950" y="4070350"/>
          <p14:tracePt t="12569" x="5676900" y="4064000"/>
          <p14:tracePt t="12586" x="5670550" y="4064000"/>
          <p14:tracePt t="12602" x="5657850" y="4064000"/>
          <p14:tracePt t="12620" x="5657850" y="4070350"/>
          <p14:tracePt t="12635" x="5638800" y="4083050"/>
          <p14:tracePt t="12652" x="5619750" y="4083050"/>
          <p14:tracePt t="12669" x="5556250" y="4038600"/>
          <p14:tracePt t="12994" x="5473700" y="4044950"/>
          <p14:tracePt t="13008" x="5384800" y="4076700"/>
          <p14:tracePt t="13015" x="5302250" y="4095750"/>
          <p14:tracePt t="13030" x="5213350" y="4114800"/>
          <p14:tracePt t="13037" x="5124450" y="4133850"/>
          <p14:tracePt t="13051" x="5029200" y="4165600"/>
          <p14:tracePt t="13067" x="4838700" y="4210050"/>
          <p14:tracePt t="13086" x="4667250" y="4248150"/>
          <p14:tracePt t="13101" x="4610100" y="4254500"/>
          <p14:tracePt t="13118" x="4546600" y="4279900"/>
          <p14:tracePt t="13136" x="4514850" y="4298950"/>
          <p14:tracePt t="13151" x="4502150" y="4305300"/>
          <p14:tracePt t="13167" x="4495800" y="4311650"/>
          <p14:tracePt t="13184" x="4457700" y="4337050"/>
          <p14:tracePt t="13201" x="4451350" y="4343400"/>
          <p14:tracePt t="13217" x="4438650" y="4349750"/>
          <p14:tracePt t="13233" x="4425950" y="4356100"/>
          <p14:tracePt t="13250" x="4413250" y="4362450"/>
          <p14:tracePt t="13267" x="4406900" y="4362450"/>
          <p14:tracePt t="13283" x="4406900" y="4368800"/>
          <p14:tracePt t="13318" x="4406900" y="4375150"/>
          <p14:tracePt t="13346" x="4406900" y="4381500"/>
          <p14:tracePt t="13360" x="4406900" y="4387850"/>
          <p14:tracePt t="13381" x="4413250" y="4394200"/>
          <p14:tracePt t="13387" x="4419600" y="4400550"/>
          <p14:tracePt t="13399" x="4438650" y="4413250"/>
          <p14:tracePt t="13417" x="4521200" y="4457700"/>
          <p14:tracePt t="13433" x="4610100" y="4476750"/>
          <p14:tracePt t="13450" x="4845050" y="4527550"/>
          <p14:tracePt t="13466" x="5162550" y="4565650"/>
          <p14:tracePt t="13483" x="5372100" y="4565650"/>
          <p14:tracePt t="13500" x="5556250" y="4565650"/>
          <p14:tracePt t="13516" x="5924550" y="4559300"/>
          <p14:tracePt t="13533" x="6000750" y="4552950"/>
          <p14:tracePt t="13549" x="6064250" y="4552950"/>
          <p14:tracePt t="13566" x="6076950" y="4546600"/>
          <p14:tracePt t="13582" x="6083300" y="4546600"/>
          <p14:tracePt t="13599" x="6083300" y="4540250"/>
          <p14:tracePt t="13633" x="6076950" y="4533900"/>
          <p14:tracePt t="13649" x="6064250" y="4527550"/>
          <p14:tracePt t="13676" x="6057900" y="4527550"/>
          <p14:tracePt t="13690" x="6051550" y="4533900"/>
          <p14:tracePt t="13698" x="6045200" y="4540250"/>
          <p14:tracePt t="13715" x="6045200" y="4546600"/>
          <p14:tracePt t="13985" x="5969000" y="4521200"/>
          <p14:tracePt t="13991" x="5829300" y="4451350"/>
          <p14:tracePt t="14000" x="5638800" y="4368800"/>
          <p14:tracePt t="14014" x="5416550" y="4260850"/>
          <p14:tracePt t="14031" x="4902200" y="4025900"/>
          <p14:tracePt t="14048" x="4273550" y="3708400"/>
          <p14:tracePt t="14064" x="3975100" y="3556000"/>
          <p14:tracePt t="14081" x="3676650" y="3422650"/>
          <p14:tracePt t="14097" x="3213100" y="3213100"/>
          <p14:tracePt t="14114" x="3016250" y="3117850"/>
          <p14:tracePt t="14130" x="2851150" y="3054350"/>
          <p14:tracePt t="14147" x="2622550" y="2965450"/>
          <p14:tracePt t="14164" x="2463800" y="2895600"/>
          <p14:tracePt t="14167" x="2406650" y="2870200"/>
          <p14:tracePt t="14183" x="2362200" y="2851150"/>
          <p14:tracePt t="14197" x="2330450" y="2825750"/>
          <p14:tracePt t="14213" x="2286000" y="2806700"/>
          <p14:tracePt t="14231" x="2254250" y="2787650"/>
          <p14:tracePt t="14247" x="2247900" y="2781300"/>
          <p14:tracePt t="14263" x="2222500" y="2768600"/>
          <p14:tracePt t="14280" x="2209800" y="2762250"/>
          <p14:tracePt t="14296" x="2203450" y="2755900"/>
          <p14:tracePt t="14313" x="2190750" y="2743200"/>
          <p14:tracePt t="14330" x="2171700" y="2736850"/>
          <p14:tracePt t="14346" x="2159000" y="2730500"/>
          <p14:tracePt t="14364" x="2133600" y="2717800"/>
          <p14:tracePt t="14379" x="2108200" y="2705100"/>
          <p14:tracePt t="14396" x="2089150" y="2698750"/>
          <p14:tracePt t="14413" x="2070100" y="2692400"/>
          <p14:tracePt t="14429" x="2063750" y="2692400"/>
          <p14:tracePt t="14446" x="2051050" y="2679700"/>
          <p14:tracePt t="14479" x="2044700" y="2673350"/>
          <p14:tracePt t="14519" x="2051050" y="2673350"/>
          <p14:tracePt t="14532" x="2057400" y="2673350"/>
          <p14:tracePt t="14539" x="2063750" y="2673350"/>
          <p14:tracePt t="14575" x="2070100" y="2673350"/>
          <p14:tracePt t="14610" x="2076450" y="2679700"/>
          <p14:tracePt t="17107" x="2101850" y="2679700"/>
          <p14:tracePt t="17122" x="2133600" y="2667000"/>
          <p14:tracePt t="17128" x="2178050" y="2647950"/>
          <p14:tracePt t="17142" x="2209800" y="2628900"/>
          <p14:tracePt t="17153" x="2235200" y="2622550"/>
          <p14:tracePt t="17170" x="2260600" y="2609850"/>
          <p14:tracePt t="17186" x="2298700" y="2590800"/>
          <p14:tracePt t="17203" x="2336800" y="2565400"/>
          <p14:tracePt t="17220" x="2362200" y="2540000"/>
          <p14:tracePt t="17236" x="2374900" y="2527300"/>
          <p14:tracePt t="17240" x="2400300" y="2514600"/>
          <p14:tracePt t="17253" x="2413000" y="2489200"/>
          <p14:tracePt t="17270" x="2457450" y="2463800"/>
          <p14:tracePt t="17286" x="2476500" y="2451100"/>
          <p14:tracePt t="17303" x="2527300" y="2419350"/>
          <p14:tracePt t="17319" x="2578100" y="2387600"/>
          <p14:tracePt t="17336" x="2622550" y="2368550"/>
          <p14:tracePt t="17354" x="2660650" y="2349500"/>
          <p14:tracePt t="17370" x="2679700" y="2343150"/>
          <p14:tracePt t="17386" x="2692400" y="2336800"/>
          <p14:tracePt t="17403" x="2736850" y="2324100"/>
          <p14:tracePt t="17419" x="2749550" y="2324100"/>
          <p14:tracePt t="17436" x="2755900" y="2317750"/>
          <p14:tracePt t="17453" x="2781300" y="2311400"/>
          <p14:tracePt t="17469" x="2806700" y="2298700"/>
          <p14:tracePt t="17486" x="2819400" y="2292350"/>
          <p14:tracePt t="17502" x="2844800" y="2286000"/>
          <p14:tracePt t="17519" x="2863850" y="2273300"/>
          <p14:tracePt t="17536" x="2863850" y="2266950"/>
          <p14:tracePt t="17552" x="2870200" y="2266950"/>
          <p14:tracePt t="17568" x="2870200" y="2260600"/>
          <p14:tracePt t="17607" x="2870200" y="2254250"/>
          <p14:tracePt t="17656" x="2863850" y="2260600"/>
          <p14:tracePt t="17663" x="2857500" y="2266950"/>
          <p14:tracePt t="17677" x="2857500" y="2273300"/>
          <p14:tracePt t="18047" x="2863850" y="2266950"/>
          <p14:tracePt t="18061" x="2870200" y="2260600"/>
          <p14:tracePt t="18070" x="2876550" y="2247900"/>
          <p14:tracePt t="18083" x="2882900" y="2241550"/>
          <p14:tracePt t="18100" x="2895600" y="2216150"/>
          <p14:tracePt t="18118" x="2908300" y="2184400"/>
          <p14:tracePt t="18133" x="2908300" y="2165350"/>
          <p14:tracePt t="18150" x="2908300" y="2114550"/>
          <p14:tracePt t="18167" x="2908300" y="2076450"/>
          <p14:tracePt t="18183" x="2901950" y="2051050"/>
          <p14:tracePt t="18200" x="2889250" y="2012950"/>
          <p14:tracePt t="18217" x="2844800" y="1930400"/>
          <p14:tracePt t="18233" x="2825750" y="1898650"/>
          <p14:tracePt t="18251" x="2800350" y="1866900"/>
          <p14:tracePt t="18266" x="2774950" y="1816100"/>
          <p14:tracePt t="18283" x="2743200" y="1746250"/>
          <p14:tracePt t="18300" x="2711450" y="1676400"/>
          <p14:tracePt t="18316" x="2692400" y="1631950"/>
          <p14:tracePt t="18333" x="2660650" y="1581150"/>
          <p14:tracePt t="18350" x="2641600" y="1536700"/>
          <p14:tracePt t="18366" x="2635250" y="1524000"/>
          <p14:tracePt t="18382" x="2622550" y="1498600"/>
          <p14:tracePt t="18399" x="2603500" y="1485900"/>
          <p14:tracePt t="18415" x="2597150" y="1485900"/>
          <p14:tracePt t="18433" x="2578100" y="1479550"/>
          <p14:tracePt t="18448" x="2571750" y="1473200"/>
          <p14:tracePt t="18466" x="2565400" y="1466850"/>
          <p14:tracePt t="18483" x="2552700" y="1466850"/>
          <p14:tracePt t="18499" x="2540000" y="1460500"/>
          <p14:tracePt t="18532" x="2533650" y="1454150"/>
          <p14:tracePt t="18548" x="2527300" y="1454150"/>
          <p14:tracePt t="18565" x="2520950" y="1447800"/>
          <p14:tracePt t="18582" x="2514600" y="1447800"/>
          <p14:tracePt t="18598" x="2508250" y="1441450"/>
          <p14:tracePt t="18615" x="2501900" y="1441450"/>
          <p14:tracePt t="18658" x="2495550" y="1441450"/>
          <p14:tracePt t="18680" x="2495550" y="1435100"/>
          <p14:tracePt t="18693" x="2489200" y="1435100"/>
          <p14:tracePt t="18701" x="2482850" y="1435100"/>
          <p14:tracePt t="18714" x="2482850" y="1428750"/>
          <p14:tracePt t="18743" x="2476500" y="1428750"/>
          <p14:tracePt t="18778" x="2470150" y="1422400"/>
          <p14:tracePt t="18813" x="2463800" y="1422400"/>
          <p14:tracePt t="18939" x="2463800" y="1428750"/>
          <p14:tracePt t="18960" x="2463800" y="1435100"/>
          <p14:tracePt t="18982" x="2470150" y="1435100"/>
          <p14:tracePt t="19023" x="2470150" y="1441450"/>
          <p14:tracePt t="19052" x="2476500" y="1447800"/>
          <p14:tracePt t="19080" x="2482850" y="1454150"/>
          <p14:tracePt t="19101" x="2489200" y="1460500"/>
          <p14:tracePt t="19115" x="2495550" y="1466850"/>
          <p14:tracePt t="19129" x="2495550" y="1473200"/>
          <p14:tracePt t="19143" x="2501900" y="1479550"/>
          <p14:tracePt t="19150" x="2514600" y="1485900"/>
          <p14:tracePt t="19166" x="2533650" y="1511300"/>
          <p14:tracePt t="19179" x="2552700" y="1530350"/>
          <p14:tracePt t="19196" x="2622550" y="1593850"/>
          <p14:tracePt t="19213" x="2717800" y="1689100"/>
          <p14:tracePt t="19229" x="2762250" y="1733550"/>
          <p14:tracePt t="19246" x="2870200" y="1828800"/>
          <p14:tracePt t="19263" x="2940050" y="1917700"/>
          <p14:tracePt t="19279" x="2978150" y="1955800"/>
          <p14:tracePt t="19296" x="3022600" y="2006600"/>
          <p14:tracePt t="19312" x="3048000" y="2038350"/>
          <p14:tracePt t="19329" x="3048000" y="2044700"/>
          <p14:tracePt t="19346" x="3054350" y="2044700"/>
          <p14:tracePt t="19362" x="3054350" y="2057400"/>
          <p14:tracePt t="19378" x="3054350" y="2063750"/>
          <p14:tracePt t="19396" x="3048000" y="2076450"/>
          <p14:tracePt t="19412" x="3048000" y="2089150"/>
          <p14:tracePt t="20718" x="3035300" y="2070100"/>
          <p14:tracePt t="20725" x="3016250" y="2044700"/>
          <p14:tracePt t="20739" x="2997200" y="2012950"/>
          <p14:tracePt t="20746" x="2946400" y="1968500"/>
          <p14:tracePt t="20762" x="2901950" y="1911350"/>
          <p14:tracePt t="20777" x="2851150" y="1841500"/>
          <p14:tracePt t="20791" x="2787650" y="1771650"/>
          <p14:tracePt t="20807" x="2635250" y="1625600"/>
          <p14:tracePt t="20824" x="2457450" y="1479550"/>
          <p14:tracePt t="20840" x="2374900" y="1416050"/>
          <p14:tracePt t="20858" x="2197100" y="1257300"/>
          <p14:tracePt t="20873" x="2152650" y="1225550"/>
          <p14:tracePt t="20890" x="2114550" y="1181100"/>
          <p14:tracePt t="20907" x="2089150" y="1155700"/>
          <p14:tracePt t="20924" x="2076450" y="1136650"/>
          <p14:tracePt t="20940" x="2070100" y="1130300"/>
          <p14:tracePt t="20957" x="2063750" y="1123950"/>
          <p14:tracePt t="21020" x="2057400" y="1123950"/>
          <p14:tracePt t="21048" x="2057400" y="1130300"/>
          <p14:tracePt t="21097" x="2057400" y="1136650"/>
          <p14:tracePt t="21118" x="2063750" y="1143000"/>
          <p14:tracePt t="21139" x="2070100" y="1143000"/>
          <p14:tracePt t="21146" x="2070100" y="1149350"/>
          <p14:tracePt t="21167" x="2070100" y="1162050"/>
          <p14:tracePt t="21181" x="2076450" y="1168400"/>
          <p14:tracePt t="21189" x="2082800" y="1168400"/>
          <p14:tracePt t="21206" x="2082800" y="1174750"/>
          <p14:tracePt t="21223" x="2089150" y="1174750"/>
          <p14:tracePt t="21239" x="2095500" y="1187450"/>
          <p14:tracePt t="21256" x="2101850" y="1193800"/>
          <p14:tracePt t="21259" x="2108200" y="1200150"/>
          <p14:tracePt t="21273" x="2108200" y="1206500"/>
          <p14:tracePt t="21289" x="2127250" y="1219200"/>
          <p14:tracePt t="21306" x="2139950" y="1225550"/>
          <p14:tracePt t="21322" x="2171700" y="1257300"/>
          <p14:tracePt t="21339" x="2197100" y="1282700"/>
          <p14:tracePt t="21356" x="2222500" y="1301750"/>
          <p14:tracePt t="21372" x="2228850" y="1314450"/>
          <p14:tracePt t="21389" x="2235200" y="1320800"/>
          <p14:tracePt t="21406" x="2247900" y="1333500"/>
          <p14:tracePt t="21469" x="2254250" y="1333500"/>
          <p14:tracePt t="21511" x="2260600" y="1339850"/>
          <p14:tracePt t="21546" x="2266950" y="1339850"/>
          <p14:tracePt t="21568" x="2273300" y="1339850"/>
          <p14:tracePt t="21589" x="2279650" y="1346200"/>
          <p14:tracePt t="21602" x="2286000" y="1346200"/>
          <p14:tracePt t="21638" x="2292350" y="1352550"/>
          <p14:tracePt t="21659" x="2298700" y="1352550"/>
          <p14:tracePt t="21680" x="2305050" y="1352550"/>
          <p14:tracePt t="21694" x="2311400" y="1352550"/>
          <p14:tracePt t="21708" x="2317750" y="1352550"/>
          <p14:tracePt t="21723" x="2330450" y="1352550"/>
          <p14:tracePt t="21729" x="2343150" y="1352550"/>
          <p14:tracePt t="21743" x="2362200" y="1365250"/>
          <p14:tracePt t="21757" x="2374900" y="1365250"/>
          <p14:tracePt t="21771" x="2400300" y="1365250"/>
          <p14:tracePt t="21787" x="2425700" y="1365250"/>
          <p14:tracePt t="21804" x="2432050" y="1365250"/>
          <p14:tracePt t="21820" x="2476500" y="1371600"/>
          <p14:tracePt t="21837" x="2489200" y="1371600"/>
          <p14:tracePt t="21854" x="2514600" y="1371600"/>
          <p14:tracePt t="21887" x="2520950" y="1371600"/>
          <p14:tracePt t="22129" x="2520950" y="1384300"/>
          <p14:tracePt t="22137" x="2520950" y="1403350"/>
          <p14:tracePt t="22143" x="2514600" y="1435100"/>
          <p14:tracePt t="22157" x="2501900" y="1460500"/>
          <p14:tracePt t="22169" x="2501900" y="1492250"/>
          <p14:tracePt t="22186" x="2482850" y="1562100"/>
          <p14:tracePt t="22202" x="2470150" y="1657350"/>
          <p14:tracePt t="22219" x="2451100" y="1701800"/>
          <p14:tracePt t="22236" x="2432050" y="1784350"/>
          <p14:tracePt t="22252" x="2419350" y="1841500"/>
          <p14:tracePt t="22270" x="2406650" y="1898650"/>
          <p14:tracePt t="22286" x="2387600" y="1911350"/>
          <p14:tracePt t="22302" x="2381250" y="1924050"/>
          <p14:tracePt t="22306" x="2381250" y="1930400"/>
          <p14:tracePt t="22319" x="2374900" y="1943100"/>
          <p14:tracePt t="22335" x="2374900" y="1949450"/>
          <p14:tracePt t="22352" x="2368550" y="1949450"/>
          <p14:tracePt t="22369" x="2368550" y="1955800"/>
          <p14:tracePt t="22424" x="2362200" y="1962150"/>
          <p14:tracePt t="22635" x="2368550" y="1962150"/>
          <p14:tracePt t="23253" x="2374900" y="1962150"/>
          <p14:tracePt t="23267" x="2381250" y="1962150"/>
          <p14:tracePt t="23274" x="2387600" y="1968500"/>
          <p14:tracePt t="23288" x="2413000" y="1974850"/>
          <p14:tracePt t="23299" x="2463800" y="2000250"/>
          <p14:tracePt t="23316" x="2527300" y="2032000"/>
          <p14:tracePt t="23332" x="2743200" y="2152650"/>
          <p14:tracePt t="23348" x="3073400" y="2349500"/>
          <p14:tracePt t="23365" x="3530600" y="2603500"/>
          <p14:tracePt t="23382" x="3759200" y="2743200"/>
          <p14:tracePt t="23399" x="4222750" y="3035300"/>
          <p14:tracePt t="23416" x="4660900" y="3321050"/>
          <p14:tracePt t="23431" x="4845050" y="3448050"/>
          <p14:tracePt t="23448" x="5232400" y="3695700"/>
          <p14:tracePt t="23465" x="5594350" y="3930650"/>
          <p14:tracePt t="23482" x="5791200" y="4044950"/>
          <p14:tracePt t="23499" x="6089650" y="4203700"/>
          <p14:tracePt t="23515" x="6292850" y="4324350"/>
          <p14:tracePt t="23531" x="6362700" y="4375150"/>
          <p14:tracePt t="23548" x="6438900" y="4425950"/>
          <p14:tracePt t="23564" x="6457950" y="4432300"/>
          <p14:tracePt t="23581" x="6483350" y="4445000"/>
          <p14:tracePt t="23598" x="6489700" y="4451350"/>
          <p14:tracePt t="23625" x="6489700" y="4457700"/>
          <p14:tracePt t="23653" x="6489700" y="4464050"/>
          <p14:tracePt t="23668" x="6489700" y="4470400"/>
          <p14:tracePt t="23674" x="6489700" y="4476750"/>
          <p14:tracePt t="23689" x="6489700" y="4483100"/>
          <p14:tracePt t="23697" x="6496050" y="4489450"/>
          <p14:tracePt t="23714" x="6496050" y="4495800"/>
          <p14:tracePt t="23731" x="6502400" y="4514850"/>
          <p14:tracePt t="23747" x="6521450" y="4533900"/>
          <p14:tracePt t="23763" x="6527800" y="4546600"/>
          <p14:tracePt t="23780" x="6540500" y="4565650"/>
          <p14:tracePt t="23797" x="6546850" y="4578350"/>
          <p14:tracePt t="24018" x="6572250" y="4578350"/>
          <p14:tracePt t="24026" x="6610350" y="4578350"/>
          <p14:tracePt t="24040" x="6661150" y="4578350"/>
          <p14:tracePt t="24049" x="6711950" y="4578350"/>
          <p14:tracePt t="24063" x="6762750" y="4578350"/>
          <p14:tracePt t="24079" x="6889750" y="4578350"/>
          <p14:tracePt t="24096" x="6997700" y="4584700"/>
          <p14:tracePt t="24112" x="7048500" y="4597400"/>
          <p14:tracePt t="24129" x="7118350" y="4603750"/>
          <p14:tracePt t="24146" x="7169150" y="4610100"/>
          <p14:tracePt t="24163" x="7200900" y="4616450"/>
          <p14:tracePt t="24180" x="7232650" y="4629150"/>
          <p14:tracePt t="24196" x="7264400" y="4648200"/>
          <p14:tracePt t="24212" x="7289800" y="4654550"/>
          <p14:tracePt t="24229" x="7321550" y="4673600"/>
          <p14:tracePt t="24245" x="7340600" y="4679950"/>
          <p14:tracePt t="24262" x="7385050" y="4699000"/>
          <p14:tracePt t="24279" x="7429500" y="4718050"/>
          <p14:tracePt t="24295" x="7448550" y="4724400"/>
          <p14:tracePt t="24312" x="7499350" y="4730750"/>
          <p14:tracePt t="24328" x="7537450" y="4730750"/>
          <p14:tracePt t="24345" x="7550150" y="4730750"/>
          <p14:tracePt t="24362" x="7581900" y="4730750"/>
          <p14:tracePt t="24378" x="7613650" y="4730750"/>
          <p14:tracePt t="24395" x="7626350" y="4730750"/>
          <p14:tracePt t="24412" x="7651750" y="4730750"/>
          <p14:tracePt t="24428" x="7670800" y="4730750"/>
          <p14:tracePt t="24445" x="7677150" y="4730750"/>
          <p14:tracePt t="24478" x="7683500" y="4730750"/>
          <p14:tracePt t="24498" x="7683500" y="4724400"/>
          <p14:tracePt t="24512" x="7677150" y="4724400"/>
          <p14:tracePt t="24528" x="7664450" y="4718050"/>
          <p14:tracePt t="24545" x="7639050" y="4711700"/>
          <p14:tracePt t="24561" x="7613650" y="4705350"/>
          <p14:tracePt t="24578" x="7581900" y="4699000"/>
          <p14:tracePt t="24594" x="7461250" y="4667250"/>
          <p14:tracePt t="24611" x="7270750" y="4629150"/>
          <p14:tracePt t="24627" x="7162800" y="4610100"/>
          <p14:tracePt t="24644" x="6946900" y="4552950"/>
          <p14:tracePt t="24661" x="6737350" y="4527550"/>
          <p14:tracePt t="24678" x="6648450" y="4502150"/>
          <p14:tracePt t="24694" x="6508750" y="4495800"/>
          <p14:tracePt t="24710" x="6413500" y="4495800"/>
          <p14:tracePt t="24729" x="6356350" y="4495800"/>
          <p14:tracePt t="24744" x="6343650" y="4502150"/>
          <p14:tracePt t="24760" x="6324600" y="4514850"/>
          <p14:tracePt t="24777" x="6318250" y="4521200"/>
          <p14:tracePt t="24793" x="6311900" y="4527550"/>
          <p14:tracePt t="24827" x="6305550" y="4533900"/>
          <p14:tracePt t="24847" x="6305550" y="4540250"/>
          <p14:tracePt t="24883" x="6311900" y="4540250"/>
          <p14:tracePt t="24889" x="6318250" y="4540250"/>
          <p14:tracePt t="24912" x="6324600" y="4540250"/>
          <p14:tracePt t="24917" x="6337300" y="4540250"/>
          <p14:tracePt t="24932" x="6343650" y="4540250"/>
          <p14:tracePt t="24943" x="6356350" y="4540250"/>
          <p14:tracePt t="24960" x="6407150" y="4540250"/>
          <p14:tracePt t="24976" x="6457950" y="4540250"/>
          <p14:tracePt t="24993" x="6584950" y="4521200"/>
          <p14:tracePt t="25010" x="6756400" y="4514850"/>
          <p14:tracePt t="25026" x="6845300" y="4502150"/>
          <p14:tracePt t="25043" x="6934200" y="4489450"/>
          <p14:tracePt t="25059" x="7137400" y="4483100"/>
          <p14:tracePt t="25076" x="7188200" y="4483100"/>
          <p14:tracePt t="25093" x="7219950" y="4483100"/>
          <p14:tracePt t="25109" x="7277100" y="4483100"/>
          <p14:tracePt t="25126" x="7321550" y="4483100"/>
          <p14:tracePt t="25143" x="7334250" y="4483100"/>
          <p14:tracePt t="25159" x="7346950" y="4483100"/>
          <p14:tracePt t="25176" x="7353300" y="4483100"/>
          <p14:tracePt t="25255" x="7346950" y="4483100"/>
          <p14:tracePt t="25267" x="7334250" y="4483100"/>
          <p14:tracePt t="25283" x="7327900" y="4483100"/>
          <p14:tracePt t="25291" x="7321550" y="4483100"/>
          <p14:tracePt t="25308" x="7315200" y="4483100"/>
          <p14:tracePt t="25325" x="7277100" y="4489450"/>
          <p14:tracePt t="25342" x="7200900" y="4495800"/>
          <p14:tracePt t="25358" x="7131050" y="4508500"/>
          <p14:tracePt t="25375" x="6965950" y="4527550"/>
          <p14:tracePt t="25391" x="6788150" y="4533900"/>
          <p14:tracePt t="25409" x="6604000" y="4559300"/>
          <p14:tracePt t="25424" x="6527800" y="4559300"/>
          <p14:tracePt t="25441" x="6464300" y="4565650"/>
          <p14:tracePt t="25458" x="6330950" y="4572000"/>
          <p14:tracePt t="25474" x="6305550" y="4572000"/>
          <p14:tracePt t="25491" x="6292850" y="4578350"/>
          <p14:tracePt t="25507" x="6273800" y="4584700"/>
          <p14:tracePt t="25541" x="6273800" y="4591050"/>
          <p14:tracePt t="25558" x="6273800" y="4597400"/>
          <p14:tracePt t="25574" x="6299200" y="4603750"/>
          <p14:tracePt t="25592" x="6343650" y="4603750"/>
          <p14:tracePt t="25607" x="6381750" y="4603750"/>
          <p14:tracePt t="25623" x="6534150" y="4603750"/>
          <p14:tracePt t="25641" x="6775450" y="4603750"/>
          <p14:tracePt t="25657" x="6896100" y="4603750"/>
          <p14:tracePt t="25674" x="7150100" y="4578350"/>
          <p14:tracePt t="25690" x="7359650" y="4559300"/>
          <p14:tracePt t="25707" x="7435850" y="4559300"/>
          <p14:tracePt t="25724" x="7499350" y="4559300"/>
          <p14:tracePt t="25740" x="7594600" y="4572000"/>
          <p14:tracePt t="25757" x="7607300" y="4578350"/>
          <p14:tracePt t="25775" x="7626350" y="4584700"/>
          <p14:tracePt t="25831" x="7620000" y="4584700"/>
          <p14:tracePt t="25845" x="7613650" y="4584700"/>
          <p14:tracePt t="25866" x="7607300" y="4578350"/>
          <p14:tracePt t="25873" x="7600950" y="4578350"/>
          <p14:tracePt t="25880" x="7594600" y="4578350"/>
          <p14:tracePt t="25901" x="7588250" y="4572000"/>
          <p14:tracePt t="25921" x="7581900" y="4572000"/>
          <p14:tracePt t="25950" x="7575550" y="4572000"/>
          <p14:tracePt t="25971" x="7575550" y="4565650"/>
          <p14:tracePt t="26887" x="7556500" y="4559300"/>
          <p14:tracePt t="26894" x="7524750" y="4552950"/>
          <p14:tracePt t="26908" x="7505700" y="4552950"/>
          <p14:tracePt t="26919" x="7467600" y="4540250"/>
          <p14:tracePt t="26937" x="7404100" y="4521200"/>
          <p14:tracePt t="26953" x="7378700" y="4514850"/>
          <p14:tracePt t="26969" x="7308850" y="4502150"/>
          <p14:tracePt t="26986" x="7239000" y="4502150"/>
          <p14:tracePt t="27002" x="7200900" y="4502150"/>
          <p14:tracePt t="27020" x="7080250" y="4502150"/>
          <p14:tracePt t="27036" x="6940550" y="4514850"/>
          <p14:tracePt t="27053" x="6877050" y="4533900"/>
          <p14:tracePt t="27070" x="6731000" y="4552950"/>
          <p14:tracePt t="27086" x="6686550" y="4559300"/>
          <p14:tracePt t="27102" x="6604000" y="4572000"/>
          <p14:tracePt t="27119" x="6572250" y="4591050"/>
          <p14:tracePt t="27135" x="6559550" y="4597400"/>
          <p14:tracePt t="27153" x="6546850" y="4603750"/>
          <p14:tracePt t="27169" x="6540500" y="4616450"/>
          <p14:tracePt t="27185" x="6540500" y="4622800"/>
          <p14:tracePt t="27202" x="6534150" y="4641850"/>
          <p14:tracePt t="27218" x="6527800" y="4641850"/>
          <p14:tracePt t="27235" x="6527800" y="4648200"/>
          <p14:tracePt t="27252" x="6521450" y="4667250"/>
          <p14:tracePt t="27269" x="6521450" y="4679950"/>
          <p14:tracePt t="27285" x="6515100" y="4692650"/>
          <p14:tracePt t="27302" x="6515100" y="4705350"/>
          <p14:tracePt t="27318" x="6508750" y="4730750"/>
          <p14:tracePt t="27335" x="6502400" y="4743450"/>
          <p14:tracePt t="27338" x="6502400" y="4762500"/>
          <p14:tracePt t="27352" x="6489700" y="4787900"/>
          <p14:tracePt t="27368" x="6457950" y="4838700"/>
          <p14:tracePt t="27387" x="6413500" y="4876800"/>
          <p14:tracePt t="27401" x="6381750" y="4889500"/>
          <p14:tracePt t="29232" x="6407150" y="4889500"/>
          <p14:tracePt t="29247" x="6457950" y="4883150"/>
          <p14:tracePt t="29253" x="6496050" y="4870450"/>
          <p14:tracePt t="29267" x="6527800" y="4857750"/>
          <p14:tracePt t="29278" x="6559550" y="4851400"/>
          <p14:tracePt t="29295" x="6610350" y="4832350"/>
          <p14:tracePt t="29311" x="6635750" y="4826000"/>
          <p14:tracePt t="29328" x="6692900" y="4800600"/>
          <p14:tracePt t="29345" x="6743700" y="4781550"/>
          <p14:tracePt t="29361" x="6769100" y="4775200"/>
          <p14:tracePt t="29378" x="6832600" y="4743450"/>
          <p14:tracePt t="29395" x="6883400" y="4730750"/>
          <p14:tracePt t="29411" x="6915150" y="4724400"/>
          <p14:tracePt t="29428" x="6985000" y="4705350"/>
          <p14:tracePt t="29444" x="7048500" y="4699000"/>
          <p14:tracePt t="29461" x="7092950" y="4699000"/>
          <p14:tracePt t="29478" x="7169150" y="4699000"/>
          <p14:tracePt t="29494" x="7239000" y="4692650"/>
          <p14:tracePt t="29510" x="7277100" y="4692650"/>
          <p14:tracePt t="29528" x="7353300" y="4692650"/>
          <p14:tracePt t="29544" x="7385050" y="4692650"/>
          <p14:tracePt t="29560" x="7467600" y="4705350"/>
          <p14:tracePt t="29577" x="7550150" y="4724400"/>
          <p14:tracePt t="29594" x="7600950" y="4730750"/>
          <p14:tracePt t="29611" x="7702550" y="4756150"/>
          <p14:tracePt t="29627" x="7785100" y="4781550"/>
          <p14:tracePt t="29643" x="7823200" y="4794250"/>
          <p14:tracePt t="29660" x="7886700" y="4806950"/>
          <p14:tracePt t="29677" x="7924800" y="4813300"/>
          <p14:tracePt t="29693" x="7937500" y="4819650"/>
          <p14:tracePt t="29710" x="7950200" y="4826000"/>
          <p14:tracePt t="29726" x="7950200" y="4832350"/>
          <p14:tracePt t="29746" x="7950200" y="4838700"/>
          <p14:tracePt t="29766" x="7950200" y="4845050"/>
          <p14:tracePt t="29787" x="7943850" y="4845050"/>
          <p14:tracePt t="29796" x="7937500" y="4845050"/>
          <p14:tracePt t="29815" x="7937500" y="4851400"/>
          <p14:tracePt t="29826" x="7937500" y="4857750"/>
          <p14:tracePt t="29843" x="7937500" y="4870450"/>
          <p14:tracePt t="29859" x="7937500" y="4876800"/>
          <p14:tracePt t="36980" x="7937500" y="4864100"/>
          <p14:tracePt t="36987" x="7937500" y="4845050"/>
          <p14:tracePt t="37002" x="7937500" y="4806950"/>
          <p14:tracePt t="37018" x="7943850" y="4775200"/>
          <p14:tracePt t="37035" x="7950200" y="4749800"/>
          <p14:tracePt t="37051" x="7950200" y="4743450"/>
          <p14:tracePt t="37068" x="7950200" y="4737100"/>
          <p14:tracePt t="37184" x="7950200" y="4730750"/>
          <p14:tracePt t="37219" x="7950200" y="4724400"/>
          <p14:tracePt t="37254" x="7950200" y="4718050"/>
          <p14:tracePt t="37275" x="7956550" y="4711700"/>
          <p14:tracePt t="37297" x="7956550" y="4705350"/>
          <p14:tracePt t="37339" x="7962900" y="4699000"/>
          <p14:tracePt t="37360" x="7969250" y="4692650"/>
          <p14:tracePt t="37368" x="7969250" y="4686300"/>
          <p14:tracePt t="37373" x="7975600" y="4679950"/>
          <p14:tracePt t="37388" x="7975600" y="4673600"/>
          <p14:tracePt t="37400" x="7981950" y="4673600"/>
          <p14:tracePt t="37417" x="7988300" y="4667250"/>
          <p14:tracePt t="37433" x="7994650" y="4660900"/>
          <p14:tracePt t="37450" x="8013700" y="4648200"/>
          <p14:tracePt t="37467" x="8026400" y="4635500"/>
          <p14:tracePt t="37483" x="8032750" y="4635500"/>
          <p14:tracePt t="37500" x="8064500" y="4629150"/>
          <p14:tracePt t="37516" x="8083550" y="4629150"/>
          <p14:tracePt t="37533" x="8096250" y="4629150"/>
          <p14:tracePt t="37549" x="8121650" y="4629150"/>
          <p14:tracePt t="37566" x="8134350" y="4635500"/>
          <p14:tracePt t="37583" x="8147050" y="4641850"/>
          <p14:tracePt t="37599" x="8159750" y="4648200"/>
          <p14:tracePt t="37616" x="8159750" y="4654550"/>
          <p14:tracePt t="37633" x="8166100" y="4660900"/>
          <p14:tracePt t="37649" x="8166100" y="4667250"/>
          <p14:tracePt t="37666" x="8166100" y="4673600"/>
          <p14:tracePt t="37683" x="8166100" y="4679950"/>
          <p14:tracePt t="37711" x="8159750" y="4686300"/>
          <p14:tracePt t="37719" x="8153400" y="4686300"/>
          <p14:tracePt t="37739" x="8147050" y="4686300"/>
          <p14:tracePt t="37748" x="8140700" y="4686300"/>
          <p14:tracePt t="37765" x="8134350" y="4686300"/>
          <p14:tracePt t="37782" x="8096250" y="4692650"/>
          <p14:tracePt t="37798" x="8045450" y="4705350"/>
          <p14:tracePt t="37816" x="7943850" y="4730750"/>
          <p14:tracePt t="37832" x="7874000" y="4762500"/>
          <p14:tracePt t="37848" x="7778750" y="4787900"/>
          <p14:tracePt t="37866" x="7696200" y="4826000"/>
          <p14:tracePt t="37881" x="7651750" y="4838700"/>
          <p14:tracePt t="37898" x="7620000" y="4851400"/>
          <p14:tracePt t="37915" x="7600950" y="4857750"/>
          <p14:tracePt t="37970" x="7607300" y="4857750"/>
          <p14:tracePt t="37977" x="7613650" y="4857750"/>
          <p14:tracePt t="37992" x="7626350" y="4851400"/>
          <p14:tracePt t="38001" x="7632700" y="4851400"/>
          <p14:tracePt t="38014" x="7645400" y="4851400"/>
          <p14:tracePt t="38031" x="7658100" y="4851400"/>
          <p14:tracePt t="38048" x="7702550" y="4851400"/>
          <p14:tracePt t="38064" x="7747000" y="4838700"/>
          <p14:tracePt t="38081" x="7804150" y="4832350"/>
          <p14:tracePt t="38098" x="7874000" y="4826000"/>
          <p14:tracePt t="38114" x="7931150" y="4813300"/>
          <p14:tracePt t="38130" x="7988300" y="4806950"/>
          <p14:tracePt t="38147" x="8070850" y="4800600"/>
          <p14:tracePt t="38164" x="8108950" y="4787900"/>
          <p14:tracePt t="38181" x="8153400" y="4781550"/>
          <p14:tracePt t="38197" x="8178800" y="4768850"/>
          <p14:tracePt t="38214" x="8191500" y="4768850"/>
          <p14:tracePt t="38230" x="8204200" y="4768850"/>
          <p14:tracePt t="38263" x="8197850" y="4768850"/>
          <p14:tracePt t="38280" x="8178800" y="4768850"/>
          <p14:tracePt t="38297" x="8172450" y="4768850"/>
          <p14:tracePt t="38315" x="8153400" y="4768850"/>
          <p14:tracePt t="38330" x="8134350" y="4775200"/>
          <p14:tracePt t="38346" x="8121650" y="4775200"/>
          <p14:tracePt t="38364" x="8083550" y="4781550"/>
          <p14:tracePt t="38380" x="8032750" y="4781550"/>
          <p14:tracePt t="38396" x="7950200" y="4781550"/>
          <p14:tracePt t="38413" x="7810500" y="4781550"/>
          <p14:tracePt t="38430" x="7696200" y="4781550"/>
          <p14:tracePt t="38446" x="7600950" y="4781550"/>
          <p14:tracePt t="38463" x="7499350" y="4787900"/>
          <p14:tracePt t="38479" x="7467600" y="4787900"/>
          <p14:tracePt t="38483" x="7461250" y="4794250"/>
          <p14:tracePt t="38497" x="7448550" y="4794250"/>
          <p14:tracePt t="38553" x="7454900" y="4794250"/>
          <p14:tracePt t="38560" x="7461250" y="4800600"/>
          <p14:tracePt t="38567" x="7467600" y="4800600"/>
          <p14:tracePt t="38579" x="7473950" y="4806950"/>
          <p14:tracePt t="38596" x="7550150" y="4819650"/>
          <p14:tracePt t="38612" x="7683500" y="4851400"/>
          <p14:tracePt t="38630" x="7893050" y="4889500"/>
          <p14:tracePt t="38645" x="8077200" y="4921250"/>
          <p14:tracePt t="38662" x="8229600" y="4940300"/>
          <p14:tracePt t="38680" x="8413750" y="4940300"/>
          <p14:tracePt t="38695" x="8470900" y="4946650"/>
          <p14:tracePt t="38712" x="8496300" y="4946650"/>
          <p14:tracePt t="38729" x="8502650" y="4946650"/>
          <p14:tracePt t="38745" x="8502650" y="4940300"/>
          <p14:tracePt t="38762" x="8489950" y="4933950"/>
          <p14:tracePt t="38778" x="8477250" y="4933950"/>
          <p14:tracePt t="38795" x="8464550" y="4933950"/>
          <p14:tracePt t="38812" x="8445500" y="4933950"/>
          <p14:tracePt t="38829" x="8413750" y="4933950"/>
          <p14:tracePt t="38845" x="8362950" y="4933950"/>
          <p14:tracePt t="38863" x="8229600" y="4927600"/>
          <p14:tracePt t="38879" x="8102600" y="4908550"/>
          <p14:tracePt t="38895" x="7988300" y="4908550"/>
          <p14:tracePt t="38912" x="7861300" y="4889500"/>
          <p14:tracePt t="38928" x="7772400" y="4883150"/>
          <p14:tracePt t="38945" x="7715250" y="4876800"/>
          <p14:tracePt t="38961" x="7670800" y="4876800"/>
          <p14:tracePt t="38978" x="7651750" y="4876800"/>
          <p14:tracePt t="38981" x="7651750" y="4883150"/>
          <p14:tracePt t="39010" x="7651750" y="4889500"/>
          <p14:tracePt t="39115" x="7658100" y="4889500"/>
          <p14:tracePt t="39122" x="7658100" y="4895850"/>
          <p14:tracePt t="39143" x="7664450" y="4895850"/>
          <p14:tracePt t="39150" x="7664450" y="4902200"/>
          <p14:tracePt t="39179" x="7670800" y="4908550"/>
        </p14:tracePtLst>
      </p14:laserTraceLst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Mutable default values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52400" y="685800"/>
            <a:ext cx="89916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Python stores default values into class attributes. </a:t>
            </a:r>
          </a:p>
          <a:p>
            <a:r>
              <a:rPr lang="en-US" sz="2800" dirty="0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Consider this example, not using </a:t>
            </a:r>
            <a:r>
              <a:rPr lang="en-US" sz="2800" dirty="0" err="1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dataclasses</a:t>
            </a:r>
            <a:r>
              <a:rPr lang="en-US" sz="2800" dirty="0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r>
              <a:rPr lang="en-US" sz="2500" spc="-4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</a:t>
            </a:r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C: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x = []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add(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500" spc="-1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elf,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elemen</a:t>
            </a:r>
            <a:r>
              <a:rPr lang="en-US" sz="2500" spc="-1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</a:t>
            </a:r>
            <a:r>
              <a:rPr lang="en-US" sz="2500" spc="-1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):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</a:t>
            </a:r>
            <a:r>
              <a:rPr lang="en-US" sz="2500" spc="-1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f.x.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appen</a:t>
            </a:r>
            <a:r>
              <a:rPr lang="en-US" sz="2500" spc="-16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</a:t>
            </a:r>
            <a:r>
              <a:rPr lang="en-US" sz="2500" spc="-16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element)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o1 = C(); o2 = C(); o1.add(1); o2.add(2)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#Not</a:t>
            </a:r>
            <a:r>
              <a:rPr lang="en-US" sz="2500" spc="-9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ice that o1 &amp; o2 share the class variable: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assert o1.x == [1, 2]; assert o1.x is o2.x</a:t>
            </a:r>
          </a:p>
          <a:p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0A84C"/>
                </a:solidFill>
                <a:latin typeface="+mn-lt"/>
                <a:cs typeface="Times New Roman" panose="02020603050405020304" pitchFamily="18" charset="0"/>
              </a:rPr>
              <a:t>Now, if this code was valid: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@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500" dirty="0">
              <a:solidFill>
                <a:srgbClr val="00A84C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class D: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x:typing.List</a:t>
            </a:r>
            <a:r>
              <a:rPr lang="en-US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[]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ad</a:t>
            </a:r>
            <a:r>
              <a:rPr lang="en-US" sz="2500" spc="-1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d(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500" spc="-1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</a:t>
            </a:r>
            <a:r>
              <a:rPr lang="en-US" sz="2500" spc="-2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</a:t>
            </a:r>
            <a:r>
              <a:rPr lang="en-US" sz="2500" spc="-1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</a:t>
            </a:r>
            <a:r>
              <a:rPr lang="en-US" sz="2500" spc="-1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</a:t>
            </a:r>
            <a:r>
              <a:rPr lang="en-US" sz="2500" spc="-2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+= 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</a:t>
            </a:r>
            <a:endParaRPr lang="en-US" sz="2500" dirty="0">
              <a:solidFill>
                <a:srgbClr val="00A84C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4572000" y="3962400"/>
            <a:ext cx="4724400" cy="2743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Then you'd get code like: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class D: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x = []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500" spc="-3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500" spc="-3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__(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500" spc="-2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</a:t>
            </a:r>
            <a:r>
              <a:rPr lang="en-US" sz="2500" spc="-45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</a:t>
            </a:r>
            <a:r>
              <a:rPr lang="en-US" sz="2500" spc="-2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500" spc="-3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sz="2500" spc="-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= x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add(self,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</a:t>
            </a:r>
            <a:r>
              <a:rPr lang="en-US" sz="25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+=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</a:t>
            </a:r>
            <a:endParaRPr lang="en-US" sz="2500" dirty="0">
              <a:solidFill>
                <a:schemeClr val="accent2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403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136"/>
    </mc:Choice>
    <mc:Fallback xmlns="">
      <p:transition spd="slow" advTm="328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8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73" x="7670800" y="4895850"/>
          <p14:tracePt t="979" x="7670800" y="4876800"/>
          <p14:tracePt t="993" x="7664450" y="4838700"/>
          <p14:tracePt t="1010" x="7664450" y="4787900"/>
          <p14:tracePt t="1027" x="7658100" y="4718050"/>
          <p14:tracePt t="1043" x="7632700" y="4597400"/>
          <p14:tracePt t="1060" x="7607300" y="4476750"/>
          <p14:tracePt t="1078" x="7537450" y="4273550"/>
          <p14:tracePt t="1093" x="7461250" y="4102100"/>
          <p14:tracePt t="1109" x="7366000" y="3937000"/>
          <p14:tracePt t="1127" x="7200900" y="3657600"/>
          <p14:tracePt t="1143" x="7092950" y="3454400"/>
          <p14:tracePt t="1159" x="6965950" y="3270250"/>
          <p14:tracePt t="1176" x="6800850" y="3009900"/>
          <p14:tracePt t="1193" x="6667500" y="2857500"/>
          <p14:tracePt t="1209" x="6521450" y="2692400"/>
          <p14:tracePt t="1226" x="6318250" y="2438400"/>
          <p14:tracePt t="1242" x="6184900" y="2298700"/>
          <p14:tracePt t="1259" x="6076950" y="2190750"/>
          <p14:tracePt t="1276" x="5911850" y="2044700"/>
          <p14:tracePt t="1292" x="5822950" y="1962150"/>
          <p14:tracePt t="1310" x="5645150" y="1816100"/>
          <p14:tracePt t="1325" x="5518150" y="1714500"/>
          <p14:tracePt t="1342" x="5353050" y="1606550"/>
          <p14:tracePt t="1359" x="5124450" y="1492250"/>
          <p14:tracePt t="1375" x="5010150" y="1416050"/>
          <p14:tracePt t="1392" x="4870450" y="1358900"/>
          <p14:tracePt t="1409" x="4654550" y="1238250"/>
          <p14:tracePt t="1425" x="4514850" y="1174750"/>
          <p14:tracePt t="1442" x="4406900" y="1136650"/>
          <p14:tracePt t="1458" x="4286250" y="1060450"/>
          <p14:tracePt t="1475" x="4235450" y="1016000"/>
          <p14:tracePt t="1492" x="4203700" y="984250"/>
          <p14:tracePt t="1508" x="4152900" y="946150"/>
          <p14:tracePt t="1526" x="4133850" y="927100"/>
          <p14:tracePt t="1542" x="4102100" y="901700"/>
          <p14:tracePt t="1558" x="4089400" y="895350"/>
          <p14:tracePt t="1575" x="4089400" y="889000"/>
          <p14:tracePt t="1592" x="4076700" y="882650"/>
          <p14:tracePt t="1608" x="4064000" y="876300"/>
          <p14:tracePt t="1626" x="4051300" y="863600"/>
          <p14:tracePt t="1641" x="4044950" y="863600"/>
          <p14:tracePt t="1658" x="4025900" y="863600"/>
          <p14:tracePt t="1676" x="4000500" y="857250"/>
          <p14:tracePt t="1691" x="3968750" y="850900"/>
          <p14:tracePt t="1708" x="3943350" y="844550"/>
          <p14:tracePt t="1725" x="3905250" y="844550"/>
          <p14:tracePt t="1741" x="3886200" y="838200"/>
          <p14:tracePt t="1787" x="3892550" y="838200"/>
          <p14:tracePt t="1794" x="3898900" y="838200"/>
          <p14:tracePt t="1808" x="3905250" y="838200"/>
          <p14:tracePt t="1824" x="3930650" y="838200"/>
          <p14:tracePt t="1840" x="3956050" y="844550"/>
          <p14:tracePt t="1858" x="4025900" y="844550"/>
          <p14:tracePt t="1874" x="4095750" y="838200"/>
          <p14:tracePt t="1890" x="4178300" y="825500"/>
          <p14:tracePt t="1907" x="4337050" y="800100"/>
          <p14:tracePt t="1924" x="4432300" y="787400"/>
          <p14:tracePt t="1942" x="4603750" y="774700"/>
          <p14:tracePt t="1957" x="4699000" y="755650"/>
          <p14:tracePt t="1973" x="4768850" y="749300"/>
          <p14:tracePt t="1991" x="4845050" y="742950"/>
          <p14:tracePt t="2006" x="4870450" y="742950"/>
          <p14:tracePt t="2023" x="4889500" y="742950"/>
          <p14:tracePt t="2056" x="4895850" y="742950"/>
          <p14:tracePt t="2073" x="4902200" y="742950"/>
          <p14:tracePt t="2117" x="4914900" y="736600"/>
          <p14:tracePt t="2124" x="4921250" y="736600"/>
          <p14:tracePt t="2138" x="4927600" y="736600"/>
          <p14:tracePt t="2146" x="4933950" y="736600"/>
          <p14:tracePt t="2160" x="4946650" y="736600"/>
          <p14:tracePt t="2173" x="4965700" y="736600"/>
          <p14:tracePt t="2189" x="5003800" y="736600"/>
          <p14:tracePt t="2206" x="5048250" y="730250"/>
          <p14:tracePt t="2223" x="5143500" y="717550"/>
          <p14:tracePt t="2239" x="5213350" y="704850"/>
          <p14:tracePt t="2256" x="5295900" y="692150"/>
          <p14:tracePt t="2272" x="5403850" y="679450"/>
          <p14:tracePt t="2289" x="5473700" y="679450"/>
          <p14:tracePt t="2292" x="5511800" y="679450"/>
          <p14:tracePt t="2305" x="5543550" y="673100"/>
          <p14:tracePt t="2322" x="5607050" y="666750"/>
          <p14:tracePt t="2339" x="5645150" y="654050"/>
          <p14:tracePt t="2357" x="5695950" y="654050"/>
          <p14:tracePt t="2372" x="5727700" y="654050"/>
          <p14:tracePt t="2388" x="5753100" y="647700"/>
          <p14:tracePt t="2406" x="5810250" y="641350"/>
          <p14:tracePt t="2422" x="5842000" y="628650"/>
          <p14:tracePt t="2438" x="5880100" y="628650"/>
          <p14:tracePt t="2455" x="5949950" y="615950"/>
          <p14:tracePt t="2471" x="6000750" y="609600"/>
          <p14:tracePt t="2489" x="6045200" y="603250"/>
          <p14:tracePt t="2504" x="6102350" y="603250"/>
          <p14:tracePt t="2521" x="6127750" y="603250"/>
          <p14:tracePt t="2539" x="6146800" y="615950"/>
          <p14:tracePt t="2571" x="6134100" y="635000"/>
          <p14:tracePt t="2588" x="6127750" y="647700"/>
          <p14:tracePt t="7357" x="6146800" y="647700"/>
          <p14:tracePt t="7364" x="6153150" y="647700"/>
          <p14:tracePt t="7378" x="6165850" y="654050"/>
          <p14:tracePt t="7388" x="6172200" y="660400"/>
          <p14:tracePt t="7404" x="6197600" y="685800"/>
          <p14:tracePt t="7421" x="6229350" y="711200"/>
          <p14:tracePt t="7438" x="6254750" y="736600"/>
          <p14:tracePt t="7455" x="6273800" y="768350"/>
          <p14:tracePt t="7470" x="6292850" y="787400"/>
          <p14:tracePt t="7488" x="6305550" y="806450"/>
          <p14:tracePt t="7505" x="6311900" y="831850"/>
          <p14:tracePt t="7521" x="6318250" y="844550"/>
          <p14:tracePt t="7537" x="6324600" y="850900"/>
          <p14:tracePt t="7554" x="6330950" y="869950"/>
          <p14:tracePt t="7571" x="6337300" y="876300"/>
          <p14:tracePt t="7587" x="6343650" y="889000"/>
          <p14:tracePt t="7604" x="6350000" y="889000"/>
          <p14:tracePt t="7620" x="6350000" y="895350"/>
          <p14:tracePt t="7639" x="6362700" y="908050"/>
          <p14:tracePt t="7654" x="6369050" y="920750"/>
          <p14:tracePt t="7687" x="6369050" y="927100"/>
          <p14:tracePt t="7703" x="6369050" y="933450"/>
          <p14:tracePt t="7724" x="6369050" y="939800"/>
          <p14:tracePt t="7743" x="6375400" y="946150"/>
          <p14:tracePt t="7785" x="6375400" y="952500"/>
          <p14:tracePt t="7792" x="6381750" y="958850"/>
          <p14:tracePt t="12630" x="6375400" y="971550"/>
          <p14:tracePt t="12644" x="6343650" y="996950"/>
          <p14:tracePt t="12651" x="6299200" y="1022350"/>
          <p14:tracePt t="12657" x="6254750" y="1054100"/>
          <p14:tracePt t="12673" x="6197600" y="1079500"/>
          <p14:tracePt t="12687" x="6140450" y="1130300"/>
          <p14:tracePt t="12703" x="6000750" y="1206500"/>
          <p14:tracePt t="12720" x="5911850" y="1257300"/>
          <p14:tracePt t="12736" x="5734050" y="1352550"/>
          <p14:tracePt t="12753" x="5499100" y="1447800"/>
          <p14:tracePt t="12770" x="5264150" y="1530350"/>
          <p14:tracePt t="12786" x="5137150" y="1574800"/>
          <p14:tracePt t="12803" x="4927600" y="1657350"/>
          <p14:tracePt t="12820" x="4692650" y="1733550"/>
          <p14:tracePt t="12836" x="4565650" y="1765300"/>
          <p14:tracePt t="12852" x="4432300" y="1797050"/>
          <p14:tracePt t="12869" x="4159250" y="1866900"/>
          <p14:tracePt t="12886" x="4083050" y="1879600"/>
          <p14:tracePt t="12904" x="3949700" y="1911350"/>
          <p14:tracePt t="12919" x="3898900" y="1911350"/>
          <p14:tracePt t="12935" x="3841750" y="1911350"/>
          <p14:tracePt t="12953" x="3797300" y="1911350"/>
          <p14:tracePt t="12969" x="3771900" y="1911350"/>
          <p14:tracePt t="12985" x="3695700" y="1911350"/>
          <p14:tracePt t="13002" x="3587750" y="1911350"/>
          <p14:tracePt t="13019" x="3524250" y="1911350"/>
          <p14:tracePt t="13035" x="3371850" y="1911350"/>
          <p14:tracePt t="13052" x="3232150" y="1911350"/>
          <p14:tracePt t="13068" x="3168650" y="1911350"/>
          <p14:tracePt t="13085" x="3060700" y="1898650"/>
          <p14:tracePt t="13101" x="2984500" y="1898650"/>
          <p14:tracePt t="13118" x="2965450" y="1898650"/>
          <p14:tracePt t="13135" x="2914650" y="1898650"/>
          <p14:tracePt t="13151" x="2882900" y="1892300"/>
          <p14:tracePt t="13168" x="2870200" y="1892300"/>
          <p14:tracePt t="13185" x="2851150" y="1879600"/>
          <p14:tracePt t="13201" x="2838450" y="1873250"/>
          <p14:tracePt t="13218" x="2832100" y="1866900"/>
          <p14:tracePt t="13235" x="2825750" y="1866900"/>
          <p14:tracePt t="13275" x="2825750" y="1860550"/>
          <p14:tracePt t="13332" x="2832100" y="1860550"/>
          <p14:tracePt t="13353" x="2838450" y="1860550"/>
          <p14:tracePt t="13374" x="2844800" y="1860550"/>
          <p14:tracePt t="13402" x="2851150" y="1860550"/>
          <p14:tracePt t="13423" x="2857500" y="1860550"/>
          <p14:tracePt t="13444" x="2863850" y="1860550"/>
          <p14:tracePt t="13452" x="2870200" y="1860550"/>
          <p14:tracePt t="13472" x="2876550" y="1860550"/>
          <p14:tracePt t="13486" x="2882900" y="1860550"/>
          <p14:tracePt t="13501" x="2895600" y="1860550"/>
          <p14:tracePt t="13514" x="2914650" y="1860550"/>
          <p14:tracePt t="13522" x="2946400" y="1854200"/>
          <p14:tracePt t="13536" x="3003550" y="1847850"/>
          <p14:tracePt t="13550" x="3079750" y="1847850"/>
          <p14:tracePt t="13567" x="3295650" y="1835150"/>
          <p14:tracePt t="13584" x="3422650" y="1828800"/>
          <p14:tracePt t="13600" x="3765550" y="1803400"/>
          <p14:tracePt t="13616" x="4114800" y="1778000"/>
          <p14:tracePt t="13634" x="4419600" y="1765300"/>
          <p14:tracePt t="13650" x="4546600" y="1758950"/>
          <p14:tracePt t="13667" x="4762500" y="1746250"/>
          <p14:tracePt t="13683" x="4914900" y="1746250"/>
          <p14:tracePt t="13699" x="4965700" y="1746250"/>
          <p14:tracePt t="13716" x="5048250" y="1746250"/>
          <p14:tracePt t="13733" x="5099050" y="1746250"/>
          <p14:tracePt t="13749" x="5118100" y="1746250"/>
          <p14:tracePt t="13768" x="5137150" y="1746250"/>
          <p14:tracePt t="13782" x="5149850" y="1746250"/>
          <p14:tracePt t="13799" x="5156200" y="1746250"/>
          <p14:tracePt t="13817" x="5175250" y="1746250"/>
          <p14:tracePt t="13832" x="5181600" y="1746250"/>
          <p14:tracePt t="13849" x="5219700" y="1746250"/>
          <p14:tracePt t="13866" x="5264150" y="1746250"/>
          <p14:tracePt t="13882" x="5314950" y="1746250"/>
          <p14:tracePt t="13899" x="5403850" y="1746250"/>
          <p14:tracePt t="13916" x="5537200" y="1746250"/>
          <p14:tracePt t="13932" x="5588000" y="1739900"/>
          <p14:tracePt t="13935" x="5651500" y="1739900"/>
          <p14:tracePt t="13948" x="5702300" y="1739900"/>
          <p14:tracePt t="13965" x="5816600" y="1739900"/>
          <p14:tracePt t="13982" x="5880100" y="1739900"/>
          <p14:tracePt t="13999" x="6013450" y="1720850"/>
          <p14:tracePt t="14015" x="6165850" y="1720850"/>
          <p14:tracePt t="14031" x="6242050" y="1720850"/>
          <p14:tracePt t="14049" x="6369050" y="1720850"/>
          <p14:tracePt t="14065" x="6502400" y="1720850"/>
          <p14:tracePt t="14081" x="6565900" y="1720850"/>
          <p14:tracePt t="14098" x="6718300" y="1720850"/>
          <p14:tracePt t="14115" x="6781800" y="1720850"/>
          <p14:tracePt t="14132" x="6908800" y="1733550"/>
          <p14:tracePt t="14147" x="6934200" y="1739900"/>
          <p14:tracePt t="14164" x="6946900" y="1739900"/>
          <p14:tracePt t="14181" x="6965950" y="1739900"/>
          <p14:tracePt t="14198" x="6972300" y="1739900"/>
          <p14:tracePt t="14245" x="6978650" y="1746250"/>
          <p14:tracePt t="14252" x="6985000" y="1746250"/>
          <p14:tracePt t="14267" x="6991350" y="1752600"/>
          <p14:tracePt t="17617" x="6959600" y="1765300"/>
          <p14:tracePt t="17624" x="6921500" y="1784350"/>
          <p14:tracePt t="17639" x="6851650" y="1803400"/>
          <p14:tracePt t="17652" x="6762750" y="1828800"/>
          <p14:tracePt t="17669" x="6553200" y="1892300"/>
          <p14:tracePt t="17687" x="6305550" y="1949450"/>
          <p14:tracePt t="17702" x="6159500" y="1993900"/>
          <p14:tracePt t="17719" x="5981700" y="2032000"/>
          <p14:tracePt t="17736" x="5480050" y="2127250"/>
          <p14:tracePt t="17752" x="5321300" y="2139950"/>
          <p14:tracePt t="17769" x="5003800" y="2184400"/>
          <p14:tracePt t="17786" x="4737100" y="2216150"/>
          <p14:tracePt t="17802" x="4610100" y="2228850"/>
          <p14:tracePt t="17819" x="4470400" y="2241550"/>
          <p14:tracePt t="17835" x="4152900" y="2260600"/>
          <p14:tracePt t="17852" x="4070350" y="2273300"/>
          <p14:tracePt t="17870" x="3879850" y="2279650"/>
          <p14:tracePt t="17885" x="3790950" y="2279650"/>
          <p14:tracePt t="17902" x="3575050" y="2292350"/>
          <p14:tracePt t="17919" x="3321050" y="2311400"/>
          <p14:tracePt t="17935" x="3181350" y="2324100"/>
          <p14:tracePt t="17951" x="2838450" y="2349500"/>
          <p14:tracePt t="17968" x="2546350" y="2393950"/>
          <p14:tracePt t="17985" x="2425700" y="2400300"/>
          <p14:tracePt t="17988" x="2286000" y="2413000"/>
          <p14:tracePt t="18001" x="2139950" y="2444750"/>
          <p14:tracePt t="18018" x="1822450" y="2495550"/>
          <p14:tracePt t="18034" x="1695450" y="2501900"/>
          <p14:tracePt t="18051" x="1384300" y="2540000"/>
          <p14:tracePt t="18068" x="1155700" y="2559050"/>
          <p14:tracePt t="18084" x="1092200" y="2559050"/>
          <p14:tracePt t="18101" x="1003300" y="2559050"/>
          <p14:tracePt t="18117" x="952500" y="2559050"/>
          <p14:tracePt t="18134" x="939800" y="2546350"/>
          <p14:tracePt t="18151" x="927100" y="2527300"/>
          <p14:tracePt t="18167" x="920750" y="2514600"/>
          <p14:tracePt t="18184" x="908050" y="2489200"/>
          <p14:tracePt t="18200" x="908050" y="2463800"/>
          <p14:tracePt t="18217" x="901700" y="2451100"/>
          <p14:tracePt t="18234" x="901700" y="2432050"/>
          <p14:tracePt t="18250" x="901700" y="2406650"/>
          <p14:tracePt t="18267" x="908050" y="2393950"/>
          <p14:tracePt t="18284" x="914400" y="2387600"/>
          <p14:tracePt t="18300" x="927100" y="2368550"/>
          <p14:tracePt t="18317" x="933450" y="2355850"/>
          <p14:tracePt t="18334" x="952500" y="2336800"/>
          <p14:tracePt t="18350" x="958850" y="2324100"/>
          <p14:tracePt t="18367" x="971550" y="2305050"/>
          <p14:tracePt t="18383" x="971550" y="2298700"/>
          <p14:tracePt t="18400" x="990600" y="2279650"/>
          <p14:tracePt t="18417" x="996950" y="2260600"/>
          <p14:tracePt t="18433" x="1003300" y="2254250"/>
          <p14:tracePt t="18450" x="1009650" y="2247900"/>
          <p14:tracePt t="18466" x="1016000" y="2235200"/>
          <p14:tracePt t="18509" x="1022350" y="2228850"/>
          <p14:tracePt t="18579" x="1028700" y="2222500"/>
          <p14:tracePt t="18607" x="1035050" y="2222500"/>
          <p14:tracePt t="18628" x="1041400" y="2222500"/>
          <p14:tracePt t="18650" x="1047750" y="2222500"/>
          <p14:tracePt t="18670" x="1054100" y="2222500"/>
          <p14:tracePt t="18719" x="1060450" y="2228850"/>
          <p14:tracePt t="18740" x="1066800" y="2228850"/>
          <p14:tracePt t="18768" x="1073150" y="2228850"/>
          <p14:tracePt t="18783" x="1079500" y="2228850"/>
          <p14:tracePt t="18789" x="1085850" y="2228850"/>
          <p14:tracePt t="18803" x="1085850" y="2235200"/>
          <p14:tracePt t="18815" x="1092200" y="2235200"/>
          <p14:tracePt t="18832" x="1092200" y="2241550"/>
          <p14:tracePt t="18860" x="1092200" y="2247900"/>
          <p14:tracePt t="18880" x="1098550" y="2254250"/>
          <p14:tracePt t="18888" x="1104900" y="2260600"/>
          <p14:tracePt t="18909" x="1111250" y="2260600"/>
          <p14:tracePt t="18923" x="1111250" y="2266950"/>
          <p14:tracePt t="18931" x="1117600" y="2266950"/>
          <p14:tracePt t="18948" x="1123950" y="2279650"/>
          <p14:tracePt t="18964" x="1130300" y="2286000"/>
          <p14:tracePt t="19333" x="1155700" y="2286000"/>
          <p14:tracePt t="19340" x="1193800" y="2286000"/>
          <p14:tracePt t="19354" x="1231900" y="2286000"/>
          <p14:tracePt t="19363" x="1270000" y="2286000"/>
          <p14:tracePt t="19380" x="1308100" y="2292350"/>
          <p14:tracePt t="19397" x="1390650" y="2292350"/>
          <p14:tracePt t="19413" x="1454150" y="2292350"/>
          <p14:tracePt t="19430" x="1479550" y="2292350"/>
          <p14:tracePt t="19447" x="1511300" y="2292350"/>
          <p14:tracePt t="19463" x="1530350" y="2286000"/>
          <p14:tracePt t="19501" x="1536700" y="2286000"/>
          <p14:tracePt t="19523" x="1543050" y="2286000"/>
          <p14:tracePt t="19551" x="1549400" y="2286000"/>
          <p14:tracePt t="19572" x="1555750" y="2286000"/>
          <p14:tracePt t="19586" x="1562100" y="2279650"/>
          <p14:tracePt t="19600" x="1568450" y="2279650"/>
          <p14:tracePt t="19614" x="1574800" y="2279650"/>
          <p14:tracePt t="19621" x="1581150" y="2279650"/>
          <p14:tracePt t="19635" x="1593850" y="2279650"/>
          <p14:tracePt t="19646" x="1600200" y="2279650"/>
          <p14:tracePt t="19663" x="1625600" y="2279650"/>
          <p14:tracePt t="19695" x="1663700" y="2286000"/>
          <p14:tracePt t="19712" x="1682750" y="2286000"/>
          <p14:tracePt t="19729" x="1695450" y="2286000"/>
          <p14:tracePt t="19746" x="1714500" y="2286000"/>
          <p14:tracePt t="19762" x="1727200" y="2292350"/>
          <p14:tracePt t="19874" x="1720850" y="2292350"/>
          <p14:tracePt t="19881" x="1714500" y="2292350"/>
          <p14:tracePt t="19897" x="1708150" y="2292350"/>
          <p14:tracePt t="19916" x="1695450" y="2292350"/>
          <p14:tracePt t="19931" x="1682750" y="2292350"/>
          <p14:tracePt t="19947" x="1663700" y="2292350"/>
          <p14:tracePt t="19961" x="1600200" y="2286000"/>
          <p14:tracePt t="19977" x="1562100" y="2286000"/>
          <p14:tracePt t="19994" x="1485900" y="2279650"/>
          <p14:tracePt t="20011" x="1403350" y="2279650"/>
          <p14:tracePt t="20015" x="1365250" y="2279650"/>
          <p14:tracePt t="20031" x="1339850" y="2279650"/>
          <p14:tracePt t="20044" x="1270000" y="2279650"/>
          <p14:tracePt t="20061" x="1250950" y="2279650"/>
          <p14:tracePt t="20078" x="1193800" y="2286000"/>
          <p14:tracePt t="20094" x="1143000" y="2286000"/>
          <p14:tracePt t="20111" x="1117600" y="2286000"/>
          <p14:tracePt t="20127" x="1079500" y="2286000"/>
          <p14:tracePt t="20144" x="1060450" y="2286000"/>
          <p14:tracePt t="20161" x="1028700" y="2286000"/>
          <p14:tracePt t="20177" x="1009650" y="2279650"/>
          <p14:tracePt t="20194" x="1003300" y="2279650"/>
          <p14:tracePt t="20295" x="1009650" y="2279650"/>
          <p14:tracePt t="20302" x="1016000" y="2279650"/>
          <p14:tracePt t="20317" x="1022350" y="2279650"/>
          <p14:tracePt t="20326" x="1022350" y="2286000"/>
          <p14:tracePt t="20346" x="1035050" y="2286000"/>
          <p14:tracePt t="20366" x="1041400" y="2286000"/>
          <p14:tracePt t="20387" x="1054100" y="2286000"/>
          <p14:tracePt t="20396" x="1066800" y="2286000"/>
          <p14:tracePt t="20409" x="1085850" y="2286000"/>
          <p14:tracePt t="20426" x="1123950" y="2286000"/>
          <p14:tracePt t="20443" x="1244600" y="2286000"/>
          <p14:tracePt t="20459" x="1320800" y="2286000"/>
          <p14:tracePt t="20476" x="1409700" y="2279650"/>
          <p14:tracePt t="20493" x="1612900" y="2273300"/>
          <p14:tracePt t="20509" x="1714500" y="2273300"/>
          <p14:tracePt t="20513" x="1803400" y="2273300"/>
          <p14:tracePt t="20529" x="1879600" y="2260600"/>
          <p14:tracePt t="20543" x="1943100" y="2260600"/>
          <p14:tracePt t="20559" x="1993900" y="2260600"/>
          <p14:tracePt t="20576" x="2057400" y="2254250"/>
          <p14:tracePt t="20592" x="2076450" y="2254250"/>
          <p14:tracePt t="20609" x="2082800" y="2247900"/>
          <p14:tracePt t="20626" x="2089150" y="2247900"/>
          <p14:tracePt t="20660" x="2082800" y="2247900"/>
          <p14:tracePt t="20674" x="2076450" y="2247900"/>
          <p14:tracePt t="20682" x="2063750" y="2241550"/>
          <p14:tracePt t="20710" x="2051050" y="2241550"/>
          <p14:tracePt t="20724" x="2038350" y="2241550"/>
          <p14:tracePt t="20731" x="2025650" y="2241550"/>
          <p14:tracePt t="20745" x="2019300" y="2241550"/>
          <p14:tracePt t="20761" x="2006600" y="2235200"/>
          <p14:tracePt t="20775" x="1987550" y="2235200"/>
          <p14:tracePt t="20792" x="1968500" y="2235200"/>
          <p14:tracePt t="20809" x="1905000" y="2228850"/>
          <p14:tracePt t="20825" x="1879600" y="2228850"/>
          <p14:tracePt t="20841" x="1847850" y="2228850"/>
          <p14:tracePt t="20858" x="1771650" y="2222500"/>
          <p14:tracePt t="20874" x="1733550" y="2222500"/>
          <p14:tracePt t="20893" x="1663700" y="2222500"/>
          <p14:tracePt t="20907" x="1625600" y="2222500"/>
          <p14:tracePt t="20924" x="1606550" y="2222500"/>
          <p14:tracePt t="20941" x="1587500" y="2222500"/>
          <p14:tracePt t="20957" x="1562100" y="2228850"/>
          <p14:tracePt t="20990" x="1562100" y="2235200"/>
          <p14:tracePt t="21007" x="1568450" y="2235200"/>
          <p14:tracePt t="21027" x="1574800" y="2241550"/>
          <p14:tracePt t="21041" x="1581150" y="2241550"/>
          <p14:tracePt t="21057" x="1600200" y="2241550"/>
          <p14:tracePt t="21075" x="1657350" y="2241550"/>
          <p14:tracePt t="21090" x="1733550" y="2241550"/>
          <p14:tracePt t="21107" x="1841500" y="2235200"/>
          <p14:tracePt t="21124" x="2146300" y="2209800"/>
          <p14:tracePt t="21140" x="2330450" y="2209800"/>
          <p14:tracePt t="21157" x="2533650" y="2209800"/>
          <p14:tracePt t="21174" x="2908300" y="2197100"/>
          <p14:tracePt t="21190" x="3048000" y="2197100"/>
          <p14:tracePt t="21207" x="3213100" y="2178050"/>
          <p14:tracePt t="21223" x="3251200" y="2178050"/>
          <p14:tracePt t="21240" x="3270250" y="2178050"/>
          <p14:tracePt t="21257" x="3289300" y="2171700"/>
          <p14:tracePt t="21289" x="3276600" y="2159000"/>
          <p14:tracePt t="21307" x="3270250" y="2159000"/>
          <p14:tracePt t="22639" x="3263900" y="2159000"/>
          <p14:tracePt t="22660" x="3257550" y="2159000"/>
          <p14:tracePt t="22674" x="3251200" y="2159000"/>
          <p14:tracePt t="22681" x="3238500" y="2159000"/>
          <p14:tracePt t="22710" x="3225800" y="2159000"/>
          <p14:tracePt t="22724" x="3206750" y="2159000"/>
          <p14:tracePt t="22731" x="3175000" y="2152650"/>
          <p14:tracePt t="22745" x="3155950" y="2146300"/>
          <p14:tracePt t="22759" x="3117850" y="2133600"/>
          <p14:tracePt t="22768" x="3073400" y="2127250"/>
          <p14:tracePt t="22784" x="3022600" y="2120900"/>
          <p14:tracePt t="22801" x="2959100" y="2120900"/>
          <p14:tracePt t="22818" x="2787650" y="2108200"/>
          <p14:tracePt t="22834" x="2686050" y="2108200"/>
          <p14:tracePt t="22852" x="2571750" y="2114550"/>
          <p14:tracePt t="22868" x="2355850" y="2120900"/>
          <p14:tracePt t="22885" x="2254250" y="2133600"/>
          <p14:tracePt t="22901" x="2076450" y="2152650"/>
          <p14:tracePt t="22918" x="2012950" y="2165350"/>
          <p14:tracePt t="22935" x="1905000" y="2178050"/>
          <p14:tracePt t="22951" x="1854200" y="2178050"/>
          <p14:tracePt t="22968" x="1765300" y="2203450"/>
          <p14:tracePt t="22984" x="1695450" y="2228850"/>
          <p14:tracePt t="23000" x="1663700" y="2235200"/>
          <p14:tracePt t="23017" x="1612900" y="2260600"/>
          <p14:tracePt t="23034" x="1562100" y="2273300"/>
          <p14:tracePt t="23050" x="1543050" y="2279650"/>
          <p14:tracePt t="23067" x="1492250" y="2292350"/>
          <p14:tracePt t="23083" x="1435100" y="2317750"/>
          <p14:tracePt t="23101" x="1403350" y="2324100"/>
          <p14:tracePt t="23117" x="1352550" y="2336800"/>
          <p14:tracePt t="23134" x="1301750" y="2343150"/>
          <p14:tracePt t="23150" x="1289050" y="2349500"/>
          <p14:tracePt t="23167" x="1263650" y="2362200"/>
          <p14:tracePt t="23184" x="1250950" y="2368550"/>
          <p14:tracePt t="23200" x="1244600" y="2374900"/>
          <p14:tracePt t="23217" x="1238250" y="2374900"/>
          <p14:tracePt t="23233" x="1231900" y="2374900"/>
          <p14:tracePt t="23251" x="1231900" y="2381250"/>
          <p14:tracePt t="23267" x="1238250" y="2381250"/>
          <p14:tracePt t="23283" x="1244600" y="2381250"/>
          <p14:tracePt t="23300" x="1257300" y="2381250"/>
          <p14:tracePt t="23316" x="1282700" y="2381250"/>
          <p14:tracePt t="23334" x="1295400" y="2381250"/>
          <p14:tracePt t="23351" x="1352550" y="2381250"/>
          <p14:tracePt t="23366" x="1460500" y="2362200"/>
          <p14:tracePt t="23383" x="1536700" y="2349500"/>
          <p14:tracePt t="23399" x="1695450" y="2324100"/>
          <p14:tracePt t="23416" x="1860550" y="2305050"/>
          <p14:tracePt t="23433" x="1955800" y="2279650"/>
          <p14:tracePt t="23449" x="2108200" y="2273300"/>
          <p14:tracePt t="23466" x="2171700" y="2273300"/>
          <p14:tracePt t="23483" x="2279650" y="2266950"/>
          <p14:tracePt t="23499" x="2305050" y="2266950"/>
          <p14:tracePt t="23516" x="2311400" y="2266950"/>
          <p14:tracePt t="23533" x="2317750" y="2266950"/>
          <p14:tracePt t="23573" x="2317750" y="2260600"/>
          <p14:tracePt t="23594" x="2311400" y="2260600"/>
          <p14:tracePt t="23608" x="2305050" y="2260600"/>
          <p14:tracePt t="23618" x="2298700" y="2260600"/>
          <p14:tracePt t="23632" x="2292350" y="2260600"/>
          <p14:tracePt t="23649" x="2279650" y="2254250"/>
          <p14:tracePt t="23666" x="2273300" y="2254250"/>
          <p14:tracePt t="23698" x="2266950" y="2254250"/>
          <p14:tracePt t="23729" x="2260600" y="2254250"/>
          <p14:tracePt t="23736" x="2254250" y="2247900"/>
          <p14:tracePt t="26117" x="2241550" y="2247900"/>
          <p14:tracePt t="26124" x="2222500" y="2247900"/>
          <p14:tracePt t="26138" x="2216150" y="2247900"/>
          <p14:tracePt t="26145" x="2209800" y="2247900"/>
          <p14:tracePt t="26160" x="2203450" y="2241550"/>
          <p14:tracePt t="26174" x="2190750" y="2241550"/>
          <p14:tracePt t="26707" x="2197100" y="2241550"/>
          <p14:tracePt t="26722" x="2209800" y="2241550"/>
          <p14:tracePt t="26727" x="2222500" y="2247900"/>
          <p14:tracePt t="26737" x="2241550" y="2247900"/>
          <p14:tracePt t="26754" x="2260600" y="2247900"/>
          <p14:tracePt t="26771" x="2317750" y="2266950"/>
          <p14:tracePt t="26788" x="2349500" y="2266950"/>
          <p14:tracePt t="26805" x="2413000" y="2273300"/>
          <p14:tracePt t="26821" x="2425700" y="2279650"/>
          <p14:tracePt t="26837" x="2438400" y="2279650"/>
          <p14:tracePt t="26854" x="2451100" y="2279650"/>
          <p14:tracePt t="26889" x="2451100" y="2292350"/>
          <p14:tracePt t="26896" x="2457450" y="2305050"/>
          <p14:tracePt t="26906" x="2463800" y="2305050"/>
          <p14:tracePt t="28162" x="2470150" y="2343150"/>
          <p14:tracePt t="28169" x="2482850" y="2406650"/>
          <p14:tracePt t="28185" x="2489200" y="2470150"/>
          <p14:tracePt t="28199" x="2501900" y="2590800"/>
          <p14:tracePt t="28216" x="2495550" y="2654300"/>
          <p14:tracePt t="28233" x="2489200" y="2787650"/>
          <p14:tracePt t="28249" x="2482850" y="2806700"/>
          <p14:tracePt t="28266" x="2476500" y="2825750"/>
          <p14:tracePt t="28282" x="2463800" y="2838450"/>
          <p14:tracePt t="28316" x="2444750" y="2844800"/>
          <p14:tracePt t="28352" x="2425700" y="2851150"/>
          <p14:tracePt t="28380" x="2419350" y="2851150"/>
          <p14:tracePt t="28401" x="2419350" y="2844800"/>
          <p14:tracePt t="28417" x="2413000" y="2844800"/>
          <p14:tracePt t="28422" x="2406650" y="2844800"/>
          <p14:tracePt t="28443" x="2400300" y="2844800"/>
          <p14:tracePt t="28471" x="2393950" y="2838450"/>
          <p14:tracePt t="28507" x="2387600" y="2832100"/>
          <p14:tracePt t="28521" x="2387600" y="2825750"/>
          <p14:tracePt t="28534" x="2381250" y="2819400"/>
          <p14:tracePt t="28542" x="2374900" y="2819400"/>
          <p14:tracePt t="28556" x="2368550" y="2813050"/>
          <p14:tracePt t="28564" x="2362200" y="2806700"/>
          <p14:tracePt t="28581" x="2349500" y="2800350"/>
          <p14:tracePt t="28598" x="2317750" y="2774950"/>
          <p14:tracePt t="28614" x="2279650" y="2749550"/>
          <p14:tracePt t="28632" x="2254250" y="2724150"/>
          <p14:tracePt t="28648" x="2241550" y="2711450"/>
          <p14:tracePt t="28664" x="2216150" y="2686050"/>
          <p14:tracePt t="28682" x="2197100" y="2660650"/>
          <p14:tracePt t="28698" x="2190750" y="2654300"/>
          <p14:tracePt t="28714" x="2178050" y="2641600"/>
          <p14:tracePt t="28731" x="2165350" y="2635250"/>
          <p14:tracePt t="28748" x="2159000" y="2635250"/>
          <p14:tracePt t="28764" x="2152650" y="2628900"/>
          <p14:tracePt t="29284" x="2171700" y="2628900"/>
          <p14:tracePt t="29298" x="2209800" y="2622550"/>
          <p14:tracePt t="29305" x="2279650" y="2622550"/>
          <p14:tracePt t="29319" x="2355850" y="2616200"/>
          <p14:tracePt t="29328" x="2457450" y="2603500"/>
          <p14:tracePt t="29346" x="2584450" y="2590800"/>
          <p14:tracePt t="29362" x="2825750" y="2590800"/>
          <p14:tracePt t="29378" x="3086100" y="2590800"/>
          <p14:tracePt t="29396" x="3314700" y="2590800"/>
          <p14:tracePt t="29412" x="3403600" y="2597150"/>
          <p14:tracePt t="29429" x="3543300" y="2597150"/>
          <p14:tracePt t="29446" x="3613150" y="2603500"/>
          <p14:tracePt t="29462" x="3638550" y="2603500"/>
          <p14:tracePt t="29480" x="3644900" y="2603500"/>
          <p14:tracePt t="29495" x="3657600" y="2603500"/>
          <p14:tracePt t="29614" x="3663950" y="2603500"/>
          <p14:tracePt t="29635" x="3670300" y="2603500"/>
          <p14:tracePt t="29649" x="3676650" y="2603500"/>
          <p14:tracePt t="29656" x="3689350" y="2603500"/>
          <p14:tracePt t="29670" x="3702050" y="2603500"/>
          <p14:tracePt t="29680" x="3733800" y="2603500"/>
          <p14:tracePt t="29694" x="3752850" y="2603500"/>
          <p14:tracePt t="29711" x="3822700" y="2622550"/>
          <p14:tracePt t="29727" x="3911600" y="2622550"/>
          <p14:tracePt t="29744" x="3968750" y="2641600"/>
          <p14:tracePt t="29761" x="4089400" y="2654300"/>
          <p14:tracePt t="29778" x="4178300" y="2667000"/>
          <p14:tracePt t="29794" x="4222750" y="2667000"/>
          <p14:tracePt t="29811" x="4267200" y="2673350"/>
          <p14:tracePt t="29827" x="4286250" y="2673350"/>
          <p14:tracePt t="29844" x="4292600" y="2679700"/>
          <p14:tracePt t="29877" x="4286250" y="2679700"/>
          <p14:tracePt t="29894" x="4279900" y="2679700"/>
          <p14:tracePt t="29910" x="4254500" y="2679700"/>
          <p14:tracePt t="29927" x="4241800" y="2679700"/>
          <p14:tracePt t="29944" x="4216400" y="2679700"/>
          <p14:tracePt t="29960" x="4159250" y="2679700"/>
          <p14:tracePt t="29977" x="4114800" y="2667000"/>
          <p14:tracePt t="29993" x="3975100" y="2660650"/>
          <p14:tracePt t="30010" x="3810000" y="2647950"/>
          <p14:tracePt t="30026" x="3733800" y="2647950"/>
          <p14:tracePt t="30043" x="3587750" y="2641600"/>
          <p14:tracePt t="30059" x="3486150" y="2622550"/>
          <p14:tracePt t="30077" x="3441700" y="2622550"/>
          <p14:tracePt t="30093" x="3384550" y="2622550"/>
          <p14:tracePt t="30109" x="3359150" y="2616200"/>
          <p14:tracePt t="30126" x="3359150" y="2609850"/>
          <p14:tracePt t="30163" x="3359150" y="2603500"/>
          <p14:tracePt t="30179" x="3371850" y="2603500"/>
          <p14:tracePt t="30192" x="3384550" y="2603500"/>
          <p14:tracePt t="30209" x="3397250" y="2603500"/>
          <p14:tracePt t="30226" x="3492500" y="2609850"/>
          <p14:tracePt t="30242" x="3740150" y="2609850"/>
          <p14:tracePt t="30259" x="4159250" y="2609850"/>
          <p14:tracePt t="30275" x="4438650" y="2609850"/>
          <p14:tracePt t="30292" x="4959350" y="2609850"/>
          <p14:tracePt t="30309" x="5467350" y="2628900"/>
          <p14:tracePt t="30325" x="5670550" y="2628900"/>
          <p14:tracePt t="30342" x="5956300" y="2628900"/>
          <p14:tracePt t="30359" x="6146800" y="2641600"/>
          <p14:tracePt t="30375" x="6235700" y="2641600"/>
          <p14:tracePt t="30392" x="6350000" y="2641600"/>
          <p14:tracePt t="30408" x="6426200" y="2654300"/>
          <p14:tracePt t="30425" x="6445250" y="2654300"/>
          <p14:tracePt t="30442" x="6470650" y="2654300"/>
          <p14:tracePt t="30458" x="6477000" y="2654300"/>
          <p14:tracePt t="30492" x="6477000" y="2660650"/>
          <p14:tracePt t="30508" x="6470650" y="2667000"/>
          <p14:tracePt t="30525" x="6457950" y="2679700"/>
          <p14:tracePt t="30541" x="6457950" y="2698750"/>
          <p14:tracePt t="30558" x="6451600" y="2724150"/>
          <p14:tracePt t="31863" x="6413500" y="2730500"/>
          <p14:tracePt t="31878" x="6362700" y="2736850"/>
          <p14:tracePt t="31884" x="6292850" y="2749550"/>
          <p14:tracePt t="31899" x="6216650" y="2755900"/>
          <p14:tracePt t="31907" x="6127750" y="2768600"/>
          <p14:tracePt t="31920" x="6038850" y="2781300"/>
          <p14:tracePt t="31937" x="5816600" y="2800350"/>
          <p14:tracePt t="31953" x="5708650" y="2800350"/>
          <p14:tracePt t="31970" x="5435600" y="2832100"/>
          <p14:tracePt t="31986" x="5295900" y="2844800"/>
          <p14:tracePt t="32003" x="5029200" y="2863850"/>
          <p14:tracePt t="32019" x="4787900" y="2882900"/>
          <p14:tracePt t="32036" x="4699000" y="2901950"/>
          <p14:tracePt t="32053" x="4425950" y="2933700"/>
          <p14:tracePt t="32069" x="4337050" y="2952750"/>
          <p14:tracePt t="32086" x="4159250" y="2984500"/>
          <p14:tracePt t="32103" x="3937000" y="3028950"/>
          <p14:tracePt t="32119" x="3835400" y="3048000"/>
          <p14:tracePt t="32136" x="3740150" y="3079750"/>
          <p14:tracePt t="32152" x="3435350" y="3130550"/>
          <p14:tracePt t="32169" x="3327400" y="3162300"/>
          <p14:tracePt t="32185" x="3251200" y="3168650"/>
          <p14:tracePt t="32202" x="3124200" y="3181350"/>
          <p14:tracePt t="32219" x="3028950" y="3187700"/>
          <p14:tracePt t="32222" x="3003550" y="3187700"/>
          <p14:tracePt t="32238" x="2971800" y="3187700"/>
          <p14:tracePt t="32252" x="2933700" y="3194050"/>
          <p14:tracePt t="32268" x="2863850" y="3194050"/>
          <p14:tracePt t="32286" x="2762250" y="3194050"/>
          <p14:tracePt t="32302" x="2711450" y="3194050"/>
          <p14:tracePt t="32318" x="2597150" y="3213100"/>
          <p14:tracePt t="32335" x="2476500" y="3213100"/>
          <p14:tracePt t="32352" x="2413000" y="3213100"/>
          <p14:tracePt t="32369" x="2260600" y="3225800"/>
          <p14:tracePt t="32385" x="2108200" y="3244850"/>
          <p14:tracePt t="32401" x="2012950" y="3263900"/>
          <p14:tracePt t="32419" x="1879600" y="3295650"/>
          <p14:tracePt t="32434" x="1778000" y="3302000"/>
          <p14:tracePt t="32451" x="1727200" y="3302000"/>
          <p14:tracePt t="32468" x="1657350" y="3302000"/>
          <p14:tracePt t="32484" x="1625600" y="3295650"/>
          <p14:tracePt t="32501" x="1562100" y="3295650"/>
          <p14:tracePt t="32518" x="1466850" y="3282950"/>
          <p14:tracePt t="32534" x="1416050" y="3276600"/>
          <p14:tracePt t="32551" x="1320800" y="3257550"/>
          <p14:tracePt t="32567" x="1225550" y="3244850"/>
          <p14:tracePt t="32584" x="1181100" y="3232150"/>
          <p14:tracePt t="32601" x="1123950" y="3219450"/>
          <p14:tracePt t="32617" x="1092200" y="3213100"/>
          <p14:tracePt t="32634" x="1079500" y="3206750"/>
          <p14:tracePt t="32651" x="1066800" y="3200400"/>
          <p14:tracePt t="32667" x="1060450" y="3200400"/>
          <p14:tracePt t="32735" x="1066800" y="3200400"/>
          <p14:tracePt t="32798" x="1073150" y="3200400"/>
          <p14:tracePt t="32854" x="1079500" y="3200400"/>
          <p14:tracePt t="32896" x="1085850" y="3194050"/>
          <p14:tracePt t="32967" x="1092200" y="3194050"/>
          <p14:tracePt t="32988" x="1098550" y="3187700"/>
          <p14:tracePt t="32994" x="1104900" y="3187700"/>
          <p14:tracePt t="33037" x="1111250" y="3187700"/>
          <p14:tracePt t="33058" x="1117600" y="3187700"/>
          <p14:tracePt t="33065" x="1123950" y="3187700"/>
          <p14:tracePt t="33121" x="1123950" y="3181350"/>
          <p14:tracePt t="33128" x="1130300" y="3181350"/>
          <p14:tracePt t="33171" x="1136650" y="3181350"/>
          <p14:tracePt t="33206" x="1143000" y="3181350"/>
          <p14:tracePt t="33227" x="1149350" y="3181350"/>
          <p14:tracePt t="33248" x="1155700" y="3181350"/>
          <p14:tracePt t="33269" x="1162050" y="3181350"/>
          <p14:tracePt t="33297" x="1168400" y="3181350"/>
          <p14:tracePt t="33318" x="1181100" y="3175000"/>
          <p14:tracePt t="33339" x="1187450" y="3175000"/>
          <p14:tracePt t="33346" x="1200150" y="3168650"/>
          <p14:tracePt t="33360" x="1206500" y="3168650"/>
          <p14:tracePt t="33368" x="1219200" y="3162300"/>
          <p14:tracePt t="33382" x="1231900" y="3155950"/>
          <p14:tracePt t="33398" x="1244600" y="3155950"/>
          <p14:tracePt t="33415" x="1270000" y="3143250"/>
          <p14:tracePt t="33431" x="1282700" y="3136900"/>
          <p14:tracePt t="33448" x="1282700" y="3130550"/>
          <p14:tracePt t="33465" x="1289050" y="3130550"/>
          <p14:tracePt t="33482" x="1289050" y="3124200"/>
          <p14:tracePt t="33529" x="1282700" y="3117850"/>
          <p14:tracePt t="33571" x="1276350" y="3117850"/>
          <p14:tracePt t="33578" x="1270000" y="3117850"/>
          <p14:tracePt t="33599" x="1263650" y="3117850"/>
          <p14:tracePt t="33613" x="1250950" y="3111500"/>
          <p14:tracePt t="33620" x="1238250" y="3111500"/>
          <p14:tracePt t="33630" x="1219200" y="3105150"/>
          <p14:tracePt t="33647" x="1206500" y="3105150"/>
          <p14:tracePt t="33664" x="1168400" y="3098800"/>
          <p14:tracePt t="33681" x="1143000" y="3092450"/>
          <p14:tracePt t="33697" x="1092200" y="3079750"/>
          <p14:tracePt t="33713" x="1066800" y="3073400"/>
          <p14:tracePt t="33730" x="1054100" y="3067050"/>
          <p14:tracePt t="33747" x="1028700" y="3060700"/>
          <p14:tracePt t="33763" x="1028700" y="3054350"/>
          <p14:tracePt t="33781" x="1022350" y="3054350"/>
          <p14:tracePt t="33797" x="1016000" y="3054350"/>
          <p14:tracePt t="33813" x="1009650" y="3048000"/>
          <p14:tracePt t="33837" x="1009650" y="3041650"/>
          <p14:tracePt t="33908" x="1003300" y="3035300"/>
          <p14:tracePt t="34013" x="1009650" y="3035300"/>
          <p14:tracePt t="34020" x="1016000" y="3035300"/>
          <p14:tracePt t="34224" x="1022350" y="3035300"/>
          <p14:tracePt t="34246" x="1035050" y="3035300"/>
          <p14:tracePt t="34252" x="1041400" y="3035300"/>
          <p14:tracePt t="34261" x="1047750" y="3035300"/>
          <p14:tracePt t="34278" x="1060450" y="3035300"/>
          <p14:tracePt t="34295" x="1092200" y="3035300"/>
          <p14:tracePt t="34311" x="1111250" y="3035300"/>
          <p14:tracePt t="34329" x="1181100" y="3035300"/>
          <p14:tracePt t="34345" x="1270000" y="3035300"/>
          <p14:tracePt t="34361" x="1320800" y="3028950"/>
          <p14:tracePt t="34378" x="1416050" y="3028950"/>
          <p14:tracePt t="34394" x="1517650" y="3028950"/>
          <p14:tracePt t="34411" x="1555750" y="3028950"/>
          <p14:tracePt t="34428" x="1625600" y="3028950"/>
          <p14:tracePt t="34444" x="1676400" y="3028950"/>
          <p14:tracePt t="34461" x="1689100" y="3028950"/>
          <p14:tracePt t="34478" x="1720850" y="3028950"/>
          <p14:tracePt t="34494" x="1739900" y="3028950"/>
          <p14:tracePt t="34511" x="1752600" y="3028950"/>
          <p14:tracePt t="34527" x="1758950" y="3028950"/>
          <p14:tracePt t="34544" x="1765300" y="3028950"/>
          <p14:tracePt t="34561" x="1771650" y="3028950"/>
          <p14:tracePt t="34603" x="1778000" y="3028950"/>
          <p14:tracePt t="34652" x="1778000" y="3035300"/>
          <p14:tracePt t="34694" x="1771650" y="3035300"/>
          <p14:tracePt t="34737" x="1765300" y="3035300"/>
          <p14:tracePt t="34905" x="1778000" y="3035300"/>
          <p14:tracePt t="34912" x="1790700" y="3035300"/>
          <p14:tracePt t="34929" x="1803400" y="3035300"/>
          <p14:tracePt t="34943" x="1822450" y="3035300"/>
          <p14:tracePt t="34959" x="1905000" y="3028950"/>
          <p14:tracePt t="34976" x="2025650" y="3016250"/>
          <p14:tracePt t="34992" x="2114550" y="3009900"/>
          <p14:tracePt t="35009" x="2292350" y="2997200"/>
          <p14:tracePt t="35026" x="2508250" y="2978150"/>
          <p14:tracePt t="35042" x="2622550" y="2965450"/>
          <p14:tracePt t="35059" x="2813050" y="2959100"/>
          <p14:tracePt t="35075" x="2978150" y="2959100"/>
          <p14:tracePt t="35092" x="3048000" y="2946400"/>
          <p14:tracePt t="35109" x="3149600" y="2946400"/>
          <p14:tracePt t="35125" x="3219450" y="2940050"/>
          <p14:tracePt t="35141" x="3238500" y="2940050"/>
          <p14:tracePt t="35159" x="3270250" y="2940050"/>
          <p14:tracePt t="35175" x="3289300" y="2933700"/>
          <p14:tracePt t="35192" x="3295650" y="2933700"/>
          <p14:tracePt t="35208" x="3302000" y="2933700"/>
          <p14:tracePt t="35225" x="3308350" y="2933700"/>
          <p14:tracePt t="35242" x="3314700" y="2933700"/>
          <p14:tracePt t="35277" x="3321050" y="2933700"/>
          <p14:tracePt t="35383" x="3321050" y="2940050"/>
          <p14:tracePt t="35390" x="3314700" y="2940050"/>
          <p14:tracePt t="37283" x="3397250" y="2946400"/>
          <p14:tracePt t="37290" x="3556000" y="2959100"/>
          <p14:tracePt t="37304" x="3721100" y="2971800"/>
          <p14:tracePt t="37318" x="3930650" y="2984500"/>
          <p14:tracePt t="37334" x="4146550" y="2997200"/>
          <p14:tracePt t="37351" x="4622800" y="3009900"/>
          <p14:tracePt t="37367" x="4908550" y="3009900"/>
          <p14:tracePt t="37385" x="5194300" y="3009900"/>
          <p14:tracePt t="37402" x="5537200" y="3009900"/>
          <p14:tracePt t="37417" x="5638800" y="3003550"/>
          <p14:tracePt t="37434" x="5759450" y="3003550"/>
          <p14:tracePt t="37451" x="5797550" y="2997200"/>
          <p14:tracePt t="37467" x="5829300" y="2997200"/>
          <p14:tracePt t="37484" x="5867400" y="2997200"/>
          <p14:tracePt t="37501" x="5880100" y="2990850"/>
          <p14:tracePt t="37517" x="5911850" y="2984500"/>
          <p14:tracePt t="37534" x="5924550" y="2984500"/>
          <p14:tracePt t="37550" x="5930900" y="2978150"/>
          <p14:tracePt t="37567" x="5943600" y="2978150"/>
          <p14:tracePt t="37584" x="5949950" y="2971800"/>
          <p14:tracePt t="37600" x="5969000" y="2971800"/>
          <p14:tracePt t="37617" x="5988050" y="2971800"/>
          <p14:tracePt t="37634" x="6013450" y="2965450"/>
          <p14:tracePt t="37650" x="6045200" y="2959100"/>
          <p14:tracePt t="37667" x="6057900" y="2959100"/>
          <p14:tracePt t="37683" x="6070600" y="2959100"/>
          <p14:tracePt t="37700" x="6083300" y="2952750"/>
          <p14:tracePt t="37774" x="6076950" y="2952750"/>
          <p14:tracePt t="37796" x="6070600" y="2952750"/>
          <p14:tracePt t="37823" x="6064250" y="2952750"/>
          <p14:tracePt t="37831" x="6057900" y="2952750"/>
          <p14:tracePt t="37845" x="6051550" y="2952750"/>
          <p14:tracePt t="37859" x="6045200" y="2952750"/>
          <p14:tracePt t="37894" x="6038850" y="2952750"/>
          <p14:tracePt t="37915" x="6032500" y="2952750"/>
          <p14:tracePt t="37942" x="6019800" y="2952750"/>
          <p14:tracePt t="37950" x="6019800" y="2959100"/>
          <p14:tracePt t="37978" x="6013450" y="2959100"/>
          <p14:tracePt t="38013" x="6000750" y="2959100"/>
          <p14:tracePt t="38076" x="5988050" y="2965450"/>
          <p14:tracePt t="38098" x="5981700" y="2965450"/>
          <p14:tracePt t="38112" x="5975350" y="2965450"/>
          <p14:tracePt t="38133" x="5969000" y="2965450"/>
          <p14:tracePt t="38161" x="5962650" y="2965450"/>
          <p14:tracePt t="38168" x="5956300" y="2965450"/>
          <p14:tracePt t="38217" x="5943600" y="2965450"/>
          <p14:tracePt t="38252" x="5937250" y="2965450"/>
          <p14:tracePt t="38280" x="5930900" y="2965450"/>
          <p14:tracePt t="38315" x="5924550" y="2971800"/>
          <p14:tracePt t="38322" x="5918200" y="2971800"/>
          <p14:tracePt t="38331" x="5911850" y="2971800"/>
          <p14:tracePt t="38840" x="5930900" y="2971800"/>
          <p14:tracePt t="38847" x="5975350" y="2971800"/>
          <p14:tracePt t="38854" x="6045200" y="2959100"/>
          <p14:tracePt t="38868" x="6108700" y="2952750"/>
          <p14:tracePt t="38879" x="6172200" y="2940050"/>
          <p14:tracePt t="38896" x="6261100" y="2933700"/>
          <p14:tracePt t="38912" x="6470650" y="2921000"/>
          <p14:tracePt t="38929" x="6654800" y="2921000"/>
          <p14:tracePt t="38946" x="6775450" y="2908300"/>
          <p14:tracePt t="38962" x="6826250" y="2901950"/>
          <p14:tracePt t="38979" x="6870700" y="2901950"/>
          <p14:tracePt t="38996" x="6972300" y="2895600"/>
          <p14:tracePt t="39012" x="7004050" y="2895600"/>
          <p14:tracePt t="39029" x="7073900" y="2901950"/>
          <p14:tracePt t="39045" x="7099300" y="2908300"/>
          <p14:tracePt t="39062" x="7194550" y="2921000"/>
          <p14:tracePt t="39079" x="7264400" y="2927350"/>
          <p14:tracePt t="39095" x="7302500" y="2933700"/>
          <p14:tracePt t="39113" x="7353300" y="2940050"/>
          <p14:tracePt t="39128" x="7391400" y="2940050"/>
          <p14:tracePt t="39145" x="7410450" y="2946400"/>
          <p14:tracePt t="39161" x="7442200" y="2952750"/>
          <p14:tracePt t="39178" x="7473950" y="2952750"/>
          <p14:tracePt t="39195" x="7493000" y="2952750"/>
          <p14:tracePt t="39212" x="7524750" y="2959100"/>
          <p14:tracePt t="39228" x="7562850" y="2978150"/>
          <p14:tracePt t="39244" x="7575550" y="2984500"/>
          <p14:tracePt t="39261" x="7600950" y="2990850"/>
          <p14:tracePt t="39278" x="7613650" y="2997200"/>
          <p14:tracePt t="39294" x="7639050" y="3003550"/>
          <p14:tracePt t="39311" x="7664450" y="3022600"/>
          <p14:tracePt t="39327" x="7677150" y="3022600"/>
          <p14:tracePt t="39345" x="7715250" y="3041650"/>
          <p14:tracePt t="39360" x="7727950" y="3041650"/>
          <p14:tracePt t="39377" x="7740650" y="3048000"/>
          <p14:tracePt t="39394" x="7753350" y="3048000"/>
          <p14:tracePt t="39427" x="7759700" y="3054350"/>
          <p14:tracePt t="39472" x="7759700" y="3067050"/>
          <p14:tracePt t="39500" x="7753350" y="3073400"/>
          <p14:tracePt t="41857" x="7727950" y="3073400"/>
          <p14:tracePt t="41864" x="7689850" y="3067050"/>
          <p14:tracePt t="41878" x="7613650" y="3041650"/>
          <p14:tracePt t="41887" x="7531100" y="3022600"/>
          <p14:tracePt t="41901" x="7429500" y="2990850"/>
          <p14:tracePt t="41919" x="7277100" y="2946400"/>
          <p14:tracePt t="41935" x="6756400" y="2794000"/>
          <p14:tracePt t="41952" x="6572250" y="2743200"/>
          <p14:tracePt t="41969" x="6261100" y="2654300"/>
          <p14:tracePt t="41985" x="6134100" y="2635250"/>
          <p14:tracePt t="42002" x="5930900" y="2603500"/>
          <p14:tracePt t="42019" x="5784850" y="2584450"/>
          <p14:tracePt t="42035" x="5734050" y="2584450"/>
          <p14:tracePt t="42051" x="5619750" y="2578100"/>
          <p14:tracePt t="42068" x="5511800" y="2578100"/>
          <p14:tracePt t="42085" x="5448300" y="2565400"/>
          <p14:tracePt t="42102" x="5314950" y="2546350"/>
          <p14:tracePt t="42118" x="5137150" y="2508250"/>
          <p14:tracePt t="42134" x="5029200" y="2489200"/>
          <p14:tracePt t="42151" x="4648200" y="2432050"/>
          <p14:tracePt t="42167" x="4178300" y="2362200"/>
          <p14:tracePt t="42184" x="3930650" y="2317750"/>
          <p14:tracePt t="42201" x="3486150" y="2260600"/>
          <p14:tracePt t="42217" x="3194050" y="2228850"/>
          <p14:tracePt t="42234" x="3054350" y="2222500"/>
          <p14:tracePt t="42251" x="2838450" y="2209800"/>
          <p14:tracePt t="42267" x="2774950" y="2209800"/>
          <p14:tracePt t="42285" x="2686050" y="2209800"/>
          <p14:tracePt t="42300" x="2628900" y="2203450"/>
          <p14:tracePt t="42317" x="2609850" y="2203450"/>
          <p14:tracePt t="42334" x="2590800" y="2203450"/>
          <p14:tracePt t="42350" x="2578100" y="2209800"/>
          <p14:tracePt t="42391" x="2578100" y="2216150"/>
          <p14:tracePt t="42419" x="2584450" y="2216150"/>
          <p14:tracePt t="42447" x="2590800" y="2216150"/>
          <p14:tracePt t="42468" x="2590800" y="2222500"/>
          <p14:tracePt t="42489" x="2597150" y="2228850"/>
          <p14:tracePt t="42517" x="2597150" y="2241550"/>
          <p14:tracePt t="42531" x="2603500" y="2247900"/>
          <p14:tracePt t="42538" x="2603500" y="2254250"/>
          <p14:tracePt t="42553" x="2609850" y="2254250"/>
          <p14:tracePt t="42567" x="2609850" y="2266950"/>
          <p14:tracePt t="42583" x="2609850" y="2279650"/>
          <p14:tracePt t="42599" x="2616200" y="2292350"/>
          <p14:tracePt t="42616" x="2616200" y="2311400"/>
          <p14:tracePt t="42633" x="2609850" y="2343150"/>
          <p14:tracePt t="42650" x="2609850" y="2362200"/>
          <p14:tracePt t="42666" x="2603500" y="2406650"/>
          <p14:tracePt t="42682" x="2590800" y="2444750"/>
          <p14:tracePt t="42700" x="2584450" y="2482850"/>
          <p14:tracePt t="42716" x="2584450" y="2489200"/>
          <p14:tracePt t="42732" x="2584450" y="2508250"/>
          <p14:tracePt t="42749" x="2584450" y="2520950"/>
          <p14:tracePt t="42782" x="2597150" y="2527300"/>
          <p14:tracePt t="42799" x="2622550" y="2527300"/>
          <p14:tracePt t="42815" x="2628900" y="2527300"/>
          <p14:tracePt t="42833" x="2660650" y="2533650"/>
          <p14:tracePt t="42849" x="2705100" y="2533650"/>
          <p14:tracePt t="42865" x="2736850" y="2533650"/>
          <p14:tracePt t="42882" x="2787650" y="2520950"/>
          <p14:tracePt t="42898" x="2806700" y="2514600"/>
          <p14:tracePt t="42915" x="2844800" y="2508250"/>
          <p14:tracePt t="42932" x="2863850" y="2508250"/>
          <p14:tracePt t="42948" x="2870200" y="2501900"/>
          <p14:tracePt t="42965" x="2882900" y="2501900"/>
          <p14:tracePt t="42982" x="2889250" y="2501900"/>
          <p14:tracePt t="43015" x="2901950" y="2501900"/>
          <p14:tracePt t="43031" x="2908300" y="2501900"/>
          <p14:tracePt t="43048" x="2914650" y="2501900"/>
          <p14:tracePt t="43065" x="2927350" y="2501900"/>
          <p14:tracePt t="43081" x="2940050" y="2501900"/>
          <p14:tracePt t="43097" x="2952750" y="2501900"/>
          <p14:tracePt t="43115" x="2997200" y="2501900"/>
          <p14:tracePt t="43131" x="3054350" y="2501900"/>
          <p14:tracePt t="43147" x="3092450" y="2501900"/>
          <p14:tracePt t="43164" x="3194050" y="2501900"/>
          <p14:tracePt t="43181" x="3244850" y="2501900"/>
          <p14:tracePt t="43198" x="3416300" y="2501900"/>
          <p14:tracePt t="43214" x="3454400" y="2501900"/>
          <p14:tracePt t="43231" x="3505200" y="2501900"/>
          <p14:tracePt t="43248" x="3575050" y="2501900"/>
          <p14:tracePt t="43264" x="3606800" y="2501900"/>
          <p14:tracePt t="43281" x="3625850" y="2501900"/>
          <p14:tracePt t="43407" x="3619500" y="2501900"/>
          <p14:tracePt t="43428" x="3613150" y="2501900"/>
          <p14:tracePt t="43491" x="3606800" y="2501900"/>
          <p14:tracePt t="43520" x="3600450" y="2501900"/>
          <p14:tracePt t="43547" x="3600450" y="2508250"/>
          <p14:tracePt t="43555" x="3587750" y="2508250"/>
          <p14:tracePt t="43569" x="3581400" y="2508250"/>
          <p14:tracePt t="44122" x="3556000" y="2508250"/>
          <p14:tracePt t="44129" x="3536950" y="2508250"/>
          <p14:tracePt t="44142" x="3505200" y="2508250"/>
          <p14:tracePt t="44150" x="3479800" y="2508250"/>
          <p14:tracePt t="44164" x="3448050" y="2508250"/>
          <p14:tracePt t="44178" x="3409950" y="2514600"/>
          <p14:tracePt t="44194" x="3340100" y="2527300"/>
          <p14:tracePt t="44211" x="3308350" y="2533650"/>
          <p14:tracePt t="44227" x="3263900" y="2533650"/>
          <p14:tracePt t="44244" x="3219450" y="2546350"/>
          <p14:tracePt t="44261" x="3206750" y="2546350"/>
          <p14:tracePt t="44277" x="3187700" y="2552700"/>
          <p14:tracePt t="44294" x="3175000" y="2552700"/>
          <p14:tracePt t="44311" x="3162300" y="2552700"/>
          <p14:tracePt t="44343" x="3149600" y="2552700"/>
          <p14:tracePt t="44431" x="3155950" y="2552700"/>
          <p14:tracePt t="44452" x="3162300" y="2552700"/>
          <p14:tracePt t="44479" x="3168650" y="2552700"/>
          <p14:tracePt t="44495" x="3175000" y="2552700"/>
          <p14:tracePt t="44501" x="3181350" y="2552700"/>
          <p14:tracePt t="44515" x="3200400" y="2552700"/>
          <p14:tracePt t="44526" x="3219450" y="2546350"/>
          <p14:tracePt t="44543" x="3314700" y="2533650"/>
          <p14:tracePt t="44559" x="3378200" y="2520950"/>
          <p14:tracePt t="44576" x="3536950" y="2501900"/>
          <p14:tracePt t="44593" x="3702050" y="2482850"/>
          <p14:tracePt t="44610" x="3790950" y="2463800"/>
          <p14:tracePt t="44627" x="3949700" y="2451100"/>
          <p14:tracePt t="44643" x="4051300" y="2444750"/>
          <p14:tracePt t="44659" x="4095750" y="2438400"/>
          <p14:tracePt t="44676" x="4133850" y="2438400"/>
          <p14:tracePt t="44693" x="4152900" y="2438400"/>
          <p14:tracePt t="44709" x="4159250" y="2438400"/>
          <p14:tracePt t="44782" x="4152900" y="2444750"/>
          <p14:tracePt t="44796" x="4146550" y="2451100"/>
          <p14:tracePt t="44803" x="4146550" y="2457450"/>
          <p14:tracePt t="44812" x="4146550" y="2463800"/>
          <p14:tracePt t="44825" x="4140200" y="2463800"/>
          <p14:tracePt t="45311" x="4133850" y="2463800"/>
          <p14:tracePt t="45333" x="4127500" y="2463800"/>
          <p14:tracePt t="45347" x="4114800" y="2463800"/>
          <p14:tracePt t="45354" x="4102100" y="2463800"/>
          <p14:tracePt t="45368" x="4089400" y="2463800"/>
          <p14:tracePt t="45376" x="4076700" y="2463800"/>
          <p14:tracePt t="45390" x="4057650" y="2463800"/>
          <p14:tracePt t="45407" x="4006850" y="2463800"/>
          <p14:tracePt t="45424" x="3956050" y="2463800"/>
          <p14:tracePt t="45440" x="3930650" y="2463800"/>
          <p14:tracePt t="45457" x="3854450" y="2463800"/>
          <p14:tracePt t="45473" x="3771900" y="2463800"/>
          <p14:tracePt t="45489" x="3721100" y="2463800"/>
          <p14:tracePt t="45506" x="3663950" y="2470150"/>
          <p14:tracePt t="45523" x="3606800" y="2476500"/>
          <p14:tracePt t="45539" x="3587750" y="2476500"/>
          <p14:tracePt t="45556" x="3556000" y="2476500"/>
          <p14:tracePt t="45573" x="3498850" y="2476500"/>
          <p14:tracePt t="45589" x="3441700" y="2476500"/>
          <p14:tracePt t="45607" x="3378200" y="2476500"/>
          <p14:tracePt t="45622" x="3346450" y="2476500"/>
          <p14:tracePt t="45639" x="3282950" y="2476500"/>
          <p14:tracePt t="45656" x="3213100" y="2476500"/>
          <p14:tracePt t="45672" x="3187700" y="2476500"/>
          <p14:tracePt t="45689" x="3143250" y="2489200"/>
          <p14:tracePt t="45705" x="3105150" y="2501900"/>
          <p14:tracePt t="45722" x="3092450" y="2508250"/>
          <p14:tracePt t="45739" x="3054350" y="2508250"/>
          <p14:tracePt t="45755" x="3041650" y="2508250"/>
          <p14:tracePt t="45772" x="3035300" y="2508250"/>
          <p14:tracePt t="45790" x="3022600" y="2508250"/>
          <p14:tracePt t="45860" x="3022600" y="2520950"/>
          <p14:tracePt t="45874" x="3028950" y="2520950"/>
          <p14:tracePt t="45895" x="3035300" y="2520950"/>
          <p14:tracePt t="45916" x="3041650" y="2520950"/>
          <p14:tracePt t="45937" x="3054350" y="2520950"/>
          <p14:tracePt t="45944" x="3067050" y="2520950"/>
          <p14:tracePt t="45958" x="3086100" y="2520950"/>
          <p14:tracePt t="45971" x="3111500" y="2520950"/>
          <p14:tracePt t="45988" x="3225800" y="2533650"/>
          <p14:tracePt t="46004" x="3314700" y="2533650"/>
          <p14:tracePt t="46021" x="3556000" y="2533650"/>
          <p14:tracePt t="46038" x="3822700" y="2546350"/>
          <p14:tracePt t="46054" x="3949700" y="2552700"/>
          <p14:tracePt t="46071" x="4184650" y="2565400"/>
          <p14:tracePt t="46087" x="4368800" y="2584450"/>
          <p14:tracePt t="46105" x="4432300" y="2584450"/>
          <p14:tracePt t="46120" x="4521200" y="2590800"/>
          <p14:tracePt t="46137" x="4546600" y="2603500"/>
          <p14:tracePt t="46155" x="4629150" y="2609850"/>
          <p14:tracePt t="46170" x="4673600" y="2609850"/>
          <p14:tracePt t="46187" x="4699000" y="2609850"/>
          <p14:tracePt t="46204" x="4768850" y="2597150"/>
          <p14:tracePt t="46220" x="4845050" y="2597150"/>
          <p14:tracePt t="46237" x="4883150" y="2597150"/>
          <p14:tracePt t="46254" x="4972050" y="2597150"/>
          <p14:tracePt t="46270" x="5118100" y="2597150"/>
          <p14:tracePt t="46288" x="5308600" y="2578100"/>
          <p14:tracePt t="46303" x="5410200" y="2571750"/>
          <p14:tracePt t="46320" x="5600700" y="2546350"/>
          <p14:tracePt t="46337" x="5753100" y="2546350"/>
          <p14:tracePt t="46354" x="5829300" y="2546350"/>
          <p14:tracePt t="46370" x="5975350" y="2540000"/>
          <p14:tracePt t="46387" x="6045200" y="2520950"/>
          <p14:tracePt t="46403" x="6064250" y="2520950"/>
          <p14:tracePt t="46420" x="6083300" y="2520950"/>
          <p14:tracePt t="46423" x="6096000" y="2520950"/>
          <p14:tracePt t="46436" x="6108700" y="2520950"/>
          <p14:tracePt t="46453" x="6115050" y="2520950"/>
          <p14:tracePt t="46471" x="6127750" y="2520950"/>
          <p14:tracePt t="46503" x="6140450" y="2520950"/>
          <p14:tracePt t="46520" x="6146800" y="2520950"/>
          <p14:tracePt t="46536" x="6159500" y="2527300"/>
          <p14:tracePt t="46553" x="6172200" y="2527300"/>
          <p14:tracePt t="46569" x="6178550" y="2527300"/>
          <p14:tracePt t="46586" x="6184900" y="2533650"/>
          <p14:tracePt t="46602" x="6197600" y="2533650"/>
          <p14:tracePt t="46619" x="6210300" y="2533650"/>
          <p14:tracePt t="46652" x="6229350" y="2533650"/>
          <p14:tracePt t="46668" x="6248400" y="2533650"/>
          <p14:tracePt t="46685" x="6254750" y="2540000"/>
          <p14:tracePt t="46702" x="6273800" y="2540000"/>
          <p14:tracePt t="46718" x="6318250" y="2546350"/>
          <p14:tracePt t="46735" x="6350000" y="2552700"/>
          <p14:tracePt t="46751" x="6413500" y="2552700"/>
          <p14:tracePt t="46769" x="6445250" y="2559050"/>
          <p14:tracePt t="46786" x="6508750" y="2559050"/>
          <p14:tracePt t="46802" x="6565900" y="2565400"/>
          <p14:tracePt t="46818" x="6591300" y="2565400"/>
          <p14:tracePt t="46835" x="6629400" y="2571750"/>
          <p14:tracePt t="46851" x="6654800" y="2571750"/>
          <p14:tracePt t="46868" x="6661150" y="2571750"/>
          <p14:tracePt t="46885" x="6667500" y="2571750"/>
          <p14:tracePt t="46948" x="6661150" y="2571750"/>
          <p14:tracePt t="47061" x="6654800" y="2571750"/>
          <p14:tracePt t="47124" x="6661150" y="2565400"/>
          <p14:tracePt t="47159" x="6667500" y="2565400"/>
          <p14:tracePt t="47194" x="6667500" y="2559050"/>
          <p14:tracePt t="47202" x="6667500" y="2552700"/>
          <p14:tracePt t="47208" x="6667500" y="2546350"/>
          <p14:tracePt t="47229" x="6667500" y="2540000"/>
          <p14:tracePt t="47251" x="6667500" y="2533650"/>
          <p14:tracePt t="47272" x="6667500" y="2527300"/>
          <p14:tracePt t="47278" x="6667500" y="2520950"/>
          <p14:tracePt t="47293" x="6661150" y="2514600"/>
          <p14:tracePt t="47301" x="6642100" y="2501900"/>
          <p14:tracePt t="47316" x="6623050" y="2489200"/>
          <p14:tracePt t="47334" x="6597650" y="2482850"/>
          <p14:tracePt t="47350" x="6477000" y="2438400"/>
          <p14:tracePt t="47367" x="6419850" y="2432050"/>
          <p14:tracePt t="47384" x="6311900" y="2413000"/>
          <p14:tracePt t="47400" x="6273800" y="2413000"/>
          <p14:tracePt t="47416" x="6210300" y="2413000"/>
          <p14:tracePt t="47433" x="6159500" y="2413000"/>
          <p14:tracePt t="47450" x="6146800" y="2413000"/>
          <p14:tracePt t="47453" x="6127750" y="2413000"/>
          <p14:tracePt t="47466" x="6115050" y="2413000"/>
          <p14:tracePt t="47483" x="6089650" y="2413000"/>
          <p14:tracePt t="47499" x="6083300" y="2413000"/>
          <p14:tracePt t="47517" x="6057900" y="2425700"/>
          <p14:tracePt t="47532" x="6032500" y="2444750"/>
          <p14:tracePt t="47549" x="6026150" y="2451100"/>
          <p14:tracePt t="47566" x="6000750" y="2457450"/>
          <p14:tracePt t="47583" x="5981700" y="2476500"/>
          <p14:tracePt t="47599" x="5975350" y="2482850"/>
          <p14:tracePt t="47616" x="5969000" y="2495550"/>
          <p14:tracePt t="47632" x="5962650" y="2495550"/>
          <p14:tracePt t="47666" x="5956300" y="2501900"/>
          <p14:tracePt t="47693" x="5956300" y="2508250"/>
          <p14:tracePt t="47735" x="5956300" y="2514600"/>
          <p14:tracePt t="47763" x="5956300" y="2520950"/>
          <p14:tracePt t="47805" x="5956300" y="2527300"/>
          <p14:tracePt t="47812" x="5956300" y="2533650"/>
          <p14:tracePt t="47833" x="5962650" y="2533650"/>
          <p14:tracePt t="47854" x="5969000" y="2533650"/>
          <p14:tracePt t="47875" x="5975350" y="2533650"/>
          <p14:tracePt t="47883" x="5981700" y="2533650"/>
          <p14:tracePt t="47896" x="5988050" y="2533650"/>
          <p14:tracePt t="47903" x="5994400" y="2533650"/>
          <p14:tracePt t="47915" x="6007100" y="2533650"/>
          <p14:tracePt t="47931" x="6026150" y="2533650"/>
          <p14:tracePt t="47948" x="6083300" y="2527300"/>
          <p14:tracePt t="47964" x="6121400" y="2527300"/>
          <p14:tracePt t="47981" x="6292850" y="2508250"/>
          <p14:tracePt t="47997" x="6350000" y="2508250"/>
          <p14:tracePt t="48014" x="6400800" y="2501900"/>
          <p14:tracePt t="48031" x="6477000" y="2501900"/>
          <p14:tracePt t="48047" x="6527800" y="2501900"/>
          <p14:tracePt t="48065" x="6559550" y="2501900"/>
          <p14:tracePt t="48080" x="6584950" y="2508250"/>
          <p14:tracePt t="48097" x="6597650" y="2514600"/>
          <p14:tracePt t="48115" x="6616700" y="2520950"/>
          <p14:tracePt t="48146" x="6623050" y="2527300"/>
          <p14:tracePt t="48177" x="6629400" y="2527300"/>
          <p14:tracePt t="48192" x="6635750" y="2527300"/>
          <p14:tracePt t="48248" x="6642100" y="2527300"/>
          <p14:tracePt t="48402" x="6642100" y="2520950"/>
          <p14:tracePt t="48423" x="6635750" y="2514600"/>
          <p14:tracePt t="48444" x="6629400" y="2514600"/>
          <p14:tracePt t="48466" x="6623050" y="2508250"/>
          <p14:tracePt t="48473" x="6616700" y="2508250"/>
          <p14:tracePt t="48487" x="6610350" y="2501900"/>
          <p14:tracePt t="48496" x="6604000" y="2501900"/>
          <p14:tracePt t="48512" x="6604000" y="2495550"/>
          <p14:tracePt t="48529" x="6578600" y="2482850"/>
          <p14:tracePt t="48546" x="6534150" y="2457450"/>
          <p14:tracePt t="48562" x="6502400" y="2451100"/>
          <p14:tracePt t="48579" x="6445250" y="2432050"/>
          <p14:tracePt t="48595" x="6407150" y="2425700"/>
          <p14:tracePt t="48613" x="6318250" y="2406650"/>
          <p14:tracePt t="48628" x="6286500" y="2400300"/>
          <p14:tracePt t="48645" x="6267450" y="2400300"/>
          <p14:tracePt t="48662" x="6235700" y="2387600"/>
          <p14:tracePt t="48678" x="6210300" y="2381250"/>
          <p14:tracePt t="48695" x="6197600" y="2381250"/>
          <p14:tracePt t="48712" x="6178550" y="2381250"/>
          <p14:tracePt t="48728" x="6159500" y="2387600"/>
          <p14:tracePt t="48745" x="6146800" y="2393950"/>
          <p14:tracePt t="48762" x="6127750" y="2413000"/>
          <p14:tracePt t="48778" x="6108700" y="2425700"/>
          <p14:tracePt t="48796" x="6096000" y="2438400"/>
          <p14:tracePt t="48811" x="6076950" y="2457450"/>
          <p14:tracePt t="48828" x="6051550" y="2489200"/>
          <p14:tracePt t="48845" x="6026150" y="2527300"/>
          <p14:tracePt t="48861" x="6013450" y="2540000"/>
          <p14:tracePt t="48878" x="5994400" y="2559050"/>
          <p14:tracePt t="48895" x="5981700" y="2578100"/>
          <p14:tracePt t="48911" x="5981700" y="2590800"/>
          <p14:tracePt t="48944" x="5981700" y="2597150"/>
          <p14:tracePt t="48964" x="5981700" y="2603500"/>
          <p14:tracePt t="49000" x="5981700" y="2609850"/>
          <p14:tracePt t="49035" x="5981700" y="2616200"/>
          <p14:tracePt t="50683" x="5969000" y="2622550"/>
          <p14:tracePt t="50690" x="5962650" y="2622550"/>
          <p14:tracePt t="50705" x="5962650" y="2628900"/>
          <p14:tracePt t="50721" x="5949950" y="2628900"/>
          <p14:tracePt t="50738" x="5930900" y="2647950"/>
          <p14:tracePt t="50755" x="5918200" y="2660650"/>
          <p14:tracePt t="50771" x="5905500" y="2667000"/>
          <p14:tracePt t="50788" x="5873750" y="2686050"/>
          <p14:tracePt t="50806" x="5835650" y="2705100"/>
          <p14:tracePt t="50821" x="5791200" y="2724150"/>
          <p14:tracePt t="50838" x="5721350" y="2755900"/>
          <p14:tracePt t="50854" x="5607050" y="2794000"/>
          <p14:tracePt t="50871" x="5549900" y="2819400"/>
          <p14:tracePt t="50888" x="5454650" y="2857500"/>
          <p14:tracePt t="50905" x="5346700" y="2895600"/>
          <p14:tracePt t="50922" x="5289550" y="2901950"/>
          <p14:tracePt t="50937" x="5168900" y="2927350"/>
          <p14:tracePt t="50954" x="5092700" y="2946400"/>
          <p14:tracePt t="50972" x="4857750" y="2990850"/>
          <p14:tracePt t="50988" x="4787900" y="3009900"/>
          <p14:tracePt t="50991" x="4711700" y="3016250"/>
          <p14:tracePt t="51020" x="4559300" y="3016250"/>
          <p14:tracePt t="51037" x="4368800" y="3035300"/>
          <p14:tracePt t="51054" x="4254500" y="3048000"/>
          <p14:tracePt t="51070" x="4038600" y="3079750"/>
          <p14:tracePt t="51087" x="3822700" y="3086100"/>
          <p14:tracePt t="51105" x="3695700" y="3098800"/>
          <p14:tracePt t="51120" x="3454400" y="3117850"/>
          <p14:tracePt t="51137" x="3295650" y="3105150"/>
          <p14:tracePt t="51154" x="3187700" y="3130550"/>
          <p14:tracePt t="51170" x="3136900" y="3130550"/>
          <p14:tracePt t="53786" x="3232150" y="3130550"/>
          <p14:tracePt t="53793" x="3371850" y="3111500"/>
          <p14:tracePt t="53806" x="3492500" y="3079750"/>
          <p14:tracePt t="53814" x="3619500" y="3048000"/>
          <p14:tracePt t="53828" x="3822700" y="3009900"/>
          <p14:tracePt t="53844" x="4229100" y="2914650"/>
          <p14:tracePt t="53861" x="4356100" y="2895600"/>
          <p14:tracePt t="53877" x="4654550" y="2813050"/>
          <p14:tracePt t="53894" x="4927600" y="2724150"/>
          <p14:tracePt t="53910" x="5029200" y="2705100"/>
          <p14:tracePt t="53927" x="5168900" y="2641600"/>
          <p14:tracePt t="53943" x="5200650" y="2622550"/>
          <p14:tracePt t="53960" x="5245100" y="2571750"/>
          <p14:tracePt t="53977" x="5276850" y="2546350"/>
          <p14:tracePt t="53993" x="5283200" y="2533650"/>
          <p14:tracePt t="54010" x="5289550" y="2520950"/>
          <p14:tracePt t="54027" x="5295900" y="2508250"/>
          <p14:tracePt t="54043" x="5302250" y="2508250"/>
          <p14:tracePt t="54060" x="5314950" y="2501900"/>
          <p14:tracePt t="54077" x="5327650" y="2501900"/>
          <p14:tracePt t="54109" x="5346700" y="2501900"/>
          <p14:tracePt t="54126" x="5372100" y="2501900"/>
          <p14:tracePt t="54144" x="5403850" y="2495550"/>
          <p14:tracePt t="54159" x="5416550" y="2495550"/>
          <p14:tracePt t="54176" x="5441950" y="2495550"/>
          <p14:tracePt t="54193" x="5467350" y="2495550"/>
          <p14:tracePt t="54209" x="5480050" y="2495550"/>
          <p14:tracePt t="54242" x="5486400" y="2495550"/>
          <p14:tracePt t="54284" x="5480050" y="2501900"/>
          <p14:tracePt t="54305" x="5467350" y="2508250"/>
          <p14:tracePt t="54312" x="5467350" y="2514600"/>
          <p14:tracePt t="54355" x="5467350" y="2520950"/>
          <p14:tracePt t="54382" x="5467350" y="2527300"/>
          <p14:tracePt t="54404" x="5467350" y="2533650"/>
          <p14:tracePt t="54418" x="5473700" y="2533650"/>
          <p14:tracePt t="54426" x="5480050" y="2533650"/>
          <p14:tracePt t="54446" x="5486400" y="2540000"/>
          <p14:tracePt t="54459" x="5505450" y="2540000"/>
          <p14:tracePt t="54475" x="5537200" y="2552700"/>
          <p14:tracePt t="54492" x="5568950" y="2565400"/>
          <p14:tracePt t="54509" x="5600700" y="2578100"/>
          <p14:tracePt t="54525" x="5645150" y="2590800"/>
          <p14:tracePt t="54542" x="5657850" y="2590800"/>
          <p14:tracePt t="54559" x="5683250" y="2597150"/>
          <p14:tracePt t="54575" x="5689600" y="2603500"/>
          <p14:tracePt t="54592" x="5695950" y="2603500"/>
          <p14:tracePt t="54609" x="5702300" y="2603500"/>
          <p14:tracePt t="54625" x="5708650" y="2603500"/>
          <p14:tracePt t="54642" x="5721350" y="2603500"/>
          <p14:tracePt t="54658" x="5740400" y="2603500"/>
          <p14:tracePt t="54675" x="5740400" y="2597150"/>
          <p14:tracePt t="54691" x="5772150" y="2590800"/>
          <p14:tracePt t="54707" x="5816600" y="2584450"/>
          <p14:tracePt t="54724" x="5835650" y="2584450"/>
          <p14:tracePt t="54741" x="5861050" y="2578100"/>
          <p14:tracePt t="54758" x="5892800" y="2571750"/>
          <p14:tracePt t="54774" x="5899150" y="2571750"/>
          <p14:tracePt t="54791" x="5905500" y="2571750"/>
          <p14:tracePt t="54808" x="5911850" y="2571750"/>
          <p14:tracePt t="54895" x="5918200" y="2571750"/>
          <p14:tracePt t="54930" x="5924550" y="2571750"/>
          <p14:tracePt t="54937" x="5930900" y="2571750"/>
          <p14:tracePt t="54958" x="5937250" y="2571750"/>
          <p14:tracePt t="54966" x="5943600" y="2571750"/>
          <p14:tracePt t="54986" x="5949950" y="2571750"/>
          <p14:tracePt t="55001" x="5962650" y="2571750"/>
          <p14:tracePt t="55015" x="5975350" y="2571750"/>
          <p14:tracePt t="55029" x="5981700" y="2571750"/>
          <p14:tracePt t="55040" x="5994400" y="2571750"/>
          <p14:tracePt t="55057" x="6013450" y="2571750"/>
          <p14:tracePt t="55090" x="6019800" y="2571750"/>
          <p14:tracePt t="55107" x="6026150" y="2571750"/>
          <p14:tracePt t="55155" x="6032500" y="2578100"/>
          <p14:tracePt t="55190" x="6038850" y="2584450"/>
          <p14:tracePt t="55211" x="6045200" y="2590800"/>
          <p14:tracePt t="55218" x="6051550" y="2590800"/>
          <p14:tracePt t="55246" x="6057900" y="2590800"/>
          <p14:tracePt t="55260" x="6064250" y="2590800"/>
          <p14:tracePt t="55267" x="6070600" y="2597150"/>
          <p14:tracePt t="55281" x="6076950" y="2597150"/>
          <p14:tracePt t="55289" x="6083300" y="2597150"/>
          <p14:tracePt t="55317" x="6089650" y="2597150"/>
          <p14:tracePt t="55337" x="6096000" y="2597150"/>
          <p14:tracePt t="55359" x="6102350" y="2597150"/>
          <p14:tracePt t="55380" x="6108700" y="2597150"/>
          <p14:tracePt t="55443" x="6115050" y="2603500"/>
          <p14:tracePt t="55513" x="6121400" y="2603500"/>
          <p14:tracePt t="55583" x="6127750" y="2603500"/>
          <p14:tracePt t="55682" x="6134100" y="2603500"/>
          <p14:tracePt t="55689" x="6140450" y="2603500"/>
          <p14:tracePt t="55717" x="6146800" y="2603500"/>
          <p14:tracePt t="55731" x="6159500" y="2603500"/>
          <p14:tracePt t="55740" x="6165850" y="2603500"/>
          <p14:tracePt t="55759" x="6178550" y="2603500"/>
          <p14:tracePt t="55774" x="6191250" y="2603500"/>
          <p14:tracePt t="55787" x="6210300" y="2597150"/>
          <p14:tracePt t="55804" x="6273800" y="2578100"/>
          <p14:tracePt t="55821" x="6305550" y="2571750"/>
          <p14:tracePt t="55837" x="6362700" y="2565400"/>
          <p14:tracePt t="55854" x="6419850" y="2552700"/>
          <p14:tracePt t="55871" x="6457950" y="2540000"/>
          <p14:tracePt t="55887" x="6477000" y="2533650"/>
          <p14:tracePt t="55903" x="6489700" y="2520950"/>
          <p14:tracePt t="55920" x="6502400" y="2520950"/>
          <p14:tracePt t="55953" x="6508750" y="2520950"/>
          <p14:tracePt t="56068" x="6502400" y="2520950"/>
          <p14:tracePt t="56110" x="6496050" y="2527300"/>
          <p14:tracePt t="56117" x="6496050" y="2533650"/>
          <p14:tracePt t="98476" x="6451600" y="2540000"/>
          <p14:tracePt t="98483" x="6381750" y="2559050"/>
          <p14:tracePt t="98493" x="6292850" y="2578100"/>
          <p14:tracePt t="98506" x="6121400" y="2628900"/>
          <p14:tracePt t="98523" x="5962650" y="2673350"/>
          <p14:tracePt t="98540" x="5715000" y="2730500"/>
          <p14:tracePt t="98556" x="5530850" y="2768600"/>
          <p14:tracePt t="98573" x="5353050" y="2794000"/>
          <p14:tracePt t="98589" x="5168900" y="2806700"/>
          <p14:tracePt t="98606" x="5029200" y="2832100"/>
          <p14:tracePt t="98623" x="4857750" y="2851150"/>
          <p14:tracePt t="98639" x="4775200" y="2851150"/>
          <p14:tracePt t="98656" x="4737100" y="2851150"/>
          <p14:tracePt t="98673" x="4718050" y="2851150"/>
          <p14:tracePt t="98736" x="4730750" y="2851150"/>
          <p14:tracePt t="98743" x="4737100" y="2851150"/>
          <p14:tracePt t="98756" x="4743450" y="2851150"/>
          <p14:tracePt t="98771" x="4762500" y="2851150"/>
          <p14:tracePt t="98789" x="4787900" y="2844800"/>
          <p14:tracePt t="98806" x="4914900" y="2832100"/>
          <p14:tracePt t="98822" x="5181600" y="2813050"/>
          <p14:tracePt t="98838" x="5384800" y="2794000"/>
          <p14:tracePt t="98856" x="5791200" y="2749550"/>
          <p14:tracePt t="98871" x="6000750" y="2698750"/>
          <p14:tracePt t="98888" x="6242050" y="2654300"/>
          <p14:tracePt t="98905" x="6540500" y="2603500"/>
          <p14:tracePt t="98921" x="6648450" y="2597150"/>
          <p14:tracePt t="98938" x="6737350" y="2597150"/>
          <p14:tracePt t="98954" x="6807200" y="2590800"/>
          <p14:tracePt t="98971" x="6838950" y="2578100"/>
          <p14:tracePt t="98988" x="6851650" y="2578100"/>
          <p14:tracePt t="99004" x="6845300" y="2578100"/>
          <p14:tracePt t="99021" x="6832600" y="2578100"/>
          <p14:tracePt t="99038" x="6813550" y="2622550"/>
          <p14:tracePt t="99054" x="6819900" y="2641600"/>
          <p14:tracePt t="101147" x="6813550" y="2641600"/>
          <p14:tracePt t="101154" x="6807200" y="2641600"/>
          <p14:tracePt t="101163" x="6800850" y="2641600"/>
          <p14:tracePt t="101180" x="6788150" y="2641600"/>
          <p14:tracePt t="101197" x="6769100" y="2641600"/>
          <p14:tracePt t="101214" x="6743700" y="2635250"/>
          <p14:tracePt t="101231" x="6692900" y="2635250"/>
          <p14:tracePt t="101247" x="6642100" y="2635250"/>
          <p14:tracePt t="101263" x="6591300" y="2635250"/>
          <p14:tracePt t="101280" x="6515100" y="2635250"/>
          <p14:tracePt t="101297" x="6477000" y="2635250"/>
          <p14:tracePt t="101313" x="6438900" y="2641600"/>
          <p14:tracePt t="101330" x="6413500" y="2641600"/>
          <p14:tracePt t="101346" x="6394450" y="2641600"/>
          <p14:tracePt t="101363" x="6381750" y="2641600"/>
          <p14:tracePt t="101380" x="6369050" y="2641600"/>
          <p14:tracePt t="101396" x="6362700" y="2635250"/>
          <p14:tracePt t="101414" x="6343650" y="2635250"/>
          <p14:tracePt t="101429" x="6337300" y="2628900"/>
          <p14:tracePt t="101446" x="6330950" y="2622550"/>
          <p14:tracePt t="101463" x="6324600" y="2622550"/>
          <p14:tracePt t="101496" x="6318250" y="2616200"/>
          <p14:tracePt t="101513" x="6311900" y="2616200"/>
          <p14:tracePt t="101529" x="6305550" y="2616200"/>
          <p14:tracePt t="101549" x="6299200" y="2616200"/>
          <p14:tracePt t="101568" x="6292850" y="2616200"/>
          <p14:tracePt t="101579" x="6286500" y="2616200"/>
          <p14:tracePt t="101597" x="6261100" y="2616200"/>
          <p14:tracePt t="101612" x="6248400" y="2616200"/>
          <p14:tracePt t="101629" x="6229350" y="2616200"/>
          <p14:tracePt t="101646" x="6203950" y="2622550"/>
          <p14:tracePt t="101662" x="6197600" y="2628900"/>
          <p14:tracePt t="101679" x="6184900" y="2628900"/>
          <p14:tracePt t="101695" x="6165850" y="2635250"/>
          <p14:tracePt t="101712" x="6165850" y="2641600"/>
          <p14:tracePt t="101729" x="6159500" y="2647950"/>
          <p14:tracePt t="101745" x="6153150" y="2647950"/>
          <p14:tracePt t="101779" x="6153150" y="2654300"/>
          <p14:tracePt t="101835" x="6153150" y="2660650"/>
          <p14:tracePt t="101884" x="6146800" y="2660650"/>
          <p14:tracePt t="101905" x="6140450" y="2667000"/>
          <p14:tracePt t="101913" x="6134100" y="2667000"/>
          <p14:tracePt t="101926" x="6121400" y="2673350"/>
          <p14:tracePt t="101933" x="6115050" y="2673350"/>
          <p14:tracePt t="101948" x="6102350" y="2673350"/>
          <p14:tracePt t="101961" x="6083300" y="2673350"/>
          <p14:tracePt t="101978" x="6026150" y="2673350"/>
          <p14:tracePt t="101994" x="6000750" y="2673350"/>
          <p14:tracePt t="102011" x="5930900" y="2673350"/>
          <p14:tracePt t="102027" x="5873750" y="2660650"/>
          <p14:tracePt t="102044" x="5848350" y="2660650"/>
          <p14:tracePt t="102061" x="5816600" y="2654300"/>
          <p14:tracePt t="102077" x="5803900" y="2647950"/>
          <p14:tracePt t="102157" x="5810250" y="2647950"/>
          <p14:tracePt t="102165" x="5816600" y="2647950"/>
          <p14:tracePt t="102180" x="5822950" y="2647950"/>
          <p14:tracePt t="102194" x="5829300" y="2647950"/>
          <p14:tracePt t="102210" x="5835650" y="2654300"/>
          <p14:tracePt t="102228" x="5842000" y="2654300"/>
          <p14:tracePt t="102243" x="5848350" y="2654300"/>
          <p14:tracePt t="102260" x="5861050" y="2654300"/>
          <p14:tracePt t="102277" x="5867400" y="2654300"/>
          <p14:tracePt t="102293" x="5886450" y="2654300"/>
          <p14:tracePt t="102297" x="5899150" y="2654300"/>
          <p14:tracePt t="102310" x="5924550" y="2654300"/>
          <p14:tracePt t="102327" x="5962650" y="2654300"/>
          <p14:tracePt t="102343" x="5981700" y="2647950"/>
          <p14:tracePt t="102360" x="6019800" y="2641600"/>
          <p14:tracePt t="102377" x="6038850" y="2641600"/>
          <p14:tracePt t="102393" x="6045200" y="2641600"/>
          <p14:tracePt t="102410" x="6057900" y="2641600"/>
          <p14:tracePt t="102426" x="6064250" y="2641600"/>
          <p14:tracePt t="102460" x="6070600" y="2641600"/>
          <p14:tracePt t="102685" x="6064250" y="2641600"/>
          <p14:tracePt t="102698" x="6057900" y="2641600"/>
          <p14:tracePt t="102706" x="6051550" y="2635250"/>
          <p14:tracePt t="102727" x="6038850" y="2635250"/>
          <p14:tracePt t="102741" x="6032500" y="2635250"/>
          <p14:tracePt t="102748" x="6000750" y="2635250"/>
          <p14:tracePt t="102762" x="5975350" y="2635250"/>
          <p14:tracePt t="102775" x="5861050" y="2616200"/>
          <p14:tracePt t="102791" x="5791200" y="2609850"/>
          <p14:tracePt t="102808" x="5715000" y="2597150"/>
          <p14:tracePt t="102812" x="5638800" y="2590800"/>
          <p14:tracePt t="102825" x="5549900" y="2578100"/>
          <p14:tracePt t="102841" x="5391150" y="2559050"/>
          <p14:tracePt t="102858" x="5327650" y="2552700"/>
          <p14:tracePt t="102875" x="5207000" y="2540000"/>
          <p14:tracePt t="102891" x="5143500" y="2540000"/>
          <p14:tracePt t="102907" x="5118100" y="2533650"/>
          <p14:tracePt t="102924" x="5099050" y="2533650"/>
          <p14:tracePt t="102941" x="5099050" y="2527300"/>
          <p14:tracePt t="103007" x="5105400" y="2527300"/>
          <p14:tracePt t="103028" x="5111750" y="2527300"/>
          <p14:tracePt t="103042" x="5118100" y="2533650"/>
          <p14:tracePt t="103050" x="5124450" y="2533650"/>
          <p14:tracePt t="103058" x="5130800" y="2533650"/>
          <p14:tracePt t="103074" x="5137150" y="2533650"/>
          <p14:tracePt t="103092" x="5156200" y="2533650"/>
          <p14:tracePt t="103107" x="5175250" y="2533650"/>
          <p14:tracePt t="103124" x="5232400" y="2533650"/>
          <p14:tracePt t="103141" x="5327650" y="2533650"/>
          <p14:tracePt t="103157" x="5391150" y="2533650"/>
          <p14:tracePt t="103174" x="5518150" y="2533650"/>
          <p14:tracePt t="103190" x="5638800" y="2520950"/>
          <p14:tracePt t="103207" x="5689600" y="2514600"/>
          <p14:tracePt t="103223" x="5784850" y="2501900"/>
          <p14:tracePt t="103240" x="5842000" y="2495550"/>
          <p14:tracePt t="103257" x="5873750" y="2489200"/>
          <p14:tracePt t="103274" x="5905500" y="2482850"/>
          <p14:tracePt t="103290" x="5930900" y="2470150"/>
          <p14:tracePt t="103306" x="5937250" y="2463800"/>
          <p14:tracePt t="103323" x="5943600" y="2463800"/>
          <p14:tracePt t="103443" x="5949950" y="2463800"/>
          <p14:tracePt t="103527" x="5956300" y="2463800"/>
          <p14:tracePt t="103548" x="5962650" y="2463800"/>
          <p14:tracePt t="103562" x="5969000" y="2463800"/>
          <p14:tracePt t="103569" x="5975350" y="2457450"/>
          <p14:tracePt t="103583" x="5981700" y="2457450"/>
          <p14:tracePt t="103592" x="5988050" y="2457450"/>
          <p14:tracePt t="103611" x="6000750" y="2457450"/>
          <p14:tracePt t="103622" x="6007100" y="2457450"/>
          <p14:tracePt t="103639" x="6026150" y="2457450"/>
          <p14:tracePt t="103655" x="6057900" y="2457450"/>
          <p14:tracePt t="103672" x="6070600" y="2451100"/>
          <p14:tracePt t="103689" x="6134100" y="2444750"/>
          <p14:tracePt t="103705" x="6153150" y="2444750"/>
          <p14:tracePt t="103723" x="6172200" y="2444750"/>
          <p14:tracePt t="103738" x="6197600" y="2438400"/>
          <p14:tracePt t="103755" x="6216650" y="2438400"/>
          <p14:tracePt t="103772" x="6223000" y="2432050"/>
          <p14:tracePt t="103788" x="6242050" y="2432050"/>
          <p14:tracePt t="103822" x="6254750" y="2432050"/>
          <p14:tracePt t="103838" x="6261100" y="2432050"/>
          <p14:tracePt t="103854" x="6267450" y="2432050"/>
          <p14:tracePt t="103871" x="6273800" y="2432050"/>
          <p14:tracePt t="103887" x="6280150" y="2432050"/>
          <p14:tracePt t="103904" x="6292850" y="2432050"/>
          <p14:tracePt t="103922" x="6311900" y="2438400"/>
          <p14:tracePt t="103938" x="6330950" y="2438400"/>
          <p14:tracePt t="103955" x="6356350" y="2444750"/>
          <p14:tracePt t="103970" x="6388100" y="2444750"/>
          <p14:tracePt t="103987" x="6400800" y="2451100"/>
          <p14:tracePt t="104004" x="6419850" y="2451100"/>
          <p14:tracePt t="104021" x="6426200" y="2451100"/>
          <p14:tracePt t="104037" x="6432550" y="2451100"/>
          <p14:tracePt t="104082" x="6432550" y="2444750"/>
          <p14:tracePt t="104110" x="6438900" y="2444750"/>
          <p14:tracePt t="104166" x="6438900" y="2438400"/>
          <p14:tracePt t="104173" x="6438900" y="2432050"/>
          <p14:tracePt t="104286" x="6432550" y="2432050"/>
          <p14:tracePt t="107033" x="6426200" y="2444750"/>
          <p14:tracePt t="107055" x="6413500" y="2457450"/>
          <p14:tracePt t="107062" x="6400800" y="2470150"/>
          <p14:tracePt t="107069" x="6381750" y="2489200"/>
          <p14:tracePt t="107082" x="6362700" y="2501900"/>
          <p14:tracePt t="107093" x="6350000" y="2514600"/>
          <p14:tracePt t="107110" x="6318250" y="2527300"/>
          <p14:tracePt t="107126" x="6267450" y="2559050"/>
          <p14:tracePt t="107143" x="6203950" y="2584450"/>
          <p14:tracePt t="107160" x="6108700" y="2609850"/>
          <p14:tracePt t="107177" x="6064250" y="2628900"/>
          <p14:tracePt t="107193" x="6026150" y="2628900"/>
          <p14:tracePt t="107210" x="5949950" y="2628900"/>
          <p14:tracePt t="107226" x="5930900" y="2628900"/>
          <p14:tracePt t="107243" x="5899150" y="2628900"/>
          <p14:tracePt t="107259" x="5854700" y="2628900"/>
          <p14:tracePt t="107276" x="5803900" y="2622550"/>
          <p14:tracePt t="107294" x="5746750" y="2622550"/>
          <p14:tracePt t="107310" x="5715000" y="2616200"/>
          <p14:tracePt t="107326" x="5651500" y="2616200"/>
          <p14:tracePt t="107330" x="5619750" y="2616200"/>
          <p14:tracePt t="107345" x="5581650" y="2616200"/>
          <p14:tracePt t="107359" x="5549900" y="2616200"/>
          <p14:tracePt t="107376" x="5505450" y="2609850"/>
          <p14:tracePt t="107392" x="5467350" y="2609850"/>
          <p14:tracePt t="107426" x="5454650" y="2609850"/>
          <p14:tracePt t="107442" x="5448300" y="2609850"/>
          <p14:tracePt t="107462" x="5448300" y="2616200"/>
          <p14:tracePt t="107490" x="5448300" y="2622550"/>
          <p14:tracePt t="107511" x="5454650" y="2622550"/>
          <p14:tracePt t="107546" x="5461000" y="2622550"/>
          <p14:tracePt t="107553" x="5473700" y="2628900"/>
          <p14:tracePt t="107574" x="5486400" y="2628900"/>
          <p14:tracePt t="107581" x="5492750" y="2628900"/>
          <p14:tracePt t="107595" x="5511800" y="2628900"/>
          <p14:tracePt t="107609" x="5530850" y="2635250"/>
          <p14:tracePt t="107626" x="5588000" y="2635250"/>
          <p14:tracePt t="107641" x="5632450" y="2635250"/>
          <p14:tracePt t="107658" x="5721350" y="2647950"/>
          <p14:tracePt t="107674" x="5842000" y="2654300"/>
          <p14:tracePt t="107691" x="5892800" y="2667000"/>
          <p14:tracePt t="107708" x="5988050" y="2679700"/>
          <p14:tracePt t="107725" x="6083300" y="2698750"/>
          <p14:tracePt t="107741" x="6108700" y="2698750"/>
          <p14:tracePt t="107758" x="6146800" y="2698750"/>
          <p14:tracePt t="107774" x="6159500" y="2705100"/>
          <p14:tracePt t="107792" x="6165850" y="2705100"/>
          <p14:tracePt t="107824" x="6172200" y="2705100"/>
          <p14:tracePt t="107855" x="6178550" y="2705100"/>
          <p14:tracePt t="107883" x="6184900" y="2705100"/>
          <p14:tracePt t="107904" x="6191250" y="2705100"/>
          <p14:tracePt t="107925" x="6197600" y="2705100"/>
          <p14:tracePt t="107946" x="6203950" y="2705100"/>
          <p14:tracePt t="107953" x="6210300" y="2705100"/>
          <p14:tracePt t="107975" x="6216650" y="2705100"/>
          <p14:tracePt t="107981" x="6223000" y="2705100"/>
          <p14:tracePt t="108002" x="6223000" y="2698750"/>
          <p14:tracePt t="108016" x="6229350" y="2698750"/>
          <p14:tracePt t="108026" x="6235700" y="2698750"/>
          <p14:tracePt t="108066" x="6242050" y="2698750"/>
          <p14:tracePt t="108072" x="6248400" y="2698750"/>
          <p14:tracePt t="108094" x="6254750" y="2698750"/>
          <p14:tracePt t="108108" x="6261100" y="2698750"/>
          <p14:tracePt t="108114" x="6267450" y="2698750"/>
          <p14:tracePt t="108136" x="6273800" y="2698750"/>
          <p14:tracePt t="108143" x="6292850" y="2698750"/>
          <p14:tracePt t="108159" x="6305550" y="2698750"/>
          <p14:tracePt t="108173" x="6318250" y="2705100"/>
          <p14:tracePt t="108189" x="6350000" y="2705100"/>
          <p14:tracePt t="108206" x="6381750" y="2705100"/>
          <p14:tracePt t="108223" x="6407150" y="2711450"/>
          <p14:tracePt t="108239" x="6445250" y="2711450"/>
          <p14:tracePt t="108256" x="6489700" y="2724150"/>
          <p14:tracePt t="108272" x="6508750" y="2724150"/>
          <p14:tracePt t="108289" x="6540500" y="2724150"/>
          <p14:tracePt t="108306" x="6559550" y="2724150"/>
          <p14:tracePt t="108322" x="6565900" y="2724150"/>
          <p14:tracePt t="108355" x="6572250" y="2724150"/>
          <p14:tracePt t="108372" x="6578600" y="2724150"/>
          <p14:tracePt t="108395" x="6584950" y="2724150"/>
          <p14:tracePt t="108405" x="6591300" y="2724150"/>
          <p14:tracePt t="108425" x="6597650" y="2724150"/>
          <p14:tracePt t="108439" x="6604000" y="2724150"/>
          <p14:tracePt t="108466" x="6610350" y="2724150"/>
          <p14:tracePt t="108494" x="6623050" y="2724150"/>
          <p14:tracePt t="108515" x="6629400" y="2724150"/>
          <p14:tracePt t="108529" x="6635750" y="2724150"/>
          <p14:tracePt t="108536" x="6642100" y="2724150"/>
          <p14:tracePt t="108557" x="6648450" y="2724150"/>
          <p14:tracePt t="108564" x="6654800" y="2717800"/>
          <p14:tracePt t="108585" x="6661150" y="2717800"/>
          <p14:tracePt t="108599" x="6667500" y="2717800"/>
          <p14:tracePt t="108608" x="6667500" y="2711450"/>
          <p14:tracePt t="108621" x="6673850" y="2711450"/>
          <p14:tracePt t="108637" x="6680200" y="2705100"/>
          <p14:tracePt t="111326" x="6667500" y="2698750"/>
          <p14:tracePt t="111345" x="6604000" y="2673350"/>
          <p14:tracePt t="111362" x="6515100" y="2622550"/>
          <p14:tracePt t="111378" x="6470650" y="2603500"/>
          <p14:tracePt t="111395" x="6432550" y="2590800"/>
          <p14:tracePt t="111412" x="6330950" y="2546350"/>
          <p14:tracePt t="111429" x="6210300" y="2495550"/>
          <p14:tracePt t="111446" x="6083300" y="2438400"/>
          <p14:tracePt t="111461" x="6026150" y="2419350"/>
          <p14:tracePt t="111478" x="5956300" y="2387600"/>
          <p14:tracePt t="111495" x="5892800" y="2362200"/>
          <p14:tracePt t="111512" x="5880100" y="2362200"/>
          <p14:tracePt t="111528" x="5854700" y="2355850"/>
          <p14:tracePt t="111545" x="5842000" y="2349500"/>
          <p14:tracePt t="111561" x="5835650" y="2349500"/>
          <p14:tracePt t="111642" x="5835650" y="2355850"/>
          <p14:tracePt t="111733" x="5835650" y="2362200"/>
          <p14:tracePt t="111782" x="5835650" y="2368550"/>
          <p14:tracePt t="111818" x="5842000" y="2374900"/>
          <p14:tracePt t="111853" x="5848350" y="2387600"/>
          <p14:tracePt t="111874" x="5854700" y="2387600"/>
          <p14:tracePt t="111888" x="5867400" y="2393950"/>
          <p14:tracePt t="111896" x="5873750" y="2400300"/>
          <p14:tracePt t="111910" x="5892800" y="2406650"/>
          <p14:tracePt t="111927" x="5949950" y="2438400"/>
          <p14:tracePt t="111945" x="6051550" y="2476500"/>
          <p14:tracePt t="111959" x="6102350" y="2489200"/>
          <p14:tracePt t="111976" x="6235700" y="2520950"/>
          <p14:tracePt t="111993" x="6356350" y="2546350"/>
          <p14:tracePt t="112010" x="6432550" y="2559050"/>
          <p14:tracePt t="112026" x="6496050" y="2559050"/>
          <p14:tracePt t="112043" x="6616700" y="2559050"/>
          <p14:tracePt t="112059" x="6718300" y="2559050"/>
          <p14:tracePt t="112076" x="6762750" y="2546350"/>
          <p14:tracePt t="112092" x="6832600" y="2533650"/>
          <p14:tracePt t="112109" x="6851650" y="2527300"/>
          <p14:tracePt t="112126" x="6870700" y="2514600"/>
          <p14:tracePt t="112142" x="6870700" y="2508250"/>
          <p14:tracePt t="112179" x="6864350" y="2508250"/>
          <p14:tracePt t="112192" x="6858000" y="2508250"/>
          <p14:tracePt t="112209" x="6845300" y="2508250"/>
          <p14:tracePt t="112226" x="6813550" y="2520950"/>
          <p14:tracePt t="112242" x="6800850" y="2520950"/>
          <p14:tracePt t="112260" x="6781800" y="2533650"/>
          <p14:tracePt t="112275" x="6762750" y="2540000"/>
          <p14:tracePt t="112330" x="6762750" y="2546350"/>
          <p14:tracePt t="112344" x="6769100" y="2546350"/>
          <p14:tracePt t="112360" x="6781800" y="2546350"/>
          <p14:tracePt t="112365" x="6794500" y="2546350"/>
          <p14:tracePt t="112379" x="6819900" y="2540000"/>
          <p14:tracePt t="112395" x="6851650" y="2540000"/>
          <p14:tracePt t="112408" x="6902450" y="2533650"/>
          <p14:tracePt t="112425" x="6953250" y="2533650"/>
          <p14:tracePt t="112442" x="7080250" y="2527300"/>
          <p14:tracePt t="112458" x="7150100" y="2514600"/>
          <p14:tracePt t="112476" x="7200900" y="2508250"/>
          <p14:tracePt t="112492" x="7283450" y="2501900"/>
          <p14:tracePt t="112508" x="7308850" y="2489200"/>
          <p14:tracePt t="112524" x="7334250" y="2489200"/>
          <p14:tracePt t="112541" x="7334250" y="2482850"/>
          <p14:tracePt t="112558" x="7340600" y="2482850"/>
          <p14:tracePt t="112590" x="7334250" y="2482850"/>
          <p14:tracePt t="112608" x="7327900" y="2482850"/>
          <p14:tracePt t="112625" x="7321550" y="2482850"/>
          <p14:tracePt t="112640" x="7296150" y="2495550"/>
          <p14:tracePt t="112657" x="7283450" y="2495550"/>
          <p14:tracePt t="112674" x="7245350" y="2501900"/>
          <p14:tracePt t="112690" x="7175500" y="2520950"/>
          <p14:tracePt t="112707" x="7124700" y="2520950"/>
          <p14:tracePt t="112724" x="6997700" y="2527300"/>
          <p14:tracePt t="112740" x="6819900" y="2527300"/>
          <p14:tracePt t="112758" x="6731000" y="2527300"/>
          <p14:tracePt t="112774" x="6584950" y="2527300"/>
          <p14:tracePt t="112790" x="6521450" y="2527300"/>
          <p14:tracePt t="112808" x="6419850" y="2527300"/>
          <p14:tracePt t="112823" x="6381750" y="2520950"/>
          <p14:tracePt t="112840" x="6350000" y="2520950"/>
          <p14:tracePt t="112844" x="6330950" y="2520950"/>
          <p14:tracePt t="112860" x="6318250" y="2520950"/>
          <p14:tracePt t="112873" x="6311900" y="2520950"/>
          <p14:tracePt t="112890" x="6305550" y="2520950"/>
          <p14:tracePt t="112907" x="6299200" y="2520950"/>
          <p14:tracePt t="112948" x="6299200" y="2514600"/>
          <p14:tracePt t="115547" x="6292850" y="2514600"/>
          <p14:tracePt t="115554" x="6286500" y="2514600"/>
          <p14:tracePt t="115568" x="6273800" y="2520950"/>
          <p14:tracePt t="115581" x="6267450" y="2533650"/>
          <p14:tracePt t="115597" x="6235700" y="2552700"/>
          <p14:tracePt t="115614" x="6216650" y="2565400"/>
          <p14:tracePt t="115631" x="6178550" y="2603500"/>
          <p14:tracePt t="115647" x="6121400" y="2647950"/>
          <p14:tracePt t="115664" x="6089650" y="2673350"/>
          <p14:tracePt t="115681" x="6019800" y="2730500"/>
          <p14:tracePt t="115697" x="5949950" y="2800350"/>
          <p14:tracePt t="115713" x="5924550" y="2832100"/>
          <p14:tracePt t="115730" x="5867400" y="2901950"/>
          <p14:tracePt t="115747" x="5848350" y="2914650"/>
          <p14:tracePt t="115764" x="5816600" y="2959100"/>
          <p14:tracePt t="115780" x="5791200" y="2984500"/>
          <p14:tracePt t="115797" x="5784850" y="2997200"/>
          <p14:tracePt t="115814" x="5765800" y="3009900"/>
          <p14:tracePt t="115830" x="5765800" y="3022600"/>
          <p14:tracePt t="115846" x="5759450" y="3028950"/>
          <p14:tracePt t="115863" x="5753100" y="3028950"/>
          <p14:tracePt t="115879" x="5753100" y="3035300"/>
          <p14:tracePt t="115900" x="5753100" y="3041650"/>
          <p14:tracePt t="115996" x="5759450" y="3048000"/>
          <p14:tracePt t="116032" x="5765800" y="3048000"/>
          <p14:tracePt t="116059" x="5772150" y="3048000"/>
          <p14:tracePt t="116066" x="5778500" y="3041650"/>
          <p14:tracePt t="116082" x="5784850" y="3041650"/>
          <p14:tracePt t="116096" x="5791200" y="3035300"/>
          <p14:tracePt t="116112" x="5810250" y="3035300"/>
          <p14:tracePt t="116129" x="5867400" y="3016250"/>
          <p14:tracePt t="116145" x="5911850" y="3009900"/>
          <p14:tracePt t="116162" x="6045200" y="2971800"/>
          <p14:tracePt t="116179" x="6210300" y="2933700"/>
          <p14:tracePt t="116195" x="6311900" y="2921000"/>
          <p14:tracePt t="116212" x="6508750" y="2882900"/>
          <p14:tracePt t="116228" x="6737350" y="2851150"/>
          <p14:tracePt t="116245" x="6851650" y="2838450"/>
          <p14:tracePt t="116262" x="7029450" y="2825750"/>
          <p14:tracePt t="116278" x="7188200" y="2825750"/>
          <p14:tracePt t="116294" x="7264400" y="2819400"/>
          <p14:tracePt t="116312" x="7378700" y="2819400"/>
          <p14:tracePt t="116328" x="7473950" y="2813050"/>
          <p14:tracePt t="116345" x="7499350" y="2813050"/>
          <p14:tracePt t="116362" x="7543800" y="2813050"/>
          <p14:tracePt t="116378" x="7556500" y="2813050"/>
          <p14:tracePt t="116394" x="7562850" y="2813050"/>
          <p14:tracePt t="116411" x="7569200" y="2813050"/>
          <p14:tracePt t="116428" x="7575550" y="2813050"/>
          <p14:tracePt t="116459" x="7575550" y="2819400"/>
          <p14:tracePt t="116488" x="7581900" y="2825750"/>
          <p14:tracePt t="116509" x="7588250" y="2832100"/>
          <p14:tracePt t="116530" x="7588250" y="2838450"/>
          <p14:tracePt t="116536" x="7594600" y="2838450"/>
          <p14:tracePt t="116551" x="7600950" y="2844800"/>
          <p14:tracePt t="116560" x="7607300" y="2844800"/>
          <p14:tracePt t="116581" x="7613650" y="2844800"/>
          <p14:tracePt t="116600" x="7626350" y="2851150"/>
          <p14:tracePt t="116628" x="7632700" y="2851150"/>
          <p14:tracePt t="116649" x="7632700" y="2857500"/>
          <p14:tracePt t="116671" x="7639050" y="2857500"/>
          <p14:tracePt t="116713" x="7645400" y="2863850"/>
          <p14:tracePt t="116734" x="7645400" y="2870200"/>
          <p14:tracePt t="116762" x="7651750" y="2870200"/>
          <p14:tracePt t="116804" x="7651750" y="2876550"/>
          <p14:tracePt t="116839" x="7645400" y="2876550"/>
          <p14:tracePt t="116874" x="7639050" y="2876550"/>
          <p14:tracePt t="116888" x="7632700" y="2882900"/>
          <p14:tracePt t="116902" x="7626350" y="2882900"/>
          <p14:tracePt t="116912" x="7613650" y="2882900"/>
          <p14:tracePt t="116926" x="7600950" y="2882900"/>
          <p14:tracePt t="116943" x="7581900" y="2889250"/>
          <p14:tracePt t="116959" x="7404100" y="2895600"/>
          <p14:tracePt t="116976" x="7296150" y="2908300"/>
          <p14:tracePt t="116993" x="7181850" y="2921000"/>
          <p14:tracePt t="117009" x="6908800" y="2940050"/>
          <p14:tracePt t="117026" x="6559550" y="2965450"/>
          <p14:tracePt t="117043" x="6159500" y="2978150"/>
          <p14:tracePt t="117059" x="6007100" y="2978150"/>
          <p14:tracePt t="117076" x="5632450" y="2971800"/>
          <p14:tracePt t="117092" x="5283200" y="2959100"/>
          <p14:tracePt t="117109" x="5143500" y="2946400"/>
          <p14:tracePt t="117125" x="4883150" y="2933700"/>
          <p14:tracePt t="117142" x="4667250" y="2933700"/>
          <p14:tracePt t="117158" x="4565650" y="2940050"/>
          <p14:tracePt t="117176" x="4362450" y="2959100"/>
          <p14:tracePt t="117192" x="4203700" y="2978150"/>
          <p14:tracePt t="117208" x="4140200" y="2997200"/>
          <p14:tracePt t="117225" x="4019550" y="3028950"/>
          <p14:tracePt t="117241" x="3905250" y="3060700"/>
          <p14:tracePt t="117258" x="3854450" y="3079750"/>
          <p14:tracePt t="117275" x="3740150" y="3117850"/>
          <p14:tracePt t="117292" x="3632200" y="3143250"/>
          <p14:tracePt t="117308" x="3556000" y="3162300"/>
          <p14:tracePt t="117324" x="3435350" y="3200400"/>
          <p14:tracePt t="117341" x="3378200" y="3213100"/>
          <p14:tracePt t="117358" x="3257550" y="3257550"/>
          <p14:tracePt t="117375" x="3143250" y="3302000"/>
          <p14:tracePt t="117378" x="3092450" y="3314700"/>
          <p14:tracePt t="117408" x="2997200" y="3333750"/>
          <p14:tracePt t="117424" x="2927350" y="3346450"/>
          <p14:tracePt t="117441" x="2895600" y="3352800"/>
          <p14:tracePt t="117458" x="2857500" y="3359150"/>
          <p14:tracePt t="117474" x="2825750" y="3365500"/>
          <p14:tracePt t="117493" x="2806700" y="3371850"/>
          <p14:tracePt t="117507" x="2800350" y="3371850"/>
          <p14:tracePt t="117523" x="2787650" y="3371850"/>
          <p14:tracePt t="117541" x="2781300" y="3371850"/>
          <p14:tracePt t="117611" x="2787650" y="3371850"/>
          <p14:tracePt t="117653" x="2794000" y="3371850"/>
          <p14:tracePt t="117660" x="2800350" y="3371850"/>
          <p14:tracePt t="117682" x="2806700" y="3371850"/>
          <p14:tracePt t="117724" x="2813050" y="3371850"/>
          <p14:tracePt t="117745" x="2819400" y="3371850"/>
          <p14:tracePt t="117752" x="2825750" y="3371850"/>
          <p14:tracePt t="117766" x="2832100" y="3371850"/>
          <p14:tracePt t="117776" x="2844800" y="3378200"/>
          <p14:tracePt t="117789" x="2863850" y="3378200"/>
          <p14:tracePt t="117807" x="2914650" y="3384550"/>
          <p14:tracePt t="117823" x="2990850" y="3403600"/>
          <p14:tracePt t="117840" x="3048000" y="3409950"/>
          <p14:tracePt t="117857" x="3117850" y="3429000"/>
          <p14:tracePt t="117872" x="3187700" y="3441700"/>
          <p14:tracePt t="117889" x="3206750" y="3448050"/>
          <p14:tracePt t="117893" x="3232150" y="3448050"/>
          <p14:tracePt t="117913" x="3244850" y="3454400"/>
          <p14:tracePt t="117922" x="3251200" y="3454400"/>
          <p14:tracePt t="117939" x="3257550" y="3460750"/>
          <p14:tracePt t="118047" x="3257550" y="3454400"/>
          <p14:tracePt t="118138" x="3251200" y="3454400"/>
          <p14:tracePt t="118193" x="3257550" y="3454400"/>
          <p14:tracePt t="118201" x="3263900" y="3454400"/>
          <p14:tracePt t="118236" x="3270250" y="3454400"/>
          <p14:tracePt t="118243" x="3276600" y="3448050"/>
          <p14:tracePt t="118278" x="3289300" y="3448050"/>
          <p14:tracePt t="118285" x="3295650" y="3448050"/>
          <p14:tracePt t="118292" x="3308350" y="3441700"/>
          <p14:tracePt t="118308" x="3327400" y="3441700"/>
          <p14:tracePt t="118321" x="3365500" y="3435350"/>
          <p14:tracePt t="118338" x="3448050" y="3416300"/>
          <p14:tracePt t="118356" x="3568700" y="3397250"/>
          <p14:tracePt t="118371" x="3638550" y="3378200"/>
          <p14:tracePt t="118388" x="3803650" y="3359150"/>
          <p14:tracePt t="118405" x="3962400" y="3340100"/>
          <p14:tracePt t="118421" x="4051300" y="3327400"/>
          <p14:tracePt t="118438" x="4191000" y="3308350"/>
          <p14:tracePt t="118454" x="4298950" y="3302000"/>
          <p14:tracePt t="118470" x="4337050" y="3302000"/>
          <p14:tracePt t="118487" x="4368800" y="3295650"/>
          <p14:tracePt t="118504" x="4419600" y="3295650"/>
          <p14:tracePt t="118520" x="4425950" y="3295650"/>
          <p14:tracePt t="118537" x="4432300" y="3295650"/>
          <p14:tracePt t="118608" x="4438650" y="3295650"/>
          <p14:tracePt t="118699" x="4438650" y="3289300"/>
          <p14:tracePt t="118756" x="4445000" y="3289300"/>
          <p14:tracePt t="118784" x="4451350" y="3289300"/>
          <p14:tracePt t="118945" x="4445000" y="3289300"/>
          <p14:tracePt t="119030" x="4438650" y="3289300"/>
          <p14:tracePt t="119924" x="4432300" y="3289300"/>
          <p14:tracePt t="119930" x="4413250" y="3289300"/>
          <p14:tracePt t="119937" x="4394200" y="3289300"/>
          <p14:tracePt t="119952" x="4375150" y="3289300"/>
          <p14:tracePt t="119965" x="4349750" y="3289300"/>
          <p14:tracePt t="119982" x="4311650" y="3295650"/>
          <p14:tracePt t="119999" x="4273550" y="3302000"/>
          <p14:tracePt t="120015" x="4191000" y="3321050"/>
          <p14:tracePt t="120032" x="4083050" y="3340100"/>
          <p14:tracePt t="120049" x="3987800" y="3352800"/>
          <p14:tracePt t="120065" x="3956050" y="3359150"/>
          <p14:tracePt t="120082" x="3873500" y="3378200"/>
          <p14:tracePt t="120099" x="3790950" y="3403600"/>
          <p14:tracePt t="120115" x="3746500" y="3422650"/>
          <p14:tracePt t="120131" x="3708400" y="3429000"/>
          <p14:tracePt t="120149" x="3549650" y="3492500"/>
          <p14:tracePt t="120165" x="3498850" y="3511550"/>
          <p14:tracePt t="120181" x="3454400" y="3536950"/>
          <p14:tracePt t="120198" x="3359150" y="3581400"/>
          <p14:tracePt t="120214" x="3333750" y="3594100"/>
          <p14:tracePt t="120232" x="3302000" y="3613150"/>
          <p14:tracePt t="120248" x="3295650" y="3625850"/>
          <p14:tracePt t="120265" x="3276600" y="3632200"/>
          <p14:tracePt t="120281" x="3263900" y="3632200"/>
          <p14:tracePt t="120297" x="3251200" y="3638550"/>
          <p14:tracePt t="120315" x="3244850" y="3638550"/>
          <p14:tracePt t="120331" x="3238500" y="3638550"/>
          <p14:tracePt t="120347" x="3232150" y="3638550"/>
          <p14:tracePt t="120364" x="3219450" y="3644900"/>
          <p14:tracePt t="120381" x="3213100" y="3644900"/>
          <p14:tracePt t="120385" x="3206750" y="3644900"/>
          <p14:tracePt t="120400" x="3194050" y="3644900"/>
          <p14:tracePt t="120414" x="3181350" y="3644900"/>
          <p14:tracePt t="120430" x="3149600" y="3651250"/>
          <p14:tracePt t="120448" x="3098800" y="3657600"/>
          <p14:tracePt t="120463" x="3073400" y="3657600"/>
          <p14:tracePt t="120480" x="2990850" y="3663950"/>
          <p14:tracePt t="120497" x="2901950" y="3670300"/>
          <p14:tracePt t="120513" x="2857500" y="3683000"/>
          <p14:tracePt t="120530" x="2787650" y="3689350"/>
          <p14:tracePt t="120547" x="2724150" y="3689350"/>
          <p14:tracePt t="120563" x="2705100" y="3689350"/>
          <p14:tracePt t="120581" x="2679700" y="3695700"/>
          <p14:tracePt t="120597" x="2628900" y="3702050"/>
          <p14:tracePt t="120613" x="2616200" y="3702050"/>
          <p14:tracePt t="120631" x="2597150" y="3708400"/>
          <p14:tracePt t="120647" x="2590800" y="3708400"/>
          <p14:tracePt t="120679" x="2584450" y="3708400"/>
          <p14:tracePt t="120696" x="2578100" y="3708400"/>
          <p14:tracePt t="120712" x="2571750" y="3708400"/>
          <p14:tracePt t="120730" x="2565400" y="3708400"/>
          <p14:tracePt t="120778" x="2559050" y="3708400"/>
          <p14:tracePt t="120827" x="2559050" y="3702050"/>
          <p14:tracePt t="120912" x="2552700" y="3695700"/>
          <p14:tracePt t="120989" x="2540000" y="3695700"/>
          <p14:tracePt t="121010" x="2533650" y="3689350"/>
          <p14:tracePt t="121016" x="2527300" y="3689350"/>
          <p14:tracePt t="121038" x="2520950" y="3689350"/>
          <p14:tracePt t="121059" x="2514600" y="3689350"/>
          <p14:tracePt t="121073" x="2508250" y="3689350"/>
          <p14:tracePt t="121082" x="2508250" y="3683000"/>
          <p14:tracePt t="121108" x="2501900" y="3683000"/>
          <p14:tracePt t="121130" x="2495550" y="3676650"/>
          <p14:tracePt t="121157" x="2489200" y="3670300"/>
          <p14:tracePt t="121193" x="2489200" y="3663950"/>
          <p14:tracePt t="121221" x="2489200" y="3657600"/>
          <p14:tracePt t="121241" x="2489200" y="3651250"/>
          <p14:tracePt t="121249" x="2495550" y="3651250"/>
          <p14:tracePt t="121264" x="2501900" y="3651250"/>
          <p14:tracePt t="121284" x="2508250" y="3651250"/>
          <p14:tracePt t="121294" x="2514600" y="3651250"/>
          <p14:tracePt t="121311" x="2540000" y="3651250"/>
          <p14:tracePt t="121327" x="2571750" y="3651250"/>
          <p14:tracePt t="121344" x="2635250" y="3651250"/>
          <p14:tracePt t="121361" x="2749550" y="3657600"/>
          <p14:tracePt t="121377" x="2844800" y="3670300"/>
          <p14:tracePt t="121394" x="3035300" y="3676650"/>
          <p14:tracePt t="121411" x="3251200" y="3695700"/>
          <p14:tracePt t="121427" x="3365500" y="3708400"/>
          <p14:tracePt t="121445" x="3568700" y="3740150"/>
          <p14:tracePt t="121460" x="3759200" y="3746500"/>
          <p14:tracePt t="121477" x="3841750" y="3759200"/>
          <p14:tracePt t="121495" x="3943350" y="3759200"/>
          <p14:tracePt t="121510" x="3994150" y="3759200"/>
          <p14:tracePt t="121527" x="4013200" y="3759200"/>
          <p14:tracePt t="121544" x="4032250" y="3759200"/>
          <p14:tracePt t="121560" x="4032250" y="3752850"/>
          <p14:tracePt t="121577" x="4038600" y="3752850"/>
          <p14:tracePt t="121649" x="4038600" y="3746500"/>
          <p14:tracePt t="121691" x="4044950" y="3746500"/>
          <p14:tracePt t="121719" x="4051300" y="3746500"/>
          <p14:tracePt t="121733" x="4057650" y="3740150"/>
          <p14:tracePt t="121740" x="4064000" y="3740150"/>
          <p14:tracePt t="121761" x="4076700" y="3740150"/>
          <p14:tracePt t="121782" x="4083050" y="3740150"/>
          <p14:tracePt t="121789" x="4102100" y="3740150"/>
          <p14:tracePt t="121803" x="4133850" y="3740150"/>
          <p14:tracePt t="121812" x="4178300" y="3727450"/>
          <p14:tracePt t="121826" x="4241800" y="3727450"/>
          <p14:tracePt t="121843" x="4324350" y="3727450"/>
          <p14:tracePt t="121860" x="4660900" y="3727450"/>
          <p14:tracePt t="121876" x="4813300" y="3727450"/>
          <p14:tracePt t="121892" x="4972050" y="3727450"/>
          <p14:tracePt t="121909" x="5340350" y="3727450"/>
          <p14:tracePt t="121925" x="5708650" y="3733800"/>
          <p14:tracePt t="121942" x="5892800" y="3733800"/>
          <p14:tracePt t="121959" x="6146800" y="3759200"/>
          <p14:tracePt t="121975" x="6337300" y="3778250"/>
          <p14:tracePt t="121993" x="6457950" y="3784600"/>
          <p14:tracePt t="122008" x="6496050" y="3784600"/>
          <p14:tracePt t="122025" x="6553200" y="3790950"/>
          <p14:tracePt t="122042" x="6584950" y="3790950"/>
          <p14:tracePt t="122058" x="6623050" y="3790950"/>
          <p14:tracePt t="122075" x="6667500" y="3790950"/>
          <p14:tracePt t="122092" x="6711950" y="3778250"/>
          <p14:tracePt t="122108" x="6743700" y="3771900"/>
          <p14:tracePt t="122125" x="6762750" y="3771900"/>
          <p14:tracePt t="122141" x="6851650" y="3771900"/>
          <p14:tracePt t="122158" x="6877050" y="3771900"/>
          <p14:tracePt t="122175" x="6908800" y="3771900"/>
          <p14:tracePt t="122191" x="6972300" y="3771900"/>
          <p14:tracePt t="122208" x="7042150" y="3771900"/>
          <p14:tracePt t="122225" x="7124700" y="3771900"/>
          <p14:tracePt t="122241" x="7175500" y="3771900"/>
          <p14:tracePt t="122257" x="7277100" y="3771900"/>
          <p14:tracePt t="122275" x="7372350" y="3771900"/>
          <p14:tracePt t="122291" x="7423150" y="3778250"/>
          <p14:tracePt t="122307" x="7512050" y="3778250"/>
          <p14:tracePt t="122324" x="7594600" y="3790950"/>
          <p14:tracePt t="122341" x="7632700" y="3790950"/>
          <p14:tracePt t="122358" x="7715250" y="3790950"/>
          <p14:tracePt t="122374" x="7785100" y="3803650"/>
          <p14:tracePt t="122390" x="7823200" y="3810000"/>
          <p14:tracePt t="122408" x="7874000" y="3810000"/>
          <p14:tracePt t="122424" x="7918450" y="3822700"/>
          <p14:tracePt t="122440" x="7924800" y="3822700"/>
          <p14:tracePt t="122457" x="7943850" y="3822700"/>
          <p14:tracePt t="122473" x="7950200" y="3822700"/>
          <p14:tracePt t="122527" x="7937500" y="3822700"/>
          <p14:tracePt t="122548" x="7924800" y="3822700"/>
          <p14:tracePt t="122554" x="7912100" y="3822700"/>
          <p14:tracePt t="122562" x="7899400" y="3822700"/>
          <p14:tracePt t="122577" x="7880350" y="3822700"/>
          <p14:tracePt t="122590" x="7842250" y="3822700"/>
          <p14:tracePt t="122606" x="7677150" y="3822700"/>
          <p14:tracePt t="122623" x="7562850" y="3822700"/>
          <p14:tracePt t="122639" x="7175500" y="3810000"/>
          <p14:tracePt t="122656" x="6915150" y="3810000"/>
          <p14:tracePt t="122673" x="6210300" y="3790950"/>
          <p14:tracePt t="122689" x="5410200" y="3790950"/>
          <p14:tracePt t="122706" x="4629150" y="3816350"/>
          <p14:tracePt t="122723" x="4025900" y="3835400"/>
          <p14:tracePt t="122739" x="3784600" y="3848100"/>
          <p14:tracePt t="122756" x="3600450" y="3860800"/>
          <p14:tracePt t="122773" x="3270250" y="3860800"/>
          <p14:tracePt t="122789" x="3225800" y="3867150"/>
          <p14:tracePt t="122806" x="3187700" y="3867150"/>
          <p14:tracePt t="122823" x="3136900" y="3867150"/>
          <p14:tracePt t="122839" x="3117850" y="3867150"/>
          <p14:tracePt t="122856" x="3111500" y="3867150"/>
          <p14:tracePt t="122872" x="3092450" y="3867150"/>
          <p14:tracePt t="122889" x="3073400" y="3860800"/>
          <p14:tracePt t="122906" x="3067050" y="3860800"/>
          <p14:tracePt t="122922" x="3054350" y="3860800"/>
          <p14:tracePt t="122939" x="3041650" y="3854450"/>
          <p14:tracePt t="122956" x="3028950" y="3854450"/>
          <p14:tracePt t="122988" x="3022600" y="3854450"/>
          <p14:tracePt t="123004" x="3022600" y="3848100"/>
          <p14:tracePt t="123025" x="3028950" y="3841750"/>
          <p14:tracePt t="123041" x="3035300" y="3841750"/>
          <p14:tracePt t="123054" x="3060700" y="3829050"/>
          <p14:tracePt t="123071" x="3073400" y="3829050"/>
          <p14:tracePt t="123088" x="3092450" y="3822700"/>
          <p14:tracePt t="123104" x="3143250" y="3816350"/>
          <p14:tracePt t="123121" x="3251200" y="3797300"/>
          <p14:tracePt t="123138" x="3416300" y="3765550"/>
          <p14:tracePt t="123154" x="3543300" y="3759200"/>
          <p14:tracePt t="123171" x="3860800" y="3708400"/>
          <p14:tracePt t="123188" x="4184650" y="3689350"/>
          <p14:tracePt t="123204" x="4349750" y="3676650"/>
          <p14:tracePt t="123221" x="4603750" y="3663950"/>
          <p14:tracePt t="123237" x="4794250" y="3651250"/>
          <p14:tracePt t="123254" x="4870450" y="3651250"/>
          <p14:tracePt t="123271" x="4965700" y="3644900"/>
          <p14:tracePt t="123287" x="5022850" y="3644900"/>
          <p14:tracePt t="123304" x="5029200" y="3644900"/>
          <p14:tracePt t="123321" x="5035550" y="3644900"/>
          <p14:tracePt t="123349" x="5029200" y="3644900"/>
          <p14:tracePt t="123356" x="5016500" y="3644900"/>
          <p14:tracePt t="123371" x="5010150" y="3644900"/>
          <p14:tracePt t="123387" x="4997450" y="3644900"/>
          <p14:tracePt t="123403" x="4991100" y="3651250"/>
          <p14:tracePt t="123407" x="4984750" y="3651250"/>
          <p14:tracePt t="123426" x="4978400" y="3651250"/>
          <p14:tracePt t="123447" x="4972050" y="3651250"/>
          <p14:tracePt t="123468" x="4965700" y="3651250"/>
          <p14:tracePt t="123475" x="4959350" y="3644900"/>
          <p14:tracePt t="123496" x="4953000" y="3644900"/>
          <p14:tracePt t="123510" x="4940300" y="3644900"/>
          <p14:tracePt t="123519" x="4933950" y="3644900"/>
          <p14:tracePt t="123536" x="4921250" y="3644900"/>
          <p14:tracePt t="123553" x="4870450" y="3644900"/>
          <p14:tracePt t="123570" x="4749800" y="3638550"/>
          <p14:tracePt t="123588" x="4546600" y="3638550"/>
          <p14:tracePt t="123603" x="4419600" y="3638550"/>
          <p14:tracePt t="123619" x="4152900" y="3638550"/>
          <p14:tracePt t="123637" x="3917950" y="3638550"/>
          <p14:tracePt t="123653" x="3829050" y="3638550"/>
          <p14:tracePt t="123669" x="3752850" y="3638550"/>
          <p14:tracePt t="123686" x="3657600" y="3638550"/>
          <p14:tracePt t="123702" x="3644900" y="3638550"/>
          <p14:tracePt t="123719" x="3638550" y="3638550"/>
          <p14:tracePt t="123736" x="3632200" y="3638550"/>
          <p14:tracePt t="123777" x="3638550" y="3638550"/>
          <p14:tracePt t="123791" x="3644900" y="3638550"/>
          <p14:tracePt t="123820" x="3651250" y="3638550"/>
          <p14:tracePt t="123840" x="3663950" y="3638550"/>
          <p14:tracePt t="123847" x="3670300" y="3638550"/>
          <p14:tracePt t="123860" x="3683000" y="3638550"/>
          <p14:tracePt t="123869" x="3695700" y="3638550"/>
          <p14:tracePt t="123885" x="3708400" y="3638550"/>
          <p14:tracePt t="123902" x="3765550" y="3632200"/>
          <p14:tracePt t="123918" x="3886200" y="3619500"/>
          <p14:tracePt t="123935" x="3975100" y="3613150"/>
          <p14:tracePt t="123952" x="4089400" y="3613150"/>
          <p14:tracePt t="123968" x="4603750" y="3575050"/>
          <p14:tracePt t="123985" x="4819650" y="3562350"/>
          <p14:tracePt t="124002" x="5162550" y="3549650"/>
          <p14:tracePt t="124018" x="5289550" y="3549650"/>
          <p14:tracePt t="124035" x="5480050" y="3543300"/>
          <p14:tracePt t="124051" x="5556250" y="3543300"/>
          <p14:tracePt t="124068" x="5575300" y="3530600"/>
          <p14:tracePt t="124085" x="5581650" y="3530600"/>
          <p14:tracePt t="124102" x="5556250" y="3524250"/>
          <p14:tracePt t="124118" x="5524500" y="3511550"/>
          <p14:tracePt t="126766" x="5524500" y="3505200"/>
          <p14:tracePt t="126781" x="5518150" y="3498850"/>
          <p14:tracePt t="126787" x="5511800" y="3486150"/>
          <p14:tracePt t="126795" x="5505450" y="3479800"/>
          <p14:tracePt t="126811" x="5492750" y="3467100"/>
          <p14:tracePt t="126825" x="5486400" y="3448050"/>
          <p14:tracePt t="126842" x="5461000" y="3416300"/>
          <p14:tracePt t="126858" x="5429250" y="3365500"/>
          <p14:tracePt t="126875" x="5416550" y="3333750"/>
          <p14:tracePt t="126892" x="5353050" y="3263900"/>
          <p14:tracePt t="126908" x="5270500" y="3162300"/>
          <p14:tracePt t="126924" x="5219700" y="3105150"/>
          <p14:tracePt t="126942" x="5118100" y="2940050"/>
          <p14:tracePt t="126958" x="5016500" y="2717800"/>
          <p14:tracePt t="126975" x="4946650" y="2597150"/>
          <p14:tracePt t="126991" x="4838700" y="2362200"/>
          <p14:tracePt t="127008" x="4787900" y="2254250"/>
          <p14:tracePt t="127024" x="4648200" y="2051050"/>
          <p14:tracePt t="127041" x="4502150" y="1873250"/>
          <p14:tracePt t="127058" x="4445000" y="1803400"/>
          <p14:tracePt t="127075" x="4311650" y="1670050"/>
          <p14:tracePt t="127091" x="4191000" y="1517650"/>
          <p14:tracePt t="127107" x="4114800" y="1435100"/>
          <p14:tracePt t="127124" x="3994150" y="1295400"/>
          <p14:tracePt t="127141" x="3867150" y="1193800"/>
          <p14:tracePt t="127157" x="3810000" y="1155700"/>
          <p14:tracePt t="127174" x="3708400" y="1104900"/>
          <p14:tracePt t="127190" x="3606800" y="1054100"/>
          <p14:tracePt t="127207" x="3562350" y="1022350"/>
          <p14:tracePt t="127224" x="3460750" y="933450"/>
          <p14:tracePt t="127240" x="3352800" y="831850"/>
          <p14:tracePt t="127257" x="3295650" y="768350"/>
          <p14:tracePt t="127273" x="3206750" y="666750"/>
          <p14:tracePt t="127290" x="3136900" y="584200"/>
          <p14:tracePt t="127307" x="3098800" y="520700"/>
          <p14:tracePt t="127323" x="3086100" y="501650"/>
          <p14:tracePt t="127340" x="3073400" y="476250"/>
          <p14:tracePt t="127356" x="3060700" y="406400"/>
          <p14:tracePt t="127373" x="3054350" y="387350"/>
          <p14:tracePt t="127390" x="3054350" y="374650"/>
          <p14:tracePt t="127406" x="3048000" y="355600"/>
          <p14:tracePt t="127423" x="3048000" y="349250"/>
          <p14:tracePt t="127462" x="3054350" y="349250"/>
          <p14:tracePt t="127469" x="3054350" y="355600"/>
          <p14:tracePt t="127483" x="3060700" y="355600"/>
          <p14:tracePt t="127492" x="3060700" y="361950"/>
          <p14:tracePt t="127506" x="3067050" y="368300"/>
          <p14:tracePt t="127523" x="3079750" y="387350"/>
          <p14:tracePt t="127539" x="3098800" y="393700"/>
          <p14:tracePt t="127556" x="3111500" y="406400"/>
          <p14:tracePt t="127573" x="3181350" y="412750"/>
          <p14:tracePt t="127589" x="3295650" y="425450"/>
          <p14:tracePt t="127606" x="3359150" y="431800"/>
          <p14:tracePt t="127623" x="3536950" y="444500"/>
          <p14:tracePt t="127639" x="3752850" y="444500"/>
          <p14:tracePt t="127656" x="3867150" y="444500"/>
          <p14:tracePt t="127673" x="4083050" y="444500"/>
          <p14:tracePt t="127689" x="4286250" y="438150"/>
          <p14:tracePt t="127707" x="4489450" y="438150"/>
          <p14:tracePt t="127722" x="4591050" y="438150"/>
          <p14:tracePt t="127738" x="4692650" y="444500"/>
          <p14:tracePt t="127756" x="4832350" y="450850"/>
          <p14:tracePt t="127772" x="4940300" y="469900"/>
          <p14:tracePt t="127789" x="4972050" y="476250"/>
          <p14:tracePt t="127806" x="5035550" y="501650"/>
          <p14:tracePt t="127822" x="5080000" y="527050"/>
          <p14:tracePt t="127838" x="5099050" y="533400"/>
          <p14:tracePt t="127855" x="5130800" y="546100"/>
          <p14:tracePt t="127871" x="5156200" y="558800"/>
          <p14:tracePt t="127888" x="5168900" y="565150"/>
          <p14:tracePt t="127905" x="5194300" y="571500"/>
          <p14:tracePt t="127921" x="5219700" y="584200"/>
          <p14:tracePt t="127938" x="5226050" y="584200"/>
          <p14:tracePt t="127954" x="5251450" y="584200"/>
          <p14:tracePt t="127971" x="5264150" y="584200"/>
          <p14:tracePt t="127988" x="5289550" y="590550"/>
          <p14:tracePt t="128005" x="5302250" y="596900"/>
          <p14:tracePt t="128021" x="5314950" y="603250"/>
          <p14:tracePt t="128037" x="5334000" y="609600"/>
          <p14:tracePt t="128054" x="5365750" y="622300"/>
          <p14:tracePt t="128071" x="5391150" y="628650"/>
          <p14:tracePt t="128087" x="5435600" y="647700"/>
          <p14:tracePt t="128104" x="5511800" y="660400"/>
          <p14:tracePt t="128121" x="5588000" y="666750"/>
          <p14:tracePt t="128137" x="5638800" y="666750"/>
          <p14:tracePt t="128154" x="5759450" y="679450"/>
          <p14:tracePt t="128171" x="5886450" y="673100"/>
          <p14:tracePt t="128187" x="5956300" y="666750"/>
          <p14:tracePt t="128204" x="6032500" y="666750"/>
          <p14:tracePt t="128221" x="6210300" y="654050"/>
          <p14:tracePt t="128237" x="6248400" y="654050"/>
          <p14:tracePt t="128254" x="6292850" y="660400"/>
          <p14:tracePt t="128270" x="6356350" y="660400"/>
          <p14:tracePt t="128287" x="6400800" y="666750"/>
          <p14:tracePt t="128304" x="6438900" y="673100"/>
          <p14:tracePt t="128320" x="6451600" y="679450"/>
          <p14:tracePt t="128337" x="6470650" y="685800"/>
          <p14:tracePt t="128353" x="6483350" y="692150"/>
          <p14:tracePt t="128370" x="6489700" y="692150"/>
          <p14:tracePt t="128386" x="6508750" y="698500"/>
          <p14:tracePt t="128403" x="6521450" y="698500"/>
          <p14:tracePt t="128419" x="6534150" y="698500"/>
          <p14:tracePt t="128424" x="6546850" y="698500"/>
          <p14:tracePt t="128436" x="6559550" y="704850"/>
          <p14:tracePt t="128453" x="6584950" y="717550"/>
          <p14:tracePt t="128470" x="6604000" y="723900"/>
          <p14:tracePt t="128487" x="6680200" y="749300"/>
          <p14:tracePt t="129458" x="6642100" y="831850"/>
          <p14:tracePt t="129465" x="6584950" y="952500"/>
          <p14:tracePt t="129479" x="6527800" y="1123950"/>
          <p14:tracePt t="129486" x="6470650" y="1327150"/>
          <p14:tracePt t="129502" x="6394450" y="1498600"/>
          <p14:tracePt t="129516" x="6286500" y="1797050"/>
          <p14:tracePt t="129532" x="6216650" y="1981200"/>
          <p14:tracePt t="129549" x="6083300" y="2362200"/>
          <p14:tracePt t="129566" x="6026150" y="2501900"/>
          <p14:tracePt t="129582" x="5905500" y="2736850"/>
          <p14:tracePt t="129599" x="5810250" y="2959100"/>
          <p14:tracePt t="129616" x="5765800" y="3067050"/>
          <p14:tracePt t="129632" x="5676900" y="3219450"/>
          <p14:tracePt t="129648" x="5594350" y="3390900"/>
          <p14:tracePt t="129665" x="5543550" y="3460750"/>
          <p14:tracePt t="129682" x="5454650" y="3625850"/>
          <p14:tracePt t="129698" x="5397500" y="3727450"/>
          <p14:tracePt t="129715" x="5372100" y="3759200"/>
          <p14:tracePt t="129732" x="5308600" y="3810000"/>
          <p14:tracePt t="129748" x="5245100" y="3841750"/>
          <p14:tracePt t="129765" x="5207000" y="3848100"/>
          <p14:tracePt t="129782" x="5118100" y="3879850"/>
          <p14:tracePt t="129798" x="5060950" y="3898900"/>
          <p14:tracePt t="129815" x="5016500" y="3905250"/>
          <p14:tracePt t="129831" x="4946650" y="3917950"/>
          <p14:tracePt t="129848" x="4895850" y="3917950"/>
          <p14:tracePt t="129866" x="4794250" y="3892550"/>
          <p14:tracePt t="129881" x="4762500" y="3867150"/>
          <p14:tracePt t="129898" x="4730750" y="3854450"/>
          <p14:tracePt t="129915" x="4641850" y="3784600"/>
          <p14:tracePt t="129931" x="4616450" y="3759200"/>
          <p14:tracePt t="129934" x="4597400" y="3740150"/>
          <p14:tracePt t="129964" x="4552950" y="3676650"/>
          <p14:tracePt t="129981" x="4489450" y="3581400"/>
          <p14:tracePt t="129998" x="4425950" y="3460750"/>
          <p14:tracePt t="130014" x="4394200" y="3403600"/>
          <p14:tracePt t="130031" x="4330700" y="3263900"/>
          <p14:tracePt t="130048" x="4292600" y="3117850"/>
          <p14:tracePt t="130064" x="4267200" y="3028950"/>
          <p14:tracePt t="130080" x="4260850" y="2838450"/>
          <p14:tracePt t="130097" x="4324350" y="2590800"/>
          <p14:tracePt t="130114" x="4413250" y="2413000"/>
          <p14:tracePt t="130130" x="4514850" y="2216150"/>
          <p14:tracePt t="130147" x="4806950" y="1860550"/>
          <p14:tracePt t="130163" x="4914900" y="1809750"/>
          <p14:tracePt t="130181" x="5124450" y="1733550"/>
          <p14:tracePt t="130197" x="5213350" y="1720850"/>
          <p14:tracePt t="130213" x="5378450" y="1720850"/>
          <p14:tracePt t="130230" x="5581650" y="1727200"/>
          <p14:tracePt t="130246" x="5695950" y="1739900"/>
          <p14:tracePt t="130263" x="5899150" y="1771650"/>
          <p14:tracePt t="130280" x="6064250" y="1828800"/>
          <p14:tracePt t="130296" x="6140450" y="1860550"/>
          <p14:tracePt t="130313" x="6330950" y="1962150"/>
          <p14:tracePt t="130330" x="6508750" y="2108200"/>
          <p14:tracePt t="130346" x="6578600" y="2190750"/>
          <p14:tracePt t="130364" x="6775450" y="2406650"/>
          <p14:tracePt t="130379" x="6838950" y="2425700"/>
          <p14:tracePt t="131805" x="6826250" y="2432050"/>
          <p14:tracePt t="131811" x="6788150" y="2451100"/>
          <p14:tracePt t="131828" x="6750050" y="2476500"/>
          <p14:tracePt t="131841" x="6718300" y="2501900"/>
          <p14:tracePt t="131858" x="6616700" y="2565400"/>
          <p14:tracePt t="131875" x="6502400" y="2647950"/>
          <p14:tracePt t="131891" x="6432550" y="2698750"/>
          <p14:tracePt t="131907" x="6267450" y="2800350"/>
          <p14:tracePt t="131924" x="6102350" y="2908300"/>
          <p14:tracePt t="131941" x="6032500" y="2952750"/>
          <p14:tracePt t="131959" x="5899150" y="3035300"/>
          <p14:tracePt t="131974" x="5759450" y="3105150"/>
          <p14:tracePt t="131990" x="5689600" y="3155950"/>
          <p14:tracePt t="132008" x="5499100" y="3270250"/>
          <p14:tracePt t="132024" x="5289550" y="3352800"/>
          <p14:tracePt t="132041" x="5200650" y="3390900"/>
          <p14:tracePt t="132058" x="5022850" y="3498850"/>
          <p14:tracePt t="132074" x="4933950" y="3517900"/>
          <p14:tracePt t="132090" x="4762500" y="3524250"/>
          <p14:tracePt t="132107" x="4610100" y="3536950"/>
          <p14:tracePt t="132124" x="4546600" y="3543300"/>
          <p14:tracePt t="132141" x="4432300" y="3543300"/>
          <p14:tracePt t="132157" x="4337050" y="3543300"/>
          <p14:tracePt t="132173" x="4286250" y="3543300"/>
          <p14:tracePt t="132190" x="4178300" y="3524250"/>
          <p14:tracePt t="132207" x="4083050" y="3505200"/>
          <p14:tracePt t="132223" x="4044950" y="3505200"/>
          <p14:tracePt t="132240" x="3975100" y="3498850"/>
          <p14:tracePt t="132257" x="3898900" y="3498850"/>
          <p14:tracePt t="132273" x="3854450" y="3498850"/>
          <p14:tracePt t="132289" x="3816350" y="3498850"/>
          <p14:tracePt t="134178" x="3841750" y="3486150"/>
          <p14:tracePt t="134193" x="3873500" y="3460750"/>
          <p14:tracePt t="134202" x="3930650" y="3429000"/>
          <p14:tracePt t="134216" x="3987800" y="3403600"/>
          <p14:tracePt t="134233" x="4044950" y="3378200"/>
          <p14:tracePt t="134250" x="4235450" y="3276600"/>
          <p14:tracePt t="134266" x="4305300" y="3251200"/>
          <p14:tracePt t="134284" x="4451350" y="3213100"/>
          <p14:tracePt t="134299" x="4610100" y="3162300"/>
          <p14:tracePt t="134316" x="4686300" y="3143250"/>
          <p14:tracePt t="134333" x="4819650" y="3111500"/>
          <p14:tracePt t="134349" x="4953000" y="3073400"/>
          <p14:tracePt t="134366" x="5003800" y="3067050"/>
          <p14:tracePt t="134382" x="5118100" y="3028950"/>
          <p14:tracePt t="134399" x="5149850" y="3009900"/>
          <p14:tracePt t="134416" x="5207000" y="2990850"/>
          <p14:tracePt t="134432" x="5245100" y="2984500"/>
          <p14:tracePt t="134449" x="5251450" y="2984500"/>
          <p14:tracePt t="134466" x="5264150" y="2984500"/>
          <p14:tracePt t="134482" x="5270500" y="2984500"/>
          <p14:tracePt t="134530" x="5276850" y="2984500"/>
          <p14:tracePt t="134557" x="5276850" y="2990850"/>
          <p14:tracePt t="134578" x="5283200" y="2997200"/>
          <p14:tracePt t="134600" x="5289550" y="2997200"/>
          <p14:tracePt t="134621" x="5289550" y="3003550"/>
          <p14:tracePt t="134628" x="5295900" y="3009900"/>
          <p14:tracePt t="134642" x="5302250" y="3009900"/>
          <p14:tracePt t="134651" x="5308600" y="3009900"/>
          <p14:tracePt t="134665" x="5314950" y="3009900"/>
          <p14:tracePt t="134681" x="5321300" y="3009900"/>
          <p14:tracePt t="134698" x="5340350" y="3016250"/>
          <p14:tracePt t="134714" x="5346700" y="3016250"/>
          <p14:tracePt t="134731" x="5353050" y="3022600"/>
          <p14:tracePt t="134747" x="5372100" y="3022600"/>
          <p14:tracePt t="134764" x="5397500" y="3028950"/>
          <p14:tracePt t="134782" x="5441950" y="3028950"/>
          <p14:tracePt t="134798" x="5473700" y="3028950"/>
          <p14:tracePt t="134814" x="5537200" y="3028950"/>
          <p14:tracePt t="134831" x="5619750" y="3028950"/>
          <p14:tracePt t="134847" x="5657850" y="3022600"/>
          <p14:tracePt t="134864" x="5740400" y="3016250"/>
          <p14:tracePt t="134881" x="5803900" y="3016250"/>
          <p14:tracePt t="134897" x="5835650" y="3009900"/>
          <p14:tracePt t="134913" x="5892800" y="3009900"/>
          <p14:tracePt t="134931" x="5962650" y="3003550"/>
          <p14:tracePt t="134947" x="5988050" y="3003550"/>
          <p14:tracePt t="134964" x="6070600" y="2984500"/>
          <p14:tracePt t="134980" x="6165850" y="2965450"/>
          <p14:tracePt t="134997" x="6203950" y="2965450"/>
          <p14:tracePt t="135001" x="6248400" y="2959100"/>
          <p14:tracePt t="135017" x="6286500" y="2952750"/>
          <p14:tracePt t="135030" x="6324600" y="2952750"/>
          <p14:tracePt t="135047" x="6407150" y="2946400"/>
          <p14:tracePt t="135063" x="6502400" y="2927350"/>
          <p14:tracePt t="135080" x="6546850" y="2921000"/>
          <p14:tracePt t="135097" x="6673850" y="2908300"/>
          <p14:tracePt t="135113" x="6756400" y="2889250"/>
          <p14:tracePt t="135130" x="6781800" y="2889250"/>
          <p14:tracePt t="135147" x="6832600" y="2889250"/>
          <p14:tracePt t="135162" x="6864350" y="2889250"/>
          <p14:tracePt t="135179" x="6877050" y="2889250"/>
          <p14:tracePt t="135197" x="6902450" y="2889250"/>
          <p14:tracePt t="135213" x="6908800" y="2889250"/>
          <p14:tracePt t="135230" x="6927850" y="2889250"/>
          <p14:tracePt t="135247" x="6927850" y="2895600"/>
          <p14:tracePt t="135263" x="6934200" y="2901950"/>
          <p14:tracePt t="135288" x="6934200" y="2908300"/>
          <p14:tracePt t="135372" x="6927850" y="2908300"/>
          <p14:tracePt t="135386" x="6921500" y="2908300"/>
          <p14:tracePt t="135393" x="6915150" y="2908300"/>
          <p14:tracePt t="135407" x="6908800" y="2908300"/>
          <p14:tracePt t="135415" x="6896100" y="2901950"/>
          <p14:tracePt t="135429" x="6883400" y="2895600"/>
          <p14:tracePt t="135445" x="6826250" y="2876550"/>
          <p14:tracePt t="135461" x="6781800" y="2863850"/>
          <p14:tracePt t="135478" x="6686550" y="2851150"/>
          <p14:tracePt t="135496" x="6623050" y="2832100"/>
          <p14:tracePt t="135499" x="6565900" y="2819400"/>
          <p14:tracePt t="135512" x="6502400" y="2800350"/>
          <p14:tracePt t="135529" x="6356350" y="2781300"/>
          <p14:tracePt t="135545" x="6267450" y="2774950"/>
          <p14:tracePt t="135562" x="6038850" y="2749550"/>
          <p14:tracePt t="135578" x="5962650" y="2749550"/>
          <p14:tracePt t="135595" x="5892800" y="2749550"/>
          <p14:tracePt t="135612" x="5765800" y="2762250"/>
          <p14:tracePt t="135628" x="5670550" y="2762250"/>
          <p14:tracePt t="135645" x="5632450" y="2762250"/>
          <p14:tracePt t="135661" x="5575300" y="2762250"/>
          <p14:tracePt t="135677" x="5518150" y="2781300"/>
          <p14:tracePt t="135695" x="5480050" y="2787650"/>
          <p14:tracePt t="135711" x="5391150" y="2813050"/>
          <p14:tracePt t="135728" x="5295900" y="2851150"/>
          <p14:tracePt t="135745" x="5200650" y="2876550"/>
          <p14:tracePt t="135760" x="5156200" y="2895600"/>
          <p14:tracePt t="135778" x="5124450" y="2901950"/>
          <p14:tracePt t="135794" x="5016500" y="2921000"/>
          <p14:tracePt t="135811" x="4984750" y="2933700"/>
          <p14:tracePt t="135829" x="4940300" y="2946400"/>
          <p14:tracePt t="135844" x="4921250" y="2952750"/>
          <p14:tracePt t="135860" x="4902200" y="2959100"/>
          <p14:tracePt t="135878" x="4895850" y="2959100"/>
          <p14:tracePt t="135906" x="4895850" y="2965450"/>
          <p14:tracePt t="135928" x="4902200" y="2965450"/>
          <p14:tracePt t="135934" x="4908550" y="2965450"/>
          <p14:tracePt t="135948" x="4914900" y="2965450"/>
          <p14:tracePt t="135969" x="4921250" y="2965450"/>
          <p14:tracePt t="135977" x="4927600" y="2965450"/>
          <p14:tracePt t="135997" x="4933950" y="2965450"/>
          <p14:tracePt t="136010" x="4940300" y="2965450"/>
          <p14:tracePt t="136027" x="4953000" y="2965450"/>
          <p14:tracePt t="136044" x="4965700" y="2971800"/>
          <p14:tracePt t="136060" x="4997450" y="2984500"/>
          <p14:tracePt t="136077" x="5054600" y="2997200"/>
          <p14:tracePt t="136093" x="5111750" y="3003550"/>
          <p14:tracePt t="136110" x="5226050" y="3022600"/>
          <p14:tracePt t="136126" x="5391150" y="3035300"/>
          <p14:tracePt t="136143" x="5486400" y="3041650"/>
          <p14:tracePt t="136160" x="5676900" y="3054350"/>
          <p14:tracePt t="136176" x="5778500" y="3054350"/>
          <p14:tracePt t="136194" x="6102350" y="3054350"/>
          <p14:tracePt t="136209" x="6203950" y="3054350"/>
          <p14:tracePt t="136226" x="6305550" y="3048000"/>
          <p14:tracePt t="136243" x="6489700" y="3028950"/>
          <p14:tracePt t="136260" x="6667500" y="3022600"/>
          <p14:tracePt t="136276" x="6756400" y="2997200"/>
          <p14:tracePt t="136292" x="6940550" y="2978150"/>
          <p14:tracePt t="136309" x="7054850" y="2959100"/>
          <p14:tracePt t="136326" x="7099300" y="2959100"/>
          <p14:tracePt t="136342" x="7143750" y="2959100"/>
          <p14:tracePt t="136359" x="7169150" y="2959100"/>
          <p14:tracePt t="136378" x="7181850" y="2959100"/>
          <p14:tracePt t="136392" x="7188200" y="2959100"/>
          <p14:tracePt t="136409" x="7194550" y="2959100"/>
          <p14:tracePt t="136460" x="7200900" y="2965450"/>
          <p14:tracePt t="136489" x="7207250" y="2971800"/>
          <p14:tracePt t="136538" x="7200900" y="2971800"/>
          <p14:tracePt t="136552" x="7194550" y="2965450"/>
          <p14:tracePt t="136561" x="7188200" y="2965450"/>
          <p14:tracePt t="136575" x="7181850" y="2959100"/>
          <p14:tracePt t="136591" x="7156450" y="2952750"/>
          <p14:tracePt t="136608" x="7112000" y="2940050"/>
          <p14:tracePt t="136624" x="7086600" y="2933700"/>
          <p14:tracePt t="136641" x="6978650" y="2927350"/>
          <p14:tracePt t="136658" x="6838950" y="2908300"/>
          <p14:tracePt t="136674" x="6762750" y="2908300"/>
          <p14:tracePt t="136691" x="6680200" y="2895600"/>
          <p14:tracePt t="136707" x="6451600" y="2876550"/>
          <p14:tracePt t="136724" x="6356350" y="2857500"/>
          <p14:tracePt t="136742" x="6191250" y="2838450"/>
          <p14:tracePt t="136757" x="6051550" y="2825750"/>
          <p14:tracePt t="136774" x="5981700" y="2819400"/>
          <p14:tracePt t="136791" x="5867400" y="2819400"/>
          <p14:tracePt t="136807" x="5816600" y="2800350"/>
          <p14:tracePt t="136824" x="5708650" y="2787650"/>
          <p14:tracePt t="136841" x="5594350" y="2787650"/>
          <p14:tracePt t="136857" x="5543550" y="2787650"/>
          <p14:tracePt t="136874" x="5422900" y="2787650"/>
          <p14:tracePt t="136890" x="5365750" y="2781300"/>
          <p14:tracePt t="136907" x="5340350" y="2781300"/>
          <p14:tracePt t="136924" x="5289550" y="2781300"/>
          <p14:tracePt t="136940" x="5257800" y="2787650"/>
          <p14:tracePt t="136957" x="5245100" y="2787650"/>
          <p14:tracePt t="136974" x="5219700" y="2794000"/>
          <p14:tracePt t="136990" x="5200650" y="2806700"/>
          <p14:tracePt t="137023" x="5194300" y="2819400"/>
          <p14:tracePt t="137056" x="5194300" y="2825750"/>
          <p14:tracePt t="137073" x="5207000" y="2832100"/>
          <p14:tracePt t="137090" x="5213350" y="2832100"/>
          <p14:tracePt t="137107" x="5226050" y="2838450"/>
          <p14:tracePt t="137123" x="5245100" y="2838450"/>
          <p14:tracePt t="137139" x="5251450" y="2844800"/>
          <p14:tracePt t="137156" x="5270500" y="2851150"/>
          <p14:tracePt t="137173" x="5302250" y="2851150"/>
          <p14:tracePt t="137189" x="5327650" y="2857500"/>
          <p14:tracePt t="137206" x="5422900" y="2876550"/>
          <p14:tracePt t="137222" x="5568950" y="2895600"/>
          <p14:tracePt t="137241" x="5746750" y="2901950"/>
          <p14:tracePt t="137255" x="5861050" y="2927350"/>
          <p14:tracePt t="137272" x="6089650" y="2933700"/>
          <p14:tracePt t="137290" x="6330950" y="2959100"/>
          <p14:tracePt t="137306" x="6445250" y="2965450"/>
          <p14:tracePt t="137322" x="6661150" y="2990850"/>
          <p14:tracePt t="137339" x="6858000" y="3009900"/>
          <p14:tracePt t="137355" x="6946900" y="3016250"/>
          <p14:tracePt t="137372" x="7099300" y="3016250"/>
          <p14:tracePt t="137389" x="7200900" y="3028950"/>
          <p14:tracePt t="137405" x="7245350" y="3035300"/>
          <p14:tracePt t="137422" x="7283450" y="3035300"/>
          <p14:tracePt t="137438" x="7334250" y="3035300"/>
          <p14:tracePt t="137455" x="7346950" y="3035300"/>
          <p14:tracePt t="137472" x="7372350" y="3028950"/>
          <p14:tracePt t="137488" x="7416800" y="3009900"/>
          <p14:tracePt t="137983" x="7397750" y="3009900"/>
          <p14:tracePt t="137996" x="7385050" y="3009900"/>
          <p14:tracePt t="138006" x="7366000" y="3009900"/>
          <p14:tracePt t="138020" x="7346950" y="3009900"/>
          <p14:tracePt t="138037" x="7289800" y="2990850"/>
          <p14:tracePt t="138053" x="7200900" y="2965450"/>
          <p14:tracePt t="138069" x="7150100" y="2959100"/>
          <p14:tracePt t="138086" x="7035800" y="2946400"/>
          <p14:tracePt t="138103" x="6864350" y="2952750"/>
          <p14:tracePt t="138119" x="6762750" y="2965450"/>
          <p14:tracePt t="138137" x="6508750" y="2984500"/>
          <p14:tracePt t="138152" x="6242050" y="3016250"/>
          <p14:tracePt t="138169" x="6115050" y="3016250"/>
          <p14:tracePt t="138186" x="5842000" y="3073400"/>
          <p14:tracePt t="138202" x="5727700" y="3079750"/>
          <p14:tracePt t="138219" x="5524500" y="3111500"/>
          <p14:tracePt t="138236" x="5353050" y="3130550"/>
          <p14:tracePt t="138252" x="5289550" y="3143250"/>
          <p14:tracePt t="138269" x="5194300" y="3149600"/>
          <p14:tracePt t="138286" x="5118100" y="3149600"/>
          <p14:tracePt t="138302" x="5080000" y="3155950"/>
          <p14:tracePt t="138319" x="5035550" y="3155950"/>
          <p14:tracePt t="138336" x="5010150" y="3155950"/>
          <p14:tracePt t="138352" x="5003800" y="3155950"/>
          <p14:tracePt t="138369" x="4997450" y="3155950"/>
          <p14:tracePt t="138385" x="4991100" y="3162300"/>
          <p14:tracePt t="138402" x="4984750" y="3168650"/>
          <p14:tracePt t="138418" x="4972050" y="3181350"/>
          <p14:tracePt t="138435" x="4946650" y="3187700"/>
          <p14:tracePt t="138451" x="4933950" y="3187700"/>
          <p14:tracePt t="140734" x="4940300" y="3187700"/>
          <p14:tracePt t="140741" x="4953000" y="3194050"/>
          <p14:tracePt t="140755" x="4965700" y="3194050"/>
          <p14:tracePt t="140763" x="4984750" y="3194050"/>
          <p14:tracePt t="140777" x="5003800" y="3194050"/>
          <p14:tracePt t="140794" x="5054600" y="3194050"/>
          <p14:tracePt t="140811" x="5130800" y="3194050"/>
          <p14:tracePt t="140826" x="5168900" y="3194050"/>
          <p14:tracePt t="140843" x="5245100" y="3175000"/>
          <p14:tracePt t="140860" x="5314950" y="3162300"/>
          <p14:tracePt t="140877" x="5334000" y="3155950"/>
          <p14:tracePt t="140893" x="5353050" y="3155950"/>
          <p14:tracePt t="140910" x="5410200" y="3136900"/>
          <p14:tracePt t="140926" x="5416550" y="3136900"/>
          <p14:tracePt t="140960" x="5422900" y="3136900"/>
          <p14:tracePt t="141296" x="5422900" y="3130550"/>
          <p14:tracePt t="141365" x="5429250" y="3130550"/>
          <p14:tracePt t="141373" x="5435600" y="3130550"/>
          <p14:tracePt t="141387" x="5441950" y="3130550"/>
          <p14:tracePt t="141395" x="5448300" y="3130550"/>
          <p14:tracePt t="141415" x="5454650" y="3130550"/>
          <p14:tracePt t="141435" x="5461000" y="3130550"/>
          <p14:tracePt t="141444" x="5467350" y="3130550"/>
          <p14:tracePt t="141458" x="5480050" y="3136900"/>
          <p14:tracePt t="141474" x="5511800" y="3143250"/>
          <p14:tracePt t="141492" x="5556250" y="3143250"/>
          <p14:tracePt t="141507" x="5594350" y="3149600"/>
          <p14:tracePt t="141524" x="5619750" y="3155950"/>
          <p14:tracePt t="141542" x="5778500" y="3175000"/>
          <p14:tracePt t="141558" x="5848350" y="3181350"/>
          <p14:tracePt t="141574" x="5924550" y="3194050"/>
          <p14:tracePt t="141578" x="6000750" y="3194050"/>
          <p14:tracePt t="141591" x="6076950" y="3194050"/>
          <p14:tracePt t="141607" x="6216650" y="3194050"/>
          <p14:tracePt t="141624" x="6292850" y="3194050"/>
          <p14:tracePt t="141641" x="6438900" y="3200400"/>
          <p14:tracePt t="141657" x="6604000" y="3213100"/>
          <p14:tracePt t="141674" x="6756400" y="3206750"/>
          <p14:tracePt t="141690" x="6832600" y="3200400"/>
          <p14:tracePt t="141707" x="6972300" y="3200400"/>
          <p14:tracePt t="141724" x="7067550" y="3187700"/>
          <p14:tracePt t="141740" x="7124700" y="3181350"/>
          <p14:tracePt t="141757" x="7188200" y="3181350"/>
          <p14:tracePt t="141774" x="7264400" y="3181350"/>
          <p14:tracePt t="141790" x="7308850" y="3175000"/>
          <p14:tracePt t="141807" x="7346950" y="3175000"/>
          <p14:tracePt t="141823" x="7423150" y="3162300"/>
          <p14:tracePt t="141840" x="7448550" y="3155950"/>
          <p14:tracePt t="141858" x="7486650" y="3155950"/>
          <p14:tracePt t="141873" x="7499350" y="3149600"/>
          <p14:tracePt t="141890" x="7524750" y="3149600"/>
          <p14:tracePt t="141907" x="7537450" y="3149600"/>
          <p14:tracePt t="141939" x="7543800" y="3149600"/>
          <p14:tracePt t="142005" x="7550150" y="3149600"/>
          <p14:tracePt t="142033" x="7543800" y="3149600"/>
          <p14:tracePt t="142054" x="7537450" y="3149600"/>
          <p14:tracePt t="142068" x="7531100" y="3149600"/>
          <p14:tracePt t="142075" x="7524750" y="3149600"/>
          <p14:tracePt t="142096" x="7518400" y="3149600"/>
          <p14:tracePt t="142105" x="7512050" y="3149600"/>
          <p14:tracePt t="142125" x="7505700" y="3149600"/>
          <p14:tracePt t="142141" x="7493000" y="3149600"/>
          <p14:tracePt t="142156" x="7480300" y="3149600"/>
          <p14:tracePt t="142173" x="7429500" y="3149600"/>
          <p14:tracePt t="142189" x="7353300" y="3155950"/>
          <p14:tracePt t="142205" x="7296150" y="3155950"/>
          <p14:tracePt t="142223" x="7194550" y="3168650"/>
          <p14:tracePt t="142238" x="7073900" y="3181350"/>
          <p14:tracePt t="142255" x="7010400" y="3187700"/>
          <p14:tracePt t="142272" x="6902450" y="3200400"/>
          <p14:tracePt t="142288" x="6800850" y="3200400"/>
          <p14:tracePt t="142305" x="6756400" y="3206750"/>
          <p14:tracePt t="142321" x="6654800" y="3206750"/>
          <p14:tracePt t="142338" x="6572250" y="3206750"/>
          <p14:tracePt t="142355" x="6546850" y="3200400"/>
          <p14:tracePt t="142371" x="6489700" y="3187700"/>
          <p14:tracePt t="142388" x="6445250" y="3181350"/>
          <p14:tracePt t="142405" x="6407150" y="3175000"/>
          <p14:tracePt t="142421" x="6381750" y="3175000"/>
          <p14:tracePt t="142438" x="6356350" y="3175000"/>
          <p14:tracePt t="142455" x="6280150" y="3175000"/>
          <p14:tracePt t="142472" x="6261100" y="3175000"/>
          <p14:tracePt t="142488" x="6235700" y="3175000"/>
          <p14:tracePt t="142504" x="6191250" y="3175000"/>
          <p14:tracePt t="142521" x="6140450" y="3168650"/>
          <p14:tracePt t="142539" x="6089650" y="3162300"/>
          <p14:tracePt t="142554" x="6070600" y="3162300"/>
          <p14:tracePt t="142571" x="6038850" y="3162300"/>
          <p14:tracePt t="142588" x="6007100" y="3155950"/>
          <p14:tracePt t="142604" x="5994400" y="3149600"/>
          <p14:tracePt t="142621" x="5956300" y="3149600"/>
          <p14:tracePt t="142638" x="5943600" y="3149600"/>
          <p14:tracePt t="142654" x="5924550" y="3143250"/>
          <p14:tracePt t="142670" x="5905500" y="3143250"/>
          <p14:tracePt t="142687" x="5886450" y="3143250"/>
          <p14:tracePt t="142721" x="5867400" y="3143250"/>
          <p14:tracePt t="142737" x="5854700" y="3136900"/>
          <p14:tracePt t="142753" x="5848350" y="3136900"/>
          <p14:tracePt t="142770" x="5842000" y="3136900"/>
          <p14:tracePt t="142792" x="5835650" y="3130550"/>
          <p14:tracePt t="142827" x="5829300" y="3130550"/>
          <p14:tracePt t="142918" x="5835650" y="3130550"/>
          <p14:tracePt t="142945" x="5842000" y="3130550"/>
          <p14:tracePt t="142967" x="5848350" y="3130550"/>
          <p14:tracePt t="142988" x="5854700" y="3130550"/>
          <p14:tracePt t="142995" x="5861050" y="3130550"/>
          <p14:tracePt t="143010" x="5867400" y="3130550"/>
          <p14:tracePt t="143019" x="5873750" y="3130550"/>
          <p14:tracePt t="143039" x="5886450" y="3136900"/>
          <p14:tracePt t="143053" x="5911850" y="3143250"/>
          <p14:tracePt t="143069" x="5937250" y="3143250"/>
          <p14:tracePt t="143086" x="6007100" y="3155950"/>
          <p14:tracePt t="143089" x="6051550" y="3168650"/>
          <p14:tracePt t="143102" x="6115050" y="3175000"/>
          <p14:tracePt t="143119" x="6191250" y="3187700"/>
          <p14:tracePt t="143136" x="6350000" y="3206750"/>
          <p14:tracePt t="143152" x="6502400" y="3213100"/>
          <p14:tracePt t="143169" x="6578600" y="3225800"/>
          <p14:tracePt t="143185" x="6769100" y="3232150"/>
          <p14:tracePt t="143202" x="6953250" y="3244850"/>
          <p14:tracePt t="143218" x="7029450" y="3244850"/>
          <p14:tracePt t="143235" x="7181850" y="3244850"/>
          <p14:tracePt t="143252" x="7308850" y="3244850"/>
          <p14:tracePt t="143269" x="7397750" y="3244850"/>
          <p14:tracePt t="143285" x="7454900" y="3232150"/>
          <p14:tracePt t="143302" x="7531100" y="3225800"/>
          <p14:tracePt t="143318" x="7600950" y="3225800"/>
          <p14:tracePt t="143335" x="7632700" y="3219450"/>
          <p14:tracePt t="143351" x="7658100" y="3206750"/>
          <p14:tracePt t="143368" x="7715250" y="3187700"/>
          <p14:tracePt t="143385" x="7734300" y="3187700"/>
          <p14:tracePt t="143402" x="7753350" y="3181350"/>
          <p14:tracePt t="143418" x="7766050" y="3175000"/>
          <p14:tracePt t="143434" x="7772400" y="3168650"/>
          <p14:tracePt t="143452" x="7778750" y="3168650"/>
          <p14:tracePt t="143480" x="7778750" y="3162300"/>
          <p14:tracePt t="143507" x="7778750" y="3155950"/>
          <p14:tracePt t="143550" x="7772400" y="3149600"/>
          <p14:tracePt t="143564" x="7766050" y="3149600"/>
          <p14:tracePt t="143578" x="7759700" y="3149600"/>
          <p14:tracePt t="143599" x="7753350" y="3149600"/>
          <p14:tracePt t="143613" x="7747000" y="3149600"/>
          <p14:tracePt t="143635" x="7740650" y="3143250"/>
          <p14:tracePt t="143641" x="7727950" y="3143250"/>
          <p14:tracePt t="143650" x="7715250" y="3143250"/>
          <p14:tracePt t="143667" x="7696200" y="3143250"/>
          <p14:tracePt t="143684" x="7632700" y="3143250"/>
          <p14:tracePt t="143700" x="7607300" y="3143250"/>
          <p14:tracePt t="143717" x="7518400" y="3155950"/>
          <p14:tracePt t="143733" x="7404100" y="3155950"/>
          <p14:tracePt t="143750" x="7340600" y="3155950"/>
          <p14:tracePt t="143767" x="7194550" y="3155950"/>
          <p14:tracePt t="143783" x="7016750" y="3162300"/>
          <p14:tracePt t="143800" x="6915150" y="3175000"/>
          <p14:tracePt t="143817" x="6724650" y="3181350"/>
          <p14:tracePt t="143833" x="6534150" y="3206750"/>
          <p14:tracePt t="143849" x="6432550" y="3213100"/>
          <p14:tracePt t="143867" x="6191250" y="3244850"/>
          <p14:tracePt t="143883" x="5981700" y="3263900"/>
          <p14:tracePt t="143899" x="5892800" y="3263900"/>
          <p14:tracePt t="143916" x="5715000" y="3263900"/>
          <p14:tracePt t="143933" x="5524500" y="3276600"/>
          <p14:tracePt t="143950" x="5384800" y="3270250"/>
          <p14:tracePt t="143965" x="5327650" y="3257550"/>
          <p14:tracePt t="143982" x="5289550" y="3244850"/>
          <p14:tracePt t="144000" x="5187950" y="3225800"/>
          <p14:tracePt t="144016" x="5168900" y="3219450"/>
          <p14:tracePt t="144032" x="5143500" y="3206750"/>
          <p14:tracePt t="144049" x="5111750" y="3187700"/>
          <p14:tracePt t="144066" x="5080000" y="3181350"/>
          <p14:tracePt t="144082" x="5067300" y="3181350"/>
          <p14:tracePt t="144099" x="5048250" y="3175000"/>
          <p14:tracePt t="144115" x="5029200" y="3175000"/>
          <p14:tracePt t="144133" x="5022850" y="3175000"/>
          <p14:tracePt t="144161" x="5016500" y="3168650"/>
          <p14:tracePt t="144294" x="5022850" y="3168650"/>
          <p14:tracePt t="144323" x="5029200" y="3168650"/>
          <p14:tracePt t="144351" x="5035550" y="3175000"/>
          <p14:tracePt t="144393" x="5041900" y="3175000"/>
          <p14:tracePt t="144512" x="5041900" y="3168650"/>
          <p14:tracePt t="144533" x="5035550" y="3162300"/>
          <p14:tracePt t="144553" x="5029200" y="3162300"/>
          <p14:tracePt t="144560" x="5029200" y="3155950"/>
          <p14:tracePt t="144582" x="5022850" y="3155950"/>
          <p14:tracePt t="144596" x="5022850" y="3149600"/>
          <p14:tracePt t="144604" x="5016500" y="3149600"/>
          <p14:tracePt t="144617" x="5010150" y="3143250"/>
          <p14:tracePt t="144632" x="4978400" y="3130550"/>
          <p14:tracePt t="144647" x="4953000" y="3124200"/>
          <p14:tracePt t="144663" x="4933950" y="3111500"/>
          <p14:tracePt t="144681" x="4883150" y="3079750"/>
          <p14:tracePt t="144696" x="4819650" y="3054350"/>
          <p14:tracePt t="144713" x="4787900" y="3041650"/>
          <p14:tracePt t="144730" x="4749800" y="3016250"/>
          <p14:tracePt t="144747" x="4718050" y="2997200"/>
          <p14:tracePt t="144763" x="4711700" y="2997200"/>
          <p14:tracePt t="144780" x="4705350" y="2990850"/>
          <p14:tracePt t="145364" x="4724400" y="2990850"/>
          <p14:tracePt t="145379" x="4749800" y="2997200"/>
          <p14:tracePt t="145385" x="4775200" y="3003550"/>
          <p14:tracePt t="145399" x="4819650" y="3009900"/>
          <p14:tracePt t="145411" x="4857750" y="3022600"/>
          <p14:tracePt t="145427" x="4914900" y="3028950"/>
          <p14:tracePt t="145444" x="4946650" y="3028950"/>
          <p14:tracePt t="145461" x="5003800" y="3041650"/>
          <p14:tracePt t="145477" x="5073650" y="3060700"/>
          <p14:tracePt t="145495" x="5105400" y="3067050"/>
          <p14:tracePt t="145511" x="5175250" y="3092450"/>
          <p14:tracePt t="145527" x="5257800" y="3098800"/>
          <p14:tracePt t="145543" x="5302250" y="3105150"/>
          <p14:tracePt t="145561" x="5391150" y="3124200"/>
          <p14:tracePt t="145577" x="5486400" y="3130550"/>
          <p14:tracePt t="145594" x="5518150" y="3130550"/>
          <p14:tracePt t="145611" x="5594350" y="3143250"/>
          <p14:tracePt t="145627" x="5632450" y="3143250"/>
          <p14:tracePt t="145644" x="5676900" y="3143250"/>
          <p14:tracePt t="145660" x="5746750" y="3143250"/>
          <p14:tracePt t="145677" x="5772150" y="3143250"/>
          <p14:tracePt t="145694" x="5905500" y="3136900"/>
          <p14:tracePt t="145710" x="5956300" y="3130550"/>
          <p14:tracePt t="145727" x="6013450" y="3117850"/>
          <p14:tracePt t="145743" x="6108700" y="3105150"/>
          <p14:tracePt t="145759" x="6197600" y="3092450"/>
          <p14:tracePt t="145776" x="6254750" y="3086100"/>
          <p14:tracePt t="145793" x="6343650" y="3073400"/>
          <p14:tracePt t="145810" x="6464300" y="3060700"/>
          <p14:tracePt t="145827" x="6540500" y="3048000"/>
          <p14:tracePt t="145843" x="6661150" y="3028950"/>
          <p14:tracePt t="145859" x="6743700" y="3022600"/>
          <p14:tracePt t="145877" x="6800850" y="3016250"/>
          <p14:tracePt t="145892" x="6819900" y="3016250"/>
          <p14:tracePt t="145909" x="6832600" y="3009900"/>
          <p14:tracePt t="145926" x="6883400" y="2990850"/>
          <p14:tracePt t="145943" x="6883400" y="2984500"/>
          <p14:tracePt t="145959" x="6896100" y="2984500"/>
          <p14:tracePt t="145976" x="6908800" y="2971800"/>
          <p14:tracePt t="145992" x="6915150" y="2965450"/>
          <p14:tracePt t="146009" x="6921500" y="2965450"/>
          <p14:tracePt t="146025" x="6921500" y="2959100"/>
          <p14:tracePt t="146123" x="6921500" y="2952750"/>
          <p14:tracePt t="146172" x="6915150" y="2952750"/>
          <p14:tracePt t="146178" x="6908800" y="2952750"/>
          <p14:tracePt t="146194" x="6902450" y="2952750"/>
          <p14:tracePt t="146208" x="6896100" y="2959100"/>
          <p14:tracePt t="146242" x="6883400" y="2959100"/>
          <p14:tracePt t="146249" x="6877050" y="2959100"/>
          <p14:tracePt t="146263" x="6858000" y="2965450"/>
          <p14:tracePt t="146274" x="6845300" y="2965450"/>
          <p14:tracePt t="146291" x="6775450" y="2984500"/>
          <p14:tracePt t="146308" x="6737350" y="2984500"/>
          <p14:tracePt t="146324" x="6616700" y="2997200"/>
          <p14:tracePt t="146341" x="6496050" y="3028950"/>
          <p14:tracePt t="146357" x="6419850" y="3035300"/>
          <p14:tracePt t="146375" x="6286500" y="3054350"/>
          <p14:tracePt t="146391" x="6121400" y="3086100"/>
          <p14:tracePt t="146407" x="6032500" y="3086100"/>
          <p14:tracePt t="146424" x="5835650" y="3117850"/>
          <p14:tracePt t="146441" x="5670550" y="3136900"/>
          <p14:tracePt t="146457" x="5594350" y="3136900"/>
          <p14:tracePt t="146474" x="5410200" y="3168650"/>
          <p14:tracePt t="146491" x="5219700" y="3175000"/>
          <p14:tracePt t="146507" x="5118100" y="3187700"/>
          <p14:tracePt t="146523" x="4965700" y="3194050"/>
          <p14:tracePt t="146540" x="4895850" y="3206750"/>
          <p14:tracePt t="146558" x="4705350" y="3225800"/>
          <p14:tracePt t="146574" x="4648200" y="3225800"/>
          <p14:tracePt t="146591" x="4584700" y="3225800"/>
          <p14:tracePt t="146607" x="4470400" y="3213100"/>
          <p14:tracePt t="146624" x="4400550" y="3206750"/>
          <p14:tracePt t="146640" x="4368800" y="3187700"/>
          <p14:tracePt t="146643" x="4362450" y="3187700"/>
          <p14:tracePt t="146657" x="4349750" y="3181350"/>
          <p14:tracePt t="146673" x="4324350" y="3162300"/>
          <p14:tracePt t="146691" x="4318000" y="3162300"/>
          <p14:tracePt t="146706" x="4311650" y="3149600"/>
          <p14:tracePt t="146723" x="4298950" y="3136900"/>
          <p14:tracePt t="146740" x="4286250" y="3124200"/>
          <p14:tracePt t="146756" x="4279900" y="3117850"/>
          <p14:tracePt t="146773" x="4267200" y="3105150"/>
          <p14:tracePt t="146790" x="4260850" y="3092450"/>
          <p14:tracePt t="146806" x="4254500" y="3086100"/>
          <p14:tracePt t="146823" x="4248150" y="3086100"/>
          <p14:tracePt t="146839" x="4241800" y="3073400"/>
          <p14:tracePt t="147064" x="4248150" y="3073400"/>
          <p14:tracePt t="147070" x="4254500" y="3073400"/>
          <p14:tracePt t="147085" x="4260850" y="3073400"/>
          <p14:tracePt t="147091" x="4267200" y="3073400"/>
          <p14:tracePt t="147108" x="4292600" y="3073400"/>
          <p14:tracePt t="147121" x="4349750" y="3073400"/>
          <p14:tracePt t="147138" x="4375150" y="3073400"/>
          <p14:tracePt t="147142" x="4413250" y="3073400"/>
          <p14:tracePt t="147158" x="4464050" y="3073400"/>
          <p14:tracePt t="147171" x="4514850" y="3073400"/>
          <p14:tracePt t="147188" x="4622800" y="3073400"/>
          <p14:tracePt t="147205" x="4724400" y="3079750"/>
          <p14:tracePt t="147221" x="4768850" y="3086100"/>
          <p14:tracePt t="147237" x="4851400" y="3111500"/>
          <p14:tracePt t="147254" x="4927600" y="3136900"/>
          <p14:tracePt t="147271" x="4953000" y="3136900"/>
          <p14:tracePt t="147288" x="5003800" y="3149600"/>
          <p14:tracePt t="147304" x="5041900" y="3155950"/>
          <p14:tracePt t="147321" x="5067300" y="3162300"/>
          <p14:tracePt t="147338" x="5099050" y="3168650"/>
          <p14:tracePt t="147354" x="5137150" y="3175000"/>
          <p14:tracePt t="147371" x="5156200" y="3187700"/>
          <p14:tracePt t="147387" x="5194300" y="3194050"/>
          <p14:tracePt t="147404" x="5238750" y="3200400"/>
          <p14:tracePt t="147421" x="5276850" y="3206750"/>
          <p14:tracePt t="147437" x="5295900" y="3213100"/>
          <p14:tracePt t="147454" x="5321300" y="3213100"/>
          <p14:tracePt t="147471" x="5372100" y="3225800"/>
          <p14:tracePt t="147487" x="5403850" y="3232150"/>
          <p14:tracePt t="147504" x="5429250" y="3232150"/>
          <p14:tracePt t="147520" x="5562600" y="3251200"/>
          <p14:tracePt t="147537" x="5613400" y="3257550"/>
          <p14:tracePt t="147553" x="5670550" y="3257550"/>
          <p14:tracePt t="147570" x="5759450" y="3257550"/>
          <p14:tracePt t="147587" x="5861050" y="3270250"/>
          <p14:tracePt t="147604" x="5969000" y="3263900"/>
          <p14:tracePt t="147620" x="6032500" y="3263900"/>
          <p14:tracePt t="147636" x="6153150" y="3244850"/>
          <p14:tracePt t="147654" x="6273800" y="3225800"/>
          <p14:tracePt t="147670" x="6311900" y="3213100"/>
          <p14:tracePt t="147686" x="6388100" y="3187700"/>
          <p14:tracePt t="147703" x="6445250" y="3175000"/>
          <p14:tracePt t="147719" x="6477000" y="3162300"/>
          <p14:tracePt t="147736" x="6496050" y="3155950"/>
          <p14:tracePt t="147752" x="6565900" y="3136900"/>
          <p14:tracePt t="147769" x="6584950" y="3130550"/>
          <p14:tracePt t="147787" x="6635750" y="3117850"/>
          <p14:tracePt t="147802" x="6661150" y="3111500"/>
          <p14:tracePt t="147819" x="6699250" y="3086100"/>
          <p14:tracePt t="147836" x="6737350" y="3073400"/>
          <p14:tracePt t="147852" x="6750050" y="3073400"/>
          <p14:tracePt t="147869" x="6756400" y="3067050"/>
          <p14:tracePt t="147886" x="6775450" y="3060700"/>
          <p14:tracePt t="147902" x="6775450" y="3054350"/>
          <p14:tracePt t="147919" x="6788150" y="3054350"/>
          <p14:tracePt t="147936" x="6794500" y="3054350"/>
          <p14:tracePt t="147969" x="6794500" y="3048000"/>
          <p14:tracePt t="148005" x="6800850" y="3048000"/>
          <p14:tracePt t="148047" x="6800850" y="3041650"/>
          <p14:tracePt t="148166" x="6807200" y="3041650"/>
          <p14:tracePt t="148216" x="6800850" y="3048000"/>
          <p14:tracePt t="148236" x="6794500" y="3048000"/>
          <p14:tracePt t="148243" x="6781800" y="3054350"/>
          <p14:tracePt t="148257" x="6775450" y="3054350"/>
          <p14:tracePt t="148267" x="6750050" y="3060700"/>
          <p14:tracePt t="148284" x="6718300" y="3067050"/>
          <p14:tracePt t="148301" x="6604000" y="3073400"/>
          <p14:tracePt t="148317" x="6445250" y="3092450"/>
          <p14:tracePt t="148335" x="6267450" y="3111500"/>
          <p14:tracePt t="148351" x="6191250" y="3111500"/>
          <p14:tracePt t="148367" x="6038850" y="3111500"/>
          <p14:tracePt t="148384" x="5918200" y="3111500"/>
          <p14:tracePt t="148400" x="5880100" y="3105150"/>
          <p14:tracePt t="148417" x="5848350" y="3092450"/>
          <p14:tracePt t="148434" x="5778500" y="3079750"/>
          <p14:tracePt t="148450" x="5702300" y="3035300"/>
          <p14:tracePt t="148467" x="5613400" y="2990850"/>
          <p14:tracePt t="148483" x="5575300" y="2978150"/>
          <p14:tracePt t="148500" x="5499100" y="2946400"/>
          <p14:tracePt t="148517" x="5454650" y="2914650"/>
          <p14:tracePt t="148533" x="5435600" y="2908300"/>
          <p14:tracePt t="148550" x="5410200" y="2895600"/>
          <p14:tracePt t="148567" x="5384800" y="2882900"/>
          <p14:tracePt t="148583" x="5378450" y="2876550"/>
          <p14:tracePt t="148600" x="5365750" y="2870200"/>
          <p14:tracePt t="148616" x="5353050" y="2870200"/>
          <p14:tracePt t="148650" x="5346700" y="2863850"/>
          <p14:tracePt t="148685" x="5340350" y="2857500"/>
          <p14:tracePt t="148728" x="5334000" y="2857500"/>
          <p14:tracePt t="148798" x="5340350" y="2857500"/>
          <p14:tracePt t="148805" x="5340350" y="2863850"/>
          <p14:tracePt t="148840" x="5346700" y="2870200"/>
          <p14:tracePt t="148868" x="5359400" y="2876550"/>
          <p14:tracePt t="148897" x="5365750" y="2882900"/>
          <p14:tracePt t="148911" x="5372100" y="2882900"/>
          <p14:tracePt t="148919" x="5378450" y="2889250"/>
          <p14:tracePt t="148932" x="5391150" y="2889250"/>
          <p14:tracePt t="148949" x="5422900" y="2908300"/>
          <p14:tracePt t="148965" x="5454650" y="2921000"/>
          <p14:tracePt t="148981" x="5530850" y="2952750"/>
          <p14:tracePt t="148998" x="5575300" y="2984500"/>
          <p14:tracePt t="149016" x="5753100" y="3048000"/>
          <p14:tracePt t="149032" x="5816600" y="3067050"/>
          <p14:tracePt t="149049" x="5880100" y="3073400"/>
          <p14:tracePt t="149065" x="6026150" y="3098800"/>
          <p14:tracePt t="149082" x="6165850" y="3117850"/>
          <p14:tracePt t="149098" x="6235700" y="3117850"/>
          <p14:tracePt t="149115" x="6350000" y="3124200"/>
          <p14:tracePt t="149132" x="6457950" y="3124200"/>
          <p14:tracePt t="149150" x="6572250" y="3105150"/>
          <p14:tracePt t="149164" x="6654800" y="3092450"/>
          <p14:tracePt t="149181" x="6781800" y="3073400"/>
          <p14:tracePt t="149198" x="6915150" y="3035300"/>
          <p14:tracePt t="149214" x="6985000" y="3028950"/>
          <p14:tracePt t="149231" x="7080250" y="3003550"/>
          <p14:tracePt t="149248" x="7162800" y="2984500"/>
          <p14:tracePt t="149264" x="7194550" y="2965450"/>
          <p14:tracePt t="149281" x="7226300" y="2952750"/>
          <p14:tracePt t="149297" x="7270750" y="2927350"/>
          <p14:tracePt t="149314" x="7283450" y="2921000"/>
          <p14:tracePt t="149332" x="7308850" y="2908300"/>
          <p14:tracePt t="149347" x="7315200" y="2901950"/>
          <p14:tracePt t="149364" x="7327900" y="2889250"/>
          <p14:tracePt t="149381" x="7327900" y="2882900"/>
          <p14:tracePt t="149397" x="7334250" y="2876550"/>
          <p14:tracePt t="149413" x="7340600" y="2870200"/>
          <p14:tracePt t="149433" x="7340600" y="2863850"/>
          <p14:tracePt t="149447" x="7346950" y="2863850"/>
          <p14:tracePt t="149463" x="7353300" y="2863850"/>
          <p14:tracePt t="149493" x="7359650" y="2863850"/>
          <p14:tracePt t="149641" x="7346950" y="2863850"/>
          <p14:tracePt t="149669" x="7334250" y="2863850"/>
          <p14:tracePt t="149683" x="7334250" y="2870200"/>
          <p14:tracePt t="149690" x="7327900" y="2870200"/>
          <p14:tracePt t="149704" x="7315200" y="2870200"/>
          <p14:tracePt t="149712" x="7296150" y="2876550"/>
          <p14:tracePt t="149729" x="7270750" y="2876550"/>
          <p14:tracePt t="149746" x="7226300" y="2889250"/>
          <p14:tracePt t="149763" x="7143750" y="2901950"/>
          <p14:tracePt t="149779" x="7073900" y="2914650"/>
          <p14:tracePt t="149797" x="6927850" y="2952750"/>
          <p14:tracePt t="149812" x="6737350" y="2990850"/>
          <p14:tracePt t="149829" x="6616700" y="3022600"/>
          <p14:tracePt t="149846" x="6400800" y="3073400"/>
          <p14:tracePt t="149862" x="6178550" y="3130550"/>
          <p14:tracePt t="149880" x="5988050" y="3155950"/>
          <p14:tracePt t="149896" x="5899150" y="3155950"/>
          <p14:tracePt t="149912" x="5778500" y="3175000"/>
          <p14:tracePt t="149929" x="5683250" y="3194050"/>
          <p14:tracePt t="149945" x="5645150" y="3194050"/>
          <p14:tracePt t="149962" x="5607050" y="3194050"/>
          <p14:tracePt t="149979" x="5537200" y="3187700"/>
          <p14:tracePt t="149995" x="5473700" y="3187700"/>
          <p14:tracePt t="150012" x="5448300" y="3187700"/>
          <p14:tracePt t="150028" x="5397500" y="3181350"/>
          <p14:tracePt t="150045" x="5359400" y="3175000"/>
          <p14:tracePt t="150062" x="5321300" y="3162300"/>
          <p14:tracePt t="150078" x="5308600" y="3143250"/>
          <p14:tracePt t="150095" x="5289550" y="3124200"/>
          <p14:tracePt t="150111" x="5276850" y="3117850"/>
          <p14:tracePt t="150144" x="5276850" y="3111500"/>
          <p14:tracePt t="150162" x="5276850" y="3105150"/>
          <p14:tracePt t="150181" x="5283200" y="3105150"/>
          <p14:tracePt t="150198" x="5295900" y="3105150"/>
          <p14:tracePt t="150211" x="5302250" y="3105150"/>
          <p14:tracePt t="150227" x="5308600" y="3105150"/>
          <p14:tracePt t="150245" x="5314950" y="3105150"/>
          <p14:tracePt t="150261" x="5346700" y="3105150"/>
          <p14:tracePt t="150277" x="5365750" y="3105150"/>
          <p14:tracePt t="150294" x="5435600" y="3105150"/>
          <p14:tracePt t="150311" x="5486400" y="3105150"/>
          <p14:tracePt t="150327" x="5651500" y="3117850"/>
          <p14:tracePt t="150344" x="5854700" y="3117850"/>
          <p14:tracePt t="150360" x="5981700" y="3117850"/>
          <p14:tracePt t="150378" x="6197600" y="3124200"/>
          <p14:tracePt t="150393" x="6388100" y="3124200"/>
          <p14:tracePt t="150410" x="6464300" y="3124200"/>
          <p14:tracePt t="150427" x="6604000" y="3105150"/>
          <p14:tracePt t="150443" x="6699250" y="3105150"/>
          <p14:tracePt t="150460" x="6737350" y="3105150"/>
          <p14:tracePt t="150477" x="6775450" y="3105150"/>
          <p14:tracePt t="150493" x="6794500" y="3105150"/>
          <p14:tracePt t="150510" x="6807200" y="3098800"/>
          <p14:tracePt t="150527" x="6813550" y="3092450"/>
          <p14:tracePt t="150561" x="6807200" y="3079750"/>
          <p14:tracePt t="150576" x="6800850" y="3073400"/>
          <p14:tracePt t="150593" x="6788150" y="3067050"/>
          <p14:tracePt t="150610" x="6756400" y="3054350"/>
          <p14:tracePt t="150626" x="6686550" y="3041650"/>
          <p14:tracePt t="150643" x="6623050" y="3028950"/>
          <p14:tracePt t="150659" x="6451600" y="3022600"/>
          <p14:tracePt t="150676" x="6216650" y="3009900"/>
          <p14:tracePt t="150692" x="6089650" y="2997200"/>
          <p14:tracePt t="150696" x="5956300" y="2978150"/>
          <p14:tracePt t="150709" x="5842000" y="2965450"/>
          <p14:tracePt t="150726" x="5638800" y="2946400"/>
          <p14:tracePt t="150744" x="5486400" y="2927350"/>
          <p14:tracePt t="150759" x="5429250" y="2921000"/>
          <p14:tracePt t="150776" x="5372100" y="2908300"/>
          <p14:tracePt t="150793" x="5353050" y="2901950"/>
          <p14:tracePt t="150826" x="5346700" y="2901950"/>
          <p14:tracePt t="150844" x="5353050" y="2901950"/>
          <p14:tracePt t="150858" x="5359400" y="2901950"/>
          <p14:tracePt t="150875" x="5365750" y="2901950"/>
          <p14:tracePt t="150892" x="5384800" y="2901950"/>
          <p14:tracePt t="150908" x="5397500" y="2901950"/>
          <p14:tracePt t="150926" x="5410200" y="2901950"/>
          <p14:tracePt t="150941" x="5416550" y="2901950"/>
          <p14:tracePt t="150958" x="5429250" y="2908300"/>
          <p14:tracePt t="150975" x="5429250" y="2914650"/>
          <p14:tracePt t="150991" x="5435600" y="2914650"/>
          <p14:tracePt t="151008" x="5441950" y="2921000"/>
          <p14:tracePt t="151041" x="5448300" y="2927350"/>
          <p14:tracePt t="151087" x="5448300" y="2933700"/>
          <p14:tracePt t="151207" x="5454650" y="2933700"/>
          <p14:tracePt t="151214" x="5461000" y="2933700"/>
          <p14:tracePt t="151228" x="5467350" y="2933700"/>
          <p14:tracePt t="151249" x="5473700" y="2940050"/>
          <p14:tracePt t="151258" x="5486400" y="2940050"/>
          <p14:tracePt t="151274" x="5505450" y="2940050"/>
          <p14:tracePt t="151291" x="5575300" y="2959100"/>
          <p14:tracePt t="151307" x="5708650" y="2965450"/>
          <p14:tracePt t="151324" x="5797550" y="2965450"/>
          <p14:tracePt t="151341" x="6013450" y="2971800"/>
          <p14:tracePt t="151357" x="6267450" y="2965450"/>
          <p14:tracePt t="151374" x="6394450" y="2940050"/>
          <p14:tracePt t="151390" x="6680200" y="2908300"/>
          <p14:tracePt t="151407" x="6908800" y="2876550"/>
          <p14:tracePt t="151424" x="7086600" y="2857500"/>
          <p14:tracePt t="151440" x="7169150" y="2844800"/>
          <p14:tracePt t="151456" x="7219950" y="2844800"/>
          <p14:tracePt t="151474" x="7308850" y="2844800"/>
          <p14:tracePt t="151506" x="7315200" y="2844800"/>
          <p14:tracePt t="151523" x="7321550" y="2851150"/>
          <p14:tracePt t="151540" x="7327900" y="2857500"/>
          <p14:tracePt t="151741" x="7327900" y="2863850"/>
          <p14:tracePt t="151747" x="7308850" y="2863850"/>
          <p14:tracePt t="151756" x="7283450" y="2870200"/>
          <p14:tracePt t="151772" x="7251700" y="2876550"/>
          <p14:tracePt t="151790" x="7137400" y="2876550"/>
          <p14:tracePt t="151806" x="7061200" y="2876550"/>
          <p14:tracePt t="151822" x="6883400" y="2876550"/>
          <p14:tracePt t="151839" x="6661150" y="2851150"/>
          <p14:tracePt t="151855" x="6572250" y="2844800"/>
          <p14:tracePt t="151872" x="6381750" y="2825750"/>
          <p14:tracePt t="151888" x="6216650" y="2813050"/>
          <p14:tracePt t="151905" x="6140450" y="2813050"/>
          <p14:tracePt t="151922" x="6019800" y="2813050"/>
          <p14:tracePt t="151938" x="5930900" y="2813050"/>
          <p14:tracePt t="151956" x="5892800" y="2813050"/>
          <p14:tracePt t="151972" x="5848350" y="2819400"/>
          <p14:tracePt t="151988" x="5822950" y="2819400"/>
          <p14:tracePt t="152004" x="5816600" y="2819400"/>
          <p14:tracePt t="152022" x="5810250" y="2819400"/>
          <p14:tracePt t="152038" x="5803900" y="2819400"/>
          <p14:tracePt t="152057" x="5797550" y="2819400"/>
          <p14:tracePt t="152071" x="5791200" y="2819400"/>
          <p14:tracePt t="152088" x="5784850" y="2813050"/>
          <p14:tracePt t="152104" x="5772150" y="2806700"/>
          <p14:tracePt t="152121" x="5765800" y="2806700"/>
          <p14:tracePt t="152138" x="5746750" y="2800350"/>
          <p14:tracePt t="152155" x="5702300" y="2794000"/>
          <p14:tracePt t="152171" x="5600700" y="2768600"/>
          <p14:tracePt t="152187" x="5530850" y="2749550"/>
          <p14:tracePt t="152204" x="5372100" y="2686050"/>
          <p14:tracePt t="152221" x="5175250" y="2616200"/>
          <p14:tracePt t="152237" x="5067300" y="2584450"/>
          <p14:tracePt t="152254" x="4857750" y="2501900"/>
          <p14:tracePt t="152271" x="4660900" y="2419350"/>
          <p14:tracePt t="152287" x="4565650" y="2362200"/>
          <p14:tracePt t="152304" x="4432300" y="2273300"/>
          <p14:tracePt t="152320" x="4292600" y="2197100"/>
          <p14:tracePt t="152337" x="4165600" y="2127250"/>
          <p14:tracePt t="152354" x="4108450" y="2089150"/>
          <p14:tracePt t="152371" x="4044950" y="2070100"/>
          <p14:tracePt t="152387" x="3911600" y="2000250"/>
          <p14:tracePt t="152403" x="3879850" y="1987550"/>
          <p14:tracePt t="152420" x="3854450" y="1968500"/>
          <p14:tracePt t="152437" x="3829050" y="1949450"/>
          <p14:tracePt t="152454" x="3803650" y="1930400"/>
          <p14:tracePt t="152470" x="3784600" y="1917700"/>
          <p14:tracePt t="152487" x="3778250" y="1911350"/>
          <p14:tracePt t="152503" x="3765550" y="1905000"/>
          <p14:tracePt t="152536" x="3759200" y="1905000"/>
          <p14:tracePt t="152591" x="3765550" y="1905000"/>
          <p14:tracePt t="152618" x="3771900" y="1905000"/>
          <p14:tracePt t="152640" x="3778250" y="1911350"/>
          <p14:tracePt t="152654" x="3784600" y="1917700"/>
          <p14:tracePt t="152661" x="3790950" y="1924050"/>
          <p14:tracePt t="157153" x="3790950" y="1943100"/>
          <p14:tracePt t="157167" x="3797300" y="1962150"/>
          <p14:tracePt t="157174" x="3797300" y="1987550"/>
          <p14:tracePt t="157190" x="3797300" y="2019300"/>
          <p14:tracePt t="157203" x="3797300" y="2082800"/>
          <p14:tracePt t="157220" x="3797300" y="2127250"/>
          <p14:tracePt t="157237" x="3803650" y="2216150"/>
          <p14:tracePt t="157253" x="3803650" y="2279650"/>
          <p14:tracePt t="157270" x="3816350" y="2413000"/>
          <p14:tracePt t="157287" x="3822700" y="2540000"/>
          <p14:tracePt t="157303" x="3822700" y="2590800"/>
          <p14:tracePt t="157320" x="3835400" y="2686050"/>
          <p14:tracePt t="157336" x="3841750" y="2768600"/>
          <p14:tracePt t="157353" x="3841750" y="2806700"/>
          <p14:tracePt t="157370" x="3841750" y="2889250"/>
          <p14:tracePt t="157386" x="3829050" y="2965450"/>
          <p14:tracePt t="157403" x="3822700" y="2997200"/>
          <p14:tracePt t="157420" x="3810000" y="3079750"/>
          <p14:tracePt t="157436" x="3784600" y="3149600"/>
          <p14:tracePt t="157452" x="3746500" y="3187700"/>
          <p14:tracePt t="157469" x="3695700" y="3289300"/>
          <p14:tracePt t="157486" x="3625850" y="3390900"/>
          <p14:tracePt t="157503" x="3600450" y="3441700"/>
          <p14:tracePt t="157519" x="3549650" y="3568700"/>
          <p14:tracePt t="157536" x="3536950" y="3619500"/>
          <p14:tracePt t="157553" x="3498850" y="3771900"/>
          <p14:tracePt t="157569" x="3479800" y="3816350"/>
          <p14:tracePt t="157585" x="3473450" y="3854450"/>
          <p14:tracePt t="157602" x="3460750" y="3917950"/>
          <p14:tracePt t="157619" x="3441700" y="3975100"/>
          <p14:tracePt t="157635" x="3435350" y="4006850"/>
          <p14:tracePt t="157652" x="3409950" y="4102100"/>
          <p14:tracePt t="157668" x="3390900" y="4184650"/>
          <p14:tracePt t="157686" x="3390900" y="4222750"/>
          <p14:tracePt t="157702" x="3378200" y="4292600"/>
          <p14:tracePt t="157718" x="3365500" y="4362450"/>
          <p14:tracePt t="157736" x="3352800" y="4432300"/>
          <p14:tracePt t="157752" x="3346450" y="4464050"/>
          <p14:tracePt t="157768" x="3340100" y="4540250"/>
          <p14:tracePt t="157785" x="3321050" y="4635500"/>
          <p14:tracePt t="157801" x="3314700" y="4667250"/>
          <p14:tracePt t="157818" x="3314700" y="4692650"/>
          <p14:tracePt t="157834" x="3314700" y="4749800"/>
          <p14:tracePt t="157851" x="3314700" y="4762500"/>
          <p14:tracePt t="157868" x="3314700" y="4768850"/>
          <p14:tracePt t="157884" x="3314700" y="4775200"/>
          <p14:tracePt t="161235" x="3314700" y="4762500"/>
          <p14:tracePt t="161249" x="3321050" y="4737100"/>
          <p14:tracePt t="161258" x="3333750" y="4705350"/>
          <p14:tracePt t="161273" x="3340100" y="4673600"/>
          <p14:tracePt t="161289" x="3365500" y="4635500"/>
          <p14:tracePt t="161307" x="3390900" y="4597400"/>
          <p14:tracePt t="161322" x="3403600" y="4578350"/>
          <p14:tracePt t="161340" x="3448050" y="4540250"/>
          <p14:tracePt t="161356" x="3479800" y="4502150"/>
          <p14:tracePt t="161372" x="3486150" y="4489450"/>
          <p14:tracePt t="161389" x="3505200" y="4470400"/>
          <p14:tracePt t="161406" x="3511550" y="4457700"/>
          <p14:tracePt t="161422" x="3511550" y="4451350"/>
          <p14:tracePt t="161439" x="3524250" y="4445000"/>
          <p14:tracePt t="161455" x="3530600" y="4438650"/>
          <p14:tracePt t="161472" x="3549650" y="4432300"/>
          <p14:tracePt t="161489" x="3568700" y="4413250"/>
          <p14:tracePt t="161505" x="3581400" y="4406900"/>
          <p14:tracePt t="161522" x="3613150" y="4387850"/>
          <p14:tracePt t="161538" x="3657600" y="4368800"/>
          <p14:tracePt t="161555" x="3676650" y="4349750"/>
          <p14:tracePt t="161572" x="3708400" y="4337050"/>
          <p14:tracePt t="161588" x="3733800" y="4324350"/>
          <p14:tracePt t="161605" x="3740150" y="4324350"/>
          <p14:tracePt t="161621" x="3752850" y="4318000"/>
          <p14:tracePt t="161638" x="3759200" y="4318000"/>
          <p14:tracePt t="161671" x="3759200" y="4324350"/>
          <p14:tracePt t="161688" x="3765550" y="4337050"/>
          <p14:tracePt t="161705" x="3771900" y="4343400"/>
          <p14:tracePt t="161721" x="3771900" y="4349750"/>
          <p14:tracePt t="161737" x="3778250" y="4349750"/>
          <p14:tracePt t="161741" x="3784600" y="4349750"/>
          <p14:tracePt t="161755" x="3803650" y="4362450"/>
          <p14:tracePt t="161771" x="3816350" y="4368800"/>
          <p14:tracePt t="161788" x="3835400" y="4375150"/>
          <p14:tracePt t="161804" x="3886200" y="4400550"/>
          <p14:tracePt t="161821" x="3949700" y="4419600"/>
          <p14:tracePt t="161837" x="3968750" y="4438650"/>
          <p14:tracePt t="161854" x="4019550" y="4457700"/>
          <p14:tracePt t="161870" x="4070350" y="4483100"/>
          <p14:tracePt t="161888" x="4108450" y="4508500"/>
          <p14:tracePt t="161904" x="4127500" y="4521200"/>
          <p14:tracePt t="161920" x="4152900" y="4546600"/>
          <p14:tracePt t="161938" x="4165600" y="4565650"/>
          <p14:tracePt t="161953" x="4171950" y="4572000"/>
          <p14:tracePt t="161970" x="4184650" y="4578350"/>
          <p14:tracePt t="161987" x="4191000" y="4591050"/>
          <p14:tracePt t="163364" x="4159250" y="4597400"/>
          <p14:tracePt t="163370" x="4095750" y="4622800"/>
          <p14:tracePt t="163385" x="4013200" y="4667250"/>
          <p14:tracePt t="163398" x="3917950" y="4692650"/>
          <p14:tracePt t="163415" x="3733800" y="4756150"/>
          <p14:tracePt t="163432" x="3632200" y="4800600"/>
          <p14:tracePt t="163448" x="3429000" y="4895850"/>
          <p14:tracePt t="163466" x="3251200" y="4953000"/>
          <p14:tracePt t="163482" x="3155950" y="4972050"/>
          <p14:tracePt t="163498" x="3009900" y="5016500"/>
          <p14:tracePt t="163515" x="2927350" y="5029200"/>
          <p14:tracePt t="163532" x="2870200" y="5029200"/>
          <p14:tracePt t="163548" x="2851150" y="5029200"/>
          <p14:tracePt t="163565" x="2825750" y="5029200"/>
          <p14:tracePt t="163582" x="2768600" y="5029200"/>
          <p14:tracePt t="163598" x="2749550" y="5029200"/>
          <p14:tracePt t="163615" x="2730500" y="5029200"/>
          <p14:tracePt t="163631" x="2686050" y="5029200"/>
          <p14:tracePt t="163648" x="2641600" y="5022850"/>
          <p14:tracePt t="163665" x="2584450" y="5022850"/>
          <p14:tracePt t="163681" x="2559050" y="5022850"/>
          <p14:tracePt t="163698" x="2514600" y="5022850"/>
          <p14:tracePt t="163715" x="2463800" y="5022850"/>
          <p14:tracePt t="163731" x="2444750" y="5022850"/>
          <p14:tracePt t="163747" x="2413000" y="5022850"/>
          <p14:tracePt t="163764" x="2387600" y="5022850"/>
          <p14:tracePt t="163781" x="2374900" y="5022850"/>
          <p14:tracePt t="163799" x="2362200" y="5022850"/>
          <p14:tracePt t="163814" x="2355850" y="5022850"/>
          <p14:tracePt t="163883" x="2355850" y="5016500"/>
          <p14:tracePt t="163890" x="2355850" y="5010150"/>
          <p14:tracePt t="164826" x="2362200" y="5016500"/>
          <p14:tracePt t="164840" x="2368550" y="5029200"/>
          <p14:tracePt t="164847" x="2374900" y="5035550"/>
          <p14:tracePt t="164864" x="2381250" y="5048250"/>
          <p14:tracePt t="164876" x="2387600" y="5060950"/>
          <p14:tracePt t="164893" x="2393950" y="5080000"/>
          <p14:tracePt t="164911" x="2406650" y="5118100"/>
          <p14:tracePt t="164927" x="2413000" y="5130800"/>
          <p14:tracePt t="164943" x="2419350" y="5156200"/>
          <p14:tracePt t="164960" x="2432050" y="5181600"/>
          <p14:tracePt t="164977" x="2438400" y="5194300"/>
          <p14:tracePt t="164993" x="2444750" y="5213350"/>
          <p14:tracePt t="165010" x="2451100" y="5226050"/>
          <p14:tracePt t="165043" x="2451100" y="5238750"/>
          <p14:tracePt t="165059" x="2457450" y="5245100"/>
          <p14:tracePt t="165093" x="2457450" y="5251450"/>
          <p14:tracePt t="165121" x="2463800" y="5257800"/>
          <p14:tracePt t="165149" x="2470150" y="5257800"/>
          <p14:tracePt t="165156" x="2470150" y="5264150"/>
          <p14:tracePt t="165178" x="2470150" y="5270500"/>
          <p14:tracePt t="165226" x="2470150" y="5276850"/>
          <p14:tracePt t="165247" x="2470150" y="5283200"/>
          <p14:tracePt t="165290" x="2470150" y="5289550"/>
          <p14:tracePt t="165297" x="2470150" y="5295900"/>
          <p14:tracePt t="165920" x="2457450" y="5295900"/>
          <p14:tracePt t="165934" x="2444750" y="5295900"/>
          <p14:tracePt t="165943" x="2438400" y="5295900"/>
          <p14:tracePt t="165957" x="2432050" y="5295900"/>
          <p14:tracePt t="165973" x="2393950" y="5295900"/>
          <p14:tracePt t="165990" x="2368550" y="5295900"/>
          <p14:tracePt t="166006" x="2343150" y="5289550"/>
          <p14:tracePt t="166023" x="2336800" y="5289550"/>
          <p14:tracePt t="166040" x="2273300" y="5270500"/>
          <p14:tracePt t="166056" x="2260600" y="5264150"/>
          <p14:tracePt t="166073" x="2235200" y="5264150"/>
          <p14:tracePt t="166089" x="2203450" y="5257800"/>
          <p14:tracePt t="166106" x="2171700" y="5251450"/>
          <p14:tracePt t="166123" x="2146300" y="5251450"/>
          <p14:tracePt t="166139" x="2133600" y="5251450"/>
          <p14:tracePt t="166156" x="2114550" y="5251450"/>
          <p14:tracePt t="166173" x="2101850" y="5245100"/>
          <p14:tracePt t="166189" x="2095500" y="5245100"/>
          <p14:tracePt t="166206" x="2076450" y="5245100"/>
          <p14:tracePt t="166222" x="2070100" y="5245100"/>
          <p14:tracePt t="166239" x="2063750" y="5245100"/>
          <p14:tracePt t="166256" x="2057400" y="5245100"/>
          <p14:tracePt t="166273" x="2051050" y="5245100"/>
          <p14:tracePt t="166292" x="2051050" y="5251450"/>
          <p14:tracePt t="166320" x="2044700" y="5251450"/>
          <p14:tracePt t="166341" x="2038350" y="5257800"/>
          <p14:tracePt t="166363" x="2032000" y="5257800"/>
          <p14:tracePt t="166404" x="2025650" y="5257800"/>
          <p14:tracePt t="166433" x="2025650" y="5264150"/>
          <p14:tracePt t="166454" x="2032000" y="5264150"/>
          <p14:tracePt t="166460" x="2038350" y="5270500"/>
          <p14:tracePt t="166475" x="2044700" y="5270500"/>
          <p14:tracePt t="166496" x="2051050" y="5270500"/>
          <p14:tracePt t="166524" x="2057400" y="5270500"/>
          <p14:tracePt t="166531" x="2057400" y="5276850"/>
          <p14:tracePt t="166552" x="2063750" y="5276850"/>
          <p14:tracePt t="166566" x="2070100" y="5276850"/>
          <p14:tracePt t="166580" x="2076450" y="5283200"/>
          <p14:tracePt t="166594" x="2082800" y="5283200"/>
          <p14:tracePt t="166604" x="2089150" y="5283200"/>
          <p14:tracePt t="166621" x="2101850" y="5283200"/>
          <p14:tracePt t="166638" x="2133600" y="5289550"/>
          <p14:tracePt t="166654" x="2171700" y="5302250"/>
          <p14:tracePt t="166672" x="2222500" y="5327650"/>
          <p14:tracePt t="166687" x="2254250" y="5334000"/>
          <p14:tracePt t="166703" x="2273300" y="5340350"/>
          <p14:tracePt t="166721" x="2349500" y="5359400"/>
          <p14:tracePt t="166737" x="2368550" y="5365750"/>
          <p14:tracePt t="166754" x="2387600" y="5372100"/>
          <p14:tracePt t="166770" x="2413000" y="5378450"/>
          <p14:tracePt t="166787" x="2438400" y="5384800"/>
          <p14:tracePt t="166804" x="2444750" y="5384800"/>
          <p14:tracePt t="166820" x="2463800" y="5384800"/>
          <p14:tracePt t="166857" x="2470150" y="5384800"/>
          <p14:tracePt t="166917" x="2470150" y="5391150"/>
          <p14:tracePt t="166952" x="2463800" y="5391150"/>
          <p14:tracePt t="166967" x="2457450" y="5391150"/>
          <p14:tracePt t="166973" x="2451100" y="5391150"/>
          <p14:tracePt t="166989" x="2444750" y="5391150"/>
          <p14:tracePt t="167003" x="2438400" y="5391150"/>
          <p14:tracePt t="167019" x="2425700" y="5391150"/>
          <p14:tracePt t="167037" x="2413000" y="5384800"/>
          <p14:tracePt t="167053" x="2381250" y="5378450"/>
          <p14:tracePt t="167070" x="2330450" y="5372100"/>
          <p14:tracePt t="167086" x="2273300" y="5359400"/>
          <p14:tracePt t="167102" x="2241550" y="5353050"/>
          <p14:tracePt t="167119" x="2190750" y="5340350"/>
          <p14:tracePt t="167136" x="2139950" y="5327650"/>
          <p14:tracePt t="167153" x="2120900" y="5321300"/>
          <p14:tracePt t="167170" x="2095500" y="5314950"/>
          <p14:tracePt t="167186" x="2076450" y="5314950"/>
          <p14:tracePt t="167219" x="2070100" y="5314950"/>
          <p14:tracePt t="167346" x="2063750" y="5308600"/>
          <p14:tracePt t="167395" x="2057400" y="5302250"/>
          <p14:tracePt t="167416" x="2051050" y="5302250"/>
          <p14:tracePt t="167430" x="2044700" y="5302250"/>
          <p14:tracePt t="167444" x="2038350" y="5302250"/>
          <p14:tracePt t="167465" x="2032000" y="5302250"/>
          <p14:tracePt t="167514" x="2025650" y="5295900"/>
          <p14:tracePt t="167550" x="2019300" y="5295900"/>
          <p14:tracePt t="167655" x="2025650" y="5295900"/>
          <p14:tracePt t="167718" x="2032000" y="5302250"/>
          <p14:tracePt t="167725" x="2038350" y="5302250"/>
          <p14:tracePt t="167746" x="2044700" y="5302250"/>
          <p14:tracePt t="167768" x="2051050" y="5302250"/>
          <p14:tracePt t="167788" x="2057400" y="5302250"/>
          <p14:tracePt t="167795" x="2063750" y="5302250"/>
          <p14:tracePt t="167837" x="2070100" y="5308600"/>
          <p14:tracePt t="167852" x="2076450" y="5308600"/>
          <p14:tracePt t="167865" x="2082800" y="5308600"/>
          <p14:tracePt t="167887" x="2089150" y="5308600"/>
          <p14:tracePt t="167915" x="2095500" y="5308600"/>
          <p14:tracePt t="168480" x="2082800" y="5308600"/>
          <p14:tracePt t="168487" x="2063750" y="5308600"/>
          <p14:tracePt t="168501" x="2038350" y="5308600"/>
          <p14:tracePt t="168515" x="2019300" y="5308600"/>
          <p14:tracePt t="168530" x="1981200" y="5302250"/>
          <p14:tracePt t="168547" x="1949450" y="5302250"/>
          <p14:tracePt t="168565" x="1911350" y="5295900"/>
          <p14:tracePt t="168581" x="1866900" y="5295900"/>
          <p14:tracePt t="168597" x="1854200" y="5295900"/>
          <p14:tracePt t="168614" x="1828800" y="5289550"/>
          <p14:tracePt t="168630" x="1816100" y="5283200"/>
          <p14:tracePt t="168647" x="1803400" y="5283200"/>
          <p14:tracePt t="168663" x="1797050" y="5276850"/>
          <p14:tracePt t="168680" x="1790700" y="5276850"/>
          <p14:tracePt t="168697" x="1778000" y="5270500"/>
          <p14:tracePt t="168782" x="1778000" y="5264150"/>
          <p14:tracePt t="168860" x="1784350" y="5264150"/>
          <p14:tracePt t="168881" x="1797050" y="5264150"/>
          <p14:tracePt t="168888" x="1797050" y="5270500"/>
          <p14:tracePt t="168902" x="1803400" y="5270500"/>
          <p14:tracePt t="168913" x="1816100" y="5276850"/>
          <p14:tracePt t="168930" x="1854200" y="5289550"/>
          <p14:tracePt t="168946" x="1885950" y="5302250"/>
          <p14:tracePt t="168963" x="2006600" y="5314950"/>
          <p14:tracePt t="168979" x="2139950" y="5353050"/>
          <p14:tracePt t="168996" x="2203450" y="5365750"/>
          <p14:tracePt t="169013" x="2324100" y="5391150"/>
          <p14:tracePt t="169029" x="2406650" y="5410200"/>
          <p14:tracePt t="169046" x="2432050" y="5410200"/>
          <p14:tracePt t="169063" x="2470150" y="5422900"/>
          <p14:tracePt t="169079" x="2495550" y="5429250"/>
          <p14:tracePt t="169096" x="2501900" y="5429250"/>
          <p14:tracePt t="169133" x="2495550" y="5429250"/>
          <p14:tracePt t="169145" x="2482850" y="5429250"/>
          <p14:tracePt t="169162" x="2463800" y="5422900"/>
          <p14:tracePt t="169179" x="2457450" y="5416550"/>
          <p14:tracePt t="169195" x="2406650" y="5410200"/>
          <p14:tracePt t="169212" x="2324100" y="5391150"/>
          <p14:tracePt t="169228" x="2260600" y="5391150"/>
          <p14:tracePt t="169246" x="2139950" y="5378450"/>
          <p14:tracePt t="169262" x="1993900" y="5365750"/>
          <p14:tracePt t="169278" x="1917700" y="5359400"/>
          <p14:tracePt t="169295" x="1790700" y="5346700"/>
          <p14:tracePt t="169311" x="1727200" y="5340350"/>
          <p14:tracePt t="169315" x="1682750" y="5340350"/>
          <p14:tracePt t="169328" x="1644650" y="5340350"/>
          <p14:tracePt t="169345" x="1593850" y="5340350"/>
          <p14:tracePt t="169361" x="1574800" y="5340350"/>
          <p14:tracePt t="169379" x="1568450" y="5340350"/>
          <p14:tracePt t="169396" x="1562100" y="5340350"/>
          <p14:tracePt t="169463" x="1568450" y="5334000"/>
          <p14:tracePt t="169491" x="1581150" y="5334000"/>
          <p14:tracePt t="169505" x="1587500" y="5334000"/>
          <p14:tracePt t="169527" x="1593850" y="5334000"/>
          <p14:tracePt t="169541" x="1600200" y="5334000"/>
          <p14:tracePt t="169583" x="1606550" y="5334000"/>
          <p14:tracePt t="169604" x="1612900" y="5334000"/>
          <p14:tracePt t="169632" x="1619250" y="5334000"/>
          <p14:tracePt t="169646" x="1625600" y="5334000"/>
          <p14:tracePt t="169653" x="1631950" y="5327650"/>
          <p14:tracePt t="169667" x="1638300" y="5327650"/>
          <p14:tracePt t="169681" x="1644650" y="5327650"/>
          <p14:tracePt t="169697" x="1651000" y="5327650"/>
          <p14:tracePt t="169710" x="1663700" y="5327650"/>
          <p14:tracePt t="169727" x="1708150" y="5327650"/>
          <p14:tracePt t="169744" x="1765300" y="5327650"/>
          <p14:tracePt t="169760" x="1803400" y="5327650"/>
          <p14:tracePt t="169776" x="1879600" y="5327650"/>
          <p14:tracePt t="169794" x="1968500" y="5289550"/>
          <p14:tracePt t="172554" x="1981200" y="5289550"/>
          <p14:tracePt t="172561" x="2006600" y="5289550"/>
          <p14:tracePt t="172575" x="2032000" y="5289550"/>
          <p14:tracePt t="172583" x="2057400" y="5289550"/>
          <p14:tracePt t="172600" x="2076450" y="5289550"/>
          <p14:tracePt t="172617" x="2101850" y="5289550"/>
          <p14:tracePt t="172633" x="2120900" y="5295900"/>
          <p14:tracePt t="172650" x="2127250" y="5295900"/>
          <p14:tracePt t="172683" x="2133600" y="5302250"/>
          <p14:tracePt t="172751" x="2139950" y="5321300"/>
          <p14:tracePt t="172814" x="2133600" y="5321300"/>
          <p14:tracePt t="172821" x="2127250" y="5321300"/>
          <p14:tracePt t="172836" x="2120900" y="5321300"/>
          <p14:tracePt t="172856" x="2108200" y="5321300"/>
          <p14:tracePt t="172866" x="2095500" y="5321300"/>
          <p14:tracePt t="172882" x="2082800" y="5314950"/>
          <p14:tracePt t="172899" x="2044700" y="5308600"/>
          <p14:tracePt t="172916" x="1987550" y="5302250"/>
          <p14:tracePt t="172933" x="1936750" y="5289550"/>
          <p14:tracePt t="172949" x="1905000" y="5289550"/>
          <p14:tracePt t="172966" x="1854200" y="5276850"/>
          <p14:tracePt t="172983" x="1816100" y="5264150"/>
          <p14:tracePt t="172999" x="1809750" y="5264150"/>
          <p14:tracePt t="173015" x="1797050" y="5264150"/>
          <p14:tracePt t="173032" x="1790700" y="5264150"/>
          <p14:tracePt t="173067" x="1790700" y="5257800"/>
          <p14:tracePt t="173123" x="1797050" y="5257800"/>
          <p14:tracePt t="173144" x="1803400" y="5257800"/>
          <p14:tracePt t="173166" x="1809750" y="5257800"/>
          <p14:tracePt t="173207" x="1816100" y="5257800"/>
          <p14:tracePt t="173228" x="1816100" y="5264150"/>
          <p14:tracePt t="173235" x="1822450" y="5264150"/>
          <p14:tracePt t="173248" x="1828800" y="5264150"/>
          <p14:tracePt t="173264" x="1854200" y="5264150"/>
          <p14:tracePt t="173281" x="1866900" y="5270500"/>
          <p14:tracePt t="173298" x="1885950" y="5270500"/>
          <p14:tracePt t="173314" x="1962150" y="5276850"/>
          <p14:tracePt t="173331" x="2006600" y="5289550"/>
          <p14:tracePt t="173335" x="2032000" y="5295900"/>
          <p14:tracePt t="173350" x="2070100" y="5295900"/>
          <p14:tracePt t="173364" x="2114550" y="5302250"/>
          <p14:tracePt t="173381" x="2165350" y="5314950"/>
          <p14:tracePt t="173398" x="2216150" y="5321300"/>
          <p14:tracePt t="173414" x="2254250" y="5321300"/>
          <p14:tracePt t="173431" x="2266950" y="5340350"/>
          <p14:tracePt t="184913" x="2279650" y="5346700"/>
          <p14:tracePt t="184928" x="2286000" y="5353050"/>
          <p14:tracePt t="184941" x="2292350" y="5372100"/>
          <p14:tracePt t="184957" x="2305050" y="5378450"/>
          <p14:tracePt t="184973" x="2317750" y="5403850"/>
          <p14:tracePt t="184991" x="2324100" y="5422900"/>
          <p14:tracePt t="185007" x="2330450" y="5422900"/>
          <p14:tracePt t="185024" x="2336800" y="5435600"/>
          <p14:tracePt t="185040" x="2336800" y="5441950"/>
          <p14:tracePt t="185057" x="2336800" y="5448300"/>
          <p14:tracePt t="185090" x="2336800" y="5454650"/>
          <p14:tracePt t="185125" x="2343150" y="5461000"/>
          <p14:tracePt t="185151" x="2343150" y="5467350"/>
          <p14:tracePt t="185194" x="2343150" y="5473700"/>
          <p14:tracePt t="185200" x="2343150" y="5480050"/>
          <p14:tracePt t="185229" x="2343150" y="5486400"/>
          <p14:tracePt t="185250" x="2343150" y="5492750"/>
          <p14:tracePt t="185270" x="2343150" y="5499100"/>
          <p14:tracePt t="185299" x="2343150" y="5505450"/>
          <p14:tracePt t="185341" x="2336800" y="5505450"/>
          <p14:tracePt t="185362" x="2330450" y="5505450"/>
          <p14:tracePt t="185390" x="2324100" y="5511800"/>
          <p14:tracePt t="185411" x="2317750" y="5518150"/>
          <p14:tracePt t="185432" x="2311400" y="5518150"/>
          <p14:tracePt t="185460" x="2305050" y="5524500"/>
          <p14:tracePt t="185474" x="2298700" y="5524500"/>
          <p14:tracePt t="185481" x="2292350" y="5524500"/>
          <p14:tracePt t="185503" x="2286000" y="5524500"/>
          <p14:tracePt t="185509" x="2279650" y="5524500"/>
          <p14:tracePt t="185545" x="2273300" y="5524500"/>
          <p14:tracePt t="185573" x="2260600" y="5524500"/>
          <p14:tracePt t="185580" x="2254250" y="5524500"/>
          <p14:tracePt t="185594" x="2235200" y="5524500"/>
          <p14:tracePt t="185605" x="2222500" y="5524500"/>
          <p14:tracePt t="185622" x="2184400" y="5518150"/>
          <p14:tracePt t="185638" x="2159000" y="5518150"/>
          <p14:tracePt t="185656" x="2127250" y="5511800"/>
          <p14:tracePt t="185671" x="2089150" y="5511800"/>
          <p14:tracePt t="185688" x="2076450" y="5511800"/>
          <p14:tracePt t="185706" x="2032000" y="5505450"/>
          <p14:tracePt t="185721" x="2019300" y="5505450"/>
          <p14:tracePt t="185738" x="1993900" y="5499100"/>
          <p14:tracePt t="185756" x="1981200" y="5499100"/>
          <p14:tracePt t="185771" x="1974850" y="5499100"/>
          <p14:tracePt t="185788" x="1955800" y="5486400"/>
          <p14:tracePt t="185805" x="1936750" y="5480050"/>
          <p14:tracePt t="185821" x="1930400" y="5480050"/>
          <p14:tracePt t="185837" x="1911350" y="5473700"/>
          <p14:tracePt t="185855" x="1892300" y="5467350"/>
          <p14:tracePt t="185871" x="1879600" y="5467350"/>
          <p14:tracePt t="185888" x="1854200" y="5461000"/>
          <p14:tracePt t="185904" x="1822450" y="5454650"/>
          <p14:tracePt t="185921" x="1809750" y="5448300"/>
          <p14:tracePt t="185924" x="1797050" y="5448300"/>
          <p14:tracePt t="185938" x="1784350" y="5448300"/>
          <p14:tracePt t="185954" x="1765300" y="5441950"/>
          <p14:tracePt t="185972" x="1752600" y="5441950"/>
          <p14:tracePt t="186004" x="1739900" y="5435600"/>
          <p14:tracePt t="186037" x="1733550" y="5435600"/>
          <p14:tracePt t="186163" x="1739900" y="5435600"/>
          <p14:tracePt t="186184" x="1746250" y="5429250"/>
          <p14:tracePt t="186212" x="1752600" y="5429250"/>
          <p14:tracePt t="186226" x="1758950" y="5429250"/>
          <p14:tracePt t="186232" x="1771650" y="5429250"/>
          <p14:tracePt t="186247" x="1784350" y="5429250"/>
          <p14:tracePt t="186257" x="1809750" y="5429250"/>
          <p14:tracePt t="186270" x="1835150" y="5429250"/>
          <p14:tracePt t="186286" x="1924050" y="5429250"/>
          <p14:tracePt t="186303" x="2012950" y="5429250"/>
          <p14:tracePt t="186320" x="2070100" y="5429250"/>
          <p14:tracePt t="186336" x="2120900" y="5435600"/>
          <p14:tracePt t="186353" x="2241550" y="5448300"/>
          <p14:tracePt t="186369" x="2260600" y="5448300"/>
          <p14:tracePt t="186387" x="2279650" y="5454650"/>
          <p14:tracePt t="186403" x="2324100" y="5454650"/>
          <p14:tracePt t="186419" x="2343150" y="5461000"/>
          <p14:tracePt t="186439" x="2349500" y="5461000"/>
          <p14:tracePt t="186452" x="2355850" y="5467350"/>
          <p14:tracePt t="186469" x="2362200" y="5467350"/>
          <p14:tracePt t="186514" x="2368550" y="5467350"/>
          <p14:tracePt t="186534" x="2368550" y="5473700"/>
          <p14:tracePt t="186549" x="2381250" y="5473700"/>
          <p14:tracePt t="186556" x="2381250" y="5480050"/>
          <p14:tracePt t="193360" x="2368550" y="5480050"/>
          <p14:tracePt t="193367" x="2362200" y="5480050"/>
          <p14:tracePt t="193379" x="2349500" y="5480050"/>
          <p14:tracePt t="193395" x="2292350" y="5473700"/>
          <p14:tracePt t="193412" x="2241550" y="5461000"/>
          <p14:tracePt t="193428" x="2184400" y="5448300"/>
          <p14:tracePt t="193445" x="2101850" y="5429250"/>
          <p14:tracePt t="193461" x="2063750" y="5416550"/>
          <p14:tracePt t="193480" x="2006600" y="5410200"/>
          <p14:tracePt t="193495" x="1955800" y="5397500"/>
          <p14:tracePt t="193511" x="1917700" y="5384800"/>
          <p14:tracePt t="193529" x="1860550" y="5359400"/>
          <p14:tracePt t="193544" x="1828800" y="5346700"/>
          <p14:tracePt t="193561" x="1803400" y="5340350"/>
          <p14:tracePt t="193579" x="1765300" y="5334000"/>
          <p14:tracePt t="193594" x="1739900" y="5334000"/>
          <p14:tracePt t="193611" x="1720850" y="5327650"/>
          <p14:tracePt t="193628" x="1708150" y="5321300"/>
          <p14:tracePt t="193644" x="1701800" y="5321300"/>
          <p14:tracePt t="193678" x="1695450" y="5314950"/>
          <p14:tracePt t="193694" x="1689100" y="5302250"/>
          <p14:tracePt t="193747" x="1695450" y="5302250"/>
          <p14:tracePt t="193761" x="1701800" y="5302250"/>
          <p14:tracePt t="193782" x="1708150" y="5302250"/>
          <p14:tracePt t="193795" x="1714500" y="5302250"/>
          <p14:tracePt t="193803" x="1720850" y="5302250"/>
          <p14:tracePt t="193811" x="1733550" y="5302250"/>
          <p14:tracePt t="193827" x="1765300" y="5302250"/>
          <p14:tracePt t="193844" x="1860550" y="5308600"/>
          <p14:tracePt t="193860" x="1955800" y="5314950"/>
          <p14:tracePt t="193877" x="2082800" y="5327650"/>
          <p14:tracePt t="193894" x="2305050" y="5346700"/>
          <p14:tracePt t="193910" x="2457450" y="5365750"/>
          <p14:tracePt t="193927" x="2603500" y="5391150"/>
          <p14:tracePt t="193944" x="2749550" y="5410200"/>
          <p14:tracePt t="193960" x="2819400" y="5416550"/>
          <p14:tracePt t="193976" x="2876550" y="5429250"/>
          <p14:tracePt t="193993" x="2927350" y="5441950"/>
          <p14:tracePt t="194010" x="2946400" y="5448300"/>
          <p14:tracePt t="194027" x="2952750" y="5448300"/>
          <p14:tracePt t="194133" x="2959100" y="5454650"/>
          <p14:tracePt t="194140" x="2965450" y="5454650"/>
          <p14:tracePt t="194702" x="2952750" y="5454650"/>
          <p14:tracePt t="194709" x="2933700" y="5454650"/>
          <p14:tracePt t="194715" x="2914650" y="5454650"/>
          <p14:tracePt t="194723" x="2876550" y="5454650"/>
          <p14:tracePt t="194741" x="2806700" y="5454650"/>
          <p14:tracePt t="194758" x="2692400" y="5454650"/>
          <p14:tracePt t="194773" x="2597150" y="5454650"/>
          <p14:tracePt t="194790" x="2527300" y="5448300"/>
          <p14:tracePt t="194807" x="2374900" y="5448300"/>
          <p14:tracePt t="194823" x="2254250" y="5461000"/>
          <p14:tracePt t="194840" x="2165350" y="5454650"/>
          <p14:tracePt t="194857" x="2025650" y="5473700"/>
          <p14:tracePt t="194873" x="1911350" y="5486400"/>
          <p14:tracePt t="194890" x="1828800" y="5486400"/>
          <p14:tracePt t="194906" x="1714500" y="5505450"/>
          <p14:tracePt t="194923" x="1689100" y="5511800"/>
          <p14:tracePt t="194940" x="1657350" y="5511800"/>
          <p14:tracePt t="194956" x="1631950" y="5524500"/>
          <p14:tracePt t="194972" x="1625600" y="5524500"/>
          <p14:tracePt t="194990" x="1619250" y="5518150"/>
          <p14:tracePt t="195022" x="1619250" y="5511800"/>
          <p14:tracePt t="195088" x="1625600" y="5511800"/>
          <p14:tracePt t="195094" x="1625600" y="5505450"/>
          <p14:tracePt t="195109" x="1631950" y="5505450"/>
          <p14:tracePt t="195123" x="1638300" y="5505450"/>
          <p14:tracePt t="195139" x="1644650" y="5505450"/>
          <p14:tracePt t="195159" x="1651000" y="5505450"/>
          <p14:tracePt t="195172" x="1663700" y="5505450"/>
          <p14:tracePt t="195188" x="1676400" y="5505450"/>
          <p14:tracePt t="195205" x="1689100" y="5505450"/>
          <p14:tracePt t="195222" x="1720850" y="5492750"/>
          <p14:tracePt t="195239" x="1784350" y="5492750"/>
          <p14:tracePt t="195256" x="1892300" y="5473700"/>
          <p14:tracePt t="195272" x="1955800" y="5473700"/>
          <p14:tracePt t="195288" x="2032000" y="5473700"/>
          <p14:tracePt t="195305" x="2260600" y="5473700"/>
          <p14:tracePt t="195322" x="2336800" y="5473700"/>
          <p14:tracePt t="195338" x="2413000" y="5473700"/>
          <p14:tracePt t="195355" x="2520950" y="5473700"/>
          <p14:tracePt t="195371" x="2590800" y="5473700"/>
          <p14:tracePt t="195389" x="2616200" y="5486400"/>
          <p14:tracePt t="195405" x="2641600" y="5486400"/>
          <p14:tracePt t="195421" x="2654300" y="5486400"/>
          <p14:tracePt t="195438" x="2660650" y="5486400"/>
          <p14:tracePt t="195529" x="2667000" y="5486400"/>
          <p14:tracePt t="195677" x="2673350" y="5486400"/>
          <p14:tracePt t="195692" x="2679700" y="5480050"/>
          <p14:tracePt t="195699" x="2686050" y="5480050"/>
          <p14:tracePt t="195713" x="2692400" y="5480050"/>
          <p14:tracePt t="195721" x="2698750" y="5480050"/>
          <p14:tracePt t="195737" x="2705100" y="5480050"/>
          <p14:tracePt t="195754" x="2730500" y="5467350"/>
          <p14:tracePt t="195770" x="2768600" y="5454650"/>
          <p14:tracePt t="195787" x="2806700" y="5448300"/>
          <p14:tracePt t="195804" x="2901950" y="5416550"/>
          <p14:tracePt t="195820" x="3009900" y="5397500"/>
          <p14:tracePt t="195837" x="3079750" y="5391150"/>
          <p14:tracePt t="195853" x="3181350" y="5384800"/>
          <p14:tracePt t="195870" x="3263900" y="5365750"/>
          <p14:tracePt t="195886" x="3295650" y="5365750"/>
          <p14:tracePt t="195903" x="3333750" y="5365750"/>
          <p14:tracePt t="195919" x="3346450" y="5365750"/>
          <p14:tracePt t="195937" x="3365500" y="5365750"/>
          <p14:tracePt t="195969" x="3365500" y="5372100"/>
          <p14:tracePt t="195986" x="3365500" y="5378450"/>
          <p14:tracePt t="196003" x="3352800" y="5378450"/>
          <p14:tracePt t="196019" x="3346450" y="5378450"/>
          <p14:tracePt t="196036" x="3327400" y="5378450"/>
          <p14:tracePt t="196052" x="3276600" y="5378450"/>
          <p14:tracePt t="196069" x="3238500" y="5378450"/>
          <p14:tracePt t="196086" x="3105150" y="5365750"/>
          <p14:tracePt t="196102" x="2978150" y="5346700"/>
          <p14:tracePt t="196120" x="2844800" y="5314950"/>
          <p14:tracePt t="196135" x="2787650" y="5308600"/>
          <p14:tracePt t="196152" x="2730500" y="5289550"/>
          <p14:tracePt t="196169" x="2705100" y="5283200"/>
          <p14:tracePt t="196185" x="2698750" y="5283200"/>
          <p14:tracePt t="196202" x="2692400" y="5283200"/>
          <p14:tracePt t="196260" x="2692400" y="5276850"/>
          <p14:tracePt t="196310" x="2698750" y="5283200"/>
          <p14:tracePt t="196324" x="2705100" y="5283200"/>
          <p14:tracePt t="196330" x="2711450" y="5283200"/>
          <p14:tracePt t="196338" x="2717800" y="5289550"/>
          <p14:tracePt t="197703" x="2711450" y="5289550"/>
          <p14:tracePt t="197717" x="2698750" y="5289550"/>
          <p14:tracePt t="197724" x="2686050" y="5295900"/>
          <p14:tracePt t="197738" x="2673350" y="5302250"/>
          <p14:tracePt t="197747" x="2641600" y="5314950"/>
          <p14:tracePt t="197763" x="2622550" y="5321300"/>
          <p14:tracePt t="197780" x="2546350" y="5327650"/>
          <p14:tracePt t="197796" x="2444750" y="5353050"/>
          <p14:tracePt t="197813" x="2393950" y="5353050"/>
          <p14:tracePt t="197830" x="2292350" y="5372100"/>
          <p14:tracePt t="197846" x="2159000" y="5397500"/>
          <p14:tracePt t="197863" x="2101850" y="5410200"/>
          <p14:tracePt t="197879" x="1993900" y="5429250"/>
          <p14:tracePt t="197896" x="1955800" y="5435600"/>
          <p14:tracePt t="197913" x="1866900" y="5448300"/>
          <p14:tracePt t="197929" x="1841500" y="5448300"/>
          <p14:tracePt t="197946" x="1828800" y="5454650"/>
          <p14:tracePt t="197963" x="1816100" y="5454650"/>
          <p14:tracePt t="198047" x="1822450" y="5454650"/>
          <p14:tracePt t="198054" x="1828800" y="5454650"/>
          <p14:tracePt t="198075" x="1835150" y="5454650"/>
          <p14:tracePt t="198097" x="1841500" y="5454650"/>
          <p14:tracePt t="198117" x="1847850" y="5454650"/>
          <p14:tracePt t="198124" x="1847850" y="5448300"/>
          <p14:tracePt t="198146" x="1854200" y="5448300"/>
          <p14:tracePt t="198166" x="1854200" y="5441950"/>
          <p14:tracePt t="198187" x="1860550" y="5441950"/>
          <p14:tracePt t="198194" x="1866900" y="5441950"/>
          <p14:tracePt t="198208" x="1873250" y="5441950"/>
          <p14:tracePt t="198216" x="1879600" y="5441950"/>
          <p14:tracePt t="198231" x="1892300" y="5435600"/>
          <p14:tracePt t="198245" x="1911350" y="5435600"/>
          <p14:tracePt t="198261" x="1987550" y="5435600"/>
          <p14:tracePt t="198279" x="2127250" y="5422900"/>
          <p14:tracePt t="198295" x="2203450" y="5422900"/>
          <p14:tracePt t="198311" x="2355850" y="5422900"/>
          <p14:tracePt t="198328" x="2489200" y="5416550"/>
          <p14:tracePt t="198345" x="2540000" y="5416550"/>
          <p14:tracePt t="198361" x="2597150" y="5416550"/>
          <p14:tracePt t="198378" x="2622550" y="5410200"/>
          <p14:tracePt t="198394" x="2628900" y="5403850"/>
          <p14:tracePt t="198411" x="2628900" y="5397500"/>
          <p14:tracePt t="198462" x="2622550" y="5397500"/>
          <p14:tracePt t="198721" x="2616200" y="5391150"/>
          <p14:tracePt t="198749" x="2616200" y="5397500"/>
          <p14:tracePt t="198777" x="2616200" y="5410200"/>
          <p14:tracePt t="198798" x="2616200" y="5416550"/>
          <p14:tracePt t="198812" x="2616200" y="5422900"/>
          <p14:tracePt t="198828" x="2616200" y="5429250"/>
          <p14:tracePt t="198848" x="2616200" y="5435600"/>
          <p14:tracePt t="198861" x="2616200" y="5448300"/>
          <p14:tracePt t="198868" x="2616200" y="5461000"/>
          <p14:tracePt t="198883" x="2622550" y="5480050"/>
          <p14:tracePt t="198892" x="2622550" y="5505450"/>
          <p14:tracePt t="198910" x="2647950" y="5556250"/>
          <p14:tracePt t="198925" x="2647950" y="5581650"/>
          <p14:tracePt t="198942" x="2660650" y="5632450"/>
          <p14:tracePt t="198960" x="2679700" y="5664200"/>
          <p14:tracePt t="198976" x="2679700" y="5676900"/>
          <p14:tracePt t="198992" x="2692400" y="5695950"/>
          <p14:tracePt t="199009" x="2698750" y="5702300"/>
          <p14:tracePt t="199072" x="2705100" y="5702300"/>
          <p14:tracePt t="199107" x="2711450" y="5695950"/>
          <p14:tracePt t="199128" x="2711450" y="5689600"/>
          <p14:tracePt t="199163" x="2717800" y="5689600"/>
          <p14:tracePt t="199170" x="2724150" y="5689600"/>
          <p14:tracePt t="199199" x="2736850" y="5683250"/>
          <p14:tracePt t="199213" x="2743200" y="5683250"/>
          <p14:tracePt t="199220" x="2749550" y="5683250"/>
          <p14:tracePt t="199233" x="2762250" y="5676900"/>
          <p14:tracePt t="199242" x="2768600" y="5676900"/>
          <p14:tracePt t="199258" x="2781300" y="5676900"/>
          <p14:tracePt t="199275" x="2806700" y="5664200"/>
          <p14:tracePt t="199291" x="2838450" y="5657850"/>
          <p14:tracePt t="199308" x="2844800" y="5657850"/>
          <p14:tracePt t="199325" x="2857500" y="5657850"/>
          <p14:tracePt t="199341" x="2863850" y="5657850"/>
          <p14:tracePt t="199409" x="2863850" y="5651500"/>
          <p14:tracePt t="199423" x="2857500" y="5651500"/>
          <p14:tracePt t="199430" x="2851150" y="5651500"/>
          <p14:tracePt t="199451" x="2838450" y="5651500"/>
          <p14:tracePt t="199460" x="2832100" y="5651500"/>
          <p14:tracePt t="199475" x="2825750" y="5651500"/>
          <p14:tracePt t="199490" x="2813050" y="5651500"/>
          <p14:tracePt t="199507" x="2781300" y="5645150"/>
          <p14:tracePt t="199524" x="2730500" y="5632450"/>
          <p14:tracePt t="199540" x="2698750" y="5613400"/>
          <p14:tracePt t="199557" x="2667000" y="5581650"/>
          <p14:tracePt t="199573" x="2622550" y="5549900"/>
          <p14:tracePt t="199591" x="2609850" y="5537200"/>
          <p14:tracePt t="199607" x="2590800" y="5518150"/>
          <p14:tracePt t="199623" x="2578100" y="5492750"/>
          <p14:tracePt t="199641" x="2578100" y="5473700"/>
          <p14:tracePt t="199657" x="2578100" y="5467350"/>
          <p14:tracePt t="199673" x="2578100" y="5454650"/>
          <p14:tracePt t="199690" x="2578100" y="5441950"/>
          <p14:tracePt t="199707" x="2578100" y="5429250"/>
          <p14:tracePt t="199723" x="2578100" y="5416550"/>
          <p14:tracePt t="199740" x="2590800" y="5372100"/>
          <p14:tracePt t="199756" x="2597150" y="5353050"/>
          <p14:tracePt t="199774" x="2603500" y="5289550"/>
          <p14:tracePt t="199790" x="2609850" y="5264150"/>
          <p14:tracePt t="199806" x="2616200" y="5207000"/>
          <p14:tracePt t="199824" x="2622550" y="5175250"/>
          <p14:tracePt t="199839" x="2622550" y="5162550"/>
          <p14:tracePt t="199856" x="2622550" y="5149850"/>
          <p14:tracePt t="199873" x="2622550" y="5143500"/>
          <p14:tracePt t="199923" x="2622550" y="5149850"/>
          <p14:tracePt t="199935" x="2622550" y="5156200"/>
          <p14:tracePt t="199950" x="2622550" y="5168900"/>
          <p14:tracePt t="199964" x="2622550" y="5181600"/>
          <p14:tracePt t="199972" x="2622550" y="5194300"/>
          <p14:tracePt t="199989" x="2622550" y="5200650"/>
          <p14:tracePt t="200696" x="2628900" y="5200650"/>
          <p14:tracePt t="200702" x="2628900" y="5194300"/>
          <p14:tracePt t="200717" x="2635250" y="5194300"/>
          <p14:tracePt t="200723" x="2641600" y="5194300"/>
          <p14:tracePt t="200740" x="2647950" y="5187950"/>
          <p14:tracePt t="200766" x="2654300" y="5187950"/>
          <p14:tracePt t="200773" x="2660650" y="5187950"/>
          <p14:tracePt t="200794" x="2667000" y="5187950"/>
          <p14:tracePt t="200857" x="2673350" y="5187950"/>
          <p14:tracePt t="200878" x="2679700" y="5187950"/>
          <p14:tracePt t="200955" x="2686050" y="5200650"/>
          <p14:tracePt t="200984" x="2686050" y="5207000"/>
          <p14:tracePt t="200997" x="2686050" y="5213350"/>
          <p14:tracePt t="201005" x="2686050" y="5219700"/>
          <p14:tracePt t="201022" x="2686050" y="5226050"/>
          <p14:tracePt t="201036" x="2686050" y="5251450"/>
          <p14:tracePt t="201052" x="2692400" y="5289550"/>
          <p14:tracePt t="201069" x="2698750" y="5334000"/>
          <p14:tracePt t="201085" x="2698750" y="5359400"/>
          <p14:tracePt t="201102" x="2705100" y="5410200"/>
          <p14:tracePt t="201118" x="2711450" y="5448300"/>
          <p14:tracePt t="201135" x="2711450" y="5461000"/>
          <p14:tracePt t="201152" x="2717800" y="5486400"/>
          <p14:tracePt t="201168" x="2717800" y="5499100"/>
          <p14:tracePt t="201185" x="2717800" y="5511800"/>
          <p14:tracePt t="201218" x="2717800" y="5518150"/>
          <p14:tracePt t="201257" x="2724150" y="5524500"/>
          <p14:tracePt t="201887" x="2698750" y="5524500"/>
          <p14:tracePt t="201901" x="2660650" y="5524500"/>
          <p14:tracePt t="201908" x="2603500" y="5518150"/>
          <p14:tracePt t="201922" x="2565400" y="5511800"/>
          <p14:tracePt t="201932" x="2508250" y="5499100"/>
          <p14:tracePt t="201950" x="2457450" y="5499100"/>
          <p14:tracePt t="201965" x="2355850" y="5492750"/>
          <p14:tracePt t="201982" x="2273300" y="5492750"/>
          <p14:tracePt t="201999" x="2247900" y="5492750"/>
          <p14:tracePt t="202015" x="2197100" y="5486400"/>
          <p14:tracePt t="202032" x="2152650" y="5480050"/>
          <p14:tracePt t="202049" x="2120900" y="5480050"/>
          <p14:tracePt t="202065" x="2101850" y="5473700"/>
          <p14:tracePt t="202082" x="2070100" y="5467350"/>
          <p14:tracePt t="202098" x="2051050" y="5461000"/>
          <p14:tracePt t="202115" x="2038350" y="5454650"/>
          <p14:tracePt t="202131" x="2032000" y="5454650"/>
          <p14:tracePt t="202148" x="2012950" y="5441950"/>
          <p14:tracePt t="202165" x="2006600" y="5435600"/>
          <p14:tracePt t="202182" x="2000250" y="5429250"/>
          <p14:tracePt t="202198" x="1993900" y="5429250"/>
          <p14:tracePt t="202214" x="1987550" y="5429250"/>
          <p14:tracePt t="202247" x="1981200" y="5422900"/>
          <p14:tracePt t="202273" x="1974850" y="5422900"/>
          <p14:tracePt t="202282" x="1974850" y="5416550"/>
          <p14:tracePt t="202309" x="1968500" y="5410200"/>
          <p14:tracePt t="202330" x="1962150" y="5410200"/>
          <p14:tracePt t="202358" x="1962150" y="5403850"/>
          <p14:tracePt t="202379" x="1955800" y="5403850"/>
          <p14:tracePt t="202392" x="1949450" y="5403850"/>
          <p14:tracePt t="202400" x="1943100" y="5403850"/>
          <p14:tracePt t="202497" x="1936750" y="5403850"/>
          <p14:tracePt t="202611" x="1936750" y="5410200"/>
          <p14:tracePt t="202632" x="1943100" y="5410200"/>
          <p14:tracePt t="202653" x="1949450" y="5416550"/>
          <p14:tracePt t="202660" x="1955800" y="5416550"/>
          <p14:tracePt t="202681" x="1968500" y="5416550"/>
          <p14:tracePt t="202702" x="1981200" y="5416550"/>
          <p14:tracePt t="202708" x="2000250" y="5416550"/>
          <p14:tracePt t="202723" x="2019300" y="5422900"/>
          <p14:tracePt t="202732" x="2051050" y="5422900"/>
          <p14:tracePt t="202746" x="2089150" y="5422900"/>
          <p14:tracePt t="202763" x="2139950" y="5429250"/>
          <p14:tracePt t="202780" x="2330450" y="5429250"/>
          <p14:tracePt t="202796" x="2393950" y="5429250"/>
          <p14:tracePt t="202813" x="2463800" y="5441950"/>
          <p14:tracePt t="202830" x="2552700" y="5441950"/>
          <p14:tracePt t="202846" x="2635250" y="5454650"/>
          <p14:tracePt t="202863" x="2686050" y="5454650"/>
          <p14:tracePt t="202879" x="2698750" y="5461000"/>
          <p14:tracePt t="202896" x="2724150" y="5467350"/>
          <p14:tracePt t="202913" x="2736850" y="5473700"/>
          <p14:tracePt t="202990" x="2736850" y="5480050"/>
          <p14:tracePt t="203513" x="2717800" y="5480050"/>
          <p14:tracePt t="203520" x="2679700" y="5473700"/>
          <p14:tracePt t="203534" x="2635250" y="5461000"/>
          <p14:tracePt t="203544" x="2584450" y="5441950"/>
          <p14:tracePt t="203559" x="2546350" y="5441950"/>
          <p14:tracePt t="203577" x="2425700" y="5422900"/>
          <p14:tracePt t="203593" x="2374900" y="5422900"/>
          <p14:tracePt t="203609" x="2228850" y="5429250"/>
          <p14:tracePt t="203627" x="2051050" y="5461000"/>
          <p14:tracePt t="203643" x="1955800" y="5480050"/>
          <p14:tracePt t="203660" x="1765300" y="5492750"/>
          <p14:tracePt t="203676" x="1600200" y="5492750"/>
          <p14:tracePt t="203693" x="1536700" y="5499100"/>
          <p14:tracePt t="203710" x="1428750" y="5505450"/>
          <p14:tracePt t="203726" x="1339850" y="5518150"/>
          <p14:tracePt t="203744" x="1308100" y="5518150"/>
          <p14:tracePt t="203759" x="1257300" y="5511800"/>
          <p14:tracePt t="203776" x="1225550" y="5505450"/>
          <p14:tracePt t="203793" x="1219200" y="5499100"/>
          <p14:tracePt t="203809" x="1206500" y="5492750"/>
          <p14:tracePt t="203826" x="1187450" y="5492750"/>
          <p14:tracePt t="203843" x="1174750" y="5486400"/>
          <p14:tracePt t="203859" x="1162050" y="5486400"/>
          <p14:tracePt t="203876" x="1162050" y="5480050"/>
          <p14:tracePt t="203893" x="1143000" y="5473700"/>
          <p14:tracePt t="203909" x="1130300" y="5473700"/>
          <p14:tracePt t="203925" x="1123950" y="5473700"/>
          <p14:tracePt t="203942" x="1111250" y="5467350"/>
          <p14:tracePt t="203959" x="1104900" y="5467350"/>
          <p14:tracePt t="203993" x="1104900" y="5461000"/>
          <p14:tracePt t="204033" x="1104900" y="5454650"/>
          <p14:tracePt t="204054" x="1111250" y="5454650"/>
          <p14:tracePt t="204096" x="1111250" y="5448300"/>
          <p14:tracePt t="204139" x="1111250" y="5441950"/>
          <p14:tracePt t="204448" x="1117600" y="5441950"/>
          <p14:tracePt t="204518" x="1123950" y="5448300"/>
          <p14:tracePt t="204546" x="1130300" y="5448300"/>
          <p14:tracePt t="204581" x="1136650" y="5448300"/>
          <p14:tracePt t="204588" x="1143000" y="5448300"/>
          <p14:tracePt t="204595" x="1149350" y="5448300"/>
          <p14:tracePt t="204616" x="1155700" y="5448300"/>
          <p14:tracePt t="204630" x="1168400" y="5448300"/>
          <p14:tracePt t="204639" x="1187450" y="5448300"/>
          <p14:tracePt t="204656" x="1206500" y="5448300"/>
          <p14:tracePt t="204673" x="1276350" y="5448300"/>
          <p14:tracePt t="204689" x="1352550" y="5448300"/>
          <p14:tracePt t="204707" x="1390650" y="5448300"/>
          <p14:tracePt t="204723" x="1473200" y="5441950"/>
          <p14:tracePt t="204739" x="1543050" y="5435600"/>
          <p14:tracePt t="204756" x="1600200" y="5429250"/>
          <p14:tracePt t="204772" x="1619250" y="5429250"/>
          <p14:tracePt t="204789" x="1631950" y="5422900"/>
          <p14:tracePt t="204806" x="1670050" y="5422900"/>
          <p14:tracePt t="204823" x="1682750" y="5422900"/>
          <p14:tracePt t="204840" x="1714500" y="5422900"/>
          <p14:tracePt t="204855" x="1739900" y="5429250"/>
          <p14:tracePt t="205542" x="1778000" y="5429250"/>
          <p14:tracePt t="205549" x="1816100" y="5429250"/>
          <p14:tracePt t="205563" x="1854200" y="5429250"/>
          <p14:tracePt t="205572" x="1898650" y="5429250"/>
          <p14:tracePt t="205587" x="1936750" y="5429250"/>
          <p14:tracePt t="205602" x="1993900" y="5429250"/>
          <p14:tracePt t="205620" x="2038350" y="5429250"/>
          <p14:tracePt t="205636" x="2051050" y="5429250"/>
          <p14:tracePt t="205669" x="2057400" y="5429250"/>
          <p14:tracePt t="205710" x="2057400" y="5435600"/>
          <p14:tracePt t="205732" x="2057400" y="5441950"/>
          <p14:tracePt t="205754" x="2044700" y="5441950"/>
          <p14:tracePt t="205759" x="2038350" y="5441950"/>
          <p14:tracePt t="205774" x="2025650" y="5441950"/>
          <p14:tracePt t="205785" x="2019300" y="5441950"/>
          <p14:tracePt t="205802" x="2006600" y="5441950"/>
          <p14:tracePt t="205819" x="1993900" y="5441950"/>
          <p14:tracePt t="205835" x="1949450" y="5435600"/>
          <p14:tracePt t="205852" x="1917700" y="5416550"/>
          <p14:tracePt t="205868" x="1885950" y="5416550"/>
          <p14:tracePt t="205886" x="1847850" y="5397500"/>
          <p14:tracePt t="205901" x="1816100" y="5391150"/>
          <p14:tracePt t="205918" x="1803400" y="5384800"/>
          <p14:tracePt t="205935" x="1790700" y="5378450"/>
          <p14:tracePt t="205951" x="1790700" y="5372100"/>
          <p14:tracePt t="205972" x="1790700" y="5365750"/>
          <p14:tracePt t="205986" x="1790700" y="5359400"/>
          <p14:tracePt t="206005" x="1797050" y="5359400"/>
          <p14:tracePt t="206021" x="1803400" y="5359400"/>
          <p14:tracePt t="206035" x="1809750" y="5359400"/>
          <p14:tracePt t="206051" x="1822450" y="5359400"/>
          <p14:tracePt t="206069" x="1835150" y="5359400"/>
          <p14:tracePt t="208713" x="1854200" y="5359400"/>
          <p14:tracePt t="208720" x="1892300" y="5359400"/>
          <p14:tracePt t="208729" x="1924050" y="5365750"/>
          <p14:tracePt t="208743" x="1968500" y="5384800"/>
          <p14:tracePt t="208759" x="2006600" y="5397500"/>
          <p14:tracePt t="208776" x="2108200" y="5416550"/>
          <p14:tracePt t="208792" x="2139950" y="5429250"/>
          <p14:tracePt t="208808" x="2165350" y="5435600"/>
          <p14:tracePt t="208826" x="2216150" y="5454650"/>
          <p14:tracePt t="208841" x="2266950" y="5467350"/>
          <p14:tracePt t="208858" x="2298700" y="5473700"/>
          <p14:tracePt t="208875" x="2355850" y="5486400"/>
          <p14:tracePt t="208891" x="2406650" y="5505450"/>
          <p14:tracePt t="208908" x="2425700" y="5511800"/>
          <p14:tracePt t="208925" x="2463800" y="5518150"/>
          <p14:tracePt t="208941" x="2476500" y="5518150"/>
          <p14:tracePt t="208959" x="2489200" y="5518150"/>
          <p14:tracePt t="208974" x="2495550" y="5518150"/>
          <p14:tracePt t="208991" x="2501900" y="5511800"/>
          <p14:tracePt t="209008" x="2508250" y="5511800"/>
          <p14:tracePt t="209059" x="2514600" y="5511800"/>
          <p14:tracePt t="209177" x="2514600" y="5505450"/>
          <p14:tracePt t="210673" x="2527300" y="5511800"/>
          <p14:tracePt t="210687" x="2552700" y="5524500"/>
          <p14:tracePt t="210694" x="2584450" y="5549900"/>
          <p14:tracePt t="210708" x="2616200" y="5568950"/>
          <p14:tracePt t="210718" x="2635250" y="5588000"/>
          <p14:tracePt t="210736" x="2717800" y="5651500"/>
          <p14:tracePt t="210752" x="2749550" y="5676900"/>
          <p14:tracePt t="210768" x="2806700" y="5740400"/>
          <p14:tracePt t="210786" x="2863850" y="5797550"/>
          <p14:tracePt t="210801" x="2889250" y="5835650"/>
          <p14:tracePt t="210818" x="2927350" y="5873750"/>
          <p14:tracePt t="210835" x="2959100" y="5911850"/>
          <p14:tracePt t="210851" x="2971800" y="5924550"/>
          <p14:tracePt t="210868" x="2997200" y="5943600"/>
          <p14:tracePt t="210885" x="3003550" y="5956300"/>
          <p14:tracePt t="210901" x="3009900" y="5962650"/>
          <p14:tracePt t="210918" x="3022600" y="5975350"/>
          <p14:tracePt t="210934" x="3035300" y="5975350"/>
          <p14:tracePt t="210968" x="3041650" y="5975350"/>
          <p14:tracePt t="211094" x="3041650" y="5969000"/>
          <p14:tracePt t="211108" x="3041650" y="5962650"/>
          <p14:tracePt t="211115" x="3035300" y="5956300"/>
          <p14:tracePt t="211123" x="3028950" y="5956300"/>
          <p14:tracePt t="211137" x="3022600" y="5949950"/>
          <p14:tracePt t="211151" x="3009900" y="5943600"/>
          <p14:tracePt t="211167" x="2978150" y="5924550"/>
          <p14:tracePt t="211184" x="2952750" y="5911850"/>
          <p14:tracePt t="211200" x="2870200" y="5861050"/>
          <p14:tracePt t="211217" x="2743200" y="5797550"/>
          <p14:tracePt t="211234" x="2667000" y="5759450"/>
          <p14:tracePt t="211250" x="2527300" y="5683250"/>
          <p14:tracePt t="211267" x="2470150" y="5645150"/>
          <p14:tracePt t="211284" x="2336800" y="5562600"/>
          <p14:tracePt t="211300" x="2311400" y="5537200"/>
          <p14:tracePt t="211317" x="2292350" y="5530850"/>
          <p14:tracePt t="211333" x="2273300" y="5511800"/>
          <p14:tracePt t="211350" x="2260600" y="5505450"/>
          <p14:tracePt t="211366" x="2254250" y="5505450"/>
          <p14:tracePt t="211410" x="2260600" y="5505450"/>
          <p14:tracePt t="211419" x="2266950" y="5505450"/>
          <p14:tracePt t="211439" x="2273300" y="5505450"/>
          <p14:tracePt t="211449" x="2279650" y="5505450"/>
          <p14:tracePt t="211467" x="2286000" y="5511800"/>
          <p14:tracePt t="211483" x="2292350" y="5511800"/>
          <p14:tracePt t="211500" x="2311400" y="5524500"/>
          <p14:tracePt t="211516" x="2343150" y="5530850"/>
          <p14:tracePt t="211532" x="2374900" y="5543550"/>
          <p14:tracePt t="211549" x="2438400" y="5575300"/>
          <p14:tracePt t="211566" x="2546350" y="5619750"/>
          <p14:tracePt t="211582" x="2603500" y="5657850"/>
          <p14:tracePt t="211586" x="2660650" y="5689600"/>
          <p14:tracePt t="211602" x="2717800" y="5715000"/>
          <p14:tracePt t="211616" x="2819400" y="5772150"/>
          <p14:tracePt t="211632" x="2851150" y="5797550"/>
          <p14:tracePt t="211649" x="2901950" y="5822950"/>
          <p14:tracePt t="211665" x="2914650" y="5829300"/>
          <p14:tracePt t="211682" x="2927350" y="5829300"/>
          <p14:tracePt t="211699" x="2933700" y="5835650"/>
          <p14:tracePt t="211719" x="2933700" y="5842000"/>
          <p14:tracePt t="211768" x="2933700" y="5848350"/>
          <p14:tracePt t="212422" x="2895600" y="5842000"/>
          <p14:tracePt t="212430" x="2813050" y="5810250"/>
          <p14:tracePt t="212443" x="2743200" y="5759450"/>
          <p14:tracePt t="212450" x="2667000" y="5721350"/>
          <p14:tracePt t="212466" x="2597150" y="5670550"/>
          <p14:tracePt t="212479" x="2432050" y="5588000"/>
          <p14:tracePt t="212496" x="2343150" y="5556250"/>
          <p14:tracePt t="212513" x="2247900" y="5537200"/>
          <p14:tracePt t="212529" x="2108200" y="5530850"/>
          <p14:tracePt t="212545" x="2000250" y="5499100"/>
          <p14:tracePt t="212563" x="1936750" y="5499100"/>
          <p14:tracePt t="212579" x="1917700" y="5486400"/>
          <p14:tracePt t="212595" x="1879600" y="5480050"/>
          <p14:tracePt t="212612" x="1841500" y="5467350"/>
          <p14:tracePt t="212628" x="1828800" y="5467350"/>
          <p14:tracePt t="212632" x="1822450" y="5467350"/>
          <p14:tracePt t="212645" x="1822450" y="5461000"/>
          <p14:tracePt t="212662" x="1809750" y="5454650"/>
          <p14:tracePt t="212678" x="1803400" y="5454650"/>
          <p14:tracePt t="212712" x="1803400" y="5448300"/>
          <p14:tracePt t="212752" x="1809750" y="5448300"/>
          <p14:tracePt t="212759" x="1816100" y="5448300"/>
          <p14:tracePt t="212780" x="1822450" y="5448300"/>
          <p14:tracePt t="212801" x="1828800" y="5448300"/>
          <p14:tracePt t="212816" x="1841500" y="5448300"/>
          <p14:tracePt t="212829" x="1854200" y="5454650"/>
          <p14:tracePt t="212843" x="1860550" y="5454650"/>
          <p14:tracePt t="212851" x="1873250" y="5461000"/>
          <p14:tracePt t="212865" x="1879600" y="5461000"/>
          <p14:tracePt t="212878" x="1885950" y="5461000"/>
          <p14:tracePt t="212894" x="1924050" y="5461000"/>
          <p14:tracePt t="212911" x="1943100" y="5467350"/>
          <p14:tracePt t="212928" x="2000250" y="5473700"/>
          <p14:tracePt t="212944" x="2057400" y="5480050"/>
          <p14:tracePt t="212961" x="2089150" y="5492750"/>
          <p14:tracePt t="212977" x="2127250" y="5492750"/>
          <p14:tracePt t="212994" x="2159000" y="5492750"/>
          <p14:tracePt t="213011" x="2171700" y="5492750"/>
          <p14:tracePt t="213027" x="2178050" y="5492750"/>
          <p14:tracePt t="213044" x="2184400" y="5492750"/>
          <p14:tracePt t="213124" x="2190750" y="5492750"/>
          <p14:tracePt t="213181" x="2197100" y="5492750"/>
          <p14:tracePt t="213195" x="2203450" y="5492750"/>
          <p14:tracePt t="213216" x="2209800" y="5492750"/>
          <p14:tracePt t="213223" x="2216150" y="5486400"/>
          <p14:tracePt t="213230" x="2222500" y="5486400"/>
          <p14:tracePt t="213246" x="2228850" y="5486400"/>
          <p14:tracePt t="213260" x="2241550" y="5480050"/>
          <p14:tracePt t="213276" x="2273300" y="5473700"/>
          <p14:tracePt t="213293" x="2324100" y="5461000"/>
          <p14:tracePt t="213309" x="2355850" y="5441950"/>
          <p14:tracePt t="213326" x="2413000" y="5422900"/>
          <p14:tracePt t="213343" x="2489200" y="5384800"/>
          <p14:tracePt t="213359" x="2533650" y="5372100"/>
          <p14:tracePt t="213376" x="2552700" y="5365750"/>
          <p14:tracePt t="213392" x="2616200" y="5340350"/>
          <p14:tracePt t="213409" x="2628900" y="5340350"/>
          <p14:tracePt t="213426" x="2647950" y="5340350"/>
          <p14:tracePt t="213442" x="2654300" y="5334000"/>
          <p14:tracePt t="213483" x="2660650" y="5334000"/>
          <p14:tracePt t="213503" x="2667000" y="5334000"/>
          <p14:tracePt t="213518" x="2673350" y="5340350"/>
          <p14:tracePt t="213526" x="2686050" y="5340350"/>
          <p14:tracePt t="213546" x="2692400" y="5340350"/>
          <p14:tracePt t="214025" x="2686050" y="5346700"/>
          <p14:tracePt t="214039" x="2673350" y="5353050"/>
          <p14:tracePt t="214046" x="2647950" y="5359400"/>
          <p14:tracePt t="214060" x="2635250" y="5365750"/>
          <p14:tracePt t="214074" x="2616200" y="5365750"/>
          <p14:tracePt t="214090" x="2609850" y="5365750"/>
          <p14:tracePt t="214107" x="2603500" y="5365750"/>
          <p14:tracePt t="214123" x="2597150" y="5365750"/>
          <p14:tracePt t="214187" x="2603500" y="5365750"/>
          <p14:tracePt t="214208" x="2609850" y="5365750"/>
          <p14:tracePt t="214215" x="2616200" y="5365750"/>
          <p14:tracePt t="214236" x="2622550" y="5365750"/>
          <p14:tracePt t="214249" x="2628900" y="5372100"/>
          <p14:tracePt t="214259" x="2635250" y="5372100"/>
          <p14:tracePt t="214272" x="2647950" y="5372100"/>
          <p14:tracePt t="214289" x="2654300" y="5378450"/>
          <p14:tracePt t="214307" x="2679700" y="5378450"/>
          <p14:tracePt t="214323" x="2686050" y="5384800"/>
          <p14:tracePt t="214339" x="2705100" y="5384800"/>
          <p14:tracePt t="214356" x="2768600" y="5397500"/>
          <p14:tracePt t="214372" x="2787650" y="5397500"/>
          <p14:tracePt t="214390" x="2819400" y="5403850"/>
          <p14:tracePt t="214406" x="2832100" y="5403850"/>
          <p14:tracePt t="214422" x="2851150" y="5403850"/>
          <p14:tracePt t="214440" x="2863850" y="5403850"/>
          <p14:tracePt t="214471" x="2870200" y="5403850"/>
          <p14:tracePt t="214496" x="2876550" y="5403850"/>
          <p14:tracePt t="214580" x="2876550" y="5397500"/>
          <p14:tracePt t="214586" x="2870200" y="5397500"/>
          <p14:tracePt t="214622" x="2857500" y="5397500"/>
          <p14:tracePt t="214629" x="2844800" y="5397500"/>
          <p14:tracePt t="214638" x="2825750" y="5397500"/>
          <p14:tracePt t="214655" x="2781300" y="5403850"/>
          <p14:tracePt t="214672" x="2654300" y="5397500"/>
          <p14:tracePt t="214688" x="2578100" y="5397500"/>
          <p14:tracePt t="214705" x="2362200" y="5403850"/>
          <p14:tracePt t="214721" x="2120900" y="5403850"/>
          <p14:tracePt t="214737" x="1993900" y="5410200"/>
          <p14:tracePt t="214755" x="1752600" y="5410200"/>
          <p14:tracePt t="214771" x="1536700" y="5397500"/>
          <p14:tracePt t="214788" x="1447800" y="5397500"/>
          <p14:tracePt t="214806" x="1308100" y="5397500"/>
          <p14:tracePt t="214821" x="1193800" y="5397500"/>
          <p14:tracePt t="214838" x="1155700" y="5397500"/>
          <p14:tracePt t="214854" x="1066800" y="5397500"/>
          <p14:tracePt t="214871" x="984250" y="5397500"/>
          <p14:tracePt t="214888" x="958850" y="5397500"/>
          <p14:tracePt t="214904" x="901700" y="5397500"/>
          <p14:tracePt t="214921" x="857250" y="5397500"/>
          <p14:tracePt t="214938" x="831850" y="5397500"/>
          <p14:tracePt t="214953" x="819150" y="5397500"/>
          <p14:tracePt t="214970" x="812800" y="5397500"/>
          <p14:tracePt t="214988" x="793750" y="5397500"/>
          <p14:tracePt t="215093" x="800100" y="5397500"/>
          <p14:tracePt t="215121" x="806450" y="5397500"/>
          <p14:tracePt t="215191" x="812800" y="5397500"/>
          <p14:tracePt t="215198" x="819150" y="5397500"/>
          <p14:tracePt t="215241" x="825500" y="5397500"/>
          <p14:tracePt t="215262" x="831850" y="5397500"/>
          <p14:tracePt t="215290" x="838200" y="5397500"/>
          <p14:tracePt t="215304" x="844550" y="5397500"/>
          <p14:tracePt t="215339" x="850900" y="5397500"/>
          <p14:tracePt t="215360" x="863600" y="5397500"/>
          <p14:tracePt t="215402" x="876300" y="5403850"/>
          <p14:tracePt t="215423" x="889000" y="5403850"/>
          <p14:tracePt t="215430" x="895350" y="5403850"/>
          <p14:tracePt t="215444" x="908050" y="5403850"/>
          <p14:tracePt t="215453" x="927100" y="5403850"/>
          <p14:tracePt t="215468" x="952500" y="5410200"/>
          <p14:tracePt t="215486" x="1035050" y="5410200"/>
          <p14:tracePt t="215501" x="1136650" y="5410200"/>
          <p14:tracePt t="215519" x="1200150" y="5410200"/>
          <p14:tracePt t="215536" x="1263650" y="5410200"/>
          <p14:tracePt t="215552" x="1479550" y="5410200"/>
          <p14:tracePt t="215569" x="1543050" y="5410200"/>
          <p14:tracePt t="215585" x="1670050" y="5410200"/>
          <p14:tracePt t="215602" x="1727200" y="5410200"/>
          <p14:tracePt t="215618" x="1809750" y="5391150"/>
          <p14:tracePt t="215635" x="1866900" y="5384800"/>
          <p14:tracePt t="215652" x="1885950" y="5378450"/>
          <p14:tracePt t="215668" x="1930400" y="5378450"/>
          <p14:tracePt t="215684" x="1943100" y="5378450"/>
          <p14:tracePt t="215701" x="1955800" y="5372100"/>
          <p14:tracePt t="215718" x="1968500" y="5365750"/>
          <p14:tracePt t="215734" x="1974850" y="5365750"/>
          <p14:tracePt t="215751" x="1981200" y="5365750"/>
          <p14:tracePt t="215768" x="1987550" y="5365750"/>
          <p14:tracePt t="215784" x="2000250" y="5365750"/>
          <p14:tracePt t="215818" x="2006600" y="5365750"/>
          <p14:tracePt t="215834" x="2012950" y="5365750"/>
          <p14:tracePt t="215887" x="2019300" y="5365750"/>
          <p14:tracePt t="215964" x="2025650" y="5365750"/>
          <p14:tracePt t="215971" x="2025650" y="5372100"/>
          <p14:tracePt t="215992" x="2032000" y="5372100"/>
          <p14:tracePt t="216014" x="2044700" y="5372100"/>
          <p14:tracePt t="216027" x="2051050" y="5372100"/>
          <p14:tracePt t="216037" x="2057400" y="5372100"/>
          <p14:tracePt t="216050" x="2070100" y="5378450"/>
          <p14:tracePt t="216067" x="2108200" y="5384800"/>
          <p14:tracePt t="216084" x="2139950" y="5384800"/>
          <p14:tracePt t="216100" x="2241550" y="5384800"/>
          <p14:tracePt t="216117" x="2343150" y="5384800"/>
          <p14:tracePt t="216133" x="2508250" y="5384800"/>
          <p14:tracePt t="216149" x="2584450" y="5384800"/>
          <p14:tracePt t="216166" x="2673350" y="5384800"/>
          <p14:tracePt t="216183" x="2914650" y="5384800"/>
          <p14:tracePt t="216199" x="2984500" y="5372100"/>
          <p14:tracePt t="216217" x="3086100" y="5365750"/>
          <p14:tracePt t="216233" x="3117850" y="5365750"/>
          <p14:tracePt t="216249" x="3175000" y="5359400"/>
          <p14:tracePt t="216266" x="3194050" y="5359400"/>
          <p14:tracePt t="216282" x="3206750" y="5359400"/>
          <p14:tracePt t="216299" x="3219450" y="5359400"/>
          <p14:tracePt t="216316" x="3225800" y="5359400"/>
          <p14:tracePt t="216332" x="3232150" y="5359400"/>
          <p14:tracePt t="216477" x="3225800" y="5359400"/>
          <p14:tracePt t="216604" x="3225800" y="5365750"/>
          <p14:tracePt t="216618" x="3225800" y="5372100"/>
          <p14:tracePt t="217100" x="3282950" y="5372100"/>
          <p14:tracePt t="217107" x="3359150" y="5372100"/>
          <p14:tracePt t="217121" x="3448050" y="5372100"/>
          <p14:tracePt t="217129" x="3562350" y="5372100"/>
          <p14:tracePt t="217146" x="3651250" y="5384800"/>
          <p14:tracePt t="217163" x="3829050" y="5403850"/>
          <p14:tracePt t="217180" x="3987800" y="5422900"/>
          <p14:tracePt t="217196" x="4025900" y="5422900"/>
          <p14:tracePt t="217213" x="4083050" y="5422900"/>
          <p14:tracePt t="217229" x="4108450" y="5429250"/>
          <p14:tracePt t="217248" x="4121150" y="5429250"/>
          <p14:tracePt t="217262" x="4121150" y="5435600"/>
          <p14:tracePt t="217415" x="4127500" y="5435600"/>
          <p14:tracePt t="217436" x="4133850" y="5435600"/>
          <p14:tracePt t="217457" x="4140200" y="5435600"/>
          <p14:tracePt t="217471" x="4146550" y="5441950"/>
          <p14:tracePt t="217481" x="4152900" y="5441950"/>
          <p14:tracePt t="217507" x="4159250" y="5441950"/>
          <p14:tracePt t="217529" x="4165600" y="5448300"/>
          <p14:tracePt t="217542" x="4171950" y="5454650"/>
          <p14:tracePt t="217563" x="4178300" y="5461000"/>
          <p14:tracePt t="217570" x="4184650" y="5461000"/>
          <p14:tracePt t="217598" x="4191000" y="5467350"/>
          <p14:tracePt t="217619" x="4191000" y="5473700"/>
          <p14:tracePt t="217640" x="4197350" y="5473700"/>
          <p14:tracePt t="217668" x="4203700" y="5480050"/>
          <p14:tracePt t="217675" x="4210050" y="5480050"/>
          <p14:tracePt t="218212" x="4191000" y="5486400"/>
          <p14:tracePt t="218219" x="4146550" y="5499100"/>
          <p14:tracePt t="218233" x="4108450" y="5505450"/>
          <p14:tracePt t="218243" x="4064000" y="5524500"/>
          <p14:tracePt t="218259" x="4038600" y="5530850"/>
          <p14:tracePt t="218277" x="3962400" y="5543550"/>
          <p14:tracePt t="218293" x="3892550" y="5568950"/>
          <p14:tracePt t="218309" x="3860800" y="5575300"/>
          <p14:tracePt t="218327" x="3778250" y="5594350"/>
          <p14:tracePt t="218343" x="3752850" y="5600700"/>
          <p14:tracePt t="218359" x="3683000" y="5613400"/>
          <p14:tracePt t="218376" x="3613150" y="5626100"/>
          <p14:tracePt t="218392" x="3581400" y="5632450"/>
          <p14:tracePt t="218410" x="3524250" y="5645150"/>
          <p14:tracePt t="218425" x="3473450" y="5670550"/>
          <p14:tracePt t="218442" x="3441700" y="5676900"/>
          <p14:tracePt t="218459" x="3390900" y="5695950"/>
          <p14:tracePt t="218475" x="3340100" y="5708650"/>
          <p14:tracePt t="218492" x="3314700" y="5715000"/>
          <p14:tracePt t="218508" x="3263900" y="5734050"/>
          <p14:tracePt t="218525" x="3206750" y="5734050"/>
          <p14:tracePt t="218542" x="3149600" y="5734050"/>
          <p14:tracePt t="218559" x="3111500" y="5734050"/>
          <p14:tracePt t="218575" x="3048000" y="5715000"/>
          <p14:tracePt t="218593" x="2978150" y="5689600"/>
          <p14:tracePt t="218608" x="2933700" y="5676900"/>
          <p14:tracePt t="218625" x="2901950" y="5657850"/>
          <p14:tracePt t="218642" x="2832100" y="5626100"/>
          <p14:tracePt t="218644" x="2787650" y="5607050"/>
          <p14:tracePt t="218658" x="2755900" y="5600700"/>
          <p14:tracePt t="218675" x="2705100" y="5594350"/>
          <p14:tracePt t="218692" x="2635250" y="5575300"/>
          <p14:tracePt t="218708" x="2559050" y="5556250"/>
          <p14:tracePt t="218726" x="2501900" y="5543550"/>
          <p14:tracePt t="218741" x="2482850" y="5543550"/>
          <p14:tracePt t="218758" x="2438400" y="5543550"/>
          <p14:tracePt t="218775" x="2400300" y="5549900"/>
          <p14:tracePt t="218791" x="2387600" y="5556250"/>
          <p14:tracePt t="218807" x="2362200" y="5575300"/>
          <p14:tracePt t="218824" x="2343150" y="5588000"/>
          <p14:tracePt t="218841" x="2336800" y="5588000"/>
          <p14:tracePt t="218857" x="2324100" y="5594350"/>
          <p14:tracePt t="218874" x="2317750" y="5600700"/>
          <p14:tracePt t="218890" x="2317750" y="5607050"/>
          <p14:tracePt t="218908" x="2311400" y="5613400"/>
          <p14:tracePt t="218924" x="2305050" y="5619750"/>
          <p14:tracePt t="218960" x="2305050" y="5626100"/>
          <p14:tracePt t="218985" x="2298700" y="5626100"/>
          <p14:tracePt t="219013" x="2298700" y="5632450"/>
          <p14:tracePt t="219034" x="2298700" y="5645150"/>
          <p14:tracePt t="219062" x="2298700" y="5651500"/>
          <p14:tracePt t="219083" x="2292350" y="5657850"/>
          <p14:tracePt t="219104" x="2286000" y="5664200"/>
          <p14:tracePt t="219118" x="2286000" y="5670550"/>
          <p14:tracePt t="219146" x="2279650" y="5676900"/>
          <p14:tracePt t="219168" x="2279650" y="5683250"/>
          <p14:tracePt t="219189" x="2273300" y="5689600"/>
          <p14:tracePt t="219196" x="2273300" y="5695950"/>
          <p14:tracePt t="219206" x="2273300" y="5702300"/>
          <p14:tracePt t="219223" x="2266950" y="5702300"/>
          <p14:tracePt t="219240" x="2260600" y="5708650"/>
          <p14:tracePt t="219256" x="2254250" y="5715000"/>
          <p14:tracePt t="219273" x="2254250" y="5721350"/>
          <p14:tracePt t="219289" x="2247900" y="5734050"/>
          <p14:tracePt t="219323" x="2241550" y="5740400"/>
          <p14:tracePt t="219339" x="2241550" y="5746750"/>
          <p14:tracePt t="219372" x="2241550" y="5753100"/>
          <p14:tracePt t="219389" x="2241550" y="5759450"/>
          <p14:tracePt t="219408" x="2241550" y="5765800"/>
          <p14:tracePt t="219434" x="2241550" y="5772150"/>
          <p14:tracePt t="219456" x="2241550" y="5778500"/>
          <p14:tracePt t="219505" x="2247900" y="5778500"/>
          <p14:tracePt t="219526" x="2254250" y="5784850"/>
          <p14:tracePt t="219547" x="2266950" y="5791200"/>
          <p14:tracePt t="219556" x="2266950" y="5797550"/>
          <p14:tracePt t="219568" x="2279650" y="5797550"/>
          <p14:tracePt t="219575" x="2292350" y="5803900"/>
          <p14:tracePt t="219591" x="2311400" y="5810250"/>
          <p14:tracePt t="219605" x="2343150" y="5816600"/>
          <p14:tracePt t="219621" x="2413000" y="5835650"/>
          <p14:tracePt t="219638" x="2451100" y="5842000"/>
          <p14:tracePt t="219641" x="2520950" y="5861050"/>
          <p14:tracePt t="219655" x="2584450" y="5873750"/>
          <p14:tracePt t="219671" x="2730500" y="5892800"/>
          <p14:tracePt t="219688" x="2882900" y="5892800"/>
          <p14:tracePt t="219705" x="2946400" y="5892800"/>
          <p14:tracePt t="219721" x="3060700" y="5892800"/>
          <p14:tracePt t="219738" x="3155950" y="5899150"/>
          <p14:tracePt t="219754" x="3194050" y="5905500"/>
          <p14:tracePt t="219771" x="3244850" y="5911850"/>
          <p14:tracePt t="219788" x="3270250" y="5911850"/>
          <p14:tracePt t="219804" x="3276600" y="5911850"/>
          <p14:tracePt t="219821" x="3289300" y="5911850"/>
          <p14:tracePt t="219927" x="3295650" y="5918200"/>
          <p14:tracePt t="219933" x="3295650" y="5924550"/>
          <p14:tracePt t="219947" x="3302000" y="5924550"/>
          <p14:tracePt t="219956" x="3308350" y="5930900"/>
          <p14:tracePt t="220337" x="3321050" y="5949950"/>
          <p14:tracePt t="220352" x="3340100" y="5969000"/>
          <p14:tracePt t="220358" x="3365500" y="5994400"/>
          <p14:tracePt t="220372" x="3378200" y="6013450"/>
          <p14:tracePt t="220386" x="3403600" y="6038850"/>
          <p14:tracePt t="220402" x="3429000" y="6076950"/>
          <p14:tracePt t="220419" x="3441700" y="6089650"/>
          <p14:tracePt t="220435" x="3479800" y="6127750"/>
          <p14:tracePt t="220452" x="3511550" y="6153150"/>
          <p14:tracePt t="220468" x="3517900" y="6159500"/>
          <p14:tracePt t="220485" x="3549650" y="6178550"/>
          <p14:tracePt t="220502" x="3568700" y="6191250"/>
          <p14:tracePt t="220518" x="3581400" y="6197600"/>
          <p14:tracePt t="220535" x="3594100" y="6203950"/>
          <p14:tracePt t="220551" x="3606800" y="6210300"/>
          <p14:tracePt t="220590" x="3613150" y="6210300"/>
          <p14:tracePt t="220619" x="3619500" y="6216650"/>
          <p14:tracePt t="220625" x="3625850" y="6216650"/>
          <p14:tracePt t="220639" x="3632200" y="6216650"/>
          <p14:tracePt t="221250" x="3606800" y="6216650"/>
          <p14:tracePt t="221266" x="3562350" y="6210300"/>
          <p14:tracePt t="221271" x="3511550" y="6210300"/>
          <p14:tracePt t="221286" x="3460750" y="6210300"/>
          <p14:tracePt t="221299" x="3397250" y="6210300"/>
          <p14:tracePt t="221315" x="3270250" y="6210300"/>
          <p14:tracePt t="221332" x="3200400" y="6210300"/>
          <p14:tracePt t="221349" x="3060700" y="6210300"/>
          <p14:tracePt t="221365" x="2933700" y="6210300"/>
          <p14:tracePt t="221382" x="2901950" y="6210300"/>
          <p14:tracePt t="221399" x="2844800" y="6210300"/>
          <p14:tracePt t="221415" x="2819400" y="6210300"/>
          <p14:tracePt t="221432" x="2813050" y="6203950"/>
          <p14:tracePt t="221449" x="2800350" y="6203950"/>
          <p14:tracePt t="221465" x="2781300" y="6191250"/>
          <p14:tracePt t="221483" x="2774950" y="6184900"/>
          <p14:tracePt t="221498" x="2762250" y="6172200"/>
          <p14:tracePt t="221515" x="2755900" y="6165850"/>
          <p14:tracePt t="221533" x="2736850" y="6146800"/>
          <p14:tracePt t="221548" x="2730500" y="6140450"/>
          <p14:tracePt t="221564" x="2724150" y="6140450"/>
          <p14:tracePt t="221581" x="2717800" y="6140450"/>
          <p14:tracePt t="221598" x="2717800" y="6134100"/>
          <p14:tracePt t="221614" x="2717800" y="6127750"/>
          <p14:tracePt t="221647" x="2717800" y="6121400"/>
          <p14:tracePt t="221668" x="2717800" y="6115050"/>
          <p14:tracePt t="221681" x="2717800" y="6108700"/>
          <p14:tracePt t="221728" x="2717800" y="6102350"/>
          <p14:tracePt t="221742" x="2717800" y="6096000"/>
          <p14:tracePt t="221765" x="2724150" y="6089650"/>
          <p14:tracePt t="221784" x="2724150" y="6083300"/>
          <p14:tracePt t="221813" x="2724150" y="6076950"/>
          <p14:tracePt t="221834" x="2724150" y="6070600"/>
          <p14:tracePt t="221855" x="2724150" y="6057900"/>
          <p14:tracePt t="221876" x="2724150" y="6051550"/>
          <p14:tracePt t="221883" x="2724150" y="6038850"/>
          <p14:tracePt t="221899" x="2724150" y="6019800"/>
          <p14:tracePt t="221913" x="2724150" y="6000750"/>
          <p14:tracePt t="221930" x="2724150" y="5949950"/>
          <p14:tracePt t="221948" x="2724150" y="5899150"/>
          <p14:tracePt t="221963" x="2724150" y="5880100"/>
          <p14:tracePt t="221980" x="2724150" y="5848350"/>
          <p14:tracePt t="221998" x="2724150" y="5835650"/>
          <p14:tracePt t="222465" x="2717800" y="5772150"/>
          <p14:tracePt t="222472" x="2698750" y="5708650"/>
          <p14:tracePt t="222481" x="2679700" y="5651500"/>
          <p14:tracePt t="222495" x="2660650" y="5613400"/>
          <p14:tracePt t="222511" x="2654300" y="5581650"/>
          <p14:tracePt t="222528" x="2628900" y="5499100"/>
          <p14:tracePt t="222545" x="2609850" y="5403850"/>
          <p14:tracePt t="222561" x="2590800" y="5346700"/>
          <p14:tracePt t="222578" x="2546350" y="5213350"/>
          <p14:tracePt t="222594" x="2495550" y="5041900"/>
          <p14:tracePt t="222611" x="2476500" y="4972050"/>
          <p14:tracePt t="222628" x="2432050" y="4889500"/>
          <p14:tracePt t="222644" x="2419350" y="4838700"/>
          <p14:tracePt t="222661" x="2413000" y="4813300"/>
          <p14:tracePt t="222678" x="2387600" y="4787900"/>
          <p14:tracePt t="222694" x="2374900" y="4756150"/>
          <p14:tracePt t="222711" x="2349500" y="4730750"/>
          <p14:tracePt t="222728" x="2349500" y="4724400"/>
          <p14:tracePt t="222744" x="2343150" y="4711700"/>
          <p14:tracePt t="222761" x="2336800" y="4692650"/>
          <p14:tracePt t="222777" x="2336800" y="4679950"/>
          <p14:tracePt t="222794" x="2330450" y="4673600"/>
          <p14:tracePt t="222827" x="2324100" y="4660900"/>
          <p14:tracePt t="222843" x="2324100" y="4654550"/>
          <p14:tracePt t="222860" x="2324100" y="4635500"/>
          <p14:tracePt t="222877" x="2324100" y="4622800"/>
          <p14:tracePt t="222894" x="2324100" y="4616450"/>
          <p14:tracePt t="222910" x="2317750" y="4597400"/>
          <p14:tracePt t="222926" x="2317750" y="4578350"/>
          <p14:tracePt t="222944" x="2317750" y="4565650"/>
          <p14:tracePt t="222960" x="2317750" y="4559300"/>
          <p14:tracePt t="222976" x="2317750" y="4546600"/>
          <p14:tracePt t="222994" x="2317750" y="4533900"/>
          <p14:tracePt t="226850" x="2362200" y="4552950"/>
          <p14:tracePt t="226857" x="2406650" y="4578350"/>
          <p14:tracePt t="226871" x="2451100" y="4597400"/>
          <p14:tracePt t="226879" x="2508250" y="4635500"/>
          <p14:tracePt t="226896" x="2546350" y="4667250"/>
          <p14:tracePt t="226913" x="2578100" y="4705350"/>
          <p14:tracePt t="226929" x="2647950" y="4762500"/>
          <p14:tracePt t="226946" x="2660650" y="4768850"/>
          <p14:tracePt t="226963" x="2679700" y="4787900"/>
          <p14:tracePt t="226979" x="2679700" y="4794250"/>
          <p14:tracePt t="226996" x="2686050" y="4806950"/>
          <p14:tracePt t="227012" x="2686050" y="4813300"/>
          <p14:tracePt t="227032" x="2686050" y="4819650"/>
          <p14:tracePt t="227045" x="2686050" y="4826000"/>
          <p14:tracePt t="227103" x="2686050" y="4838700"/>
          <p14:tracePt t="227110" x="2686050" y="4845050"/>
          <p14:tracePt t="227117" x="2686050" y="4851400"/>
          <p14:tracePt t="227132" x="2686050" y="4857750"/>
          <p14:tracePt t="227145" x="2679700" y="4864100"/>
          <p14:tracePt t="227676" x="2705100" y="4838700"/>
          <p14:tracePt t="227683" x="2755900" y="4781550"/>
          <p14:tracePt t="227693" x="2800350" y="4743450"/>
          <p14:tracePt t="227710" x="2857500" y="4686300"/>
          <p14:tracePt t="227726" x="3009900" y="4540250"/>
          <p14:tracePt t="227743" x="3181350" y="4387850"/>
          <p14:tracePt t="227760" x="3333750" y="4229100"/>
          <p14:tracePt t="227776" x="3409950" y="4159250"/>
          <p14:tracePt t="227793" x="3467100" y="4089400"/>
          <p14:tracePt t="227810" x="3613150" y="3968750"/>
          <p14:tracePt t="227826" x="3740150" y="3867150"/>
          <p14:tracePt t="227842" x="3797300" y="3829050"/>
          <p14:tracePt t="227859" x="3898900" y="3765550"/>
          <p14:tracePt t="227876" x="3981450" y="3683000"/>
          <p14:tracePt t="227893" x="4025900" y="3644900"/>
          <p14:tracePt t="227909" x="4095750" y="3575050"/>
          <p14:tracePt t="227926" x="4171950" y="3486150"/>
          <p14:tracePt t="227943" x="4235450" y="3416300"/>
          <p14:tracePt t="227959" x="4273550" y="3384550"/>
          <p14:tracePt t="227975" x="4337050" y="3321050"/>
          <p14:tracePt t="227993" x="4438650" y="3257550"/>
          <p14:tracePt t="228009" x="4495800" y="3232150"/>
          <p14:tracePt t="228025" x="4578350" y="3181350"/>
          <p14:tracePt t="228042" x="4635500" y="3155950"/>
          <p14:tracePt t="228058" x="4660900" y="3143250"/>
          <p14:tracePt t="228076" x="4679950" y="3136900"/>
          <p14:tracePt t="228091" x="4730750" y="3124200"/>
          <p14:tracePt t="228108" x="4768850" y="3111500"/>
          <p14:tracePt t="228125" x="4787900" y="3111500"/>
          <p14:tracePt t="228142" x="4838700" y="3105150"/>
          <p14:tracePt t="228158" x="4895850" y="3098800"/>
          <p14:tracePt t="228175" x="4946650" y="3092450"/>
          <p14:tracePt t="228191" x="4978400" y="3092450"/>
          <p14:tracePt t="228208" x="5022850" y="3092450"/>
          <p14:tracePt t="228225" x="5073650" y="3086100"/>
          <p14:tracePt t="228241" x="5092700" y="3086100"/>
          <p14:tracePt t="228245" x="5124450" y="3086100"/>
          <p14:tracePt t="228258" x="5143500" y="3086100"/>
          <p14:tracePt t="228274" x="5175250" y="3086100"/>
          <p14:tracePt t="228291" x="5187950" y="3086100"/>
          <p14:tracePt t="228308" x="5200650" y="3086100"/>
          <p14:tracePt t="228324" x="5219700" y="3092450"/>
          <p14:tracePt t="228414" x="5213350" y="3092450"/>
          <p14:tracePt t="228435" x="5200650" y="3092450"/>
          <p14:tracePt t="228449" x="5194300" y="3092450"/>
          <p14:tracePt t="228456" x="5181600" y="3092450"/>
          <p14:tracePt t="228463" x="5168900" y="3092450"/>
          <p14:tracePt t="228477" x="5143500" y="3092450"/>
          <p14:tracePt t="228491" x="5111750" y="3092450"/>
          <p14:tracePt t="228507" x="4997450" y="3086100"/>
          <p14:tracePt t="228524" x="4921250" y="3086100"/>
          <p14:tracePt t="228540" x="4756150" y="3067050"/>
          <p14:tracePt t="228557" x="4591050" y="3060700"/>
          <p14:tracePt t="228573" x="4502150" y="3060700"/>
          <p14:tracePt t="228590" x="4337050" y="3048000"/>
          <p14:tracePt t="228607" x="4171950" y="3048000"/>
          <p14:tracePt t="228624" x="4013200" y="3054350"/>
          <p14:tracePt t="228639" x="3949700" y="3060700"/>
          <p14:tracePt t="228656" x="3886200" y="3073400"/>
          <p14:tracePt t="228673" x="3765550" y="3098800"/>
          <p14:tracePt t="228690" x="3708400" y="3105150"/>
          <p14:tracePt t="228706" x="3670300" y="3117850"/>
          <p14:tracePt t="228723" x="3606800" y="3143250"/>
          <p14:tracePt t="228739" x="3575050" y="3149600"/>
          <p14:tracePt t="228743" x="3562350" y="3155950"/>
          <p14:tracePt t="228756" x="3556000" y="3162300"/>
          <p14:tracePt t="228773" x="3549650" y="3162300"/>
          <p14:tracePt t="228789" x="3543300" y="3162300"/>
          <p14:tracePt t="228828" x="3543300" y="3168650"/>
          <p14:tracePt t="228864" x="3536950" y="3175000"/>
          <p14:tracePt t="228898" x="3536950" y="3181350"/>
          <p14:tracePt t="228920" x="3530600" y="3187700"/>
          <p14:tracePt t="228927" x="3524250" y="3194050"/>
          <p14:tracePt t="228942" x="3517900" y="3200400"/>
          <p14:tracePt t="228955" x="3505200" y="3200400"/>
          <p14:tracePt t="228972" x="3505200" y="3213100"/>
          <p14:tracePt t="228990" x="3498850" y="3213100"/>
          <p14:tracePt t="229005" x="3473450" y="3232150"/>
          <p14:tracePt t="229022" x="3460750" y="3238500"/>
          <p14:tracePt t="229039" x="3435350" y="3251200"/>
          <p14:tracePt t="229055" x="3429000" y="3263900"/>
          <p14:tracePt t="229072" x="3403600" y="3270250"/>
          <p14:tracePt t="229089" x="3390900" y="3282950"/>
          <p14:tracePt t="229105" x="3384550" y="3282950"/>
          <p14:tracePt t="229122" x="3378200" y="3289300"/>
          <p14:tracePt t="229187" x="3378200" y="3295650"/>
          <p14:tracePt t="229299" x="3384550" y="3295650"/>
          <p14:tracePt t="229327" x="3390900" y="3295650"/>
          <p14:tracePt t="229341" x="3397250" y="3295650"/>
          <p14:tracePt t="229348" x="3403600" y="3295650"/>
          <p14:tracePt t="229362" x="3416300" y="3295650"/>
          <p14:tracePt t="229371" x="3429000" y="3295650"/>
          <p14:tracePt t="229388" x="3448050" y="3302000"/>
          <p14:tracePt t="229405" x="3505200" y="3314700"/>
          <p14:tracePt t="229421" x="3587750" y="3321050"/>
          <p14:tracePt t="229438" x="3625850" y="3327400"/>
          <p14:tracePt t="229454" x="3721100" y="3340100"/>
          <p14:tracePt t="229471" x="3784600" y="3346450"/>
          <p14:tracePt t="229487" x="3816350" y="3346450"/>
          <p14:tracePt t="229504" x="3867150" y="3346450"/>
          <p14:tracePt t="229521" x="3898900" y="3352800"/>
          <p14:tracePt t="229538" x="3917950" y="3352800"/>
          <p14:tracePt t="229570" x="3917950" y="3359150"/>
          <p14:tracePt t="229601" x="3911600" y="3365500"/>
          <p14:tracePt t="229608" x="3905250" y="3365500"/>
          <p14:tracePt t="229623" x="3892550" y="3371850"/>
          <p14:tracePt t="229637" x="3886200" y="3371850"/>
          <p14:tracePt t="229654" x="3848100" y="3384550"/>
          <p14:tracePt t="229669" x="3822700" y="3397250"/>
          <p14:tracePt t="229686" x="3733800" y="3409950"/>
          <p14:tracePt t="229703" x="3644900" y="3429000"/>
          <p14:tracePt t="229721" x="3562350" y="3441700"/>
          <p14:tracePt t="229736" x="3530600" y="3441700"/>
          <p14:tracePt t="229753" x="3486150" y="3460750"/>
          <p14:tracePt t="229772" x="3479800" y="3460750"/>
          <p14:tracePt t="229833" x="3486150" y="3460750"/>
          <p14:tracePt t="229840" x="3492500" y="3460750"/>
          <p14:tracePt t="229855" x="3505200" y="3460750"/>
          <p14:tracePt t="229870" x="3530600" y="3460750"/>
          <p14:tracePt t="229885" x="3543300" y="3460750"/>
          <p14:tracePt t="229902" x="3568700" y="3467100"/>
          <p14:tracePt t="229919" x="3651250" y="3473450"/>
          <p14:tracePt t="229935" x="3752850" y="3473450"/>
          <p14:tracePt t="229953" x="3886200" y="3486150"/>
          <p14:tracePt t="229969" x="3949700" y="3486150"/>
          <p14:tracePt t="229986" x="4089400" y="3486150"/>
          <p14:tracePt t="230002" x="4184650" y="3492500"/>
          <p14:tracePt t="230018" x="4235450" y="3492500"/>
          <p14:tracePt t="230035" x="4305300" y="3498850"/>
          <p14:tracePt t="230052" x="4349750" y="3498850"/>
          <p14:tracePt t="230069" x="4368800" y="3498850"/>
          <p14:tracePt t="230085" x="4394200" y="3505200"/>
          <p14:tracePt t="230101" x="4413250" y="3505200"/>
          <p14:tracePt t="230118" x="4413250" y="3511550"/>
          <p14:tracePt t="230135" x="4419600" y="3511550"/>
          <p14:tracePt t="230151" x="4419600" y="3517900"/>
          <p14:tracePt t="230186" x="4419600" y="3524250"/>
          <p14:tracePt t="230191" x="4406900" y="3530600"/>
          <p14:tracePt t="230206" x="4394200" y="3530600"/>
          <p14:tracePt t="230218" x="4375150" y="3530600"/>
          <p14:tracePt t="230234" x="4292600" y="3536950"/>
          <p14:tracePt t="230251" x="4216400" y="3543300"/>
          <p14:tracePt t="230268" x="4025900" y="3575050"/>
          <p14:tracePt t="230285" x="3759200" y="3594100"/>
          <p14:tracePt t="230301" x="3632200" y="3606800"/>
          <p14:tracePt t="230318" x="3378200" y="3625850"/>
          <p14:tracePt t="230334" x="3187700" y="3625850"/>
          <p14:tracePt t="230351" x="3098800" y="3625850"/>
          <p14:tracePt t="230368" x="2990850" y="3619500"/>
          <p14:tracePt t="230384" x="2940050" y="3606800"/>
          <p14:tracePt t="230402" x="2921000" y="3600450"/>
          <p14:tracePt t="230417" x="2914650" y="3594100"/>
          <p14:tracePt t="230434" x="2914650" y="3587750"/>
          <p14:tracePt t="230467" x="2921000" y="3587750"/>
          <p14:tracePt t="230484" x="2927350" y="3587750"/>
          <p14:tracePt t="230501" x="2946400" y="3587750"/>
          <p14:tracePt t="230533" x="2952750" y="3587750"/>
          <p14:tracePt t="230550" x="2984500" y="3594100"/>
          <p14:tracePt t="230567" x="2997200" y="3594100"/>
          <p14:tracePt t="230583" x="3016250" y="3600450"/>
          <p14:tracePt t="230600" x="3073400" y="3606800"/>
          <p14:tracePt t="230616" x="3168650" y="3613150"/>
          <p14:tracePt t="230633" x="3276600" y="3632200"/>
          <p14:tracePt t="230649" x="3340100" y="3644900"/>
          <p14:tracePt t="230666" x="3460750" y="3651250"/>
          <p14:tracePt t="230683" x="3543300" y="3676650"/>
          <p14:tracePt t="230700" x="3581400" y="3683000"/>
          <p14:tracePt t="230716" x="3632200" y="3689350"/>
          <p14:tracePt t="230733" x="3657600" y="3708400"/>
          <p14:tracePt t="230749" x="3670300" y="3708400"/>
          <p14:tracePt t="230766" x="3683000" y="3708400"/>
          <p14:tracePt t="230782" x="3695700" y="3714750"/>
          <p14:tracePt t="230845" x="3695700" y="3721100"/>
          <p14:tracePt t="230851" x="3689350" y="3721100"/>
          <p14:tracePt t="230868" x="3683000" y="3721100"/>
          <p14:tracePt t="230882" x="3676650" y="3721100"/>
          <p14:tracePt t="230899" x="3657600" y="3721100"/>
          <p14:tracePt t="230915" x="3606800" y="3721100"/>
          <p14:tracePt t="230932" x="3556000" y="3721100"/>
          <p14:tracePt t="230949" x="3416300" y="3733800"/>
          <p14:tracePt t="230965" x="3251200" y="3740150"/>
          <p14:tracePt t="230982" x="3162300" y="3752850"/>
          <p14:tracePt t="230999" x="2997200" y="3752850"/>
          <p14:tracePt t="231015" x="2851150" y="3752850"/>
          <p14:tracePt t="231032" x="2800350" y="3752850"/>
          <p14:tracePt t="231049" x="2749550" y="3752850"/>
          <p14:tracePt t="231065" x="2736850" y="3746500"/>
          <p14:tracePt t="231119" x="2749550" y="3746500"/>
          <p14:tracePt t="231126" x="2755900" y="3746500"/>
          <p14:tracePt t="231134" x="2768600" y="3746500"/>
          <p14:tracePt t="231148" x="2774950" y="3746500"/>
          <p14:tracePt t="231164" x="2781300" y="3746500"/>
          <p14:tracePt t="231181" x="2819400" y="3746500"/>
          <p14:tracePt t="231198" x="2876550" y="3746500"/>
          <p14:tracePt t="231214" x="2921000" y="3746500"/>
          <p14:tracePt t="231231" x="3060700" y="3746500"/>
          <p14:tracePt t="231248" x="3238500" y="3746500"/>
          <p14:tracePt t="231264" x="3340100" y="3746500"/>
          <p14:tracePt t="231281" x="3517900" y="3746500"/>
          <p14:tracePt t="231298" x="3683000" y="3746500"/>
          <p14:tracePt t="231316" x="3848100" y="3746500"/>
          <p14:tracePt t="231330" x="3924300" y="3746500"/>
          <p14:tracePt t="231347" x="4070350" y="3765550"/>
          <p14:tracePt t="231365" x="4146550" y="3765550"/>
          <p14:tracePt t="231380" x="4178300" y="3765550"/>
          <p14:tracePt t="231397" x="4197350" y="3771900"/>
          <p14:tracePt t="231414" x="4235450" y="3771900"/>
          <p14:tracePt t="231447" x="4241800" y="3771900"/>
          <p14:tracePt t="231464" x="4248150" y="3778250"/>
          <p14:tracePt t="231480" x="4260850" y="3784600"/>
          <p14:tracePt t="231498" x="4279900" y="3790950"/>
          <p14:tracePt t="232252" x="4254500" y="3803650"/>
          <p14:tracePt t="232259" x="4222750" y="3829050"/>
          <p14:tracePt t="232267" x="4203700" y="3835400"/>
          <p14:tracePt t="232281" x="4171950" y="3854450"/>
          <p14:tracePt t="232294" x="4152900" y="3854450"/>
          <p14:tracePt t="232310" x="4076700" y="3873500"/>
          <p14:tracePt t="232327" x="4038600" y="3892550"/>
          <p14:tracePt t="232344" x="3949700" y="3917950"/>
          <p14:tracePt t="232360" x="3892550" y="3930650"/>
          <p14:tracePt t="232377" x="3873500" y="3937000"/>
          <p14:tracePt t="232393" x="3848100" y="3962400"/>
          <p14:tracePt t="232410" x="3829050" y="3968750"/>
          <p14:tracePt t="232429" x="3822700" y="3975100"/>
          <p14:tracePt t="232443" x="3816350" y="3975100"/>
          <p14:tracePt t="232477" x="3810000" y="3981450"/>
          <p14:tracePt t="232533" x="3803650" y="3987800"/>
          <p14:tracePt t="232582" x="3797300" y="3987800"/>
          <p14:tracePt t="232638" x="3797300" y="3981450"/>
          <p14:tracePt t="232659" x="3790950" y="3975100"/>
          <p14:tracePt t="232673" x="3784600" y="3975100"/>
          <p14:tracePt t="232680" x="3778250" y="3975100"/>
          <p14:tracePt t="232693" x="3771900" y="3975100"/>
          <p14:tracePt t="232709" x="3746500" y="3962400"/>
          <p14:tracePt t="232726" x="3733800" y="3949700"/>
          <p14:tracePt t="232742" x="3714750" y="3930650"/>
          <p14:tracePt t="232759" x="3594100" y="3873500"/>
          <p14:tracePt t="232776" x="3556000" y="3854450"/>
          <p14:tracePt t="232792" x="3498850" y="3829050"/>
          <p14:tracePt t="232809" x="3409950" y="3803650"/>
          <p14:tracePt t="232826" x="3327400" y="3784600"/>
          <p14:tracePt t="232844" x="3251200" y="3784600"/>
          <p14:tracePt t="232859" x="3219450" y="3778250"/>
          <p14:tracePt t="232876" x="3162300" y="3778250"/>
          <p14:tracePt t="232892" x="3105150" y="3778250"/>
          <p14:tracePt t="232908" x="3086100" y="3778250"/>
          <p14:tracePt t="232925" x="3054350" y="3778250"/>
          <p14:tracePt t="232942" x="3022600" y="3778250"/>
          <p14:tracePt t="232959" x="3016250" y="3778250"/>
          <p14:tracePt t="232976" x="3003550" y="3778250"/>
          <p14:tracePt t="232992" x="2990850" y="3778250"/>
          <p14:tracePt t="233009" x="2984500" y="3778250"/>
          <p14:tracePt t="233673" x="2984500" y="3810000"/>
          <p14:tracePt t="233687" x="2984500" y="3860800"/>
          <p14:tracePt t="233693" x="2997200" y="3924300"/>
          <p14:tracePt t="233709" x="2997200" y="4000500"/>
          <p14:tracePt t="233722" x="3022600" y="4184650"/>
          <p14:tracePt t="233739" x="3035300" y="4286250"/>
          <p14:tracePt t="233756" x="3054350" y="4387850"/>
          <p14:tracePt t="233773" x="3098800" y="4572000"/>
          <p14:tracePt t="233789" x="3136900" y="4743450"/>
          <p14:tracePt t="233807" x="3168650" y="4908550"/>
          <p14:tracePt t="233822" x="3175000" y="4991100"/>
          <p14:tracePt t="233838" x="3200400" y="5099050"/>
          <p14:tracePt t="233855" x="3225800" y="5162550"/>
          <p14:tracePt t="233872" x="3232150" y="5175250"/>
          <p14:tracePt t="233888" x="3238500" y="5187950"/>
          <p14:tracePt t="233905" x="3244850" y="5200650"/>
          <p14:tracePt t="233922" x="3251200" y="5207000"/>
          <p14:tracePt t="233939" x="3251200" y="5213350"/>
          <p14:tracePt t="233971" x="3257550" y="5219700"/>
          <p14:tracePt t="234045" x="3257550" y="5226050"/>
          <p14:tracePt t="234052" x="3257550" y="5232400"/>
          <p14:tracePt t="234528" x="3219450" y="5232400"/>
          <p14:tracePt t="234534" x="3162300" y="5232400"/>
          <p14:tracePt t="234549" x="3124200" y="5232400"/>
          <p14:tracePt t="234556" x="3060700" y="5226050"/>
          <p14:tracePt t="234572" x="2978150" y="5213350"/>
          <p14:tracePt t="234586" x="2889250" y="5194300"/>
          <p14:tracePt t="234603" x="2698750" y="5162550"/>
          <p14:tracePt t="234619" x="2527300" y="5111750"/>
          <p14:tracePt t="234636" x="2457450" y="5105400"/>
          <p14:tracePt t="234652" x="2362200" y="5060950"/>
          <p14:tracePt t="234669" x="2273300" y="5022850"/>
          <p14:tracePt t="234686" x="2241550" y="5016500"/>
          <p14:tracePt t="234703" x="2178050" y="4991100"/>
          <p14:tracePt t="234719" x="2139950" y="4972050"/>
          <p14:tracePt t="234736" x="2127250" y="4965700"/>
          <p14:tracePt t="234752" x="2108200" y="4946650"/>
          <p14:tracePt t="234769" x="2095500" y="4921250"/>
          <p14:tracePt t="234785" x="2089150" y="4914900"/>
          <p14:tracePt t="234802" x="2089150" y="4902200"/>
          <p14:tracePt t="234838" x="2089150" y="4895850"/>
          <p14:tracePt t="234858" x="2082800" y="4895850"/>
          <p14:tracePt t="234921" x="2076450" y="4889500"/>
          <p14:tracePt t="235012" x="2082800" y="4895850"/>
          <p14:tracePt t="235027" x="2089150" y="4902200"/>
          <p14:tracePt t="235041" x="2095500" y="4902200"/>
          <p14:tracePt t="235047" x="2095500" y="4908550"/>
          <p14:tracePt t="235069" x="2095500" y="4914900"/>
          <p14:tracePt t="235076" x="2101850" y="4921250"/>
          <p14:tracePt t="235090" x="2108200" y="4927600"/>
          <p14:tracePt t="235100" x="2120900" y="4933950"/>
          <p14:tracePt t="235118" x="2165350" y="4965700"/>
          <p14:tracePt t="235134" x="2190750" y="4991100"/>
          <p14:tracePt t="235151" x="2266950" y="5054600"/>
          <p14:tracePt t="235167" x="2362200" y="5137150"/>
          <p14:tracePt t="235184" x="2406650" y="5181600"/>
          <p14:tracePt t="235200" x="2451100" y="5226050"/>
          <p14:tracePt t="235217" x="2559050" y="5314950"/>
          <p14:tracePt t="235234" x="2635250" y="5384800"/>
          <p14:tracePt t="235251" x="2692400" y="5429250"/>
          <p14:tracePt t="235267" x="2711450" y="5448300"/>
          <p14:tracePt t="235283" x="2749550" y="5473700"/>
          <p14:tracePt t="235300" x="2774950" y="5492750"/>
          <p14:tracePt t="235317" x="2787650" y="5499100"/>
          <p14:tracePt t="235321" x="2787650" y="5505450"/>
          <p14:tracePt t="235333" x="2794000" y="5505450"/>
          <p14:tracePt t="235350" x="2800350" y="5518150"/>
          <p14:tracePt t="235367" x="2800350" y="5524500"/>
          <p14:tracePt t="235383" x="2806700" y="5530850"/>
          <p14:tracePt t="236614" x="2806700" y="5518150"/>
          <p14:tracePt t="236628" x="2794000" y="5499100"/>
          <p14:tracePt t="236634" x="2787650" y="5467350"/>
          <p14:tracePt t="236646" x="2774950" y="5429250"/>
          <p14:tracePt t="236664" x="2749550" y="5353050"/>
          <p14:tracePt t="236678" x="2736850" y="5314950"/>
          <p14:tracePt t="236695" x="2730500" y="5270500"/>
          <p14:tracePt t="236713" x="2724150" y="5181600"/>
          <p14:tracePt t="236728" x="2724150" y="5156200"/>
          <p14:tracePt t="236745" x="2724150" y="5130800"/>
          <p14:tracePt t="236762" x="2730500" y="5073650"/>
          <p14:tracePt t="236778" x="2755900" y="5016500"/>
          <p14:tracePt t="236796" x="2768600" y="4984750"/>
          <p14:tracePt t="236811" x="2800350" y="4927600"/>
          <p14:tracePt t="236828" x="2851150" y="4864100"/>
          <p14:tracePt t="236845" x="2889250" y="4832350"/>
          <p14:tracePt t="236862" x="2965450" y="4756150"/>
          <p14:tracePt t="236878" x="3079750" y="4673600"/>
          <p14:tracePt t="236895" x="3194050" y="4616450"/>
          <p14:tracePt t="236911" x="3251200" y="4597400"/>
          <p14:tracePt t="236928" x="3321050" y="4578350"/>
          <p14:tracePt t="236945" x="3352800" y="4578350"/>
          <p14:tracePt t="236961" x="3365500" y="4584700"/>
          <p14:tracePt t="236979" x="3384550" y="4584700"/>
          <p14:tracePt t="236994" x="3409950" y="4591050"/>
          <p14:tracePt t="237028" x="3416300" y="4597400"/>
          <p14:tracePt t="237064" x="3422650" y="4597400"/>
          <p14:tracePt t="237268" x="3429000" y="4603750"/>
          <p14:tracePt t="237274" x="3435350" y="4610100"/>
          <p14:tracePt t="237296" x="3441700" y="4616450"/>
          <p14:tracePt t="237311" x="3448050" y="4616450"/>
          <p14:tracePt t="237317" x="3448050" y="4622800"/>
          <p14:tracePt t="237331" x="3454400" y="4622800"/>
          <p14:tracePt t="237343" x="3460750" y="4629150"/>
          <p14:tracePt t="237360" x="3486150" y="4654550"/>
          <p14:tracePt t="237376" x="3498850" y="4667250"/>
          <p14:tracePt t="237393" x="3543300" y="4724400"/>
          <p14:tracePt t="237410" x="3606800" y="4794250"/>
          <p14:tracePt t="237426" x="3632200" y="4838700"/>
          <p14:tracePt t="237443" x="3683000" y="4927600"/>
          <p14:tracePt t="237459" x="3740150" y="5022850"/>
          <p14:tracePt t="237476" x="3765550" y="5060950"/>
          <p14:tracePt t="237493" x="3803650" y="5124450"/>
          <p14:tracePt t="237510" x="3835400" y="5168900"/>
          <p14:tracePt t="237526" x="3848100" y="5187950"/>
          <p14:tracePt t="237543" x="3873500" y="5194300"/>
          <p14:tracePt t="242697" x="3943350" y="5194300"/>
          <p14:tracePt t="242703" x="4025900" y="5175250"/>
          <p14:tracePt t="242711" x="4089400" y="5168900"/>
          <p14:tracePt t="242725" x="4241800" y="5143500"/>
          <p14:tracePt t="242741" x="4387850" y="5118100"/>
          <p14:tracePt t="242758" x="4591050" y="5099050"/>
          <p14:tracePt t="242774" x="4851400" y="5080000"/>
          <p14:tracePt t="242791" x="5022850" y="5035550"/>
          <p14:tracePt t="242807" x="5200650" y="4997450"/>
          <p14:tracePt t="242824" x="5467350" y="4914900"/>
          <p14:tracePt t="242841" x="5600700" y="4876800"/>
          <p14:tracePt t="242858" x="5721350" y="4857750"/>
          <p14:tracePt t="242874" x="5918200" y="4800600"/>
          <p14:tracePt t="242890" x="6051550" y="4794250"/>
          <p14:tracePt t="242908" x="6197600" y="4775200"/>
          <p14:tracePt t="242924" x="6299200" y="4762500"/>
          <p14:tracePt t="242940" x="6356350" y="4762500"/>
          <p14:tracePt t="242944" x="6388100" y="4762500"/>
          <p14:tracePt t="242957" x="6438900" y="4762500"/>
          <p14:tracePt t="242974" x="6477000" y="4762500"/>
          <p14:tracePt t="242991" x="6508750" y="4762500"/>
          <p14:tracePt t="243007" x="6565900" y="4762500"/>
          <p14:tracePt t="243023" x="6597650" y="4762500"/>
          <p14:tracePt t="243041" x="6648450" y="4756150"/>
          <p14:tracePt t="243057" x="6673850" y="4756150"/>
          <p14:tracePt t="243073" x="6699250" y="4756150"/>
          <p14:tracePt t="243090" x="6724650" y="4749800"/>
          <p14:tracePt t="243106" x="6737350" y="4749800"/>
          <p14:tracePt t="243123" x="6750050" y="4749800"/>
          <p14:tracePt t="243156" x="6756400" y="4749800"/>
          <p14:tracePt t="243196" x="6762750" y="4749800"/>
          <p14:tracePt t="243259" x="6769100" y="4756150"/>
          <p14:tracePt t="244224" x="6756400" y="4756150"/>
          <p14:tracePt t="244231" x="6743700" y="4756150"/>
          <p14:tracePt t="244239" x="6731000" y="4756150"/>
          <p14:tracePt t="244253" x="6705600" y="4749800"/>
          <p14:tracePt t="244269" x="6673850" y="4749800"/>
          <p14:tracePt t="244286" x="6635750" y="4743450"/>
          <p14:tracePt t="244302" x="6584950" y="4730750"/>
          <p14:tracePt t="244319" x="6553200" y="4730750"/>
          <p14:tracePt t="244336" x="6527800" y="4730750"/>
          <p14:tracePt t="244352" x="6508750" y="4730750"/>
          <p14:tracePt t="244369" x="6489700" y="4730750"/>
          <p14:tracePt t="244386" x="6470650" y="4730750"/>
          <p14:tracePt t="244401" x="6457950" y="4730750"/>
          <p14:tracePt t="244419" x="6451600" y="4730750"/>
          <p14:tracePt t="244435" x="6445250" y="4724400"/>
          <p14:tracePt t="244452" x="6438900" y="4724400"/>
          <p14:tracePt t="244469" x="6426200" y="4718050"/>
          <p14:tracePt t="244744" x="6426200" y="4724400"/>
          <p14:tracePt t="244772" x="6426200" y="4730750"/>
          <p14:tracePt t="244793" x="6426200" y="4737100"/>
          <p14:tracePt t="244814" x="6426200" y="4743450"/>
          <p14:tracePt t="244835" x="6426200" y="4749800"/>
          <p14:tracePt t="244863" x="6426200" y="4756150"/>
          <p14:tracePt t="244877" x="6426200" y="4768850"/>
          <p14:tracePt t="244887" x="6426200" y="4781550"/>
          <p14:tracePt t="244901" x="6419850" y="4794250"/>
          <p14:tracePt t="244918" x="6407150" y="4838700"/>
          <p14:tracePt t="244934" x="6400800" y="4883150"/>
          <p14:tracePt t="244950" x="6381750" y="4914900"/>
          <p14:tracePt t="244954" x="6375400" y="4946650"/>
          <p14:tracePt t="244967" x="6369050" y="4965700"/>
          <p14:tracePt t="244983" x="6350000" y="5016500"/>
          <p14:tracePt t="245000" x="6343650" y="5041900"/>
          <p14:tracePt t="245017" x="6337300" y="5054600"/>
          <p14:tracePt t="245033" x="6324600" y="5067300"/>
          <p14:tracePt t="245067" x="6318250" y="5067300"/>
          <p14:tracePt t="245173" x="6318250" y="5060950"/>
          <p14:tracePt t="245867" x="6324600" y="5060950"/>
          <p14:tracePt t="245882" x="6330950" y="5067300"/>
          <p14:tracePt t="245888" x="6337300" y="5080000"/>
          <p14:tracePt t="245897" x="6343650" y="5092700"/>
          <p14:tracePt t="245913" x="6350000" y="5105400"/>
          <p14:tracePt t="245931" x="6362700" y="5124450"/>
          <p14:tracePt t="245947" x="6369050" y="5130800"/>
          <p14:tracePt t="245963" x="6388100" y="5156200"/>
          <p14:tracePt t="245980" x="6407150" y="5175250"/>
          <p14:tracePt t="245996" x="6419850" y="5194300"/>
          <p14:tracePt t="246013" x="6438900" y="5219700"/>
          <p14:tracePt t="246030" x="6470650" y="5251450"/>
          <p14:tracePt t="246046" x="6483350" y="5264150"/>
          <p14:tracePt t="246063" x="6496050" y="5302250"/>
          <p14:tracePt t="246079" x="6508750" y="5327650"/>
          <p14:tracePt t="246096" x="6515100" y="5340350"/>
          <p14:tracePt t="246113" x="6521450" y="5359400"/>
          <p14:tracePt t="246129" x="6527800" y="5378450"/>
          <p14:tracePt t="246146" x="6527800" y="5384800"/>
          <p14:tracePt t="246163" x="6534150" y="5403850"/>
          <p14:tracePt t="246179" x="6540500" y="5422900"/>
          <p14:tracePt t="246196" x="6540500" y="5429250"/>
          <p14:tracePt t="246213" x="6546850" y="5435600"/>
          <p14:tracePt t="246282" x="6546850" y="5441950"/>
          <p14:tracePt t="246310" x="6546850" y="5448300"/>
          <p14:tracePt t="246324" x="6553200" y="5454650"/>
          <p14:tracePt t="251380" x="6559550" y="5454650"/>
          <p14:tracePt t="251401" x="6565900" y="5461000"/>
          <p14:tracePt t="251407" x="6572250" y="5467350"/>
          <p14:tracePt t="251415" x="6584950" y="5467350"/>
          <p14:tracePt t="251431" x="6591300" y="5467350"/>
          <p14:tracePt t="251444" x="6597650" y="5473700"/>
          <p14:tracePt t="251461" x="6629400" y="5486400"/>
          <p14:tracePt t="251479" x="6648450" y="5499100"/>
          <p14:tracePt t="251494" x="6661150" y="5499100"/>
          <p14:tracePt t="251511" x="6692900" y="5511800"/>
          <p14:tracePt t="251528" x="6711950" y="5518150"/>
          <p14:tracePt t="251544" x="6731000" y="5537200"/>
          <p14:tracePt t="251560" x="6743700" y="5537200"/>
          <p14:tracePt t="251577" x="6769100" y="5549900"/>
          <p14:tracePt t="251594" x="6781800" y="5549900"/>
          <p14:tracePt t="251610" x="6788150" y="5556250"/>
          <p14:tracePt t="251627" x="6826250" y="5568950"/>
          <p14:tracePt t="251644" x="6838950" y="5575300"/>
          <p14:tracePt t="251661" x="6858000" y="5588000"/>
          <p14:tracePt t="251677" x="6864350" y="5588000"/>
          <p14:tracePt t="251693" x="6877050" y="5600700"/>
          <p14:tracePt t="251711" x="6883400" y="5600700"/>
          <p14:tracePt t="251727" x="6889750" y="5600700"/>
          <p14:tracePt t="251744" x="6889750" y="5607050"/>
          <p14:tracePt t="251760" x="6896100" y="5607050"/>
          <p14:tracePt t="251776" x="6902450" y="5607050"/>
          <p14:tracePt t="253564" x="6896100" y="5607050"/>
          <p14:tracePt t="253606" x="6889750" y="5607050"/>
          <p14:tracePt t="253648" x="6883400" y="5607050"/>
          <p14:tracePt t="253719" x="6877050" y="5607050"/>
          <p14:tracePt t="253747" x="6870700" y="5607050"/>
          <p14:tracePt t="253784" x="6864350" y="5607050"/>
          <p14:tracePt t="253804" x="6858000" y="5607050"/>
          <p14:tracePt t="253840" x="6851650" y="5607050"/>
          <p14:tracePt t="253861" x="6845300" y="5607050"/>
          <p14:tracePt t="253931" x="6838950" y="5600700"/>
          <p14:tracePt t="253967" x="6832600" y="5600700"/>
          <p14:tracePt t="254001" x="6826250" y="5594350"/>
          <p14:tracePt t="254023" x="6819900" y="5594350"/>
          <p14:tracePt t="254037" x="6819900" y="5588000"/>
          <p14:tracePt t="254043" x="6813550" y="5588000"/>
          <p14:tracePt t="254065" x="6807200" y="5588000"/>
          <p14:tracePt t="254072" x="6800850" y="5581650"/>
          <p14:tracePt t="254088" x="6794500" y="5581650"/>
          <p14:tracePt t="254102" x="6788150" y="5581650"/>
          <p14:tracePt t="254118" x="6762750" y="5568950"/>
          <p14:tracePt t="254135" x="6737350" y="5562600"/>
          <p14:tracePt t="254152" x="6731000" y="5549900"/>
          <p14:tracePt t="254168" x="6705600" y="5543550"/>
          <p14:tracePt t="254185" x="6699250" y="5530850"/>
          <p14:tracePt t="254202" x="6692900" y="5530850"/>
          <p14:tracePt t="254219" x="6686550" y="5524500"/>
          <p14:tracePt t="254234" x="6680200" y="5524500"/>
          <p14:tracePt t="254276" x="6673850" y="5518150"/>
          <p14:tracePt t="254325" x="6667500" y="5518150"/>
          <p14:tracePt t="254367" x="6661150" y="5511800"/>
          <p14:tracePt t="254388" x="6654800" y="5505450"/>
          <p14:tracePt t="254395" x="6648450" y="5505450"/>
          <p14:tracePt t="254404" x="6635750" y="5499100"/>
          <p14:tracePt t="254418" x="6616700" y="5492750"/>
          <p14:tracePt t="254434" x="6572250" y="5480050"/>
          <p14:tracePt t="254451" x="6451600" y="5441950"/>
          <p14:tracePt t="254467" x="6267450" y="5391150"/>
          <p14:tracePt t="254484" x="6153150" y="5359400"/>
          <p14:tracePt t="254500" x="5880100" y="5302250"/>
          <p14:tracePt t="254517" x="5588000" y="5257800"/>
          <p14:tracePt t="254534" x="5461000" y="5238750"/>
          <p14:tracePt t="254550" x="5219700" y="5207000"/>
          <p14:tracePt t="254567" x="4978400" y="5162550"/>
          <p14:tracePt t="254584" x="4768850" y="5111750"/>
          <p14:tracePt t="254600" x="4679950" y="5092700"/>
          <p14:tracePt t="254617" x="4508500" y="5054600"/>
          <p14:tracePt t="254634" x="4438650" y="5022850"/>
          <p14:tracePt t="254650" x="4318000" y="4978400"/>
          <p14:tracePt t="254653" x="4260850" y="4959350"/>
          <p14:tracePt t="254683" x="4076700" y="4921250"/>
          <p14:tracePt t="254700" x="4000500" y="4908550"/>
          <p14:tracePt t="254717" x="3930650" y="4889500"/>
          <p14:tracePt t="254733" x="3810000" y="4870450"/>
          <p14:tracePt t="254750" x="3708400" y="4864100"/>
          <p14:tracePt t="254767" x="3657600" y="4864100"/>
          <p14:tracePt t="254782" x="3536950" y="4857750"/>
          <p14:tracePt t="254799" x="3409950" y="4845050"/>
          <p14:tracePt t="254817" x="3263900" y="4838700"/>
          <p14:tracePt t="254833" x="3213100" y="4838700"/>
          <p14:tracePt t="254849" x="3149600" y="4826000"/>
          <p14:tracePt t="254866" x="3098800" y="4826000"/>
          <p14:tracePt t="254882" x="3067050" y="4826000"/>
          <p14:tracePt t="254899" x="3028950" y="4819650"/>
          <p14:tracePt t="254916" x="2984500" y="4813300"/>
          <p14:tracePt t="254932" x="2959100" y="4806950"/>
          <p14:tracePt t="254949" x="2927350" y="4800600"/>
          <p14:tracePt t="254965" x="2870200" y="4794250"/>
          <p14:tracePt t="254982" x="2851150" y="4787900"/>
          <p14:tracePt t="254999" x="2806700" y="4781550"/>
          <p14:tracePt t="255015" x="2781300" y="4768850"/>
          <p14:tracePt t="255032" x="2768600" y="4762500"/>
          <p14:tracePt t="255048" x="2724150" y="4756150"/>
          <p14:tracePt t="255065" x="2711450" y="4756150"/>
          <p14:tracePt t="255082" x="2698750" y="4756150"/>
          <p14:tracePt t="255098" x="2679700" y="4756150"/>
          <p14:tracePt t="255115" x="2673350" y="4756150"/>
          <p14:tracePt t="255133" x="2660650" y="4756150"/>
          <p14:tracePt t="255148" x="2654300" y="4756150"/>
          <p14:tracePt t="255203" x="2647950" y="4756150"/>
          <p14:tracePt t="255245" x="2641600" y="4756150"/>
          <p14:tracePt t="255294" x="2635250" y="4756150"/>
          <p14:tracePt t="255316" x="2628900" y="4756150"/>
          <p14:tracePt t="255343" x="2622550" y="4756150"/>
          <p14:tracePt t="255350" x="2616200" y="4756150"/>
          <p14:tracePt t="255367" x="2609850" y="4756150"/>
          <p14:tracePt t="255380" x="2603500" y="4756150"/>
          <p14:tracePt t="255401" x="2590800" y="4756150"/>
          <p14:tracePt t="255416" x="2578100" y="4756150"/>
          <p14:tracePt t="255430" x="2552700" y="4762500"/>
          <p14:tracePt t="255447" x="2514600" y="4781550"/>
          <p14:tracePt t="255463" x="2476500" y="4794250"/>
          <p14:tracePt t="255480" x="2457450" y="4806950"/>
          <p14:tracePt t="255498" x="2406650" y="4851400"/>
          <p14:tracePt t="255513" x="2393950" y="4864100"/>
          <p14:tracePt t="255530" x="2374900" y="4895850"/>
          <p14:tracePt t="255547" x="2362200" y="4940300"/>
          <p14:tracePt t="255563" x="2355850" y="4953000"/>
          <p14:tracePt t="255580" x="2349500" y="4965700"/>
          <p14:tracePt t="255597" x="2343150" y="5010150"/>
          <p14:tracePt t="255613" x="2343150" y="5022850"/>
          <p14:tracePt t="255630" x="2343150" y="5041900"/>
          <p14:tracePt t="255646" x="2343150" y="5086350"/>
          <p14:tracePt t="255663" x="2343150" y="5124450"/>
          <p14:tracePt t="255681" x="2343150" y="5162550"/>
          <p14:tracePt t="255696" x="2349500" y="5187950"/>
          <p14:tracePt t="255713" x="2362200" y="5219700"/>
          <p14:tracePt t="255730" x="2368550" y="5245100"/>
          <p14:tracePt t="255746" x="2381250" y="5264150"/>
          <p14:tracePt t="255763" x="2425700" y="5327650"/>
          <p14:tracePt t="255779" x="2470150" y="5416550"/>
          <p14:tracePt t="255796" x="2489200" y="5441950"/>
          <p14:tracePt t="255813" x="2520950" y="5505450"/>
          <p14:tracePt t="255829" x="2546350" y="5543550"/>
          <p14:tracePt t="255846" x="2565400" y="5568950"/>
          <p14:tracePt t="255863" x="2584450" y="5600700"/>
          <p14:tracePt t="255879" x="2603500" y="5619750"/>
          <p14:tracePt t="255896" x="2609850" y="5632450"/>
          <p14:tracePt t="255913" x="2628900" y="5651500"/>
          <p14:tracePt t="255929" x="2647950" y="5670550"/>
          <p14:tracePt t="255946" x="2654300" y="5683250"/>
          <p14:tracePt t="255962" x="2654300" y="5689600"/>
          <p14:tracePt t="255979" x="2660650" y="5689600"/>
          <p14:tracePt t="255995" x="2660650" y="5695950"/>
          <p14:tracePt t="256012" x="2667000" y="5695950"/>
          <p14:tracePt t="256081" x="2667000" y="5689600"/>
          <p14:tracePt t="256088" x="2667000" y="5683250"/>
          <p14:tracePt t="256102" x="2660650" y="5676900"/>
          <p14:tracePt t="256111" x="2660650" y="5664200"/>
          <p14:tracePt t="256128" x="2654300" y="5651500"/>
          <p14:tracePt t="256145" x="2628900" y="5600700"/>
          <p14:tracePt t="256162" x="2571750" y="5499100"/>
          <p14:tracePt t="256178" x="2533650" y="5441950"/>
          <p14:tracePt t="256194" x="2457450" y="5302250"/>
          <p14:tracePt t="256211" x="2419350" y="5232400"/>
          <p14:tracePt t="256228" x="2317750" y="5016500"/>
          <p14:tracePt t="256244" x="2292350" y="4959350"/>
          <p14:tracePt t="256261" x="2260600" y="4914900"/>
          <p14:tracePt t="256278" x="2228850" y="4851400"/>
          <p14:tracePt t="256294" x="2228850" y="4838700"/>
          <p14:tracePt t="256311" x="2228850" y="4832350"/>
          <p14:tracePt t="256369" x="2228850" y="4838700"/>
          <p14:tracePt t="256383" x="2235200" y="4838700"/>
          <p14:tracePt t="256390" x="2235200" y="4845050"/>
          <p14:tracePt t="256404" x="2241550" y="4857750"/>
          <p14:tracePt t="256413" x="2241550" y="4864100"/>
          <p14:tracePt t="256427" x="2247900" y="4876800"/>
          <p14:tracePt t="256444" x="2273300" y="4902200"/>
          <p14:tracePt t="256461" x="2324100" y="4959350"/>
          <p14:tracePt t="256477" x="2355850" y="5003800"/>
          <p14:tracePt t="256494" x="2444750" y="5143500"/>
          <p14:tracePt t="256510" x="2540000" y="5295900"/>
          <p14:tracePt t="256527" x="2578100" y="5365750"/>
          <p14:tracePt t="256544" x="2616200" y="5441950"/>
          <p14:tracePt t="256560" x="2673350" y="5568950"/>
          <p14:tracePt t="256577" x="2717800" y="5645150"/>
          <p14:tracePt t="256594" x="2730500" y="5683250"/>
          <p14:tracePt t="256610" x="2736850" y="5689600"/>
          <p14:tracePt t="256626" x="2749550" y="5702300"/>
          <p14:tracePt t="256643" x="2755900" y="5715000"/>
          <p14:tracePt t="256676" x="2755900" y="5721350"/>
          <p14:tracePt t="256694" x="2762250" y="5721350"/>
          <p14:tracePt t="256720" x="2768600" y="5721350"/>
          <p14:tracePt t="256762" x="2768600" y="5715000"/>
          <p14:tracePt t="256791" x="2768600" y="5708650"/>
          <p14:tracePt t="256825" x="2768600" y="5702300"/>
          <p14:tracePt t="256833" x="2774950" y="5702300"/>
          <p14:tracePt t="256854" x="2774950" y="5695950"/>
          <p14:tracePt t="256876" x="2774950" y="5689600"/>
          <p14:tracePt t="256882" x="2781300" y="5689600"/>
          <p14:tracePt t="256924" x="2781300" y="5683250"/>
          <p14:tracePt t="256931" x="2781300" y="5676900"/>
          <p14:tracePt t="256952" x="2787650" y="5670550"/>
          <p14:tracePt t="256973" x="2794000" y="5664200"/>
          <p14:tracePt t="256987" x="2794000" y="5657850"/>
          <p14:tracePt t="256995" x="2806700" y="5645150"/>
          <p14:tracePt t="257009" x="2813050" y="5632450"/>
          <p14:tracePt t="257026" x="2870200" y="5575300"/>
          <p14:tracePt t="257042" x="2914650" y="5543550"/>
          <p14:tracePt t="257058" x="3035300" y="5441950"/>
          <p14:tracePt t="257075" x="3194050" y="5353050"/>
          <p14:tracePt t="257092" x="3384550" y="5245100"/>
          <p14:tracePt t="257108" x="3498850" y="5194300"/>
          <p14:tracePt t="257125" x="3606800" y="5149850"/>
          <p14:tracePt t="257142" x="3956050" y="5035550"/>
          <p14:tracePt t="257158" x="4076700" y="4991100"/>
          <p14:tracePt t="257161" x="4191000" y="4959350"/>
          <p14:tracePt t="257191" x="4406900" y="4908550"/>
          <p14:tracePt t="257208" x="4591050" y="4870450"/>
          <p14:tracePt t="257225" x="4673600" y="4851400"/>
          <p14:tracePt t="257241" x="4813300" y="4838700"/>
          <p14:tracePt t="257258" x="4927600" y="4838700"/>
          <p14:tracePt t="257274" x="4978400" y="4838700"/>
          <p14:tracePt t="257291" x="5048250" y="4832350"/>
          <p14:tracePt t="257307" x="5118100" y="4832350"/>
          <p14:tracePt t="257325" x="5137150" y="4832350"/>
          <p14:tracePt t="257341" x="5175250" y="4826000"/>
          <p14:tracePt t="257357" x="5213350" y="4819650"/>
          <p14:tracePt t="257374" x="5238750" y="4813300"/>
          <p14:tracePt t="257390" x="5257800" y="4806950"/>
          <p14:tracePt t="257407" x="5276850" y="4794250"/>
          <p14:tracePt t="257424" x="5365750" y="4775200"/>
          <p14:tracePt t="257440" x="5397500" y="4768850"/>
          <p14:tracePt t="257458" x="5480050" y="4756150"/>
          <p14:tracePt t="257473" x="5505450" y="4756150"/>
          <p14:tracePt t="257490" x="5562600" y="4756150"/>
          <p14:tracePt t="257507" x="5613400" y="4775200"/>
          <p14:tracePt t="257523" x="5626100" y="4781550"/>
          <p14:tracePt t="257540" x="5664200" y="4800600"/>
          <p14:tracePt t="257557" x="5695950" y="4826000"/>
          <p14:tracePt t="257573" x="5702300" y="4851400"/>
          <p14:tracePt t="257590" x="5740400" y="4876800"/>
          <p14:tracePt t="257607" x="5759450" y="4921250"/>
          <p14:tracePt t="257623" x="5778500" y="4946650"/>
          <p14:tracePt t="257641" x="5822950" y="5016500"/>
          <p14:tracePt t="257656" x="5880100" y="5130800"/>
          <p14:tracePt t="257673" x="5911850" y="5181600"/>
          <p14:tracePt t="257690" x="6000750" y="5321300"/>
          <p14:tracePt t="257706" x="6102350" y="5473700"/>
          <p14:tracePt t="257722" x="6153150" y="5556250"/>
          <p14:tracePt t="257740" x="6229350" y="5683250"/>
          <p14:tracePt t="257756" x="6267450" y="5753100"/>
          <p14:tracePt t="257773" x="6324600" y="5854700"/>
          <p14:tracePt t="257789" x="6356350" y="5899150"/>
          <p14:tracePt t="257806" x="6362700" y="5911850"/>
          <p14:tracePt t="257823" x="6362700" y="5918200"/>
          <p14:tracePt t="257936" x="6362700" y="5911850"/>
          <p14:tracePt t="257950" x="6362700" y="5905500"/>
          <p14:tracePt t="257978" x="6356350" y="5892800"/>
          <p14:tracePt t="257985" x="6356350" y="5886450"/>
          <p14:tracePt t="257999" x="6350000" y="5886450"/>
          <p14:tracePt t="258008" x="6343650" y="5886450"/>
          <p14:tracePt t="258021" x="6343650" y="5880100"/>
          <p14:tracePt t="258038" x="6343650" y="5873750"/>
          <p14:tracePt t="258056" x="6337300" y="5861050"/>
          <p14:tracePt t="258088" x="6330950" y="5854700"/>
          <p14:tracePt t="258105" x="6330950" y="5848350"/>
          <p14:tracePt t="258121" x="6324600" y="5842000"/>
          <p14:tracePt t="258137" x="6318250" y="5842000"/>
          <p14:tracePt t="258154" x="6299200" y="5810250"/>
          <p14:tracePt t="258171" x="6242050" y="5753100"/>
          <p14:tracePt t="258188" x="6191250" y="5689600"/>
          <p14:tracePt t="258204" x="6057900" y="5524500"/>
          <p14:tracePt t="258220" x="5886450" y="5334000"/>
          <p14:tracePt t="258238" x="5600700" y="5048250"/>
          <p14:tracePt t="258254" x="5429250" y="4870450"/>
          <p14:tracePt t="258271" x="5251450" y="4699000"/>
          <p14:tracePt t="258288" x="4933950" y="4381500"/>
          <p14:tracePt t="258304" x="4692650" y="4152900"/>
          <p14:tracePt t="258320" x="4610100" y="4083050"/>
          <p14:tracePt t="258337" x="4432300" y="3943350"/>
          <p14:tracePt t="258354" x="4400550" y="3917950"/>
          <p14:tracePt t="258372" x="4362450" y="3892550"/>
          <p14:tracePt t="258387" x="4343400" y="3879850"/>
          <p14:tracePt t="258404" x="4337050" y="3879850"/>
          <p14:tracePt t="258421" x="4324350" y="3879850"/>
          <p14:tracePt t="258437" x="4318000" y="3879850"/>
          <p14:tracePt t="258454" x="4305300" y="3879850"/>
          <p14:tracePt t="258470" x="4292600" y="3892550"/>
          <p14:tracePt t="258487" x="4279900" y="3892550"/>
          <p14:tracePt t="258503" x="4254500" y="3898900"/>
          <p14:tracePt t="258520" x="4171950" y="3917950"/>
          <p14:tracePt t="258537" x="4108450" y="3924300"/>
          <p14:tracePt t="258554" x="4019550" y="3924300"/>
          <p14:tracePt t="258569" x="3790950" y="3949700"/>
          <p14:tracePt t="258586" x="3663950" y="3956050"/>
          <p14:tracePt t="258603" x="3384550" y="3987800"/>
          <p14:tracePt t="258619" x="3238500" y="4013200"/>
          <p14:tracePt t="258636" x="3092450" y="4032250"/>
          <p14:tracePt t="258653" x="2743200" y="4140200"/>
          <p14:tracePt t="258669" x="2654300" y="4171950"/>
          <p14:tracePt t="258687" x="2527300" y="4216400"/>
          <p14:tracePt t="258703" x="2470150" y="4241800"/>
          <p14:tracePt t="258719" x="2457450" y="4248150"/>
          <p14:tracePt t="258736" x="2425700" y="4267200"/>
          <p14:tracePt t="258752" x="2406650" y="4273550"/>
          <p14:tracePt t="258769" x="2406650" y="4279900"/>
          <p14:tracePt t="258786" x="2393950" y="4286250"/>
          <p14:tracePt t="258802" x="2387600" y="4292600"/>
          <p14:tracePt t="258835" x="2381250" y="4292600"/>
          <p14:tracePt t="258941" x="2381250" y="4298950"/>
          <p14:tracePt t="258954" x="2381250" y="4305300"/>
          <p14:tracePt t="258970" x="2381250" y="4311650"/>
          <p14:tracePt t="258983" x="2374900" y="4318000"/>
          <p14:tracePt t="258990" x="2374900" y="4330700"/>
          <p14:tracePt t="259005" x="2374900" y="4343400"/>
          <p14:tracePt t="259018" x="2374900" y="4362450"/>
          <p14:tracePt t="259035" x="2368550" y="4406900"/>
          <p14:tracePt t="259052" x="2368550" y="4425950"/>
          <p14:tracePt t="259068" x="2368550" y="4476750"/>
          <p14:tracePt t="259084" x="2368550" y="4514850"/>
          <p14:tracePt t="259103" x="2374900" y="4540250"/>
          <p14:tracePt t="259118" x="2374900" y="4559300"/>
          <p14:tracePt t="259134" x="2381250" y="4572000"/>
          <p14:tracePt t="259152" x="2387600" y="4584700"/>
          <p14:tracePt t="259168" x="2393950" y="4597400"/>
          <p14:tracePt t="259184" x="2400300" y="4597400"/>
          <p14:tracePt t="259201" x="2406650" y="4610100"/>
          <p14:tracePt t="259217" x="2406650" y="4616450"/>
          <p14:tracePt t="259234" x="2406650" y="4622800"/>
          <p14:tracePt t="259251" x="2413000" y="4635500"/>
          <p14:tracePt t="259320" x="2413000" y="4641850"/>
          <p14:tracePt t="259341" x="2419350" y="4648200"/>
          <p14:tracePt t="259362" x="2419350" y="4654550"/>
          <p14:tracePt t="259383" x="2419350" y="4660900"/>
          <p14:tracePt t="259426" x="2419350" y="4667250"/>
          <p14:tracePt t="259432" x="2419350" y="4673600"/>
          <p14:tracePt t="259461" x="2425700" y="4673600"/>
          <p14:tracePt t="259482" x="2425700" y="4679950"/>
          <p14:tracePt t="259503" x="2432050" y="4679950"/>
          <p14:tracePt t="259518" x="2432050" y="4686300"/>
          <p14:tracePt t="259524" x="2438400" y="4692650"/>
          <p14:tracePt t="259533" x="2438400" y="4699000"/>
          <p14:tracePt t="259553" x="2444750" y="4705350"/>
          <p14:tracePt t="259569" x="2451100" y="4718050"/>
          <p14:tracePt t="259583" x="2457450" y="4718050"/>
          <p14:tracePt t="259600" x="2470150" y="4730750"/>
          <p14:tracePt t="259616" x="2508250" y="4756150"/>
          <p14:tracePt t="259633" x="2520950" y="4775200"/>
          <p14:tracePt t="259650" x="2552700" y="4787900"/>
          <p14:tracePt t="259666" x="2578100" y="4800600"/>
          <p14:tracePt t="259683" x="2590800" y="4800600"/>
          <p14:tracePt t="259699" x="2609850" y="4806950"/>
          <p14:tracePt t="259716" x="2628900" y="4806950"/>
          <p14:tracePt t="259732" x="2635250" y="4806950"/>
          <p14:tracePt t="259749" x="2635250" y="4794250"/>
          <p14:tracePt t="259766" x="2641600" y="4787900"/>
          <p14:tracePt t="259783" x="2647950" y="4781550"/>
          <p14:tracePt t="259816" x="2654300" y="4775200"/>
          <p14:tracePt t="259835" x="2660650" y="4775200"/>
          <p14:tracePt t="259867" x="2667000" y="4768850"/>
          <p14:tracePt t="259884" x="2667000" y="4762500"/>
          <p14:tracePt t="259903" x="2673350" y="4762500"/>
          <p14:tracePt t="259917" x="2679700" y="4762500"/>
          <p14:tracePt t="259924" x="2692400" y="4756150"/>
          <p14:tracePt t="259938" x="2705100" y="4756150"/>
          <p14:tracePt t="259948" x="2724150" y="4756150"/>
          <p14:tracePt t="259965" x="2743200" y="4756150"/>
          <p14:tracePt t="259981" x="2800350" y="4756150"/>
          <p14:tracePt t="259998" x="2857500" y="4749800"/>
          <p14:tracePt t="260017" x="2914650" y="4749800"/>
          <p14:tracePt t="260032" x="2946400" y="4749800"/>
          <p14:tracePt t="260048" x="2997200" y="4749800"/>
          <p14:tracePt t="260065" x="3028950" y="4749800"/>
          <p14:tracePt t="260081" x="3048000" y="4756150"/>
          <p14:tracePt t="260098" x="3067050" y="4756150"/>
          <p14:tracePt t="260115" x="3086100" y="4762500"/>
          <p14:tracePt t="260131" x="3092450" y="4762500"/>
          <p14:tracePt t="260148" x="3098800" y="4768850"/>
          <p14:tracePt t="260164" x="3111500" y="4768850"/>
          <p14:tracePt t="260199" x="3111500" y="4762500"/>
          <p14:tracePt t="260227" x="3105150" y="4762500"/>
          <p14:tracePt t="260233" x="3098800" y="4762500"/>
          <p14:tracePt t="260254" x="3092450" y="4756150"/>
          <p14:tracePt t="260268" x="3073400" y="4756150"/>
          <p14:tracePt t="260280" x="3054350" y="4756150"/>
          <p14:tracePt t="260297" x="2984500" y="4756150"/>
          <p14:tracePt t="260314" x="2921000" y="4762500"/>
          <p14:tracePt t="260331" x="2787650" y="4768850"/>
          <p14:tracePt t="260347" x="2647950" y="4781550"/>
          <p14:tracePt t="260363" x="2571750" y="4781550"/>
          <p14:tracePt t="260381" x="2457450" y="4781550"/>
          <p14:tracePt t="260397" x="2368550" y="4781550"/>
          <p14:tracePt t="260413" x="2343150" y="4781550"/>
          <p14:tracePt t="260431" x="2317750" y="4781550"/>
          <p14:tracePt t="260447" x="2311400" y="4775200"/>
          <p14:tracePt t="260480" x="2324100" y="4775200"/>
          <p14:tracePt t="260496" x="2330450" y="4775200"/>
          <p14:tracePt t="260513" x="2336800" y="4775200"/>
          <p14:tracePt t="260530" x="2349500" y="4775200"/>
          <p14:tracePt t="260546" x="2355850" y="4775200"/>
          <p14:tracePt t="260563" x="2368550" y="4775200"/>
          <p14:tracePt t="260579" x="2374900" y="4775200"/>
          <p14:tracePt t="260596" x="2381250" y="4775200"/>
          <p14:tracePt t="260613" x="2393950" y="4775200"/>
          <p14:tracePt t="260629" x="2432050" y="4775200"/>
          <p14:tracePt t="260646" x="2451100" y="4775200"/>
          <p14:tracePt t="260663" x="2527300" y="4775200"/>
          <p14:tracePt t="260679" x="2635250" y="4775200"/>
          <p14:tracePt t="260696" x="2686050" y="4781550"/>
          <p14:tracePt t="260712" x="2787650" y="4781550"/>
          <p14:tracePt t="260729" x="2882900" y="4781550"/>
          <p14:tracePt t="260747" x="2959100" y="4781550"/>
          <p14:tracePt t="260762" x="3003550" y="4762500"/>
          <p14:tracePt t="260778" x="3035300" y="4762500"/>
          <p14:tracePt t="260796" x="3105150" y="4749800"/>
          <p14:tracePt t="260812" x="3124200" y="4743450"/>
          <p14:tracePt t="260829" x="3130550" y="4737100"/>
          <p14:tracePt t="260845" x="3149600" y="4737100"/>
          <p14:tracePt t="260862" x="3155950" y="4724400"/>
          <p14:tracePt t="260901" x="3162300" y="4718050"/>
          <p14:tracePt t="260978" x="3162300" y="4724400"/>
          <p14:tracePt t="260999" x="3162300" y="4730750"/>
          <p14:tracePt t="261523" x="3238500" y="4737100"/>
          <p14:tracePt t="261530" x="3390900" y="4749800"/>
          <p14:tracePt t="261546" x="3549650" y="4749800"/>
          <p14:tracePt t="261559" x="3975100" y="4762500"/>
          <p14:tracePt t="261576" x="4241800" y="4794250"/>
          <p14:tracePt t="261593" x="4743450" y="4806950"/>
          <p14:tracePt t="261609" x="4978400" y="4806950"/>
          <p14:tracePt t="261626" x="5397500" y="4819650"/>
          <p14:tracePt t="261643" x="5651500" y="4832350"/>
          <p14:tracePt t="261659" x="5753100" y="4838700"/>
          <p14:tracePt t="261663" x="5867400" y="4851400"/>
          <p14:tracePt t="261676" x="5962650" y="4870450"/>
          <p14:tracePt t="261692" x="6108700" y="4908550"/>
          <p14:tracePt t="261709" x="6159500" y="4927600"/>
          <p14:tracePt t="261727" x="6223000" y="4953000"/>
          <p14:tracePt t="261742" x="6267450" y="4978400"/>
          <p14:tracePt t="261759" x="6286500" y="4997450"/>
          <p14:tracePt t="261776" x="6305550" y="5010150"/>
          <p14:tracePt t="261792" x="6324600" y="5010150"/>
          <p14:tracePt t="261808" x="6324600" y="5016500"/>
          <p14:tracePt t="261826" x="6337300" y="5029200"/>
          <p14:tracePt t="261842" x="6356350" y="5048250"/>
          <p14:tracePt t="261858" x="6362700" y="5054600"/>
          <p14:tracePt t="261875" x="6388100" y="5080000"/>
          <p14:tracePt t="261891" x="6400800" y="5092700"/>
          <p14:tracePt t="261909" x="6438900" y="5137150"/>
          <p14:tracePt t="261925" x="6457950" y="5162550"/>
          <p14:tracePt t="261941" x="6470650" y="5181600"/>
          <p14:tracePt t="261959" x="6496050" y="5207000"/>
          <p14:tracePt t="261975" x="6521450" y="5226050"/>
          <p14:tracePt t="261991" x="6534150" y="5238750"/>
          <p14:tracePt t="262008" x="6553200" y="5264150"/>
          <p14:tracePt t="262024" x="6584950" y="5276850"/>
          <p14:tracePt t="262041" x="6591300" y="5289550"/>
          <p14:tracePt t="262058" x="6604000" y="5302250"/>
          <p14:tracePt t="262074" x="6610350" y="5308600"/>
          <p14:tracePt t="262091" x="6610350" y="5321300"/>
          <p14:tracePt t="262107" x="6610350" y="5334000"/>
          <p14:tracePt t="262124" x="6610350" y="5340350"/>
          <p14:tracePt t="262141" x="6610350" y="5346700"/>
          <p14:tracePt t="262157" x="6610350" y="5353050"/>
          <p14:tracePt t="262174" x="6610350" y="5359400"/>
          <p14:tracePt t="262191" x="6597650" y="5378450"/>
          <p14:tracePt t="262207" x="6591300" y="5391150"/>
          <p14:tracePt t="262224" x="6584950" y="5391150"/>
          <p14:tracePt t="262240" x="6540500" y="5422900"/>
          <p14:tracePt t="262257" x="6521450" y="5429250"/>
          <p14:tracePt t="262274" x="6477000" y="5435600"/>
          <p14:tracePt t="262290" x="6419850" y="5448300"/>
          <p14:tracePt t="262307" x="6362700" y="5448300"/>
          <p14:tracePt t="262324" x="6311900" y="5448300"/>
          <p14:tracePt t="262340" x="6305550" y="5448300"/>
          <p14:tracePt t="262357" x="6286500" y="5448300"/>
          <p14:tracePt t="262422" x="6292850" y="5454650"/>
          <p14:tracePt t="262436" x="6299200" y="5454650"/>
          <p14:tracePt t="262451" x="6311900" y="5461000"/>
          <p14:tracePt t="262465" x="6311900" y="5467350"/>
          <p14:tracePt t="262474" x="6324600" y="5467350"/>
          <p14:tracePt t="262490" x="6337300" y="5473700"/>
          <p14:tracePt t="262507" x="6343650" y="5480050"/>
          <p14:tracePt t="262523" x="6369050" y="5486400"/>
          <p14:tracePt t="262539" x="6407150" y="5511800"/>
          <p14:tracePt t="262556" x="6489700" y="5549900"/>
          <p14:tracePt t="262573" x="6534150" y="5575300"/>
          <p14:tracePt t="262589" x="6648450" y="5619750"/>
          <p14:tracePt t="262606" x="6769100" y="5657850"/>
          <p14:tracePt t="262623" x="6826250" y="5676900"/>
          <p14:tracePt t="262639" x="6934200" y="5695950"/>
          <p14:tracePt t="262655" x="7010400" y="5695950"/>
          <p14:tracePt t="262672" x="7061200" y="5695950"/>
          <p14:tracePt t="262676" x="7105650" y="5689600"/>
          <p14:tracePt t="262689" x="7131050" y="5689600"/>
          <p14:tracePt t="262706" x="7175500" y="5683250"/>
          <p14:tracePt t="262722" x="7188200" y="5676900"/>
          <p14:tracePt t="262739" x="7213600" y="5670550"/>
          <p14:tracePt t="262755" x="7219950" y="5657850"/>
          <p14:tracePt t="262772" x="7226300" y="5657850"/>
          <p14:tracePt t="262788" x="7226300" y="5651500"/>
          <p14:tracePt t="264011" x="7239000" y="5651500"/>
          <p14:tracePt t="264019" x="7270750" y="5651500"/>
          <p14:tracePt t="264032" x="7289800" y="5632450"/>
          <p14:tracePt t="264039" x="7321550" y="5626100"/>
          <p14:tracePt t="264050" x="7340600" y="5613400"/>
          <p14:tracePt t="264068" x="7391400" y="5594350"/>
          <p14:tracePt t="264084" x="7423150" y="5588000"/>
          <p14:tracePt t="264101" x="7448550" y="5568950"/>
          <p14:tracePt t="264117" x="7524750" y="5556250"/>
          <p14:tracePt t="264134" x="7543800" y="5549900"/>
          <p14:tracePt t="264151" x="7569200" y="5543550"/>
          <p14:tracePt t="264167" x="7613650" y="5518150"/>
          <p14:tracePt t="264184" x="7645400" y="5511800"/>
          <p14:tracePt t="264202" x="7677150" y="5499100"/>
          <p14:tracePt t="264217" x="7683500" y="5499100"/>
          <p14:tracePt t="264233" x="7696200" y="5492750"/>
          <p14:tracePt t="264250" x="7702550" y="5492750"/>
          <p14:tracePt t="264267" x="7708900" y="5492750"/>
          <p14:tracePt t="264283" x="7715250" y="5492750"/>
          <p14:tracePt t="264370" x="7721600" y="5492750"/>
          <p14:tracePt t="264794" x="7766050" y="5492750"/>
          <p14:tracePt t="264801" x="7829550" y="5492750"/>
          <p14:tracePt t="264818" x="7867650" y="5492750"/>
          <p14:tracePt t="264831" x="7931150" y="5492750"/>
          <p14:tracePt t="264848" x="8039100" y="5492750"/>
          <p14:tracePt t="264865" x="8115300" y="5492750"/>
          <p14:tracePt t="264881" x="8147050" y="5486400"/>
          <p14:tracePt t="264898" x="8185150" y="5480050"/>
          <p14:tracePt t="264914" x="8204200" y="5480050"/>
          <p14:tracePt t="264931" x="8210550" y="5480050"/>
          <p14:tracePt t="264977" x="8216900" y="5480050"/>
          <p14:tracePt t="265103" x="8216900" y="5486400"/>
          <p14:tracePt t="265131" x="8223250" y="5486400"/>
          <p14:tracePt t="265167" x="8229600" y="5486400"/>
          <p14:tracePt t="265173" x="8235950" y="5486400"/>
          <p14:tracePt t="265202" x="8242300" y="5486400"/>
          <p14:tracePt t="265237" x="8248650" y="5486400"/>
          <p14:tracePt t="265265" x="8248650" y="5492750"/>
          <p14:tracePt t="265272" x="8255000" y="5492750"/>
          <p14:tracePt t="265293" x="8261350" y="5499100"/>
          <p14:tracePt t="265315" x="8274050" y="5511800"/>
          <p14:tracePt t="265328" x="8280400" y="5524500"/>
          <p14:tracePt t="265335" x="8293100" y="5530850"/>
          <p14:tracePt t="265346" x="8305800" y="5543550"/>
          <p14:tracePt t="265363" x="8337550" y="5575300"/>
          <p14:tracePt t="265379" x="8350250" y="5588000"/>
          <p14:tracePt t="265396" x="8362950" y="5600700"/>
          <p14:tracePt t="265413" x="8394700" y="5626100"/>
          <p14:tracePt t="265429" x="8407400" y="5626100"/>
          <p14:tracePt t="265446" x="8407400" y="5632450"/>
          <p14:tracePt t="265463" x="8420100" y="5632450"/>
          <p14:tracePt t="265616" x="8426450" y="5632450"/>
          <p14:tracePt t="265645" x="8432800" y="5626100"/>
          <p14:tracePt t="265658" x="8432800" y="5619750"/>
          <p14:tracePt t="265665" x="8439150" y="5619750"/>
          <p14:tracePt t="265687" x="8445500" y="5619750"/>
          <p14:tracePt t="265695" x="8451850" y="5619750"/>
          <p14:tracePt t="265715" x="8464550" y="5607050"/>
          <p14:tracePt t="265731" x="8464550" y="5600700"/>
          <p14:tracePt t="265745" x="8477250" y="5594350"/>
          <p14:tracePt t="265762" x="8502650" y="5575300"/>
          <p14:tracePt t="265778" x="8534400" y="5556250"/>
          <p14:tracePt t="265795" x="8547100" y="5549900"/>
          <p14:tracePt t="265812" x="8572500" y="5524500"/>
          <p14:tracePt t="265828" x="8585200" y="5518150"/>
          <p14:tracePt t="265845" x="8585200" y="5511800"/>
          <p14:tracePt t="265862" x="8591550" y="5505450"/>
          <p14:tracePt t="265898" x="8591550" y="5499100"/>
          <p14:tracePt t="266038" x="8585200" y="5499100"/>
          <p14:tracePt t="266045" x="8578850" y="5499100"/>
          <p14:tracePt t="266066" x="8572500" y="5499100"/>
          <p14:tracePt t="266087" x="8566150" y="5499100"/>
          <p14:tracePt t="266108" x="8559800" y="5499100"/>
          <p14:tracePt t="266136" x="8553450" y="5499100"/>
          <p14:tracePt t="266150" x="8547100" y="5499100"/>
          <p14:tracePt t="266157" x="8540750" y="5499100"/>
          <p14:tracePt t="266179" x="8534400" y="5499100"/>
          <p14:tracePt t="266185" x="8528050" y="5499100"/>
          <p14:tracePt t="266207" x="8521700" y="5499100"/>
          <p14:tracePt t="266220" x="8521700" y="5505450"/>
          <p14:tracePt t="266230" x="8515350" y="5505450"/>
          <p14:tracePt t="266248" x="8509000" y="5505450"/>
          <p14:tracePt t="266260" x="8502650" y="5505450"/>
          <p14:tracePt t="266277" x="8489950" y="5511800"/>
          <p14:tracePt t="266293" x="8483600" y="5511800"/>
          <p14:tracePt t="266327" x="8445500" y="5524500"/>
          <p14:tracePt t="266343" x="8420100" y="5530850"/>
          <p14:tracePt t="266360" x="8394700" y="5537200"/>
          <p14:tracePt t="266376" x="8331200" y="5556250"/>
          <p14:tracePt t="266393" x="8248650" y="5581650"/>
          <p14:tracePt t="266411" x="8166100" y="5613400"/>
          <p14:tracePt t="266426" x="8108950" y="5619750"/>
          <p14:tracePt t="266443" x="8001000" y="5657850"/>
          <p14:tracePt t="266459" x="7880350" y="5683250"/>
          <p14:tracePt t="266476" x="7816850" y="5695950"/>
          <p14:tracePt t="266493" x="7696200" y="5715000"/>
          <p14:tracePt t="266510" x="7613650" y="5727700"/>
          <p14:tracePt t="266526" x="7581900" y="5740400"/>
          <p14:tracePt t="266543" x="7531100" y="5734050"/>
          <p14:tracePt t="266559" x="7493000" y="5734050"/>
          <p14:tracePt t="266575" x="7473950" y="5734050"/>
          <p14:tracePt t="266593" x="7442200" y="5734050"/>
          <p14:tracePt t="266609" x="7404100" y="5740400"/>
          <p14:tracePt t="266626" x="7391400" y="5740400"/>
          <p14:tracePt t="266642" x="7359650" y="5753100"/>
          <p14:tracePt t="266658" x="7346950" y="5753100"/>
          <p14:tracePt t="266675" x="7321550" y="5753100"/>
          <p14:tracePt t="266692" x="7308850" y="5753100"/>
          <p14:tracePt t="266709" x="7296150" y="5753100"/>
          <p14:tracePt t="266725" x="7283450" y="5753100"/>
          <p14:tracePt t="266741" x="7264400" y="5753100"/>
          <p14:tracePt t="266761" x="7258050" y="5753100"/>
          <p14:tracePt t="266775" x="7245350" y="5753100"/>
          <p14:tracePt t="266791" x="7226300" y="5753100"/>
          <p14:tracePt t="266808" x="7213600" y="5753100"/>
          <p14:tracePt t="266825" x="7175500" y="5753100"/>
          <p14:tracePt t="266842" x="7131050" y="5759450"/>
          <p14:tracePt t="266858" x="7112000" y="5772150"/>
          <p14:tracePt t="266874" x="7054850" y="5778500"/>
          <p14:tracePt t="266891" x="6997700" y="5784850"/>
          <p14:tracePt t="266908" x="6978650" y="5791200"/>
          <p14:tracePt t="266924" x="6927850" y="5797550"/>
          <p14:tracePt t="266941" x="6896100" y="5797550"/>
          <p14:tracePt t="266958" x="6851650" y="5810250"/>
          <p14:tracePt t="266974" x="6838950" y="5810250"/>
          <p14:tracePt t="266991" x="6826250" y="5816600"/>
          <p14:tracePt t="267007" x="6807200" y="5816600"/>
          <p14:tracePt t="267024" x="6794500" y="5816600"/>
          <p14:tracePt t="267041" x="6788150" y="5822950"/>
          <p14:tracePt t="267057" x="6775450" y="5829300"/>
          <p14:tracePt t="267074" x="6769100" y="5829300"/>
          <p14:tracePt t="267107" x="6762750" y="5835650"/>
          <p14:tracePt t="267123" x="6750050" y="5835650"/>
          <p14:tracePt t="267162" x="6743700" y="5835650"/>
          <p14:tracePt t="267191" x="6737350" y="5842000"/>
          <p14:tracePt t="267260" x="6743700" y="5842000"/>
          <p14:tracePt t="267302" x="6756400" y="5842000"/>
          <p14:tracePt t="267331" x="6762750" y="5842000"/>
          <p14:tracePt t="267352" x="6769100" y="5842000"/>
          <p14:tracePt t="267401" x="6781800" y="5835650"/>
          <p14:tracePt t="267422" x="6788150" y="5835650"/>
          <p14:tracePt t="267450" x="6794500" y="5835650"/>
          <p14:tracePt t="267471" x="6800850" y="5835650"/>
          <p14:tracePt t="267534" x="6807200" y="5835650"/>
          <p14:tracePt t="267541" x="6813550" y="5829300"/>
          <p14:tracePt t="267584" x="6819900" y="5829300"/>
          <p14:tracePt t="267611" x="6826250" y="5829300"/>
          <p14:tracePt t="267647" x="6832600" y="5822950"/>
          <p14:tracePt t="267681" x="6838950" y="5822950"/>
          <p14:tracePt t="267696" x="6845300" y="5822950"/>
          <p14:tracePt t="267703" x="6845300" y="5816600"/>
          <p14:tracePt t="267724" x="6851650" y="5816600"/>
          <p14:tracePt t="267731" x="6858000" y="5816600"/>
          <p14:tracePt t="267745" x="6864350" y="5816600"/>
          <p14:tracePt t="267754" x="6877050" y="5810250"/>
          <p14:tracePt t="267771" x="6889750" y="5810250"/>
          <p14:tracePt t="267788" x="6940550" y="5797550"/>
          <p14:tracePt t="267804" x="7054850" y="5791200"/>
          <p14:tracePt t="267822" x="7226300" y="5746750"/>
          <p14:tracePt t="267837" x="7315200" y="5740400"/>
          <p14:tracePt t="267854" x="7416800" y="5721350"/>
          <p14:tracePt t="267871" x="7626350" y="5664200"/>
          <p14:tracePt t="267887" x="7810500" y="5607050"/>
          <p14:tracePt t="267904" x="7899400" y="5581650"/>
          <p14:tracePt t="267921" x="8051800" y="5537200"/>
          <p14:tracePt t="267937" x="8172450" y="5499100"/>
          <p14:tracePt t="267954" x="8223250" y="5486400"/>
          <p14:tracePt t="267971" x="8299450" y="5467350"/>
          <p14:tracePt t="267987" x="8337550" y="5461000"/>
          <p14:tracePt t="268004" x="8343900" y="5454650"/>
          <p14:tracePt t="268020" x="8362950" y="5454650"/>
          <p14:tracePt t="268037" x="8362950" y="5448300"/>
          <p14:tracePt t="268054" x="8369300" y="5448300"/>
          <p14:tracePt t="268097" x="8375650" y="5448300"/>
          <p14:tracePt t="268223" x="8382000" y="5448300"/>
          <p14:tracePt t="268266" x="8382000" y="5454650"/>
          <p14:tracePt t="268314" x="8388350" y="5454650"/>
          <p14:tracePt t="268427" x="8394700" y="5454650"/>
          <p14:tracePt t="268665" x="8401050" y="5454650"/>
          <p14:tracePt t="268687" x="8413750" y="5454650"/>
          <p14:tracePt t="268700" x="8439150" y="5467350"/>
          <p14:tracePt t="268707" x="8458200" y="5467350"/>
          <p14:tracePt t="268718" x="8477250" y="5467350"/>
          <p14:tracePt t="268734" x="8509000" y="5473700"/>
          <p14:tracePt t="268751" x="8572500" y="5473700"/>
          <p14:tracePt t="268768" x="8610600" y="5473700"/>
          <p14:tracePt t="268772" x="8648700" y="5473700"/>
          <p14:tracePt t="268785" x="8731250" y="5467350"/>
          <p14:tracePt t="268801" x="8763000" y="5467350"/>
          <p14:tracePt t="268818" x="8788400" y="5461000"/>
          <p14:tracePt t="268834" x="8839200" y="5461000"/>
          <p14:tracePt t="268851" x="8864600" y="5454650"/>
          <p14:tracePt t="268868" x="8877300" y="5454650"/>
          <p14:tracePt t="268884" x="8896350" y="5448300"/>
          <p14:tracePt t="268901" x="8902700" y="5448300"/>
          <p14:tracePt t="268925" x="8909050" y="5448300"/>
          <p14:tracePt t="268961" x="8909050" y="5441950"/>
          <p14:tracePt t="269825" x="8902700" y="5441950"/>
          <p14:tracePt t="269839" x="8896350" y="5441950"/>
          <p14:tracePt t="269860" x="8890000" y="5441950"/>
          <p14:tracePt t="269874" x="8883650" y="5441950"/>
          <p14:tracePt t="269883" x="8877300" y="5441950"/>
          <p14:tracePt t="269898" x="8870950" y="5441950"/>
          <p14:tracePt t="269923" x="8864600" y="5441950"/>
          <p14:tracePt t="269933" x="8851900" y="5441950"/>
          <p14:tracePt t="269947" x="8839200" y="5441950"/>
          <p14:tracePt t="269964" x="8820150" y="5441950"/>
          <p14:tracePt t="269980" x="8756650" y="5441950"/>
          <p14:tracePt t="269997" x="8718550" y="5435600"/>
          <p14:tracePt t="270014" x="8661400" y="5429250"/>
          <p14:tracePt t="270030" x="8629650" y="5429250"/>
          <p14:tracePt t="270047" x="8572500" y="5422900"/>
          <p14:tracePt t="270064" x="8521700" y="5416550"/>
          <p14:tracePt t="270080" x="8502650" y="5416550"/>
          <p14:tracePt t="270097" x="8464550" y="5416550"/>
          <p14:tracePt t="270114" x="8439150" y="5422900"/>
          <p14:tracePt t="270130" x="8426450" y="5422900"/>
          <p14:tracePt t="270147" x="8413750" y="5422900"/>
          <p14:tracePt t="270163" x="8401050" y="5422900"/>
          <p14:tracePt t="270197" x="8394700" y="5422900"/>
          <p14:tracePt t="270213" x="8388350" y="5422900"/>
          <p14:tracePt t="270229" x="8382000" y="5422900"/>
          <p14:tracePt t="270254" x="8375650" y="5422900"/>
          <p14:tracePt t="270262" x="8369300" y="5422900"/>
          <p14:tracePt t="271119" x="8382000" y="5429250"/>
          <p14:tracePt t="271128" x="8401050" y="5441950"/>
          <p14:tracePt t="271133" x="8426450" y="5441950"/>
          <p14:tracePt t="271148" x="8445500" y="5441950"/>
          <p14:tracePt t="271159" x="8464550" y="5441950"/>
          <p14:tracePt t="271176" x="8502650" y="5441950"/>
          <p14:tracePt t="271193" x="8515350" y="5441950"/>
          <p14:tracePt t="271210" x="8540750" y="5441950"/>
          <p14:tracePt t="271226" x="8553450" y="5441950"/>
          <p14:tracePt t="271243" x="8559800" y="5441950"/>
          <p14:tracePt t="271260" x="8566150" y="5441950"/>
          <p14:tracePt t="271276" x="8572500" y="5441950"/>
          <p14:tracePt t="271312" x="8578850" y="5441950"/>
          <p14:tracePt t="271326" x="8585200" y="5441950"/>
          <p14:tracePt t="271342" x="8597900" y="5448300"/>
          <p14:tracePt t="271358" x="8604250" y="5448300"/>
          <p14:tracePt t="271380" x="8610600" y="5448300"/>
          <p14:tracePt t="271392" x="8616950" y="5448300"/>
          <p14:tracePt t="271409" x="8629650" y="5448300"/>
          <p14:tracePt t="271425" x="8636000" y="5448300"/>
          <p14:tracePt t="271442" x="8642350" y="5448300"/>
          <p14:tracePt t="271458" x="8661400" y="5448300"/>
          <p14:tracePt t="271475" x="8674100" y="5448300"/>
          <p14:tracePt t="271492" x="8686800" y="5441950"/>
          <p14:tracePt t="271508" x="8693150" y="5441950"/>
          <p14:tracePt t="271525" x="8699500" y="5435600"/>
          <p14:tracePt t="271541" x="8705850" y="5435600"/>
          <p14:tracePt t="271569" x="8712200" y="5435600"/>
          <p14:tracePt t="271640" x="8718550" y="5435600"/>
          <p14:tracePt t="271780" x="8705850" y="5435600"/>
          <p14:tracePt t="271787" x="8699500" y="5429250"/>
          <p14:tracePt t="271809" x="8686800" y="5422900"/>
          <p14:tracePt t="271822" x="8661400" y="5422900"/>
          <p14:tracePt t="271828" x="8623300" y="5416550"/>
          <p14:tracePt t="271840" x="8572500" y="5403850"/>
          <p14:tracePt t="271857" x="8401050" y="5384800"/>
          <p14:tracePt t="271874" x="8299450" y="5378450"/>
          <p14:tracePt t="271890" x="8185150" y="5365750"/>
          <p14:tracePt t="271907" x="7772400" y="5334000"/>
          <p14:tracePt t="271924" x="7620000" y="5321300"/>
          <p14:tracePt t="271941" x="7480300" y="5308600"/>
          <p14:tracePt t="271957" x="7226300" y="5289550"/>
          <p14:tracePt t="271973" x="6997700" y="5270500"/>
          <p14:tracePt t="271991" x="6813550" y="5251450"/>
          <p14:tracePt t="272007" x="6724650" y="5232400"/>
          <p14:tracePt t="272023" x="6591300" y="5213350"/>
          <p14:tracePt t="272040" x="6483350" y="5181600"/>
          <p14:tracePt t="272056" x="6438900" y="5168900"/>
          <p14:tracePt t="272073" x="6356350" y="5130800"/>
          <p14:tracePt t="272090" x="6261100" y="5118100"/>
          <p14:tracePt t="272106" x="6223000" y="5118100"/>
          <p14:tracePt t="272123" x="6140450" y="5118100"/>
          <p14:tracePt t="272139" x="6051550" y="5118100"/>
          <p14:tracePt t="272156" x="6013450" y="5118100"/>
          <p14:tracePt t="272173" x="5943600" y="5124450"/>
          <p14:tracePt t="272189" x="5880100" y="5130800"/>
          <p14:tracePt t="272206" x="5854700" y="5130800"/>
          <p14:tracePt t="272223" x="5797550" y="5137150"/>
          <p14:tracePt t="272239" x="5759450" y="5137150"/>
          <p14:tracePt t="272256" x="5676900" y="5137150"/>
          <p14:tracePt t="272272" x="5607050" y="5149850"/>
          <p14:tracePt t="272289" x="5581650" y="5149850"/>
          <p14:tracePt t="272306" x="5530850" y="5149850"/>
          <p14:tracePt t="272322" x="5492750" y="5149850"/>
          <p14:tracePt t="272339" x="5467350" y="5143500"/>
          <p14:tracePt t="272356" x="5435600" y="5137150"/>
          <p14:tracePt t="272372" x="5410200" y="5130800"/>
          <p14:tracePt t="272389" x="5403850" y="5130800"/>
          <p14:tracePt t="272405" x="5391150" y="5124450"/>
          <p14:tracePt t="272421" x="5384800" y="5124450"/>
          <p14:tracePt t="272483" x="5384800" y="5118100"/>
          <p14:tracePt t="272532" x="5384800" y="5111750"/>
          <p14:tracePt t="274827" x="5403850" y="5130800"/>
          <p14:tracePt t="274841" x="5429250" y="5143500"/>
          <p14:tracePt t="274850" x="5448300" y="5156200"/>
          <p14:tracePt t="274864" x="5473700" y="5162550"/>
          <p14:tracePt t="274880" x="5492750" y="5181600"/>
          <p14:tracePt t="274898" x="5537200" y="5213350"/>
          <p14:tracePt t="274914" x="5562600" y="5219700"/>
          <p14:tracePt t="274931" x="5581650" y="5245100"/>
          <p14:tracePt t="274947" x="5626100" y="5276850"/>
          <p14:tracePt t="274963" x="5689600" y="5327650"/>
          <p14:tracePt t="274980" x="5740400" y="5365750"/>
          <p14:tracePt t="274996" x="5816600" y="5416550"/>
          <p14:tracePt t="275013" x="5892800" y="5467350"/>
          <p14:tracePt t="275029" x="5918200" y="5492750"/>
          <p14:tracePt t="275046" x="5981700" y="5530850"/>
          <p14:tracePt t="275063" x="6019800" y="5556250"/>
          <p14:tracePt t="275080" x="6057900" y="5594350"/>
          <p14:tracePt t="275096" x="6076950" y="5613400"/>
          <p14:tracePt t="275112" x="6121400" y="5645150"/>
          <p14:tracePt t="275130" x="6178550" y="5676900"/>
          <p14:tracePt t="275146" x="6203950" y="5689600"/>
          <p14:tracePt t="275162" x="6248400" y="5708650"/>
          <p14:tracePt t="275179" x="6407150" y="5778500"/>
          <p14:tracePt t="275196" x="6470650" y="5797550"/>
          <p14:tracePt t="275212" x="6527800" y="5829300"/>
          <p14:tracePt t="275229" x="6629400" y="5873750"/>
          <p14:tracePt t="275245" x="6705600" y="5918200"/>
          <p14:tracePt t="275263" x="6756400" y="5956300"/>
          <p14:tracePt t="275279" x="6775450" y="5962650"/>
          <p14:tracePt t="275295" x="6813550" y="5988050"/>
          <p14:tracePt t="275312" x="6838950" y="6007100"/>
          <p14:tracePt t="275328" x="6858000" y="6013450"/>
          <p14:tracePt t="275333" x="6877050" y="6026150"/>
          <p14:tracePt t="275346" x="6889750" y="6045200"/>
          <p14:tracePt t="275361" x="6921500" y="6064250"/>
          <p14:tracePt t="275378" x="6946900" y="6076950"/>
          <p14:tracePt t="275395" x="6965950" y="6096000"/>
          <p14:tracePt t="275412" x="6978650" y="6115050"/>
          <p14:tracePt t="275428" x="6978650" y="6121400"/>
          <p14:tracePt t="275445" x="6991350" y="6127750"/>
          <p14:tracePt t="275461" x="6991350" y="6134100"/>
          <p14:tracePt t="275498" x="6997700" y="6134100"/>
          <p14:tracePt t="275530" x="7004050" y="6134100"/>
          <p14:tracePt t="275565" x="7010400" y="6134100"/>
          <p14:tracePt t="275586" x="7016750" y="6134100"/>
          <p14:tracePt t="275593" x="7016750" y="6140450"/>
          <p14:tracePt t="275621" x="7023100" y="6146800"/>
          <p14:tracePt t="275635" x="7029450" y="6153150"/>
          <p14:tracePt t="275642" x="7035800" y="6153150"/>
          <p14:tracePt t="275657" x="7035800" y="6159500"/>
          <p14:tracePt t="275664" x="7035800" y="6165850"/>
          <p14:tracePt t="275677" x="7042150" y="6165850"/>
          <p14:tracePt t="275694" x="7048500" y="6178550"/>
          <p14:tracePt t="275710" x="7061200" y="6184900"/>
          <p14:tracePt t="275727" x="7080250" y="6216650"/>
          <p14:tracePt t="275744" x="7099300" y="6248400"/>
          <p14:tracePt t="275761" x="7105650" y="6267450"/>
          <p14:tracePt t="275777" x="7124700" y="6299200"/>
          <p14:tracePt t="275793" x="7137400" y="6305550"/>
          <p14:tracePt t="275811" x="7181850" y="6324600"/>
          <p14:tracePt t="275827" x="7194550" y="6324600"/>
          <p14:tracePt t="278724" x="7188200" y="6324600"/>
          <p14:tracePt t="278731" x="7175500" y="6324600"/>
          <p14:tracePt t="278746" x="7162800" y="6324600"/>
          <p14:tracePt t="278753" x="7137400" y="6330950"/>
          <p14:tracePt t="278769" x="7131050" y="6330950"/>
          <p14:tracePt t="278783" x="7118350" y="6330950"/>
          <p14:tracePt t="278800" x="7092950" y="6330950"/>
          <p14:tracePt t="278817" x="7067550" y="6330950"/>
          <p14:tracePt t="278833" x="7061200" y="6330950"/>
          <p14:tracePt t="278850" x="7035800" y="6330950"/>
          <p14:tracePt t="278866" x="7023100" y="6330950"/>
          <p14:tracePt t="278883" x="7016750" y="6330950"/>
          <p14:tracePt t="278900" x="6997700" y="6330950"/>
          <p14:tracePt t="278916" x="6978650" y="6330950"/>
          <p14:tracePt t="278933" x="6978650" y="6324600"/>
          <p14:tracePt t="278949" x="6972300" y="6324600"/>
          <p14:tracePt t="278966" x="6965950" y="6324600"/>
          <p14:tracePt t="278986" x="6959600" y="6324600"/>
          <p14:tracePt t="279006" x="6953250" y="6324600"/>
          <p14:tracePt t="279034" x="6946900" y="6318250"/>
          <p14:tracePt t="279047" x="6940550" y="6318250"/>
          <p14:tracePt t="279076" x="6940550" y="6311900"/>
          <p14:tracePt t="279084" x="6934200" y="6311900"/>
          <p14:tracePt t="279104" x="6927850" y="6305550"/>
          <p14:tracePt t="279118" x="6921500" y="6305550"/>
          <p14:tracePt t="279139" x="6915150" y="6305550"/>
          <p14:tracePt t="279153" x="6908800" y="6305550"/>
          <p14:tracePt t="279174" x="6902450" y="6299200"/>
          <p14:tracePt t="279195" x="6896100" y="6299200"/>
          <p14:tracePt t="279217" x="6896100" y="6292850"/>
          <p14:tracePt t="279223" x="6889750" y="6292850"/>
          <p14:tracePt t="279244" x="6883400" y="6292850"/>
          <p14:tracePt t="279266" x="6877050" y="6286500"/>
          <p14:tracePt t="279273" x="6870700" y="6280150"/>
          <p14:tracePt t="279919" x="6864350" y="6273800"/>
          <p14:tracePt t="279926" x="6851650" y="6267450"/>
          <p14:tracePt t="279940" x="6838950" y="6261100"/>
          <p14:tracePt t="279949" x="6819900" y="6254750"/>
          <p14:tracePt t="279962" x="6788150" y="6242050"/>
          <p14:tracePt t="279980" x="6750050" y="6223000"/>
          <p14:tracePt t="279996" x="6616700" y="6153150"/>
          <p14:tracePt t="280012" x="6578600" y="6121400"/>
          <p14:tracePt t="280029" x="6546850" y="6096000"/>
          <p14:tracePt t="280046" x="6502400" y="6057900"/>
          <p14:tracePt t="280062" x="6457950" y="6019800"/>
          <p14:tracePt t="280081" x="6407150" y="5981700"/>
          <p14:tracePt t="280096" x="6381750" y="5962650"/>
          <p14:tracePt t="280112" x="6330950" y="5911850"/>
          <p14:tracePt t="280130" x="6280150" y="5861050"/>
          <p14:tracePt t="280145" x="6261100" y="5835650"/>
          <p14:tracePt t="280162" x="6223000" y="5791200"/>
          <p14:tracePt t="280179" x="6184900" y="5753100"/>
          <p14:tracePt t="280195" x="6178550" y="5727700"/>
          <p14:tracePt t="280211" x="6159500" y="5702300"/>
          <p14:tracePt t="280228" x="6146800" y="5676900"/>
          <p14:tracePt t="280245" x="6146800" y="5670550"/>
          <p14:tracePt t="280262" x="6146800" y="5664200"/>
          <p14:tracePt t="280278" x="6146800" y="5645150"/>
          <p14:tracePt t="280295" x="6146800" y="5638800"/>
          <p14:tracePt t="280312" x="6146800" y="5626100"/>
          <p14:tracePt t="280328" x="6140450" y="5613400"/>
          <p14:tracePt t="280361" x="6140450" y="5607050"/>
          <p14:tracePt t="280378" x="6140450" y="5600700"/>
          <p14:tracePt t="280394" x="6134100" y="5600700"/>
          <p14:tracePt t="280411" x="6134100" y="5594350"/>
          <p14:tracePt t="280453" x="6134100" y="5588000"/>
          <p14:tracePt t="280509" x="6134100" y="5581650"/>
          <p14:tracePt t="280544" x="6140450" y="5581650"/>
          <p14:tracePt t="280551" x="6140450" y="5588000"/>
          <p14:tracePt t="281322" x="6146800" y="5594350"/>
          <p14:tracePt t="281336" x="6159500" y="5600700"/>
          <p14:tracePt t="281344" x="6172200" y="5607050"/>
          <p14:tracePt t="281358" x="6184900" y="5613400"/>
          <p14:tracePt t="281374" x="6203950" y="5626100"/>
          <p14:tracePt t="281407" x="6216650" y="5638800"/>
          <p14:tracePt t="281424" x="6223000" y="5645150"/>
          <p14:tracePt t="281441" x="6235700" y="5657850"/>
          <p14:tracePt t="281463" x="6248400" y="5664200"/>
          <p14:tracePt t="281477" x="6248400" y="5670550"/>
          <p14:tracePt t="281505" x="6254750" y="5670550"/>
          <p14:tracePt t="281511" x="6254750" y="5676900"/>
          <p14:tracePt t="281533" x="6267450" y="5676900"/>
          <p14:tracePt t="281547" x="6267450" y="5683250"/>
          <p14:tracePt t="281557" x="6273800" y="5689600"/>
          <p14:tracePt t="281574" x="6280150" y="5695950"/>
          <p14:tracePt t="281590" x="6286500" y="5695950"/>
          <p14:tracePt t="282367" x="6286500" y="5702300"/>
          <p14:tracePt t="282381" x="6292850" y="5715000"/>
          <p14:tracePt t="282390" x="6305550" y="5721350"/>
          <p14:tracePt t="282404" x="6324600" y="5734050"/>
          <p14:tracePt t="282421" x="6343650" y="5753100"/>
          <p14:tracePt t="282438" x="6362700" y="5772150"/>
          <p14:tracePt t="282454" x="6369050" y="5778500"/>
          <p14:tracePt t="282470" x="6381750" y="5784850"/>
          <p14:tracePt t="282487" x="6388100" y="5797550"/>
          <p14:tracePt t="282521" x="6394450" y="5803900"/>
          <p14:tracePt t="282537" x="6400800" y="5810250"/>
          <p14:tracePt t="282557" x="6407150" y="5810250"/>
          <p14:tracePt t="282648" x="6400800" y="5810250"/>
          <p14:tracePt t="282662" x="6394450" y="5803900"/>
          <p14:tracePt t="282669" x="6388100" y="5797550"/>
          <p14:tracePt t="282676" x="6388100" y="5791200"/>
          <p14:tracePt t="282690" x="6375400" y="5784850"/>
          <p14:tracePt t="282711" x="6362700" y="5772150"/>
          <p14:tracePt t="282719" x="6343650" y="5746750"/>
          <p14:tracePt t="282736" x="6330950" y="5734050"/>
          <p14:tracePt t="282753" x="6299200" y="5689600"/>
          <p14:tracePt t="282769" x="6254750" y="5626100"/>
          <p14:tracePt t="282786" x="6235700" y="5607050"/>
          <p14:tracePt t="282802" x="6197600" y="5549900"/>
          <p14:tracePt t="282819" x="6159500" y="5505450"/>
          <p14:tracePt t="282836" x="6153150" y="5486400"/>
          <p14:tracePt t="282853" x="6127750" y="5441950"/>
          <p14:tracePt t="282869" x="6121400" y="5429250"/>
          <p14:tracePt t="282886" x="6108700" y="5397500"/>
          <p14:tracePt t="282902" x="6108700" y="5391150"/>
          <p14:tracePt t="282936" x="6102350" y="5384800"/>
          <p14:tracePt t="282952" x="6102350" y="5378450"/>
          <p14:tracePt t="283112" x="6102350" y="5384800"/>
          <p14:tracePt t="283154" x="6108700" y="5384800"/>
          <p14:tracePt t="283161" x="6108700" y="5391150"/>
          <p14:tracePt t="283210" x="6115050" y="5397500"/>
          <p14:tracePt t="283238" x="6115050" y="5403850"/>
          <p14:tracePt t="283273" x="6121400" y="5410200"/>
          <p14:tracePt t="283301" x="6121400" y="5416550"/>
          <p14:tracePt t="283308" x="6127750" y="5416550"/>
          <p14:tracePt t="283329" x="6134100" y="5422900"/>
          <p14:tracePt t="283372" x="6140450" y="5429250"/>
          <p14:tracePt t="283400" x="6153150" y="5435600"/>
          <p14:tracePt t="283421" x="6153150" y="5441950"/>
          <p14:tracePt t="283442" x="6165850" y="5441950"/>
          <p14:tracePt t="283448" x="6165850" y="5448300"/>
          <p14:tracePt t="283470" x="6172200" y="5448300"/>
          <p14:tracePt t="283491" x="6178550" y="5454650"/>
          <p14:tracePt t="283512" x="6184900" y="5461000"/>
          <p14:tracePt t="283519" x="6184900" y="5467350"/>
          <p14:tracePt t="283554" x="6191250" y="5467350"/>
          <p14:tracePt t="283582" x="6197600" y="5480050"/>
          <p14:tracePt t="283589" x="6203950" y="5480050"/>
          <p14:tracePt t="283604" x="6210300" y="5486400"/>
          <p14:tracePt t="283617" x="6216650" y="5492750"/>
          <p14:tracePt t="283633" x="6235700" y="5518150"/>
          <p14:tracePt t="283650" x="6248400" y="5537200"/>
          <p14:tracePt t="283667" x="6292850" y="5594350"/>
          <p14:tracePt t="283683" x="6362700" y="5664200"/>
          <p14:tracePt t="283700" x="6388100" y="5695950"/>
          <p14:tracePt t="283716" x="6445250" y="5765800"/>
          <p14:tracePt t="283733" x="6477000" y="5816600"/>
          <p14:tracePt t="283749" x="6489700" y="5829300"/>
          <p14:tracePt t="283766" x="6508750" y="5848350"/>
          <p14:tracePt t="283782" x="6515100" y="5854700"/>
          <p14:tracePt t="283800" x="6527800" y="5861050"/>
          <p14:tracePt t="283906" x="6521450" y="5861050"/>
          <p14:tracePt t="283912" x="6515100" y="5861050"/>
          <p14:tracePt t="283962" x="6508750" y="5861050"/>
          <p14:tracePt t="284081" x="6502400" y="5854700"/>
          <p14:tracePt t="284221" x="6502400" y="5848350"/>
          <p14:tracePt t="284285" x="6508750" y="5848350"/>
          <p14:tracePt t="284334" x="6508750" y="5854700"/>
          <p14:tracePt t="284355" x="6515100" y="5854700"/>
          <p14:tracePt t="284362" x="6515100" y="5861050"/>
          <p14:tracePt t="284383" x="6521450" y="5867400"/>
          <p14:tracePt t="285236" x="6527800" y="5867400"/>
          <p14:tracePt t="285243" x="6540500" y="5861050"/>
          <p14:tracePt t="285256" x="6546850" y="5854700"/>
          <p14:tracePt t="285264" x="6546850" y="5848350"/>
          <p14:tracePt t="285281" x="6553200" y="5842000"/>
          <p14:tracePt t="285294" x="6565900" y="5842000"/>
          <p14:tracePt t="285311" x="6578600" y="5842000"/>
          <p14:tracePt t="285327" x="6591300" y="5835650"/>
          <p14:tracePt t="285344" x="6597650" y="5835650"/>
          <p14:tracePt t="285360" x="6610350" y="5829300"/>
          <p14:tracePt t="285377" x="6635750" y="5822950"/>
          <p14:tracePt t="285394" x="6642100" y="5822950"/>
          <p14:tracePt t="285411" x="6654800" y="5816600"/>
          <p14:tracePt t="285427" x="6667500" y="5816600"/>
          <p14:tracePt t="285443" x="6673850" y="5810250"/>
          <p14:tracePt t="285461" x="6680200" y="5810250"/>
          <p14:tracePt t="285497" x="6686550" y="5810250"/>
          <p14:tracePt t="285510" x="6692900" y="5810250"/>
          <p14:tracePt t="285538" x="6699250" y="5810250"/>
          <p14:tracePt t="285547" x="6705600" y="5810250"/>
          <p14:tracePt t="286065" x="6699250" y="5797550"/>
          <p14:tracePt t="286079" x="6667500" y="5753100"/>
          <p14:tracePt t="286086" x="6635750" y="5702300"/>
          <p14:tracePt t="286101" x="6597650" y="5645150"/>
          <p14:tracePt t="286109" x="6565900" y="5537200"/>
          <p14:tracePt t="286124" x="6515100" y="5422900"/>
          <p14:tracePt t="286142" x="6400800" y="5080000"/>
          <p14:tracePt t="286158" x="6235700" y="4699000"/>
          <p14:tracePt t="286174" x="6127750" y="4451350"/>
          <p14:tracePt t="286192" x="5892800" y="3911600"/>
          <p14:tracePt t="286208" x="5670550" y="3378200"/>
          <p14:tracePt t="286224" x="5562600" y="3105150"/>
          <p14:tracePt t="286241" x="5416550" y="2774950"/>
          <p14:tracePt t="286257" x="5334000" y="2647950"/>
          <p14:tracePt t="286274" x="5200650" y="2470150"/>
          <p14:tracePt t="286291" x="5067300" y="2311400"/>
          <p14:tracePt t="286307" x="4997450" y="2228850"/>
          <p14:tracePt t="286325" x="4870450" y="2089150"/>
          <p14:tracePt t="286340" x="4787900" y="1962150"/>
          <p14:tracePt t="286357" x="4737100" y="1905000"/>
          <p14:tracePt t="286374" x="4648200" y="1765300"/>
          <p14:tracePt t="286390" x="4559300" y="1657350"/>
          <p14:tracePt t="286407" x="4502150" y="1600200"/>
          <p14:tracePt t="286424" x="4394200" y="1485900"/>
          <p14:tracePt t="286440" x="4311650" y="1377950"/>
          <p14:tracePt t="286457" x="4279900" y="1333500"/>
          <p14:tracePt t="286473" x="4254500" y="1270000"/>
          <p14:tracePt t="286491" x="4216400" y="1219200"/>
          <p14:tracePt t="286507" x="4191000" y="1187450"/>
          <p14:tracePt t="286523" x="4159250" y="1130300"/>
          <p14:tracePt t="286539" x="4152900" y="1117600"/>
          <p14:tracePt t="286557" x="4146550" y="1085850"/>
          <p14:tracePt t="286599" x="4146550" y="1079500"/>
          <p14:tracePt t="286627" x="4152900" y="1079500"/>
          <p14:tracePt t="286649" x="4165600" y="1085850"/>
          <p14:tracePt t="286670" x="4178300" y="1098550"/>
          <p14:tracePt t="286684" x="4184650" y="1111250"/>
          <p14:tracePt t="286692" x="4191000" y="1117600"/>
          <p14:tracePt t="286706" x="4197350" y="1130300"/>
          <p14:tracePt t="286722" x="4210050" y="1149350"/>
          <p14:tracePt t="286740" x="4216400" y="1162050"/>
          <p14:tracePt t="286756" x="4235450" y="1174750"/>
          <p14:tracePt t="286772" x="4254500" y="1193800"/>
          <p14:tracePt t="286789" x="4279900" y="1206500"/>
          <p14:tracePt t="286806" x="4311650" y="1219200"/>
          <p14:tracePt t="286822" x="4343400" y="1238250"/>
          <p14:tracePt t="286839" x="4445000" y="1301750"/>
          <p14:tracePt t="286855" x="4502150" y="1320800"/>
          <p14:tracePt t="286872" x="4559300" y="1346200"/>
          <p14:tracePt t="286889" x="4679950" y="1397000"/>
          <p14:tracePt t="286905" x="4800600" y="1422400"/>
          <p14:tracePt t="286923" x="4921250" y="1441450"/>
          <p14:tracePt t="286938" x="4984750" y="1454150"/>
          <p14:tracePt t="286955" x="5092700" y="1454150"/>
          <p14:tracePt t="286972" x="5156200" y="1454150"/>
          <p14:tracePt t="286988" x="5168900" y="1454150"/>
          <p14:tracePt t="287005" x="5207000" y="1441450"/>
          <p14:tracePt t="287021" x="5213350" y="1441450"/>
          <p14:tracePt t="287038" x="5213350" y="1435100"/>
          <p14:tracePt t="287071" x="5200650" y="1428750"/>
          <p14:tracePt t="287087" x="5175250" y="1428750"/>
          <p14:tracePt t="287106" x="5137150" y="1422400"/>
          <p14:tracePt t="287121" x="5041900" y="1422400"/>
          <p14:tracePt t="287138" x="4953000" y="1422400"/>
          <p14:tracePt t="287155" x="4705350" y="1435100"/>
          <p14:tracePt t="287171" x="4527550" y="1447800"/>
          <p14:tracePt t="287187" x="4121150" y="1473200"/>
          <p14:tracePt t="287204" x="3721100" y="1498600"/>
          <p14:tracePt t="287221" x="3530600" y="1511300"/>
          <p14:tracePt t="287238" x="3251200" y="1517650"/>
          <p14:tracePt t="287254" x="3073400" y="1498600"/>
          <p14:tracePt t="287270" x="3003550" y="1485900"/>
          <p14:tracePt t="287288" x="2927350" y="1454150"/>
          <p14:tracePt t="287304" x="2889250" y="1428750"/>
          <p14:tracePt t="287321" x="2876550" y="1422400"/>
          <p14:tracePt t="287338" x="2857500" y="1409700"/>
          <p14:tracePt t="287354" x="2851150" y="1409700"/>
          <p14:tracePt t="287387" x="2857500" y="1409700"/>
          <p14:tracePt t="287403" x="2870200" y="1422400"/>
          <p14:tracePt t="287421" x="2870200" y="1435100"/>
          <p14:tracePt t="287437" x="2882900" y="1435100"/>
          <p14:tracePt t="287453" x="2882900" y="1447800"/>
          <p14:tracePt t="287471" x="2901950" y="1460500"/>
          <p14:tracePt t="287487" x="2901950" y="1466850"/>
          <p14:tracePt t="287503" x="2908300" y="1473200"/>
          <p14:tracePt t="287507" x="2908300" y="1479550"/>
          <p14:tracePt t="287520" x="2908300" y="1485900"/>
          <p14:tracePt t="287537" x="2908300" y="1492250"/>
          <p14:tracePt t="287556" x="2908300" y="1498600"/>
          <p14:tracePt t="287570" x="2908300" y="1511300"/>
          <p14:tracePt t="287586" x="2908300" y="1517650"/>
          <p14:tracePt t="287602" x="2908300" y="1530350"/>
          <p14:tracePt t="287619" x="2908300" y="1536700"/>
          <p14:tracePt t="287636" x="2901950" y="1581150"/>
          <p14:tracePt t="287653" x="2870200" y="1625600"/>
          <p14:tracePt t="287669" x="2857500" y="1644650"/>
          <p14:tracePt t="287686" x="2819400" y="1689100"/>
          <p14:tracePt t="287703" x="2762250" y="1733550"/>
          <p14:tracePt t="287719" x="2730500" y="1752600"/>
          <p14:tracePt t="287736" x="2692400" y="1765300"/>
          <p14:tracePt t="287753" x="2584450" y="1809750"/>
          <p14:tracePt t="287769" x="2552700" y="1822450"/>
          <p14:tracePt t="287787" x="2495550" y="1847850"/>
          <p14:tracePt t="287802" x="2470150" y="1854200"/>
          <p14:tracePt t="287819" x="2438400" y="1873250"/>
          <p14:tracePt t="287836" x="2406650" y="1885950"/>
          <p14:tracePt t="287852" x="2400300" y="1892300"/>
          <p14:tracePt t="287869" x="2381250" y="1905000"/>
          <p14:tracePt t="287886" x="2368550" y="1924050"/>
          <p14:tracePt t="287902" x="2362200" y="1924050"/>
          <p14:tracePt t="287918" x="2362200" y="1930400"/>
          <p14:tracePt t="287935" x="2355850" y="1936750"/>
          <p14:tracePt t="287951" x="2355850" y="1943100"/>
          <p14:tracePt t="287969" x="2343150" y="1962150"/>
          <p14:tracePt t="287985" x="2336800" y="1974850"/>
          <p14:tracePt t="288001" x="2330450" y="1981200"/>
          <p14:tracePt t="288005" x="2324100" y="1993900"/>
          <p14:tracePt t="288021" x="2311400" y="2006600"/>
          <p14:tracePt t="288034" x="2292350" y="2044700"/>
          <p14:tracePt t="288051" x="2279650" y="2057400"/>
          <p14:tracePt t="288068" x="2247900" y="2089150"/>
          <p14:tracePt t="288084" x="2241550" y="2101850"/>
          <p14:tracePt t="288101" x="2216150" y="2127250"/>
          <p14:tracePt t="288117" x="2190750" y="2127250"/>
          <p14:tracePt t="288134" x="2178050" y="2133600"/>
          <p14:tracePt t="288151" x="2159000" y="2133600"/>
          <p14:tracePt t="288167" x="2127250" y="2127250"/>
          <p14:tracePt t="288184" x="2114550" y="2120900"/>
          <p14:tracePt t="288201" x="2070100" y="2101850"/>
          <p14:tracePt t="288217" x="2032000" y="2089150"/>
          <p14:tracePt t="288234" x="2019300" y="2082800"/>
          <p14:tracePt t="288251" x="1987550" y="2082800"/>
          <p14:tracePt t="288267" x="1968500" y="2076450"/>
          <p14:tracePt t="288284" x="1962150" y="2076450"/>
          <p14:tracePt t="288300" x="1955800" y="2076450"/>
          <p14:tracePt t="288317" x="1949450" y="2076450"/>
          <p14:tracePt t="288350" x="1949450" y="2082800"/>
          <p14:tracePt t="288367" x="1949450" y="2089150"/>
          <p14:tracePt t="288384" x="1949450" y="2095500"/>
          <p14:tracePt t="288400" x="1955800" y="2095500"/>
          <p14:tracePt t="288440" x="1962150" y="2095500"/>
          <p14:tracePt t="288454" x="1968500" y="2101850"/>
          <p14:tracePt t="288468" x="1974850" y="2101850"/>
          <p14:tracePt t="288496" x="1981200" y="2108200"/>
          <p14:tracePt t="288525" x="1987550" y="2108200"/>
          <p14:tracePt t="288546" x="2000250" y="2114550"/>
          <p14:tracePt t="288560" x="2000250" y="2120900"/>
          <p14:tracePt t="288569" x="2006600" y="2120900"/>
          <p14:tracePt t="288588" x="2012950" y="2127250"/>
          <p14:tracePt t="288617" x="2012950" y="2133600"/>
          <p14:tracePt t="288651" x="2012950" y="2139950"/>
          <p14:tracePt t="288658" x="2006600" y="2139950"/>
          <p14:tracePt t="288666" x="1993900" y="2146300"/>
          <p14:tracePt t="288682" x="1981200" y="2146300"/>
          <p14:tracePt t="288700" x="1962150" y="2152650"/>
          <p14:tracePt t="288715" x="1905000" y="2159000"/>
          <p14:tracePt t="288732" x="1866900" y="2165350"/>
          <p14:tracePt t="288750" x="1809750" y="2178050"/>
          <p14:tracePt t="288765" x="1720850" y="2184400"/>
          <p14:tracePt t="288782" x="1682750" y="2184400"/>
          <p14:tracePt t="288799" x="1619250" y="2190750"/>
          <p14:tracePt t="288815" x="1606550" y="2197100"/>
          <p14:tracePt t="288832" x="1593850" y="2197100"/>
          <p14:tracePt t="288848" x="1581150" y="2197100"/>
          <p14:tracePt t="288932" x="1587500" y="2197100"/>
          <p14:tracePt t="288946" x="1600200" y="2197100"/>
          <p14:tracePt t="288960" x="1606550" y="2203450"/>
          <p14:tracePt t="288983" x="1619250" y="2203450"/>
          <p14:tracePt t="288995" x="1631950" y="2209800"/>
          <p14:tracePt t="289009" x="1657350" y="2216150"/>
          <p14:tracePt t="289018" x="1682750" y="2222500"/>
          <p14:tracePt t="289032" x="1727200" y="2235200"/>
          <p14:tracePt t="289047" x="1752600" y="2241550"/>
          <p14:tracePt t="289064" x="1797050" y="2247900"/>
          <p14:tracePt t="289081" x="1854200" y="2260600"/>
          <p14:tracePt t="289097" x="1885950" y="2260600"/>
          <p14:tracePt t="289115" x="1917700" y="2260600"/>
          <p14:tracePt t="289131" x="1936750" y="2260600"/>
          <p14:tracePt t="289147" x="1943100" y="2260600"/>
          <p14:tracePt t="289180" x="1930400" y="2254250"/>
          <p14:tracePt t="289197" x="1885950" y="2228850"/>
          <p14:tracePt t="289214" x="1828800" y="2216150"/>
          <p14:tracePt t="289230" x="1797050" y="2209800"/>
          <p14:tracePt t="289248" x="1689100" y="2197100"/>
          <p14:tracePt t="289263" x="1670050" y="2190750"/>
          <p14:tracePt t="289280" x="1644650" y="2190750"/>
          <p14:tracePt t="289298" x="1593850" y="2190750"/>
          <p14:tracePt t="289313" x="1587500" y="2190750"/>
          <p14:tracePt t="289330" x="1581150" y="2190750"/>
          <p14:tracePt t="289416" x="1587500" y="2190750"/>
          <p14:tracePt t="289423" x="1593850" y="2190750"/>
          <p14:tracePt t="289432" x="1600200" y="2197100"/>
          <p14:tracePt t="289447" x="1612900" y="2197100"/>
          <p14:tracePt t="289463" x="1625600" y="2203450"/>
          <p14:tracePt t="289481" x="1682750" y="2216150"/>
          <p14:tracePt t="289497" x="1739900" y="2228850"/>
          <p14:tracePt t="289513" x="1803400" y="2235200"/>
          <p14:tracePt t="289530" x="1974850" y="2266950"/>
          <p14:tracePt t="289546" x="2063750" y="2279650"/>
          <p14:tracePt t="289563" x="2165350" y="2298700"/>
          <p14:tracePt t="289579" x="2457450" y="2330450"/>
          <p14:tracePt t="289597" x="2540000" y="2336800"/>
          <p14:tracePt t="289613" x="2616200" y="2355850"/>
          <p14:tracePt t="289629" x="2724150" y="2374900"/>
          <p14:tracePt t="289646" x="2774950" y="2381250"/>
          <p14:tracePt t="289663" x="2794000" y="2387600"/>
          <p14:tracePt t="289679" x="2800350" y="2387600"/>
          <p14:tracePt t="289696" x="2813050" y="2387600"/>
          <p14:tracePt t="289761" x="2813050" y="2381250"/>
          <p14:tracePt t="289768" x="2819400" y="2374900"/>
          <p14:tracePt t="290667" x="2876550" y="2381250"/>
          <p14:tracePt t="290681" x="2978150" y="2393950"/>
          <p14:tracePt t="290692" x="3073400" y="2400300"/>
          <p14:tracePt t="290709" x="3213100" y="2400300"/>
          <p14:tracePt t="290725" x="3352800" y="2413000"/>
          <p14:tracePt t="290742" x="3441700" y="2425700"/>
          <p14:tracePt t="290759" x="3613150" y="2451100"/>
          <p14:tracePt t="290775" x="3714750" y="2463800"/>
          <p14:tracePt t="290792" x="3879850" y="2495550"/>
          <p14:tracePt t="290808" x="4102100" y="2552700"/>
          <p14:tracePt t="290825" x="4216400" y="2578100"/>
          <p14:tracePt t="290842" x="4425950" y="2641600"/>
          <p14:tracePt t="290858" x="4635500" y="2711450"/>
          <p14:tracePt t="290875" x="4756150" y="2755900"/>
          <p14:tracePt t="290891" x="5003800" y="2832100"/>
          <p14:tracePt t="290908" x="5226050" y="2914650"/>
          <p14:tracePt t="290925" x="5321300" y="2946400"/>
          <p14:tracePt t="290941" x="5435600" y="3022600"/>
          <p14:tracePt t="290958" x="5537200" y="3098800"/>
          <p14:tracePt t="290975" x="5568950" y="3124200"/>
          <p14:tracePt t="290991" x="5600700" y="3149600"/>
          <p14:tracePt t="291008" x="5619750" y="3168650"/>
          <p14:tracePt t="291025" x="5626100" y="3181350"/>
          <p14:tracePt t="291057" x="5626100" y="3187700"/>
          <p14:tracePt t="291095" x="5619750" y="3187700"/>
          <p14:tracePt t="291116" x="5607050" y="3181350"/>
          <p14:tracePt t="291130" x="5600700" y="3181350"/>
          <p14:tracePt t="291144" x="5594350" y="3175000"/>
          <p14:tracePt t="291187" x="5588000" y="3175000"/>
          <p14:tracePt t="291209" x="5581650" y="3175000"/>
          <p14:tracePt t="291257" x="5575300" y="3168650"/>
          <p14:tracePt t="291306" x="5568950" y="3162300"/>
          <p14:tracePt t="291327" x="5568950" y="3155950"/>
          <p14:tracePt t="291348" x="5562600" y="3155950"/>
          <p14:tracePt t="291369" x="5556250" y="3149600"/>
          <p14:tracePt t="291418" x="5556250" y="3143250"/>
          <p14:tracePt t="291489" x="5556250" y="3136900"/>
          <p14:tracePt t="291503" x="5556250" y="3130550"/>
          <p14:tracePt t="291901" x="5638800" y="3130550"/>
          <p14:tracePt t="291915" x="5753100" y="3124200"/>
          <p14:tracePt t="291924" x="5867400" y="3111500"/>
          <p14:tracePt t="291938" x="5981700" y="3111500"/>
          <p14:tracePt t="291954" x="6273800" y="3105150"/>
          <p14:tracePt t="291972" x="6515100" y="3073400"/>
          <p14:tracePt t="291987" x="6616700" y="3060700"/>
          <p14:tracePt t="292004" x="6838950" y="3041650"/>
          <p14:tracePt t="292008" x="6953250" y="3028950"/>
          <p14:tracePt t="292024" x="7054850" y="3028950"/>
          <p14:tracePt t="292037" x="7118350" y="3022600"/>
          <p14:tracePt t="292054" x="7207250" y="3022600"/>
          <p14:tracePt t="292070" x="7251700" y="3022600"/>
          <p14:tracePt t="292087" x="7264400" y="3022600"/>
          <p14:tracePt t="292104" x="7270750" y="3022600"/>
          <p14:tracePt t="292182" x="7277100" y="3022600"/>
          <p14:tracePt t="292238" x="7283450" y="3022600"/>
          <p14:tracePt t="292252" x="7289800" y="3022600"/>
          <p14:tracePt t="292260" x="7302500" y="3022600"/>
          <p14:tracePt t="292269" x="7308850" y="3022600"/>
          <p14:tracePt t="292287" x="7315200" y="3016250"/>
          <p14:tracePt t="294075" x="7289800" y="3060700"/>
          <p14:tracePt t="294089" x="7226300" y="3155950"/>
          <p14:tracePt t="294096" x="7175500" y="3263900"/>
          <p14:tracePt t="294110" x="7118350" y="3378200"/>
          <p14:tracePt t="294117" x="7054850" y="3498850"/>
          <p14:tracePt t="294133" x="6991350" y="3594100"/>
          <p14:tracePt t="294147" x="6838950" y="3810000"/>
          <p14:tracePt t="294164" x="6775450" y="3930650"/>
          <p14:tracePt t="294181" x="6642100" y="4121150"/>
          <p14:tracePt t="294196" x="6578600" y="4203700"/>
          <p14:tracePt t="294213" x="6464300" y="4400550"/>
          <p14:tracePt t="294230" x="6356350" y="4578350"/>
          <p14:tracePt t="294246" x="6318250" y="4648200"/>
          <p14:tracePt t="294263" x="6261100" y="4768850"/>
          <p14:tracePt t="294280" x="6235700" y="4819650"/>
          <p14:tracePt t="294296" x="6229350" y="4832350"/>
          <p14:tracePt t="294313" x="6223000" y="4845050"/>
          <p14:tracePt t="294329" x="6216650" y="4864100"/>
          <p14:tracePt t="294346" x="6210300" y="4870450"/>
          <p14:tracePt t="294363" x="6191250" y="4902200"/>
          <p14:tracePt t="294380" x="6172200" y="4933950"/>
          <p14:tracePt t="294396" x="6153150" y="4959350"/>
          <p14:tracePt t="294413" x="6115050" y="5010150"/>
          <p14:tracePt t="294429" x="6076950" y="5073650"/>
          <p14:tracePt t="294446" x="6051550" y="5105400"/>
          <p14:tracePt t="294462" x="6019800" y="5168900"/>
          <p14:tracePt t="294479" x="6013450" y="5200650"/>
          <p14:tracePt t="294497" x="5962650" y="5314950"/>
          <p14:tracePt t="294512" x="5956300" y="5346700"/>
          <p14:tracePt t="294529" x="5937250" y="5378450"/>
          <p14:tracePt t="294546" x="5924550" y="5435600"/>
          <p14:tracePt t="294562" x="5905500" y="5511800"/>
          <p14:tracePt t="294579" x="5886450" y="5562600"/>
          <p14:tracePt t="294595" x="5880100" y="5581650"/>
          <p14:tracePt t="295384" x="5873750" y="5568950"/>
          <p14:tracePt t="295390" x="5861050" y="5549900"/>
          <p14:tracePt t="295405" x="5854700" y="5537200"/>
          <p14:tracePt t="295412" x="5842000" y="5518150"/>
          <p14:tracePt t="295429" x="5835650" y="5499100"/>
          <p14:tracePt t="295442" x="5822950" y="5461000"/>
          <p14:tracePt t="295459" x="5810250" y="5441950"/>
          <p14:tracePt t="295476" x="5791200" y="5384800"/>
          <p14:tracePt t="295492" x="5772150" y="5353050"/>
          <p14:tracePt t="295509" x="5715000" y="5289550"/>
          <p14:tracePt t="295525" x="5676900" y="5251450"/>
          <p14:tracePt t="295542" x="5607050" y="5187950"/>
          <p14:tracePt t="295559" x="5575300" y="5162550"/>
          <p14:tracePt t="295575" x="5461000" y="5086350"/>
          <p14:tracePt t="295592" x="5378450" y="5041900"/>
          <p14:tracePt t="295609" x="5219700" y="4953000"/>
          <p14:tracePt t="295625" x="5022850" y="4870450"/>
          <p14:tracePt t="295642" x="4902200" y="4838700"/>
          <p14:tracePt t="295658" x="4660900" y="4794250"/>
          <p14:tracePt t="295675" x="4406900" y="4787900"/>
          <p14:tracePt t="295691" x="4279900" y="4781550"/>
          <p14:tracePt t="295708" x="4051300" y="4775200"/>
          <p14:tracePt t="295724" x="3848100" y="4743450"/>
          <p14:tracePt t="295742" x="3651250" y="4724400"/>
          <p14:tracePt t="295758" x="3562350" y="4711700"/>
          <p14:tracePt t="295774" x="3460750" y="4711700"/>
          <p14:tracePt t="295791" x="3194050" y="4724400"/>
          <p14:tracePt t="295807" x="3117850" y="4737100"/>
          <p14:tracePt t="295824" x="3041650" y="4737100"/>
          <p14:tracePt t="295841" x="2870200" y="4762500"/>
          <p14:tracePt t="295857" x="2736850" y="4794250"/>
          <p14:tracePt t="295874" x="2673350" y="4800600"/>
          <p14:tracePt t="295891" x="2578100" y="4819650"/>
          <p14:tracePt t="295907" x="2508250" y="4819650"/>
          <p14:tracePt t="295925" x="2470150" y="4826000"/>
          <p14:tracePt t="295940" x="2451100" y="4826000"/>
          <p14:tracePt t="295957" x="2400300" y="4826000"/>
          <p14:tracePt t="295974" x="2355850" y="4806950"/>
          <p14:tracePt t="296409" x="2317750" y="4806950"/>
          <p14:tracePt t="296424" x="2260600" y="4806950"/>
          <p14:tracePt t="296429" x="2222500" y="4813300"/>
          <p14:tracePt t="296444" x="2171700" y="4813300"/>
          <p14:tracePt t="296456" x="2101850" y="4832350"/>
          <p14:tracePt t="296472" x="1993900" y="4864100"/>
          <p14:tracePt t="296489" x="1911350" y="4870450"/>
          <p14:tracePt t="296507" x="1885950" y="4876800"/>
          <p14:tracePt t="296522" x="1847850" y="4883150"/>
          <p14:tracePt t="296538" x="1822450" y="4889500"/>
          <p14:tracePt t="296556" x="1816100" y="4889500"/>
          <p14:tracePt t="296572" x="1809750" y="4895850"/>
          <p14:tracePt t="296588" x="1797050" y="4895850"/>
          <p14:tracePt t="296640" x="1797050" y="4902200"/>
          <p14:tracePt t="296668" x="1803400" y="4902200"/>
          <p14:tracePt t="296676" x="1809750" y="4902200"/>
          <p14:tracePt t="296697" x="1816100" y="4902200"/>
          <p14:tracePt t="296711" x="1816100" y="4908550"/>
          <p14:tracePt t="296725" x="1822450" y="4908550"/>
          <p14:tracePt t="296746" x="1828800" y="4914900"/>
          <p14:tracePt t="296767" x="1841500" y="4921250"/>
          <p14:tracePt t="296781" x="1847850" y="4921250"/>
          <p14:tracePt t="296790" x="1854200" y="4933950"/>
          <p14:tracePt t="296805" x="1873250" y="4959350"/>
          <p14:tracePt t="296821" x="1911350" y="5010150"/>
          <p14:tracePt t="296838" x="1974850" y="5099050"/>
          <p14:tracePt t="296854" x="2012950" y="5156200"/>
          <p14:tracePt t="296870" x="2089150" y="5270500"/>
          <p14:tracePt t="296887" x="2178050" y="5378450"/>
          <p14:tracePt t="296904" x="2222500" y="5422900"/>
          <p14:tracePt t="296921" x="2330450" y="5518150"/>
          <p14:tracePt t="296937" x="2406650" y="5600700"/>
          <p14:tracePt t="296954" x="2463800" y="5638800"/>
          <p14:tracePt t="296971" x="2559050" y="5715000"/>
          <p14:tracePt t="296987" x="2603500" y="5746750"/>
          <p14:tracePt t="297003" x="2679700" y="5810250"/>
          <p14:tracePt t="297020" x="2730500" y="5842000"/>
          <p14:tracePt t="297037" x="2743200" y="5848350"/>
          <p14:tracePt t="297054" x="2749550" y="5848350"/>
          <p14:tracePt t="297070" x="2755900" y="5848350"/>
          <p14:tracePt t="297087" x="2762250" y="5848350"/>
          <p14:tracePt t="297104" x="2768600" y="5848350"/>
          <p14:tracePt t="297120" x="2774950" y="5854700"/>
          <p14:tracePt t="297140" x="2781300" y="5854700"/>
          <p14:tracePt t="297322" x="2774950" y="5848350"/>
          <p14:tracePt t="297343" x="2768600" y="5842000"/>
          <p14:tracePt t="297350" x="2762250" y="5835650"/>
          <p14:tracePt t="297357" x="2755900" y="5829300"/>
          <p14:tracePt t="297373" x="2749550" y="5822950"/>
          <p14:tracePt t="297386" x="2743200" y="5810250"/>
          <p14:tracePt t="297402" x="2730500" y="5784850"/>
          <p14:tracePt t="297419" x="2724150" y="5772150"/>
          <p14:tracePt t="297435" x="2711450" y="5734050"/>
          <p14:tracePt t="297452" x="2705100" y="5702300"/>
          <p14:tracePt t="297470" x="2698750" y="5664200"/>
          <p14:tracePt t="297485" x="2698750" y="5645150"/>
          <p14:tracePt t="297502" x="2717800" y="5613400"/>
          <p14:tracePt t="297519" x="2762250" y="5575300"/>
          <p14:tracePt t="297535" x="2806700" y="5549900"/>
          <p14:tracePt t="297552" x="2851150" y="5518150"/>
          <p14:tracePt t="297555" x="2895600" y="5505450"/>
          <p14:tracePt t="297569" x="2997200" y="5461000"/>
          <p14:tracePt t="297585" x="3048000" y="5441950"/>
          <p14:tracePt t="297602" x="3079750" y="5422900"/>
          <p14:tracePt t="297618" x="3155950" y="5403850"/>
          <p14:tracePt t="297635" x="3213100" y="5384800"/>
          <p14:tracePt t="297653" x="3270250" y="5378450"/>
          <p14:tracePt t="297668" x="3302000" y="5378450"/>
          <p14:tracePt t="297685" x="3365500" y="5378450"/>
          <p14:tracePt t="297701" x="3422650" y="5378450"/>
          <p14:tracePt t="297718" x="3441700" y="5378450"/>
          <p14:tracePt t="297734" x="3473450" y="5378450"/>
          <p14:tracePt t="297751" x="3498850" y="5378450"/>
          <p14:tracePt t="297768" x="3505200" y="5378450"/>
          <p14:tracePt t="297785" x="3517900" y="5384800"/>
          <p14:tracePt t="297801" x="3536950" y="5384800"/>
          <p14:tracePt t="297817" x="3536950" y="5391150"/>
          <p14:tracePt t="297834" x="3549650" y="5397500"/>
          <p14:tracePt t="297851" x="3562350" y="5403850"/>
          <p14:tracePt t="297867" x="3568700" y="5403850"/>
          <p14:tracePt t="297884" x="3575050" y="5403850"/>
          <p14:tracePt t="297900" x="3587750" y="5403850"/>
          <p14:tracePt t="297934" x="3600450" y="5403850"/>
          <p14:tracePt t="297967" x="3619500" y="5410200"/>
          <p14:tracePt t="297983" x="3638550" y="5416550"/>
          <p14:tracePt t="298000" x="3663950" y="5416550"/>
          <p14:tracePt t="298017" x="3721100" y="5429250"/>
          <p14:tracePt t="298033" x="3803650" y="5448300"/>
          <p14:tracePt t="298050" x="3841750" y="5454650"/>
          <p14:tracePt t="298067" x="3924300" y="5461000"/>
          <p14:tracePt t="298083" x="3994150" y="5467350"/>
          <p14:tracePt t="298100" x="4013200" y="5467350"/>
          <p14:tracePt t="298116" x="4057650" y="5467350"/>
          <p14:tracePt t="298133" x="4070350" y="5473700"/>
          <p14:tracePt t="298151" x="4076700" y="5473700"/>
          <p14:tracePt t="298665" x="4006850" y="5492750"/>
          <p14:tracePt t="298671" x="3905250" y="5524500"/>
          <p14:tracePt t="298686" x="3790950" y="5543550"/>
          <p14:tracePt t="298698" x="3670300" y="5575300"/>
          <p14:tracePt t="298715" x="3479800" y="5638800"/>
          <p14:tracePt t="298731" x="3371850" y="5670550"/>
          <p14:tracePt t="298748" x="3213100" y="5708650"/>
          <p14:tracePt t="298764" x="3098800" y="5727700"/>
          <p14:tracePt t="298780" x="3054350" y="5734050"/>
          <p14:tracePt t="298798" x="3022600" y="5746750"/>
          <p14:tracePt t="298814" x="2965450" y="5772150"/>
          <p14:tracePt t="298831" x="2965450" y="5778500"/>
          <p14:tracePt t="298847" x="2952750" y="5778500"/>
          <p14:tracePt t="298864" x="2940050" y="5791200"/>
          <p14:tracePt t="298880" x="2933700" y="5797550"/>
          <p14:tracePt t="298897" x="2927350" y="5803900"/>
          <p14:tracePt t="298914" x="2927350" y="5810250"/>
          <p14:tracePt t="298930" x="2927350" y="5822950"/>
          <p14:tracePt t="298947" x="2927350" y="5829300"/>
          <p14:tracePt t="298967" x="2927350" y="5835650"/>
          <p14:tracePt t="298980" x="2933700" y="5835650"/>
          <p14:tracePt t="298997" x="2940050" y="5842000"/>
          <p14:tracePt t="299013" x="2940050" y="5848350"/>
          <p14:tracePt t="299030" x="2952750" y="5854700"/>
          <p14:tracePt t="299047" x="2952750" y="5867400"/>
          <p14:tracePt t="299063" x="2959100" y="5867400"/>
          <p14:tracePt t="299080" x="2978150" y="5886450"/>
          <p14:tracePt t="299096" x="2997200" y="5905500"/>
          <p14:tracePt t="299112" x="3016250" y="5918200"/>
          <p14:tracePt t="299129" x="3054350" y="5949950"/>
          <p14:tracePt t="299146" x="3086100" y="5975350"/>
          <p14:tracePt t="299164" x="3168650" y="6064250"/>
          <p14:tracePt t="299179" x="3194050" y="6096000"/>
          <p14:tracePt t="299196" x="3219450" y="6127750"/>
          <p14:tracePt t="299212" x="3238500" y="6165850"/>
          <p14:tracePt t="299229" x="3251200" y="6184900"/>
          <p14:tracePt t="299246" x="3251200" y="6197600"/>
          <p14:tracePt t="299263" x="3263900" y="6216650"/>
          <p14:tracePt t="301000" x="3244850" y="6203950"/>
          <p14:tracePt t="301014" x="3213100" y="6191250"/>
          <p14:tracePt t="301021" x="3194050" y="6172200"/>
          <p14:tracePt t="301035" x="3175000" y="6159500"/>
          <p14:tracePt t="301043" x="3149600" y="6140450"/>
          <p14:tracePt t="301059" x="3105150" y="6121400"/>
          <p14:tracePt t="301073" x="3035300" y="6089650"/>
          <p14:tracePt t="301090" x="2990850" y="6070600"/>
          <p14:tracePt t="301106" x="2901950" y="6045200"/>
          <p14:tracePt t="301122" x="2863850" y="6038850"/>
          <p14:tracePt t="301140" x="2679700" y="6000750"/>
          <p14:tracePt t="301156" x="2597150" y="5994400"/>
          <p14:tracePt t="301172" x="2520950" y="5994400"/>
          <p14:tracePt t="301190" x="2273300" y="5949950"/>
          <p14:tracePt t="301206" x="2209800" y="5930900"/>
          <p14:tracePt t="301222" x="2165350" y="5918200"/>
          <p14:tracePt t="301239" x="2076450" y="5873750"/>
          <p14:tracePt t="301255" x="2000250" y="5822950"/>
          <p14:tracePt t="301272" x="1968500" y="5797550"/>
          <p14:tracePt t="301289" x="1898650" y="5746750"/>
          <p14:tracePt t="301305" x="1847850" y="5708650"/>
          <p14:tracePt t="301323" x="1822450" y="5683250"/>
          <p14:tracePt t="301338" x="1784350" y="5638800"/>
          <p14:tracePt t="301355" x="1758950" y="5619750"/>
          <p14:tracePt t="301373" x="1695450" y="5556250"/>
          <p14:tracePt t="301388" x="1676400" y="5530850"/>
          <p14:tracePt t="301405" x="1657350" y="5511800"/>
          <p14:tracePt t="301422" x="1612900" y="5435600"/>
          <p14:tracePt t="301438" x="1600200" y="5403850"/>
          <p14:tracePt t="301455" x="1587500" y="5384800"/>
          <p14:tracePt t="301472" x="1568450" y="5334000"/>
          <p14:tracePt t="301488" x="1555750" y="5302250"/>
          <p14:tracePt t="301506" x="1543050" y="5276850"/>
          <p14:tracePt t="301521" x="1530350" y="5257800"/>
          <p14:tracePt t="301538" x="1524000" y="5219700"/>
          <p14:tracePt t="301555" x="1504950" y="5187950"/>
          <p14:tracePt t="301571" x="1504950" y="5156200"/>
          <p14:tracePt t="301588" x="1504950" y="5118100"/>
          <p14:tracePt t="301604" x="1504950" y="5073650"/>
          <p14:tracePt t="301621" x="1504950" y="5054600"/>
          <p14:tracePt t="301638" x="1504950" y="5022850"/>
          <p14:tracePt t="301654" x="1504950" y="4997450"/>
          <p14:tracePt t="301671" x="1504950" y="4991100"/>
          <p14:tracePt t="301704" x="1504950" y="5003800"/>
          <p14:tracePt t="301720" x="1504950" y="5016500"/>
          <p14:tracePt t="301738" x="1511300" y="5035550"/>
          <p14:tracePt t="301754" x="1511300" y="5054600"/>
          <p14:tracePt t="301770" x="1530350" y="5086350"/>
          <p14:tracePt t="301787" x="1549400" y="5149850"/>
          <p14:tracePt t="301804" x="1568450" y="5187950"/>
          <p14:tracePt t="301821" x="1606550" y="5314950"/>
          <p14:tracePt t="301837" x="1644650" y="5461000"/>
          <p14:tracePt t="301853" x="1670050" y="5524500"/>
          <p14:tracePt t="301871" x="1733550" y="5676900"/>
          <p14:tracePt t="301887" x="1822450" y="5803900"/>
          <p14:tracePt t="301903" x="1879600" y="5873750"/>
          <p14:tracePt t="301920" x="1987550" y="5988050"/>
          <p14:tracePt t="301937" x="2101850" y="6076950"/>
          <p14:tracePt t="301953" x="2152650" y="6115050"/>
          <p14:tracePt t="301970" x="2235200" y="6146800"/>
          <p14:tracePt t="301986" x="2317750" y="6165850"/>
          <p14:tracePt t="302004" x="2374900" y="6172200"/>
          <p14:tracePt t="302019" x="2451100" y="6172200"/>
          <p14:tracePt t="302036" x="2546350" y="6159500"/>
          <p14:tracePt t="302053" x="2609850" y="6140450"/>
          <p14:tracePt t="303632" x="2616200" y="6140450"/>
          <p14:tracePt t="303640" x="2628900" y="6140450"/>
          <p14:tracePt t="303654" x="2660650" y="6140450"/>
          <p14:tracePt t="303664" x="2679700" y="6140450"/>
          <p14:tracePt t="303682" x="2724150" y="6146800"/>
          <p14:tracePt t="303697" x="2743200" y="6153150"/>
          <p14:tracePt t="303714" x="2794000" y="6153150"/>
          <p14:tracePt t="303731" x="2838450" y="6159500"/>
          <p14:tracePt t="303747" x="2870200" y="6165850"/>
          <p14:tracePt t="303764" x="2901950" y="6178550"/>
          <p14:tracePt t="303781" x="2971800" y="6178550"/>
          <p14:tracePt t="303797" x="2990850" y="6178550"/>
          <p14:tracePt t="303813" x="3009900" y="6178550"/>
          <p14:tracePt t="303830" x="3067050" y="6165850"/>
          <p14:tracePt t="303847" x="3130550" y="6146800"/>
          <p14:tracePt t="303864" x="3200400" y="6134100"/>
          <p14:tracePt t="303880" x="3232150" y="6121400"/>
          <p14:tracePt t="303897" x="3282950" y="6096000"/>
          <p14:tracePt t="303914" x="3333750" y="6089650"/>
          <p14:tracePt t="303929" x="3346450" y="6083300"/>
          <p14:tracePt t="303947" x="3378200" y="6076950"/>
          <p14:tracePt t="303964" x="3403600" y="6076950"/>
          <p14:tracePt t="303979" x="3416300" y="6076950"/>
          <p14:tracePt t="303996" x="3448050" y="6076950"/>
          <p14:tracePt t="304013" x="3479800" y="6064250"/>
          <p14:tracePt t="304029" x="3492500" y="6064250"/>
          <p14:tracePt t="304046" x="3498850" y="6051550"/>
          <p14:tracePt t="306152" x="3505200" y="6038850"/>
          <p14:tracePt t="306159" x="3511550" y="6019800"/>
          <p14:tracePt t="306175" x="3524250" y="5994400"/>
          <p14:tracePt t="306188" x="3549650" y="5975350"/>
          <p14:tracePt t="306205" x="3606800" y="5924550"/>
          <p14:tracePt t="306222" x="3670300" y="5867400"/>
          <p14:tracePt t="306238" x="3695700" y="5835650"/>
          <p14:tracePt t="306255" x="3752850" y="5784850"/>
          <p14:tracePt t="306271" x="3797300" y="5740400"/>
          <p14:tracePt t="306288" x="3822700" y="5708650"/>
          <p14:tracePt t="306305" x="3860800" y="5664200"/>
          <p14:tracePt t="306321" x="3892550" y="5613400"/>
          <p14:tracePt t="306338" x="3917950" y="5581650"/>
          <p14:tracePt t="306355" x="3956050" y="5537200"/>
          <p14:tracePt t="306371" x="3981450" y="5505450"/>
          <p14:tracePt t="306388" x="3994150" y="5480050"/>
          <p14:tracePt t="306405" x="4025900" y="5454650"/>
          <p14:tracePt t="306421" x="4032250" y="5441950"/>
          <p14:tracePt t="306438" x="4044950" y="5429250"/>
          <p14:tracePt t="306454" x="4051300" y="5422900"/>
          <p14:tracePt t="306471" x="4051300" y="5416550"/>
          <p14:tracePt t="306594" x="4051300" y="5422900"/>
          <p14:tracePt t="307060" x="4102100" y="5365750"/>
          <p14:tracePt t="307066" x="4165600" y="5257800"/>
          <p14:tracePt t="307074" x="4241800" y="5137150"/>
          <p14:tracePt t="307089" x="4318000" y="5041900"/>
          <p14:tracePt t="307102" x="4457700" y="4756150"/>
          <p14:tracePt t="307118" x="4533900" y="4610100"/>
          <p14:tracePt t="307135" x="4597400" y="4425950"/>
          <p14:tracePt t="307152" x="4826000" y="4108450"/>
          <p14:tracePt t="307169" x="5003800" y="3879850"/>
          <p14:tracePt t="307185" x="5099050" y="3797300"/>
          <p14:tracePt t="307202" x="5251450" y="3651250"/>
          <p14:tracePt t="307218" x="5384800" y="3530600"/>
          <p14:tracePt t="307236" x="5505450" y="3473450"/>
          <p14:tracePt t="307252" x="5549900" y="3448050"/>
          <p14:tracePt t="307268" x="5626100" y="3416300"/>
          <p14:tracePt t="307285" x="5657850" y="3403600"/>
          <p14:tracePt t="307301" x="5676900" y="3397250"/>
          <p14:tracePt t="307318" x="5689600" y="3397250"/>
          <p14:tracePt t="307335" x="5695950" y="3390900"/>
          <p14:tracePt t="307405" x="5695950" y="3384550"/>
          <p14:tracePt t="307440" x="5689600" y="3384550"/>
          <p14:tracePt t="307453" x="5683250" y="3384550"/>
          <p14:tracePt t="307469" x="5683250" y="3378200"/>
          <p14:tracePt t="307475" x="5670550" y="3371850"/>
          <p14:tracePt t="307489" x="5664200" y="3371850"/>
          <p14:tracePt t="307501" x="5657850" y="3371850"/>
          <p14:tracePt t="307517" x="5632450" y="3359150"/>
          <p14:tracePt t="307534" x="5619750" y="3352800"/>
          <p14:tracePt t="307551" x="5581650" y="3340100"/>
          <p14:tracePt t="307568" x="5518150" y="3333750"/>
          <p14:tracePt t="307584" x="5480050" y="3327400"/>
          <p14:tracePt t="307601" x="5403850" y="3321050"/>
          <p14:tracePt t="307617" x="5308600" y="3314700"/>
          <p14:tracePt t="307633" x="5270500" y="3314700"/>
          <p14:tracePt t="307651" x="5175250" y="3302000"/>
          <p14:tracePt t="307667" x="5086350" y="3302000"/>
          <p14:tracePt t="307684" x="5035550" y="3302000"/>
          <p14:tracePt t="307687" x="4991100" y="3302000"/>
          <p14:tracePt t="307701" x="4940300" y="3308350"/>
          <p14:tracePt t="307716" x="4908550" y="3314700"/>
          <p14:tracePt t="307733" x="4845050" y="3321050"/>
          <p14:tracePt t="307750" x="4781550" y="3346450"/>
          <p14:tracePt t="307767" x="4749800" y="3352800"/>
          <p14:tracePt t="307784" x="4654550" y="3384550"/>
          <p14:tracePt t="307800" x="4597400" y="3416300"/>
          <p14:tracePt t="307816" x="4533900" y="3435350"/>
          <p14:tracePt t="307833" x="4419600" y="3467100"/>
          <p14:tracePt t="307849" x="4356100" y="3486150"/>
          <p14:tracePt t="307866" x="4248150" y="3517900"/>
          <p14:tracePt t="307883" x="4165600" y="3530600"/>
          <p14:tracePt t="307900" x="4114800" y="3536950"/>
          <p14:tracePt t="307916" x="4095750" y="3549650"/>
          <p14:tracePt t="307932" x="4044950" y="3562350"/>
          <p14:tracePt t="307949" x="4000500" y="3568700"/>
          <p14:tracePt t="307967" x="3949700" y="3587750"/>
          <p14:tracePt t="307982" x="3924300" y="3594100"/>
          <p14:tracePt t="307999" x="3892550" y="3606800"/>
          <p14:tracePt t="308016" x="3810000" y="3632200"/>
          <p14:tracePt t="308032" x="3784600" y="3638550"/>
          <p14:tracePt t="308049" x="3752850" y="3657600"/>
          <p14:tracePt t="308065" x="3689350" y="3689350"/>
          <p14:tracePt t="308082" x="3625850" y="3721100"/>
          <p14:tracePt t="308099" x="3594100" y="3727450"/>
          <p14:tracePt t="308115" x="3536950" y="3740150"/>
          <p14:tracePt t="308132" x="3492500" y="3746500"/>
          <p14:tracePt t="308149" x="3454400" y="3746500"/>
          <p14:tracePt t="308165" x="3441700" y="3746500"/>
          <p14:tracePt t="308182" x="3422650" y="3727450"/>
          <p14:tracePt t="308199" x="3409950" y="3708400"/>
          <p14:tracePt t="308214" x="3403600" y="3695700"/>
          <p14:tracePt t="308231" x="3390900" y="3683000"/>
          <p14:tracePt t="308248" x="3390900" y="3657600"/>
          <p14:tracePt t="308265" x="3384550" y="3644900"/>
          <p14:tracePt t="308282" x="3384550" y="3638550"/>
          <p14:tracePt t="308298" x="3384550" y="3619500"/>
          <p14:tracePt t="308314" x="3384550" y="3613150"/>
          <p14:tracePt t="308332" x="3384550" y="3600450"/>
          <p14:tracePt t="308347" x="3384550" y="3594100"/>
          <p14:tracePt t="308364" x="3384550" y="3581400"/>
          <p14:tracePt t="308381" x="3390900" y="3562350"/>
          <p14:tracePt t="308397" x="3397250" y="3562350"/>
          <p14:tracePt t="308414" x="3403600" y="3556000"/>
          <p14:tracePt t="308447" x="3416300" y="3549650"/>
          <p14:tracePt t="308467" x="3422650" y="3549650"/>
          <p14:tracePt t="308480" x="3435350" y="3543300"/>
          <p14:tracePt t="308497" x="3454400" y="3536950"/>
          <p14:tracePt t="308514" x="3517900" y="3517900"/>
          <p14:tracePt t="308530" x="3600450" y="3492500"/>
          <p14:tracePt t="308547" x="3683000" y="3467100"/>
          <p14:tracePt t="308564" x="3867150" y="3403600"/>
          <p14:tracePt t="308580" x="4064000" y="3333750"/>
          <p14:tracePt t="308597" x="4165600" y="3302000"/>
          <p14:tracePt t="308613" x="4349750" y="3238500"/>
          <p14:tracePt t="308630" x="4419600" y="3206750"/>
          <p14:tracePt t="308647" x="4527550" y="3175000"/>
          <p14:tracePt t="308663" x="4572000" y="3149600"/>
          <p14:tracePt t="308680" x="4584700" y="3143250"/>
          <p14:tracePt t="308697" x="4591050" y="3136900"/>
          <p14:tracePt t="308740" x="4597400" y="3136900"/>
          <p14:tracePt t="308761" x="4603750" y="3136900"/>
          <p14:tracePt t="308775" x="4610100" y="3143250"/>
          <p14:tracePt t="308783" x="4616450" y="3143250"/>
          <p14:tracePt t="308796" x="4629150" y="3143250"/>
          <p14:tracePt t="308813" x="4660900" y="3143250"/>
          <p14:tracePt t="308829" x="4692650" y="3149600"/>
          <p14:tracePt t="308846" x="4749800" y="3149600"/>
          <p14:tracePt t="308863" x="4800600" y="3149600"/>
          <p14:tracePt t="308880" x="4838700" y="3136900"/>
          <p14:tracePt t="308896" x="4857750" y="3136900"/>
          <p14:tracePt t="308912" x="4876800" y="3124200"/>
          <p14:tracePt t="308929" x="4889500" y="3117850"/>
          <p14:tracePt t="308946" x="4895850" y="3117850"/>
          <p14:tracePt t="309000" x="4902200" y="3117850"/>
          <p14:tracePt t="309006" x="4908550" y="3117850"/>
          <p14:tracePt t="309383" x="4959350" y="3117850"/>
          <p14:tracePt t="309397" x="5010150" y="3105150"/>
          <p14:tracePt t="309404" x="5073650" y="3105150"/>
          <p14:tracePt t="309414" x="5181600" y="3092450"/>
          <p14:tracePt t="309427" x="5270500" y="3092450"/>
          <p14:tracePt t="309444" x="5346700" y="3092450"/>
          <p14:tracePt t="309461" x="5511800" y="3092450"/>
          <p14:tracePt t="309477" x="5619750" y="3092450"/>
          <p14:tracePt t="309494" x="5657850" y="3092450"/>
          <p14:tracePt t="309510" x="5689600" y="3092450"/>
          <p14:tracePt t="309527" x="5702300" y="3092450"/>
          <p14:tracePt t="309615" x="5702300" y="3073400"/>
          <p14:tracePt t="309636" x="5702300" y="3067050"/>
          <p14:tracePt t="309784" x="5702300" y="3073400"/>
          <p14:tracePt t="309868" x="5708650" y="3073400"/>
          <p14:tracePt t="309889" x="5715000" y="3073400"/>
          <p14:tracePt t="309896" x="5721350" y="3073400"/>
          <p14:tracePt t="309909" x="5727700" y="3073400"/>
          <p14:tracePt t="309926" x="5746750" y="3073400"/>
          <p14:tracePt t="309942" x="5753100" y="3073400"/>
          <p14:tracePt t="309959" x="5803900" y="3073400"/>
          <p14:tracePt t="309975" x="5892800" y="3086100"/>
          <p14:tracePt t="309992" x="5949950" y="3086100"/>
          <p14:tracePt t="310009" x="6089650" y="3086100"/>
          <p14:tracePt t="310026" x="6165850" y="3086100"/>
          <p14:tracePt t="310042" x="6343650" y="3105150"/>
          <p14:tracePt t="310058" x="6521450" y="3105150"/>
          <p14:tracePt t="310075" x="6610350" y="3105150"/>
          <p14:tracePt t="310093" x="6762750" y="3098800"/>
          <p14:tracePt t="310108" x="6883400" y="3079750"/>
          <p14:tracePt t="310125" x="6927850" y="3073400"/>
          <p14:tracePt t="310143" x="7010400" y="3060700"/>
          <p14:tracePt t="310158" x="7054850" y="3060700"/>
          <p14:tracePt t="310175" x="7073900" y="3060700"/>
          <p14:tracePt t="310191" x="7112000" y="3060700"/>
          <p14:tracePt t="310208" x="7124700" y="3060700"/>
          <p14:tracePt t="310225" x="7131050" y="3060700"/>
          <p14:tracePt t="310242" x="7143750" y="3060700"/>
          <p14:tracePt t="310297" x="7150100" y="3067050"/>
          <p14:tracePt t="310395" x="7156450" y="3067050"/>
          <p14:tracePt t="310416" x="7162800" y="3067050"/>
          <p14:tracePt t="310430" x="7169150" y="3067050"/>
          <p14:tracePt t="310437" x="7175500" y="3067050"/>
          <p14:tracePt t="310451" x="7194550" y="3067050"/>
          <p14:tracePt t="310460" x="7207250" y="3067050"/>
          <p14:tracePt t="310474" x="7239000" y="3067050"/>
          <p14:tracePt t="310490" x="7315200" y="3067050"/>
          <p14:tracePt t="310507" x="7454900" y="3060700"/>
          <p14:tracePt t="310523" x="7531100" y="3048000"/>
          <p14:tracePt t="310540" x="7689850" y="3041650"/>
          <p14:tracePt t="310557" x="7804150" y="3022600"/>
          <p14:tracePt t="310574" x="7848600" y="3003550"/>
          <p14:tracePt t="310590" x="7880350" y="3003550"/>
          <p14:tracePt t="310606" x="7918450" y="2990850"/>
          <p14:tracePt t="310623" x="7924800" y="2990850"/>
          <p14:tracePt t="310640" x="7924800" y="2984500"/>
          <p14:tracePt t="310739" x="7918450" y="2984500"/>
          <p14:tracePt t="310767" x="7912100" y="2984500"/>
          <p14:tracePt t="310780" x="7905750" y="2984500"/>
          <p14:tracePt t="310787" x="7899400" y="2984500"/>
          <p14:tracePt t="310808" x="7893050" y="2984500"/>
          <p14:tracePt t="310829" x="7886700" y="2984500"/>
          <p14:tracePt t="310836" x="7874000" y="2990850"/>
          <p14:tracePt t="310850" x="7854950" y="2990850"/>
          <p14:tracePt t="310859" x="7816850" y="2990850"/>
          <p14:tracePt t="310875" x="7759700" y="3003550"/>
          <p14:tracePt t="310889" x="7569200" y="3022600"/>
          <p14:tracePt t="310906" x="7429500" y="3035300"/>
          <p14:tracePt t="310922" x="7048500" y="3079750"/>
          <p14:tracePt t="310939" x="6800850" y="3124200"/>
          <p14:tracePt t="310956" x="6197600" y="3219450"/>
          <p14:tracePt t="310972" x="5537200" y="3352800"/>
          <p14:tracePt t="310989" x="5213350" y="3403600"/>
          <p14:tracePt t="311006" x="4648200" y="3479800"/>
          <p14:tracePt t="311022" x="4159250" y="3524250"/>
          <p14:tracePt t="311038" x="3949700" y="3524250"/>
          <p14:tracePt t="311055" x="3689350" y="3530600"/>
          <p14:tracePt t="311071" x="3473450" y="3543300"/>
          <p14:tracePt t="311088" x="3384550" y="3543300"/>
          <p14:tracePt t="311105" x="3225800" y="3549650"/>
          <p14:tracePt t="311122" x="3086100" y="3562350"/>
          <p14:tracePt t="311139" x="2965450" y="3568700"/>
          <p14:tracePt t="311154" x="2927350" y="3581400"/>
          <p14:tracePt t="311171" x="2863850" y="3587750"/>
          <p14:tracePt t="311188" x="2825750" y="3594100"/>
          <p14:tracePt t="311205" x="2806700" y="3594100"/>
          <p14:tracePt t="311221" x="2781300" y="3600450"/>
          <p14:tracePt t="311238" x="2705100" y="3619500"/>
          <p14:tracePt t="311254" x="2667000" y="3638550"/>
          <p14:tracePt t="311271" x="2609850" y="3644900"/>
          <p14:tracePt t="311288" x="2501900" y="3683000"/>
          <p14:tracePt t="311304" x="2406650" y="3708400"/>
          <p14:tracePt t="311321" x="2305050" y="3746500"/>
          <p14:tracePt t="311337" x="2273300" y="3759200"/>
          <p14:tracePt t="311354" x="2216150" y="3765550"/>
          <p14:tracePt t="311371" x="2184400" y="3778250"/>
          <p14:tracePt t="311387" x="2171700" y="3778250"/>
          <p14:tracePt t="311404" x="2146300" y="3784600"/>
          <p14:tracePt t="311420" x="2133600" y="3784600"/>
          <p14:tracePt t="311437" x="2127250" y="3784600"/>
          <p14:tracePt t="311454" x="2108200" y="3790950"/>
          <p14:tracePt t="311470" x="2095500" y="3797300"/>
          <p14:tracePt t="311487" x="2089150" y="3803650"/>
          <p14:tracePt t="311520" x="2089150" y="3810000"/>
          <p14:tracePt t="311609" x="2095500" y="3810000"/>
          <p14:tracePt t="311624" x="2101850" y="3810000"/>
          <p14:tracePt t="311630" x="2108200" y="3810000"/>
          <p14:tracePt t="311652" x="2127250" y="3810000"/>
          <p14:tracePt t="311659" x="2139950" y="3810000"/>
          <p14:tracePt t="311673" x="2165350" y="3810000"/>
          <p14:tracePt t="311687" x="2203450" y="3810000"/>
          <p14:tracePt t="311703" x="2368550" y="3810000"/>
          <p14:tracePt t="311719" x="2470150" y="3803650"/>
          <p14:tracePt t="311736" x="2724150" y="3797300"/>
          <p14:tracePt t="311753" x="3041650" y="3771900"/>
          <p14:tracePt t="311769" x="3200400" y="3771900"/>
          <p14:tracePt t="311786" x="3505200" y="3746500"/>
          <p14:tracePt t="311802" x="3733800" y="3727450"/>
          <p14:tracePt t="311820" x="3911600" y="3714750"/>
          <p14:tracePt t="311835" x="3981450" y="3714750"/>
          <p14:tracePt t="311852" x="4019550" y="3714750"/>
          <p14:tracePt t="311869" x="4064000" y="3714750"/>
          <p14:tracePt t="311885" x="4089400" y="3714750"/>
          <p14:tracePt t="311902" x="4095750" y="3714750"/>
          <p14:tracePt t="311919" x="4102100" y="3708400"/>
          <p14:tracePt t="312010" x="4102100" y="3714750"/>
          <p14:tracePt t="312045" x="4108450" y="3714750"/>
          <p14:tracePt t="312053" x="4108450" y="3721100"/>
          <p14:tracePt t="312066" x="4114800" y="3721100"/>
          <p14:tracePt t="312080" x="4121150" y="3721100"/>
          <p14:tracePt t="312094" x="4127500" y="3727450"/>
          <p14:tracePt t="312122" x="4133850" y="3727450"/>
          <p14:tracePt t="312136" x="4140200" y="3727450"/>
          <p14:tracePt t="312150" x="4146550" y="3733800"/>
          <p14:tracePt t="312163" x="4152900" y="3733800"/>
          <p14:tracePt t="312171" x="4165600" y="3740150"/>
          <p14:tracePt t="312187" x="4178300" y="3740150"/>
          <p14:tracePt t="312201" x="4197350" y="3746500"/>
          <p14:tracePt t="312217" x="4248150" y="3759200"/>
          <p14:tracePt t="312235" x="4330700" y="3778250"/>
          <p14:tracePt t="312251" x="4381500" y="3784600"/>
          <p14:tracePt t="312267" x="4489450" y="3790950"/>
          <p14:tracePt t="312284" x="4565650" y="3790950"/>
          <p14:tracePt t="312301" x="4603750" y="3790950"/>
          <p14:tracePt t="312318" x="4654550" y="3790950"/>
          <p14:tracePt t="312334" x="4692650" y="3790950"/>
          <p14:tracePt t="312350" x="4718050" y="3790950"/>
          <p14:tracePt t="312368" x="4749800" y="3790950"/>
          <p14:tracePt t="315454" x="4794250" y="3790950"/>
          <p14:tracePt t="315468" x="4851400" y="3790950"/>
          <p14:tracePt t="315476" x="4914900" y="3790950"/>
          <p14:tracePt t="315490" x="5016500" y="3778250"/>
          <p14:tracePt t="315506" x="5219700" y="3771900"/>
          <p14:tracePt t="315524" x="5435600" y="3746500"/>
          <p14:tracePt t="315539" x="5537200" y="3746500"/>
          <p14:tracePt t="315556" x="5715000" y="3727450"/>
          <p14:tracePt t="315573" x="5899150" y="3702050"/>
          <p14:tracePt t="315589" x="5962650" y="3683000"/>
          <p14:tracePt t="315606" x="6096000" y="3670300"/>
          <p14:tracePt t="315623" x="6165850" y="3663950"/>
          <p14:tracePt t="315639" x="6184900" y="3663950"/>
          <p14:tracePt t="315656" x="6216650" y="3657600"/>
          <p14:tracePt t="315672" x="6261100" y="3657600"/>
          <p14:tracePt t="315689" x="6305550" y="3657600"/>
          <p14:tracePt t="315707" x="6337300" y="3657600"/>
          <p14:tracePt t="315722" x="6350000" y="3657600"/>
          <p14:tracePt t="315739" x="6356350" y="3657600"/>
          <p14:tracePt t="315755" x="6362700" y="3657600"/>
          <p14:tracePt t="315797" x="6369050" y="3670300"/>
          <p14:tracePt t="315819" x="6375400" y="3676650"/>
          <p14:tracePt t="315826" x="6381750" y="3683000"/>
          <p14:tracePt t="315839" x="6381750" y="3689350"/>
          <p14:tracePt t="315855" x="6388100" y="3695700"/>
          <p14:tracePt t="315875" x="6394450" y="3702050"/>
          <p14:tracePt t="315924" x="6400800" y="3702050"/>
          <p14:tracePt t="316016" x="6407150" y="3702050"/>
          <p14:tracePt t="316037" x="6413500" y="3702050"/>
          <p14:tracePt t="316043" x="6419850" y="3702050"/>
          <p14:tracePt t="316058" x="6426200" y="3702050"/>
          <p14:tracePt t="316071" x="6432550" y="3702050"/>
          <p14:tracePt t="316087" x="6438900" y="3708400"/>
          <p14:tracePt t="316104" x="6451600" y="3708400"/>
          <p14:tracePt t="316121" x="6477000" y="3708400"/>
          <p14:tracePt t="316137" x="6508750" y="3714750"/>
          <p14:tracePt t="316154" x="6527800" y="3721100"/>
          <p14:tracePt t="316171" x="6597650" y="3721100"/>
          <p14:tracePt t="316187" x="6680200" y="3733800"/>
          <p14:tracePt t="316204" x="6743700" y="3740150"/>
          <p14:tracePt t="316220" x="6858000" y="3740150"/>
          <p14:tracePt t="316237" x="6921500" y="3740150"/>
          <p14:tracePt t="316241" x="6997700" y="3740150"/>
          <p14:tracePt t="316255" x="7124700" y="3740150"/>
          <p14:tracePt t="316270" x="7181850" y="3740150"/>
          <p14:tracePt t="316287" x="7245350" y="3740150"/>
          <p14:tracePt t="316304" x="7359650" y="3727450"/>
          <p14:tracePt t="316321" x="7467600" y="3721100"/>
          <p14:tracePt t="316337" x="7505700" y="3714750"/>
          <p14:tracePt t="316353" x="7588250" y="3695700"/>
          <p14:tracePt t="316370" x="7651750" y="3695700"/>
          <p14:tracePt t="316388" x="7689850" y="3695700"/>
          <p14:tracePt t="316403" x="7702550" y="3695700"/>
          <p14:tracePt t="316420" x="7721600" y="3695700"/>
          <p14:tracePt t="316437" x="7734300" y="3695700"/>
          <p14:tracePt t="316550" x="7734300" y="3702050"/>
          <p14:tracePt t="316578" x="7734300" y="3708400"/>
          <p14:tracePt t="316627" x="7727950" y="3708400"/>
          <p14:tracePt t="316648" x="7715250" y="3708400"/>
          <p14:tracePt t="316662" x="7708900" y="3708400"/>
          <p14:tracePt t="316672" x="7696200" y="3708400"/>
          <p14:tracePt t="316685" x="7670800" y="3708400"/>
          <p14:tracePt t="316702" x="7600950" y="3702050"/>
          <p14:tracePt t="316719" x="7473950" y="3702050"/>
          <p14:tracePt t="316735" x="7385050" y="3702050"/>
          <p14:tracePt t="316739" x="7283450" y="3702050"/>
          <p14:tracePt t="316752" x="7169150" y="3708400"/>
          <p14:tracePt t="316768" x="6915150" y="3727450"/>
          <p14:tracePt t="316785" x="6788150" y="3740150"/>
          <p14:tracePt t="316802" x="6673850" y="3740150"/>
          <p14:tracePt t="316818" x="6394450" y="3759200"/>
          <p14:tracePt t="316835" x="6343650" y="3759200"/>
          <p14:tracePt t="316852" x="6273800" y="3759200"/>
          <p14:tracePt t="316868" x="6254750" y="3752850"/>
          <p14:tracePt t="316884" x="6242050" y="3752850"/>
          <p14:tracePt t="316918" x="6248400" y="3752850"/>
          <p14:tracePt t="316936" x="6261100" y="3752850"/>
          <p14:tracePt t="316951" x="6280150" y="3752850"/>
          <p14:tracePt t="316968" x="6286500" y="3752850"/>
          <p14:tracePt t="316985" x="6292850" y="3752850"/>
          <p14:tracePt t="317001" x="6311900" y="3752850"/>
          <p14:tracePt t="317018" x="6324600" y="3752850"/>
          <p14:tracePt t="317035" x="6362700" y="3752850"/>
          <p14:tracePt t="317052" x="6432550" y="3759200"/>
          <p14:tracePt t="317068" x="6496050" y="3759200"/>
          <p14:tracePt t="317084" x="6642100" y="3790950"/>
          <p14:tracePt t="317101" x="6813550" y="3822700"/>
          <p14:tracePt t="317118" x="6953250" y="3829050"/>
          <p14:tracePt t="317134" x="7016750" y="3841750"/>
          <p14:tracePt t="317151" x="7073900" y="3841750"/>
          <p14:tracePt t="317168" x="7200900" y="3841750"/>
          <p14:tracePt t="317183" x="7251700" y="3841750"/>
          <p14:tracePt t="317200" x="7289800" y="3841750"/>
          <p14:tracePt t="317217" x="7353300" y="3848100"/>
          <p14:tracePt t="317234" x="7391400" y="3854450"/>
          <p14:tracePt t="317238" x="7423150" y="3860800"/>
          <p14:tracePt t="317254" x="7442200" y="3867150"/>
          <p14:tracePt t="317268" x="7461250" y="3867150"/>
          <p14:tracePt t="317283" x="7505700" y="3873500"/>
          <p14:tracePt t="317302" x="7550150" y="3873500"/>
          <p14:tracePt t="317316" x="7600950" y="3873500"/>
          <p14:tracePt t="317333" x="7626350" y="3854450"/>
          <p14:tracePt t="317900" x="7594600" y="3873500"/>
          <p14:tracePt t="317913" x="7537450" y="3898900"/>
          <p14:tracePt t="317920" x="7480300" y="3949700"/>
          <p14:tracePt t="317934" x="7397750" y="4000500"/>
          <p14:tracePt t="317948" x="7321550" y="4051300"/>
          <p14:tracePt t="317964" x="7150100" y="4184650"/>
          <p14:tracePt t="317981" x="7092950" y="4241800"/>
          <p14:tracePt t="317998" x="6972300" y="4387850"/>
          <p14:tracePt t="318014" x="6870700" y="4514850"/>
          <p14:tracePt t="318031" x="6832600" y="4584700"/>
          <p14:tracePt t="318048" x="6756400" y="4686300"/>
          <p14:tracePt t="318064" x="6711950" y="4787900"/>
          <p14:tracePt t="318081" x="6705600" y="4826000"/>
          <p14:tracePt t="318097" x="6692900" y="4883150"/>
          <p14:tracePt t="318114" x="6680200" y="4927600"/>
          <p14:tracePt t="318132" x="6667500" y="5022850"/>
          <p14:tracePt t="318147" x="6661150" y="5054600"/>
          <p14:tracePt t="318164" x="6654800" y="5073650"/>
          <p14:tracePt t="318180" x="6648450" y="5099050"/>
          <p14:tracePt t="318197" x="6648450" y="5143500"/>
          <p14:tracePt t="318214" x="6648450" y="5156200"/>
          <p14:tracePt t="318230" x="6661150" y="5194300"/>
          <p14:tracePt t="318247" x="6673850" y="5232400"/>
          <p14:tracePt t="318264" x="6692900" y="5270500"/>
          <p14:tracePt t="318280" x="6711950" y="5302250"/>
          <p14:tracePt t="318297" x="6731000" y="5353050"/>
          <p14:tracePt t="318314" x="6756400" y="5397500"/>
          <p14:tracePt t="318330" x="6762750" y="5410200"/>
          <p14:tracePt t="318347" x="6769100" y="5429250"/>
          <p14:tracePt t="318363" x="6769100" y="5441950"/>
          <p14:tracePt t="318380" x="6769100" y="5448300"/>
          <p14:tracePt t="318396" x="6769100" y="5461000"/>
          <p14:tracePt t="318413" x="6762750" y="5486400"/>
          <p14:tracePt t="318887" x="6756400" y="5467350"/>
          <p14:tracePt t="318895" x="6750050" y="5454650"/>
          <p14:tracePt t="318908" x="6743700" y="5448300"/>
          <p14:tracePt t="318915" x="6737350" y="5441950"/>
          <p14:tracePt t="318931" x="6731000" y="5416550"/>
          <p14:tracePt t="318944" x="6724650" y="5397500"/>
          <p14:tracePt t="318961" x="6692900" y="5346700"/>
          <p14:tracePt t="318979" x="6673850" y="5270500"/>
          <p14:tracePt t="318994" x="6654800" y="5219700"/>
          <p14:tracePt t="319011" x="6610350" y="5143500"/>
          <p14:tracePt t="319028" x="6565900" y="5054600"/>
          <p14:tracePt t="319044" x="6540500" y="5022850"/>
          <p14:tracePt t="319061" x="6483350" y="4940300"/>
          <p14:tracePt t="319077" x="6400800" y="4851400"/>
          <p14:tracePt t="319094" x="6350000" y="4800600"/>
          <p14:tracePt t="319111" x="6242050" y="4699000"/>
          <p14:tracePt t="319127" x="6140450" y="4622800"/>
          <p14:tracePt t="319143" x="6096000" y="4572000"/>
          <p14:tracePt t="319161" x="6007100" y="4514850"/>
          <p14:tracePt t="319177" x="5937250" y="4464050"/>
          <p14:tracePt t="319194" x="5905500" y="4438650"/>
          <p14:tracePt t="319210" x="5848350" y="4381500"/>
          <p14:tracePt t="319227" x="5822950" y="4356100"/>
          <p14:tracePt t="319243" x="5759450" y="4298950"/>
          <p14:tracePt t="319260" x="5695950" y="4210050"/>
          <p14:tracePt t="319277" x="5657850" y="4165600"/>
          <p14:tracePt t="319294" x="5562600" y="4044950"/>
          <p14:tracePt t="319310" x="5448300" y="3905250"/>
          <p14:tracePt t="319327" x="5391150" y="3848100"/>
          <p14:tracePt t="319343" x="5270500" y="3689350"/>
          <p14:tracePt t="319360" x="5099050" y="3524250"/>
          <p14:tracePt t="319376" x="5003800" y="3429000"/>
          <p14:tracePt t="319393" x="4813300" y="3244850"/>
          <p14:tracePt t="319410" x="4660900" y="3111500"/>
          <p14:tracePt t="319426" x="4610100" y="3073400"/>
          <p14:tracePt t="319443" x="4546600" y="3035300"/>
          <p14:tracePt t="319459" x="4514850" y="2990850"/>
          <p14:tracePt t="319476" x="4502150" y="2971800"/>
          <p14:tracePt t="319492" x="4489450" y="2901950"/>
          <p14:tracePt t="319882" x="4457700" y="2901950"/>
          <p14:tracePt t="319888" x="4413250" y="2901950"/>
          <p14:tracePt t="319903" x="4356100" y="2901950"/>
          <p14:tracePt t="319911" x="4305300" y="2901950"/>
          <p14:tracePt t="319925" x="4229100" y="2889250"/>
          <p14:tracePt t="319941" x="4064000" y="2882900"/>
          <p14:tracePt t="319958" x="3949700" y="2870200"/>
          <p14:tracePt t="319974" x="3740150" y="2838450"/>
          <p14:tracePt t="319991" x="3663950" y="2819400"/>
          <p14:tracePt t="320008" x="3378200" y="2755900"/>
          <p14:tracePt t="320024" x="3276600" y="2724150"/>
          <p14:tracePt t="320041" x="3168650" y="2692400"/>
          <p14:tracePt t="320057" x="3022600" y="2654300"/>
          <p14:tracePt t="320074" x="2889250" y="2628900"/>
          <p14:tracePt t="320090" x="2813050" y="2616200"/>
          <p14:tracePt t="320107" x="2698750" y="2609850"/>
          <p14:tracePt t="320124" x="2603500" y="2622550"/>
          <p14:tracePt t="320141" x="2552700" y="2641600"/>
          <p14:tracePt t="320157" x="2533650" y="2647950"/>
          <p14:tracePt t="320173" x="2520950" y="2667000"/>
          <p14:tracePt t="320191" x="2520950" y="2673350"/>
          <p14:tracePt t="320207" x="2520950" y="2686050"/>
          <p14:tracePt t="320223" x="2520950" y="2698750"/>
          <p14:tracePt t="320240" x="2520950" y="2717800"/>
          <p14:tracePt t="320257" x="2508250" y="2743200"/>
          <p14:tracePt t="320274" x="2495550" y="2762250"/>
          <p14:tracePt t="320290" x="2489200" y="2787650"/>
          <p14:tracePt t="320853" x="2489200" y="2832100"/>
          <p14:tracePt t="320859" x="2476500" y="2895600"/>
          <p14:tracePt t="320871" x="2470150" y="2952750"/>
          <p14:tracePt t="320888" x="2451100" y="3079750"/>
          <p14:tracePt t="320904" x="2432050" y="3149600"/>
          <p14:tracePt t="320921" x="2419350" y="3213100"/>
          <p14:tracePt t="320937" x="2374900" y="3371850"/>
          <p14:tracePt t="320954" x="2343150" y="3556000"/>
          <p14:tracePt t="320972" x="2330450" y="3695700"/>
          <p14:tracePt t="320987" x="2324100" y="3727450"/>
          <p14:tracePt t="321004" x="2311400" y="3790950"/>
          <p14:tracePt t="321021" x="2298700" y="3841750"/>
          <p14:tracePt t="321037" x="2298700" y="3867150"/>
          <p14:tracePt t="321054" x="2286000" y="3911600"/>
          <p14:tracePt t="321071" x="2286000" y="3949700"/>
          <p14:tracePt t="321088" x="2292350" y="3987800"/>
          <p14:tracePt t="321104" x="2305050" y="4044950"/>
          <p14:tracePt t="321120" x="2317750" y="4108450"/>
          <p14:tracePt t="321137" x="2324100" y="4127500"/>
          <p14:tracePt t="321154" x="2336800" y="4165600"/>
          <p14:tracePt t="321170" x="2349500" y="4216400"/>
          <p14:tracePt t="321187" x="2355850" y="4248150"/>
          <p14:tracePt t="321204" x="2368550" y="4298950"/>
          <p14:tracePt t="321220" x="2374900" y="4356100"/>
          <p14:tracePt t="321237" x="2374900" y="4381500"/>
          <p14:tracePt t="321253" x="2381250" y="4432300"/>
          <p14:tracePt t="321270" x="2381250" y="4464050"/>
          <p14:tracePt t="321289" x="2393950" y="4565650"/>
          <p14:tracePt t="321306" x="2393950" y="4591050"/>
          <p14:tracePt t="321320" x="2400300" y="4616450"/>
          <p14:tracePt t="321337" x="2400300" y="4679950"/>
          <p14:tracePt t="321353" x="2400300" y="4686300"/>
          <p14:tracePt t="321895" x="2425700" y="4629150"/>
          <p14:tracePt t="321902" x="2489200" y="4521200"/>
          <p14:tracePt t="321916" x="2540000" y="4413250"/>
          <p14:tracePt t="321922" x="2603500" y="4318000"/>
          <p14:tracePt t="321937" x="2667000" y="4216400"/>
          <p14:tracePt t="321951" x="2787650" y="4000500"/>
          <p14:tracePt t="321967" x="2838450" y="3898900"/>
          <p14:tracePt t="321984" x="2889250" y="3803650"/>
          <p14:tracePt t="322001" x="3003550" y="3600450"/>
          <p14:tracePt t="322017" x="3105150" y="3333750"/>
          <p14:tracePt t="322034" x="3149600" y="3200400"/>
          <p14:tracePt t="322050" x="3225800" y="2940050"/>
          <p14:tracePt t="322067" x="3289300" y="2692400"/>
          <p14:tracePt t="322085" x="3327400" y="2546350"/>
          <p14:tracePt t="322100" x="3352800" y="2343150"/>
          <p14:tracePt t="322117" x="3365500" y="2197100"/>
          <p14:tracePt t="322134" x="3352800" y="2076450"/>
          <p14:tracePt t="322150" x="3352800" y="2012950"/>
          <p14:tracePt t="322167" x="3333750" y="1911350"/>
          <p14:tracePt t="322184" x="3333750" y="1803400"/>
          <p14:tracePt t="322200" x="3333750" y="1727200"/>
          <p14:tracePt t="322216" x="3333750" y="1676400"/>
          <p14:tracePt t="322233" x="3346450" y="1435100"/>
          <p14:tracePt t="322250" x="3359150" y="1320800"/>
          <p14:tracePt t="322267" x="3378200" y="1212850"/>
          <p14:tracePt t="322282" x="3409950" y="971550"/>
          <p14:tracePt t="322299" x="3454400" y="755650"/>
          <p14:tracePt t="322317" x="3486150" y="596900"/>
          <p14:tracePt t="322333" x="3486150" y="533400"/>
          <p14:tracePt t="322349" x="3479800" y="425450"/>
          <p14:tracePt t="322366" x="3467100" y="355600"/>
          <p14:tracePt t="322382" x="3460750" y="330200"/>
          <p14:tracePt t="322399" x="3448050" y="292100"/>
          <p14:tracePt t="322416" x="3435350" y="266700"/>
          <p14:tracePt t="322432" x="3435350" y="254000"/>
          <p14:tracePt t="322449" x="3435350" y="247650"/>
          <p14:tracePt t="322465" x="3435350" y="241300"/>
          <p14:tracePt t="322483" x="3435350" y="234950"/>
          <p14:tracePt t="322516" x="3441700" y="241300"/>
          <p14:tracePt t="322532" x="3441700" y="247650"/>
          <p14:tracePt t="322549" x="3448050" y="260350"/>
          <p14:tracePt t="322565" x="3454400" y="279400"/>
          <p14:tracePt t="322582" x="3454400" y="292100"/>
          <p14:tracePt t="322599" x="3454400" y="298450"/>
          <p14:tracePt t="323022" x="3486150" y="304800"/>
          <p14:tracePt t="323028" x="3524250" y="304800"/>
          <p14:tracePt t="323036" x="3581400" y="311150"/>
          <p14:tracePt t="323051" x="3632200" y="311150"/>
          <p14:tracePt t="323064" x="3683000" y="323850"/>
          <p14:tracePt t="323080" x="3790950" y="349250"/>
          <p14:tracePt t="323096" x="3848100" y="349250"/>
          <p14:tracePt t="323113" x="3975100" y="368300"/>
          <p14:tracePt t="323130" x="4108450" y="374650"/>
          <p14:tracePt t="323148" x="4260850" y="374650"/>
          <p14:tracePt t="323163" x="4324350" y="387350"/>
          <p14:tracePt t="323180" x="4445000" y="381000"/>
          <p14:tracePt t="323198" x="4502150" y="374650"/>
          <p14:tracePt t="323213" x="4527550" y="368300"/>
          <p14:tracePt t="323230" x="4546600" y="368300"/>
          <p14:tracePt t="323247" x="4597400" y="368300"/>
          <p14:tracePt t="323263" x="4603750" y="368300"/>
          <p14:tracePt t="323280" x="4610100" y="374650"/>
          <p14:tracePt t="323296" x="4629150" y="381000"/>
          <p14:tracePt t="323313" x="4641850" y="387350"/>
          <p14:tracePt t="323330" x="4654550" y="393700"/>
          <p14:tracePt t="323333" x="4660900" y="393700"/>
          <p14:tracePt t="323346" x="4660900" y="400050"/>
          <p14:tracePt t="323363" x="4673600" y="400050"/>
          <p14:tracePt t="323380" x="4686300" y="400050"/>
          <p14:tracePt t="323396" x="4692650" y="400050"/>
          <p14:tracePt t="323412" x="4699000" y="406400"/>
          <p14:tracePt t="323429" x="4718050" y="412750"/>
          <p14:tracePt t="323446" x="4730750" y="419100"/>
          <p14:tracePt t="323462" x="4756150" y="425450"/>
          <p14:tracePt t="323479" x="4775200" y="431800"/>
          <p14:tracePt t="323496" x="4794250" y="431800"/>
          <p14:tracePt t="323512" x="4845050" y="444500"/>
          <p14:tracePt t="323528" x="4902200" y="450850"/>
          <p14:tracePt t="323546" x="4940300" y="463550"/>
          <p14:tracePt t="323563" x="5022850" y="469900"/>
          <p14:tracePt t="323578" x="5130800" y="476250"/>
          <p14:tracePt t="323595" x="5181600" y="476250"/>
          <p14:tracePt t="323612" x="5283200" y="476250"/>
          <p14:tracePt t="323628" x="5403850" y="476250"/>
          <p14:tracePt t="323645" x="5441950" y="476250"/>
          <p14:tracePt t="323661" x="5505450" y="476250"/>
          <p14:tracePt t="323678" x="5530850" y="476250"/>
          <p14:tracePt t="323695" x="5575300" y="476250"/>
          <p14:tracePt t="323711" x="5588000" y="482600"/>
          <p14:tracePt t="323728" x="5600700" y="488950"/>
          <p14:tracePt t="323745" x="5619750" y="495300"/>
          <p14:tracePt t="323781" x="5626100" y="495300"/>
          <p14:tracePt t="323794" x="5632450" y="495300"/>
          <p14:tracePt t="323811" x="5645150" y="495300"/>
          <p14:tracePt t="324155" x="5638800" y="508000"/>
          <p14:tracePt t="324162" x="5600700" y="552450"/>
          <p14:tracePt t="324177" x="5543550" y="635000"/>
          <p14:tracePt t="324193" x="5403850" y="838200"/>
          <p14:tracePt t="324210" x="5327650" y="958850"/>
          <p14:tracePt t="324227" x="5080000" y="1301750"/>
          <p14:tracePt t="324243" x="4940300" y="1466850"/>
          <p14:tracePt t="324260" x="4527550" y="1962150"/>
          <p14:tracePt t="324276" x="4387850" y="2127250"/>
          <p14:tracePt t="324292" x="4241800" y="2317750"/>
          <p14:tracePt t="324309" x="3930650" y="2679700"/>
          <p14:tracePt t="324326" x="3606800" y="3060700"/>
          <p14:tracePt t="324342" x="3479800" y="3244850"/>
          <p14:tracePt t="324346" x="3378200" y="3378200"/>
          <p14:tracePt t="324359" x="3257550" y="3536950"/>
          <p14:tracePt t="324376" x="3060700" y="3771900"/>
          <p14:tracePt t="324393" x="2952750" y="3905250"/>
          <p14:tracePt t="324409" x="2800350" y="4095750"/>
          <p14:tracePt t="324425" x="2692400" y="4248150"/>
          <p14:tracePt t="324443" x="2622550" y="4375150"/>
          <p14:tracePt t="324459" x="2597150" y="4419600"/>
          <p14:tracePt t="324475" x="2559050" y="4464050"/>
          <p14:tracePt t="324492" x="2533650" y="4495800"/>
          <p14:tracePt t="324508" x="2520950" y="4521200"/>
          <p14:tracePt t="324525" x="2501900" y="4533900"/>
          <p14:tracePt t="324542" x="2444750" y="4591050"/>
          <p14:tracePt t="324558" x="2432050" y="4610100"/>
          <p14:tracePt t="324575" x="2419350" y="4635500"/>
          <p14:tracePt t="324592" x="2400300" y="4660900"/>
          <p14:tracePt t="324608" x="2387600" y="4686300"/>
          <p14:tracePt t="324625" x="2387600" y="4699000"/>
          <p14:tracePt t="324641" x="2381250" y="4730750"/>
          <p14:tracePt t="324658" x="2381250" y="4762500"/>
          <p14:tracePt t="324675" x="2381250" y="4787900"/>
          <p14:tracePt t="324691" x="2387600" y="4800600"/>
          <p14:tracePt t="324708" x="2387600" y="4819650"/>
          <p14:tracePt t="324725" x="2387600" y="4826000"/>
          <p14:tracePt t="324741" x="2387600" y="4838700"/>
          <p14:tracePt t="325187" x="2393950" y="4838700"/>
          <p14:tracePt t="325193" x="2425700" y="4838700"/>
          <p14:tracePt t="325209" x="2457450" y="4838700"/>
          <p14:tracePt t="325223" x="2495550" y="4826000"/>
          <p14:tracePt t="325239" x="2616200" y="4800600"/>
          <p14:tracePt t="325257" x="2755900" y="4781550"/>
          <p14:tracePt t="325272" x="2825750" y="4762500"/>
          <p14:tracePt t="325289" x="2971800" y="4730750"/>
          <p14:tracePt t="325306" x="3136900" y="4711700"/>
          <p14:tracePt t="325322" x="3213100" y="4705350"/>
          <p14:tracePt t="325339" x="3390900" y="4692650"/>
          <p14:tracePt t="325355" x="3524250" y="4686300"/>
          <p14:tracePt t="325372" x="3575050" y="4686300"/>
          <p14:tracePt t="325376" x="3606800" y="4692650"/>
          <p14:tracePt t="325392" x="3632200" y="4699000"/>
          <p14:tracePt t="325405" x="3676650" y="4718050"/>
          <p14:tracePt t="325422" x="3689350" y="4724400"/>
          <p14:tracePt t="325440" x="3714750" y="4743450"/>
          <p14:tracePt t="325455" x="3721100" y="4749800"/>
          <p14:tracePt t="325472" x="3746500" y="4762500"/>
          <p14:tracePt t="325489" x="3765550" y="4781550"/>
          <p14:tracePt t="325505" x="3771900" y="4794250"/>
          <p14:tracePt t="325522" x="3784600" y="4806950"/>
          <p14:tracePt t="325538" x="3790950" y="4838700"/>
          <p14:tracePt t="325555" x="3803650" y="4857750"/>
          <p14:tracePt t="325572" x="3810000" y="4902200"/>
          <p14:tracePt t="325588" x="3822700" y="4959350"/>
          <p14:tracePt t="325605" x="3822700" y="4984750"/>
          <p14:tracePt t="325622" x="3810000" y="5054600"/>
          <p14:tracePt t="325638" x="3784600" y="5118100"/>
          <p14:tracePt t="325654" x="3771900" y="5149850"/>
          <p14:tracePt t="325672" x="3746500" y="5219700"/>
          <p14:tracePt t="325688" x="3746500" y="5276850"/>
          <p14:tracePt t="325704" x="3746500" y="5302250"/>
          <p14:tracePt t="326392" x="3733800" y="5276850"/>
          <p14:tracePt t="326399" x="3695700" y="5238750"/>
          <p14:tracePt t="326412" x="3683000" y="5207000"/>
          <p14:tracePt t="326422" x="3644900" y="5175250"/>
          <p14:tracePt t="326436" x="3613150" y="5143500"/>
          <p14:tracePt t="326451" x="3543300" y="5073650"/>
          <p14:tracePt t="326469" x="3479800" y="5029200"/>
          <p14:tracePt t="326485" x="3448050" y="5003800"/>
          <p14:tracePt t="326502" x="3416300" y="4997450"/>
          <p14:tracePt t="326519" x="3289300" y="4965700"/>
          <p14:tracePt t="326535" x="3238500" y="4946650"/>
          <p14:tracePt t="326551" x="3181350" y="4940300"/>
          <p14:tracePt t="326568" x="3060700" y="4921250"/>
          <p14:tracePt t="326585" x="3041650" y="4921250"/>
          <p14:tracePt t="326601" x="3022600" y="4908550"/>
          <p14:tracePt t="326617" x="3003550" y="4895850"/>
          <p14:tracePt t="326635" x="2997200" y="4883150"/>
          <p14:tracePt t="326652" x="2997200" y="4870450"/>
          <p14:tracePt t="326684" x="2997200" y="4864100"/>
          <p14:tracePt t="326704" x="2997200" y="4857750"/>
          <p14:tracePt t="326729" x="3003550" y="4857750"/>
          <p14:tracePt t="326744" x="3009900" y="4857750"/>
          <p14:tracePt t="326751" x="3016250" y="4864100"/>
          <p14:tracePt t="326767" x="3022600" y="4864100"/>
          <p14:tracePt t="326787" x="3028950" y="4870450"/>
          <p14:tracePt t="326800" x="3035300" y="4876800"/>
          <p14:tracePt t="326817" x="3041650" y="4889500"/>
          <p14:tracePt t="326834" x="3073400" y="4914900"/>
          <p14:tracePt t="326851" x="3092450" y="4933950"/>
          <p14:tracePt t="326867" x="3162300" y="4997450"/>
          <p14:tracePt t="326884" x="3270250" y="5105400"/>
          <p14:tracePt t="326900" x="3314700" y="5162550"/>
          <p14:tracePt t="326917" x="3435350" y="5283200"/>
          <p14:tracePt t="326934" x="3543300" y="5403850"/>
          <p14:tracePt t="326951" x="3600450" y="5461000"/>
          <p14:tracePt t="326967" x="3689350" y="5562600"/>
          <p14:tracePt t="326983" x="3765550" y="5645150"/>
          <p14:tracePt t="327000" x="3803650" y="5670550"/>
          <p14:tracePt t="327017" x="3860800" y="5727700"/>
          <p14:tracePt t="327033" x="3911600" y="5753100"/>
          <p14:tracePt t="327050" x="3911600" y="5746750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Mutable default values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52400" y="685800"/>
            <a:ext cx="89916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Python stores default values into class attributes. </a:t>
            </a:r>
          </a:p>
          <a:p>
            <a:r>
              <a:rPr lang="en-US" sz="2800" dirty="0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Consider this example, not using </a:t>
            </a:r>
            <a:r>
              <a:rPr lang="en-US" sz="2800" dirty="0" err="1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dataclasses</a:t>
            </a:r>
            <a:r>
              <a:rPr lang="en-US" sz="2800" dirty="0">
                <a:solidFill>
                  <a:srgbClr val="F79109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r>
              <a:rPr lang="en-US" sz="2500" spc="-4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</a:t>
            </a:r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C: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x = []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add(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500" spc="-1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elf,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elemen</a:t>
            </a:r>
            <a:r>
              <a:rPr lang="en-US" sz="2500" spc="-1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</a:t>
            </a:r>
            <a:r>
              <a:rPr lang="en-US" sz="2500" spc="-1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):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</a:t>
            </a:r>
            <a:r>
              <a:rPr lang="en-US" sz="2500" spc="-1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f.x.</a:t>
            </a:r>
            <a:r>
              <a:rPr lang="en-US" sz="2500" spc="-4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appen</a:t>
            </a:r>
            <a:r>
              <a:rPr lang="en-US" sz="2500" spc="-160" dirty="0" err="1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</a:t>
            </a:r>
            <a:r>
              <a:rPr lang="en-US" sz="2500" spc="-16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element)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o1 = C(); o2 = C(); o1.add(1); o2.add(2)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#Not</a:t>
            </a:r>
            <a:r>
              <a:rPr lang="en-US" sz="2500" spc="-9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ice that o1 &amp; o2 share the class variable:</a:t>
            </a:r>
          </a:p>
          <a:p>
            <a:r>
              <a:rPr lang="en-US" sz="2500" spc="-40" dirty="0">
                <a:solidFill>
                  <a:srgbClr val="F7910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assert o1.x == [1, 2]; assert o1.x is o2.x</a:t>
            </a:r>
          </a:p>
          <a:p>
            <a:endParaRPr lang="en-US" sz="9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0A84C"/>
                </a:solidFill>
                <a:latin typeface="+mn-lt"/>
                <a:cs typeface="Times New Roman" panose="02020603050405020304" pitchFamily="18" charset="0"/>
              </a:rPr>
              <a:t>Now, if this code was valid: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@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500" dirty="0">
              <a:solidFill>
                <a:srgbClr val="00A84C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class D: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x:typing.List</a:t>
            </a:r>
            <a:r>
              <a:rPr lang="en-US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[]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ad</a:t>
            </a:r>
            <a:r>
              <a:rPr lang="en-US" sz="2500" spc="-1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d(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500" spc="-1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</a:t>
            </a:r>
            <a:r>
              <a:rPr lang="en-US" sz="2500" spc="-2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</a:t>
            </a:r>
            <a:r>
              <a:rPr lang="en-US" sz="2500" spc="-1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</a:t>
            </a:r>
            <a:r>
              <a:rPr lang="en-US" sz="2500" spc="-1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</a:t>
            </a:r>
            <a:r>
              <a:rPr lang="en-US" sz="2500" spc="-2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500" dirty="0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+= </a:t>
            </a:r>
            <a:r>
              <a:rPr lang="en-US" sz="2500" dirty="0" err="1">
                <a:solidFill>
                  <a:srgbClr val="00A84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</a:t>
            </a:r>
            <a:endParaRPr lang="en-US" sz="2500" dirty="0">
              <a:solidFill>
                <a:srgbClr val="00A84C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4572000" y="3962400"/>
            <a:ext cx="4724400" cy="2743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Then you'd get code like: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class D: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x = []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500" spc="-3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500" spc="-3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__(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</a:t>
            </a:r>
            <a:r>
              <a:rPr lang="en-US" sz="2500" spc="-2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</a:t>
            </a:r>
            <a:r>
              <a:rPr lang="en-US" sz="2500" spc="-45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</a:t>
            </a:r>
            <a:r>
              <a:rPr lang="en-US" sz="2500" spc="-2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500" spc="-3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sz="2500" spc="-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= x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add(self,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</a:t>
            </a:r>
            <a:r>
              <a:rPr lang="en-US" sz="25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5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+= </a:t>
            </a:r>
            <a:r>
              <a:rPr lang="en-US" sz="250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elem</a:t>
            </a:r>
            <a:endParaRPr lang="en-US" sz="2500" dirty="0">
              <a:solidFill>
                <a:schemeClr val="accent2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95656" y="762000"/>
            <a:ext cx="8991600" cy="3124200"/>
          </a:xfrm>
          <a:prstGeom prst="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This has the same issue as the o1 &amp; o2 example: the </a:t>
            </a:r>
            <a:b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2 instances of class D that do not specify a value for x when creating a class instance will share the same copy of x.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There is no general way for Data Classes to detect this condition. Instead, </a:t>
            </a:r>
            <a:r>
              <a:rPr lang="en-US" sz="28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dataclasses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just disallows default parameters of mutable type. This solution is imperfect.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571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178"/>
    </mc:Choice>
    <mc:Fallback xmlns="">
      <p:transition spd="slow" advTm="1341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</p:bldLst>
  </p:timing>
  <p:extLst>
    <p:ext uri="{3A86A75C-4F4B-4683-9AE1-C65F6400EC91}">
      <p14:laserTraceLst xmlns:p14="http://schemas.microsoft.com/office/powerpoint/2010/main">
        <p14:tracePtLst>
          <p14:tracePt t="1324" x="3911600" y="5734050"/>
          <p14:tracePt t="1338" x="3911600" y="5721350"/>
          <p14:tracePt t="1345" x="3911600" y="5708650"/>
          <p14:tracePt t="1359" x="3911600" y="5695950"/>
          <p14:tracePt t="1372" x="3905250" y="5664200"/>
          <p14:tracePt t="1388" x="3879850" y="5556250"/>
          <p14:tracePt t="1405" x="3867150" y="5480050"/>
          <p14:tracePt t="1422" x="3835400" y="5276850"/>
          <p14:tracePt t="1438" x="3816350" y="4953000"/>
          <p14:tracePt t="1455" x="3784600" y="4730750"/>
          <p14:tracePt t="1471" x="3771900" y="4260850"/>
          <p14:tracePt t="1488" x="3759200" y="3810000"/>
          <p14:tracePt t="1505" x="3746500" y="3619500"/>
          <p14:tracePt t="1522" x="3721100" y="3327400"/>
          <p14:tracePt t="1538" x="3676650" y="3041650"/>
          <p14:tracePt t="1555" x="3676650" y="2914650"/>
          <p14:tracePt t="1571" x="3657600" y="2686050"/>
          <p14:tracePt t="1588" x="3638550" y="2508250"/>
          <p14:tracePt t="1605" x="3606800" y="2311400"/>
          <p14:tracePt t="1622" x="3600450" y="2222500"/>
          <p14:tracePt t="1638" x="3600450" y="2171700"/>
          <p14:tracePt t="1655" x="3581400" y="2038350"/>
          <p14:tracePt t="1671" x="3575050" y="2006600"/>
          <p14:tracePt t="1687" x="3575050" y="1981200"/>
          <p14:tracePt t="1704" x="3575050" y="1924050"/>
          <p14:tracePt t="1721" x="3575050" y="1879600"/>
          <p14:tracePt t="1738" x="3568700" y="1860550"/>
          <p14:tracePt t="1753" x="3556000" y="1809750"/>
          <p14:tracePt t="1770" x="3536950" y="1758950"/>
          <p14:tracePt t="1788" x="3524250" y="1720850"/>
          <p14:tracePt t="1805" x="3498850" y="1689100"/>
          <p14:tracePt t="1821" x="3460750" y="1631950"/>
          <p14:tracePt t="1841" x="3416300" y="1581150"/>
          <p14:tracePt t="1853" x="3397250" y="1562100"/>
          <p14:tracePt t="1870" x="3371850" y="1549400"/>
          <p14:tracePt t="1887" x="3321050" y="1511300"/>
          <p14:tracePt t="1903" x="3257550" y="1479550"/>
          <p14:tracePt t="1922" x="3206750" y="1441450"/>
          <p14:tracePt t="1936" x="3149600" y="1416050"/>
          <p14:tracePt t="1953" x="3130550" y="1397000"/>
          <p14:tracePt t="1970" x="3086100" y="1377950"/>
          <p14:tracePt t="1986" x="3067050" y="1365250"/>
          <p14:tracePt t="2003" x="3022600" y="1339850"/>
          <p14:tracePt t="2020" x="2984500" y="1327150"/>
          <p14:tracePt t="2037" x="2971800" y="1320800"/>
          <p14:tracePt t="2053" x="2952750" y="1308100"/>
          <p14:tracePt t="2069" x="2946400" y="1308100"/>
          <p14:tracePt t="2086" x="2940050" y="1308100"/>
          <p14:tracePt t="2103" x="2933700" y="1295400"/>
          <p14:tracePt t="3680" x="2984500" y="1295400"/>
          <p14:tracePt t="3686" x="3073400" y="1295400"/>
          <p14:tracePt t="3697" x="3155950" y="1301750"/>
          <p14:tracePt t="3714" x="3333750" y="1295400"/>
          <p14:tracePt t="3730" x="3435350" y="1295400"/>
          <p14:tracePt t="3747" x="3663950" y="1295400"/>
          <p14:tracePt t="3764" x="3835400" y="1295400"/>
          <p14:tracePt t="3780" x="3924300" y="1295400"/>
          <p14:tracePt t="3797" x="4159250" y="1276350"/>
          <p14:tracePt t="3814" x="4387850" y="1257300"/>
          <p14:tracePt t="3830" x="4476750" y="1244600"/>
          <p14:tracePt t="3847" x="4565650" y="1238250"/>
          <p14:tracePt t="3864" x="4826000" y="1174750"/>
          <p14:tracePt t="3880" x="4895850" y="1149350"/>
          <p14:tracePt t="3897" x="5029200" y="1117600"/>
          <p14:tracePt t="3913" x="5092700" y="1098550"/>
          <p14:tracePt t="3930" x="5168900" y="1085850"/>
          <p14:tracePt t="3947" x="5219700" y="1066800"/>
          <p14:tracePt t="3963" x="5232400" y="1060450"/>
          <p14:tracePt t="3980" x="5257800" y="1060450"/>
          <p14:tracePt t="3996" x="5270500" y="1060450"/>
          <p14:tracePt t="4013" x="5276850" y="1060450"/>
          <p14:tracePt t="4030" x="5289550" y="1060450"/>
          <p14:tracePt t="4046" x="5295900" y="1060450"/>
          <p14:tracePt t="4087" x="5302250" y="1060450"/>
          <p14:tracePt t="4178" x="5302250" y="1066800"/>
          <p14:tracePt t="4185" x="5308600" y="1066800"/>
          <p14:tracePt t="4199" x="5321300" y="1073150"/>
          <p14:tracePt t="4212" x="5327650" y="1073150"/>
          <p14:tracePt t="4228" x="5353050" y="1079500"/>
          <p14:tracePt t="4245" x="5365750" y="1085850"/>
          <p14:tracePt t="4262" x="5391150" y="1092200"/>
          <p14:tracePt t="4278" x="5441950" y="1104900"/>
          <p14:tracePt t="4295" x="5467350" y="1111250"/>
          <p14:tracePt t="4312" x="5518150" y="1130300"/>
          <p14:tracePt t="4328" x="5594350" y="1149350"/>
          <p14:tracePt t="4345" x="5632450" y="1149350"/>
          <p14:tracePt t="4362" x="5715000" y="1174750"/>
          <p14:tracePt t="4378" x="5822950" y="1193800"/>
          <p14:tracePt t="4396" x="5873750" y="1193800"/>
          <p14:tracePt t="4411" x="5994400" y="1212850"/>
          <p14:tracePt t="4428" x="6127750" y="1231900"/>
          <p14:tracePt t="4445" x="6229350" y="1231900"/>
          <p14:tracePt t="4461" x="6267450" y="1231900"/>
          <p14:tracePt t="4478" x="6369050" y="1231900"/>
          <p14:tracePt t="4495" x="6464300" y="1219200"/>
          <p14:tracePt t="4511" x="6508750" y="1206500"/>
          <p14:tracePt t="4528" x="6559550" y="1200150"/>
          <p14:tracePt t="4544" x="6591300" y="1187450"/>
          <p14:tracePt t="4561" x="6604000" y="1181100"/>
          <p14:tracePt t="4578" x="6610350" y="1181100"/>
          <p14:tracePt t="5141" x="6642100" y="1181100"/>
          <p14:tracePt t="5148" x="6680200" y="1181100"/>
          <p14:tracePt t="5162" x="6724650" y="1181100"/>
          <p14:tracePt t="5176" x="6762750" y="1193800"/>
          <p14:tracePt t="5192" x="6832600" y="1200150"/>
          <p14:tracePt t="5209" x="6851650" y="1200150"/>
          <p14:tracePt t="5226" x="6883400" y="1206500"/>
          <p14:tracePt t="5242" x="6902450" y="1206500"/>
          <p14:tracePt t="5275" x="6915150" y="1206500"/>
          <p14:tracePt t="5292" x="6927850" y="1206500"/>
          <p14:tracePt t="5309" x="6953250" y="1206500"/>
          <p14:tracePt t="5325" x="6965950" y="1206500"/>
          <p14:tracePt t="5329" x="6978650" y="1206500"/>
          <p14:tracePt t="5342" x="7004050" y="1206500"/>
          <p14:tracePt t="5359" x="7067550" y="1187450"/>
          <p14:tracePt t="5375" x="7105650" y="1187450"/>
          <p14:tracePt t="5391" x="7150100" y="1174750"/>
          <p14:tracePt t="5408" x="7289800" y="1130300"/>
          <p14:tracePt t="5425" x="7327900" y="1123950"/>
          <p14:tracePt t="5441" x="7372350" y="1104900"/>
          <p14:tracePt t="5458" x="7442200" y="1085850"/>
          <p14:tracePt t="5474" x="7493000" y="1066800"/>
          <p14:tracePt t="5492" x="7537450" y="1054100"/>
          <p14:tracePt t="5508" x="7550150" y="1047750"/>
          <p14:tracePt t="5525" x="7575550" y="1041400"/>
          <p14:tracePt t="5541" x="7600950" y="1041400"/>
          <p14:tracePt t="5557" x="7620000" y="1041400"/>
          <p14:tracePt t="5574" x="7651750" y="1035050"/>
          <p14:tracePt t="5956" x="7575550" y="1041400"/>
          <p14:tracePt t="5963" x="7461250" y="1066800"/>
          <p14:tracePt t="5972" x="7321550" y="1085850"/>
          <p14:tracePt t="5989" x="7131050" y="1098550"/>
          <p14:tracePt t="6006" x="6635750" y="1174750"/>
          <p14:tracePt t="6022" x="6369050" y="1187450"/>
          <p14:tracePt t="6040" x="5530850" y="1219200"/>
          <p14:tracePt t="6056" x="5289550" y="1206500"/>
          <p14:tracePt t="6072" x="5041900" y="1181100"/>
          <p14:tracePt t="6089" x="4457700" y="1155700"/>
          <p14:tracePt t="6105" x="4248150" y="1155700"/>
          <p14:tracePt t="6122" x="4057650" y="1162050"/>
          <p14:tracePt t="6139" x="3619500" y="1219200"/>
          <p14:tracePt t="6157" x="3206750" y="1270000"/>
          <p14:tracePt t="6172" x="2990850" y="1282700"/>
          <p14:tracePt t="6188" x="2565400" y="1365250"/>
          <p14:tracePt t="6205" x="2419350" y="1390650"/>
          <p14:tracePt t="6222" x="2184400" y="1422400"/>
          <p14:tracePt t="6238" x="2095500" y="1428750"/>
          <p14:tracePt t="6255" x="2019300" y="1447800"/>
          <p14:tracePt t="6272" x="1936750" y="1466850"/>
          <p14:tracePt t="6288" x="1905000" y="1473200"/>
          <p14:tracePt t="6305" x="1885950" y="1485900"/>
          <p14:tracePt t="6342" x="1885950" y="1498600"/>
          <p14:tracePt t="6355" x="1892300" y="1498600"/>
          <p14:tracePt t="6372" x="1898650" y="1504950"/>
          <p14:tracePt t="6388" x="1917700" y="1504950"/>
          <p14:tracePt t="6405" x="1924050" y="1504950"/>
          <p14:tracePt t="6421" x="1943100" y="1504950"/>
          <p14:tracePt t="6438" x="1949450" y="1504950"/>
          <p14:tracePt t="6455" x="1974850" y="1517650"/>
          <p14:tracePt t="6471" x="1987550" y="1517650"/>
          <p14:tracePt t="6488" x="2025650" y="1536700"/>
          <p14:tracePt t="6504" x="2070100" y="1555750"/>
          <p14:tracePt t="6521" x="2095500" y="1574800"/>
          <p14:tracePt t="6537" x="2152650" y="1593850"/>
          <p14:tracePt t="6554" x="2222500" y="1619250"/>
          <p14:tracePt t="6571" x="2260600" y="1625600"/>
          <p14:tracePt t="6588" x="2381250" y="1657350"/>
          <p14:tracePt t="6603" x="2552700" y="1682750"/>
          <p14:tracePt t="6620" x="2641600" y="1695450"/>
          <p14:tracePt t="6637" x="2832100" y="1714500"/>
          <p14:tracePt t="6653" x="2933700" y="1714500"/>
          <p14:tracePt t="6670" x="3155950" y="1733550"/>
          <p14:tracePt t="6687" x="3340100" y="1733550"/>
          <p14:tracePt t="6704" x="3416300" y="1733550"/>
          <p14:tracePt t="6721" x="3575050" y="1714500"/>
          <p14:tracePt t="6736" x="3721100" y="1695450"/>
          <p14:tracePt t="6753" x="3784600" y="1682750"/>
          <p14:tracePt t="6770" x="3937000" y="1676400"/>
          <p14:tracePt t="6786" x="4095750" y="1657350"/>
          <p14:tracePt t="6804" x="4159250" y="1638300"/>
          <p14:tracePt t="6820" x="4330700" y="1619250"/>
          <p14:tracePt t="6836" x="4483100" y="1606550"/>
          <p14:tracePt t="6852" x="4572000" y="1600200"/>
          <p14:tracePt t="6869" x="4743450" y="1574800"/>
          <p14:tracePt t="6886" x="4864100" y="1549400"/>
          <p14:tracePt t="6905" x="4959350" y="1530350"/>
          <p14:tracePt t="6919" x="4997450" y="1530350"/>
          <p14:tracePt t="6936" x="5022850" y="1530350"/>
          <p14:tracePt t="6954" x="5118100" y="1530350"/>
          <p14:tracePt t="6969" x="5149850" y="1524000"/>
          <p14:tracePt t="6986" x="5187950" y="1524000"/>
          <p14:tracePt t="7003" x="5200650" y="1511300"/>
          <p14:tracePt t="7528" x="5232400" y="1511300"/>
          <p14:tracePt t="7536" x="5302250" y="1511300"/>
          <p14:tracePt t="7549" x="5365750" y="1511300"/>
          <p14:tracePt t="7557" x="5441950" y="1511300"/>
          <p14:tracePt t="7571" x="5530850" y="1511300"/>
          <p14:tracePt t="7584" x="5619750" y="1511300"/>
          <p14:tracePt t="7600" x="5772150" y="1511300"/>
          <p14:tracePt t="7617" x="5848350" y="1517650"/>
          <p14:tracePt t="7634" x="6000750" y="1511300"/>
          <p14:tracePt t="7650" x="6203950" y="1511300"/>
          <p14:tracePt t="7667" x="6280150" y="1511300"/>
          <p14:tracePt t="7683" x="6419850" y="1511300"/>
          <p14:tracePt t="7700" x="6515100" y="1524000"/>
          <p14:tracePt t="7717" x="6546850" y="1530350"/>
          <p14:tracePt t="7733" x="6597650" y="1536700"/>
          <p14:tracePt t="7750" x="6648450" y="1555750"/>
          <p14:tracePt t="7768" x="6692900" y="1562100"/>
          <p14:tracePt t="7783" x="6724650" y="1568450"/>
          <p14:tracePt t="7800" x="6743700" y="1568450"/>
          <p14:tracePt t="7817" x="6826250" y="1581150"/>
          <p14:tracePt t="7833" x="6845300" y="1587500"/>
          <p14:tracePt t="7850" x="6864350" y="1587500"/>
          <p14:tracePt t="7866" x="6908800" y="1587500"/>
          <p14:tracePt t="7883" x="6927850" y="1587500"/>
          <p14:tracePt t="7899" x="6940550" y="1587500"/>
          <p14:tracePt t="7916" x="6959600" y="1587500"/>
          <p14:tracePt t="7932" x="6965950" y="1587500"/>
          <p14:tracePt t="7949" x="6978650" y="1587500"/>
          <p14:tracePt t="7965" x="6991350" y="1587500"/>
          <p14:tracePt t="7982" x="6997700" y="1593850"/>
          <p14:tracePt t="7999" x="7016750" y="1600200"/>
          <p14:tracePt t="8015" x="7023100" y="1600200"/>
          <p14:tracePt t="8032" x="7035800" y="1606550"/>
          <p14:tracePt t="8049" x="7048500" y="1612900"/>
          <p14:tracePt t="8065" x="7054850" y="1619250"/>
          <p14:tracePt t="8082" x="7067550" y="1619250"/>
          <p14:tracePt t="8098" x="7092950" y="1619250"/>
          <p14:tracePt t="8115" x="7118350" y="1619250"/>
          <p14:tracePt t="8132" x="7175500" y="1619250"/>
          <p14:tracePt t="8148" x="7200900" y="1619250"/>
          <p14:tracePt t="8165" x="7283450" y="1619250"/>
          <p14:tracePt t="8182" x="7359650" y="1619250"/>
          <p14:tracePt t="8680" x="7435850" y="1612900"/>
          <p14:tracePt t="8693" x="7505700" y="1600200"/>
          <p14:tracePt t="8701" x="7569200" y="1600200"/>
          <p14:tracePt t="8717" x="7645400" y="1593850"/>
          <p14:tracePt t="8730" x="7708900" y="1593850"/>
          <p14:tracePt t="8746" x="7854950" y="1574800"/>
          <p14:tracePt t="8764" x="7981950" y="1574800"/>
          <p14:tracePt t="8779" x="8045450" y="1574800"/>
          <p14:tracePt t="8796" x="8096250" y="1574800"/>
          <p14:tracePt t="8814" x="8128000" y="1581150"/>
          <p14:tracePt t="8830" x="8134350" y="1581150"/>
          <p14:tracePt t="8846" x="8140700" y="1587500"/>
          <p14:tracePt t="8876" x="8134350" y="1587500"/>
          <p14:tracePt t="8883" x="8115300" y="1587500"/>
          <p14:tracePt t="8896" x="8096250" y="1587500"/>
          <p14:tracePt t="8912" x="7981950" y="1600200"/>
          <p14:tracePt t="8930" x="7880350" y="1619250"/>
          <p14:tracePt t="8946" x="7581900" y="1663700"/>
          <p14:tracePt t="8962" x="7156450" y="1695450"/>
          <p14:tracePt t="8979" x="6896100" y="1695450"/>
          <p14:tracePt t="8996" x="6311900" y="1670050"/>
          <p14:tracePt t="9012" x="6000750" y="1651000"/>
          <p14:tracePt t="9031" x="5441950" y="1619250"/>
          <p14:tracePt t="9045" x="4832350" y="1574800"/>
          <p14:tracePt t="9062" x="4572000" y="1574800"/>
          <p14:tracePt t="9079" x="4076700" y="1562100"/>
          <p14:tracePt t="9095" x="3606800" y="1504950"/>
          <p14:tracePt t="9112" x="3397250" y="1492250"/>
          <p14:tracePt t="9129" x="3098800" y="1492250"/>
          <p14:tracePt t="9145" x="2832100" y="1492250"/>
          <p14:tracePt t="9163" x="2711450" y="1492250"/>
          <p14:tracePt t="9178" x="2514600" y="1517650"/>
          <p14:tracePt t="9195" x="2336800" y="1517650"/>
          <p14:tracePt t="9211" x="2273300" y="1524000"/>
          <p14:tracePt t="9228" x="2216150" y="1524000"/>
          <p14:tracePt t="9245" x="2165350" y="1536700"/>
          <p14:tracePt t="9262" x="2152650" y="1536700"/>
          <p14:tracePt t="9278" x="2127250" y="1543050"/>
          <p14:tracePt t="9295" x="2120900" y="1549400"/>
          <p14:tracePt t="9312" x="2095500" y="1606550"/>
          <p14:tracePt t="9328" x="2063750" y="1606550"/>
          <p14:tracePt t="9345" x="2032000" y="1619250"/>
          <p14:tracePt t="9788" x="2044700" y="1631950"/>
          <p14:tracePt t="9795" x="2057400" y="1651000"/>
          <p14:tracePt t="9810" x="2070100" y="1676400"/>
          <p14:tracePt t="9816" x="2082800" y="1695450"/>
          <p14:tracePt t="9830" x="2108200" y="1727200"/>
          <p14:tracePt t="9842" x="2127250" y="1771650"/>
          <p14:tracePt t="9859" x="2178050" y="1835150"/>
          <p14:tracePt t="9876" x="2203450" y="1879600"/>
          <p14:tracePt t="9880" x="2216150" y="1924050"/>
          <p14:tracePt t="9893" x="2235200" y="1968500"/>
          <p14:tracePt t="9909" x="2279650" y="2076450"/>
          <p14:tracePt t="9926" x="2298700" y="2133600"/>
          <p14:tracePt t="9942" x="2343150" y="2222500"/>
          <p14:tracePt t="9959" x="2355850" y="2273300"/>
          <p14:tracePt t="9975" x="2362200" y="2286000"/>
          <p14:tracePt t="9992" x="2374900" y="2317750"/>
          <p14:tracePt t="10009" x="2381250" y="2336800"/>
          <p14:tracePt t="10026" x="2381250" y="2343150"/>
          <p14:tracePt t="10069" x="2387600" y="2349500"/>
          <p14:tracePt t="10671" x="2362200" y="2349500"/>
          <p14:tracePt t="10678" x="2324100" y="2349500"/>
          <p14:tracePt t="10693" x="2266950" y="2349500"/>
          <p14:tracePt t="10706" x="2216150" y="2343150"/>
          <p14:tracePt t="10723" x="2120900" y="2330450"/>
          <p14:tracePt t="10739" x="2070100" y="2324100"/>
          <p14:tracePt t="10756" x="1949450" y="2298700"/>
          <p14:tracePt t="10773" x="1854200" y="2279650"/>
          <p14:tracePt t="10790" x="1809750" y="2266950"/>
          <p14:tracePt t="10806" x="1765300" y="2260600"/>
          <p14:tracePt t="10822" x="1720850" y="2260600"/>
          <p14:tracePt t="10840" x="1695450" y="2260600"/>
          <p14:tracePt t="10872" x="1676400" y="2260600"/>
          <p14:tracePt t="10889" x="1663700" y="2260600"/>
          <p14:tracePt t="10905" x="1657350" y="2260600"/>
          <p14:tracePt t="10922" x="1657350" y="2266950"/>
          <p14:tracePt t="10939" x="1657350" y="2273300"/>
          <p14:tracePt t="10975" x="1657350" y="2279650"/>
          <p14:tracePt t="11009" x="1663700" y="2286000"/>
          <p14:tracePt t="11051" x="1670050" y="2286000"/>
          <p14:tracePt t="11073" x="1676400" y="2286000"/>
          <p14:tracePt t="11093" x="1682750" y="2286000"/>
          <p14:tracePt t="11121" x="1682750" y="2292350"/>
          <p14:tracePt t="11142" x="1689100" y="2292350"/>
          <p14:tracePt t="11170" x="1695450" y="2292350"/>
          <p14:tracePt t="11191" x="1701800" y="2292350"/>
          <p14:tracePt t="11206" x="1708150" y="2292350"/>
          <p14:tracePt t="11219" x="1714500" y="2292350"/>
          <p14:tracePt t="11240" x="1720850" y="2292350"/>
          <p14:tracePt t="11304" x="1727200" y="2292350"/>
          <p14:tracePt t="11346" x="1733550" y="2292350"/>
          <p14:tracePt t="11374" x="1739900" y="2292350"/>
          <p14:tracePt t="11402" x="1746250" y="2292350"/>
          <p14:tracePt t="11423" x="1758950" y="2292350"/>
          <p14:tracePt t="11430" x="1765300" y="2292350"/>
          <p14:tracePt t="11451" x="1771650" y="2292350"/>
          <p14:tracePt t="11465" x="1784350" y="2292350"/>
          <p14:tracePt t="11474" x="1790700" y="2292350"/>
          <p14:tracePt t="11487" x="1803400" y="2292350"/>
          <p14:tracePt t="11503" x="1835150" y="2298700"/>
          <p14:tracePt t="11521" x="1847850" y="2311400"/>
          <p14:tracePt t="11536" x="1892300" y="2317750"/>
          <p14:tracePt t="11553" x="1917700" y="2324100"/>
          <p14:tracePt t="11571" x="1981200" y="2330450"/>
          <p14:tracePt t="11586" x="2000250" y="2336800"/>
          <p14:tracePt t="11603" x="2019300" y="2336800"/>
          <p14:tracePt t="11620" x="2057400" y="2336800"/>
          <p14:tracePt t="11636" x="2076450" y="2336800"/>
          <p14:tracePt t="11653" x="2089150" y="2336800"/>
          <p14:tracePt t="11670" x="2101850" y="2336800"/>
          <p14:tracePt t="11686" x="2114550" y="2330450"/>
          <p14:tracePt t="11719" x="2120900" y="2330450"/>
          <p14:tracePt t="11774" x="2127250" y="2330450"/>
          <p14:tracePt t="11803" x="2127250" y="2336800"/>
          <p14:tracePt t="14100" x="2171700" y="2336800"/>
          <p14:tracePt t="14114" x="2235200" y="2343150"/>
          <p14:tracePt t="14121" x="2317750" y="2355850"/>
          <p14:tracePt t="14136" x="2406650" y="2362200"/>
          <p14:tracePt t="14144" x="2482850" y="2374900"/>
          <p14:tracePt t="14160" x="2571750" y="2374900"/>
          <p14:tracePt t="14178" x="2730500" y="2393950"/>
          <p14:tracePt t="14194" x="2895600" y="2413000"/>
          <p14:tracePt t="14211" x="2984500" y="2425700"/>
          <p14:tracePt t="14227" x="3162300" y="2444750"/>
          <p14:tracePt t="14244" x="3321050" y="2470150"/>
          <p14:tracePt t="14262" x="3467100" y="2520950"/>
          <p14:tracePt t="14277" x="3549650" y="2552700"/>
          <p14:tracePt t="14294" x="3651250" y="2584450"/>
          <p14:tracePt t="14311" x="3987800" y="2667000"/>
          <p14:tracePt t="14327" x="4095750" y="2698750"/>
          <p14:tracePt t="14344" x="4210050" y="2717800"/>
          <p14:tracePt t="14360" x="4425950" y="2749550"/>
          <p14:tracePt t="14377" x="4667250" y="2781300"/>
          <p14:tracePt t="14393" x="4781550" y="2781300"/>
          <p14:tracePt t="14410" x="4959350" y="2800350"/>
          <p14:tracePt t="14427" x="5118100" y="2813050"/>
          <p14:tracePt t="14444" x="5213350" y="2832100"/>
          <p14:tracePt t="14460" x="5251450" y="2838450"/>
          <p14:tracePt t="14476" x="5289550" y="2838450"/>
          <p14:tracePt t="14494" x="5308600" y="2838450"/>
          <p14:tracePt t="14510" x="5321300" y="2838450"/>
          <p14:tracePt t="14527" x="5334000" y="2838450"/>
          <p14:tracePt t="14564" x="5340350" y="2844800"/>
          <p14:tracePt t="14585" x="5340350" y="2851150"/>
          <p14:tracePt t="14593" x="5346700" y="2851150"/>
          <p14:tracePt t="14609" x="5353050" y="2851150"/>
          <p14:tracePt t="14627" x="5372100" y="2851150"/>
          <p14:tracePt t="14643" x="5378450" y="2851150"/>
          <p14:tracePt t="14659" x="5384800" y="2851150"/>
          <p14:tracePt t="14676" x="5410200" y="2851150"/>
          <p14:tracePt t="14692" x="5416550" y="2851150"/>
          <p14:tracePt t="14709" x="5448300" y="2851150"/>
          <p14:tracePt t="14726" x="5480050" y="2863850"/>
          <p14:tracePt t="14742" x="5524500" y="2870200"/>
          <p14:tracePt t="14759" x="5588000" y="2876550"/>
          <p14:tracePt t="14775" x="5670550" y="2895600"/>
          <p14:tracePt t="14792" x="5727700" y="2901950"/>
          <p14:tracePt t="14809" x="5835650" y="2940050"/>
          <p14:tracePt t="14825" x="5930900" y="2965450"/>
          <p14:tracePt t="14842" x="5975350" y="2984500"/>
          <p14:tracePt t="14859" x="6064250" y="2984500"/>
          <p14:tracePt t="14875" x="6134100" y="2984500"/>
          <p14:tracePt t="14892" x="6165850" y="2978150"/>
          <p14:tracePt t="14909" x="6223000" y="2965450"/>
          <p14:tracePt t="14925" x="6273800" y="2959100"/>
          <p14:tracePt t="14941" x="6299200" y="2952750"/>
          <p14:tracePt t="14958" x="6356350" y="2940050"/>
          <p14:tracePt t="14975" x="6407150" y="2933700"/>
          <p14:tracePt t="14992" x="6464300" y="2933700"/>
          <p14:tracePt t="15008" x="6496050" y="2933700"/>
          <p14:tracePt t="15025" x="6521450" y="2933700"/>
          <p14:tracePt t="15042" x="6591300" y="2933700"/>
          <p14:tracePt t="15058" x="6604000" y="2933700"/>
          <p14:tracePt t="15075" x="6623050" y="2933700"/>
          <p14:tracePt t="15091" x="6654800" y="2933700"/>
          <p14:tracePt t="15108" x="6673850" y="2933700"/>
          <p14:tracePt t="15141" x="6692900" y="2927350"/>
          <p14:tracePt t="15157" x="6705600" y="2927350"/>
          <p14:tracePt t="15176" x="6718300" y="2927350"/>
          <p14:tracePt t="15207" x="6724650" y="2921000"/>
          <p14:tracePt t="15225" x="6737350" y="2921000"/>
          <p14:tracePt t="15257" x="6743700" y="2921000"/>
          <p14:tracePt t="15343" x="6737350" y="2921000"/>
          <p14:tracePt t="15358" x="6724650" y="2921000"/>
          <p14:tracePt t="15365" x="6705600" y="2927350"/>
          <p14:tracePt t="15379" x="6673850" y="2933700"/>
          <p14:tracePt t="15390" x="6623050" y="2952750"/>
          <p14:tracePt t="15407" x="6451600" y="2990850"/>
          <p14:tracePt t="15423" x="6350000" y="3022600"/>
          <p14:tracePt t="15427" x="6229350" y="3054350"/>
          <p14:tracePt t="15440" x="6102350" y="3086100"/>
          <p14:tracePt t="15457" x="5848350" y="3136900"/>
          <p14:tracePt t="15473" x="5727700" y="3168650"/>
          <p14:tracePt t="15490" x="5613400" y="3181350"/>
          <p14:tracePt t="15506" x="5372100" y="3200400"/>
          <p14:tracePt t="15523" x="5321300" y="3200400"/>
          <p14:tracePt t="15541" x="5251450" y="3200400"/>
          <p14:tracePt t="15556" x="5226050" y="3200400"/>
          <p14:tracePt t="15573" x="5200650" y="3200400"/>
          <p14:tracePt t="15590" x="5187950" y="3194050"/>
          <p14:tracePt t="15606" x="5181600" y="3194050"/>
          <p14:tracePt t="15622" x="5175250" y="3194050"/>
          <p14:tracePt t="15773" x="5181600" y="3194050"/>
          <p14:tracePt t="15801" x="5187950" y="3194050"/>
          <p14:tracePt t="15822" x="5194300" y="3194050"/>
          <p14:tracePt t="15828" x="5207000" y="3194050"/>
          <p14:tracePt t="15838" x="5219700" y="3194050"/>
          <p14:tracePt t="15856" x="5238750" y="3194050"/>
          <p14:tracePt t="15872" x="5308600" y="3194050"/>
          <p14:tracePt t="15888" x="5346700" y="3194050"/>
          <p14:tracePt t="15906" x="5467350" y="3187700"/>
          <p14:tracePt t="15922" x="5505450" y="3187700"/>
          <p14:tracePt t="15938" x="5524500" y="3187700"/>
          <p14:tracePt t="15955" x="5562600" y="3175000"/>
          <p14:tracePt t="15972" x="5575300" y="3175000"/>
          <p14:tracePt t="16004" x="5549900" y="3168650"/>
          <p14:tracePt t="16021" x="5454650" y="3168650"/>
          <p14:tracePt t="16038" x="5365750" y="3168650"/>
          <p14:tracePt t="16054" x="5149850" y="3181350"/>
          <p14:tracePt t="16071" x="4889500" y="3194050"/>
          <p14:tracePt t="16089" x="4591050" y="3200400"/>
          <p14:tracePt t="16105" x="4432300" y="3225800"/>
          <p14:tracePt t="16121" x="4305300" y="3225800"/>
          <p14:tracePt t="16138" x="3937000" y="3238500"/>
          <p14:tracePt t="16154" x="3848100" y="3238500"/>
          <p14:tracePt t="16171" x="3759200" y="3244850"/>
          <p14:tracePt t="16188" x="3644900" y="3244850"/>
          <p14:tracePt t="16204" x="3575050" y="3251200"/>
          <p14:tracePt t="16221" x="3549650" y="3257550"/>
          <p14:tracePt t="16237" x="3524250" y="3263900"/>
          <p14:tracePt t="16254" x="3505200" y="3263900"/>
          <p14:tracePt t="16271" x="3492500" y="3270250"/>
          <p14:tracePt t="16287" x="3486150" y="3270250"/>
          <p14:tracePt t="16334" x="3486150" y="3276600"/>
          <p14:tracePt t="16363" x="3486150" y="3282950"/>
          <p14:tracePt t="16391" x="3492500" y="3282950"/>
          <p14:tracePt t="16405" x="3498850" y="3282950"/>
          <p14:tracePt t="16411" x="3505200" y="3282950"/>
          <p14:tracePt t="16421" x="3511550" y="3282950"/>
          <p14:tracePt t="16440" x="3517900" y="3282950"/>
          <p14:tracePt t="16456" x="3530600" y="3282950"/>
          <p14:tracePt t="16469" x="3543300" y="3282950"/>
          <p14:tracePt t="16486" x="3594100" y="3289300"/>
          <p14:tracePt t="16503" x="3683000" y="3289300"/>
          <p14:tracePt t="16520" x="3759200" y="3289300"/>
          <p14:tracePt t="16536" x="3898900" y="3289300"/>
          <p14:tracePt t="16553" x="4051300" y="3289300"/>
          <p14:tracePt t="16569" x="4127500" y="3289300"/>
          <p14:tracePt t="16587" x="4260850" y="3289300"/>
          <p14:tracePt t="16602" x="4362450" y="3289300"/>
          <p14:tracePt t="16619" x="4400550" y="3276600"/>
          <p14:tracePt t="16636" x="4457700" y="3276600"/>
          <p14:tracePt t="16652" x="4495800" y="3270250"/>
          <p14:tracePt t="16669" x="4502150" y="3270250"/>
          <p14:tracePt t="16686" x="4514850" y="3270250"/>
          <p14:tracePt t="16702" x="4521200" y="3263900"/>
          <p14:tracePt t="17093" x="4495800" y="3263900"/>
          <p14:tracePt t="17107" x="4438650" y="3276600"/>
          <p14:tracePt t="17114" x="4362450" y="3289300"/>
          <p14:tracePt t="17122" x="4273550" y="3289300"/>
          <p14:tracePt t="17137" x="4197350" y="3289300"/>
          <p14:tracePt t="17151" x="4108450" y="3289300"/>
          <p14:tracePt t="17167" x="3956050" y="3289300"/>
          <p14:tracePt t="17185" x="3803650" y="3289300"/>
          <p14:tracePt t="17200" x="3727450" y="3289300"/>
          <p14:tracePt t="17217" x="3568700" y="3282950"/>
          <p14:tracePt t="17234" x="3467100" y="3270250"/>
          <p14:tracePt t="17250" x="3422650" y="3270250"/>
          <p14:tracePt t="17267" x="3384550" y="3270250"/>
          <p14:tracePt t="17284" x="3371850" y="3270250"/>
          <p14:tracePt t="17300" x="3359150" y="3270250"/>
          <p14:tracePt t="17353" x="3365500" y="3270250"/>
          <p14:tracePt t="17368" x="3371850" y="3270250"/>
          <p14:tracePt t="17374" x="3378200" y="3270250"/>
          <p14:tracePt t="17389" x="3384550" y="3270250"/>
          <p14:tracePt t="17399" x="3390900" y="3270250"/>
          <p14:tracePt t="17417" x="3397250" y="3276600"/>
          <p14:tracePt t="17433" x="3403600" y="3282950"/>
          <p14:tracePt t="17437" x="3409950" y="3289300"/>
          <p14:tracePt t="17450" x="3416300" y="3295650"/>
          <p14:tracePt t="17469" x="3422650" y="3302000"/>
          <p14:tracePt t="17483" x="3422650" y="3314700"/>
          <p14:tracePt t="17500" x="3422650" y="3340100"/>
          <p14:tracePt t="17516" x="3416300" y="3384550"/>
          <p14:tracePt t="17533" x="3403600" y="3403600"/>
          <p14:tracePt t="17550" x="3365500" y="3467100"/>
          <p14:tracePt t="17566" x="3295650" y="3549650"/>
          <p14:tracePt t="17582" x="3238500" y="3587750"/>
          <p14:tracePt t="17599" x="3098800" y="3651250"/>
          <p14:tracePt t="17616" x="2914650" y="3727450"/>
          <p14:tracePt t="17632" x="2813050" y="3746500"/>
          <p14:tracePt t="17649" x="2616200" y="3797300"/>
          <p14:tracePt t="17665" x="2514600" y="3816350"/>
          <p14:tracePt t="17683" x="2330450" y="3848100"/>
          <p14:tracePt t="17698" x="2190750" y="3867150"/>
          <p14:tracePt t="17715" x="2139950" y="3867150"/>
          <p14:tracePt t="17732" x="2082800" y="3873500"/>
          <p14:tracePt t="17748" x="2070100" y="3873500"/>
          <p14:tracePt t="17782" x="2082800" y="3873500"/>
          <p14:tracePt t="17798" x="2108200" y="3873500"/>
          <p14:tracePt t="17815" x="2120900" y="3873500"/>
          <p14:tracePt t="17832" x="2178050" y="3873500"/>
          <p14:tracePt t="17848" x="2305050" y="3873500"/>
          <p14:tracePt t="17865" x="2381250" y="3867150"/>
          <p14:tracePt t="17881" x="2578100" y="3835400"/>
          <p14:tracePt t="17898" x="2819400" y="3803650"/>
          <p14:tracePt t="17916" x="3105150" y="3759200"/>
          <p14:tracePt t="17931" x="3232150" y="3746500"/>
          <p14:tracePt t="17947" x="3359150" y="3727450"/>
          <p14:tracePt t="17951" x="3473450" y="3714750"/>
          <p14:tracePt t="17965" x="3733800" y="3676650"/>
          <p14:tracePt t="17981" x="3835400" y="3663950"/>
          <p14:tracePt t="17998" x="3937000" y="3644900"/>
          <p14:tracePt t="18015" x="4127500" y="3613150"/>
          <p14:tracePt t="18031" x="4324350" y="3594100"/>
          <p14:tracePt t="18047" x="4425950" y="3581400"/>
          <p14:tracePt t="18064" x="4616450" y="3562350"/>
          <p14:tracePt t="18081" x="4781550" y="3549650"/>
          <p14:tracePt t="18098" x="4972050" y="3543300"/>
          <p14:tracePt t="18114" x="5073650" y="3530600"/>
          <p14:tracePt t="18131" x="5283200" y="3517900"/>
          <p14:tracePt t="18147" x="5435600" y="3524250"/>
          <p14:tracePt t="18164" x="5499100" y="3530600"/>
          <p14:tracePt t="18180" x="5632450" y="3543300"/>
          <p14:tracePt t="18197" x="5715000" y="3530600"/>
          <p14:tracePt t="18214" x="5734050" y="3524250"/>
          <p14:tracePt t="18231" x="5753100" y="3524250"/>
          <p14:tracePt t="18247" x="5746750" y="3517900"/>
          <p14:tracePt t="18591" x="5848350" y="3530600"/>
          <p14:tracePt t="18606" x="6007100" y="3543300"/>
          <p14:tracePt t="18615" x="6153150" y="3568700"/>
          <p14:tracePt t="18629" x="6267450" y="3575050"/>
          <p14:tracePt t="18646" x="6419850" y="3575050"/>
          <p14:tracePt t="18663" x="6515100" y="3575050"/>
          <p14:tracePt t="18679" x="6546850" y="3575050"/>
          <p14:tracePt t="18695" x="6565900" y="3581400"/>
          <p14:tracePt t="18711" x="6591300" y="3581400"/>
          <p14:tracePt t="18943" x="6667500" y="3594100"/>
          <p14:tracePt t="18957" x="6788150" y="3600450"/>
          <p14:tracePt t="18964" x="6915150" y="3625850"/>
          <p14:tracePt t="18980" x="7029450" y="3644900"/>
          <p14:tracePt t="18995" x="7283450" y="3663950"/>
          <p14:tracePt t="19011" x="7385050" y="3676650"/>
          <p14:tracePt t="19028" x="7575550" y="3676650"/>
          <p14:tracePt t="19044" x="7651750" y="3676650"/>
          <p14:tracePt t="19061" x="7804150" y="3676650"/>
          <p14:tracePt t="19077" x="7931150" y="3689350"/>
          <p14:tracePt t="19094" x="7988300" y="3695700"/>
          <p14:tracePt t="19111" x="8064500" y="3695700"/>
          <p14:tracePt t="19127" x="8121650" y="3695700"/>
          <p14:tracePt t="19144" x="8140700" y="3695700"/>
          <p14:tracePt t="19161" x="8166100" y="3695700"/>
          <p14:tracePt t="19178" x="8185150" y="3695700"/>
          <p14:tracePt t="19259" x="8178800" y="3695700"/>
          <p14:tracePt t="19266" x="8172450" y="3695700"/>
          <p14:tracePt t="19287" x="8159750" y="3695700"/>
          <p14:tracePt t="19297" x="8140700" y="3695700"/>
          <p14:tracePt t="19310" x="8128000" y="3695700"/>
          <p14:tracePt t="19326" x="8096250" y="3702050"/>
          <p14:tracePt t="19343" x="7912100" y="3727450"/>
          <p14:tracePt t="19360" x="7810500" y="3752850"/>
          <p14:tracePt t="19377" x="7683500" y="3759200"/>
          <p14:tracePt t="19394" x="7429500" y="3784600"/>
          <p14:tracePt t="19410" x="7131050" y="3790950"/>
          <p14:tracePt t="19427" x="6991350" y="3790950"/>
          <p14:tracePt t="19443" x="6781800" y="3790950"/>
          <p14:tracePt t="19459" x="6610350" y="3790950"/>
          <p14:tracePt t="19477" x="6508750" y="3790950"/>
          <p14:tracePt t="19493" x="6483350" y="3790950"/>
          <p14:tracePt t="19509" x="6438900" y="3790950"/>
          <p14:tracePt t="19526" x="6432550" y="3790950"/>
          <p14:tracePt t="19542" x="6426200" y="3790950"/>
          <p14:tracePt t="19578" x="6432550" y="3790950"/>
          <p14:tracePt t="19592" x="6438900" y="3790950"/>
          <p14:tracePt t="19610" x="6451600" y="3790950"/>
          <p14:tracePt t="19625" x="6477000" y="3803650"/>
          <p14:tracePt t="19642" x="6483350" y="3803650"/>
          <p14:tracePt t="19660" x="6527800" y="3803650"/>
          <p14:tracePt t="19675" x="6546850" y="3803650"/>
          <p14:tracePt t="19692" x="6661150" y="3810000"/>
          <p14:tracePt t="19709" x="6838950" y="3810000"/>
          <p14:tracePt t="19725" x="6940550" y="3810000"/>
          <p14:tracePt t="19742" x="7169150" y="3810000"/>
          <p14:tracePt t="19758" x="7366000" y="3810000"/>
          <p14:tracePt t="19775" x="7461250" y="3797300"/>
          <p14:tracePt t="19792" x="7626350" y="3778250"/>
          <p14:tracePt t="19809" x="7772400" y="3759200"/>
          <p14:tracePt t="19825" x="7810500" y="3740150"/>
          <p14:tracePt t="19842" x="7905750" y="3727450"/>
          <p14:tracePt t="19858" x="7969250" y="3708400"/>
          <p14:tracePt t="19874" x="7988300" y="3702050"/>
          <p14:tracePt t="19891" x="8013700" y="3695700"/>
          <p14:tracePt t="19908" x="8051800" y="3695700"/>
          <p14:tracePt t="19925" x="8064500" y="3689350"/>
          <p14:tracePt t="19941" x="8096250" y="3676650"/>
          <p14:tracePt t="21670" x="8013700" y="3676650"/>
          <p14:tracePt t="21676" x="7912100" y="3676650"/>
          <p14:tracePt t="21691" x="7810500" y="3676650"/>
          <p14:tracePt t="21701" x="7696200" y="3676650"/>
          <p14:tracePt t="21719" x="7442200" y="3657600"/>
          <p14:tracePt t="21735" x="7188200" y="3632200"/>
          <p14:tracePt t="21751" x="7073900" y="3625850"/>
          <p14:tracePt t="21768" x="6769100" y="3587750"/>
          <p14:tracePt t="21785" x="6578600" y="3562350"/>
          <p14:tracePt t="21801" x="6140450" y="3454400"/>
          <p14:tracePt t="21818" x="5657850" y="3346450"/>
          <p14:tracePt t="21835" x="5410200" y="3302000"/>
          <p14:tracePt t="21851" x="5029200" y="3282950"/>
          <p14:tracePt t="21867" x="4641850" y="3238500"/>
          <p14:tracePt t="21884" x="4508500" y="3238500"/>
          <p14:tracePt t="21901" x="4254500" y="3232150"/>
          <p14:tracePt t="21917" x="4025900" y="3232150"/>
          <p14:tracePt t="21934" x="3924300" y="3219450"/>
          <p14:tracePt t="21951" x="3752850" y="3200400"/>
          <p14:tracePt t="21967" x="3663950" y="3194050"/>
          <p14:tracePt t="21984" x="3619500" y="3194050"/>
          <p14:tracePt t="22001" x="3536950" y="3175000"/>
          <p14:tracePt t="22017" x="3467100" y="3149600"/>
          <p14:tracePt t="22035" x="3416300" y="3130550"/>
          <p14:tracePt t="22051" x="3384550" y="3105150"/>
          <p14:tracePt t="22067" x="3352800" y="3086100"/>
          <p14:tracePt t="22084" x="3282950" y="3035300"/>
          <p14:tracePt t="22100" x="3232150" y="3016250"/>
          <p14:tracePt t="22117" x="3200400" y="3009900"/>
          <p14:tracePt t="22134" x="3149600" y="2984500"/>
          <p14:tracePt t="22150" x="3098800" y="2946400"/>
          <p14:tracePt t="22167" x="3067050" y="2933700"/>
          <p14:tracePt t="22183" x="3003550" y="2901950"/>
          <p14:tracePt t="22200" x="2952750" y="2863850"/>
          <p14:tracePt t="22217" x="2901950" y="2844800"/>
          <p14:tracePt t="22233" x="2889250" y="2838450"/>
          <p14:tracePt t="22250" x="2863850" y="2825750"/>
          <p14:tracePt t="22267" x="2857500" y="2825750"/>
          <p14:tracePt t="22283" x="2857500" y="2838450"/>
          <p14:tracePt t="22300" x="2857500" y="2857500"/>
          <p14:tracePt t="27579" x="2876550" y="2863850"/>
          <p14:tracePt t="27585" x="2908300" y="2882900"/>
          <p14:tracePt t="27598" x="2946400" y="2889250"/>
          <p14:tracePt t="27615" x="3130550" y="2927350"/>
          <p14:tracePt t="27631" x="3276600" y="2952750"/>
          <p14:tracePt t="27649" x="3549650" y="2984500"/>
          <p14:tracePt t="27664" x="3740150" y="3003550"/>
          <p14:tracePt t="27681" x="3930650" y="3022600"/>
          <p14:tracePt t="27699" x="4203700" y="3048000"/>
          <p14:tracePt t="27715" x="4362450" y="3048000"/>
          <p14:tracePt t="27731" x="4641850" y="3054350"/>
          <p14:tracePt t="27747" x="4857750" y="3060700"/>
          <p14:tracePt t="27764" x="4946650" y="3060700"/>
          <p14:tracePt t="27781" x="5124450" y="3041650"/>
          <p14:tracePt t="27798" x="5251450" y="3041650"/>
          <p14:tracePt t="27814" x="5302250" y="3041650"/>
          <p14:tracePt t="27831" x="5372100" y="3041650"/>
          <p14:tracePt t="27847" x="5410200" y="3041650"/>
          <p14:tracePt t="27863" x="5435600" y="3041650"/>
          <p14:tracePt t="27881" x="5467350" y="3035300"/>
          <p14:tracePt t="27897" x="5492750" y="3035300"/>
          <p14:tracePt t="27914" x="5505450" y="3028950"/>
          <p14:tracePt t="27930" x="5524500" y="3028950"/>
          <p14:tracePt t="27946" x="5537200" y="3028950"/>
          <p14:tracePt t="27963" x="5549900" y="3028950"/>
          <p14:tracePt t="27980" x="5568950" y="3022600"/>
          <p14:tracePt t="27997" x="5588000" y="3022600"/>
          <p14:tracePt t="28014" x="5657850" y="3028950"/>
          <p14:tracePt t="28029" x="5676900" y="3035300"/>
          <p14:tracePt t="28046" x="5715000" y="3048000"/>
          <p14:tracePt t="28063" x="5778500" y="3060700"/>
          <p14:tracePt t="28079" x="5861050" y="3086100"/>
          <p14:tracePt t="28096" x="5911850" y="3092450"/>
          <p14:tracePt t="28113" x="5994400" y="3111500"/>
          <p14:tracePt t="28130" x="6076950" y="3130550"/>
          <p14:tracePt t="28146" x="6121400" y="3136900"/>
          <p14:tracePt t="28163" x="6203950" y="3155950"/>
          <p14:tracePt t="28179" x="6286500" y="3162300"/>
          <p14:tracePt t="28197" x="6350000" y="3162300"/>
          <p14:tracePt t="28212" x="6381750" y="3162300"/>
          <p14:tracePt t="28229" x="6464300" y="3162300"/>
          <p14:tracePt t="28246" x="6559550" y="3162300"/>
          <p14:tracePt t="28262" x="6597650" y="3162300"/>
          <p14:tracePt t="28279" x="6667500" y="3162300"/>
          <p14:tracePt t="28296" x="6750050" y="3136900"/>
          <p14:tracePt t="28830" x="6800850" y="3136900"/>
          <p14:tracePt t="28845" x="6858000" y="3130550"/>
          <p14:tracePt t="28851" x="6921500" y="3130550"/>
          <p14:tracePt t="28860" x="6972300" y="3130550"/>
          <p14:tracePt t="28877" x="7023100" y="3130550"/>
          <p14:tracePt t="28894" x="7118350" y="3130550"/>
          <p14:tracePt t="28910" x="7181850" y="3130550"/>
          <p14:tracePt t="28926" x="7283450" y="3149600"/>
          <p14:tracePt t="28943" x="7378700" y="3155950"/>
          <p14:tracePt t="28960" x="7416800" y="3155950"/>
          <p14:tracePt t="28977" x="7499350" y="3175000"/>
          <p14:tracePt t="28993" x="7594600" y="3181350"/>
          <p14:tracePt t="29010" x="7645400" y="3194050"/>
          <p14:tracePt t="29027" x="7727950" y="3200400"/>
          <p14:tracePt t="29043" x="7791450" y="3200400"/>
          <p14:tracePt t="29059" x="7816850" y="3200400"/>
          <p14:tracePt t="29076" x="7854950" y="3194050"/>
          <p14:tracePt t="29093" x="7886700" y="3187700"/>
          <p14:tracePt t="29109" x="7893050" y="3187700"/>
          <p14:tracePt t="29126" x="7912100" y="3187700"/>
          <p14:tracePt t="29142" x="7918450" y="3187700"/>
          <p14:tracePt t="29162" x="7924800" y="3187700"/>
          <p14:tracePt t="29245" x="7924800" y="3194050"/>
          <p14:tracePt t="29266" x="7918450" y="3194050"/>
          <p14:tracePt t="29273" x="7912100" y="3200400"/>
          <p14:tracePt t="29280" x="7905750" y="3200400"/>
          <p14:tracePt t="29295" x="7899400" y="3200400"/>
          <p14:tracePt t="29308" x="7886700" y="3200400"/>
          <p14:tracePt t="29325" x="7816850" y="3206750"/>
          <p14:tracePt t="29343" x="7683500" y="3225800"/>
          <p14:tracePt t="29358" x="7594600" y="3238500"/>
          <p14:tracePt t="29375" x="7353300" y="3257550"/>
          <p14:tracePt t="29392" x="6978650" y="3282950"/>
          <p14:tracePt t="29408" x="6769100" y="3282950"/>
          <p14:tracePt t="29425" x="6299200" y="3295650"/>
          <p14:tracePt t="29442" x="5797550" y="3308350"/>
          <p14:tracePt t="29458" x="5537200" y="3327400"/>
          <p14:tracePt t="29475" x="5270500" y="3340100"/>
          <p14:tracePt t="29491" x="4565650" y="3409950"/>
          <p14:tracePt t="29507" x="4311650" y="3454400"/>
          <p14:tracePt t="29526" x="3892550" y="3524250"/>
          <p14:tracePt t="29541" x="3695700" y="3549650"/>
          <p14:tracePt t="29558" x="3390900" y="3575050"/>
          <p14:tracePt t="29562" x="3263900" y="3575050"/>
          <p14:tracePt t="29578" x="3149600" y="3575050"/>
          <p14:tracePt t="29591" x="3048000" y="3568700"/>
          <p14:tracePt t="29608" x="2901950" y="3562350"/>
          <p14:tracePt t="29624" x="2774950" y="3543300"/>
          <p14:tracePt t="29641" x="2730500" y="3530600"/>
          <p14:tracePt t="29657" x="2654300" y="3524250"/>
          <p14:tracePt t="29674" x="2559050" y="3517900"/>
          <p14:tracePt t="29691" x="2527300" y="3511550"/>
          <p14:tracePt t="29708" x="2444750" y="3492500"/>
          <p14:tracePt t="29723" x="2381250" y="3492500"/>
          <p14:tracePt t="29740" x="2355850" y="3492500"/>
          <p14:tracePt t="29758" x="2317750" y="3492500"/>
          <p14:tracePt t="29774" x="2266950" y="3498850"/>
          <p14:tracePt t="29790" x="2235200" y="3505200"/>
          <p14:tracePt t="29807" x="2165350" y="3524250"/>
          <p14:tracePt t="29823" x="2127250" y="3543300"/>
          <p14:tracePt t="29840" x="2051050" y="3556000"/>
          <p14:tracePt t="29856" x="1968500" y="3581400"/>
          <p14:tracePt t="29873" x="1924050" y="3600450"/>
          <p14:tracePt t="29890" x="1828800" y="3613150"/>
          <p14:tracePt t="29907" x="1809750" y="3632200"/>
          <p14:tracePt t="29923" x="1752600" y="3644900"/>
          <p14:tracePt t="29940" x="1714500" y="3657600"/>
          <p14:tracePt t="29956" x="1701800" y="3657600"/>
          <p14:tracePt t="29973" x="1695450" y="3663950"/>
          <p14:tracePt t="29990" x="1689100" y="3663950"/>
          <p14:tracePt t="30038" x="1689100" y="3670300"/>
          <p14:tracePt t="30081" x="1695450" y="3676650"/>
          <p14:tracePt t="30109" x="1701800" y="3676650"/>
          <p14:tracePt t="30158" x="1708150" y="3676650"/>
          <p14:tracePt t="30165" x="1714500" y="3676650"/>
          <p14:tracePt t="30186" x="1720850" y="3683000"/>
          <p14:tracePt t="30193" x="1727200" y="3683000"/>
          <p14:tracePt t="30209" x="1733550" y="3683000"/>
          <p14:tracePt t="30222" x="1739900" y="3683000"/>
          <p14:tracePt t="30239" x="1758950" y="3689350"/>
          <p14:tracePt t="30256" x="1822450" y="3708400"/>
          <p14:tracePt t="30272" x="1860550" y="3714750"/>
          <p14:tracePt t="30289" x="1981200" y="3733800"/>
          <p14:tracePt t="30306" x="2032000" y="3733800"/>
          <p14:tracePt t="30322" x="2159000" y="3740150"/>
          <p14:tracePt t="30338" x="2311400" y="3740150"/>
          <p14:tracePt t="30356" x="2470150" y="3740150"/>
          <p14:tracePt t="30372" x="2546350" y="3752850"/>
          <p14:tracePt t="30388" x="2635250" y="3752850"/>
          <p14:tracePt t="30405" x="2813050" y="3759200"/>
          <p14:tracePt t="30421" x="2863850" y="3759200"/>
          <p14:tracePt t="30439" x="2908300" y="3759200"/>
          <p14:tracePt t="30455" x="2965450" y="3765550"/>
          <p14:tracePt t="30471" x="3016250" y="3784600"/>
          <p14:tracePt t="30489" x="3067050" y="3797300"/>
          <p14:tracePt t="30504" x="3092450" y="3803650"/>
          <p14:tracePt t="30521" x="3143250" y="3829050"/>
          <p14:tracePt t="30538" x="3194050" y="3841750"/>
          <p14:tracePt t="30555" x="3225800" y="3848100"/>
          <p14:tracePt t="30572" x="3282950" y="3854450"/>
          <p14:tracePt t="30588" x="3333750" y="3860800"/>
          <p14:tracePt t="30604" x="3352800" y="3873500"/>
          <p14:tracePt t="30621" x="3403600" y="3879850"/>
          <p14:tracePt t="30637" x="3454400" y="3879850"/>
          <p14:tracePt t="30654" x="3473450" y="3879850"/>
          <p14:tracePt t="30671" x="3517900" y="3879850"/>
          <p14:tracePt t="30687" x="3568700" y="3879850"/>
          <p14:tracePt t="30703" x="3587750" y="3879850"/>
          <p14:tracePt t="30721" x="3638550" y="3879850"/>
          <p14:tracePt t="30737" x="3695700" y="3886200"/>
          <p14:tracePt t="30754" x="3727450" y="3886200"/>
          <p14:tracePt t="30771" x="3765550" y="3886200"/>
          <p14:tracePt t="37349" x="3746500" y="3886200"/>
          <p14:tracePt t="37355" x="3714750" y="3905250"/>
          <p14:tracePt t="37364" x="3695700" y="3917950"/>
          <p14:tracePt t="37381" x="3638550" y="3943350"/>
          <p14:tracePt t="37398" x="3505200" y="4038600"/>
          <p14:tracePt t="37414" x="3403600" y="4121150"/>
          <p14:tracePt t="37431" x="3251200" y="4235450"/>
          <p14:tracePt t="37447" x="3060700" y="4425950"/>
          <p14:tracePt t="37464" x="2978150" y="4514850"/>
          <p14:tracePt t="37481" x="2889250" y="4629150"/>
          <p14:tracePt t="37497" x="2800350" y="4711700"/>
          <p14:tracePt t="37514" x="2755900" y="4756150"/>
          <p14:tracePt t="37531" x="2736850" y="4768850"/>
          <p14:tracePt t="37563" x="2724150" y="4768850"/>
          <p14:tracePt t="37601" x="2717800" y="4762500"/>
          <p14:tracePt t="37623" x="2711450" y="4762500"/>
          <p14:tracePt t="37631" x="2705100" y="4762500"/>
          <p14:tracePt t="37651" x="2698750" y="4762500"/>
          <p14:tracePt t="37700" x="2705100" y="4762500"/>
          <p14:tracePt t="37721" x="2711450" y="4762500"/>
          <p14:tracePt t="37727" x="2711450" y="4775200"/>
          <p14:tracePt t="37749" x="2711450" y="4781550"/>
          <p14:tracePt t="42601" x="2717800" y="4781550"/>
          <p14:tracePt t="42607" x="2717800" y="4787900"/>
          <p14:tracePt t="42616" x="2724150" y="4794250"/>
          <p14:tracePt t="42629" x="2730500" y="4794250"/>
          <p14:tracePt t="42646" x="2743200" y="4800600"/>
          <p14:tracePt t="42664" x="2781300" y="4826000"/>
          <p14:tracePt t="42679" x="2800350" y="4857750"/>
          <p14:tracePt t="42696" x="2838450" y="4889500"/>
          <p14:tracePt t="42699" x="2851150" y="4908550"/>
          <p14:tracePt t="42713" x="2889250" y="4946650"/>
          <p14:tracePt t="42729" x="2914650" y="4984750"/>
          <p14:tracePt t="42746" x="2933700" y="5022850"/>
          <p14:tracePt t="42762" x="2971800" y="5080000"/>
          <p14:tracePt t="42779" x="2984500" y="5111750"/>
          <p14:tracePt t="42795" x="3003550" y="5149850"/>
          <p14:tracePt t="42812" x="3022600" y="5187950"/>
          <p14:tracePt t="42829" x="3022600" y="5200650"/>
          <p14:tracePt t="42846" x="3028950" y="5226050"/>
          <p14:tracePt t="42862" x="3035300" y="5238750"/>
          <p14:tracePt t="42878" x="3035300" y="5245100"/>
          <p14:tracePt t="42896" x="3041650" y="5264150"/>
          <p14:tracePt t="42912" x="3041650" y="5283200"/>
          <p14:tracePt t="42928" x="3048000" y="5295900"/>
          <p14:tracePt t="42945" x="3048000" y="5302250"/>
          <p14:tracePt t="42962" x="3048000" y="5314950"/>
          <p14:tracePt t="42978" x="3048000" y="5321300"/>
          <p14:tracePt t="42995" x="3048000" y="5327650"/>
          <p14:tracePt t="43011" x="3048000" y="5334000"/>
          <p14:tracePt t="43063" x="3048000" y="5340350"/>
          <p14:tracePt t="43070" x="3048000" y="5346700"/>
          <p14:tracePt t="43106" x="3054350" y="5353050"/>
          <p14:tracePt t="43785" x="3086100" y="5353050"/>
          <p14:tracePt t="43793" x="3136900" y="5353050"/>
          <p14:tracePt t="43806" x="3181350" y="5359400"/>
          <p14:tracePt t="43812" x="3244850" y="5372100"/>
          <p14:tracePt t="43829" x="3308350" y="5372100"/>
          <p14:tracePt t="43842" x="3378200" y="5378450"/>
          <p14:tracePt t="43858" x="3530600" y="5378450"/>
          <p14:tracePt t="43876" x="3644900" y="5378450"/>
          <p14:tracePt t="43891" x="3695700" y="5378450"/>
          <p14:tracePt t="43908" x="3765550" y="5378450"/>
          <p14:tracePt t="43925" x="3822700" y="5365750"/>
          <p14:tracePt t="43942" x="3854450" y="5372100"/>
          <p14:tracePt t="43958" x="3892550" y="5372100"/>
          <p14:tracePt t="43974" x="3937000" y="5372100"/>
          <p14:tracePt t="43991" x="3956050" y="5372100"/>
          <p14:tracePt t="44008" x="3981450" y="5378450"/>
          <p14:tracePt t="44025" x="3994150" y="5378450"/>
          <p14:tracePt t="44304" x="3987800" y="5384800"/>
          <p14:tracePt t="44354" x="3981450" y="5384800"/>
          <p14:tracePt t="44368" x="3975100" y="5391150"/>
          <p14:tracePt t="44376" x="3968750" y="5391150"/>
          <p14:tracePt t="44390" x="3962400" y="5391150"/>
          <p14:tracePt t="44410" x="3949700" y="5391150"/>
          <p14:tracePt t="44423" x="3905250" y="5391150"/>
          <p14:tracePt t="44440" x="3867150" y="5391150"/>
          <p14:tracePt t="44456" x="3803650" y="5391150"/>
          <p14:tracePt t="44473" x="3536950" y="5372100"/>
          <p14:tracePt t="44489" x="3435350" y="5359400"/>
          <p14:tracePt t="44506" x="3321050" y="5359400"/>
          <p14:tracePt t="44523" x="3079750" y="5365750"/>
          <p14:tracePt t="44539" x="2813050" y="5372100"/>
          <p14:tracePt t="44557" x="2559050" y="5397500"/>
          <p14:tracePt t="44573" x="2457450" y="5403850"/>
          <p14:tracePt t="44589" x="2292350" y="5416550"/>
          <p14:tracePt t="44606" x="2184400" y="5435600"/>
          <p14:tracePt t="44622" x="2146300" y="5435600"/>
          <p14:tracePt t="44639" x="2114550" y="5441950"/>
          <p14:tracePt t="44656" x="2095500" y="5441950"/>
          <p14:tracePt t="44698" x="2095500" y="5448300"/>
          <p14:tracePt t="44706" x="2101850" y="5448300"/>
          <p14:tracePt t="44722" x="2108200" y="5448300"/>
          <p14:tracePt t="44742" x="2114550" y="5448300"/>
          <p14:tracePt t="44755" x="2120900" y="5448300"/>
          <p14:tracePt t="44772" x="2139950" y="5448300"/>
          <p14:tracePt t="44789" x="2159000" y="5448300"/>
          <p14:tracePt t="44805" x="2190750" y="5448300"/>
          <p14:tracePt t="44822" x="2247900" y="5448300"/>
          <p14:tracePt t="44839" x="2374900" y="5448300"/>
          <p14:tracePt t="44855" x="2476500" y="5448300"/>
          <p14:tracePt t="44871" x="2679700" y="5441950"/>
          <p14:tracePt t="44888" x="2933700" y="5441950"/>
          <p14:tracePt t="44905" x="3060700" y="5448300"/>
          <p14:tracePt t="44922" x="3333750" y="5448300"/>
          <p14:tracePt t="44938" x="3575050" y="5448300"/>
          <p14:tracePt t="44955" x="3689350" y="5448300"/>
          <p14:tracePt t="44972" x="3905250" y="5461000"/>
          <p14:tracePt t="44988" x="4057650" y="5467350"/>
          <p14:tracePt t="45004" x="4121150" y="5467350"/>
          <p14:tracePt t="45021" x="4191000" y="5467350"/>
          <p14:tracePt t="45038" x="4210050" y="5473700"/>
          <p14:tracePt t="45054" x="4235450" y="5473700"/>
          <p14:tracePt t="45071" x="4248150" y="5480050"/>
          <p14:tracePt t="45148" x="4241800" y="5480050"/>
          <p14:tracePt t="45168" x="4235450" y="5480050"/>
          <p14:tracePt t="45183" x="4229100" y="5480050"/>
          <p14:tracePt t="45197" x="4216400" y="5480050"/>
          <p14:tracePt t="45211" x="4197350" y="5480050"/>
          <p14:tracePt t="45220" x="4184650" y="5480050"/>
          <p14:tracePt t="45237" x="4152900" y="5473700"/>
          <p14:tracePt t="45254" x="4076700" y="5473700"/>
          <p14:tracePt t="45269" x="3956050" y="5454650"/>
          <p14:tracePt t="45288" x="3879850" y="5448300"/>
          <p14:tracePt t="45303" x="3733800" y="5429250"/>
          <p14:tracePt t="45320" x="3644900" y="5416550"/>
          <p14:tracePt t="45337" x="3384550" y="5378450"/>
          <p14:tracePt t="45353" x="3295650" y="5359400"/>
          <p14:tracePt t="45370" x="3219450" y="5334000"/>
          <p14:tracePt t="45387" x="3073400" y="5321300"/>
          <p14:tracePt t="45403" x="3028950" y="5314950"/>
          <p14:tracePt t="45420" x="3003550" y="5314950"/>
          <p14:tracePt t="45436" x="2978150" y="5308600"/>
          <p14:tracePt t="45453" x="2959100" y="5308600"/>
          <p14:tracePt t="45471" x="2946400" y="5308600"/>
          <p14:tracePt t="45548" x="2952750" y="5308600"/>
          <p14:tracePt t="45570" x="2959100" y="5308600"/>
          <p14:tracePt t="45597" x="2965450" y="5308600"/>
          <p14:tracePt t="45611" x="2965450" y="5314950"/>
          <p14:tracePt t="45618" x="2971800" y="5314950"/>
          <p14:tracePt t="45639" x="2978150" y="5314950"/>
          <p14:tracePt t="45660" x="2978150" y="5321300"/>
          <p14:tracePt t="45688" x="2984500" y="5321300"/>
          <p14:tracePt t="45710" x="2990850" y="5321300"/>
          <p14:tracePt t="45724" x="3003550" y="5321300"/>
          <p14:tracePt t="45731" x="3009900" y="5321300"/>
          <p14:tracePt t="45745" x="3035300" y="5327650"/>
          <p14:tracePt t="45755" x="3073400" y="5334000"/>
          <p14:tracePt t="45769" x="3124200" y="5346700"/>
          <p14:tracePt t="45785" x="3270250" y="5372100"/>
          <p14:tracePt t="45802" x="3441700" y="5416550"/>
          <p14:tracePt t="45818" x="3530600" y="5422900"/>
          <p14:tracePt t="45835" x="3702050" y="5454650"/>
          <p14:tracePt t="45851" x="3829050" y="5486400"/>
          <p14:tracePt t="45868" x="3873500" y="5492750"/>
          <p14:tracePt t="45885" x="3937000" y="5499100"/>
          <p14:tracePt t="45901" x="3968750" y="5505450"/>
          <p14:tracePt t="45918" x="3981450" y="5505450"/>
          <p14:tracePt t="45935" x="3987800" y="5511800"/>
          <p14:tracePt t="45968" x="3987800" y="5518150"/>
          <p14:tracePt t="46061" x="3987800" y="5511800"/>
          <p14:tracePt t="46605" x="3981450" y="5511800"/>
          <p14:tracePt t="46612" x="3962400" y="5505450"/>
          <p14:tracePt t="46626" x="3943350" y="5492750"/>
          <p14:tracePt t="46635" x="3898900" y="5467350"/>
          <p14:tracePt t="46648" x="3848100" y="5448300"/>
          <p14:tracePt t="46665" x="3765550" y="5429250"/>
          <p14:tracePt t="46682" x="3429000" y="5334000"/>
          <p14:tracePt t="46698" x="3289300" y="5314950"/>
          <p14:tracePt t="46715" x="3117850" y="5289550"/>
          <p14:tracePt t="46732" x="2692400" y="5219700"/>
          <p14:tracePt t="46748" x="2368550" y="5200650"/>
          <p14:tracePt t="46767" x="1993900" y="5187950"/>
          <p14:tracePt t="46781" x="1866900" y="5187950"/>
          <p14:tracePt t="46798" x="1651000" y="5187950"/>
          <p14:tracePt t="46816" x="1485900" y="5187950"/>
          <p14:tracePt t="46832" x="1422400" y="5187950"/>
          <p14:tracePt t="46848" x="1308100" y="5187950"/>
          <p14:tracePt t="46865" x="1212850" y="5194300"/>
          <p14:tracePt t="46881" x="1187450" y="5200650"/>
          <p14:tracePt t="46898" x="1136650" y="5207000"/>
          <p14:tracePt t="46915" x="1111250" y="5226050"/>
          <p14:tracePt t="46931" x="1098550" y="5226050"/>
          <p14:tracePt t="46948" x="1092200" y="5226050"/>
          <p14:tracePt t="46964" x="1066800" y="5245100"/>
          <p14:tracePt t="46981" x="1066800" y="5251450"/>
          <p14:tracePt t="46999" x="1066800" y="5257800"/>
          <p14:tracePt t="47030" x="1066800" y="5264150"/>
          <p14:tracePt t="47048" x="1073150" y="5264150"/>
          <p14:tracePt t="47064" x="1079500" y="5270500"/>
          <p14:tracePt t="47080" x="1085850" y="5270500"/>
          <p14:tracePt t="47097" x="1092200" y="5270500"/>
          <p14:tracePt t="47114" x="1092200" y="5276850"/>
          <p14:tracePt t="47145" x="1098550" y="5276850"/>
          <p14:tracePt t="47167" x="1104900" y="5276850"/>
          <p14:tracePt t="47173" x="1111250" y="5276850"/>
          <p14:tracePt t="47237" x="1117600" y="5276850"/>
          <p14:tracePt t="47546" x="1111250" y="5276850"/>
          <p14:tracePt t="47567" x="1104900" y="5276850"/>
          <p14:tracePt t="47595" x="1098550" y="5276850"/>
          <p14:tracePt t="47665" x="1098550" y="5283200"/>
          <p14:tracePt t="47687" x="1085850" y="5289550"/>
          <p14:tracePt t="47708" x="1085850" y="5295900"/>
          <p14:tracePt t="47722" x="1079500" y="5302250"/>
          <p14:tracePt t="47736" x="1073150" y="5308600"/>
          <p14:tracePt t="47750" x="1066800" y="5308600"/>
          <p14:tracePt t="47771" x="1066800" y="5314950"/>
          <p14:tracePt t="47780" x="1060450" y="5314950"/>
          <p14:tracePt t="47795" x="1054100" y="5321300"/>
          <p14:tracePt t="47811" x="1054100" y="5327650"/>
          <p14:tracePt t="47828" x="1047750" y="5327650"/>
          <p14:tracePt t="47844" x="1047750" y="5334000"/>
          <p14:tracePt t="47864" x="1041400" y="5340350"/>
          <p14:tracePt t="47878" x="1035050" y="5346700"/>
          <p14:tracePt t="47898" x="1028700" y="5346700"/>
          <p14:tracePt t="47932" x="1022350" y="5346700"/>
          <p14:tracePt t="47961" x="1022350" y="5353050"/>
          <p14:tracePt t="47982" x="1016000" y="5359400"/>
          <p14:tracePt t="48319" x="1016000" y="5353050"/>
          <p14:tracePt t="48369" x="1022350" y="5346700"/>
          <p14:tracePt t="48382" x="1028700" y="5340350"/>
          <p14:tracePt t="48403" x="1041400" y="5334000"/>
          <p14:tracePt t="48411" x="1054100" y="5327650"/>
          <p14:tracePt t="48424" x="1073150" y="5314950"/>
          <p14:tracePt t="48431" x="1104900" y="5295900"/>
          <p14:tracePt t="48442" x="1149350" y="5283200"/>
          <p14:tracePt t="48460" x="1244600" y="5245100"/>
          <p14:tracePt t="48476" x="1314450" y="5226050"/>
          <p14:tracePt t="48492" x="1390650" y="5194300"/>
          <p14:tracePt t="48509" x="1631950" y="5149850"/>
          <p14:tracePt t="48526" x="1708150" y="5137150"/>
          <p14:tracePt t="48542" x="1797050" y="5124450"/>
          <p14:tracePt t="48558" x="2051050" y="5118100"/>
          <p14:tracePt t="48575" x="2139950" y="5118100"/>
          <p14:tracePt t="48593" x="2292350" y="5118100"/>
          <p14:tracePt t="48608" x="2368550" y="5118100"/>
          <p14:tracePt t="48625" x="2520950" y="5118100"/>
          <p14:tracePt t="48642" x="2698750" y="5118100"/>
          <p14:tracePt t="48658" x="2787650" y="5118100"/>
          <p14:tracePt t="48675" x="2965450" y="5118100"/>
          <p14:tracePt t="48692" x="3111500" y="5118100"/>
          <p14:tracePt t="48708" x="3175000" y="5118100"/>
          <p14:tracePt t="48726" x="3302000" y="5130800"/>
          <p14:tracePt t="48742" x="3441700" y="5130800"/>
          <p14:tracePt t="48758" x="3505200" y="5130800"/>
          <p14:tracePt t="48775" x="3644900" y="5130800"/>
          <p14:tracePt t="48791" x="3752850" y="5130800"/>
          <p14:tracePt t="48808" x="3790950" y="5130800"/>
          <p14:tracePt t="48825" x="3873500" y="5156200"/>
          <p14:tracePt t="48841" x="3911600" y="5156200"/>
          <p14:tracePt t="48858" x="3994150" y="5175250"/>
          <p14:tracePt t="48874" x="4038600" y="5181600"/>
          <p14:tracePt t="48891" x="4051300" y="5187950"/>
          <p14:tracePt t="48908" x="4076700" y="5200650"/>
          <p14:tracePt t="48925" x="4095750" y="5213350"/>
          <p14:tracePt t="48958" x="4102100" y="5219700"/>
          <p14:tracePt t="48974" x="4102100" y="5232400"/>
          <p14:tracePt t="48990" x="4102100" y="5238750"/>
          <p14:tracePt t="49008" x="4102100" y="5245100"/>
          <p14:tracePt t="49024" x="4102100" y="5251450"/>
          <p14:tracePt t="49044" x="4102100" y="5257800"/>
          <p14:tracePt t="49064" x="4102100" y="5264150"/>
          <p14:tracePt t="49092" x="4102100" y="5270500"/>
          <p14:tracePt t="49106" x="4102100" y="5276850"/>
          <p14:tracePt t="49134" x="4102100" y="5283200"/>
          <p14:tracePt t="49142" x="4102100" y="5289550"/>
          <p14:tracePt t="49204" x="4102100" y="5295900"/>
          <p14:tracePt t="49232" x="4102100" y="5302250"/>
          <p14:tracePt t="49282" x="4102100" y="5308600"/>
          <p14:tracePt t="49668" x="4095750" y="5302250"/>
          <p14:tracePt t="49675" x="4083050" y="5289550"/>
          <p14:tracePt t="49691" x="4070350" y="5283200"/>
          <p14:tracePt t="49705" x="4019550" y="5257800"/>
          <p14:tracePt t="49721" x="3981450" y="5219700"/>
          <p14:tracePt t="49738" x="3873500" y="5162550"/>
          <p14:tracePt t="49755" x="3816350" y="5124450"/>
          <p14:tracePt t="49771" x="3651250" y="5054600"/>
          <p14:tracePt t="49788" x="3505200" y="4997450"/>
          <p14:tracePt t="49805" x="3409950" y="4965700"/>
          <p14:tracePt t="49822" x="3232150" y="4914900"/>
          <p14:tracePt t="49838" x="3048000" y="4864100"/>
          <p14:tracePt t="49854" x="2965450" y="4845050"/>
          <p14:tracePt t="49871" x="2806700" y="4794250"/>
          <p14:tracePt t="49888" x="2654300" y="4762500"/>
          <p14:tracePt t="49905" x="2584450" y="4756150"/>
          <p14:tracePt t="49921" x="2444750" y="4737100"/>
          <p14:tracePt t="49937" x="2324100" y="4718050"/>
          <p14:tracePt t="49954" x="2260600" y="4711700"/>
          <p14:tracePt t="49971" x="2152650" y="4699000"/>
          <p14:tracePt t="49987" x="2038350" y="4692650"/>
          <p14:tracePt t="50005" x="1981200" y="4679950"/>
          <p14:tracePt t="50021" x="1911350" y="4667250"/>
          <p14:tracePt t="50037" x="1892300" y="4667250"/>
          <p14:tracePt t="50054" x="1835150" y="4660900"/>
          <p14:tracePt t="50086" x="1822450" y="4660900"/>
          <p14:tracePt t="50104" x="1809750" y="4673600"/>
          <p14:tracePt t="50120" x="1797050" y="4692650"/>
          <p14:tracePt t="50137" x="1797050" y="4699000"/>
          <p14:tracePt t="50153" x="1790700" y="4718050"/>
          <p14:tracePt t="50170" x="1790700" y="4730750"/>
          <p14:tracePt t="50186" x="1790700" y="4737100"/>
          <p14:tracePt t="50203" x="1790700" y="4749800"/>
          <p14:tracePt t="50220" x="1784350" y="4768850"/>
          <p14:tracePt t="50237" x="1771650" y="4787900"/>
          <p14:tracePt t="50253" x="1765300" y="4806950"/>
          <p14:tracePt t="50270" x="1739900" y="4838700"/>
          <p14:tracePt t="50287" x="1689100" y="4914900"/>
          <p14:tracePt t="50303" x="1651000" y="4959350"/>
          <p14:tracePt t="50320" x="1619250" y="5010150"/>
          <p14:tracePt t="50337" x="1530350" y="5105400"/>
          <p14:tracePt t="50353" x="1511300" y="5130800"/>
          <p14:tracePt t="50370" x="1492250" y="5143500"/>
          <p14:tracePt t="50386" x="1473200" y="5156200"/>
          <p14:tracePt t="50402" x="1454150" y="5162550"/>
          <p14:tracePt t="50420" x="1441450" y="5168900"/>
          <p14:tracePt t="50452" x="1422400" y="5175250"/>
          <p14:tracePt t="50469" x="1403350" y="5175250"/>
          <p14:tracePt t="50485" x="1390650" y="5175250"/>
          <p14:tracePt t="50502" x="1371600" y="5187950"/>
          <p14:tracePt t="50519" x="1352550" y="5207000"/>
          <p14:tracePt t="50536" x="1339850" y="5213350"/>
          <p14:tracePt t="50552" x="1333500" y="5226050"/>
          <p14:tracePt t="50568" x="1320800" y="5245100"/>
          <p14:tracePt t="50585" x="1314450" y="5251450"/>
          <p14:tracePt t="50603" x="1301750" y="5257800"/>
          <p14:tracePt t="50618" x="1295400" y="5270500"/>
          <p14:tracePt t="50635" x="1295400" y="5276850"/>
          <p14:tracePt t="50652" x="1295400" y="5289550"/>
          <p14:tracePt t="50668" x="1295400" y="5295900"/>
          <p14:tracePt t="50685" x="1289050" y="5302250"/>
          <p14:tracePt t="50701" x="1282700" y="5308600"/>
          <p14:tracePt t="50718" x="1276350" y="5314950"/>
          <p14:tracePt t="50736" x="1276350" y="5321300"/>
          <p14:tracePt t="50751" x="1270000" y="5334000"/>
          <p14:tracePt t="50768" x="1263650" y="5340350"/>
          <p14:tracePt t="50813" x="1257300" y="5346700"/>
          <p14:tracePt t="50841" x="1257300" y="5353050"/>
          <p14:tracePt t="50869" x="1257300" y="5359400"/>
          <p14:tracePt t="50891" x="1257300" y="5365750"/>
          <p14:tracePt t="50918" x="1257300" y="5372100"/>
          <p14:tracePt t="51235" x="1263650" y="5365750"/>
          <p14:tracePt t="51945" x="1270000" y="5359400"/>
          <p14:tracePt t="51951" x="1276350" y="5353050"/>
          <p14:tracePt t="51967" x="1282700" y="5353050"/>
          <p14:tracePt t="51980" x="1289050" y="5346700"/>
          <p14:tracePt t="51997" x="1320800" y="5340350"/>
          <p14:tracePt t="52014" x="1409700" y="5334000"/>
          <p14:tracePt t="52030" x="1498600" y="5321300"/>
          <p14:tracePt t="52047" x="1714500" y="5302250"/>
          <p14:tracePt t="52064" x="2025650" y="5295900"/>
          <p14:tracePt t="52080" x="2190750" y="5283200"/>
          <p14:tracePt t="52096" x="2559050" y="5283200"/>
          <p14:tracePt t="52113" x="2895600" y="5283200"/>
          <p14:tracePt t="52130" x="3054350" y="5283200"/>
          <p14:tracePt t="52146" x="3168650" y="5283200"/>
          <p14:tracePt t="52163" x="3473450" y="5283200"/>
          <p14:tracePt t="52179" x="3549650" y="5283200"/>
          <p14:tracePt t="52197" x="3702050" y="5295900"/>
          <p14:tracePt t="52213" x="3784600" y="5302250"/>
          <p14:tracePt t="52229" x="3873500" y="5314950"/>
          <p14:tracePt t="52247" x="3937000" y="5334000"/>
          <p14:tracePt t="52263" x="3949700" y="5340350"/>
          <p14:tracePt t="52282" x="3968750" y="5346700"/>
          <p14:tracePt t="52297" x="3975100" y="5353050"/>
          <p14:tracePt t="52312" x="3975100" y="5359400"/>
          <p14:tracePt t="52329" x="3975100" y="5365750"/>
          <p14:tracePt t="52362" x="3981450" y="5372100"/>
          <p14:tracePt t="52380" x="3987800" y="5378450"/>
          <p14:tracePt t="52396" x="3994150" y="5378450"/>
          <p14:tracePt t="52412" x="4000500" y="5378450"/>
          <p14:tracePt t="52429" x="4013200" y="5378450"/>
          <p14:tracePt t="52445" x="4025900" y="5378450"/>
          <p14:tracePt t="52462" x="4038600" y="5378450"/>
          <p14:tracePt t="52479" x="4057650" y="5378450"/>
          <p14:tracePt t="53624" x="4057650" y="5327650"/>
          <p14:tracePt t="53630" x="4057650" y="5251450"/>
          <p14:tracePt t="53641" x="4051300" y="5149850"/>
          <p14:tracePt t="53659" x="4032250" y="4921250"/>
          <p14:tracePt t="53674" x="4013200" y="4806950"/>
          <p14:tracePt t="53691" x="4013200" y="4705350"/>
          <p14:tracePt t="53708" x="4025900" y="4362450"/>
          <p14:tracePt t="53724" x="4038600" y="4260850"/>
          <p14:tracePt t="53741" x="4057650" y="4159250"/>
          <p14:tracePt t="53757" x="4121150" y="3937000"/>
          <p14:tracePt t="53774" x="4216400" y="3714750"/>
          <p14:tracePt t="53792" x="4318000" y="3549650"/>
          <p14:tracePt t="53807" x="4356100" y="3492500"/>
          <p14:tracePt t="53824" x="4438650" y="3397250"/>
          <p14:tracePt t="53842" x="4514850" y="3340100"/>
          <p14:tracePt t="53858" x="4552950" y="3314700"/>
          <p14:tracePt t="53861" x="4584700" y="3289300"/>
          <p14:tracePt t="53874" x="4616450" y="3270250"/>
          <p14:tracePt t="53891" x="4667250" y="3244850"/>
          <p14:tracePt t="53907" x="4705350" y="3232150"/>
          <p14:tracePt t="53924" x="4768850" y="3200400"/>
          <p14:tracePt t="53941" x="4845050" y="3181350"/>
          <p14:tracePt t="53957" x="4883150" y="3181350"/>
          <p14:tracePt t="53974" x="4908550" y="3168650"/>
          <p14:tracePt t="53990" x="5022850" y="3155950"/>
          <p14:tracePt t="54006" x="5048250" y="3149600"/>
          <p14:tracePt t="54024" x="5111750" y="3143250"/>
          <p14:tracePt t="54040" x="5137150" y="3136900"/>
          <p14:tracePt t="54057" x="5213350" y="3111500"/>
          <p14:tracePt t="54074" x="5302250" y="3098800"/>
          <p14:tracePt t="54090" x="5353050" y="3098800"/>
          <p14:tracePt t="54106" x="5473700" y="3098800"/>
          <p14:tracePt t="54123" x="5588000" y="3111500"/>
          <p14:tracePt t="54139" x="5651500" y="3111500"/>
          <p14:tracePt t="54159" x="5835650" y="3130550"/>
          <p14:tracePt t="54173" x="5905500" y="3149600"/>
          <p14:tracePt t="54190" x="5969000" y="3168650"/>
          <p14:tracePt t="54206" x="6102350" y="3200400"/>
          <p14:tracePt t="54222" x="6223000" y="3238500"/>
          <p14:tracePt t="54239" x="6280150" y="3257550"/>
          <p14:tracePt t="54256" x="6413500" y="3295650"/>
          <p14:tracePt t="54272" x="6553200" y="3302000"/>
          <p14:tracePt t="54290" x="6572250" y="3302000"/>
          <p14:tracePt t="54306" x="6584950" y="3302000"/>
          <p14:tracePt t="54685" x="6616700" y="3308350"/>
          <p14:tracePt t="54692" x="6673850" y="3327400"/>
          <p14:tracePt t="54708" x="6762750" y="3346450"/>
          <p14:tracePt t="54721" x="6851650" y="3359150"/>
          <p14:tracePt t="54737" x="7086600" y="3403600"/>
          <p14:tracePt t="54754" x="7175500" y="3429000"/>
          <p14:tracePt t="54771" x="7359650" y="3473450"/>
          <p14:tracePt t="54787" x="7524750" y="3498850"/>
          <p14:tracePt t="54804" x="7626350" y="3511550"/>
          <p14:tracePt t="54821" x="7759700" y="3511550"/>
          <p14:tracePt t="54837" x="7835900" y="3511550"/>
          <p14:tracePt t="54855" x="7886700" y="3511550"/>
          <p14:tracePt t="54870" x="7899400" y="3511550"/>
          <p14:tracePt t="54887" x="7905750" y="3511550"/>
          <p14:tracePt t="54903" x="7912100" y="3511550"/>
          <p14:tracePt t="54966" x="7912100" y="3517900"/>
          <p14:tracePt t="54995" x="7905750" y="3517900"/>
          <p14:tracePt t="55016" x="7893050" y="3517900"/>
          <p14:tracePt t="55038" x="7886700" y="3517900"/>
          <p14:tracePt t="55044" x="7874000" y="3517900"/>
          <p14:tracePt t="55058" x="7874000" y="3511550"/>
          <p14:tracePt t="55069" x="7861300" y="3505200"/>
          <p14:tracePt t="55087" x="7810500" y="3492500"/>
          <p14:tracePt t="55103" x="7766050" y="3473450"/>
          <p14:tracePt t="55120" x="7645400" y="3435350"/>
          <p14:tracePt t="55136" x="7473950" y="3397250"/>
          <p14:tracePt t="55153" x="7385050" y="3365500"/>
          <p14:tracePt t="55170" x="7188200" y="3333750"/>
          <p14:tracePt t="55186" x="6972300" y="3327400"/>
          <p14:tracePt t="55202" x="6870700" y="3314700"/>
          <p14:tracePt t="55219" x="6692900" y="3314700"/>
          <p14:tracePt t="55236" x="6584950" y="3295650"/>
          <p14:tracePt t="55252" x="6534150" y="3276600"/>
          <p14:tracePt t="55269" x="6470650" y="3263900"/>
          <p14:tracePt t="55286" x="6457950" y="3257550"/>
          <p14:tracePt t="55303" x="6445250" y="3257550"/>
          <p14:tracePt t="55319" x="6438900" y="3257550"/>
          <p14:tracePt t="55374" x="6438900" y="3263900"/>
          <p14:tracePt t="55387" x="6445250" y="3276600"/>
          <p14:tracePt t="55403" x="6445250" y="3282950"/>
          <p14:tracePt t="56222" x="6438900" y="3282950"/>
          <p14:tracePt t="56229" x="6432550" y="3282950"/>
          <p14:tracePt t="56243" x="6413500" y="3289300"/>
          <p14:tracePt t="56252" x="6400800" y="3289300"/>
          <p14:tracePt t="56265" x="6388100" y="3295650"/>
          <p14:tracePt t="56282" x="6350000" y="3295650"/>
          <p14:tracePt t="56300" x="6305550" y="3289300"/>
          <p14:tracePt t="56315" x="6280150" y="3289300"/>
          <p14:tracePt t="56332" x="6229350" y="3276600"/>
          <p14:tracePt t="56349" x="6184900" y="3257550"/>
          <p14:tracePt t="56365" x="6165850" y="3251200"/>
          <p14:tracePt t="56382" x="6140450" y="3251200"/>
          <p14:tracePt t="56386" x="6134100" y="3251200"/>
          <p14:tracePt t="56398" x="6096000" y="3251200"/>
          <p14:tracePt t="56432" x="6070600" y="3244850"/>
          <p14:tracePt t="56448" x="6057900" y="3244850"/>
          <p14:tracePt t="56465" x="6032500" y="3238500"/>
          <p14:tracePt t="56482" x="6019800" y="3238500"/>
          <p14:tracePt t="56498" x="5994400" y="3238500"/>
          <p14:tracePt t="56515" x="5969000" y="3232150"/>
          <p14:tracePt t="56532" x="5943600" y="3225800"/>
          <p14:tracePt t="56548" x="5937250" y="3219450"/>
          <p14:tracePt t="56565" x="5930900" y="3219450"/>
          <p14:tracePt t="56581" x="5911850" y="3206750"/>
          <p14:tracePt t="56598" x="5899150" y="3200400"/>
          <p14:tracePt t="56615" x="5873750" y="3187700"/>
          <p14:tracePt t="56631" x="5842000" y="3175000"/>
          <p14:tracePt t="56647" x="5816600" y="3168650"/>
          <p14:tracePt t="56665" x="5784850" y="3149600"/>
          <p14:tracePt t="56681" x="5753100" y="3143250"/>
          <p14:tracePt t="56697" x="5740400" y="3136900"/>
          <p14:tracePt t="56714" x="5708650" y="3136900"/>
          <p14:tracePt t="56730" x="5695950" y="3136900"/>
          <p14:tracePt t="56747" x="5676900" y="3130550"/>
          <p14:tracePt t="56764" x="5657850" y="3124200"/>
          <p14:tracePt t="56780" x="5651500" y="3124200"/>
          <p14:tracePt t="56798" x="5645150" y="3117850"/>
          <p14:tracePt t="56814" x="5638800" y="3117850"/>
          <p14:tracePt t="56847" x="5638800" y="3111500"/>
          <p14:tracePt t="56882" x="5638800" y="3105150"/>
          <p14:tracePt t="56953" x="5638800" y="3098800"/>
          <p14:tracePt t="57432" x="5638800" y="3105150"/>
          <p14:tracePt t="57446" x="5645150" y="3124200"/>
          <p14:tracePt t="57453" x="5651500" y="3155950"/>
          <p14:tracePt t="57467" x="5657850" y="3187700"/>
          <p14:tracePt t="57478" x="5670550" y="3219450"/>
          <p14:tracePt t="57495" x="5695950" y="3302000"/>
          <p14:tracePt t="57511" x="5715000" y="3346450"/>
          <p14:tracePt t="57528" x="5759450" y="3429000"/>
          <p14:tracePt t="57545" x="5816600" y="3556000"/>
          <p14:tracePt t="57561" x="5848350" y="3625850"/>
          <p14:tracePt t="57578" x="5924550" y="3771900"/>
          <p14:tracePt t="57594" x="5994400" y="3898900"/>
          <p14:tracePt t="57611" x="6032500" y="3956050"/>
          <p14:tracePt t="57627" x="6083300" y="4044950"/>
          <p14:tracePt t="57644" x="6115050" y="4108450"/>
          <p14:tracePt t="57661" x="6127750" y="4127500"/>
          <p14:tracePt t="57678" x="6159500" y="4165600"/>
          <p14:tracePt t="57694" x="6172200" y="4184650"/>
          <p14:tracePt t="57710" x="6178550" y="4191000"/>
          <p14:tracePt t="57727" x="6184900" y="4197350"/>
          <p14:tracePt t="57743" x="6184900" y="4203700"/>
          <p14:tracePt t="57760" x="6191250" y="4210050"/>
          <p14:tracePt t="57793" x="6191250" y="4216400"/>
          <p14:tracePt t="57809" x="6191250" y="4222750"/>
          <p14:tracePt t="57827" x="6197600" y="4229100"/>
          <p14:tracePt t="57843" x="6197600" y="4241800"/>
          <p14:tracePt t="57860" x="6197600" y="4248150"/>
          <p14:tracePt t="57876" x="6197600" y="4260850"/>
          <p14:tracePt t="57893" x="6197600" y="4273550"/>
          <p14:tracePt t="57897" x="6197600" y="4286250"/>
          <p14:tracePt t="57910" x="6197600" y="4292600"/>
          <p14:tracePt t="57926" x="6203950" y="4330700"/>
          <p14:tracePt t="57943" x="6203950" y="4349750"/>
          <p14:tracePt t="57959" x="6216650" y="4406900"/>
          <p14:tracePt t="57976" x="6235700" y="4476750"/>
          <p14:tracePt t="57993" x="6235700" y="4514850"/>
          <p14:tracePt t="58009" x="6254750" y="4635500"/>
          <p14:tracePt t="58026" x="6254750" y="4699000"/>
          <p14:tracePt t="58044" x="6273800" y="4933950"/>
          <p14:tracePt t="58059" x="6280150" y="4997450"/>
          <p14:tracePt t="58076" x="6280150" y="5048250"/>
          <p14:tracePt t="58093" x="6299200" y="5130800"/>
          <p14:tracePt t="58109" x="6305550" y="5181600"/>
          <p14:tracePt t="58126" x="6311900" y="5187950"/>
          <p14:tracePt t="58142" x="6318250" y="5200650"/>
          <p14:tracePt t="58159" x="6318250" y="5207000"/>
          <p14:tracePt t="58176" x="6318250" y="5213350"/>
          <p14:tracePt t="58192" x="6324600" y="5226050"/>
          <p14:tracePt t="58778" x="6311900" y="5213350"/>
          <p14:tracePt t="58785" x="6292850" y="5175250"/>
          <p14:tracePt t="58793" x="6267450" y="5137150"/>
          <p14:tracePt t="58808" x="6235700" y="5086350"/>
          <p14:tracePt t="58823" x="6210300" y="5029200"/>
          <p14:tracePt t="58840" x="6146800" y="4857750"/>
          <p14:tracePt t="58857" x="6096000" y="4635500"/>
          <p14:tracePt t="58873" x="6076950" y="4508500"/>
          <p14:tracePt t="58890" x="6032500" y="4292600"/>
          <p14:tracePt t="58906" x="5981700" y="4121150"/>
          <p14:tracePt t="58923" x="5962650" y="4038600"/>
          <p14:tracePt t="58940" x="5924550" y="3917950"/>
          <p14:tracePt t="58956" x="5892800" y="3822700"/>
          <p14:tracePt t="58973" x="5880100" y="3765550"/>
          <p14:tracePt t="58989" x="5854700" y="3695700"/>
          <p14:tracePt t="59006" x="5842000" y="3657600"/>
          <p14:tracePt t="59023" x="5835650" y="3644900"/>
          <p14:tracePt t="59039" x="5829300" y="3638550"/>
          <p14:tracePt t="59087" x="5829300" y="3644900"/>
          <p14:tracePt t="59094" x="5829300" y="3651250"/>
          <p14:tracePt t="59109" x="5835650" y="3670300"/>
          <p14:tracePt t="59122" x="5835650" y="3683000"/>
          <p14:tracePt t="59139" x="5848350" y="3702050"/>
          <p14:tracePt t="59156" x="5848350" y="3714750"/>
          <p14:tracePt t="59172" x="5861050" y="3740150"/>
          <p14:tracePt t="59189" x="5880100" y="3784600"/>
          <p14:tracePt t="59205" x="5899150" y="3822700"/>
          <p14:tracePt t="59222" x="5937250" y="3956050"/>
          <p14:tracePt t="59238" x="5969000" y="4127500"/>
          <p14:tracePt t="59257" x="5975350" y="4356100"/>
          <p14:tracePt t="59272" x="5988050" y="4483100"/>
          <p14:tracePt t="59288" x="6000750" y="4737100"/>
          <p14:tracePt t="59305" x="6000750" y="4940300"/>
          <p14:tracePt t="59321" x="6007100" y="5029200"/>
          <p14:tracePt t="59338" x="6007100" y="5118100"/>
          <p14:tracePt t="59355" x="6038850" y="5314950"/>
          <p14:tracePt t="59371" x="6045200" y="5365750"/>
          <p14:tracePt t="59389" x="6064250" y="5397500"/>
          <p14:tracePt t="59405" x="6076950" y="5429250"/>
          <p14:tracePt t="59421" x="6083300" y="5461000"/>
          <p14:tracePt t="59439" x="6089650" y="5461000"/>
          <p14:tracePt t="59748" x="6089650" y="5448300"/>
          <p14:tracePt t="59769" x="6083300" y="5441950"/>
          <p14:tracePt t="59790" x="6083300" y="5435600"/>
          <p14:tracePt t="59797" x="6076950" y="5429250"/>
          <p14:tracePt t="59818" x="6070600" y="5416550"/>
          <p14:tracePt t="59832" x="6070600" y="5403850"/>
          <p14:tracePt t="59840" x="6057900" y="5378450"/>
          <p14:tracePt t="59853" x="6051550" y="5353050"/>
          <p14:tracePt t="59870" x="6007100" y="5264150"/>
          <p14:tracePt t="59886" x="5975350" y="5207000"/>
          <p14:tracePt t="59904" x="5899150" y="5067300"/>
          <p14:tracePt t="59920" x="5816600" y="4895850"/>
          <p14:tracePt t="59936" x="5765800" y="4813300"/>
          <p14:tracePt t="59952" x="5651500" y="4648200"/>
          <p14:tracePt t="59969" x="5562600" y="4489450"/>
          <p14:tracePt t="59987" x="5448300" y="4337050"/>
          <p14:tracePt t="60002" x="5397500" y="4260850"/>
          <p14:tracePt t="60019" x="5340350" y="4191000"/>
          <p14:tracePt t="60036" x="5226050" y="4051300"/>
          <p14:tracePt t="60052" x="5118100" y="3911600"/>
          <p14:tracePt t="60069" x="5067300" y="3829050"/>
          <p14:tracePt t="60086" x="4946650" y="3702050"/>
          <p14:tracePt t="60102" x="4870450" y="3606800"/>
          <p14:tracePt t="60121" x="4775200" y="3505200"/>
          <p14:tracePt t="60135" x="4724400" y="3435350"/>
          <p14:tracePt t="60152" x="4629150" y="3314700"/>
          <p14:tracePt t="60170" x="4527550" y="3238500"/>
          <p14:tracePt t="60185" x="4470400" y="3194050"/>
          <p14:tracePt t="60202" x="4343400" y="3105150"/>
          <p14:tracePt t="60219" x="4229100" y="3028950"/>
          <p14:tracePt t="60235" x="4171950" y="2997200"/>
          <p14:tracePt t="60252" x="4114800" y="2971800"/>
          <p14:tracePt t="60268" x="3943350" y="2870200"/>
          <p14:tracePt t="60285" x="3873500" y="2838450"/>
          <p14:tracePt t="60302" x="3816350" y="2813050"/>
          <p14:tracePt t="60318" x="3727450" y="2755900"/>
          <p14:tracePt t="60335" x="3619500" y="2698750"/>
          <p14:tracePt t="60352" x="3556000" y="2667000"/>
          <p14:tracePt t="60368" x="3530600" y="2660650"/>
          <p14:tracePt t="60385" x="3505200" y="2660650"/>
          <p14:tracePt t="60402" x="3479800" y="2692400"/>
          <p14:tracePt t="60418" x="3473450" y="2692400"/>
          <p14:tracePt t="65207" x="3492500" y="2743200"/>
          <p14:tracePt t="65222" x="3524250" y="2819400"/>
          <p14:tracePt t="65229" x="3549650" y="2914650"/>
          <p14:tracePt t="65237" x="3575050" y="3016250"/>
          <p14:tracePt t="65251" x="3594100" y="3155950"/>
          <p14:tracePt t="65268" x="3606800" y="3346450"/>
          <p14:tracePt t="65285" x="3517900" y="3803650"/>
          <p14:tracePt t="65301" x="3409950" y="4286250"/>
          <p14:tracePt t="65317" x="3390900" y="4457700"/>
          <p14:tracePt t="65334" x="3302000" y="4654550"/>
          <p14:tracePt t="65351" x="3244850" y="4800600"/>
          <p14:tracePt t="65367" x="3219450" y="4857750"/>
          <p14:tracePt t="65384" x="3187700" y="4978400"/>
          <p14:tracePt t="65401" x="3168650" y="5041900"/>
          <p14:tracePt t="65417" x="3155950" y="5060950"/>
          <p14:tracePt t="65434" x="3143250" y="5099050"/>
          <p14:tracePt t="65450" x="3130550" y="5124450"/>
          <p14:tracePt t="65467" x="3124200" y="5137150"/>
          <p14:tracePt t="65484" x="3124200" y="5149850"/>
          <p14:tracePt t="65500" x="3117850" y="5149850"/>
          <p14:tracePt t="65517" x="3105150" y="5181600"/>
          <p14:tracePt t="65533" x="3098800" y="5194300"/>
          <p14:tracePt t="65550" x="3079750" y="5219700"/>
          <p14:tracePt t="65567" x="3060700" y="5257800"/>
          <p14:tracePt t="65583" x="3041650" y="5302250"/>
          <p14:tracePt t="65600" x="3028950" y="5314950"/>
          <p14:tracePt t="65616" x="3022600" y="5327650"/>
          <p14:tracePt t="65633" x="3022600" y="5334000"/>
          <p14:tracePt t="65650" x="3016250" y="5334000"/>
          <p14:tracePt t="78822" x="3067050" y="5334000"/>
          <p14:tracePt t="78836" x="3175000" y="5346700"/>
          <p14:tracePt t="78843" x="3276600" y="5353050"/>
          <p14:tracePt t="78858" x="3378200" y="5353050"/>
          <p14:tracePt t="78871" x="3581400" y="5384800"/>
          <p14:tracePt t="78887" x="3657600" y="5397500"/>
          <p14:tracePt t="78904" x="3740150" y="5416550"/>
          <p14:tracePt t="78921" x="3892550" y="5441950"/>
          <p14:tracePt t="78937" x="4038600" y="5461000"/>
          <p14:tracePt t="78954" x="4102100" y="5461000"/>
          <p14:tracePt t="78970" x="4184650" y="5473700"/>
          <p14:tracePt t="78987" x="4216400" y="5473700"/>
          <p14:tracePt t="79004" x="4235450" y="5473700"/>
          <p14:tracePt t="79020" x="4235450" y="5467350"/>
          <p14:tracePt t="79037" x="4235450" y="5461000"/>
          <p14:tracePt t="79054" x="4235450" y="5454650"/>
          <p14:tracePt t="79070" x="4229100" y="5448300"/>
          <p14:tracePt t="79087" x="4222750" y="5448300"/>
          <p14:tracePt t="79103" x="4197350" y="5448300"/>
          <p14:tracePt t="79119" x="4178300" y="5448300"/>
          <p14:tracePt t="79137" x="4152900" y="5448300"/>
          <p14:tracePt t="79153" x="3975100" y="5467350"/>
          <p14:tracePt t="79170" x="3898900" y="5480050"/>
          <p14:tracePt t="79188" x="3702050" y="5499100"/>
          <p14:tracePt t="79203" x="3606800" y="5499100"/>
          <p14:tracePt t="79207" x="3492500" y="5499100"/>
          <p14:tracePt t="79219" x="3390900" y="5511800"/>
          <p14:tracePt t="79236" x="3187700" y="5518150"/>
          <p14:tracePt t="79253" x="3098800" y="5518150"/>
          <p14:tracePt t="79269" x="2965450" y="5530850"/>
          <p14:tracePt t="79286" x="2851150" y="5537200"/>
          <p14:tracePt t="79303" x="2800350" y="5537200"/>
          <p14:tracePt t="79321" x="2679700" y="5537200"/>
          <p14:tracePt t="79335" x="2590800" y="5549900"/>
          <p14:tracePt t="79352" x="2546350" y="5549900"/>
          <p14:tracePt t="79369" x="2501900" y="5543550"/>
          <p14:tracePt t="79386" x="2476500" y="5537200"/>
          <p14:tracePt t="79403" x="2470150" y="5530850"/>
          <p14:tracePt t="79419" x="2463800" y="5530850"/>
          <p14:tracePt t="79435" x="2463800" y="5524500"/>
          <p14:tracePt t="79456" x="2470150" y="5518150"/>
          <p14:tracePt t="79469" x="2476500" y="5518150"/>
          <p14:tracePt t="79485" x="2482850" y="5511800"/>
          <p14:tracePt t="79502" x="2501900" y="5499100"/>
          <p14:tracePt t="79519" x="2514600" y="5492750"/>
          <p14:tracePt t="79535" x="2546350" y="5480050"/>
          <p14:tracePt t="79552" x="2609850" y="5448300"/>
          <p14:tracePt t="79568" x="2730500" y="5397500"/>
          <p14:tracePt t="79585" x="2800350" y="5378450"/>
          <p14:tracePt t="79602" x="2946400" y="5321300"/>
          <p14:tracePt t="79619" x="3092450" y="5270500"/>
          <p14:tracePt t="79635" x="3187700" y="5245100"/>
          <p14:tracePt t="79651" x="3352800" y="5213350"/>
          <p14:tracePt t="79667" x="3486150" y="5181600"/>
          <p14:tracePt t="79685" x="3594100" y="5162550"/>
          <p14:tracePt t="79701" x="3644900" y="5156200"/>
          <p14:tracePt t="79718" x="3727450" y="5149850"/>
          <p14:tracePt t="79735" x="3784600" y="5149850"/>
          <p14:tracePt t="79751" x="3816350" y="5149850"/>
          <p14:tracePt t="79767" x="3835400" y="5149850"/>
          <p14:tracePt t="79784" x="3911600" y="5156200"/>
          <p14:tracePt t="79801" x="3924300" y="5162550"/>
          <p14:tracePt t="79819" x="3968750" y="5175250"/>
          <p14:tracePt t="79834" x="3987800" y="5181600"/>
          <p14:tracePt t="79850" x="4019550" y="5194300"/>
          <p14:tracePt t="79868" x="4057650" y="5213350"/>
          <p14:tracePt t="79884" x="4064000" y="5213350"/>
          <p14:tracePt t="79900" x="4076700" y="5232400"/>
          <p14:tracePt t="79917" x="4083050" y="5245100"/>
          <p14:tracePt t="79934" x="4089400" y="5245100"/>
          <p14:tracePt t="79950" x="4102100" y="5257800"/>
          <p14:tracePt t="79967" x="4108450" y="5264150"/>
          <p14:tracePt t="79983" x="4114800" y="5264150"/>
          <p14:tracePt t="80001" x="4114800" y="5270500"/>
          <p14:tracePt t="80017" x="4121150" y="5276850"/>
          <p14:tracePt t="80033" x="4127500" y="5276850"/>
          <p14:tracePt t="80671" x="4127500" y="5238750"/>
          <p14:tracePt t="80678" x="4127500" y="5175250"/>
          <p14:tracePt t="80692" x="4127500" y="5124450"/>
          <p14:tracePt t="80701" x="4114800" y="5060950"/>
          <p14:tracePt t="80715" x="4095750" y="4991100"/>
          <p14:tracePt t="80731" x="4089400" y="4953000"/>
          <p14:tracePt t="80748" x="4064000" y="4813300"/>
          <p14:tracePt t="80764" x="4057650" y="4762500"/>
          <p14:tracePt t="80781" x="4044950" y="4718050"/>
          <p14:tracePt t="80797" x="4006850" y="4597400"/>
          <p14:tracePt t="80814" x="3981450" y="4438650"/>
          <p14:tracePt t="80831" x="3956050" y="4362450"/>
          <p14:tracePt t="80847" x="3911600" y="4216400"/>
          <p14:tracePt t="80864" x="3860800" y="4095750"/>
          <p14:tracePt t="80881" x="3829050" y="3981450"/>
          <p14:tracePt t="80897" x="3797300" y="3917950"/>
          <p14:tracePt t="80914" x="3771900" y="3803650"/>
          <p14:tracePt t="80931" x="3733800" y="3683000"/>
          <p14:tracePt t="80947" x="3714750" y="3632200"/>
          <p14:tracePt t="80963" x="3695700" y="3536950"/>
          <p14:tracePt t="80980" x="3689350" y="3479800"/>
          <p14:tracePt t="80996" x="3683000" y="3448050"/>
          <p14:tracePt t="81013" x="3683000" y="3429000"/>
          <p14:tracePt t="81030" x="3676650" y="3340100"/>
          <p14:tracePt t="81046" x="3676650" y="3314700"/>
          <p14:tracePt t="81064" x="3676650" y="3257550"/>
          <p14:tracePt t="81080" x="3676650" y="3225800"/>
          <p14:tracePt t="81096" x="3676650" y="3175000"/>
          <p14:tracePt t="81113" x="3689350" y="3136900"/>
          <p14:tracePt t="81129" x="3702050" y="3117850"/>
          <p14:tracePt t="81146" x="3740150" y="3079750"/>
          <p14:tracePt t="81163" x="3803650" y="3041650"/>
          <p14:tracePt t="81179" x="3848100" y="3016250"/>
          <p14:tracePt t="81196" x="3956050" y="2965450"/>
          <p14:tracePt t="81212" x="4108450" y="2908300"/>
          <p14:tracePt t="81229" x="4210050" y="2876550"/>
          <p14:tracePt t="81246" x="4445000" y="2825750"/>
          <p14:tracePt t="81264" x="4648200" y="2781300"/>
          <p14:tracePt t="81279" x="4762500" y="2774950"/>
          <p14:tracePt t="81296" x="4978400" y="2762250"/>
          <p14:tracePt t="81312" x="5181600" y="2768600"/>
          <p14:tracePt t="81329" x="5270500" y="2774950"/>
          <p14:tracePt t="81346" x="5429250" y="2787650"/>
          <p14:tracePt t="81362" x="5543550" y="2806700"/>
          <p14:tracePt t="81380" x="5613400" y="2825750"/>
          <p14:tracePt t="81395" x="5695950" y="2838450"/>
          <p14:tracePt t="81412" x="5727700" y="2857500"/>
          <p14:tracePt t="81429" x="5784850" y="2882900"/>
          <p14:tracePt t="81445" x="5791200" y="2895600"/>
          <p14:tracePt t="81462" x="5803900" y="2908300"/>
          <p14:tracePt t="81479" x="5829300" y="2933700"/>
          <p14:tracePt t="81495" x="5835650" y="2946400"/>
          <p14:tracePt t="81511" x="5842000" y="2959100"/>
          <p14:tracePt t="81528" x="5842000" y="2978150"/>
          <p14:tracePt t="81545" x="5842000" y="2990850"/>
          <p14:tracePt t="81562" x="5822950" y="3003550"/>
          <p14:tracePt t="81578" x="5810250" y="3009900"/>
          <p14:tracePt t="81595" x="5765800" y="3035300"/>
          <p14:tracePt t="81612" x="5670550" y="3060700"/>
          <p14:tracePt t="81628" x="5619750" y="3079750"/>
          <p14:tracePt t="81645" x="5537200" y="3098800"/>
          <p14:tracePt t="81661" x="5251450" y="3200400"/>
          <p14:tracePt t="81677" x="5137150" y="3232150"/>
          <p14:tracePt t="81694" x="4991100" y="3251200"/>
          <p14:tracePt t="81711" x="4749800" y="3308350"/>
          <p14:tracePt t="81727" x="4502150" y="3346450"/>
          <p14:tracePt t="81745" x="4273550" y="3390900"/>
          <p14:tracePt t="81760" x="4159250" y="3403600"/>
          <p14:tracePt t="81777" x="3956050" y="3429000"/>
          <p14:tracePt t="81794" x="3759200" y="3454400"/>
          <p14:tracePt t="81810" x="3670300" y="3460750"/>
          <p14:tracePt t="81827" x="3505200" y="3479800"/>
          <p14:tracePt t="81844" x="3346450" y="3492500"/>
          <p14:tracePt t="81860" x="3282950" y="3492500"/>
          <p14:tracePt t="81878" x="3181350" y="3498850"/>
          <p14:tracePt t="81893" x="3067050" y="3498850"/>
          <p14:tracePt t="81910" x="3009900" y="3498850"/>
          <p14:tracePt t="81928" x="2908300" y="3511550"/>
          <p14:tracePt t="81943" x="2787650" y="3530600"/>
          <p14:tracePt t="81960" x="2736850" y="3530600"/>
          <p14:tracePt t="81977" x="2654300" y="3543300"/>
          <p14:tracePt t="81993" x="2603500" y="3543300"/>
          <p14:tracePt t="82010" x="2546350" y="3562350"/>
          <p14:tracePt t="82026" x="2470150" y="3562350"/>
          <p14:tracePt t="82043" x="2438400" y="3562350"/>
          <p14:tracePt t="82061" x="2374900" y="3562350"/>
          <p14:tracePt t="82076" x="2343150" y="3562350"/>
          <p14:tracePt t="82093" x="2317750" y="3562350"/>
          <p14:tracePt t="82110" x="2266950" y="3562350"/>
          <p14:tracePt t="82126" x="2247900" y="3556000"/>
          <p14:tracePt t="82143" x="2235200" y="3556000"/>
          <p14:tracePt t="82160" x="2222500" y="3556000"/>
          <p14:tracePt t="82176" x="2216150" y="3543300"/>
          <p14:tracePt t="82193" x="2216150" y="3536950"/>
          <p14:tracePt t="82209" x="2209800" y="3530600"/>
          <p14:tracePt t="86386" x="2222500" y="3536950"/>
          <p14:tracePt t="86400" x="2247900" y="3556000"/>
          <p14:tracePt t="86407" x="2260600" y="3575050"/>
          <p14:tracePt t="86420" x="2292350" y="3606800"/>
          <p14:tracePt t="86429" x="2330450" y="3644900"/>
          <p14:tracePt t="86444" x="2362200" y="3689350"/>
          <p14:tracePt t="86461" x="2457450" y="3797300"/>
          <p14:tracePt t="86478" x="2578100" y="3911600"/>
          <p14:tracePt t="86494" x="2628900" y="3968750"/>
          <p14:tracePt t="86512" x="2762250" y="4102100"/>
          <p14:tracePt t="86528" x="2844800" y="4229100"/>
          <p14:tracePt t="86544" x="2889250" y="4298950"/>
          <p14:tracePt t="86561" x="2965450" y="4438650"/>
          <p14:tracePt t="86577" x="3022600" y="4572000"/>
          <p14:tracePt t="86594" x="3054350" y="4629150"/>
          <p14:tracePt t="86611" x="3111500" y="4781550"/>
          <p14:tracePt t="86628" x="3136900" y="4832350"/>
          <p14:tracePt t="86644" x="3187700" y="4946650"/>
          <p14:tracePt t="86661" x="3219450" y="5029200"/>
          <p14:tracePt t="86677" x="3238500" y="5073650"/>
          <p14:tracePt t="86694" x="3282950" y="5149850"/>
          <p14:tracePt t="86710" x="3314700" y="5238750"/>
          <p14:tracePt t="86727" x="3327400" y="5270500"/>
          <p14:tracePt t="86743" x="3359150" y="5334000"/>
          <p14:tracePt t="86760" x="3384550" y="5384800"/>
          <p14:tracePt t="86777" x="3390900" y="5403850"/>
          <p14:tracePt t="86793" x="3397250" y="5441950"/>
          <p14:tracePt t="90081" x="3429000" y="5441950"/>
          <p14:tracePt t="90088" x="3479800" y="5422900"/>
          <p14:tracePt t="90098" x="3536950" y="5403850"/>
          <p14:tracePt t="90116" x="3670300" y="5365750"/>
          <p14:tracePt t="90132" x="3746500" y="5346700"/>
          <p14:tracePt t="90148" x="3841750" y="5340350"/>
          <p14:tracePt t="90165" x="4070350" y="5308600"/>
          <p14:tracePt t="90181" x="4152900" y="5302250"/>
          <p14:tracePt t="90198" x="4241800" y="5276850"/>
          <p14:tracePt t="90215" x="4406900" y="5270500"/>
          <p14:tracePt t="90231" x="4578350" y="5264150"/>
          <p14:tracePt t="90249" x="4756150" y="5264150"/>
          <p14:tracePt t="90265" x="4864100" y="5264150"/>
          <p14:tracePt t="90281" x="5086350" y="5226050"/>
          <p14:tracePt t="90299" x="5327650" y="5207000"/>
          <p14:tracePt t="90315" x="5429250" y="5194300"/>
          <p14:tracePt t="90331" x="5632450" y="5187950"/>
          <p14:tracePt t="90348" x="5822950" y="5156200"/>
          <p14:tracePt t="90364" x="5911850" y="5156200"/>
          <p14:tracePt t="90381" x="6070600" y="5149850"/>
          <p14:tracePt t="90398" x="6210300" y="5149850"/>
          <p14:tracePt t="90414" x="6261100" y="5149850"/>
          <p14:tracePt t="90418" x="6292850" y="5156200"/>
          <p14:tracePt t="90434" x="6337300" y="5175250"/>
          <p14:tracePt t="90447" x="6400800" y="5207000"/>
          <p14:tracePt t="90464" x="6419850" y="5213350"/>
          <p14:tracePt t="90481" x="6451600" y="5232400"/>
          <p14:tracePt t="90498" x="6464300" y="5232400"/>
          <p14:tracePt t="90513" x="6477000" y="5238750"/>
          <p14:tracePt t="90530" x="6489700" y="5251450"/>
          <p14:tracePt t="90547" x="6496050" y="5251450"/>
          <p14:tracePt t="90564" x="6496050" y="5257800"/>
          <p14:tracePt t="90597" x="6496050" y="5264150"/>
          <p14:tracePt t="90614" x="6496050" y="5270500"/>
          <p14:tracePt t="90630" x="6489700" y="5270500"/>
          <p14:tracePt t="91111" x="6483350" y="5270500"/>
          <p14:tracePt t="91118" x="6470650" y="5270500"/>
          <p14:tracePt t="91132" x="6457950" y="5276850"/>
          <p14:tracePt t="91145" x="6445250" y="5276850"/>
          <p14:tracePt t="91161" x="6394450" y="5302250"/>
          <p14:tracePt t="91178" x="6375400" y="5308600"/>
          <p14:tracePt t="91195" x="6311900" y="5321300"/>
          <p14:tracePt t="91212" x="6261100" y="5334000"/>
          <p14:tracePt t="91228" x="6235700" y="5346700"/>
          <p14:tracePt t="91245" x="6191250" y="5365750"/>
          <p14:tracePt t="91261" x="6140450" y="5378450"/>
          <p14:tracePt t="91278" x="6121400" y="5384800"/>
          <p14:tracePt t="91294" x="6083300" y="5397500"/>
          <p14:tracePt t="91311" x="6064250" y="5410200"/>
          <p14:tracePt t="91329" x="6032500" y="5416550"/>
          <p14:tracePt t="91361" x="6026150" y="5416550"/>
          <p14:tracePt t="91377" x="6019800" y="5416550"/>
          <p14:tracePt t="91420" x="6026150" y="5416550"/>
          <p14:tracePt t="91511" x="6032500" y="5416550"/>
          <p14:tracePt t="91553" x="6038850" y="5416550"/>
          <p14:tracePt t="91623" x="6045200" y="5416550"/>
          <p14:tracePt t="91629" x="6045200" y="5422900"/>
          <p14:tracePt t="92134" x="6038850" y="5422900"/>
          <p14:tracePt t="92140" x="6019800" y="5429250"/>
          <p14:tracePt t="92155" x="6007100" y="5429250"/>
          <p14:tracePt t="92162" x="6000750" y="5429250"/>
          <p14:tracePt t="92178" x="5981700" y="5429250"/>
          <p14:tracePt t="92191" x="5975350" y="5429250"/>
          <p14:tracePt t="92208" x="5956300" y="5435600"/>
          <p14:tracePt t="92225" x="5918200" y="5435600"/>
          <p14:tracePt t="92241" x="5905500" y="5435600"/>
          <p14:tracePt t="92258" x="5873750" y="5429250"/>
          <p14:tracePt t="92275" x="5842000" y="5429250"/>
          <p14:tracePt t="92291" x="5829300" y="5429250"/>
          <p14:tracePt t="92308" x="5791200" y="5422900"/>
          <p14:tracePt t="92324" x="5765800" y="5422900"/>
          <p14:tracePt t="92341" x="5753100" y="5422900"/>
          <p14:tracePt t="92358" x="5734050" y="5422900"/>
          <p14:tracePt t="92374" x="5721350" y="5422900"/>
          <p14:tracePt t="92391" x="5715000" y="5422900"/>
          <p14:tracePt t="92513" x="5721350" y="5422900"/>
          <p14:tracePt t="92534" x="5727700" y="5422900"/>
          <p14:tracePt t="92554" x="5734050" y="5422900"/>
          <p14:tracePt t="92562" x="5740400" y="5422900"/>
          <p14:tracePt t="92583" x="5746750" y="5422900"/>
          <p14:tracePt t="92604" x="5753100" y="5422900"/>
          <p14:tracePt t="92617" x="5759450" y="5422900"/>
          <p14:tracePt t="92626" x="5765800" y="5422900"/>
          <p14:tracePt t="92640" x="5778500" y="5422900"/>
          <p14:tracePt t="92656" x="5803900" y="5422900"/>
          <p14:tracePt t="92675" x="5835650" y="5429250"/>
          <p14:tracePt t="92689" x="5854700" y="5435600"/>
          <p14:tracePt t="92706" x="5905500" y="5441950"/>
          <p14:tracePt t="92724" x="5943600" y="5454650"/>
          <p14:tracePt t="92739" x="5969000" y="5454650"/>
          <p14:tracePt t="92756" x="5988050" y="5467350"/>
          <p14:tracePt t="92772" x="6032500" y="5473700"/>
          <p14:tracePt t="92789" x="6038850" y="5480050"/>
          <p14:tracePt t="92806" x="6051550" y="5480050"/>
          <p14:tracePt t="92839" x="6057900" y="5480050"/>
          <p14:tracePt t="92878" x="6064250" y="5480050"/>
          <p14:tracePt t="92913" x="6070600" y="5486400"/>
          <p14:tracePt t="92933" x="6076950" y="5492750"/>
          <p14:tracePt t="92969" x="6083300" y="5492750"/>
          <p14:tracePt t="92976" x="6089650" y="5492750"/>
          <p14:tracePt t="92988" x="6089650" y="5499100"/>
          <p14:tracePt t="93005" x="6096000" y="5499100"/>
          <p14:tracePt t="93025" x="6102350" y="5499100"/>
          <p14:tracePt t="93041" x="6108700" y="5499100"/>
          <p14:tracePt t="93055" x="6121400" y="5499100"/>
          <p14:tracePt t="93071" x="6127750" y="5499100"/>
          <p14:tracePt t="93089" x="6153150" y="5505450"/>
          <p14:tracePt t="93105" x="6172200" y="5505450"/>
          <p14:tracePt t="93121" x="6235700" y="5511800"/>
          <p14:tracePt t="93138" x="6330950" y="5524500"/>
          <p14:tracePt t="93155" x="6394450" y="5524500"/>
          <p14:tracePt t="93172" x="6540500" y="5543550"/>
          <p14:tracePt t="93187" x="6705600" y="5543550"/>
          <p14:tracePt t="93204" x="6781800" y="5549900"/>
          <p14:tracePt t="93222" x="6908800" y="5549900"/>
          <p14:tracePt t="93238" x="7016750" y="5549900"/>
          <p14:tracePt t="93254" x="7042150" y="5543550"/>
          <p14:tracePt t="93271" x="7112000" y="5524500"/>
          <p14:tracePt t="93287" x="7156450" y="5518150"/>
          <p14:tracePt t="93304" x="7169150" y="5518150"/>
          <p14:tracePt t="93321" x="7188200" y="5511800"/>
          <p14:tracePt t="93337" x="7200900" y="5505450"/>
          <p14:tracePt t="93355" x="7207250" y="5505450"/>
          <p14:tracePt t="93396" x="7213600" y="5505450"/>
          <p14:tracePt t="93615" x="7219950" y="5505450"/>
          <p14:tracePt t="93699" x="7219950" y="5511800"/>
          <p14:tracePt t="93727" x="7219950" y="5518150"/>
          <p14:tracePt t="93755" x="7219950" y="5524500"/>
          <p14:tracePt t="94322" x="7213600" y="5524500"/>
          <p14:tracePt t="94328" x="7194550" y="5524500"/>
          <p14:tracePt t="94343" x="7175500" y="5524500"/>
          <p14:tracePt t="94351" x="7143750" y="5524500"/>
          <p14:tracePt t="94367" x="7118350" y="5524500"/>
          <p14:tracePt t="94383" x="7054850" y="5530850"/>
          <p14:tracePt t="94401" x="6985000" y="5537200"/>
          <p14:tracePt t="94417" x="6946900" y="5537200"/>
          <p14:tracePt t="94435" x="6896100" y="5537200"/>
          <p14:tracePt t="94450" x="6851650" y="5537200"/>
          <p14:tracePt t="94467" x="6826250" y="5537200"/>
          <p14:tracePt t="94484" x="6775450" y="5530850"/>
          <p14:tracePt t="94500" x="6724650" y="5524500"/>
          <p14:tracePt t="94517" x="6705600" y="5518150"/>
          <p14:tracePt t="94533" x="6667500" y="5499100"/>
          <p14:tracePt t="94550" x="6654800" y="5499100"/>
          <p14:tracePt t="94567" x="6648450" y="5499100"/>
          <p14:tracePt t="94583" x="6635750" y="5499100"/>
          <p14:tracePt t="94600" x="6629400" y="5499100"/>
          <p14:tracePt t="94680" x="6623050" y="5499100"/>
          <p14:tracePt t="94743" x="6616700" y="5499100"/>
          <p14:tracePt t="94862" x="6610350" y="5499100"/>
          <p14:tracePt t="94890" x="6604000" y="5499100"/>
          <p14:tracePt t="94905" x="6597650" y="5499100"/>
          <p14:tracePt t="94911" x="6591300" y="5499100"/>
          <p14:tracePt t="94919" x="6578600" y="5499100"/>
          <p14:tracePt t="94935" x="6565900" y="5499100"/>
          <p14:tracePt t="94948" x="6546850" y="5499100"/>
          <p14:tracePt t="94965" x="6470650" y="5492750"/>
          <p14:tracePt t="94982" x="6324600" y="5473700"/>
          <p14:tracePt t="94998" x="6210300" y="5454650"/>
          <p14:tracePt t="95015" x="5937250" y="5397500"/>
          <p14:tracePt t="95032" x="5537200" y="5314950"/>
          <p14:tracePt t="95048" x="5283200" y="5257800"/>
          <p14:tracePt t="95066" x="4724400" y="5149850"/>
          <p14:tracePt t="95081" x="4127500" y="5054600"/>
          <p14:tracePt t="95098" x="3829050" y="5003800"/>
          <p14:tracePt t="95115" x="3289300" y="4946650"/>
          <p14:tracePt t="95131" x="2794000" y="4870450"/>
          <p14:tracePt t="95148" x="2571750" y="4845050"/>
          <p14:tracePt t="95165" x="2235200" y="4806950"/>
          <p14:tracePt t="95181" x="2095500" y="4800600"/>
          <p14:tracePt t="95198" x="1854200" y="4768850"/>
          <p14:tracePt t="95214" x="1638300" y="4756150"/>
          <p14:tracePt t="95231" x="1549400" y="4749800"/>
          <p14:tracePt t="95248" x="1435100" y="4749800"/>
          <p14:tracePt t="95264" x="1327150" y="4737100"/>
          <p14:tracePt t="95280" x="1276350" y="4743450"/>
          <p14:tracePt t="95298" x="1181100" y="4737100"/>
          <p14:tracePt t="95314" x="1130300" y="4730750"/>
          <p14:tracePt t="95330" x="1111250" y="4718050"/>
          <p14:tracePt t="95347" x="1085850" y="4711700"/>
          <p14:tracePt t="95363" x="1073150" y="4705350"/>
          <p14:tracePt t="95396" x="1073150" y="4699000"/>
          <p14:tracePt t="95403" x="1079500" y="4699000"/>
          <p14:tracePt t="95413" x="1085850" y="4699000"/>
          <p14:tracePt t="95433" x="1092200" y="4699000"/>
          <p14:tracePt t="95447" x="1098550" y="4699000"/>
          <p14:tracePt t="95463" x="1104900" y="4699000"/>
          <p14:tracePt t="95480" x="1123950" y="4699000"/>
          <p14:tracePt t="95513" x="1130300" y="4699000"/>
          <p14:tracePt t="95530" x="1143000" y="4699000"/>
          <p14:tracePt t="95546" x="1162050" y="4705350"/>
          <p14:tracePt t="95563" x="1168400" y="4711700"/>
          <p14:tracePt t="95579" x="1187450" y="4711700"/>
          <p14:tracePt t="95596" x="1231900" y="4718050"/>
          <p14:tracePt t="95614" x="1276350" y="4718050"/>
          <p14:tracePt t="95629" x="1320800" y="4724400"/>
          <p14:tracePt t="95646" x="1422400" y="4724400"/>
          <p14:tracePt t="95663" x="1562100" y="4730750"/>
          <p14:tracePt t="95679" x="1631950" y="4743450"/>
          <p14:tracePt t="95696" x="1746250" y="4749800"/>
          <p14:tracePt t="95712" x="1835150" y="4749800"/>
          <p14:tracePt t="95729" x="1879600" y="4762500"/>
          <p14:tracePt t="95746" x="1917700" y="4762500"/>
          <p14:tracePt t="95762" x="2025650" y="4762500"/>
          <p14:tracePt t="95779" x="2063750" y="4762500"/>
          <p14:tracePt t="95796" x="2165350" y="4756150"/>
          <p14:tracePt t="95812" x="2222500" y="4756150"/>
          <p14:tracePt t="95829" x="2311400" y="4749800"/>
          <p14:tracePt t="95846" x="2374900" y="4724400"/>
          <p14:tracePt t="95862" x="2393950" y="4718050"/>
          <p14:tracePt t="95879" x="2438400" y="4705350"/>
          <p14:tracePt t="95895" x="2463800" y="4692650"/>
          <p14:tracePt t="95912" x="2470150" y="4686300"/>
          <p14:tracePt t="95929" x="2482850" y="4686300"/>
          <p14:tracePt t="95945" x="2482850" y="4679950"/>
          <p14:tracePt t="95978" x="2489200" y="4673600"/>
          <p14:tracePt t="96035" x="2495550" y="4673600"/>
          <p14:tracePt t="96041" x="2501900" y="4673600"/>
          <p14:tracePt t="96858" x="2501900" y="4686300"/>
          <p14:tracePt t="96865" x="2508250" y="4718050"/>
          <p14:tracePt t="96879" x="2514600" y="4737100"/>
          <p14:tracePt t="96891" x="2514600" y="4768850"/>
          <p14:tracePt t="96908" x="2520950" y="4806950"/>
          <p14:tracePt t="96925" x="2527300" y="4819650"/>
          <p14:tracePt t="96942" x="2533650" y="4864100"/>
          <p14:tracePt t="96958" x="2552700" y="4902200"/>
          <p14:tracePt t="96975" x="2559050" y="4914900"/>
          <p14:tracePt t="96991" x="2578100" y="4959350"/>
          <p14:tracePt t="97008" x="2609850" y="5003800"/>
          <p14:tracePt t="97025" x="2616200" y="5022850"/>
          <p14:tracePt t="97041" x="2641600" y="5067300"/>
          <p14:tracePt t="97058" x="2660650" y="5105400"/>
          <p14:tracePt t="97075" x="2667000" y="5124450"/>
          <p14:tracePt t="97091" x="2692400" y="5149850"/>
          <p14:tracePt t="97108" x="2698750" y="5162550"/>
          <p14:tracePt t="97125" x="2705100" y="5162550"/>
          <p14:tracePt t="97157" x="2705100" y="5168900"/>
          <p14:tracePt t="97187" x="2705100" y="5175250"/>
          <p14:tracePt t="97215" x="2698750" y="5175250"/>
          <p14:tracePt t="97223" x="2698750" y="5181600"/>
          <p14:tracePt t="97948" x="2698750" y="5187950"/>
          <p14:tracePt t="97970" x="2698750" y="5194300"/>
          <p14:tracePt t="97990" x="2692400" y="5200650"/>
          <p14:tracePt t="98019" x="2673350" y="5200650"/>
          <p14:tracePt t="98033" x="2667000" y="5194300"/>
          <p14:tracePt t="98040" x="2654300" y="5187950"/>
          <p14:tracePt t="98055" x="2647950" y="5187950"/>
          <p14:tracePt t="98071" x="2635250" y="5175250"/>
          <p14:tracePt t="98089" x="2628900" y="5156200"/>
          <p14:tracePt t="98104" x="2622550" y="5143500"/>
          <p14:tracePt t="98121" x="2616200" y="5137150"/>
          <p14:tracePt t="98138" x="2609850" y="5086350"/>
          <p14:tracePt t="98154" x="2603500" y="5060950"/>
          <p14:tracePt t="98171" x="2597150" y="5029200"/>
          <p14:tracePt t="98187" x="2571750" y="4965700"/>
          <p14:tracePt t="98204" x="2546350" y="4870450"/>
          <p14:tracePt t="98220" x="2540000" y="4832350"/>
          <p14:tracePt t="98237" x="2520950" y="4749800"/>
          <p14:tracePt t="98254" x="2508250" y="4686300"/>
          <p14:tracePt t="98271" x="2495550" y="4648200"/>
          <p14:tracePt t="98287" x="2489200" y="4629150"/>
          <p14:tracePt t="98304" x="2489200" y="4610100"/>
          <p14:tracePt t="98321" x="2489200" y="4591050"/>
          <p14:tracePt t="98337" x="2489200" y="4584700"/>
          <p14:tracePt t="98353" x="2495550" y="4584700"/>
          <p14:tracePt t="98370" x="2501900" y="4584700"/>
          <p14:tracePt t="98404" x="2508250" y="4584700"/>
          <p14:tracePt t="98461" x="2514600" y="4591050"/>
          <p14:tracePt t="98580" x="2520950" y="4597400"/>
          <p14:tracePt t="98601" x="2520950" y="4603750"/>
          <p14:tracePt t="98622" x="2520950" y="4610100"/>
          <p14:tracePt t="98651" x="2520950" y="4616450"/>
          <p14:tracePt t="98671" x="2520950" y="4622800"/>
          <p14:tracePt t="98692" x="2527300" y="4622800"/>
          <p14:tracePt t="98721" x="2533650" y="4629150"/>
          <p14:tracePt t="98742" x="2540000" y="4629150"/>
          <p14:tracePt t="98763" x="2546350" y="4635500"/>
          <p14:tracePt t="98770" x="2552700" y="4635500"/>
          <p14:tracePt t="98798" x="2559050" y="4635500"/>
          <p14:tracePt t="98812" x="2565400" y="4635500"/>
          <p14:tracePt t="98832" x="2571750" y="4641850"/>
          <p14:tracePt t="98839" x="2578100" y="4641850"/>
          <p14:tracePt t="98855" x="2584450" y="4641850"/>
          <p14:tracePt t="99244" x="2584450" y="4660900"/>
          <p14:tracePt t="99252" x="2584450" y="4699000"/>
          <p14:tracePt t="99265" x="2584450" y="4737100"/>
          <p14:tracePt t="99272" x="2578100" y="4787900"/>
          <p14:tracePt t="99287" x="2578100" y="4851400"/>
          <p14:tracePt t="99300" x="2559050" y="4959350"/>
          <p14:tracePt t="99317" x="2552700" y="5010150"/>
          <p14:tracePt t="99333" x="2546350" y="5067300"/>
          <p14:tracePt t="99349" x="2533650" y="5124450"/>
          <p14:tracePt t="99366" x="2533650" y="5181600"/>
          <p14:tracePt t="99384" x="2533650" y="5226050"/>
          <p14:tracePt t="99399" x="2533650" y="5245100"/>
          <p14:tracePt t="99416" x="2540000" y="5276850"/>
          <p14:tracePt t="99434" x="2552700" y="5302250"/>
          <p14:tracePt t="99449" x="2559050" y="5314950"/>
          <p14:tracePt t="99466" x="2571750" y="5353050"/>
          <p14:tracePt t="99483" x="2597150" y="5384800"/>
          <p14:tracePt t="99499" x="2603500" y="5397500"/>
          <p14:tracePt t="99517" x="2622550" y="5422900"/>
          <p14:tracePt t="99533" x="2635250" y="5441950"/>
          <p14:tracePt t="99549" x="2641600" y="5448300"/>
          <p14:tracePt t="99567" x="2654300" y="5461000"/>
          <p14:tracePt t="99582" x="2660650" y="5467350"/>
          <p14:tracePt t="99616" x="2667000" y="5467350"/>
          <p14:tracePt t="101000" x="2705100" y="5467350"/>
          <p14:tracePt t="101007" x="2755900" y="5480050"/>
          <p14:tracePt t="101021" x="2806700" y="5480050"/>
          <p14:tracePt t="101030" x="2870200" y="5486400"/>
          <p14:tracePt t="101044" x="2952750" y="5499100"/>
          <p14:tracePt t="101061" x="3105150" y="5505450"/>
          <p14:tracePt t="101078" x="3251200" y="5524500"/>
          <p14:tracePt t="101094" x="3314700" y="5537200"/>
          <p14:tracePt t="101110" x="3378200" y="5543550"/>
          <p14:tracePt t="101127" x="3625850" y="5575300"/>
          <p14:tracePt t="101144" x="3702050" y="5588000"/>
          <p14:tracePt t="101161" x="3854450" y="5594350"/>
          <p14:tracePt t="101177" x="3911600" y="5594350"/>
          <p14:tracePt t="101194" x="3987800" y="5600700"/>
          <p14:tracePt t="101211" x="4044950" y="5600700"/>
          <p14:tracePt t="101227" x="4076700" y="5600700"/>
          <p14:tracePt t="101243" x="4108450" y="5588000"/>
          <p14:tracePt t="101260" x="4165600" y="5575300"/>
          <p14:tracePt t="101276" x="4178300" y="5568950"/>
          <p14:tracePt t="101294" x="4197350" y="5562600"/>
          <p14:tracePt t="101310" x="4203700" y="5549900"/>
          <p14:tracePt t="101343" x="4203700" y="5543550"/>
          <p14:tracePt t="101359" x="4197350" y="5537200"/>
          <p14:tracePt t="101380" x="4191000" y="5537200"/>
          <p14:tracePt t="101399" x="4184650" y="5537200"/>
          <p14:tracePt t="101409" x="4171950" y="5530850"/>
          <p14:tracePt t="101426" x="4165600" y="5530850"/>
          <p14:tracePt t="101443" x="4146550" y="5530850"/>
          <p14:tracePt t="101459" x="4127500" y="5524500"/>
          <p14:tracePt t="101477" x="4083050" y="5518150"/>
          <p14:tracePt t="101492" x="4064000" y="5511800"/>
          <p14:tracePt t="101509" x="4044950" y="5505450"/>
          <p14:tracePt t="101526" x="3994150" y="5492750"/>
          <p14:tracePt t="101542" x="3924300" y="5480050"/>
          <p14:tracePt t="101559" x="3892550" y="5467350"/>
          <p14:tracePt t="101563" x="3867150" y="5461000"/>
          <p14:tracePt t="101576" x="3822700" y="5461000"/>
          <p14:tracePt t="101592" x="3778250" y="5454650"/>
          <p14:tracePt t="101609" x="3746500" y="5454650"/>
          <p14:tracePt t="101625" x="3714750" y="5454650"/>
          <p14:tracePt t="101642" x="3689350" y="5454650"/>
          <p14:tracePt t="101660" x="3670300" y="5454650"/>
          <p14:tracePt t="101692" x="3663950" y="5454650"/>
          <p14:tracePt t="101711" x="3657600" y="5454650"/>
          <p14:tracePt t="101744" x="3651250" y="5454650"/>
          <p14:tracePt t="101750" x="3651250" y="5448300"/>
          <p14:tracePt t="101759" x="3644900" y="5448300"/>
          <p14:tracePt t="101774" x="3638550" y="5448300"/>
          <p14:tracePt t="101794" x="3632200" y="5448300"/>
          <p14:tracePt t="101807" x="3625850" y="5448300"/>
          <p14:tracePt t="101824" x="3613150" y="5448300"/>
          <p14:tracePt t="101842" x="3568700" y="5448300"/>
          <p14:tracePt t="101858" x="3543300" y="5448300"/>
          <p14:tracePt t="101875" x="3429000" y="5454650"/>
          <p14:tracePt t="101891" x="3251200" y="5461000"/>
          <p14:tracePt t="101908" x="3162300" y="5461000"/>
          <p14:tracePt t="101924" x="2971800" y="5461000"/>
          <p14:tracePt t="101941" x="2825750" y="5441950"/>
          <p14:tracePt t="101958" x="2762250" y="5429250"/>
          <p14:tracePt t="101975" x="2654300" y="5403850"/>
          <p14:tracePt t="101990" x="2590800" y="5384800"/>
          <p14:tracePt t="102007" x="2578100" y="5378450"/>
          <p14:tracePt t="102025" x="2565400" y="5378450"/>
          <p14:tracePt t="102041" x="2552700" y="5378450"/>
          <p14:tracePt t="102081" x="2559050" y="5378450"/>
          <p14:tracePt t="102102" x="2565400" y="5372100"/>
          <p14:tracePt t="102110" x="2565400" y="5365750"/>
          <p14:tracePt t="102905" x="2622550" y="5365750"/>
          <p14:tracePt t="102912" x="2711450" y="5365750"/>
          <p14:tracePt t="102926" x="2825750" y="5365750"/>
          <p14:tracePt t="102938" x="2927350" y="5365750"/>
          <p14:tracePt t="102954" x="3143250" y="5365750"/>
          <p14:tracePt t="102971" x="3263900" y="5365750"/>
          <p14:tracePt t="102987" x="3536950" y="5365750"/>
          <p14:tracePt t="103004" x="3702050" y="5346700"/>
          <p14:tracePt t="103020" x="3752850" y="5346700"/>
          <p14:tracePt t="103038" x="3803650" y="5340350"/>
          <p14:tracePt t="103054" x="3829050" y="5327650"/>
          <p14:tracePt t="103070" x="3835400" y="5327650"/>
          <p14:tracePt t="103137" x="3822700" y="5334000"/>
          <p14:tracePt t="103143" x="3810000" y="5334000"/>
          <p14:tracePt t="103158" x="3797300" y="5334000"/>
          <p14:tracePt t="103170" x="3778250" y="5346700"/>
          <p14:tracePt t="103187" x="3733800" y="5346700"/>
          <p14:tracePt t="103203" x="3695700" y="5353050"/>
          <p14:tracePt t="103220" x="3581400" y="5353050"/>
          <p14:tracePt t="103237" x="3416300" y="5353050"/>
          <p14:tracePt t="103254" x="3314700" y="5353050"/>
          <p14:tracePt t="103270" x="3136900" y="5353050"/>
          <p14:tracePt t="103286" x="2946400" y="5353050"/>
          <p14:tracePt t="103303" x="2844800" y="5353050"/>
          <p14:tracePt t="103320" x="2641600" y="5353050"/>
          <p14:tracePt t="103337" x="2489200" y="5359400"/>
          <p14:tracePt t="103354" x="2343150" y="5378450"/>
          <p14:tracePt t="103369" x="2305050" y="5391150"/>
          <p14:tracePt t="103386" x="2216150" y="5391150"/>
          <p14:tracePt t="103403" x="2171700" y="5391150"/>
          <p14:tracePt t="103419" x="2159000" y="5391150"/>
          <p14:tracePt t="103436" x="2152650" y="5391150"/>
          <p14:tracePt t="103468" x="2159000" y="5391150"/>
          <p14:tracePt t="103486" x="2165350" y="5391150"/>
          <p14:tracePt t="103502" x="2190750" y="5391150"/>
          <p14:tracePt t="103519" x="2209800" y="5391150"/>
          <p14:tracePt t="103537" x="2241550" y="5397500"/>
          <p14:tracePt t="103553" x="2279650" y="5403850"/>
          <p14:tracePt t="103556" x="2317750" y="5403850"/>
          <p14:tracePt t="103569" x="2368550" y="5403850"/>
          <p14:tracePt t="103586" x="2501900" y="5403850"/>
          <p14:tracePt t="103602" x="2578100" y="5403850"/>
          <p14:tracePt t="103618" x="2787650" y="5403850"/>
          <p14:tracePt t="103636" x="2997200" y="5422900"/>
          <p14:tracePt t="103652" x="3086100" y="5435600"/>
          <p14:tracePt t="103670" x="3276600" y="5454650"/>
          <p14:tracePt t="103685" x="3416300" y="5454650"/>
          <p14:tracePt t="103701" x="3467100" y="5454650"/>
          <p14:tracePt t="103719" x="3517900" y="5454650"/>
          <p14:tracePt t="103735" x="3575050" y="5454650"/>
          <p14:tracePt t="103752" x="3587750" y="5454650"/>
          <p14:tracePt t="103768" x="3600450" y="5454650"/>
          <p14:tracePt t="103859" x="3606800" y="5454650"/>
          <p14:tracePt t="103867" x="3606800" y="5461000"/>
          <p14:tracePt t="103873" x="3613150" y="5467350"/>
          <p14:tracePt t="103888" x="3613150" y="5473700"/>
          <p14:tracePt t="106552" x="3632200" y="5473700"/>
          <p14:tracePt t="106566" x="3670300" y="5467350"/>
          <p14:tracePt t="106573" x="3702050" y="5461000"/>
          <p14:tracePt t="106587" x="3752850" y="5461000"/>
          <p14:tracePt t="106595" x="3810000" y="5441950"/>
          <p14:tracePt t="106608" x="3873500" y="5441950"/>
          <p14:tracePt t="106625" x="4013200" y="5435600"/>
          <p14:tracePt t="106641" x="4102100" y="5422900"/>
          <p14:tracePt t="106658" x="4298950" y="5384800"/>
          <p14:tracePt t="106675" x="4457700" y="5321300"/>
          <p14:tracePt t="106693" x="4616450" y="5276850"/>
          <p14:tracePt t="106708" x="4673600" y="5257800"/>
          <p14:tracePt t="106725" x="4724400" y="5238750"/>
          <p14:tracePt t="106741" x="4775200" y="5219700"/>
          <p14:tracePt t="106783" x="4775200" y="5213350"/>
          <p14:tracePt t="106797" x="4768850" y="5213350"/>
          <p14:tracePt t="106807" x="4762500" y="5213350"/>
          <p14:tracePt t="106825" x="4749800" y="5213350"/>
          <p14:tracePt t="106841" x="4743450" y="5213350"/>
          <p14:tracePt t="106857" x="4730750" y="5213350"/>
          <p14:tracePt t="106875" x="4718050" y="5219700"/>
          <p14:tracePt t="106907" x="4711700" y="5226050"/>
          <p14:tracePt t="106924" x="4699000" y="5232400"/>
          <p14:tracePt t="106941" x="4692650" y="5232400"/>
          <p14:tracePt t="106957" x="4673600" y="5245100"/>
          <p14:tracePt t="106974" x="4648200" y="5251450"/>
          <p14:tracePt t="106990" x="4641850" y="5251450"/>
          <p14:tracePt t="107008" x="4597400" y="5264150"/>
          <p14:tracePt t="107023" x="4502150" y="5289550"/>
          <p14:tracePt t="107040" x="4438650" y="5302250"/>
          <p14:tracePt t="107057" x="4267200" y="5340350"/>
          <p14:tracePt t="107073" x="4178300" y="5353050"/>
          <p14:tracePt t="107090" x="3981450" y="5378450"/>
          <p14:tracePt t="107094" x="3892550" y="5391150"/>
          <p14:tracePt t="107107" x="3803650" y="5410200"/>
          <p14:tracePt t="107123" x="3714750" y="5429250"/>
          <p14:tracePt t="107140" x="3543300" y="5461000"/>
          <p14:tracePt t="107157" x="3371850" y="5511800"/>
          <p14:tracePt t="107173" x="3302000" y="5530850"/>
          <p14:tracePt t="107190" x="3194050" y="5556250"/>
          <p14:tracePt t="107206" x="3155950" y="5556250"/>
          <p14:tracePt t="107223" x="3143250" y="5556250"/>
          <p14:tracePt t="107239" x="3136900" y="5556250"/>
          <p14:tracePt t="107268" x="3136900" y="5562600"/>
          <p14:tracePt t="109039" x="3162300" y="5556250"/>
          <p14:tracePt t="109053" x="3194050" y="5549900"/>
          <p14:tracePt t="109059" x="3251200" y="5530850"/>
          <p14:tracePt t="109074" x="3302000" y="5505450"/>
          <p14:tracePt t="109082" x="3371850" y="5473700"/>
          <p14:tracePt t="109099" x="3454400" y="5441950"/>
          <p14:tracePt t="109116" x="3600450" y="5397500"/>
          <p14:tracePt t="109133" x="3721100" y="5365750"/>
          <p14:tracePt t="109149" x="3759200" y="5359400"/>
          <p14:tracePt t="109153" x="3816350" y="5346700"/>
          <p14:tracePt t="109166" x="3867150" y="5340350"/>
          <p14:tracePt t="109182" x="3911600" y="5334000"/>
          <p14:tracePt t="109199" x="3924300" y="5327650"/>
          <p14:tracePt t="109216" x="3937000" y="5327650"/>
          <p14:tracePt t="109232" x="3943350" y="5334000"/>
          <p14:tracePt t="109270" x="3937000" y="5340350"/>
          <p14:tracePt t="109292" x="3930650" y="5340350"/>
          <p14:tracePt t="109301" x="3917950" y="5340350"/>
          <p14:tracePt t="109315" x="3892550" y="5346700"/>
          <p14:tracePt t="109332" x="3873500" y="5346700"/>
          <p14:tracePt t="109349" x="3803650" y="5346700"/>
          <p14:tracePt t="109365" x="3714750" y="5346700"/>
          <p14:tracePt t="109383" x="3587750" y="5346700"/>
          <p14:tracePt t="109398" x="3511550" y="5340350"/>
          <p14:tracePt t="109415" x="3346450" y="5340350"/>
          <p14:tracePt t="109432" x="3187700" y="5327650"/>
          <p14:tracePt t="109448" x="3149600" y="5321300"/>
          <p14:tracePt t="109465" x="3054350" y="5302250"/>
          <p14:tracePt t="109482" x="3003550" y="5295900"/>
          <p14:tracePt t="109498" x="2990850" y="5295900"/>
          <p14:tracePt t="109551" x="2997200" y="5295900"/>
          <p14:tracePt t="109566" x="3003550" y="5295900"/>
          <p14:tracePt t="109572" x="3009900" y="5295900"/>
          <p14:tracePt t="109581" x="3016250" y="5295900"/>
          <p14:tracePt t="109597" x="3022600" y="5295900"/>
          <p14:tracePt t="109615" x="3060700" y="5302250"/>
          <p14:tracePt t="109631" x="3079750" y="5302250"/>
          <p14:tracePt t="109648" x="3130550" y="5308600"/>
          <p14:tracePt t="109651" x="3175000" y="5314950"/>
          <p14:tracePt t="109665" x="3232150" y="5327650"/>
          <p14:tracePt t="109681" x="3308350" y="5327650"/>
          <p14:tracePt t="109698" x="3448050" y="5334000"/>
          <p14:tracePt t="109714" x="3568700" y="5346700"/>
          <p14:tracePt t="109731" x="3619500" y="5346700"/>
          <p14:tracePt t="109748" x="3689350" y="5353050"/>
          <p14:tracePt t="109764" x="3733800" y="5353050"/>
          <p14:tracePt t="109780" x="3752850" y="5353050"/>
          <p14:tracePt t="109797" x="3778250" y="5353050"/>
          <p14:tracePt t="109814" x="3797300" y="5359400"/>
          <p14:tracePt t="109847" x="3797300" y="5365750"/>
          <p14:tracePt t="109874" x="3790950" y="5372100"/>
          <p14:tracePt t="109883" x="3778250" y="5378450"/>
          <p14:tracePt t="109897" x="3759200" y="5378450"/>
          <p14:tracePt t="109913" x="3740150" y="5378450"/>
          <p14:tracePt t="109930" x="3594100" y="5384800"/>
          <p14:tracePt t="109947" x="3530600" y="5384800"/>
          <p14:tracePt t="109963" x="3441700" y="5378450"/>
          <p14:tracePt t="109980" x="3270250" y="5346700"/>
          <p14:tracePt t="109997" x="3124200" y="5308600"/>
          <p14:tracePt t="110013" x="3079750" y="5289550"/>
          <p14:tracePt t="110029" x="3035300" y="5283200"/>
          <p14:tracePt t="110046" x="3022600" y="5283200"/>
          <p14:tracePt t="110063" x="3022600" y="5289550"/>
          <p14:tracePt t="110079" x="3028950" y="5289550"/>
          <p14:tracePt t="110096" x="3035300" y="5295900"/>
          <p14:tracePt t="110113" x="3067050" y="5314950"/>
          <p14:tracePt t="110130" x="3092450" y="5321300"/>
          <p14:tracePt t="110146" x="3206750" y="5359400"/>
          <p14:tracePt t="110163" x="3390900" y="5397500"/>
          <p14:tracePt t="110179" x="3492500" y="5422900"/>
          <p14:tracePt t="110197" x="3689350" y="5461000"/>
          <p14:tracePt t="110212" x="3841750" y="5480050"/>
          <p14:tracePt t="110229" x="3905250" y="5492750"/>
          <p14:tracePt t="110246" x="4038600" y="5492750"/>
          <p14:tracePt t="110262" x="4089400" y="5486400"/>
          <p14:tracePt t="110279" x="4159250" y="5480050"/>
          <p14:tracePt t="110296" x="4191000" y="5467350"/>
          <p14:tracePt t="110312" x="4203700" y="5461000"/>
          <p14:tracePt t="110330" x="4210050" y="5461000"/>
          <p14:tracePt t="110361" x="4210050" y="5454650"/>
          <p14:tracePt t="110379" x="4197350" y="5448300"/>
          <p14:tracePt t="110395" x="4184650" y="5441950"/>
          <p14:tracePt t="110412" x="4171950" y="5441950"/>
          <p14:tracePt t="110429" x="4127500" y="5429250"/>
          <p14:tracePt t="110445" x="4057650" y="5416550"/>
          <p14:tracePt t="110462" x="4006850" y="5403850"/>
          <p14:tracePt t="110478" x="3886200" y="5378450"/>
          <p14:tracePt t="110495" x="3740150" y="5340350"/>
          <p14:tracePt t="110512" x="3676650" y="5327650"/>
          <p14:tracePt t="110528" x="3556000" y="5289550"/>
          <p14:tracePt t="110545" x="3511550" y="5283200"/>
          <p14:tracePt t="110562" x="3359150" y="5251450"/>
          <p14:tracePt t="110578" x="3295650" y="5238750"/>
          <p14:tracePt t="110594" x="3251200" y="5219700"/>
          <p14:tracePt t="110611" x="3155950" y="5207000"/>
          <p14:tracePt t="110627" x="3060700" y="5181600"/>
          <p14:tracePt t="110644" x="2984500" y="5168900"/>
          <p14:tracePt t="110648" x="2895600" y="5156200"/>
          <p14:tracePt t="110662" x="2813050" y="5137150"/>
          <p14:tracePt t="110677" x="2635250" y="5111750"/>
          <p14:tracePt t="110694" x="2571750" y="5099050"/>
          <p14:tracePt t="110710" x="2438400" y="5073650"/>
          <p14:tracePt t="110727" x="2317750" y="5041900"/>
          <p14:tracePt t="110745" x="2247900" y="5029200"/>
          <p14:tracePt t="110761" x="2216150" y="5010150"/>
          <p14:tracePt t="110778" x="2190750" y="5003800"/>
          <p14:tracePt t="110836" x="2203450" y="5010150"/>
          <p14:tracePt t="110842" x="2209800" y="5022850"/>
          <p14:tracePt t="110857" x="2216150" y="5022850"/>
          <p14:tracePt t="110864" x="2228850" y="5029200"/>
          <p14:tracePt t="110880" x="2241550" y="5035550"/>
          <p14:tracePt t="110893" x="2266950" y="5041900"/>
          <p14:tracePt t="110910" x="2298700" y="5054600"/>
          <p14:tracePt t="110927" x="2368550" y="5080000"/>
          <p14:tracePt t="110943" x="2425700" y="5099050"/>
          <p14:tracePt t="110960" x="2565400" y="5130800"/>
          <p14:tracePt t="110977" x="2774950" y="5168900"/>
          <p14:tracePt t="110993" x="2901950" y="5194300"/>
          <p14:tracePt t="111010" x="3143250" y="5245100"/>
          <p14:tracePt t="111026" x="3473450" y="5276850"/>
          <p14:tracePt t="111043" x="3619500" y="5302250"/>
          <p14:tracePt t="111060" x="3886200" y="5321300"/>
          <p14:tracePt t="111076" x="4140200" y="5365750"/>
          <p14:tracePt t="111093" x="4267200" y="5378450"/>
          <p14:tracePt t="111110" x="4483100" y="5397500"/>
          <p14:tracePt t="111126" x="4603750" y="5416550"/>
          <p14:tracePt t="111142" x="4641850" y="5416550"/>
          <p14:tracePt t="111159" x="4679950" y="5416550"/>
          <p14:tracePt t="111176" x="4686300" y="5416550"/>
          <p14:tracePt t="111192" x="4692650" y="5416550"/>
          <p14:tracePt t="111215" x="4686300" y="5416550"/>
          <p14:tracePt t="111229" x="4679950" y="5416550"/>
          <p14:tracePt t="111242" x="4667250" y="5416550"/>
          <p14:tracePt t="111259" x="4616450" y="5410200"/>
          <p14:tracePt t="111275" x="4572000" y="5397500"/>
          <p14:tracePt t="111292" x="4445000" y="5403850"/>
          <p14:tracePt t="111309" x="4267200" y="5403850"/>
          <p14:tracePt t="111325" x="4165600" y="5410200"/>
          <p14:tracePt t="111342" x="3975100" y="5422900"/>
          <p14:tracePt t="111358" x="3778250" y="5435600"/>
          <p14:tracePt t="111376" x="3689350" y="5454650"/>
          <p14:tracePt t="111392" x="3543300" y="5480050"/>
          <p14:tracePt t="111409" x="3448050" y="5499100"/>
          <p14:tracePt t="111426" x="3409950" y="5505450"/>
          <p14:tracePt t="111441" x="3403600" y="5505450"/>
          <p14:tracePt t="111458" x="3397250" y="5505450"/>
          <p14:tracePt t="111496" x="3403600" y="5505450"/>
          <p14:tracePt t="111511" x="3409950" y="5499100"/>
          <p14:tracePt t="111524" x="3416300" y="5499100"/>
          <p14:tracePt t="111541" x="3429000" y="5499100"/>
          <p14:tracePt t="111558" x="3441700" y="5499100"/>
          <p14:tracePt t="111574" x="3517900" y="5492750"/>
          <p14:tracePt t="111591" x="3625850" y="5486400"/>
          <p14:tracePt t="111609" x="3746500" y="5467350"/>
          <p14:tracePt t="111625" x="3810000" y="5467350"/>
          <p14:tracePt t="111641" x="3917950" y="5448300"/>
          <p14:tracePt t="111658" x="4006850" y="5429250"/>
          <p14:tracePt t="112248" x="4051300" y="5429250"/>
          <p14:tracePt t="112263" x="4076700" y="5435600"/>
          <p14:tracePt t="112270" x="4121150" y="5441950"/>
          <p14:tracePt t="112277" x="4165600" y="5461000"/>
          <p14:tracePt t="112292" x="4191000" y="5461000"/>
          <p14:tracePt t="112305" x="4210050" y="5467350"/>
          <p14:tracePt t="112322" x="4235450" y="5467350"/>
          <p14:tracePt t="112338" x="4248150" y="5467350"/>
          <p14:tracePt t="112355" x="4260850" y="5467350"/>
          <p14:tracePt t="112371" x="4273550" y="5467350"/>
          <p14:tracePt t="112432" x="4267200" y="5467350"/>
          <p14:tracePt t="112440" x="4260850" y="5467350"/>
          <p14:tracePt t="112453" x="4254500" y="5461000"/>
          <p14:tracePt t="112460" x="4241800" y="5461000"/>
          <p14:tracePt t="112475" x="4229100" y="5454650"/>
          <p14:tracePt t="112491" x="4210050" y="5454650"/>
          <p14:tracePt t="112504" x="4197350" y="5448300"/>
          <p14:tracePt t="112521" x="4171950" y="5448300"/>
          <p14:tracePt t="112538" x="4114800" y="5441950"/>
          <p14:tracePt t="112554" x="4051300" y="5441950"/>
          <p14:tracePt t="112572" x="4019550" y="5435600"/>
          <p14:tracePt t="112587" x="3981450" y="5429250"/>
          <p14:tracePt t="112604" x="3956050" y="5416550"/>
          <p14:tracePt t="112622" x="3937000" y="5416550"/>
          <p14:tracePt t="112637" x="3930650" y="5416550"/>
          <p14:tracePt t="112654" x="3924300" y="5416550"/>
          <p14:tracePt t="112671" x="3917950" y="5416550"/>
          <p14:tracePt t="112704" x="3911600" y="5416550"/>
          <p14:tracePt t="112734" x="3905250" y="5416550"/>
          <p14:tracePt t="112818" x="3905250" y="5397500"/>
          <p14:tracePt t="112832" x="3905250" y="5391150"/>
          <p14:tracePt t="112840" x="3911600" y="5384800"/>
          <p14:tracePt t="112860" x="3911600" y="5378450"/>
          <p14:tracePt t="112874" x="3911600" y="5372100"/>
          <p14:tracePt t="112886" x="3917950" y="5365750"/>
          <p14:tracePt t="112903" x="3937000" y="5340350"/>
          <p14:tracePt t="112920" x="3949700" y="5334000"/>
          <p14:tracePt t="112937" x="3994150" y="5308600"/>
          <p14:tracePt t="112952" x="4038600" y="5283200"/>
          <p14:tracePt t="112969" x="4057650" y="5276850"/>
          <p14:tracePt t="112987" x="4114800" y="5276850"/>
          <p14:tracePt t="113003" x="4184650" y="5295900"/>
          <p14:tracePt t="113019" x="4216400" y="5302250"/>
          <p14:tracePt t="113036" x="4267200" y="5334000"/>
          <p14:tracePt t="113052" x="4298950" y="5359400"/>
          <p14:tracePt t="113069" x="4305300" y="5372100"/>
          <p14:tracePt t="113086" x="4318000" y="5397500"/>
          <p14:tracePt t="113102" x="4318000" y="5403850"/>
          <p14:tracePt t="113120" x="4318000" y="5429250"/>
          <p14:tracePt t="113136" x="4311650" y="5435600"/>
          <p14:tracePt t="113152" x="4298950" y="5435600"/>
          <p14:tracePt t="113169" x="4273550" y="5454650"/>
          <p14:tracePt t="113191" x="4197350" y="5473700"/>
          <p14:tracePt t="113219" x="4114800" y="5473700"/>
          <p14:tracePt t="113235" x="4044950" y="5448300"/>
          <p14:tracePt t="113252" x="4019550" y="5441950"/>
          <p14:tracePt t="113268" x="3994150" y="5397500"/>
          <p14:tracePt t="113285" x="3981450" y="5365750"/>
          <p14:tracePt t="113303" x="3981450" y="5334000"/>
          <p14:tracePt t="113319" x="3981450" y="5308600"/>
          <p14:tracePt t="113335" x="3981450" y="5295900"/>
          <p14:tracePt t="113353" x="3987800" y="5276850"/>
          <p14:tracePt t="113368" x="3994150" y="5264150"/>
          <p14:tracePt t="113385" x="4000500" y="5257800"/>
          <p14:tracePt t="113401" x="4025900" y="5251450"/>
          <p14:tracePt t="113422" x="4038600" y="5251450"/>
          <p14:tracePt t="113443" x="4044950" y="5257800"/>
          <p14:tracePt t="113457" x="4044950" y="5264150"/>
          <p14:tracePt t="113467" x="4051300" y="5270500"/>
          <p14:tracePt t="113485" x="4064000" y="5283200"/>
          <p14:tracePt t="113501" x="4076700" y="5289550"/>
          <p14:tracePt t="113517" x="4108450" y="5308600"/>
          <p14:tracePt t="113535" x="4146550" y="5346700"/>
          <p14:tracePt t="113551" x="4159250" y="5359400"/>
          <p14:tracePt t="113567" x="4178300" y="5384800"/>
          <p14:tracePt t="113584" x="4191000" y="5410200"/>
          <p14:tracePt t="113601" x="4191000" y="5416550"/>
          <p14:tracePt t="113634" x="4184650" y="5416550"/>
          <p14:tracePt t="113650" x="4178300" y="5416550"/>
          <p14:tracePt t="113668" x="4165600" y="5410200"/>
          <p14:tracePt t="113683" x="4146550" y="5403850"/>
          <p14:tracePt t="113716" x="4133850" y="5403850"/>
          <p14:tracePt t="118869" x="4121150" y="5403850"/>
          <p14:tracePt t="118876" x="4102100" y="5391150"/>
          <p14:tracePt t="118890" x="4070350" y="5391150"/>
          <p14:tracePt t="118899" x="4038600" y="5372100"/>
          <p14:tracePt t="118916" x="4000500" y="5365750"/>
          <p14:tracePt t="118933" x="3924300" y="5321300"/>
          <p14:tracePt t="118949" x="3810000" y="5276850"/>
          <p14:tracePt t="118966" x="3759200" y="5257800"/>
          <p14:tracePt t="118982" x="3632200" y="5194300"/>
          <p14:tracePt t="118998" x="3517900" y="5137150"/>
          <p14:tracePt t="119016" x="3460750" y="5086350"/>
          <p14:tracePt t="119032" x="3346450" y="5010150"/>
          <p14:tracePt t="119048" x="3263900" y="4972050"/>
          <p14:tracePt t="119066" x="3155950" y="4914900"/>
          <p14:tracePt t="119082" x="3035300" y="4876800"/>
          <p14:tracePt t="119098" x="2952750" y="4864100"/>
          <p14:tracePt t="119115" x="2819400" y="4819650"/>
          <p14:tracePt t="119132" x="2749550" y="4794250"/>
          <p14:tracePt t="119148" x="2717800" y="4794250"/>
          <p14:tracePt t="119165" x="2673350" y="4781550"/>
          <p14:tracePt t="119181" x="2660650" y="4775200"/>
          <p14:tracePt t="119199" x="2647950" y="4762500"/>
          <p14:tracePt t="119214" x="2635250" y="4749800"/>
          <p14:tracePt t="119231" x="2622550" y="4730750"/>
          <p14:tracePt t="119248" x="2603500" y="4724400"/>
          <p14:tracePt t="119264" x="2597150" y="4711700"/>
          <p14:tracePt t="119280" x="2590800" y="4705350"/>
          <p14:tracePt t="119298" x="2565400" y="4679950"/>
          <p14:tracePt t="119314" x="2559050" y="4673600"/>
          <p14:tracePt t="119331" x="2552700" y="4667250"/>
          <p14:tracePt t="119347" x="2533650" y="4660900"/>
          <p14:tracePt t="119365" x="2527300" y="4654550"/>
          <p14:tracePt t="119381" x="2508250" y="4648200"/>
          <p14:tracePt t="119397" x="2501900" y="4648200"/>
          <p14:tracePt t="119414" x="2489200" y="4641850"/>
          <p14:tracePt t="119431" x="2489200" y="4635500"/>
          <p14:tracePt t="119507" x="2489200" y="4641850"/>
          <p14:tracePt t="119529" x="2489200" y="4648200"/>
          <p14:tracePt t="119536" x="2489200" y="4654550"/>
          <p14:tracePt t="119865" x="2533650" y="4610100"/>
          <p14:tracePt t="119872" x="2590800" y="4540250"/>
          <p14:tracePt t="119882" x="2660650" y="4470400"/>
          <p14:tracePt t="119895" x="2736850" y="4387850"/>
          <p14:tracePt t="119917" x="2870200" y="4210050"/>
          <p14:tracePt t="119920" x="2921000" y="4127500"/>
          <p14:tracePt t="119945" x="3054350" y="3975100"/>
          <p14:tracePt t="119962" x="3105150" y="3911600"/>
          <p14:tracePt t="119979" x="3213100" y="3797300"/>
          <p14:tracePt t="119995" x="3282950" y="3714750"/>
          <p14:tracePt t="120012" x="3321050" y="3676650"/>
          <p14:tracePt t="120028" x="3327400" y="3676650"/>
          <p14:tracePt t="120045" x="3333750" y="3670300"/>
          <p14:tracePt t="120078" x="3333750" y="3663950"/>
          <p14:tracePt t="120095" x="3340100" y="3663950"/>
          <p14:tracePt t="120112" x="3346450" y="3663950"/>
          <p14:tracePt t="120132" x="3352800" y="3670300"/>
          <p14:tracePt t="120153" x="3365500" y="3676650"/>
          <p14:tracePt t="120174" x="3378200" y="3676650"/>
          <p14:tracePt t="120181" x="3384550" y="3676650"/>
          <p14:tracePt t="120198" x="3390900" y="3676650"/>
          <p14:tracePt t="120211" x="3409950" y="3670300"/>
          <p14:tracePt t="120228" x="3422650" y="3663950"/>
          <p14:tracePt t="128299" x="3422650" y="3702050"/>
          <p14:tracePt t="128313" x="3422650" y="3778250"/>
          <p14:tracePt t="128320" x="3422650" y="3841750"/>
          <p14:tracePt t="128336" x="3422650" y="3917950"/>
          <p14:tracePt t="128349" x="3422650" y="3981450"/>
          <p14:tracePt t="128366" x="3422650" y="4133850"/>
          <p14:tracePt t="128383" x="3441700" y="4292600"/>
          <p14:tracePt t="128399" x="3460750" y="4362450"/>
          <p14:tracePt t="128416" x="3492500" y="4457700"/>
          <p14:tracePt t="128433" x="3511550" y="4521200"/>
          <p14:tracePt t="128449" x="3517900" y="4540250"/>
          <p14:tracePt t="128466" x="3536950" y="4572000"/>
          <p14:tracePt t="128482" x="3549650" y="4584700"/>
          <p14:tracePt t="128499" x="3549650" y="4591050"/>
          <p14:tracePt t="128516" x="3549650" y="4597400"/>
          <p14:tracePt t="128532" x="3556000" y="4603750"/>
          <p14:tracePt t="128594" x="3556000" y="4597400"/>
          <p14:tracePt t="128600" x="3549650" y="4597400"/>
          <p14:tracePt t="128614" x="3543300" y="4591050"/>
          <p14:tracePt t="128622" x="3530600" y="4578350"/>
          <p14:tracePt t="128636" x="3511550" y="4572000"/>
          <p14:tracePt t="128648" x="3479800" y="4546600"/>
          <p14:tracePt t="128665" x="3390900" y="4483100"/>
          <p14:tracePt t="128682" x="3308350" y="4432300"/>
          <p14:tracePt t="128699" x="3130550" y="4273550"/>
          <p14:tracePt t="128715" x="2927350" y="4102100"/>
          <p14:tracePt t="128732" x="2819400" y="4013200"/>
          <p14:tracePt t="128748" x="2635250" y="3867150"/>
          <p14:tracePt t="128765" x="2457450" y="3733800"/>
          <p14:tracePt t="128782" x="2387600" y="3670300"/>
          <p14:tracePt t="128798" x="2286000" y="3587750"/>
          <p14:tracePt t="128815" x="2222500" y="3536950"/>
          <p14:tracePt t="128832" x="2165350" y="3492500"/>
          <p14:tracePt t="128848" x="2146300" y="3479800"/>
          <p14:tracePt t="128865" x="2120900" y="3460750"/>
          <p14:tracePt t="128882" x="2114550" y="3454400"/>
          <p14:tracePt t="128973" x="2114550" y="3460750"/>
          <p14:tracePt t="128987" x="2120900" y="3467100"/>
          <p14:tracePt t="128994" x="2120900" y="3473450"/>
          <p14:tracePt t="129001" x="2127250" y="3473450"/>
          <p14:tracePt t="129017" x="2133600" y="3473450"/>
          <p14:tracePt t="129030" x="2133600" y="3479800"/>
          <p14:tracePt t="129047" x="2146300" y="3486150"/>
          <p14:tracePt t="129064" x="2159000" y="3486150"/>
          <p14:tracePt t="129080" x="2178050" y="3492500"/>
          <p14:tracePt t="129097" x="2216150" y="3511550"/>
          <p14:tracePt t="129114" x="2273300" y="3524250"/>
          <p14:tracePt t="129130" x="2324100" y="3530600"/>
          <p14:tracePt t="129148" x="2438400" y="3568700"/>
          <p14:tracePt t="129163" x="2584450" y="3619500"/>
          <p14:tracePt t="129180" x="2647950" y="3638550"/>
          <p14:tracePt t="129198" x="2781300" y="3663950"/>
          <p14:tracePt t="129213" x="2914650" y="3695700"/>
          <p14:tracePt t="129230" x="2971800" y="3714750"/>
          <p14:tracePt t="129246" x="3098800" y="3733800"/>
          <p14:tracePt t="129263" x="3162300" y="3733800"/>
          <p14:tracePt t="129280" x="3295650" y="3733800"/>
          <p14:tracePt t="129296" x="3409950" y="3727450"/>
          <p14:tracePt t="129313" x="3460750" y="3721100"/>
          <p14:tracePt t="129330" x="3549650" y="3702050"/>
          <p14:tracePt t="129346" x="3594100" y="3702050"/>
          <p14:tracePt t="129363" x="3613150" y="3695700"/>
          <p14:tracePt t="129380" x="3663950" y="3689350"/>
          <p14:tracePt t="129396" x="3714750" y="3676650"/>
          <p14:tracePt t="129413" x="3733800" y="3676650"/>
          <p14:tracePt t="129429" x="3771900" y="3670300"/>
          <p14:tracePt t="129446" x="3778250" y="3670300"/>
          <p14:tracePt t="129463" x="3784600" y="3670300"/>
          <p14:tracePt t="129480" x="3790950" y="3663950"/>
          <p14:tracePt t="129495" x="3790950" y="3657600"/>
          <p14:tracePt t="129541" x="3803650" y="3651250"/>
          <p14:tracePt t="129564" x="3803650" y="3644900"/>
          <p14:tracePt t="130044" x="3822700" y="3644900"/>
          <p14:tracePt t="130058" x="3841750" y="3644900"/>
          <p14:tracePt t="130064" x="3854450" y="3644900"/>
          <p14:tracePt t="130081" x="3873500" y="3644900"/>
          <p14:tracePt t="130094" x="3892550" y="3644900"/>
          <p14:tracePt t="130110" x="3924300" y="3644900"/>
          <p14:tracePt t="130128" x="3949700" y="3644900"/>
          <p14:tracePt t="130143" x="3962400" y="3644900"/>
          <p14:tracePt t="130160" x="3987800" y="3651250"/>
          <p14:tracePt t="130177" x="4006850" y="3657600"/>
          <p14:tracePt t="130193" x="4013200" y="3663950"/>
          <p14:tracePt t="130210" x="4038600" y="3670300"/>
          <p14:tracePt t="130227" x="4057650" y="3683000"/>
          <p14:tracePt t="130243" x="4070350" y="3689350"/>
          <p14:tracePt t="130260" x="4095750" y="3702050"/>
          <p14:tracePt t="130276" x="4127500" y="3714750"/>
          <p14:tracePt t="130293" x="4146550" y="3721100"/>
          <p14:tracePt t="130311" x="4197350" y="3733800"/>
          <p14:tracePt t="130326" x="4248150" y="3733800"/>
          <p14:tracePt t="130343" x="4273550" y="3740150"/>
          <p14:tracePt t="130360" x="4324350" y="3740150"/>
          <p14:tracePt t="130376" x="4375150" y="3746500"/>
          <p14:tracePt t="130393" x="4387850" y="3752850"/>
          <p14:tracePt t="130409" x="4438650" y="3752850"/>
          <p14:tracePt t="130426" x="4457700" y="3746500"/>
        </p14:tracePtLst>
      </p14:laserTraceLst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Inheritance rules for </a:t>
            </a:r>
            <a:r>
              <a:rPr lang="en-US" altLang="en-US" b="1" dirty="0" err="1"/>
              <a:t>dataclasses</a:t>
            </a:r>
            <a:endParaRPr lang="en-US" altLang="en-US" b="1" dirty="0"/>
          </a:p>
        </p:txBody>
      </p:sp>
      <p:sp>
        <p:nvSpPr>
          <p:cNvPr id="3" name="Rectangle 2"/>
          <p:cNvSpPr/>
          <p:nvPr/>
        </p:nvSpPr>
        <p:spPr bwMode="auto">
          <a:xfrm>
            <a:off x="152400" y="762000"/>
            <a:ext cx="89916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6075" lvl="0" indent="-346075"/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The steps of creating a </a:t>
            </a:r>
            <a:r>
              <a:rPr lang="en-US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dataclass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 are: </a:t>
            </a:r>
          </a:p>
          <a:p>
            <a:pPr marL="284163" lvl="0" indent="-284163">
              <a:buSzPct val="80000"/>
              <a:buAutoNum type="arabicPeriod"/>
            </a:pPr>
            <a:r>
              <a:rPr lang="en-US" sz="2800" spc="-3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Loo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king through all its base classes, starting at </a:t>
            </a:r>
            <a:r>
              <a:rPr lang="en-US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objec</a:t>
            </a:r>
            <a:r>
              <a:rPr lang="en-US" sz="2800" i="1" spc="-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t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284163" lvl="0" indent="-284163">
              <a:buSzPct val="80000"/>
              <a:buAutoNum type="arabicPeriod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Adding, for each </a:t>
            </a:r>
            <a:r>
              <a:rPr lang="en-US" sz="2800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dataclass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 that it finds, the fields from that base class to an ordered mapping of fields.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(By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starting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at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the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root,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derived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classes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override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their</a:t>
            </a:r>
            <a:r>
              <a:rPr lang="en-US" sz="24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base</a:t>
            </a:r>
            <a:r>
              <a:rPr lang="en-US" sz="2800" spc="-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s</a:t>
            </a:r>
            <a:r>
              <a:rPr lang="en-US" sz="2800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.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Times New Roman" panose="02020603050405020304" pitchFamily="18" charset="0"/>
              </a:rPr>
              <a:t>)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  <a:p>
            <a:pPr marL="284163" lvl="0" indent="-284163">
              <a:buSzPct val="80000"/>
              <a:buAutoNum type="arabicPeriod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Adding then its own fields to the ordered mapping. </a:t>
            </a:r>
          </a:p>
          <a:p>
            <a:pPr lvl="0">
              <a:buSzPct val="80000"/>
            </a:pPr>
            <a:endParaRPr lang="en-US" sz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lvl="0">
              <a:buSzPct val="80000"/>
            </a:pPr>
            <a:r>
              <a:rPr 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T</a:t>
            </a:r>
            <a:r>
              <a:rPr lang="en-US" sz="2800" spc="-2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hese steps set the order of constructor arguments.  </a:t>
            </a:r>
            <a:r>
              <a:rPr lang="en-US" sz="2800" spc="-2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Eg</a:t>
            </a:r>
            <a:r>
              <a:rPr lang="en-US" sz="2800" spc="-2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:</a:t>
            </a:r>
          </a:p>
          <a:p>
            <a:pPr marL="346075" indent="-346075"/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@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5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marL="346075" indent="-346075"/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class Base:    x: Any = 5.0; y: 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= 0</a:t>
            </a:r>
          </a:p>
          <a:p>
            <a:pPr marL="346075" indent="-346075"/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@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5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marL="346075" indent="-346075"/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class C(Base): z: 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= 9;   x: 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int</a:t>
            </a:r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= 5</a:t>
            </a:r>
          </a:p>
          <a:p>
            <a:pPr marL="346075" indent="-346075"/>
            <a:endParaRPr lang="en-US" sz="1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6075" indent="-346075"/>
            <a:r>
              <a:rPr 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The generated __</a:t>
            </a:r>
            <a:r>
              <a:rPr lang="en-US" sz="28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init</a:t>
            </a:r>
            <a:r>
              <a:rPr 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__() method header will look like:</a:t>
            </a:r>
          </a:p>
          <a:p>
            <a:pPr marL="346075" indent="-346075"/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__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__(</a:t>
            </a:r>
            <a:r>
              <a:rPr lang="en-US" sz="25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self,x:int</a:t>
            </a:r>
            <a:r>
              <a:rPr lang="en-US" sz="25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=5,y:int=0,z:int=9)</a:t>
            </a:r>
            <a:endParaRPr lang="en-US" sz="28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260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955"/>
    </mc:Choice>
    <mc:Fallback xmlns="">
      <p:transition spd="slow" advTm="235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798" x="3498850" y="1022350"/>
          <p14:tracePt t="4806" x="3556000" y="1060450"/>
          <p14:tracePt t="4819" x="3638550" y="1079500"/>
          <p14:tracePt t="4826" x="3727450" y="1117600"/>
          <p14:tracePt t="4837" x="3835400" y="1162050"/>
          <p14:tracePt t="4854" x="4044950" y="1238250"/>
          <p14:tracePt t="4871" x="4133850" y="1263650"/>
          <p14:tracePt t="4889" x="4216400" y="1289050"/>
          <p14:tracePt t="4904" x="4425950" y="1346200"/>
          <p14:tracePt t="4920" x="4470400" y="1352550"/>
          <p14:tracePt t="4938" x="4527550" y="1358900"/>
          <p14:tracePt t="4954" x="4546600" y="1358900"/>
          <p14:tracePt t="4970" x="4578350" y="1358900"/>
          <p14:tracePt t="4988" x="4622800" y="1358900"/>
          <p14:tracePt t="5020" x="4635500" y="1358900"/>
          <p14:tracePt t="5037" x="4654550" y="1358900"/>
          <p14:tracePt t="5053" x="4660900" y="1358900"/>
          <p14:tracePt t="5086" x="4673600" y="1358900"/>
          <p14:tracePt t="5120" x="4679950" y="1358900"/>
          <p14:tracePt t="5149" x="4686300" y="1358900"/>
          <p14:tracePt t="5156" x="4692650" y="1358900"/>
          <p14:tracePt t="5172" x="4699000" y="1358900"/>
          <p14:tracePt t="5186" x="4705350" y="1358900"/>
          <p14:tracePt t="5203" x="4711700" y="1358900"/>
          <p14:tracePt t="5221" x="4730750" y="1358900"/>
          <p14:tracePt t="5237" x="4743450" y="1352550"/>
          <p14:tracePt t="5255" x="4794250" y="1352550"/>
          <p14:tracePt t="5270" x="4819650" y="1352550"/>
          <p14:tracePt t="5287" x="4857750" y="1365250"/>
          <p14:tracePt t="5303" x="4921250" y="1365250"/>
          <p14:tracePt t="5319" x="5016500" y="1365250"/>
          <p14:tracePt t="5336" x="5054600" y="1365250"/>
          <p14:tracePt t="5352" x="5143500" y="1365250"/>
          <p14:tracePt t="5369" x="5251450" y="1352550"/>
          <p14:tracePt t="5386" x="5314950" y="1339850"/>
          <p14:tracePt t="5402" x="5429250" y="1339850"/>
          <p14:tracePt t="5419" x="5575300" y="1346200"/>
          <p14:tracePt t="5436" x="5715000" y="1346200"/>
          <p14:tracePt t="5452" x="5791200" y="1339850"/>
          <p14:tracePt t="5469" x="5842000" y="1339850"/>
          <p14:tracePt t="5473" x="5905500" y="1339850"/>
          <p14:tracePt t="5486" x="6000750" y="1339850"/>
          <p14:tracePt t="5502" x="6038850" y="1339850"/>
          <p14:tracePt t="5519" x="6076950" y="1339850"/>
          <p14:tracePt t="5536" x="6197600" y="1339850"/>
          <p14:tracePt t="5552" x="6223000" y="1339850"/>
          <p14:tracePt t="5568" x="6254750" y="1339850"/>
          <p14:tracePt t="5585" x="6311900" y="1339850"/>
          <p14:tracePt t="5601" x="6350000" y="1339850"/>
          <p14:tracePt t="5619" x="6388100" y="1339850"/>
          <p14:tracePt t="5635" x="6413500" y="1339850"/>
          <p14:tracePt t="5652" x="6470650" y="1339850"/>
          <p14:tracePt t="5668" x="6502400" y="1339850"/>
          <p14:tracePt t="5685" x="6521450" y="1339850"/>
          <p14:tracePt t="5701" x="6565900" y="1346200"/>
          <p14:tracePt t="5718" x="6597650" y="1346200"/>
          <p14:tracePt t="5734" x="6616700" y="1346200"/>
          <p14:tracePt t="5753" x="6642100" y="1346200"/>
          <p14:tracePt t="5768" x="6667500" y="1346200"/>
          <p14:tracePt t="5784" x="6673850" y="1346200"/>
          <p14:tracePt t="5802" x="6692900" y="1346200"/>
          <p14:tracePt t="5817" x="6705600" y="1346200"/>
          <p14:tracePt t="5834" x="6711950" y="1346200"/>
          <p14:tracePt t="5851" x="6718300" y="1346200"/>
          <p14:tracePt t="5884" x="6731000" y="1346200"/>
          <p14:tracePt t="5901" x="6737350" y="1346200"/>
          <p14:tracePt t="5917" x="6743700" y="1346200"/>
          <p14:tracePt t="5950" x="6750050" y="1346200"/>
          <p14:tracePt t="5977" x="6756400" y="1346200"/>
          <p14:tracePt t="6019" x="6762750" y="1346200"/>
          <p14:tracePt t="6047" x="6769100" y="1346200"/>
          <p14:tracePt t="6068" x="6775450" y="1346200"/>
          <p14:tracePt t="6082" x="6781800" y="1346200"/>
          <p14:tracePt t="6089" x="6788150" y="1346200"/>
          <p14:tracePt t="9005" x="6762750" y="1352550"/>
          <p14:tracePt t="9019" x="6705600" y="1371600"/>
          <p14:tracePt t="9026" x="6642100" y="1390650"/>
          <p14:tracePt t="9043" x="6572250" y="1409700"/>
          <p14:tracePt t="9056" x="6407150" y="1447800"/>
          <p14:tracePt t="9073" x="6305550" y="1454150"/>
          <p14:tracePt t="9090" x="6096000" y="1485900"/>
          <p14:tracePt t="9106" x="5981700" y="1498600"/>
          <p14:tracePt t="9123" x="5727700" y="1530350"/>
          <p14:tracePt t="9140" x="5600700" y="1543050"/>
          <p14:tracePt t="9156" x="5264150" y="1562100"/>
          <p14:tracePt t="9173" x="5054600" y="1574800"/>
          <p14:tracePt t="9189" x="4565650" y="1619250"/>
          <p14:tracePt t="9206" x="4349750" y="1644650"/>
          <p14:tracePt t="9223" x="4025900" y="1695450"/>
          <p14:tracePt t="9239" x="3810000" y="1708150"/>
          <p14:tracePt t="9256" x="3708400" y="1714500"/>
          <p14:tracePt t="9272" x="3549650" y="1733550"/>
          <p14:tracePt t="9289" x="3441700" y="1752600"/>
          <p14:tracePt t="9306" x="3390900" y="1758950"/>
          <p14:tracePt t="9322" x="3282950" y="1778000"/>
          <p14:tracePt t="9339" x="3136900" y="1797050"/>
          <p14:tracePt t="9356" x="3009900" y="1797050"/>
          <p14:tracePt t="9372" x="2946400" y="1809750"/>
          <p14:tracePt t="9389" x="2844800" y="1809750"/>
          <p14:tracePt t="9405" x="2736850" y="1809750"/>
          <p14:tracePt t="9422" x="2686050" y="1809750"/>
          <p14:tracePt t="9438" x="2635250" y="1809750"/>
          <p14:tracePt t="9455" x="2527300" y="1809750"/>
          <p14:tracePt t="9471" x="2508250" y="1809750"/>
          <p14:tracePt t="9489" x="2495550" y="1816100"/>
          <p14:tracePt t="9504" x="2482850" y="1816100"/>
          <p14:tracePt t="9560" x="2489200" y="1816100"/>
          <p14:tracePt t="9566" x="2495550" y="1816100"/>
          <p14:tracePt t="9580" x="2508250" y="1816100"/>
          <p14:tracePt t="9591" x="2514600" y="1816100"/>
          <p14:tracePt t="9604" x="2520950" y="1816100"/>
          <p14:tracePt t="9621" x="2546350" y="1816100"/>
          <p14:tracePt t="9638" x="2578100" y="1816100"/>
          <p14:tracePt t="9654" x="2603500" y="1816100"/>
          <p14:tracePt t="9671" x="2660650" y="1816100"/>
          <p14:tracePt t="9687" x="2749550" y="1816100"/>
          <p14:tracePt t="9704" x="2813050" y="1816100"/>
          <p14:tracePt t="9721" x="2952750" y="1816100"/>
          <p14:tracePt t="9737" x="3041650" y="1822450"/>
          <p14:tracePt t="9754" x="3232150" y="1822450"/>
          <p14:tracePt t="9770" x="3422650" y="1822450"/>
          <p14:tracePt t="9787" x="3524250" y="1822450"/>
          <p14:tracePt t="9804" x="3714750" y="1835150"/>
          <p14:tracePt t="9820" x="3867150" y="1835150"/>
          <p14:tracePt t="9837" x="3943350" y="1835150"/>
          <p14:tracePt t="9854" x="4051300" y="1835150"/>
          <p14:tracePt t="9870" x="4121150" y="1822450"/>
          <p14:tracePt t="9887" x="4140200" y="1822450"/>
          <p14:tracePt t="9904" x="4178300" y="1816100"/>
          <p14:tracePt t="9920" x="4222750" y="1816100"/>
          <p14:tracePt t="9937" x="4235450" y="1816100"/>
          <p14:tracePt t="9953" x="4273550" y="1816100"/>
          <p14:tracePt t="9970" x="4330700" y="1816100"/>
          <p14:tracePt t="9987" x="4368800" y="1816100"/>
          <p14:tracePt t="10003" x="4438650" y="1816100"/>
          <p14:tracePt t="10020" x="4476750" y="1816100"/>
          <p14:tracePt t="10037" x="4610100" y="1816100"/>
          <p14:tracePt t="10053" x="4648200" y="1816100"/>
          <p14:tracePt t="10070" x="4686300" y="1828800"/>
          <p14:tracePt t="10086" x="4768850" y="1828800"/>
          <p14:tracePt t="10103" x="4870450" y="1828800"/>
          <p14:tracePt t="10119" x="4933950" y="1828800"/>
          <p14:tracePt t="10136" x="5048250" y="1828800"/>
          <p14:tracePt t="10152" x="5143500" y="1822450"/>
          <p14:tracePt t="10170" x="5226050" y="1809750"/>
          <p14:tracePt t="10186" x="5245100" y="1809750"/>
          <p14:tracePt t="10202" x="5295900" y="1809750"/>
          <p14:tracePt t="10219" x="5346700" y="1803400"/>
          <p14:tracePt t="10236" x="5365750" y="1803400"/>
          <p14:tracePt t="10252" x="5403850" y="1797050"/>
          <p14:tracePt t="10269" x="5448300" y="1797050"/>
          <p14:tracePt t="10285" x="5467350" y="1790700"/>
          <p14:tracePt t="10302" x="5486400" y="1778000"/>
          <p14:tracePt t="10319" x="5543550" y="1771650"/>
          <p14:tracePt t="10335" x="5556250" y="1765300"/>
          <p14:tracePt t="10352" x="5581650" y="1765300"/>
          <p14:tracePt t="10369" x="5594350" y="1758950"/>
          <p14:tracePt t="10385" x="5607050" y="1758950"/>
          <p14:tracePt t="10402" x="5626100" y="1758950"/>
          <p14:tracePt t="10418" x="5638800" y="1758950"/>
          <p14:tracePt t="10435" x="5657850" y="1752600"/>
          <p14:tracePt t="10452" x="5670550" y="1752600"/>
          <p14:tracePt t="10485" x="5683250" y="1752600"/>
          <p14:tracePt t="10501" x="5689600" y="1752600"/>
          <p14:tracePt t="10518" x="5695950" y="1752600"/>
          <p14:tracePt t="10535" x="5702300" y="1752600"/>
          <p14:tracePt t="10556" x="5708650" y="1752600"/>
          <p14:tracePt t="10620" x="5708650" y="1746250"/>
          <p14:tracePt t="11054" x="5721350" y="1746250"/>
          <p14:tracePt t="11061" x="5746750" y="1746250"/>
          <p14:tracePt t="11075" x="5778500" y="1746250"/>
          <p14:tracePt t="11083" x="5803900" y="1746250"/>
          <p14:tracePt t="11099" x="5835650" y="1746250"/>
          <p14:tracePt t="11116" x="5924550" y="1739900"/>
          <p14:tracePt t="11132" x="6057900" y="1739900"/>
          <p14:tracePt t="11149" x="6146800" y="1720850"/>
          <p14:tracePt t="11166" x="6337300" y="1714500"/>
          <p14:tracePt t="11182" x="6515100" y="1682750"/>
          <p14:tracePt t="11199" x="6610350" y="1670050"/>
          <p14:tracePt t="11216" x="6775450" y="1663700"/>
          <p14:tracePt t="11232" x="6851650" y="1663700"/>
          <p14:tracePt t="11249" x="6978650" y="1663700"/>
          <p14:tracePt t="11265" x="7048500" y="1670050"/>
          <p14:tracePt t="11282" x="7073900" y="1676400"/>
          <p14:tracePt t="11300" x="7092950" y="1676400"/>
          <p14:tracePt t="11315" x="7099300" y="1676400"/>
          <p14:tracePt t="11332" x="7105650" y="1676400"/>
          <p14:tracePt t="11348" x="7112000" y="1676400"/>
          <p14:tracePt t="11365" x="7124700" y="1676400"/>
          <p14:tracePt t="11383" x="7131050" y="1676400"/>
          <p14:tracePt t="11399" x="7150100" y="1682750"/>
          <p14:tracePt t="11415" x="7156450" y="1682750"/>
          <p14:tracePt t="11432" x="7188200" y="1682750"/>
          <p14:tracePt t="11448" x="7200900" y="1689100"/>
          <p14:tracePt t="11465" x="7239000" y="1695450"/>
          <p14:tracePt t="11481" x="7289800" y="1701800"/>
          <p14:tracePt t="11498" x="7308850" y="1708150"/>
          <p14:tracePt t="11515" x="7366000" y="1720850"/>
          <p14:tracePt t="11531" x="7423150" y="1727200"/>
          <p14:tracePt t="11548" x="7448550" y="1733550"/>
          <p14:tracePt t="11552" x="7473950" y="1739900"/>
          <p14:tracePt t="11565" x="7499350" y="1746250"/>
          <p14:tracePt t="11581" x="7543800" y="1752600"/>
          <p14:tracePt t="11598" x="7569200" y="1758950"/>
          <p14:tracePt t="11615" x="7626350" y="1765300"/>
          <p14:tracePt t="11631" x="7683500" y="1784350"/>
          <p14:tracePt t="11648" x="7715250" y="1784350"/>
          <p14:tracePt t="11664" x="7778750" y="1790700"/>
          <p14:tracePt t="11680" x="7835900" y="1790700"/>
          <p14:tracePt t="11698" x="7886700" y="1797050"/>
          <p14:tracePt t="11713" x="7918450" y="1797050"/>
          <p14:tracePt t="11731" x="7943850" y="1797050"/>
          <p14:tracePt t="11749" x="8020050" y="1797050"/>
          <p14:tracePt t="11764" x="8039100" y="1797050"/>
          <p14:tracePt t="11780" x="8064500" y="1797050"/>
          <p14:tracePt t="11797" x="8108950" y="1797050"/>
          <p14:tracePt t="11813" x="8153400" y="1797050"/>
          <p14:tracePt t="11830" x="8172450" y="1797050"/>
          <p14:tracePt t="11847" x="8223250" y="1797050"/>
          <p14:tracePt t="11863" x="8267700" y="1797050"/>
          <p14:tracePt t="11881" x="8318500" y="1797050"/>
          <p14:tracePt t="11896" x="8331200" y="1797050"/>
          <p14:tracePt t="11913" x="8356600" y="1790700"/>
          <p14:tracePt t="11930" x="8362950" y="1790700"/>
          <p14:tracePt t="11963" x="8362950" y="1784350"/>
          <p14:tracePt t="11980" x="8350250" y="1784350"/>
          <p14:tracePt t="12013" x="8343900" y="1784350"/>
          <p14:tracePt t="12029" x="8337550" y="1778000"/>
          <p14:tracePt t="12046" x="8337550" y="1771650"/>
          <p14:tracePt t="18848" x="8216900" y="1778000"/>
          <p14:tracePt t="18861" x="8102600" y="1797050"/>
          <p14:tracePt t="18868" x="7988300" y="1809750"/>
          <p14:tracePt t="18876" x="7842250" y="1828800"/>
          <p14:tracePt t="18892" x="7715250" y="1847850"/>
          <p14:tracePt t="18906" x="7600950" y="1860550"/>
          <p14:tracePt t="18923" x="7404100" y="1924050"/>
          <p14:tracePt t="18939" x="7169150" y="2019300"/>
          <p14:tracePt t="18955" x="7061200" y="2070100"/>
          <p14:tracePt t="18972" x="6851650" y="2165350"/>
          <p14:tracePt t="18989" x="6629400" y="2273300"/>
          <p14:tracePt t="19006" x="6496050" y="2305050"/>
          <p14:tracePt t="19023" x="6229350" y="2349500"/>
          <p14:tracePt t="19038" x="5988050" y="2368550"/>
          <p14:tracePt t="19055" x="5886450" y="2343150"/>
          <p14:tracePt t="19072" x="5676900" y="2292350"/>
          <p14:tracePt t="19088" x="5499100" y="2266950"/>
          <p14:tracePt t="19105" x="5416550" y="2241550"/>
          <p14:tracePt t="19121" x="5295900" y="2209800"/>
          <p14:tracePt t="19138" x="5257800" y="2197100"/>
          <p14:tracePt t="19155" x="5156200" y="2171700"/>
          <p14:tracePt t="19171" x="5067300" y="2165350"/>
          <p14:tracePt t="19188" x="5003800" y="2165350"/>
          <p14:tracePt t="19205" x="4895850" y="2165350"/>
          <p14:tracePt t="19221" x="4762500" y="2184400"/>
          <p14:tracePt t="19238" x="4711700" y="2197100"/>
          <p14:tracePt t="19254" x="4597400" y="2197100"/>
          <p14:tracePt t="19271" x="4502150" y="2171700"/>
          <p14:tracePt t="19288" x="4457700" y="2159000"/>
          <p14:tracePt t="19304" x="4356100" y="2114550"/>
          <p14:tracePt t="19321" x="4286250" y="2076450"/>
          <p14:tracePt t="19338" x="4254500" y="2070100"/>
          <p14:tracePt t="19354" x="4229100" y="2057400"/>
          <p14:tracePt t="28559" x="4298950" y="2070100"/>
          <p14:tracePt t="28566" x="4394200" y="2108200"/>
          <p14:tracePt t="28575" x="4546600" y="2159000"/>
          <p14:tracePt t="28589" x="4768850" y="2241550"/>
          <p14:tracePt t="28605" x="4965700" y="2368550"/>
          <p14:tracePt t="28623" x="5264150" y="2571750"/>
          <p14:tracePt t="28639" x="5461000" y="2686050"/>
          <p14:tracePt t="28655" x="5638800" y="2800350"/>
          <p14:tracePt t="28672" x="5899150" y="2978150"/>
          <p14:tracePt t="28689" x="6051550" y="3067050"/>
          <p14:tracePt t="28705" x="6178550" y="3175000"/>
          <p14:tracePt t="28722" x="6343650" y="3308350"/>
          <p14:tracePt t="28738" x="6407150" y="3359150"/>
          <p14:tracePt t="28756" x="6496050" y="3390900"/>
          <p14:tracePt t="28771" x="6521450" y="3397250"/>
          <p14:tracePt t="28788" x="6546850" y="3416300"/>
          <p14:tracePt t="28805" x="6559550" y="3422650"/>
          <p14:tracePt t="28821" x="6565900" y="3422650"/>
          <p14:tracePt t="28838" x="6578600" y="3422650"/>
          <p14:tracePt t="28903" x="6591300" y="3422650"/>
          <p14:tracePt t="28910" x="6591300" y="3416300"/>
          <p14:tracePt t="76210" x="6578600" y="3416300"/>
          <p14:tracePt t="76216" x="6540500" y="3416300"/>
          <p14:tracePt t="76225" x="6508750" y="3416300"/>
          <p14:tracePt t="76241" x="6445250" y="3409950"/>
          <p14:tracePt t="76257" x="6375400" y="3409950"/>
          <p14:tracePt t="76274" x="6235700" y="3409950"/>
          <p14:tracePt t="76290" x="6153150" y="3409950"/>
          <p14:tracePt t="76307" x="6076950" y="3409950"/>
          <p14:tracePt t="76329" x="5962650" y="3422650"/>
          <p14:tracePt t="76340" x="5937250" y="3435350"/>
          <p14:tracePt t="76357" x="5886450" y="3460750"/>
          <p14:tracePt t="76374" x="5861050" y="3467100"/>
          <p14:tracePt t="76390" x="5835650" y="3473450"/>
          <p14:tracePt t="76407" x="5816600" y="3479800"/>
          <p14:tracePt t="76423" x="5803900" y="3479800"/>
          <p14:tracePt t="76483" x="5803900" y="3473450"/>
          <p14:tracePt t="76504" x="5803900" y="3467100"/>
          <p14:tracePt t="76525" x="5803900" y="3460750"/>
          <p14:tracePt t="76546" x="5803900" y="3454400"/>
          <p14:tracePt t="76575" x="5810250" y="3454400"/>
          <p14:tracePt t="76603" x="5816600" y="3441700"/>
          <p14:tracePt t="84299" x="5791200" y="3435350"/>
          <p14:tracePt t="84305" x="5753100" y="3429000"/>
          <p14:tracePt t="84315" x="5695950" y="3397250"/>
          <p14:tracePt t="84329" x="5613400" y="3365500"/>
          <p14:tracePt t="84346" x="5524500" y="3333750"/>
          <p14:tracePt t="84363" x="5429250" y="3282950"/>
          <p14:tracePt t="84379" x="5365750" y="3257550"/>
          <p14:tracePt t="84397" x="5289550" y="3244850"/>
          <p14:tracePt t="84412" x="5238750" y="3232150"/>
          <p14:tracePt t="84429" x="5194300" y="3225800"/>
          <p14:tracePt t="84446" x="5124450" y="3225800"/>
          <p14:tracePt t="84462" x="5041900" y="3244850"/>
          <p14:tracePt t="84479" x="4978400" y="3270250"/>
          <p14:tracePt t="84496" x="4857750" y="3352800"/>
          <p14:tracePt t="91265" x="4857750" y="3346450"/>
          <p14:tracePt t="91273" x="4864100" y="3333750"/>
          <p14:tracePt t="91279" x="4870450" y="3327400"/>
          <p14:tracePt t="91288" x="4870450" y="3321050"/>
          <p14:tracePt t="91305" x="4883150" y="3314700"/>
          <p14:tracePt t="91323" x="4908550" y="3302000"/>
          <p14:tracePt t="91339" x="4933950" y="3282950"/>
          <p14:tracePt t="91355" x="4953000" y="3251200"/>
          <p14:tracePt t="91372" x="4997450" y="3168650"/>
          <p14:tracePt t="91388" x="5041900" y="3092450"/>
          <p14:tracePt t="91406" x="5130800" y="2959100"/>
          <p14:tracePt t="91421" x="5219700" y="2844800"/>
          <p14:tracePt t="91438" x="5302250" y="2730500"/>
          <p14:tracePt t="91455" x="5448300" y="2552700"/>
          <p14:tracePt t="91472" x="5543550" y="2470150"/>
          <p14:tracePt t="91488" x="5613400" y="2387600"/>
          <p14:tracePt t="91505" x="5708650" y="2298700"/>
          <p14:tracePt t="91521" x="5778500" y="2228850"/>
          <p14:tracePt t="91538" x="5842000" y="2171700"/>
          <p14:tracePt t="91554" x="5943600" y="2076450"/>
          <p14:tracePt t="91571" x="6000750" y="2019300"/>
          <p14:tracePt t="91588" x="6070600" y="1955800"/>
          <p14:tracePt t="91604" x="6083300" y="1936750"/>
          <p14:tracePt t="91621" x="6089650" y="1917700"/>
          <p14:tracePt t="91638" x="6096000" y="1905000"/>
          <p14:tracePt t="91674" x="6102350" y="1905000"/>
          <p14:tracePt t="91694" x="6108700" y="1898650"/>
          <p14:tracePt t="91722" x="6115050" y="1898650"/>
          <p14:tracePt t="91743" x="6121400" y="1898650"/>
          <p14:tracePt t="91806" x="6121400" y="1905000"/>
          <p14:tracePt t="91813" x="6115050" y="1911350"/>
          <p14:tracePt t="91827" x="6115050" y="1917700"/>
          <p14:tracePt t="91837" x="6108700" y="1924050"/>
          <p14:tracePt t="91853" x="6108700" y="1930400"/>
          <p14:tracePt t="91871" x="6102350" y="1949450"/>
          <p14:tracePt t="91887" x="6096000" y="1955800"/>
          <p14:tracePt t="91904" x="6096000" y="1968500"/>
          <p14:tracePt t="91920" x="6096000" y="1987550"/>
          <p14:tracePt t="91936" x="6096000" y="2006600"/>
          <p14:tracePt t="91954" x="6096000" y="2038350"/>
          <p14:tracePt t="91970" x="6096000" y="2076450"/>
          <p14:tracePt t="91986" x="6096000" y="2108200"/>
          <p14:tracePt t="92003" x="6102350" y="2159000"/>
          <p14:tracePt t="92020" x="6115050" y="2203450"/>
          <p14:tracePt t="92037" x="6121400" y="2235200"/>
          <p14:tracePt t="92053" x="6127750" y="2286000"/>
          <p14:tracePt t="92070" x="6127750" y="2311400"/>
          <p14:tracePt t="92086" x="6127750" y="2343150"/>
          <p14:tracePt t="92102" x="6127750" y="2381250"/>
          <p14:tracePt t="92119" x="6127750" y="2413000"/>
          <p14:tracePt t="92136" x="6127750" y="2457450"/>
          <p14:tracePt t="92152" x="6127750" y="2476500"/>
          <p14:tracePt t="92169" x="6127750" y="2489200"/>
          <p14:tracePt t="92173" x="6127750" y="2495550"/>
          <p14:tracePt t="92214" x="6127750" y="2508250"/>
          <p14:tracePt t="92220" x="6127750" y="2514600"/>
          <p14:tracePt t="92227" x="6127750" y="2520950"/>
          <p14:tracePt t="92236" x="6127750" y="2527300"/>
          <p14:tracePt t="92252" x="6127750" y="2540000"/>
          <p14:tracePt t="92269" x="6127750" y="2559050"/>
          <p14:tracePt t="92285" x="6127750" y="2571750"/>
          <p14:tracePt t="92302" x="6134100" y="2590800"/>
          <p14:tracePt t="92319" x="6140450" y="2609850"/>
          <p14:tracePt t="92335" x="6146800" y="2628900"/>
          <p14:tracePt t="92352" x="6153150" y="2647950"/>
          <p14:tracePt t="92368" x="6159500" y="2673350"/>
          <p14:tracePt t="92385" x="6165850" y="2686050"/>
          <p14:tracePt t="92403" x="6165850" y="2705100"/>
          <p14:tracePt t="92418" x="6172200" y="2724150"/>
          <p14:tracePt t="92435" x="6172200" y="2743200"/>
          <p14:tracePt t="92452" x="6178550" y="2781300"/>
          <p14:tracePt t="92468" x="6191250" y="2819400"/>
          <p14:tracePt t="92484" x="6197600" y="2870200"/>
          <p14:tracePt t="92501" x="6203950" y="2901950"/>
          <p14:tracePt t="93002" x="6203950" y="2933700"/>
          <p14:tracePt t="93009" x="6203950" y="2971800"/>
          <p14:tracePt t="93019" x="6203950" y="3022600"/>
          <p14:tracePt t="93033" x="6197600" y="3130550"/>
          <p14:tracePt t="93049" x="6184900" y="3232150"/>
          <p14:tracePt t="93066" x="6172200" y="3371850"/>
          <p14:tracePt t="93082" x="6159500" y="3448050"/>
          <p14:tracePt t="93101" x="6146800" y="3543300"/>
          <p14:tracePt t="93115" x="6134100" y="3575050"/>
          <p14:tracePt t="93132" x="6134100" y="3594100"/>
          <p14:tracePt t="93171" x="6127750" y="3594100"/>
          <p14:tracePt t="93182" x="6121400" y="3594100"/>
          <p14:tracePt t="93199" x="6134100" y="3606800"/>
          <p14:tracePt t="118716" x="6134100" y="3600450"/>
          <p14:tracePt t="118723" x="6127750" y="3600450"/>
          <p14:tracePt t="118730" x="6127750" y="3594100"/>
          <p14:tracePt t="118744" x="6108700" y="3575050"/>
          <p14:tracePt t="118760" x="6089650" y="3562350"/>
          <p14:tracePt t="118777" x="6070600" y="3536950"/>
          <p14:tracePt t="118794" x="6007100" y="3486150"/>
          <p14:tracePt t="118810" x="5937250" y="3429000"/>
          <p14:tracePt t="118827" x="5880100" y="3359150"/>
          <p14:tracePt t="118843" x="5765800" y="3206750"/>
          <p14:tracePt t="118860" x="5689600" y="3086100"/>
          <p14:tracePt t="118877" x="5543550" y="2921000"/>
          <p14:tracePt t="118893" x="5441950" y="2813050"/>
          <p14:tracePt t="118910" x="5334000" y="2717800"/>
          <p14:tracePt t="118927" x="5207000" y="2622550"/>
          <p14:tracePt t="118943" x="5130800" y="2559050"/>
          <p14:tracePt t="118960" x="5041900" y="2495550"/>
          <p14:tracePt t="118976" x="4946650" y="2438400"/>
          <p14:tracePt t="118993" x="4883150" y="2406650"/>
          <p14:tracePt t="119011" x="4794250" y="2393950"/>
          <p14:tracePt t="119026" x="4743450" y="2368550"/>
          <p14:tracePt t="119043" x="4699000" y="2362200"/>
          <p14:tracePt t="119060" x="4654550" y="2355850"/>
          <p14:tracePt t="119076" x="4622800" y="2349500"/>
          <p14:tracePt t="119093" x="4572000" y="2349500"/>
          <p14:tracePt t="119109" x="4483100" y="2336800"/>
          <p14:tracePt t="119126" x="4406900" y="2336800"/>
          <p14:tracePt t="119143" x="4311650" y="2324100"/>
          <p14:tracePt t="119159" x="4146550" y="2324100"/>
          <p14:tracePt t="119176" x="4044950" y="2324100"/>
          <p14:tracePt t="119194" x="3860800" y="2317750"/>
          <p14:tracePt t="119209" x="3733800" y="2317750"/>
          <p14:tracePt t="119225" x="3600450" y="2317750"/>
          <p14:tracePt t="119243" x="3448050" y="2317750"/>
          <p14:tracePt t="119259" x="3340100" y="2317750"/>
          <p14:tracePt t="119275" x="3251200" y="2317750"/>
          <p14:tracePt t="119292" x="3092450" y="2317750"/>
          <p14:tracePt t="119309" x="2997200" y="2298700"/>
          <p14:tracePt t="119325" x="2959100" y="2298700"/>
          <p14:tracePt t="119342" x="2908300" y="2298700"/>
          <p14:tracePt t="119358" x="2882900" y="2298700"/>
          <p14:tracePt t="119376" x="2844800" y="2298700"/>
          <p14:tracePt t="119391" x="2825750" y="2298700"/>
          <p14:tracePt t="119408" x="2813050" y="2298700"/>
          <p14:tracePt t="119425" x="2781300" y="2298700"/>
          <p14:tracePt t="119441" x="2762250" y="2298700"/>
          <p14:tracePt t="119458" x="2749550" y="2292350"/>
          <p14:tracePt t="119475" x="2736850" y="2286000"/>
          <p14:tracePt t="119491" x="2724150" y="2286000"/>
          <p14:tracePt t="119508" x="2717800" y="2286000"/>
          <p14:tracePt t="119525" x="2705100" y="2286000"/>
          <p14:tracePt t="119541" x="2692400" y="2279650"/>
          <p14:tracePt t="119558" x="2679700" y="2279650"/>
          <p14:tracePt t="119574" x="2667000" y="2273300"/>
          <p14:tracePt t="119591" x="2654300" y="2273300"/>
          <p14:tracePt t="119608" x="2635250" y="2273300"/>
          <p14:tracePt t="119624" x="2628900" y="2273300"/>
          <p14:tracePt t="119641" x="2622550" y="2266950"/>
          <p14:tracePt t="119657" x="2616200" y="2266950"/>
          <p14:tracePt t="119690" x="2609850" y="2260600"/>
          <p14:tracePt t="119707" x="2609850" y="2247900"/>
          <p14:tracePt t="120161" x="2622550" y="2247900"/>
          <p14:tracePt t="120168" x="2635250" y="2266950"/>
          <p14:tracePt t="120175" x="2647950" y="2279650"/>
          <p14:tracePt t="120189" x="2686050" y="2305050"/>
          <p14:tracePt t="120205" x="2717800" y="2330450"/>
          <p14:tracePt t="120209" x="2762250" y="2368550"/>
          <p14:tracePt t="120239" x="2838450" y="2419350"/>
          <p14:tracePt t="120256" x="2901950" y="2457450"/>
          <p14:tracePt t="120272" x="2946400" y="2476500"/>
          <p14:tracePt t="120288" x="3022600" y="2514600"/>
          <p14:tracePt t="120305" x="3086100" y="2565400"/>
          <p14:tracePt t="120322" x="3175000" y="2609850"/>
          <p14:tracePt t="120339" x="3206750" y="2628900"/>
          <p14:tracePt t="120355" x="3270250" y="2660650"/>
          <p14:tracePt t="120372" x="3333750" y="2692400"/>
          <p14:tracePt t="120388" x="3365500" y="2705100"/>
          <p14:tracePt t="120405" x="3435350" y="2717800"/>
          <p14:tracePt t="120421" x="3505200" y="2736850"/>
          <p14:tracePt t="120438" x="3524250" y="2743200"/>
          <p14:tracePt t="120456" x="3568700" y="2755900"/>
          <p14:tracePt t="120471" x="3587750" y="2762250"/>
          <p14:tracePt t="120488" x="3600450" y="2762250"/>
          <p14:tracePt t="120505" x="3613150" y="2762250"/>
          <p14:tracePt t="120521" x="3625850" y="2762250"/>
          <p14:tracePt t="120538" x="3632200" y="2762250"/>
          <p14:tracePt t="120555" x="3644900" y="2755900"/>
          <p14:tracePt t="120587" x="3651250" y="2755900"/>
          <p14:tracePt t="120604" x="3657600" y="2755900"/>
          <p14:tracePt t="120620" x="3663950" y="2755900"/>
          <p14:tracePt t="120637" x="3670300" y="2749550"/>
          <p14:tracePt t="120660" x="3676650" y="2749550"/>
          <p14:tracePt t="120695" x="3683000" y="2743200"/>
          <p14:tracePt t="120716" x="3683000" y="2736850"/>
          <p14:tracePt t="120723" x="3689350" y="2736850"/>
          <p14:tracePt t="120751" x="3689350" y="2730500"/>
          <p14:tracePt t="120772" x="3695700" y="2724150"/>
          <p14:tracePt t="120793" x="3702050" y="2724150"/>
          <p14:tracePt t="120814" x="3708400" y="2724150"/>
          <p14:tracePt t="120821" x="3714750" y="2717800"/>
          <p14:tracePt t="120835" x="3721100" y="2717800"/>
          <p14:tracePt t="120842" x="3727450" y="2717800"/>
          <p14:tracePt t="120857" x="3740150" y="2717800"/>
          <p14:tracePt t="120870" x="3759200" y="2705100"/>
          <p14:tracePt t="120887" x="3822700" y="2698750"/>
          <p14:tracePt t="120903" x="3860800" y="2692400"/>
          <p14:tracePt t="120920" x="3937000" y="2686050"/>
          <p14:tracePt t="120936" x="4013200" y="2686050"/>
          <p14:tracePt t="120953" x="4044950" y="2686050"/>
          <p14:tracePt t="120970" x="4108450" y="2686050"/>
          <p14:tracePt t="120987" x="4152900" y="2686050"/>
          <p14:tracePt t="121003" x="4171950" y="2698750"/>
          <p14:tracePt t="121019" x="4210050" y="2711450"/>
          <p14:tracePt t="121036" x="4216400" y="2730500"/>
          <p14:tracePt t="121053" x="4222750" y="2736850"/>
          <p14:tracePt t="121069" x="4222750" y="2749550"/>
          <p14:tracePt t="121103" x="4203700" y="2755900"/>
          <p14:tracePt t="121119" x="4191000" y="2762250"/>
          <p14:tracePt t="121136" x="4178300" y="2762250"/>
          <p14:tracePt t="121152" x="4127500" y="2768600"/>
          <p14:tracePt t="121169" x="4044950" y="2781300"/>
          <p14:tracePt t="121186" x="4006850" y="2787650"/>
          <p14:tracePt t="121202" x="3892550" y="2787650"/>
          <p14:tracePt t="121219" x="3771900" y="2787650"/>
          <p14:tracePt t="121222" x="3733800" y="2787650"/>
          <p14:tracePt t="121238" x="3683000" y="2794000"/>
          <p14:tracePt t="121252" x="3632200" y="2794000"/>
          <p14:tracePt t="121269" x="3549650" y="2794000"/>
          <p14:tracePt t="121286" x="3486150" y="2794000"/>
          <p14:tracePt t="121302" x="3454400" y="2794000"/>
          <p14:tracePt t="121319" x="3384550" y="2787650"/>
          <p14:tracePt t="121335" x="3327400" y="2774950"/>
          <p14:tracePt t="121351" x="3308350" y="2774950"/>
          <p14:tracePt t="121369" x="3289300" y="2774950"/>
          <p14:tracePt t="121384" x="3244850" y="2774950"/>
          <p14:tracePt t="121401" x="3219450" y="2762250"/>
          <p14:tracePt t="121419" x="3206750" y="2762250"/>
          <p14:tracePt t="121434" x="3200400" y="2762250"/>
          <p14:tracePt t="121451" x="3187700" y="2762250"/>
          <p14:tracePt t="121468" x="3175000" y="2762250"/>
          <p14:tracePt t="121484" x="3168650" y="2762250"/>
          <p14:tracePt t="121636" x="3181350" y="2762250"/>
          <p14:tracePt t="121643" x="3194050" y="2762250"/>
          <p14:tracePt t="121657" x="3206750" y="2762250"/>
          <p14:tracePt t="121667" x="3232150" y="2762250"/>
          <p14:tracePt t="121683" x="3276600" y="2762250"/>
          <p14:tracePt t="121701" x="3429000" y="2762250"/>
          <p14:tracePt t="121717" x="3543300" y="2749550"/>
          <p14:tracePt t="121734" x="4051300" y="2730500"/>
          <p14:tracePt t="121750" x="4267200" y="2711450"/>
          <p14:tracePt t="121767" x="4527550" y="2711450"/>
          <p14:tracePt t="121784" x="5029200" y="2686050"/>
          <p14:tracePt t="121800" x="5511800" y="2654300"/>
          <p14:tracePt t="121816" x="5753100" y="2641600"/>
          <p14:tracePt t="121833" x="6127750" y="2616200"/>
          <p14:tracePt t="121850" x="6381750" y="2609850"/>
          <p14:tracePt t="121866" x="6470650" y="2597150"/>
          <p14:tracePt t="121883" x="6604000" y="2584450"/>
          <p14:tracePt t="121899" x="6661150" y="2584450"/>
          <p14:tracePt t="121917" x="6692900" y="2584450"/>
          <p14:tracePt t="121949" x="6699250" y="2584450"/>
          <p14:tracePt t="121969" x="6699250" y="2590800"/>
          <p14:tracePt t="121982" x="6692900" y="2590800"/>
          <p14:tracePt t="121999" x="6680200" y="2590800"/>
          <p14:tracePt t="122016" x="6565900" y="2622550"/>
          <p14:tracePt t="122032" x="6527800" y="2635250"/>
          <p14:tracePt t="122050" x="6464300" y="2635250"/>
          <p14:tracePt t="122066" x="6318250" y="2654300"/>
          <p14:tracePt t="122082" x="6102350" y="2673350"/>
          <p14:tracePt t="122100" x="5899150" y="2686050"/>
          <p14:tracePt t="122115" x="5784850" y="2686050"/>
          <p14:tracePt t="122132" x="5556250" y="2660650"/>
          <p14:tracePt t="122150" x="5302250" y="2635250"/>
          <p14:tracePt t="122165" x="5187950" y="2628900"/>
          <p14:tracePt t="122182" x="5010150" y="2616200"/>
          <p14:tracePt t="122199" x="4864100" y="2597150"/>
          <p14:tracePt t="122215" x="4813300" y="2597150"/>
          <p14:tracePt t="122232" x="4730750" y="2609850"/>
          <p14:tracePt t="122235" x="4692650" y="2654300"/>
          <p14:tracePt t="122249" x="4673600" y="2667000"/>
          <p14:tracePt t="122265" x="4667250" y="2667000"/>
          <p14:tracePt t="123868" x="4654550" y="2667000"/>
          <p14:tracePt t="123874" x="4641850" y="2667000"/>
          <p14:tracePt t="123889" x="4629150" y="2673350"/>
          <p14:tracePt t="123896" x="4616450" y="2679700"/>
          <p14:tracePt t="123909" x="4603750" y="2679700"/>
          <p14:tracePt t="123926" x="4578350" y="2692400"/>
          <p14:tracePt t="123943" x="4559300" y="2698750"/>
          <p14:tracePt t="123959" x="4533900" y="2717800"/>
          <p14:tracePt t="123976" x="4514850" y="2730500"/>
          <p14:tracePt t="123994" x="4508500" y="2736850"/>
          <p14:tracePt t="124009" x="4502150" y="2743200"/>
          <p14:tracePt t="124025" x="4502150" y="2749550"/>
          <p14:tracePt t="124043" x="4495800" y="2755900"/>
          <p14:tracePt t="124085" x="4495800" y="2762250"/>
          <p14:tracePt t="124156" x="4502150" y="2768600"/>
          <p14:tracePt t="124184" x="4508500" y="2768600"/>
          <p14:tracePt t="124205" x="4508500" y="2774950"/>
          <p14:tracePt t="124226" x="4514850" y="2774950"/>
          <p14:tracePt t="124246" x="4521200" y="2781300"/>
          <p14:tracePt t="124254" x="4527550" y="2781300"/>
          <p14:tracePt t="124268" x="4533900" y="2787650"/>
          <p14:tracePt t="124289" x="4540250" y="2794000"/>
          <p14:tracePt t="124296" x="4552950" y="2794000"/>
          <p14:tracePt t="124311" x="4559300" y="2794000"/>
          <p14:tracePt t="124325" x="4610100" y="2806700"/>
          <p14:tracePt t="124341" x="4635500" y="2819400"/>
          <p14:tracePt t="124358" x="4667250" y="2832100"/>
          <p14:tracePt t="124374" x="4762500" y="2857500"/>
          <p14:tracePt t="124391" x="4895850" y="2889250"/>
          <p14:tracePt t="124408" x="4965700" y="2914650"/>
          <p14:tracePt t="124424" x="5111750" y="2959100"/>
          <p14:tracePt t="124441" x="5270500" y="2997200"/>
          <p14:tracePt t="124458" x="5403850" y="3022600"/>
          <p14:tracePt t="124474" x="5454650" y="3041650"/>
          <p14:tracePt t="124491" x="5575300" y="3067050"/>
          <p14:tracePt t="124508" x="5676900" y="3067050"/>
          <p14:tracePt t="124524" x="5721350" y="3067050"/>
          <p14:tracePt t="124541" x="5848350" y="3048000"/>
          <p14:tracePt t="124557" x="6013450" y="2997200"/>
          <p14:tracePt t="124574" x="6089650" y="2965450"/>
          <p14:tracePt t="124591" x="6248400" y="2895600"/>
          <p14:tracePt t="124607" x="6400800" y="2838450"/>
          <p14:tracePt t="124623" x="6477000" y="2832100"/>
          <p14:tracePt t="124640" x="6648450" y="2800350"/>
          <p14:tracePt t="124657" x="6794500" y="2762250"/>
          <p14:tracePt t="124673" x="6858000" y="2762250"/>
          <p14:tracePt t="124690" x="6959600" y="2749550"/>
          <p14:tracePt t="124707" x="7054850" y="2755900"/>
          <p14:tracePt t="124724" x="7080250" y="2755900"/>
          <p14:tracePt t="124727" x="7112000" y="2755900"/>
          <p14:tracePt t="124740" x="7150100" y="2762250"/>
          <p14:tracePt t="124756" x="7188200" y="2762250"/>
          <p14:tracePt t="124774" x="7283450" y="2768600"/>
          <p14:tracePt t="124790" x="7315200" y="2768600"/>
          <p14:tracePt t="124806" x="7334250" y="2774950"/>
          <p14:tracePt t="124823" x="7378700" y="2787650"/>
          <p14:tracePt t="124839" x="7410450" y="2806700"/>
          <p14:tracePt t="124856" x="7435850" y="2813050"/>
          <p14:tracePt t="124873" x="7461250" y="2825750"/>
          <p14:tracePt t="124889" x="7486650" y="2838450"/>
          <p14:tracePt t="124906" x="7499350" y="2844800"/>
          <p14:tracePt t="124922" x="7531100" y="2857500"/>
          <p14:tracePt t="124939" x="7543800" y="2863850"/>
          <p14:tracePt t="124957" x="7594600" y="2882900"/>
          <p14:tracePt t="124972" x="7613650" y="2889250"/>
          <p14:tracePt t="124989" x="7620000" y="2895600"/>
          <p14:tracePt t="125006" x="7664450" y="2901950"/>
          <p14:tracePt t="125022" x="7683500" y="2901950"/>
          <p14:tracePt t="125039" x="7715250" y="2901950"/>
          <p14:tracePt t="125056" x="7734300" y="2901950"/>
          <p14:tracePt t="131148" x="7727950" y="2901950"/>
          <p14:tracePt t="131155" x="7715250" y="2901950"/>
          <p14:tracePt t="131167" x="7696200" y="2901950"/>
          <p14:tracePt t="131184" x="7632700" y="2889250"/>
          <p14:tracePt t="131201" x="7575550" y="2882900"/>
          <p14:tracePt t="131218" x="7429500" y="2851150"/>
          <p14:tracePt t="131234" x="7308850" y="2838450"/>
          <p14:tracePt t="131250" x="7175500" y="2806700"/>
          <p14:tracePt t="131268" x="6965950" y="2755900"/>
          <p14:tracePt t="131284" x="6845300" y="2730500"/>
          <p14:tracePt t="131301" x="6699250" y="2705100"/>
          <p14:tracePt t="131304" x="6648450" y="2692400"/>
          <p14:tracePt t="131317" x="6464300" y="2660650"/>
          <p14:tracePt t="131334" x="6286500" y="2654300"/>
          <p14:tracePt t="131350" x="6115050" y="2609850"/>
          <p14:tracePt t="131366" x="5861050" y="2603500"/>
          <p14:tracePt t="131383" x="5657850" y="2603500"/>
          <p14:tracePt t="131401" x="5429250" y="2590800"/>
          <p14:tracePt t="131417" x="5137150" y="2571750"/>
          <p14:tracePt t="131433" x="4933950" y="2552700"/>
          <p14:tracePt t="131450" x="4673600" y="2514600"/>
          <p14:tracePt t="131466" x="4552950" y="2476500"/>
          <p14:tracePt t="131483" x="4451350" y="2432050"/>
          <p14:tracePt t="131500" x="4305300" y="2393950"/>
          <p14:tracePt t="131517" x="4216400" y="2349500"/>
          <p14:tracePt t="131534" x="4127500" y="2336800"/>
          <p14:tracePt t="131549" x="4089400" y="2324100"/>
          <p14:tracePt t="131566" x="4051300" y="2305050"/>
          <p14:tracePt t="131583" x="4032250" y="2305050"/>
          <p14:tracePt t="131599" x="4019550" y="2305050"/>
          <p14:tracePt t="131616" x="4006850" y="2305050"/>
          <p14:tracePt t="131633" x="4000500" y="2305050"/>
          <p14:tracePt t="131649" x="3994150" y="2305050"/>
          <p14:tracePt t="131724" x="3994150" y="2311400"/>
          <p14:tracePt t="131730" x="3994150" y="2317750"/>
          <p14:tracePt t="131773" x="3994150" y="2324100"/>
          <p14:tracePt t="131780" x="3987800" y="2330450"/>
          <p14:tracePt t="131794" x="3975100" y="2330450"/>
          <p14:tracePt t="131802" x="3968750" y="2330450"/>
          <p14:tracePt t="131815" x="3949700" y="2336800"/>
          <p14:tracePt t="131832" x="3930650" y="2336800"/>
          <p14:tracePt t="131849" x="3905250" y="2343150"/>
          <p14:tracePt t="131865" x="3822700" y="2349500"/>
          <p14:tracePt t="131882" x="3765550" y="2349500"/>
          <p14:tracePt t="131899" x="3708400" y="2362200"/>
          <p14:tracePt t="131914" x="3619500" y="2368550"/>
          <p14:tracePt t="131932" x="3562350" y="2368550"/>
          <p14:tracePt t="131949" x="3486150" y="2381250"/>
          <p14:tracePt t="131965" x="3435350" y="2387600"/>
          <p14:tracePt t="131981" x="3397250" y="2387600"/>
          <p14:tracePt t="131998" x="3340100" y="2387600"/>
          <p14:tracePt t="132015" x="3302000" y="2387600"/>
          <p14:tracePt t="132031" x="3270250" y="2387600"/>
          <p14:tracePt t="132048" x="3232150" y="2387600"/>
          <p14:tracePt t="132064" x="3206750" y="2387600"/>
          <p14:tracePt t="132083" x="3175000" y="2387600"/>
          <p14:tracePt t="132098" x="3162300" y="2387600"/>
          <p14:tracePt t="132114" x="3149600" y="2387600"/>
          <p14:tracePt t="132131" x="3136900" y="2381250"/>
          <p14:tracePt t="132147" x="3130550" y="2381250"/>
          <p14:tracePt t="132180" x="3130550" y="2368550"/>
          <p14:tracePt t="137896" x="3136900" y="2381250"/>
          <p14:tracePt t="137903" x="3149600" y="2400300"/>
          <p14:tracePt t="137911" x="3168650" y="2425700"/>
          <p14:tracePt t="137928" x="3187700" y="2457450"/>
          <p14:tracePt t="137945" x="3213100" y="2514600"/>
          <p14:tracePt t="137961" x="3238500" y="2552700"/>
          <p14:tracePt t="137978" x="3257550" y="2584450"/>
          <p14:tracePt t="137995" x="3282950" y="2622550"/>
          <p14:tracePt t="138011" x="3302000" y="2641600"/>
          <p14:tracePt t="138027" x="3321050" y="2654300"/>
          <p14:tracePt t="138044" x="3352800" y="2698750"/>
          <p14:tracePt t="138060" x="3390900" y="2730500"/>
          <p14:tracePt t="138078" x="3422650" y="2762250"/>
          <p14:tracePt t="138094" x="3473450" y="2819400"/>
          <p14:tracePt t="138111" x="3498850" y="2844800"/>
          <p14:tracePt t="138127" x="3556000" y="2889250"/>
          <p14:tracePt t="138143" x="3575050" y="2914650"/>
          <p14:tracePt t="138160" x="3619500" y="2959100"/>
          <p14:tracePt t="138177" x="3651250" y="3003550"/>
          <p14:tracePt t="138194" x="3670300" y="3016250"/>
          <p14:tracePt t="138210" x="3695700" y="3041650"/>
          <p14:tracePt t="138226" x="3721100" y="3060700"/>
          <p14:tracePt t="138243" x="3733800" y="3067050"/>
          <p14:tracePt t="138260" x="3765550" y="3079750"/>
          <p14:tracePt t="138276" x="3778250" y="3092450"/>
          <p14:tracePt t="138293" x="3784600" y="3098800"/>
          <p14:tracePt t="138310" x="3810000" y="3105150"/>
          <p14:tracePt t="138326" x="3841750" y="3105150"/>
          <p14:tracePt t="138343" x="3854450" y="3111500"/>
          <p14:tracePt t="138360" x="3886200" y="3111500"/>
          <p14:tracePt t="138878" x="3937000" y="3111500"/>
          <p14:tracePt t="138892" x="4013200" y="3111500"/>
          <p14:tracePt t="138899" x="4076700" y="3124200"/>
          <p14:tracePt t="138907" x="4140200" y="3124200"/>
          <p14:tracePt t="138924" x="4191000" y="3124200"/>
          <p14:tracePt t="138942" x="4349750" y="3143250"/>
          <p14:tracePt t="138957" x="4413250" y="3149600"/>
          <p14:tracePt t="138974" x="4584700" y="3168650"/>
          <p14:tracePt t="138991" x="4699000" y="3168650"/>
          <p14:tracePt t="139007" x="4737100" y="3168650"/>
          <p14:tracePt t="139024" x="4819650" y="3168650"/>
          <p14:tracePt t="139041" x="4889500" y="3168650"/>
          <p14:tracePt t="139057" x="4927600" y="3175000"/>
          <p14:tracePt t="139074" x="5010150" y="3187700"/>
          <p14:tracePt t="139090" x="5118100" y="3206750"/>
          <p14:tracePt t="139107" x="5168900" y="3206750"/>
          <p14:tracePt t="139124" x="5264150" y="3219450"/>
          <p14:tracePt t="139140" x="5384800" y="3257550"/>
          <p14:tracePt t="139157" x="5448300" y="3257550"/>
          <p14:tracePt t="139173" x="5600700" y="3270250"/>
          <p14:tracePt t="139190" x="5759450" y="3289300"/>
          <p14:tracePt t="139206" x="5835650" y="3308350"/>
          <p14:tracePt t="139223" x="5981700" y="3333750"/>
          <p14:tracePt t="139240" x="6057900" y="3352800"/>
          <p14:tracePt t="139257" x="6203950" y="3371850"/>
          <p14:tracePt t="139273" x="6324600" y="3403600"/>
          <p14:tracePt t="139289" x="6432550" y="3422650"/>
          <p14:tracePt t="139307" x="6502400" y="3441700"/>
          <p14:tracePt t="139323" x="6546850" y="3454400"/>
          <p14:tracePt t="139339" x="6572250" y="3460750"/>
          <p14:tracePt t="139356" x="6654800" y="3479800"/>
          <p14:tracePt t="139372" x="6692900" y="3479800"/>
          <p14:tracePt t="144418" x="6686550" y="3479800"/>
          <p14:tracePt t="144425" x="6673850" y="3479800"/>
          <p14:tracePt t="144441" x="6661150" y="3479800"/>
          <p14:tracePt t="144455" x="6642100" y="3479800"/>
          <p14:tracePt t="144471" x="6565900" y="3473450"/>
          <p14:tracePt t="144489" x="6413500" y="3467100"/>
          <p14:tracePt t="144505" x="6292850" y="3441700"/>
          <p14:tracePt t="144522" x="6013450" y="3435350"/>
          <p14:tracePt t="144538" x="5594350" y="3435350"/>
          <p14:tracePt t="144555" x="5334000" y="3435350"/>
          <p14:tracePt t="144572" x="5073650" y="3435350"/>
          <p14:tracePt t="144588" x="4191000" y="3441700"/>
          <p14:tracePt t="144604" x="3930650" y="3441700"/>
          <p14:tracePt t="144622" x="3429000" y="3454400"/>
          <p14:tracePt t="144638" x="3194050" y="3454400"/>
          <p14:tracePt t="144654" x="2800350" y="3467100"/>
          <p14:tracePt t="144672" x="2425700" y="3460750"/>
          <p14:tracePt t="144687" x="2279650" y="3441700"/>
          <p14:tracePt t="144704" x="2063750" y="3435350"/>
          <p14:tracePt t="144721" x="1822450" y="3416300"/>
          <p14:tracePt t="144737" x="1695450" y="3416300"/>
          <p14:tracePt t="144754" x="1517650" y="3390900"/>
          <p14:tracePt t="144771" x="1384300" y="3371850"/>
          <p14:tracePt t="144787" x="1327150" y="3340100"/>
          <p14:tracePt t="144804" x="1212850" y="3321050"/>
          <p14:tracePt t="144820" x="1143000" y="3314700"/>
          <p14:tracePt t="144837" x="1104900" y="3314700"/>
          <p14:tracePt t="144854" x="1047750" y="3314700"/>
          <p14:tracePt t="144870" x="1022350" y="3314700"/>
          <p14:tracePt t="144887" x="1009650" y="3314700"/>
          <p14:tracePt t="144903" x="996950" y="3321050"/>
          <p14:tracePt t="144937" x="996950" y="3327400"/>
          <p14:tracePt t="144959" x="1003300" y="3327400"/>
          <p14:tracePt t="144974" x="1009650" y="3333750"/>
          <p14:tracePt t="144987" x="1016000" y="3333750"/>
          <p14:tracePt t="145003" x="1028700" y="3340100"/>
          <p14:tracePt t="145020" x="1047750" y="3346450"/>
          <p14:tracePt t="145036" x="1079500" y="3346450"/>
          <p14:tracePt t="145053" x="1111250" y="3352800"/>
          <p14:tracePt t="145071" x="1162050" y="3352800"/>
          <p14:tracePt t="145086" x="1200150" y="3352800"/>
          <p14:tracePt t="145103" x="1308100" y="3346450"/>
          <p14:tracePt t="145120" x="1460500" y="3346450"/>
          <p14:tracePt t="145135" x="1562100" y="3346450"/>
          <p14:tracePt t="145152" x="1809750" y="3340100"/>
          <p14:tracePt t="145170" x="2089150" y="3327400"/>
          <p14:tracePt t="145186" x="2228850" y="3327400"/>
          <p14:tracePt t="145202" x="2571750" y="3314700"/>
          <p14:tracePt t="145219" x="2933700" y="3314700"/>
          <p14:tracePt t="145236" x="3175000" y="3302000"/>
          <p14:tracePt t="145253" x="3390900" y="3289300"/>
          <p14:tracePt t="145269" x="3873500" y="3257550"/>
          <p14:tracePt t="145285" x="4311650" y="3206750"/>
          <p14:tracePt t="145303" x="4724400" y="3149600"/>
          <p14:tracePt t="145319" x="4876800" y="3117850"/>
          <p14:tracePt t="145335" x="5207000" y="3092450"/>
          <p14:tracePt t="145352" x="5448300" y="3079750"/>
          <p14:tracePt t="145369" x="5549900" y="3073400"/>
          <p14:tracePt t="145385" x="5708650" y="3041650"/>
          <p14:tracePt t="145402" x="5873750" y="3035300"/>
          <p14:tracePt t="145418" x="5937250" y="3035300"/>
          <p14:tracePt t="145435" x="6083300" y="3041650"/>
          <p14:tracePt t="145452" x="6210300" y="3073400"/>
          <p14:tracePt t="145469" x="6267450" y="3092450"/>
          <p14:tracePt t="145472" x="6343650" y="3111500"/>
          <p14:tracePt t="145488" x="6413500" y="3130550"/>
          <p14:tracePt t="145502" x="6559550" y="3155950"/>
          <p14:tracePt t="145518" x="6635750" y="3168650"/>
          <p14:tracePt t="145535" x="6756400" y="3194050"/>
          <p14:tracePt t="145551" x="6807200" y="3206750"/>
          <p14:tracePt t="145568" x="6921500" y="3238500"/>
          <p14:tracePt t="145585" x="7042150" y="3270250"/>
          <p14:tracePt t="145601" x="7105650" y="3289300"/>
          <p14:tracePt t="146432" x="7054850" y="3257550"/>
          <p14:tracePt t="146446" x="6985000" y="3194050"/>
          <p14:tracePt t="146454" x="6915150" y="3143250"/>
          <p14:tracePt t="146468" x="6832600" y="3073400"/>
          <p14:tracePt t="146482" x="6642100" y="2933700"/>
          <p14:tracePt t="146498" x="6534150" y="2863850"/>
          <p14:tracePt t="146501" x="6438900" y="2774950"/>
          <p14:tracePt t="146531" x="6254750" y="2673350"/>
          <p14:tracePt t="146548" x="6051550" y="2565400"/>
          <p14:tracePt t="146565" x="5949950" y="2527300"/>
          <p14:tracePt t="146581" x="5746750" y="2438400"/>
          <p14:tracePt t="146598" x="5619750" y="2355850"/>
          <p14:tracePt t="146615" x="5530850" y="2279650"/>
          <p14:tracePt t="146631" x="5499100" y="2247900"/>
          <p14:tracePt t="146647" x="5454650" y="2190750"/>
          <p14:tracePt t="146665" x="5435600" y="2146300"/>
          <p14:tracePt t="146681" x="5422900" y="2133600"/>
          <p14:tracePt t="146697" x="5410200" y="2095500"/>
          <p14:tracePt t="146714" x="5403850" y="2070100"/>
          <p14:tracePt t="146730" x="5397500" y="2057400"/>
          <p14:tracePt t="146747" x="5391150" y="2051050"/>
          <p14:tracePt t="146764" x="5378450" y="2025650"/>
          <p14:tracePt t="146780" x="5372100" y="2025650"/>
          <p14:tracePt t="146797" x="5353050" y="2019300"/>
          <p14:tracePt t="146813" x="5353050" y="2012950"/>
          <p14:tracePt t="146830" x="5327650" y="2012950"/>
          <p14:tracePt t="146847" x="5302250" y="2000250"/>
          <p14:tracePt t="146863" x="5289550" y="1987550"/>
          <p14:tracePt t="146880" x="5270500" y="1968500"/>
          <p14:tracePt t="146896" x="5245100" y="1943100"/>
          <p14:tracePt t="146913" x="5238750" y="1943100"/>
          <p14:tracePt t="146930" x="5219700" y="1911350"/>
          <p14:tracePt t="146946" x="5200650" y="1873250"/>
          <p14:tracePt t="146963" x="5181600" y="1854200"/>
          <p14:tracePt t="146980" x="5156200" y="1809750"/>
          <p14:tracePt t="146996" x="5118100" y="1765300"/>
          <p14:tracePt t="147013" x="5099050" y="1752600"/>
          <p14:tracePt t="147030" x="5060950" y="1714500"/>
          <p14:tracePt t="147046" x="5035550" y="1689100"/>
          <p14:tracePt t="147063" x="5022850" y="1682750"/>
          <p14:tracePt t="147080" x="4991100" y="1676400"/>
          <p14:tracePt t="147096" x="4978400" y="1676400"/>
          <p14:tracePt t="147113" x="4959350" y="1676400"/>
          <p14:tracePt t="147129" x="4940300" y="1676400"/>
          <p14:tracePt t="147146" x="4914900" y="1676400"/>
          <p14:tracePt t="147882" x="4914900" y="1689100"/>
          <p14:tracePt t="147889" x="4914900" y="1708150"/>
          <p14:tracePt t="147904" x="4914900" y="1727200"/>
          <p14:tracePt t="147913" x="4914900" y="1758950"/>
          <p14:tracePt t="147926" x="4914900" y="1784350"/>
          <p14:tracePt t="147943" x="4921250" y="1835150"/>
          <p14:tracePt t="147960" x="4927600" y="1892300"/>
          <p14:tracePt t="147976" x="4933950" y="1930400"/>
          <p14:tracePt t="147993" x="4953000" y="2012950"/>
          <p14:tracePt t="148010" x="4965700" y="2108200"/>
          <p14:tracePt t="148026" x="4978400" y="2152650"/>
          <p14:tracePt t="148043" x="4984750" y="2203450"/>
          <p14:tracePt t="148059" x="5041900" y="2432050"/>
          <p14:tracePt t="148076" x="5073650" y="2508250"/>
          <p14:tracePt t="148093" x="5105400" y="2628900"/>
          <p14:tracePt t="148109" x="5111750" y="2686050"/>
          <p14:tracePt t="148126" x="5130800" y="2781300"/>
          <p14:tracePt t="148143" x="5156200" y="2876550"/>
          <p14:tracePt t="148159" x="5207000" y="2965450"/>
          <p14:tracePt t="148176" x="5232400" y="2978150"/>
          <p14:tracePt t="148192" x="5245100" y="2984500"/>
          <p14:tracePt t="149346" x="5219700" y="3009900"/>
          <p14:tracePt t="149353" x="5162550" y="3048000"/>
          <p14:tracePt t="149367" x="5105400" y="3086100"/>
          <p14:tracePt t="149374" x="5048250" y="3124200"/>
          <p14:tracePt t="149391" x="4978400" y="3162300"/>
          <p14:tracePt t="149405" x="4883150" y="3194050"/>
          <p14:tracePt t="149422" x="4673600" y="3289300"/>
          <p14:tracePt t="149438" x="4476750" y="3340100"/>
          <p14:tracePt t="149454" x="4387850" y="3359150"/>
          <p14:tracePt t="149472" x="4057650" y="3390900"/>
          <p14:tracePt t="149487" x="3943350" y="3403600"/>
          <p14:tracePt t="149504" x="3854450" y="3397250"/>
          <p14:tracePt t="149521" x="3695700" y="3378200"/>
          <p14:tracePt t="149538" x="3556000" y="3365500"/>
          <p14:tracePt t="149554" x="3473450" y="3359150"/>
          <p14:tracePt t="149571" x="3333750" y="3346450"/>
          <p14:tracePt t="149587" x="3213100" y="3327400"/>
          <p14:tracePt t="149604" x="3187700" y="3321050"/>
          <p14:tracePt t="149620" x="3117850" y="3308350"/>
          <p14:tracePt t="149637" x="3028950" y="3282950"/>
          <p14:tracePt t="149655" x="2959100" y="3263900"/>
          <p14:tracePt t="149670" x="2921000" y="3257550"/>
          <p14:tracePt t="149687" x="2876550" y="3251200"/>
          <p14:tracePt t="149704" x="2762250" y="3251200"/>
          <p14:tracePt t="149720" x="2717800" y="3251200"/>
          <p14:tracePt t="149737" x="2679700" y="3251200"/>
          <p14:tracePt t="149753" x="2609850" y="3238500"/>
          <p14:tracePt t="149770" x="2533650" y="3244850"/>
          <p14:tracePt t="149787" x="2501900" y="3244850"/>
          <p14:tracePt t="149803" x="2438400" y="3251200"/>
          <p14:tracePt t="149820" x="2362200" y="3276600"/>
          <p14:tracePt t="149838" x="2305050" y="3289300"/>
          <p14:tracePt t="149853" x="2273300" y="3295650"/>
          <p14:tracePt t="149870" x="2203450" y="3314700"/>
          <p14:tracePt t="149887" x="2146300" y="3327400"/>
          <p14:tracePt t="149903" x="2114550" y="3333750"/>
          <p14:tracePt t="149919" x="2063750" y="3340100"/>
          <p14:tracePt t="149936" x="2019300" y="3352800"/>
          <p14:tracePt t="149953" x="1987550" y="3352800"/>
          <p14:tracePt t="149970" x="1974850" y="3352800"/>
          <p14:tracePt t="149986" x="1911350" y="3346450"/>
          <p14:tracePt t="150002" x="1892300" y="3340100"/>
          <p14:tracePt t="150020" x="1860550" y="3340100"/>
          <p14:tracePt t="150036" x="1847850" y="3340100"/>
          <p14:tracePt t="150052" x="1822450" y="3340100"/>
          <p14:tracePt t="150069" x="1797050" y="3340100"/>
          <p14:tracePt t="150085" x="1784350" y="3340100"/>
          <p14:tracePt t="150102" x="1758950" y="3340100"/>
          <p14:tracePt t="150119" x="1727200" y="3340100"/>
          <p14:tracePt t="150135" x="1714500" y="3346450"/>
          <p14:tracePt t="150152" x="1676400" y="3346450"/>
          <p14:tracePt t="150169" x="1631950" y="3359150"/>
          <p14:tracePt t="150186" x="1606550" y="3365500"/>
          <p14:tracePt t="150202" x="1555750" y="3371850"/>
          <p14:tracePt t="150218" x="1524000" y="3384550"/>
          <p14:tracePt t="150235" x="1517650" y="3390900"/>
          <p14:tracePt t="150252" x="1511300" y="3390900"/>
          <p14:tracePt t="150301" x="1517650" y="3390900"/>
          <p14:tracePt t="150308" x="1524000" y="3390900"/>
          <p14:tracePt t="150329" x="1530350" y="3390900"/>
          <p14:tracePt t="150337" x="1543050" y="3390900"/>
          <p14:tracePt t="150351" x="1555750" y="3390900"/>
          <p14:tracePt t="150368" x="1574800" y="3390900"/>
          <p14:tracePt t="150385" x="1631950" y="3390900"/>
          <p14:tracePt t="150401" x="1778000" y="3390900"/>
          <p14:tracePt t="150418" x="1866900" y="3403600"/>
          <p14:tracePt t="150435" x="2070100" y="3409950"/>
          <p14:tracePt t="150451" x="2336800" y="3422650"/>
          <p14:tracePt t="150468" x="2489200" y="3435350"/>
          <p14:tracePt t="150484" x="2806700" y="3454400"/>
          <p14:tracePt t="150501" x="3200400" y="3454400"/>
          <p14:tracePt t="150518" x="3435350" y="3454400"/>
          <p14:tracePt t="150534" x="3879850" y="3448050"/>
          <p14:tracePt t="150551" x="4337050" y="3422650"/>
          <p14:tracePt t="150568" x="4775200" y="3422650"/>
          <p14:tracePt t="150583" x="4959350" y="3422650"/>
          <p14:tracePt t="150600" x="5149850" y="3429000"/>
          <p14:tracePt t="150617" x="5689600" y="3460750"/>
          <p14:tracePt t="150634" x="5816600" y="3473450"/>
          <p14:tracePt t="150650" x="5937250" y="3505200"/>
          <p14:tracePt t="150667" x="6178550" y="3536950"/>
          <p14:tracePt t="150683" x="6369050" y="3568700"/>
          <p14:tracePt t="150700" x="6464300" y="3575050"/>
          <p14:tracePt t="150717" x="6597650" y="3613150"/>
          <p14:tracePt t="150733" x="6711950" y="3625850"/>
          <p14:tracePt t="150751" x="6845300" y="3663950"/>
          <p14:tracePt t="150766" x="6908800" y="3663950"/>
          <p14:tracePt t="150783" x="7016750" y="3670300"/>
          <p14:tracePt t="150800" x="7118350" y="3683000"/>
          <p14:tracePt t="150816" x="7175500" y="3689350"/>
          <p14:tracePt t="150833" x="7302500" y="3676650"/>
          <p14:tracePt t="150850" x="7448550" y="3670300"/>
          <p14:tracePt t="150866" x="7524750" y="3670300"/>
          <p14:tracePt t="150883" x="7670800" y="3657600"/>
          <p14:tracePt t="150899" x="7797800" y="3632200"/>
          <p14:tracePt t="150916" x="7854950" y="3619500"/>
          <p14:tracePt t="150933" x="7994650" y="3600450"/>
          <p14:tracePt t="150949" x="8058150" y="3600450"/>
          <p14:tracePt t="150966" x="8191500" y="3594100"/>
          <p14:tracePt t="150983" x="8286750" y="3575050"/>
          <p14:tracePt t="150999" x="8324850" y="3568700"/>
          <p14:tracePt t="151016" x="8388350" y="3543300"/>
          <p14:tracePt t="151032" x="8420100" y="3536950"/>
          <p14:tracePt t="151049" x="8432800" y="3530600"/>
          <p14:tracePt t="151066" x="8439150" y="3530600"/>
          <p14:tracePt t="151130" x="8432800" y="3530600"/>
          <p14:tracePt t="151143" x="8426450" y="3530600"/>
          <p14:tracePt t="151152" x="8401050" y="3530600"/>
          <p14:tracePt t="151168" x="8382000" y="3524250"/>
          <p14:tracePt t="151182" x="8255000" y="3511550"/>
          <p14:tracePt t="151198" x="8178800" y="3511550"/>
          <p14:tracePt t="151215" x="7924800" y="3505200"/>
          <p14:tracePt t="151232" x="7791450" y="3505200"/>
          <p14:tracePt t="151249" x="7397750" y="3486150"/>
          <p14:tracePt t="151264" x="6927850" y="3486150"/>
          <p14:tracePt t="151282" x="6667500" y="3486150"/>
          <p14:tracePt t="151299" x="6089650" y="3473450"/>
          <p14:tracePt t="151315" x="5581650" y="3429000"/>
          <p14:tracePt t="151331" x="5289550" y="3397250"/>
          <p14:tracePt t="151348" x="4826000" y="3359150"/>
          <p14:tracePt t="151364" x="4400550" y="3327400"/>
          <p14:tracePt t="151381" x="4235450" y="3321050"/>
          <p14:tracePt t="151398" x="3949700" y="3321050"/>
          <p14:tracePt t="151414" x="3759200" y="3333750"/>
          <p14:tracePt t="151431" x="3606800" y="3340100"/>
          <p14:tracePt t="151447" x="3543300" y="3340100"/>
          <p14:tracePt t="151464" x="3435350" y="3359150"/>
          <p14:tracePt t="151482" x="3384550" y="3371850"/>
          <p14:tracePt t="151497" x="3371850" y="3371850"/>
          <p14:tracePt t="151514" x="3359150" y="3378200"/>
          <p14:tracePt t="151530" x="3333750" y="3416300"/>
          <p14:tracePt t="151547" x="3308350" y="3422650"/>
          <p14:tracePt t="152003" x="3238500" y="3416300"/>
          <p14:tracePt t="152017" x="3162300" y="3416300"/>
          <p14:tracePt t="152024" x="3048000" y="3397250"/>
          <p14:tracePt t="152039" x="2959100" y="3384550"/>
          <p14:tracePt t="152049" x="2857500" y="3384550"/>
          <p14:tracePt t="152062" x="2768600" y="3390900"/>
          <p14:tracePt t="152080" x="2565400" y="3390900"/>
          <p14:tracePt t="152096" x="2387600" y="3384550"/>
          <p14:tracePt t="152112" x="2298700" y="3390900"/>
          <p14:tracePt t="152128" x="2139950" y="3397250"/>
          <p14:tracePt t="152145" x="2025650" y="3397250"/>
          <p14:tracePt t="152162" x="1974850" y="3397250"/>
          <p14:tracePt t="152179" x="1879600" y="3378200"/>
          <p14:tracePt t="152195" x="1822450" y="3371850"/>
          <p14:tracePt t="152212" x="1809750" y="3371850"/>
          <p14:tracePt t="152228" x="1784350" y="3371850"/>
          <p14:tracePt t="152245" x="1778000" y="3371850"/>
          <p14:tracePt t="152284" x="1778000" y="3390900"/>
          <p14:tracePt t="152306" x="1790700" y="3390900"/>
          <p14:tracePt t="152314" x="1797050" y="3390900"/>
          <p14:tracePt t="152328" x="1803400" y="3403600"/>
          <p14:tracePt t="152344" x="1828800" y="3416300"/>
          <p14:tracePt t="152361" x="1847850" y="3416300"/>
          <p14:tracePt t="160877" x="1854200" y="3422650"/>
          <p14:tracePt t="160883" x="1854200" y="3435350"/>
          <p14:tracePt t="160898" x="1866900" y="3460750"/>
          <p14:tracePt t="160915" x="1885950" y="3492500"/>
          <p14:tracePt t="160932" x="1898650" y="3524250"/>
          <p14:tracePt t="160948" x="1924050" y="3581400"/>
          <p14:tracePt t="160965" x="1936750" y="3625850"/>
          <p14:tracePt t="160982" x="1949450" y="3676650"/>
          <p14:tracePt t="160998" x="1962150" y="3746500"/>
          <p14:tracePt t="161015" x="1974850" y="3797300"/>
          <p14:tracePt t="161032" x="2000250" y="3873500"/>
          <p14:tracePt t="161048" x="2012950" y="3917950"/>
          <p14:tracePt t="161064" x="2032000" y="3968750"/>
          <p14:tracePt t="161081" x="2057400" y="4051300"/>
          <p14:tracePt t="161097" x="2082800" y="4114800"/>
          <p14:tracePt t="161114" x="2089150" y="4165600"/>
          <p14:tracePt t="161131" x="2108200" y="4229100"/>
          <p14:tracePt t="161147" x="2120900" y="4267200"/>
          <p14:tracePt t="161165" x="2139950" y="4324350"/>
          <p14:tracePt t="161180" x="2152650" y="4349750"/>
          <p14:tracePt t="161197" x="2152650" y="4368800"/>
          <p14:tracePt t="161214" x="2171700" y="4406900"/>
          <p14:tracePt t="161231" x="2171700" y="4419600"/>
          <p14:tracePt t="161247" x="2171700" y="4438650"/>
          <p14:tracePt t="161263" x="2178050" y="4464050"/>
          <p14:tracePt t="161280" x="2184400" y="4470400"/>
          <p14:tracePt t="161297" x="2184400" y="4489450"/>
          <p14:tracePt t="161314" x="2190750" y="4508500"/>
          <p14:tracePt t="161330" x="2197100" y="4514850"/>
          <p14:tracePt t="161348" x="2209800" y="4533900"/>
          <p14:tracePt t="161363" x="2216150" y="4546600"/>
          <p14:tracePt t="161380" x="2222500" y="4546600"/>
          <p14:tracePt t="161397" x="2222500" y="4552950"/>
          <p14:tracePt t="161413" x="2235200" y="4559300"/>
          <p14:tracePt t="161865" x="2235200" y="4565650"/>
          <p14:tracePt t="161872" x="2235200" y="4578350"/>
          <p14:tracePt t="161881" x="2235200" y="4591050"/>
          <p14:tracePt t="161895" x="2228850" y="4635500"/>
          <p14:tracePt t="161911" x="2222500" y="4667250"/>
          <p14:tracePt t="161928" x="2190750" y="4737100"/>
          <p14:tracePt t="161944" x="2178050" y="4787900"/>
          <p14:tracePt t="161961" x="2152650" y="4845050"/>
          <p14:tracePt t="161978" x="2127250" y="4927600"/>
          <p14:tracePt t="161994" x="2095500" y="4991100"/>
          <p14:tracePt t="162012" x="2057400" y="5054600"/>
          <p14:tracePt t="162027" x="2032000" y="5086350"/>
          <p14:tracePt t="162044" x="2000250" y="5124450"/>
          <p14:tracePt t="162062" x="1981200" y="5168900"/>
          <p14:tracePt t="162077" x="1962150" y="5194300"/>
          <p14:tracePt t="162094" x="1949450" y="5213350"/>
          <p14:tracePt t="162111" x="1930400" y="5251450"/>
          <p14:tracePt t="162127" x="1924050" y="5264150"/>
          <p14:tracePt t="162144" x="1917700" y="5270500"/>
          <p14:tracePt t="162161" x="1905000" y="5276850"/>
          <p14:tracePt t="162188" x="1905000" y="5283200"/>
          <p14:tracePt t="162406" x="1898650" y="5289550"/>
          <p14:tracePt t="162412" x="1898650" y="5295900"/>
          <p14:tracePt t="162429" x="1898650" y="5302250"/>
          <p14:tracePt t="162443" x="1892300" y="5302250"/>
          <p14:tracePt t="163095" x="1898650" y="5302250"/>
          <p14:tracePt t="163102" x="1905000" y="5302250"/>
          <p14:tracePt t="163110" x="1917700" y="5302250"/>
          <p14:tracePt t="163124" x="1936750" y="5308600"/>
          <p14:tracePt t="163140" x="1943100" y="5314950"/>
          <p14:tracePt t="163157" x="1962150" y="5321300"/>
          <p14:tracePt t="163174" x="1981200" y="5327650"/>
          <p14:tracePt t="163190" x="1987550" y="5334000"/>
          <p14:tracePt t="163208" x="2006600" y="5340350"/>
          <p14:tracePt t="163224" x="2012950" y="5340350"/>
          <p14:tracePt t="163240" x="2019300" y="5340350"/>
          <p14:tracePt t="163258" x="2038350" y="5353050"/>
          <p14:tracePt t="163273" x="2038350" y="5359400"/>
          <p14:tracePt t="163290" x="2051050" y="5359400"/>
          <p14:tracePt t="163307" x="2070100" y="5365750"/>
          <p14:tracePt t="163323" x="2082800" y="5372100"/>
          <p14:tracePt t="163340" x="2095500" y="5378450"/>
          <p14:tracePt t="163357" x="2120900" y="5384800"/>
          <p14:tracePt t="163374" x="2159000" y="5391150"/>
          <p14:tracePt t="163390" x="2178050" y="5397500"/>
          <p14:tracePt t="163406" x="2216150" y="5397500"/>
          <p14:tracePt t="163423" x="2266950" y="5403850"/>
          <p14:tracePt t="163440" x="2311400" y="5410200"/>
          <p14:tracePt t="163457" x="2330450" y="5416550"/>
          <p14:tracePt t="163473" x="2393950" y="5416550"/>
          <p14:tracePt t="163490" x="2432050" y="5403850"/>
          <p14:tracePt t="163506" x="2444750" y="5403850"/>
          <p14:tracePt t="168579" x="2343150" y="5334000"/>
          <p14:tracePt t="168586" x="2159000" y="5207000"/>
          <p14:tracePt t="168593" x="1898650" y="5029200"/>
          <p14:tracePt t="168604" x="1581150" y="4781550"/>
          <p14:tracePt t="168621" x="1238250" y="4514850"/>
          <p14:tracePt t="168638" x="514350" y="3987800"/>
          <p14:tracePt t="168655" x="101600" y="3702050"/>
          <p14:tracePt t="173483" x="4489450" y="3714750"/>
          <p14:tracePt t="173497" x="4432300" y="3765550"/>
          <p14:tracePt t="173504" x="4368800" y="3822700"/>
          <p14:tracePt t="173511" x="4298950" y="3873500"/>
          <p14:tracePt t="173527" x="4229100" y="3937000"/>
          <p14:tracePt t="173540" x="4159250" y="4006850"/>
          <p14:tracePt t="173556" x="3968750" y="4191000"/>
          <p14:tracePt t="173573" x="3879850" y="4273550"/>
          <p14:tracePt t="173590" x="3714750" y="4438650"/>
          <p14:tracePt t="173607" x="3562350" y="4584700"/>
          <p14:tracePt t="173624" x="3416300" y="4692650"/>
          <p14:tracePt t="173639" x="3327400" y="4749800"/>
          <p14:tracePt t="173656" x="3175000" y="4838700"/>
          <p14:tracePt t="173673" x="3048000" y="4908550"/>
          <p14:tracePt t="173689" x="2990850" y="4933950"/>
          <p14:tracePt t="173706" x="2921000" y="4965700"/>
          <p14:tracePt t="173723" x="2870200" y="4991100"/>
          <p14:tracePt t="173739" x="2851150" y="5003800"/>
          <p14:tracePt t="173757" x="2813050" y="5010150"/>
          <p14:tracePt t="173772" x="2806700" y="5010150"/>
          <p14:tracePt t="173789" x="2787650" y="5010150"/>
          <p14:tracePt t="173806" x="2781300" y="5010150"/>
          <p14:tracePt t="173823" x="2768600" y="5010150"/>
          <p14:tracePt t="173826" x="2762250" y="5010150"/>
          <p14:tracePt t="173839" x="2743200" y="5010150"/>
          <p14:tracePt t="173856" x="2705100" y="5003800"/>
          <p14:tracePt t="173872" x="2673350" y="5003800"/>
          <p14:tracePt t="173889" x="2635250" y="4997450"/>
          <p14:tracePt t="173905" x="2597150" y="4991100"/>
          <p14:tracePt t="173922" x="2584450" y="4991100"/>
          <p14:tracePt t="173939" x="2578100" y="4991100"/>
          <p14:tracePt t="173956" x="2559050" y="4991100"/>
          <p14:tracePt t="173972" x="2552700" y="4991100"/>
          <p14:tracePt t="173989" x="2540000" y="4984750"/>
          <p14:tracePt t="174005" x="2514600" y="4978400"/>
          <p14:tracePt t="174022" x="2501900" y="4978400"/>
          <p14:tracePt t="174039" x="2482850" y="4965700"/>
          <p14:tracePt t="174055" x="2470150" y="4959350"/>
          <p14:tracePt t="174072" x="2425700" y="4927600"/>
          <p14:tracePt t="174088" x="2362200" y="4895850"/>
          <p14:tracePt t="174104" x="2330450" y="4876800"/>
          <p14:tracePt t="174122" x="2266950" y="4826000"/>
          <p14:tracePt t="174138" x="2184400" y="4762500"/>
          <p14:tracePt t="174155" x="2152650" y="4737100"/>
          <p14:tracePt t="174171" x="2108200" y="4692650"/>
          <p14:tracePt t="174188" x="2082800" y="4667250"/>
          <p14:tracePt t="174204" x="2070100" y="4654550"/>
          <p14:tracePt t="174221" x="2051050" y="4641850"/>
          <p14:tracePt t="174237" x="2044700" y="4629150"/>
          <p14:tracePt t="174255" x="2044700" y="4622800"/>
          <p14:tracePt t="174271" x="2038350" y="4616450"/>
          <p14:tracePt t="174287" x="2032000" y="4616450"/>
          <p14:tracePt t="174304" x="2025650" y="4603750"/>
          <p14:tracePt t="174320" x="2025650" y="4597400"/>
          <p14:tracePt t="174354" x="2006600" y="4578350"/>
          <p14:tracePt t="174370" x="2000250" y="4578350"/>
          <p14:tracePt t="174387" x="2000250" y="4572000"/>
          <p14:tracePt t="174404" x="1981200" y="4559300"/>
          <p14:tracePt t="174420" x="1968500" y="4540250"/>
          <p14:tracePt t="174438" x="1936750" y="4514850"/>
          <p14:tracePt t="174453" x="1924050" y="4495800"/>
          <p14:tracePt t="174470" x="1879600" y="4438650"/>
          <p14:tracePt t="174487" x="1841500" y="4394200"/>
          <p14:tracePt t="174504" x="1822450" y="4375150"/>
          <p14:tracePt t="174520" x="1784350" y="4337050"/>
          <p14:tracePt t="174537" x="1758950" y="4318000"/>
          <p14:tracePt t="174553" x="1752600" y="4311650"/>
          <p14:tracePt t="174570" x="1746250" y="4298950"/>
          <p14:tracePt t="174698" x="1746250" y="4292600"/>
          <p14:tracePt t="174726" x="1752600" y="4292600"/>
          <p14:tracePt t="174775" x="1758950" y="4292600"/>
          <p14:tracePt t="174838" x="1765300" y="4292600"/>
          <p14:tracePt t="174845" x="1771650" y="4292600"/>
          <p14:tracePt t="174858" x="1778000" y="4292600"/>
          <p14:tracePt t="174868" x="1778000" y="4298950"/>
          <p14:tracePt t="174889" x="1790700" y="4298950"/>
          <p14:tracePt t="174908" x="1797050" y="4298950"/>
          <p14:tracePt t="174929" x="1803400" y="4298950"/>
          <p14:tracePt t="174957" x="1809750" y="4298950"/>
          <p14:tracePt t="174979" x="1816100" y="4298950"/>
          <p14:tracePt t="174987" x="1822450" y="4298950"/>
          <p14:tracePt t="175042" x="1828800" y="4298950"/>
          <p14:tracePt t="175077" x="1828800" y="4292600"/>
          <p14:tracePt t="175098" x="1828800" y="4286250"/>
          <p14:tracePt t="175112" x="1816100" y="4267200"/>
          <p14:tracePt t="175121" x="1797050" y="4241800"/>
          <p14:tracePt t="175134" x="1765300" y="4184650"/>
          <p14:tracePt t="175151" x="1631950" y="4032250"/>
          <p14:tracePt t="175168" x="1524000" y="3905250"/>
          <p14:tracePt t="175184" x="1200150" y="3454400"/>
          <p14:tracePt t="175201" x="812800" y="2952750"/>
          <p14:tracePt t="175218" x="406400" y="2444750"/>
          <p14:tracePt t="175234" x="234950" y="2235200"/>
          <p14:tracePt t="177458" x="4692650" y="3727450"/>
          <p14:tracePt t="177465" x="4660900" y="3746500"/>
          <p14:tracePt t="177479" x="4629150" y="3759200"/>
          <p14:tracePt t="177487" x="4610100" y="3771900"/>
          <p14:tracePt t="177502" x="4572000" y="3790950"/>
          <p14:tracePt t="177517" x="4514850" y="3829050"/>
          <p14:tracePt t="177533" x="4495800" y="3841750"/>
          <p14:tracePt t="177550" x="4445000" y="3873500"/>
          <p14:tracePt t="177566" x="4432300" y="3886200"/>
          <p14:tracePt t="177584" x="4375150" y="3937000"/>
          <p14:tracePt t="177599" x="4349750" y="3943350"/>
          <p14:tracePt t="177617" x="4337050" y="3962400"/>
          <p14:tracePt t="177633" x="4286250" y="3994150"/>
          <p14:tracePt t="177649" x="4235450" y="4032250"/>
          <p14:tracePt t="177666" x="4203700" y="4057650"/>
          <p14:tracePt t="177683" x="4102100" y="4121150"/>
          <p14:tracePt t="177700" x="3949700" y="4178300"/>
          <p14:tracePt t="177717" x="3879850" y="4210050"/>
          <p14:tracePt t="177733" x="3721100" y="4260850"/>
          <p14:tracePt t="177750" x="3600450" y="4305300"/>
          <p14:tracePt t="177767" x="3467100" y="4362450"/>
          <p14:tracePt t="177783" x="3409950" y="4381500"/>
          <p14:tracePt t="177799" x="3314700" y="4419600"/>
          <p14:tracePt t="177816" x="3251200" y="4438650"/>
          <p14:tracePt t="177833" x="3219450" y="4445000"/>
          <p14:tracePt t="177850" x="3162300" y="4464050"/>
          <p14:tracePt t="177866" x="3117850" y="4470400"/>
          <p14:tracePt t="177882" x="3086100" y="4476750"/>
          <p14:tracePt t="177901" x="3048000" y="4483100"/>
          <p14:tracePt t="177915" x="3016250" y="4483100"/>
          <p14:tracePt t="177932" x="2978150" y="4483100"/>
          <p14:tracePt t="177936" x="2952750" y="4483100"/>
          <p14:tracePt t="177952" x="2921000" y="4483100"/>
          <p14:tracePt t="177965" x="2895600" y="4483100"/>
          <p14:tracePt t="177982" x="2813050" y="4489450"/>
          <p14:tracePt t="177998" x="2736850" y="4489450"/>
          <p14:tracePt t="178015" x="2705100" y="4489450"/>
          <p14:tracePt t="178032" x="2660650" y="4489450"/>
          <p14:tracePt t="178049" x="2616200" y="4489450"/>
          <p14:tracePt t="178065" x="2603500" y="4489450"/>
          <p14:tracePt t="178082" x="2578100" y="4489450"/>
          <p14:tracePt t="178098" x="2559050" y="4489450"/>
          <p14:tracePt t="178146" x="2552700" y="4489450"/>
          <p14:tracePt t="178911" x="2559050" y="4489450"/>
          <p14:tracePt t="178918" x="2571750" y="4489450"/>
          <p14:tracePt t="178932" x="2584450" y="4476750"/>
          <p14:tracePt t="178946" x="2590800" y="4476750"/>
          <p14:tracePt t="178962" x="2622550" y="4464050"/>
          <p14:tracePt t="178978" x="2641600" y="4457700"/>
          <p14:tracePt t="178995" x="2686050" y="4432300"/>
          <p14:tracePt t="179011" x="2736850" y="4419600"/>
          <p14:tracePt t="179028" x="2768600" y="4413250"/>
          <p14:tracePt t="179045" x="2819400" y="4387850"/>
          <p14:tracePt t="179061" x="2863850" y="4381500"/>
          <p14:tracePt t="179079" x="2901950" y="4368800"/>
          <p14:tracePt t="179094" x="2914650" y="4368800"/>
          <p14:tracePt t="179111" x="2933700" y="4362450"/>
          <p14:tracePt t="179129" x="2971800" y="4362450"/>
          <p14:tracePt t="179144" x="2978150" y="4362450"/>
          <p14:tracePt t="179161" x="2990850" y="4356100"/>
          <p14:tracePt t="179178" x="3009900" y="4356100"/>
          <p14:tracePt t="179194" x="3016250" y="4349750"/>
          <p14:tracePt t="179212" x="3028950" y="4343400"/>
          <p14:tracePt t="179227" x="3035300" y="4343400"/>
          <p14:tracePt t="179244" x="3048000" y="4343400"/>
          <p14:tracePt t="179262" x="3054350" y="4343400"/>
          <p14:tracePt t="179294" x="3060700" y="4343400"/>
          <p14:tracePt t="179314" x="3067050" y="4337050"/>
          <p14:tracePt t="179327" x="3073400" y="4337050"/>
          <p14:tracePt t="179344" x="3086100" y="4337050"/>
          <p14:tracePt t="179360" x="3117850" y="4337050"/>
          <p14:tracePt t="179377" x="3136900" y="4337050"/>
          <p14:tracePt t="179394" x="3155950" y="4337050"/>
          <p14:tracePt t="179410" x="3251200" y="4337050"/>
          <p14:tracePt t="179427" x="3289300" y="4337050"/>
          <p14:tracePt t="179431" x="3333750" y="4330700"/>
          <p14:tracePt t="179447" x="3359150" y="4324350"/>
          <p14:tracePt t="179460" x="3403600" y="4311650"/>
          <p14:tracePt t="179477" x="3460750" y="4305300"/>
          <p14:tracePt t="179494" x="3511550" y="4305300"/>
          <p14:tracePt t="179510" x="3536950" y="4298950"/>
          <p14:tracePt t="179527" x="3581400" y="4292600"/>
          <p14:tracePt t="179543" x="3613150" y="4292600"/>
          <p14:tracePt t="179560" x="3625850" y="4292600"/>
          <p14:tracePt t="179577" x="3644900" y="4286250"/>
          <p14:tracePt t="179609" x="3651250" y="4279900"/>
          <p14:tracePt t="179627" x="3657600" y="4279900"/>
          <p14:tracePt t="179643" x="3663950" y="4279900"/>
          <p14:tracePt t="179677" x="3670300" y="4279900"/>
          <p14:tracePt t="179683" x="3670300" y="4273550"/>
          <p14:tracePt t="179692" x="3676650" y="4273550"/>
          <p14:tracePt t="179709" x="3683000" y="4273550"/>
          <p14:tracePt t="179732" x="3689350" y="4273550"/>
          <p14:tracePt t="179753" x="3695700" y="4273550"/>
          <p14:tracePt t="179762" x="3702050" y="4273550"/>
          <p14:tracePt t="179776" x="3708400" y="4273550"/>
          <p14:tracePt t="179792" x="3714750" y="4273550"/>
          <p14:tracePt t="179809" x="3733800" y="4267200"/>
          <p14:tracePt t="179825" x="3778250" y="4260850"/>
          <p14:tracePt t="179842" x="3810000" y="4260850"/>
          <p14:tracePt t="179859" x="3867150" y="4254500"/>
          <p14:tracePt t="179875" x="3930650" y="4248150"/>
          <p14:tracePt t="179892" x="3962400" y="4248150"/>
          <p14:tracePt t="179908" x="4051300" y="4248150"/>
          <p14:tracePt t="179925" x="4152900" y="4248150"/>
          <p14:tracePt t="179943" x="4267200" y="4248150"/>
          <p14:tracePt t="179958" x="4330700" y="4248150"/>
          <p14:tracePt t="179975" x="4451350" y="4248150"/>
          <p14:tracePt t="179992" x="4565650" y="4248150"/>
          <p14:tracePt t="180008" x="4616450" y="4248150"/>
          <p14:tracePt t="180025" x="4667250" y="4248150"/>
          <p14:tracePt t="180041" x="4864100" y="4248150"/>
          <p14:tracePt t="180058" x="4914900" y="4248150"/>
          <p14:tracePt t="180075" x="4978400" y="4248150"/>
          <p14:tracePt t="180091" x="5067300" y="4248150"/>
          <p14:tracePt t="180108" x="5162550" y="4248150"/>
          <p14:tracePt t="180125" x="5200650" y="4248150"/>
          <p14:tracePt t="180141" x="5276850" y="4248150"/>
          <p14:tracePt t="180158" x="5372100" y="4260850"/>
          <p14:tracePt t="180175" x="5435600" y="4260850"/>
          <p14:tracePt t="180191" x="5480050" y="4260850"/>
          <p14:tracePt t="180208" x="5549900" y="4248150"/>
          <p14:tracePt t="180224" x="5626100" y="4248150"/>
          <p14:tracePt t="180241" x="5664200" y="4248150"/>
          <p14:tracePt t="180257" x="5740400" y="4248150"/>
          <p14:tracePt t="180273" x="5835650" y="4248150"/>
          <p14:tracePt t="180291" x="5899150" y="4241800"/>
          <p14:tracePt t="180308" x="6000750" y="4241800"/>
          <p14:tracePt t="180324" x="6121400" y="4241800"/>
          <p14:tracePt t="180341" x="6172200" y="4229100"/>
          <p14:tracePt t="180357" x="6280150" y="4222750"/>
          <p14:tracePt t="180374" x="6318250" y="4222750"/>
          <p14:tracePt t="180391" x="6388100" y="4216400"/>
          <p14:tracePt t="180407" x="6438900" y="4216400"/>
          <p14:tracePt t="180423" x="6464300" y="4210050"/>
          <p14:tracePt t="180427" x="6502400" y="4197350"/>
          <p14:tracePt t="180441" x="6527800" y="4197350"/>
          <p14:tracePt t="180457" x="6597650" y="4191000"/>
          <p14:tracePt t="180473" x="6629400" y="4191000"/>
          <p14:tracePt t="180490" x="6705600" y="4178300"/>
          <p14:tracePt t="180506" x="6788150" y="4178300"/>
          <p14:tracePt t="180523" x="6826250" y="4178300"/>
          <p14:tracePt t="180539" x="6889750" y="4165600"/>
          <p14:tracePt t="180556" x="6972300" y="4165600"/>
          <p14:tracePt t="180573" x="7010400" y="4159250"/>
          <p14:tracePt t="180590" x="7092950" y="4152900"/>
          <p14:tracePt t="180606" x="7150100" y="4152900"/>
          <p14:tracePt t="180623" x="7207250" y="4152900"/>
          <p14:tracePt t="180640" x="7226300" y="4152900"/>
          <p14:tracePt t="180656" x="7251700" y="4152900"/>
          <p14:tracePt t="180673" x="7283450" y="4152900"/>
          <p14:tracePt t="180689" x="7289800" y="4152900"/>
          <p14:tracePt t="180706" x="7296150" y="4152900"/>
          <p14:tracePt t="180723" x="7302500" y="4152900"/>
          <p14:tracePt t="180799" x="7296150" y="4152900"/>
          <p14:tracePt t="180848" x="7289800" y="4152900"/>
          <p14:tracePt t="181348" x="7264400" y="4152900"/>
          <p14:tracePt t="181355" x="7226300" y="4152900"/>
          <p14:tracePt t="181368" x="7175500" y="4152900"/>
          <p14:tracePt t="181375" x="7105650" y="4152900"/>
          <p14:tracePt t="181390" x="7042150" y="4152900"/>
          <p14:tracePt t="181404" x="6864350" y="4152900"/>
          <p14:tracePt t="181420" x="6762750" y="4152900"/>
          <p14:tracePt t="181437" x="6654800" y="4152900"/>
          <p14:tracePt t="181453" x="6413500" y="4152900"/>
          <p14:tracePt t="181470" x="6121400" y="4165600"/>
          <p14:tracePt t="181487" x="5956300" y="4159250"/>
          <p14:tracePt t="181504" x="5670550" y="4159250"/>
          <p14:tracePt t="181520" x="5378450" y="4159250"/>
          <p14:tracePt t="181537" x="5238750" y="4159250"/>
          <p14:tracePt t="181553" x="4959350" y="4159250"/>
          <p14:tracePt t="181569" x="4724400" y="4159250"/>
          <p14:tracePt t="181586" x="4495800" y="4159250"/>
          <p14:tracePt t="181603" x="4406900" y="4159250"/>
          <p14:tracePt t="181619" x="4337050" y="4146550"/>
          <p14:tracePt t="181636" x="4216400" y="4133850"/>
          <p14:tracePt t="181652" x="4197350" y="4133850"/>
          <p14:tracePt t="181670" x="4191000" y="4133850"/>
          <p14:tracePt t="181686" x="4178300" y="4127500"/>
          <p14:tracePt t="181727" x="4178300" y="4121150"/>
          <p14:tracePt t="181741" x="4184650" y="4121150"/>
          <p14:tracePt t="181747" x="4191000" y="4121150"/>
          <p14:tracePt t="181762" x="4203700" y="4114800"/>
          <p14:tracePt t="181771" x="4222750" y="4108450"/>
          <p14:tracePt t="181785" x="4229100" y="4108450"/>
          <p14:tracePt t="181802" x="4273550" y="4102100"/>
          <p14:tracePt t="181819" x="4324350" y="4083050"/>
          <p14:tracePt t="181835" x="4362450" y="4076700"/>
          <p14:tracePt t="181852" x="4508500" y="4057650"/>
          <p14:tracePt t="181869" x="4673600" y="4051300"/>
          <p14:tracePt t="181885" x="4762500" y="4025900"/>
          <p14:tracePt t="181902" x="4959350" y="4019550"/>
          <p14:tracePt t="181918" x="5156200" y="4019550"/>
          <p14:tracePt t="181935" x="5276850" y="4006850"/>
          <p14:tracePt t="181939" x="5384800" y="4006850"/>
          <p14:tracePt t="181953" x="5486400" y="4006850"/>
          <p14:tracePt t="181968" x="5562600" y="4006850"/>
          <p14:tracePt t="181985" x="5708650" y="4000500"/>
          <p14:tracePt t="182001" x="5835650" y="4000500"/>
          <p14:tracePt t="182018" x="5886450" y="4013200"/>
          <p14:tracePt t="182035" x="5981700" y="4013200"/>
          <p14:tracePt t="182051" x="6051550" y="4000500"/>
          <p14:tracePt t="182068" x="6070600" y="4000500"/>
          <p14:tracePt t="182085" x="6115050" y="4000500"/>
          <p14:tracePt t="182101" x="6146800" y="3994150"/>
          <p14:tracePt t="182118" x="6165850" y="3994150"/>
          <p14:tracePt t="182134" x="6197600" y="3994150"/>
          <p14:tracePt t="182151" x="6235700" y="4000500"/>
          <p14:tracePt t="182168" x="6254750" y="4000500"/>
          <p14:tracePt t="182184" x="6292850" y="4000500"/>
          <p14:tracePt t="182201" x="6337300" y="3994150"/>
          <p14:tracePt t="182218" x="6381750" y="3987800"/>
          <p14:tracePt t="182234" x="6407150" y="3987800"/>
          <p14:tracePt t="182251" x="6426200" y="3987800"/>
          <p14:tracePt t="182267" x="6477000" y="3987800"/>
          <p14:tracePt t="182284" x="6489700" y="3987800"/>
          <p14:tracePt t="182301" x="6502400" y="3981450"/>
          <p14:tracePt t="182317" x="6521450" y="3981450"/>
          <p14:tracePt t="182351" x="6527800" y="3981450"/>
          <p14:tracePt t="182380" x="6521450" y="3981450"/>
          <p14:tracePt t="182393" x="6508750" y="3981450"/>
          <p14:tracePt t="182403" x="6502400" y="3981450"/>
          <p14:tracePt t="182417" x="6496050" y="3987800"/>
          <p14:tracePt t="182433" x="6477000" y="3987800"/>
          <p14:tracePt t="182450" x="6419850" y="4006850"/>
          <p14:tracePt t="182466" x="6362700" y="4006850"/>
          <p14:tracePt t="182483" x="6184900" y="4013200"/>
          <p14:tracePt t="182500" x="5918200" y="4025900"/>
          <p14:tracePt t="182516" x="5746750" y="4025900"/>
          <p14:tracePt t="182534" x="5251450" y="4038600"/>
          <p14:tracePt t="182549" x="4699000" y="4051300"/>
          <p14:tracePt t="182566" x="4438650" y="4051300"/>
          <p14:tracePt t="182583" x="3886200" y="4070350"/>
          <p14:tracePt t="182599" x="3683000" y="4070350"/>
          <p14:tracePt t="182616" x="3365500" y="4083050"/>
          <p14:tracePt t="182632" x="3136900" y="4089400"/>
          <p14:tracePt t="182649" x="3048000" y="4089400"/>
          <p14:tracePt t="182666" x="2895600" y="4089400"/>
          <p14:tracePt t="182682" x="2800350" y="4102100"/>
          <p14:tracePt t="182699" x="2781300" y="4108450"/>
          <p14:tracePt t="182716" x="2749550" y="4108450"/>
          <p14:tracePt t="182732" x="2736850" y="4114800"/>
          <p14:tracePt t="182766" x="2730500" y="4121150"/>
          <p14:tracePt t="182801" x="2724150" y="4121150"/>
          <p14:tracePt t="182807" x="2717800" y="4121150"/>
          <p14:tracePt t="182822" x="2705100" y="4121150"/>
          <p14:tracePt t="182831" x="2692400" y="4127500"/>
          <p14:tracePt t="182848" x="2673350" y="4127500"/>
          <p14:tracePt t="182865" x="2641600" y="4127500"/>
          <p14:tracePt t="182882" x="2616200" y="4133850"/>
          <p14:tracePt t="182899" x="2571750" y="4146550"/>
          <p14:tracePt t="182915" x="2559050" y="4146550"/>
          <p14:tracePt t="182931" x="2552700" y="4152900"/>
          <p14:tracePt t="182948" x="2540000" y="4159250"/>
          <p14:tracePt t="182965" x="2527300" y="4165600"/>
          <p14:tracePt t="182981" x="2520950" y="4165600"/>
          <p14:tracePt t="182998" x="2514600" y="4178300"/>
          <p14:tracePt t="183014" x="2508250" y="4191000"/>
          <p14:tracePt t="183032" x="2508250" y="4203700"/>
          <p14:tracePt t="183075" x="2508250" y="4210050"/>
          <p14:tracePt t="183084" x="2508250" y="4216400"/>
          <p14:tracePt t="183097" x="2508250" y="4222750"/>
          <p14:tracePt t="183114" x="2508250" y="4235450"/>
          <p14:tracePt t="183131" x="2508250" y="4241800"/>
          <p14:tracePt t="183147" x="2508250" y="4248150"/>
          <p14:tracePt t="183164" x="2508250" y="4260850"/>
          <p14:tracePt t="183181" x="2508250" y="4292600"/>
          <p14:tracePt t="183197" x="2508250" y="4305300"/>
          <p14:tracePt t="183215" x="2508250" y="4324350"/>
          <p14:tracePt t="183231" x="2508250" y="4330700"/>
          <p14:tracePt t="183248" x="2514600" y="4343400"/>
          <p14:tracePt t="183264" x="2514600" y="4362450"/>
          <p14:tracePt t="183280" x="2520950" y="4362450"/>
          <p14:tracePt t="183297" x="2520950" y="4375150"/>
          <p14:tracePt t="183314" x="2527300" y="4375150"/>
          <p14:tracePt t="183346" x="2527300" y="4387850"/>
          <p14:tracePt t="183363" x="2533650" y="4394200"/>
          <p14:tracePt t="183379" x="2533650" y="4400550"/>
          <p14:tracePt t="183397" x="2540000" y="4406900"/>
          <p14:tracePt t="183413" x="2546350" y="4419600"/>
          <p14:tracePt t="183430" x="2552700" y="4432300"/>
          <p14:tracePt t="183447" x="2559050" y="4457700"/>
          <p14:tracePt t="183463" x="2571750" y="4495800"/>
          <p14:tracePt t="183480" x="2578100" y="4514850"/>
          <p14:tracePt t="183496" x="2584450" y="4540250"/>
          <p14:tracePt t="183513" x="2590800" y="4546600"/>
          <p14:tracePt t="183530" x="2597150" y="4559300"/>
          <p14:tracePt t="183546" x="2603500" y="4572000"/>
          <p14:tracePt t="183580" x="2609850" y="4578350"/>
          <p14:tracePt t="183600" x="2616200" y="4578350"/>
          <p14:tracePt t="183664" x="2622550" y="4578350"/>
          <p14:tracePt t="183692" x="2628900" y="4578350"/>
          <p14:tracePt t="183713" x="2641600" y="4584700"/>
          <p14:tracePt t="183734" x="2647950" y="4584700"/>
          <p14:tracePt t="183755" x="2654300" y="4584700"/>
          <p14:tracePt t="183763" x="2660650" y="4584700"/>
          <p14:tracePt t="183784" x="2667000" y="4584700"/>
          <p14:tracePt t="183798" x="2679700" y="4591050"/>
          <p14:tracePt t="183804" x="2692400" y="4591050"/>
          <p14:tracePt t="183812" x="2711450" y="4591050"/>
          <p14:tracePt t="183828" x="2743200" y="4591050"/>
          <p14:tracePt t="183845" x="2768600" y="4597400"/>
          <p14:tracePt t="183862" x="2863850" y="4597400"/>
          <p14:tracePt t="183878" x="2965450" y="4597400"/>
          <p14:tracePt t="183895" x="3060700" y="4603750"/>
          <p14:tracePt t="183911" x="3098800" y="4603750"/>
          <p14:tracePt t="183928" x="3162300" y="4603750"/>
          <p14:tracePt t="183945" x="3213100" y="4603750"/>
          <p14:tracePt t="183962" x="3225800" y="4603750"/>
          <p14:tracePt t="183978" x="3251200" y="4603750"/>
          <p14:tracePt t="183995" x="3263900" y="4603750"/>
          <p14:tracePt t="184078" x="3257550" y="4603750"/>
          <p14:tracePt t="184092" x="3251200" y="4603750"/>
          <p14:tracePt t="184099" x="3244850" y="4597400"/>
          <p14:tracePt t="184114" x="3244850" y="4591050"/>
          <p14:tracePt t="184425" x="3194050" y="4591050"/>
          <p14:tracePt t="184432" x="3105150" y="4591050"/>
          <p14:tracePt t="184446" x="3028950" y="4591050"/>
          <p14:tracePt t="184460" x="2952750" y="4591050"/>
          <p14:tracePt t="184476" x="2813050" y="4591050"/>
          <p14:tracePt t="184493" x="2749550" y="4591050"/>
          <p14:tracePt t="184496" x="2698750" y="4591050"/>
          <p14:tracePt t="184510" x="2641600" y="4572000"/>
          <p14:tracePt t="184526" x="2559050" y="4546600"/>
          <p14:tracePt t="184542" x="2527300" y="4540250"/>
          <p14:tracePt t="184559" x="2476500" y="4514850"/>
          <p14:tracePt t="184576" x="2463800" y="4514850"/>
          <p14:tracePt t="184593" x="2451100" y="4514850"/>
          <p14:tracePt t="184609" x="2438400" y="4508500"/>
          <p14:tracePt t="184626" x="2425700" y="4502150"/>
          <p14:tracePt t="184643" x="2419350" y="4489450"/>
          <p14:tracePt t="184659" x="2413000" y="4476750"/>
          <p14:tracePt t="184675" x="2406650" y="4470400"/>
          <p14:tracePt t="184692" x="2406650" y="4464050"/>
          <p14:tracePt t="184748" x="2413000" y="4457700"/>
          <p14:tracePt t="184769" x="2425700" y="4451350"/>
          <p14:tracePt t="184777" x="2432050" y="4451350"/>
          <p14:tracePt t="184790" x="2438400" y="4445000"/>
          <p14:tracePt t="184797" x="2444750" y="4445000"/>
          <p14:tracePt t="184808" x="2451100" y="4438650"/>
          <p14:tracePt t="184828" x="2451100" y="4432300"/>
          <p14:tracePt t="184846" x="2451100" y="4425950"/>
          <p14:tracePt t="184867" x="2457450" y="4425950"/>
          <p14:tracePt t="184896" x="2457450" y="4419600"/>
          <p14:tracePt t="184917" x="2457450" y="4413250"/>
          <p14:tracePt t="184931" x="2457450" y="4406900"/>
          <p14:tracePt t="184937" x="2457450" y="4400550"/>
          <p14:tracePt t="184965" x="2457450" y="4394200"/>
          <p14:tracePt t="185001" x="2457450" y="4387850"/>
          <p14:tracePt t="185057" x="2457450" y="4394200"/>
          <p14:tracePt t="185085" x="2457450" y="4400550"/>
          <p14:tracePt t="185099" x="2457450" y="4406900"/>
          <p14:tracePt t="185105" x="2457450" y="4413250"/>
          <p14:tracePt t="185127" x="2457450" y="4419600"/>
          <p14:tracePt t="185148" x="2457450" y="4425950"/>
          <p14:tracePt t="185155" x="2463800" y="4432300"/>
          <p14:tracePt t="185169" x="2470150" y="4445000"/>
          <p14:tracePt t="185177" x="2470150" y="4457700"/>
          <p14:tracePt t="185193" x="2476500" y="4476750"/>
          <p14:tracePt t="185207" x="2482850" y="4495800"/>
          <p14:tracePt t="185224" x="2501900" y="4546600"/>
          <p14:tracePt t="185240" x="2514600" y="4591050"/>
          <p14:tracePt t="185257" x="2520950" y="4597400"/>
          <p14:tracePt t="185274" x="2527300" y="4622800"/>
          <p14:tracePt t="185352" x="2520950" y="4622800"/>
          <p14:tracePt t="185359" x="2514600" y="4622800"/>
          <p14:tracePt t="185373" x="2508250" y="4622800"/>
          <p14:tracePt t="185390" x="2495550" y="4603750"/>
          <p14:tracePt t="185406" x="2482850" y="4591050"/>
          <p14:tracePt t="185423" x="2438400" y="4546600"/>
          <p14:tracePt t="185439" x="2381250" y="4476750"/>
          <p14:tracePt t="185457" x="2317750" y="4400550"/>
          <p14:tracePt t="185472" x="2292350" y="4362450"/>
          <p14:tracePt t="185489" x="2266950" y="4330700"/>
          <p14:tracePt t="185506" x="2241550" y="4286250"/>
          <p14:tracePt t="185509" x="2222500" y="4267200"/>
          <p14:tracePt t="185522" x="2209800" y="4254500"/>
          <p14:tracePt t="185539" x="2203450" y="4248150"/>
          <p14:tracePt t="185555" x="2197100" y="4241800"/>
          <p14:tracePt t="185572" x="2190750" y="4241800"/>
          <p14:tracePt t="185589" x="2184400" y="4241800"/>
          <p14:tracePt t="185606" x="2178050" y="4241800"/>
          <p14:tracePt t="185622" x="2165350" y="4254500"/>
          <p14:tracePt t="185639" x="2159000" y="4260850"/>
          <p14:tracePt t="185655" x="2146300" y="4267200"/>
          <p14:tracePt t="185672" x="2133600" y="4273550"/>
          <p14:tracePt t="185689" x="2095500" y="4286250"/>
          <p14:tracePt t="185705" x="2076450" y="4305300"/>
          <p14:tracePt t="185722" x="2006600" y="4330700"/>
          <p14:tracePt t="185738" x="1930400" y="4349750"/>
          <p14:tracePt t="185755" x="1892300" y="4362450"/>
          <p14:tracePt t="185772" x="1847850" y="4368800"/>
          <p14:tracePt t="185788" x="1739900" y="4387850"/>
          <p14:tracePt t="185805" x="1701800" y="4387850"/>
          <p14:tracePt t="185822" x="1644650" y="4394200"/>
          <p14:tracePt t="185838" x="1612900" y="4394200"/>
          <p14:tracePt t="185855" x="1581150" y="4394200"/>
          <p14:tracePt t="185871" x="1543050" y="4400550"/>
          <p14:tracePt t="185888" x="1530350" y="4400550"/>
          <p14:tracePt t="185904" x="1504950" y="4406900"/>
          <p14:tracePt t="185921" x="1485900" y="4406900"/>
          <p14:tracePt t="185939" x="1473200" y="4406900"/>
          <p14:tracePt t="185954" x="1454150" y="4406900"/>
          <p14:tracePt t="185971" x="1441450" y="4413250"/>
          <p14:tracePt t="185987" x="1435100" y="4413250"/>
          <p14:tracePt t="186005" x="1428750" y="4419600"/>
          <p14:tracePt t="186021" x="1416050" y="4419600"/>
          <p14:tracePt t="186068" x="1409700" y="4425950"/>
          <p14:tracePt t="186103" x="1409700" y="4432300"/>
          <p14:tracePt t="186110" x="1416050" y="4432300"/>
          <p14:tracePt t="186124" x="1422400" y="4432300"/>
          <p14:tracePt t="186140" x="1428750" y="4432300"/>
          <p14:tracePt t="186159" x="1435100" y="4432300"/>
          <p14:tracePt t="186174" x="1435100" y="4425950"/>
          <p14:tracePt t="186187" x="1447800" y="4425950"/>
          <p14:tracePt t="186203" x="1473200" y="4419600"/>
          <p14:tracePt t="186220" x="1498600" y="4406900"/>
          <p14:tracePt t="186237" x="1536700" y="4394200"/>
          <p14:tracePt t="186253" x="1581150" y="4387850"/>
          <p14:tracePt t="186270" x="1593850" y="4387850"/>
          <p14:tracePt t="186286" x="1619250" y="4387850"/>
          <p14:tracePt t="186303" x="1631950" y="4394200"/>
          <p14:tracePt t="186320" x="1631950" y="4406900"/>
          <p14:tracePt t="186336" x="1638300" y="4406900"/>
          <p14:tracePt t="186353" x="1638300" y="4425950"/>
          <p14:tracePt t="186370" x="1651000" y="4438650"/>
          <p14:tracePt t="186386" x="1651000" y="4445000"/>
          <p14:tracePt t="186403" x="1657350" y="4451350"/>
          <p14:tracePt t="186420" x="1689100" y="4464050"/>
          <p14:tracePt t="186436" x="1708150" y="4470400"/>
          <p14:tracePt t="186453" x="1739900" y="4483100"/>
          <p14:tracePt t="186469" x="1828800" y="4495800"/>
          <p14:tracePt t="186486" x="1974850" y="4508500"/>
          <p14:tracePt t="186503" x="2114550" y="4508500"/>
          <p14:tracePt t="186519" x="2178050" y="4508500"/>
          <p14:tracePt t="186523" x="2228850" y="4508500"/>
          <p14:tracePt t="186536" x="2266950" y="4508500"/>
          <p14:tracePt t="186553" x="2349500" y="4508500"/>
          <p14:tracePt t="186568" x="2374900" y="4508500"/>
          <p14:tracePt t="186585" x="2419350" y="4508500"/>
          <p14:tracePt t="186602" x="2444750" y="4508500"/>
          <p14:tracePt t="186619" x="2457450" y="4508500"/>
          <p14:tracePt t="186636" x="2470150" y="4508500"/>
          <p14:tracePt t="186651" x="2482850" y="4508500"/>
          <p14:tracePt t="186669" x="2489200" y="4502150"/>
          <p14:tracePt t="186686" x="2495550" y="4502150"/>
          <p14:tracePt t="186702" x="2501900" y="4502150"/>
          <p14:tracePt t="187051" x="2495550" y="4502150"/>
          <p14:tracePt t="187114" x="2489200" y="4508500"/>
          <p14:tracePt t="187142" x="2495550" y="4508500"/>
          <p14:tracePt t="187156" x="2501900" y="4508500"/>
          <p14:tracePt t="187163" x="2508250" y="4514850"/>
          <p14:tracePt t="187177" x="2533650" y="4514850"/>
          <p14:tracePt t="187186" x="2559050" y="4521200"/>
          <p14:tracePt t="187200" x="2597150" y="4521200"/>
          <p14:tracePt t="187216" x="2743200" y="4540250"/>
          <p14:tracePt t="187233" x="2946400" y="4546600"/>
          <p14:tracePt t="187250" x="3073400" y="4559300"/>
          <p14:tracePt t="187267" x="3327400" y="4591050"/>
          <p14:tracePt t="187284" x="3581400" y="4603750"/>
          <p14:tracePt t="187300" x="3708400" y="4610100"/>
          <p14:tracePt t="187316" x="3822700" y="4610100"/>
          <p14:tracePt t="187333" x="4076700" y="4610100"/>
          <p14:tracePt t="187350" x="4127500" y="4610100"/>
          <p14:tracePt t="187367" x="4165600" y="4610100"/>
          <p14:tracePt t="187383" x="4216400" y="4610100"/>
          <p14:tracePt t="187401" x="4241800" y="4610100"/>
          <p14:tracePt t="187416" x="4248150" y="4610100"/>
          <p14:tracePt t="187472" x="4254500" y="4610100"/>
          <p14:tracePt t="187486" x="4260850" y="4610100"/>
          <p14:tracePt t="187493" x="4267200" y="4610100"/>
          <p14:tracePt t="187507" x="4273550" y="4610100"/>
          <p14:tracePt t="187516" x="4292600" y="4610100"/>
          <p14:tracePt t="187532" x="4311650" y="4610100"/>
          <p14:tracePt t="187549" x="4349750" y="4610100"/>
          <p14:tracePt t="187565" x="4445000" y="4597400"/>
          <p14:tracePt t="187582" x="4483100" y="4597400"/>
          <p14:tracePt t="187599" x="4584700" y="4597400"/>
          <p14:tracePt t="187616" x="4705350" y="4597400"/>
          <p14:tracePt t="187632" x="4743450" y="4597400"/>
          <p14:tracePt t="187648" x="4851400" y="4610100"/>
          <p14:tracePt t="187665" x="4889500" y="4603750"/>
          <p14:tracePt t="187682" x="4978400" y="4591050"/>
          <p14:tracePt t="187698" x="5003800" y="4584700"/>
          <p14:tracePt t="187715" x="5016500" y="4584700"/>
          <p14:tracePt t="187732" x="5035550" y="4578350"/>
          <p14:tracePt t="187748" x="5035550" y="4572000"/>
          <p14:tracePt t="187795" x="5035550" y="4565650"/>
          <p14:tracePt t="187823" x="5029200" y="4565650"/>
          <p14:tracePt t="187843" x="5022850" y="4565650"/>
          <p14:tracePt t="187857" x="5016500" y="4565650"/>
          <p14:tracePt t="187878" x="5010150" y="4565650"/>
          <p14:tracePt t="187885" x="5003800" y="4565650"/>
          <p14:tracePt t="187927" x="4997450" y="4565650"/>
          <p14:tracePt t="187935" x="4991100" y="4559300"/>
          <p14:tracePt t="187956" x="4978400" y="4559300"/>
          <p14:tracePt t="188267" x="4953000" y="4559300"/>
          <p14:tracePt t="188274" x="4921250" y="4559300"/>
          <p14:tracePt t="188289" x="4889500" y="4572000"/>
          <p14:tracePt t="188297" x="4864100" y="4572000"/>
          <p14:tracePt t="188313" x="4845050" y="4578350"/>
          <p14:tracePt t="188330" x="4781550" y="4584700"/>
          <p14:tracePt t="188346" x="4743450" y="4591050"/>
          <p14:tracePt t="188363" x="4730750" y="4597400"/>
          <p14:tracePt t="188380" x="4699000" y="4603750"/>
          <p14:tracePt t="188396" x="4692650" y="4603750"/>
          <p14:tracePt t="188413" x="4686300" y="4603750"/>
          <p14:tracePt t="188429" x="4679950" y="4610100"/>
          <p14:tracePt t="188478" x="4686300" y="4622800"/>
          <p14:tracePt t="188485" x="4692650" y="4629150"/>
          <p14:tracePt t="188499" x="4699000" y="4629150"/>
          <p14:tracePt t="188513" x="4705350" y="4629150"/>
          <p14:tracePt t="188529" x="4718050" y="4635500"/>
          <p14:tracePt t="188545" x="4737100" y="4641850"/>
          <p14:tracePt t="188562" x="4781550" y="4654550"/>
          <p14:tracePt t="188578" x="4851400" y="4667250"/>
          <p14:tracePt t="188595" x="4895850" y="4673600"/>
          <p14:tracePt t="188612" x="4997450" y="4686300"/>
          <p14:tracePt t="188628" x="5143500" y="4705350"/>
          <p14:tracePt t="188646" x="5207000" y="4705350"/>
          <p14:tracePt t="188661" x="5359400" y="4711700"/>
          <p14:tracePt t="188678" x="5410200" y="4711700"/>
          <p14:tracePt t="188695" x="5581650" y="4705350"/>
          <p14:tracePt t="188711" x="5626100" y="4692650"/>
          <p14:tracePt t="188728" x="5676900" y="4686300"/>
          <p14:tracePt t="188745" x="5784850" y="4667250"/>
          <p14:tracePt t="188761" x="5899150" y="4648200"/>
          <p14:tracePt t="188778" x="5969000" y="4648200"/>
          <p14:tracePt t="188795" x="6121400" y="4648200"/>
          <p14:tracePt t="188811" x="6324600" y="4635500"/>
          <p14:tracePt t="188827" x="6438900" y="4635500"/>
          <p14:tracePt t="188844" x="6661150" y="4629150"/>
          <p14:tracePt t="188861" x="6858000" y="4629150"/>
          <p14:tracePt t="188878" x="7010400" y="4629150"/>
          <p14:tracePt t="188894" x="7061200" y="4629150"/>
          <p14:tracePt t="188911" x="7162800" y="4629150"/>
          <p14:tracePt t="188928" x="7232650" y="4622800"/>
          <p14:tracePt t="188944" x="7264400" y="4616450"/>
          <p14:tracePt t="188960" x="7283450" y="4616450"/>
          <p14:tracePt t="188977" x="7327900" y="4616450"/>
          <p14:tracePt t="188994" x="7340600" y="4616450"/>
          <p14:tracePt t="189012" x="7359650" y="4616450"/>
          <p14:tracePt t="189044" x="7372350" y="4616450"/>
          <p14:tracePt t="189077" x="7378700" y="4616450"/>
          <p14:tracePt t="189117" x="7372350" y="4616450"/>
          <p14:tracePt t="189130" x="7366000" y="4616450"/>
          <p14:tracePt t="189138" x="7353300" y="4616450"/>
          <p14:tracePt t="189152" x="7346950" y="4610100"/>
          <p14:tracePt t="189160" x="7334250" y="4610100"/>
          <p14:tracePt t="189176" x="7315200" y="4610100"/>
          <p14:tracePt t="189194" x="7289800" y="4610100"/>
          <p14:tracePt t="189210" x="7226300" y="4610100"/>
          <p14:tracePt t="189226" x="7175500" y="4610100"/>
          <p14:tracePt t="189243" x="6985000" y="4610100"/>
          <p14:tracePt t="189259" x="6718300" y="4597400"/>
          <p14:tracePt t="189276" x="6565900" y="4597400"/>
          <p14:tracePt t="189293" x="6242050" y="4603750"/>
          <p14:tracePt t="189310" x="6083300" y="4603750"/>
          <p14:tracePt t="189327" x="5822950" y="4597400"/>
          <p14:tracePt t="189343" x="5600700" y="4578350"/>
          <p14:tracePt t="189359" x="5511800" y="4578350"/>
          <p14:tracePt t="189376" x="5403850" y="4552950"/>
          <p14:tracePt t="189392" x="5359400" y="4546600"/>
          <p14:tracePt t="189409" x="5334000" y="4546600"/>
          <p14:tracePt t="189426" x="5321300" y="4546600"/>
          <p14:tracePt t="189442" x="5302250" y="4540250"/>
          <p14:tracePt t="189459" x="5295900" y="4540250"/>
          <p14:tracePt t="189476" x="5289550" y="4540250"/>
          <p14:tracePt t="189492" x="5283200" y="4540250"/>
          <p14:tracePt t="189525" x="5276850" y="4540250"/>
          <p14:tracePt t="189608" x="5283200" y="4540250"/>
          <p14:tracePt t="189629" x="5289550" y="4540250"/>
          <p14:tracePt t="189643" x="5302250" y="4540250"/>
          <p14:tracePt t="189650" x="5314950" y="4540250"/>
          <p14:tracePt t="189664" x="5334000" y="4540250"/>
          <p14:tracePt t="189674" x="5353050" y="4540250"/>
          <p14:tracePt t="189692" x="5467350" y="4540250"/>
          <p14:tracePt t="189708" x="5568950" y="4540250"/>
          <p14:tracePt t="189725" x="5803900" y="4540250"/>
          <p14:tracePt t="189742" x="6070600" y="4546600"/>
          <p14:tracePt t="189757" x="6197600" y="4559300"/>
          <p14:tracePt t="189774" x="6400800" y="4578350"/>
          <p14:tracePt t="189791" x="6508750" y="4591050"/>
          <p14:tracePt t="189808" x="6540500" y="4597400"/>
          <p14:tracePt t="189825" x="6546850" y="4603750"/>
          <p14:tracePt t="189841" x="6527800" y="4603750"/>
          <p14:tracePt t="189857" x="6515100" y="4610100"/>
          <p14:tracePt t="189875" x="6426200" y="4616450"/>
          <p14:tracePt t="189891" x="6223000" y="4635500"/>
          <p14:tracePt t="189907" x="6096000" y="4648200"/>
          <p14:tracePt t="189924" x="5727700" y="4673600"/>
          <p14:tracePt t="189941" x="5505450" y="4699000"/>
          <p14:tracePt t="189958" x="5162550" y="4711700"/>
          <p14:tracePt t="189974" x="4908550" y="4711700"/>
          <p14:tracePt t="189990" x="4806950" y="4711700"/>
          <p14:tracePt t="190007" x="4679950" y="4711700"/>
          <p14:tracePt t="190023" x="4635500" y="4724400"/>
          <p14:tracePt t="190040" x="4622800" y="4724400"/>
          <p14:tracePt t="190170" x="4622800" y="4718050"/>
          <p14:tracePt t="190191" x="4616450" y="4718050"/>
          <p14:tracePt t="190212" x="4610100" y="4711700"/>
          <p14:tracePt t="190233" x="4603750" y="4711700"/>
          <p14:tracePt t="190241" x="4597400" y="4705350"/>
          <p14:tracePt t="190254" x="4591050" y="4699000"/>
          <p14:tracePt t="190260" x="4578350" y="4692650"/>
          <p14:tracePt t="190276" x="4559300" y="4686300"/>
          <p14:tracePt t="190289" x="4546600" y="4673600"/>
          <p14:tracePt t="190306" x="4476750" y="4648200"/>
          <p14:tracePt t="190323" x="4419600" y="4629150"/>
          <p14:tracePt t="190339" x="4298950" y="4584700"/>
          <p14:tracePt t="190356" x="4165600" y="4552950"/>
          <p14:tracePt t="190375" x="4083050" y="4527550"/>
          <p14:tracePt t="190389" x="4051300" y="4521200"/>
          <p14:tracePt t="190406" x="4019550" y="4514850"/>
          <p14:tracePt t="190423" x="4006850" y="4514850"/>
          <p14:tracePt t="190825" x="4006850" y="4540250"/>
          <p14:tracePt t="190832" x="3994150" y="4584700"/>
          <p14:tracePt t="190846" x="3987800" y="4635500"/>
          <p14:tracePt t="190854" x="3981450" y="4679950"/>
          <p14:tracePt t="190870" x="3968750" y="4718050"/>
          <p14:tracePt t="190888" x="3968750" y="4775200"/>
          <p14:tracePt t="190904" x="3968750" y="4800600"/>
          <p14:tracePt t="190923" x="3975100" y="4819650"/>
          <p14:tracePt t="190937" x="3981450" y="4819650"/>
          <p14:tracePt t="190954" x="3981450" y="4826000"/>
          <p14:tracePt t="190988" x="3994150" y="4826000"/>
          <p14:tracePt t="191004" x="3994150" y="4819650"/>
          <p14:tracePt t="191021" x="4006850" y="4806950"/>
          <p14:tracePt t="191036" x="4019550" y="4794250"/>
          <p14:tracePt t="191053" x="4019550" y="4787900"/>
          <p14:tracePt t="191070" x="4025900" y="4781550"/>
          <p14:tracePt t="191086" x="4038600" y="4775200"/>
          <p14:tracePt t="191103" x="4038600" y="4762500"/>
          <p14:tracePt t="191120" x="4057650" y="4749800"/>
          <p14:tracePt t="191136" x="4089400" y="4730750"/>
          <p14:tracePt t="191153" x="4114800" y="4724400"/>
          <p14:tracePt t="191170" x="4165600" y="4692650"/>
          <p14:tracePt t="191186" x="4229100" y="4660900"/>
          <p14:tracePt t="191204" x="4279900" y="4648200"/>
          <p14:tracePt t="191219" x="4305300" y="4641850"/>
          <p14:tracePt t="191236" x="4330700" y="4635500"/>
          <p14:tracePt t="191253" x="4387850" y="4616450"/>
          <p14:tracePt t="191269" x="4413250" y="4616450"/>
          <p14:tracePt t="191286" x="4419600" y="4616450"/>
          <p14:tracePt t="191302" x="4438650" y="4616450"/>
          <p14:tracePt t="191319" x="4445000" y="4616450"/>
          <p14:tracePt t="191336" x="4451350" y="4616450"/>
          <p14:tracePt t="191352" x="4457700" y="4616450"/>
          <p14:tracePt t="191387" x="4464050" y="4616450"/>
          <p14:tracePt t="191408" x="4470400" y="4616450"/>
          <p14:tracePt t="191414" x="4476750" y="4616450"/>
          <p14:tracePt t="191428" x="4489450" y="4622800"/>
          <p14:tracePt t="191438" x="4502150" y="4622800"/>
          <p14:tracePt t="191451" x="4514850" y="4622800"/>
          <p14:tracePt t="191469" x="4565650" y="4629150"/>
          <p14:tracePt t="191485" x="4667250" y="4641850"/>
          <p14:tracePt t="191502" x="4743450" y="4648200"/>
          <p14:tracePt t="191519" x="4940300" y="4667250"/>
          <p14:tracePt t="191535" x="5156200" y="4692650"/>
          <p14:tracePt t="191552" x="5283200" y="4711700"/>
          <p14:tracePt t="191569" x="5524500" y="4724400"/>
          <p14:tracePt t="191585" x="5664200" y="4724400"/>
          <p14:tracePt t="191601" x="5911850" y="4724400"/>
          <p14:tracePt t="191619" x="6153150" y="4724400"/>
          <p14:tracePt t="191635" x="6254750" y="4724400"/>
          <p14:tracePt t="191651" x="6432550" y="4718050"/>
          <p14:tracePt t="191668" x="6597650" y="4711700"/>
          <p14:tracePt t="191684" x="6673850" y="4711700"/>
          <p14:tracePt t="191702" x="6807200" y="4711700"/>
          <p14:tracePt t="191718" x="6934200" y="4699000"/>
          <p14:tracePt t="191734" x="6985000" y="4705350"/>
          <p14:tracePt t="191751" x="7092950" y="4705350"/>
          <p14:tracePt t="191767" x="7137400" y="4705350"/>
          <p14:tracePt t="191784" x="7150100" y="4705350"/>
          <p14:tracePt t="191801" x="7169150" y="4705350"/>
          <p14:tracePt t="191857" x="7162800" y="4705350"/>
          <p14:tracePt t="191877" x="7156450" y="4705350"/>
          <p14:tracePt t="191927" x="7150100" y="4705350"/>
          <p14:tracePt t="191955" x="7143750" y="4705350"/>
          <p14:tracePt t="191976" x="7137400" y="4705350"/>
          <p14:tracePt t="191997" x="7124700" y="4705350"/>
          <p14:tracePt t="192018" x="7112000" y="4705350"/>
          <p14:tracePt t="192024" x="7105650" y="4705350"/>
          <p14:tracePt t="192040" x="7099300" y="4705350"/>
          <p14:tracePt t="192050" x="7092950" y="4705350"/>
          <p14:tracePt t="192067" x="7048500" y="4711700"/>
          <p14:tracePt t="192083" x="7010400" y="4711700"/>
          <p14:tracePt t="192100" x="6858000" y="4730750"/>
          <p14:tracePt t="192117" x="6604000" y="4730750"/>
          <p14:tracePt t="192133" x="6432550" y="4730750"/>
          <p14:tracePt t="192150" x="6197600" y="4730750"/>
          <p14:tracePt t="192166" x="5492750" y="4724400"/>
          <p14:tracePt t="192183" x="5276850" y="4711700"/>
          <p14:tracePt t="192201" x="4965700" y="4679950"/>
          <p14:tracePt t="192216" x="4851400" y="4667250"/>
          <p14:tracePt t="192233" x="4686300" y="4648200"/>
          <p14:tracePt t="192250" x="4597400" y="4622800"/>
          <p14:tracePt t="192266" x="4572000" y="4622800"/>
          <p14:tracePt t="192282" x="4546600" y="4616450"/>
          <p14:tracePt t="192299" x="4533900" y="4610100"/>
          <p14:tracePt t="192341" x="4533900" y="4603750"/>
          <p14:tracePt t="192369" x="4540250" y="4603750"/>
          <p14:tracePt t="192376" x="4546600" y="4597400"/>
          <p14:tracePt t="192391" x="4552950" y="4591050"/>
          <p14:tracePt t="192399" x="4578350" y="4591050"/>
          <p14:tracePt t="192415" x="4597400" y="4584700"/>
          <p14:tracePt t="192433" x="4667250" y="4578350"/>
          <p14:tracePt t="192448" x="4718050" y="4578350"/>
          <p14:tracePt t="192465" x="4921250" y="4565650"/>
          <p14:tracePt t="192482" x="5283200" y="4565650"/>
          <p14:tracePt t="192498" x="5518150" y="4565650"/>
          <p14:tracePt t="192515" x="6064250" y="4578350"/>
          <p14:tracePt t="192532" x="6591300" y="4591050"/>
          <p14:tracePt t="192548" x="6775450" y="4591050"/>
          <p14:tracePt t="192565" x="7061200" y="4584700"/>
          <p14:tracePt t="192581" x="7245350" y="4578350"/>
          <p14:tracePt t="192598" x="7296150" y="4565650"/>
          <p14:tracePt t="192602" x="7327900" y="4559300"/>
          <p14:tracePt t="192615" x="7346950" y="4559300"/>
          <p14:tracePt t="192631" x="7359650" y="4552950"/>
          <p14:tracePt t="192664" x="7353300" y="4546600"/>
          <p14:tracePt t="192681" x="7340600" y="4546600"/>
          <p14:tracePt t="192698" x="7321550" y="4546600"/>
          <p14:tracePt t="192714" x="7289800" y="4546600"/>
          <p14:tracePt t="192731" x="7232650" y="4572000"/>
          <p14:tracePt t="192749" x="7112000" y="4578350"/>
          <p14:tracePt t="192764" x="6997700" y="4591050"/>
          <p14:tracePt t="192781" x="6858000" y="4591050"/>
          <p14:tracePt t="192798" x="6330950" y="4578350"/>
          <p14:tracePt t="192814" x="5683250" y="4578350"/>
          <p14:tracePt t="192831" x="5346700" y="4591050"/>
          <p14:tracePt t="192848" x="4724400" y="4591050"/>
          <p14:tracePt t="192864" x="4330700" y="4591050"/>
          <p14:tracePt t="192882" x="4108450" y="4591050"/>
          <p14:tracePt t="192897" x="4025900" y="4591050"/>
          <p14:tracePt t="192913" x="3956050" y="4597400"/>
          <p14:tracePt t="192931" x="3937000" y="4597400"/>
          <p14:tracePt t="192947" x="3930650" y="4597400"/>
          <p14:tracePt t="192963" x="3930650" y="4603750"/>
          <p14:tracePt t="192980" x="3949700" y="4603750"/>
          <p14:tracePt t="192997" x="3956050" y="4603750"/>
          <p14:tracePt t="193013" x="4032250" y="4584700"/>
          <p14:tracePt t="193030" x="4121150" y="4578350"/>
          <p14:tracePt t="193047" x="4222750" y="4572000"/>
          <p14:tracePt t="193064" x="4349750" y="4559300"/>
          <p14:tracePt t="193079" x="4978400" y="4565650"/>
          <p14:tracePt t="193096" x="5289550" y="4565650"/>
          <p14:tracePt t="193113" x="5937250" y="4565650"/>
          <p14:tracePt t="193130" x="6280150" y="4584700"/>
          <p14:tracePt t="193146" x="6832600" y="4610100"/>
          <p14:tracePt t="193163" x="7264400" y="4641850"/>
          <p14:tracePt t="193179" x="7429500" y="4648200"/>
          <p14:tracePt t="193196" x="7613650" y="4648200"/>
          <p14:tracePt t="193213" x="7715250" y="4641850"/>
          <p14:tracePt t="193229" x="7727950" y="4635500"/>
          <p14:tracePt t="193246" x="7727950" y="4622800"/>
          <p14:tracePt t="193263" x="7721600" y="4622800"/>
          <p14:tracePt t="193280" x="7708900" y="4622800"/>
          <p14:tracePt t="193296" x="7677150" y="4622800"/>
          <p14:tracePt t="193312" x="7626350" y="4641850"/>
          <p14:tracePt t="193329" x="7594600" y="4648200"/>
          <p14:tracePt t="193346" x="7454900" y="4654550"/>
          <p14:tracePt t="193362" x="7226300" y="4667250"/>
          <p14:tracePt t="193380" x="6845300" y="4667250"/>
          <p14:tracePt t="193396" x="6629400" y="4660900"/>
          <p14:tracePt t="193412" x="6369050" y="4660900"/>
          <p14:tracePt t="193429" x="5664200" y="4648200"/>
          <p14:tracePt t="193445" x="5422900" y="4629150"/>
          <p14:tracePt t="193462" x="5213350" y="4629150"/>
          <p14:tracePt t="193479" x="4921250" y="4629150"/>
          <p14:tracePt t="193495" x="4718050" y="4635500"/>
          <p14:tracePt t="193511" x="4654550" y="4635500"/>
          <p14:tracePt t="193528" x="4603750" y="4641850"/>
          <p14:tracePt t="193545" x="4597400" y="4641850"/>
          <p14:tracePt t="193578" x="4622800" y="4641850"/>
          <p14:tracePt t="193595" x="4724400" y="4629150"/>
          <p14:tracePt t="193612" x="4813300" y="4629150"/>
          <p14:tracePt t="193628" x="5168900" y="4648200"/>
          <p14:tracePt t="193644" x="5810250" y="4711700"/>
          <p14:tracePt t="193661" x="6470650" y="4762500"/>
          <p14:tracePt t="193678" x="6788150" y="4794250"/>
          <p14:tracePt t="193694" x="7048500" y="4794250"/>
          <p14:tracePt t="193711" x="7473950" y="4794250"/>
          <p14:tracePt t="193727" x="7524750" y="4794250"/>
          <p14:tracePt t="193744" x="7543800" y="4794250"/>
          <p14:tracePt t="193760" x="7550150" y="4794250"/>
          <p14:tracePt t="193777" x="7518400" y="4787900"/>
          <p14:tracePt t="193796" x="7467600" y="4794250"/>
          <p14:tracePt t="193811" x="7442200" y="4794250"/>
          <p14:tracePt t="193827" x="7245350" y="4775200"/>
          <p14:tracePt t="193844" x="6807200" y="4737100"/>
          <p14:tracePt t="193860" x="6515100" y="4724400"/>
          <p14:tracePt t="193877" x="5886450" y="4692650"/>
          <p14:tracePt t="193894" x="5226050" y="4660900"/>
          <p14:tracePt t="193910" x="4908550" y="4641850"/>
          <p14:tracePt t="193928" x="4445000" y="4641850"/>
          <p14:tracePt t="193943" x="4146550" y="4641850"/>
          <p14:tracePt t="193960" x="4019550" y="4641850"/>
          <p14:tracePt t="193978" x="3867150" y="4648200"/>
          <p14:tracePt t="193993" x="3797300" y="4654550"/>
          <p14:tracePt t="194010" x="3771900" y="4654550"/>
          <p14:tracePt t="194048" x="3784600" y="4660900"/>
          <p14:tracePt t="194059" x="3803650" y="4660900"/>
          <p14:tracePt t="194076" x="3867150" y="4660900"/>
          <p14:tracePt t="194093" x="3911600" y="4648200"/>
          <p14:tracePt t="194110" x="4025900" y="4648200"/>
          <p14:tracePt t="194126" x="4178300" y="4641850"/>
          <p14:tracePt t="194143" x="4241800" y="4641850"/>
          <p14:tracePt t="194160" x="4349750" y="4629150"/>
          <p14:tracePt t="194176" x="4387850" y="4622800"/>
          <p14:tracePt t="194192" x="4400550" y="4622800"/>
          <p14:tracePt t="194226" x="4394200" y="4622800"/>
          <p14:tracePt t="194242" x="4381500" y="4622800"/>
          <p14:tracePt t="194259" x="4343400" y="4629150"/>
          <p14:tracePt t="194275" x="4311650" y="4641850"/>
          <p14:tracePt t="194293" x="4260850" y="4648200"/>
          <p14:tracePt t="194309" x="4235450" y="4648200"/>
          <p14:tracePt t="194326" x="4178300" y="4648200"/>
          <p14:tracePt t="194342" x="3930650" y="4641850"/>
          <p14:tracePt t="194358" x="3841750" y="4635500"/>
          <p14:tracePt t="194375" x="3752850" y="4635500"/>
          <p14:tracePt t="194392" x="3613150" y="4622800"/>
          <p14:tracePt t="194408" x="3505200" y="4603750"/>
          <p14:tracePt t="194425" x="3486150" y="4603750"/>
          <p14:tracePt t="194442" x="3454400" y="4603750"/>
          <p14:tracePt t="194553" x="3460750" y="4610100"/>
          <p14:tracePt t="195226" x="3397250" y="4610100"/>
          <p14:tracePt t="195240" x="3295650" y="4591050"/>
          <p14:tracePt t="195247" x="3194050" y="4578350"/>
          <p14:tracePt t="195263" x="3092450" y="4559300"/>
          <p14:tracePt t="195272" x="2997200" y="4540250"/>
          <p14:tracePt t="195289" x="2819400" y="4495800"/>
          <p14:tracePt t="195305" x="2724150" y="4476750"/>
          <p14:tracePt t="195322" x="2584450" y="4457700"/>
          <p14:tracePt t="195339" x="2451100" y="4432300"/>
          <p14:tracePt t="195355" x="2419350" y="4413250"/>
          <p14:tracePt t="195372" x="2362200" y="4400550"/>
          <p14:tracePt t="195388" x="2317750" y="4381500"/>
          <p14:tracePt t="195405" x="2305050" y="4368800"/>
          <p14:tracePt t="195422" x="2273300" y="4349750"/>
          <p14:tracePt t="195438" x="2254250" y="4343400"/>
          <p14:tracePt t="195455" x="2241550" y="4337050"/>
          <p14:tracePt t="195472" x="2216150" y="4330700"/>
          <p14:tracePt t="195488" x="2209800" y="4330700"/>
          <p14:tracePt t="195505" x="2197100" y="4330700"/>
          <p14:tracePt t="195521" x="2190750" y="4330700"/>
          <p14:tracePt t="195538" x="2190750" y="4324350"/>
          <p14:tracePt t="195554" x="2184400" y="4318000"/>
          <p14:tracePt t="195571" x="2178050" y="4311650"/>
          <p14:tracePt t="195588" x="2171700" y="4311650"/>
          <p14:tracePt t="195605" x="2165350" y="4311650"/>
          <p14:tracePt t="195621" x="2159000" y="4311650"/>
          <p14:tracePt t="195637" x="2152650" y="4311650"/>
          <p14:tracePt t="195655" x="2139950" y="4305300"/>
          <p14:tracePt t="195671" x="2120900" y="4298950"/>
          <p14:tracePt t="195687" x="2108200" y="4298950"/>
          <p14:tracePt t="195704" x="2095500" y="4292600"/>
          <p14:tracePt t="195721" x="2089150" y="4292600"/>
          <p14:tracePt t="195738" x="2082800" y="4292600"/>
          <p14:tracePt t="195844" x="2089150" y="4292600"/>
          <p14:tracePt t="195857" x="2101850" y="4292600"/>
          <p14:tracePt t="195878" x="2108200" y="4292600"/>
          <p14:tracePt t="195893" x="2127250" y="4292600"/>
          <p14:tracePt t="195900" x="2146300" y="4292600"/>
          <p14:tracePt t="195907" x="2178050" y="4305300"/>
          <p14:tracePt t="195923" x="2209800" y="4311650"/>
          <p14:tracePt t="195936" x="2247900" y="4324350"/>
          <p14:tracePt t="195953" x="2368550" y="4356100"/>
          <p14:tracePt t="195970" x="2451100" y="4375150"/>
          <p14:tracePt t="195986" x="2635250" y="4425950"/>
          <p14:tracePt t="196003" x="2851150" y="4464050"/>
          <p14:tracePt t="196020" x="3048000" y="4508500"/>
          <p14:tracePt t="196036" x="3136900" y="4514850"/>
          <p14:tracePt t="196053" x="3213100" y="4540250"/>
          <p14:tracePt t="196070" x="3429000" y="4584700"/>
          <p14:tracePt t="196086" x="3479800" y="4597400"/>
          <p14:tracePt t="196103" x="3575050" y="4610100"/>
          <p14:tracePt t="196119" x="3600450" y="4610100"/>
          <p14:tracePt t="196136" x="3670300" y="4616450"/>
          <p14:tracePt t="196153" x="3727450" y="4629150"/>
          <p14:tracePt t="196169" x="3746500" y="4629150"/>
          <p14:tracePt t="196186" x="3803650" y="4629150"/>
          <p14:tracePt t="196202" x="3860800" y="4629150"/>
          <p14:tracePt t="196219" x="3898900" y="4635500"/>
          <p14:tracePt t="196236" x="3981450" y="4635500"/>
          <p14:tracePt t="196253" x="4051300" y="4641850"/>
          <p14:tracePt t="196269" x="4076700" y="4641850"/>
          <p14:tracePt t="196286" x="4127500" y="4648200"/>
          <p14:tracePt t="196301" x="4178300" y="4648200"/>
          <p14:tracePt t="196318" x="4191000" y="4648200"/>
          <p14:tracePt t="196335" x="4203700" y="4648200"/>
          <p14:tracePt t="196352" x="4216400" y="4648200"/>
          <p14:tracePt t="196483" x="4210050" y="4648200"/>
          <p14:tracePt t="196489" x="4210050" y="4641850"/>
          <p14:tracePt t="196505" x="4203700" y="4641850"/>
          <p14:tracePt t="196532" x="4197350" y="4641850"/>
          <p14:tracePt t="196546" x="4191000" y="4641850"/>
          <p14:tracePt t="196554" x="4184650" y="4641850"/>
          <p14:tracePt t="196574" x="4178300" y="4641850"/>
          <p14:tracePt t="196584" x="4171950" y="4641850"/>
          <p14:tracePt t="196602" x="4165600" y="4629150"/>
          <p14:tracePt t="196617" x="4159250" y="4629150"/>
          <p14:tracePt t="196926" x="4089400" y="4629150"/>
          <p14:tracePt t="196934" x="4025900" y="4629150"/>
          <p14:tracePt t="196947" x="3937000" y="4629150"/>
          <p14:tracePt t="196954" x="3860800" y="4629150"/>
          <p14:tracePt t="196970" x="3784600" y="4629150"/>
          <p14:tracePt t="196983" x="3651250" y="4616450"/>
          <p14:tracePt t="196999" x="3600450" y="4610100"/>
          <p14:tracePt t="197017" x="3562350" y="4610100"/>
          <p14:tracePt t="197033" x="3517900" y="4603750"/>
          <p14:tracePt t="197049" x="3498850" y="4597400"/>
          <p14:tracePt t="197066" x="3498850" y="4591050"/>
          <p14:tracePt t="197109" x="3492500" y="4591050"/>
          <p14:tracePt t="197158" x="3492500" y="4597400"/>
          <p14:tracePt t="197235" x="3498850" y="4597400"/>
          <p14:tracePt t="197255" x="3505200" y="4597400"/>
          <p14:tracePt t="197263" x="3511550" y="4597400"/>
          <p14:tracePt t="197278" x="3517900" y="4597400"/>
          <p14:tracePt t="197285" x="3524250" y="4597400"/>
          <p14:tracePt t="197301" x="3530600" y="4597400"/>
          <p14:tracePt t="197326" x="3536950" y="4597400"/>
          <p14:tracePt t="197354" x="3543300" y="4597400"/>
          <p14:tracePt t="197375" x="3549650" y="4597400"/>
          <p14:tracePt t="197397" x="3556000" y="4597400"/>
          <p14:tracePt t="197425" x="3568700" y="4597400"/>
          <p14:tracePt t="197446" x="3575050" y="4597400"/>
          <p14:tracePt t="197467" x="3581400" y="4597400"/>
          <p14:tracePt t="197488" x="3594100" y="4597400"/>
          <p14:tracePt t="197495" x="3606800" y="4597400"/>
          <p14:tracePt t="197509" x="3619500" y="4597400"/>
          <p14:tracePt t="197517" x="3638550" y="4603750"/>
          <p14:tracePt t="197531" x="3657600" y="4603750"/>
          <p14:tracePt t="197547" x="3708400" y="4603750"/>
          <p14:tracePt t="197565" x="3759200" y="4603750"/>
          <p14:tracePt t="197581" x="3778250" y="4610100"/>
          <p14:tracePt t="197597" x="3797300" y="4610100"/>
          <p14:tracePt t="197614" x="3854450" y="4616450"/>
          <p14:tracePt t="197631" x="3867150" y="4616450"/>
          <p14:tracePt t="197647" x="3879850" y="4616450"/>
          <p14:tracePt t="197664" x="3886200" y="4616450"/>
          <p14:tracePt t="197680" x="3898900" y="4616450"/>
          <p14:tracePt t="197697" x="3905250" y="4622800"/>
          <p14:tracePt t="197714" x="3911600" y="4622800"/>
          <p14:tracePt t="197730" x="3917950" y="4622800"/>
          <p14:tracePt t="197750" x="3924300" y="4629150"/>
          <p14:tracePt t="197763" x="3930650" y="4629150"/>
          <p14:tracePt t="197780" x="3937000" y="4629150"/>
          <p14:tracePt t="197797" x="3949700" y="4635500"/>
          <p14:tracePt t="197830" x="3994150" y="4635500"/>
          <p14:tracePt t="197847" x="4038600" y="4641850"/>
          <p14:tracePt t="197863" x="4070350" y="4648200"/>
          <p14:tracePt t="197880" x="4108450" y="4648200"/>
          <p14:tracePt t="197896" x="4254500" y="4648200"/>
          <p14:tracePt t="197913" x="4318000" y="4648200"/>
          <p14:tracePt t="197931" x="4445000" y="4648200"/>
          <p14:tracePt t="197946" x="4521200" y="4648200"/>
          <p14:tracePt t="197963" x="4610100" y="4660900"/>
          <p14:tracePt t="197980" x="4787900" y="4660900"/>
          <p14:tracePt t="197996" x="4889500" y="4660900"/>
          <p14:tracePt t="198013" x="5003800" y="4667250"/>
          <p14:tracePt t="198029" x="5257800" y="4667250"/>
          <p14:tracePt t="198046" x="5384800" y="4667250"/>
          <p14:tracePt t="198063" x="5594350" y="4667250"/>
          <p14:tracePt t="198079" x="5695950" y="4667250"/>
          <p14:tracePt t="198096" x="5803900" y="4654550"/>
          <p14:tracePt t="198113" x="5969000" y="4654550"/>
          <p14:tracePt t="198129" x="6045200" y="4654550"/>
          <p14:tracePt t="198145" x="6121400" y="4654550"/>
          <p14:tracePt t="198162" x="6235700" y="4654550"/>
          <p14:tracePt t="198179" x="6286500" y="4648200"/>
          <p14:tracePt t="198196" x="6324600" y="4648200"/>
          <p14:tracePt t="198199" x="6356350" y="4635500"/>
          <p14:tracePt t="198212" x="6375400" y="4635500"/>
          <p14:tracePt t="198228" x="6400800" y="4635500"/>
          <p14:tracePt t="198246" x="6438900" y="4654550"/>
          <p14:tracePt t="198262" x="6457950" y="4660900"/>
          <p14:tracePt t="198278" x="6477000" y="4667250"/>
          <p14:tracePt t="198295" x="6508750" y="4673600"/>
          <p14:tracePt t="198312" x="6527800" y="4673600"/>
          <p14:tracePt t="198328" x="6540500" y="4673600"/>
          <p14:tracePt t="198345" x="6578600" y="4679950"/>
          <p14:tracePt t="198361" x="6610350" y="4686300"/>
          <p14:tracePt t="198379" x="6635750" y="4686300"/>
          <p14:tracePt t="198395" x="6686550" y="4686300"/>
          <p14:tracePt t="198411" x="6718300" y="4686300"/>
          <p14:tracePt t="198428" x="6743700" y="4686300"/>
          <p14:tracePt t="198444" x="6794500" y="4679950"/>
          <p14:tracePt t="198461" x="6813550" y="4673600"/>
          <p14:tracePt t="198478" x="6858000" y="4673600"/>
          <p14:tracePt t="198494" x="6877050" y="4673600"/>
          <p14:tracePt t="198511" x="6889750" y="4667250"/>
          <p14:tracePt t="198528" x="6889750" y="4660900"/>
          <p14:tracePt t="198544" x="6889750" y="4654550"/>
          <p14:tracePt t="198562" x="6889750" y="4641850"/>
          <p14:tracePt t="198578" x="6883400" y="4635500"/>
          <p14:tracePt t="198594" x="6877050" y="4629150"/>
          <p14:tracePt t="198618" x="6870700" y="4629150"/>
          <p14:tracePt t="198632" x="6864350" y="4629150"/>
          <p14:tracePt t="198647" x="6851650" y="4629150"/>
          <p14:tracePt t="198661" x="6845300" y="4629150"/>
          <p14:tracePt t="198677" x="6838950" y="4629150"/>
          <p14:tracePt t="198694" x="6819900" y="4622800"/>
          <p14:tracePt t="198697" x="6794500" y="4622800"/>
          <p14:tracePt t="198711" x="6756400" y="4622800"/>
          <p14:tracePt t="198727" x="6642100" y="4610100"/>
          <p14:tracePt t="198744" x="6457950" y="4591050"/>
          <p14:tracePt t="198761" x="6337300" y="4578350"/>
          <p14:tracePt t="198776" x="6070600" y="4559300"/>
          <p14:tracePt t="198794" x="5772150" y="4540250"/>
          <p14:tracePt t="198810" x="5441950" y="4514850"/>
          <p14:tracePt t="198826" x="5314950" y="4502150"/>
          <p14:tracePt t="198843" x="5035550" y="4489450"/>
          <p14:tracePt t="198861" x="4902200" y="4489450"/>
          <p14:tracePt t="198876" x="4660900" y="4489450"/>
          <p14:tracePt t="198893" x="4457700" y="4489450"/>
          <p14:tracePt t="198910" x="4381500" y="4495800"/>
          <p14:tracePt t="198927" x="4235450" y="4514850"/>
          <p14:tracePt t="198942" x="4133850" y="4521200"/>
          <p14:tracePt t="198961" x="4089400" y="4533900"/>
          <p14:tracePt t="198977" x="4006850" y="4540250"/>
          <p14:tracePt t="198992" x="3949700" y="4546600"/>
          <p14:tracePt t="199009" x="3924300" y="4552950"/>
          <p14:tracePt t="199026" x="3867150" y="4552950"/>
          <p14:tracePt t="199042" x="3816350" y="4552950"/>
          <p14:tracePt t="199061" x="3765550" y="4546600"/>
          <p14:tracePt t="199076" x="3746500" y="4546600"/>
          <p14:tracePt t="199092" x="3714750" y="4546600"/>
          <p14:tracePt t="199110" x="3689350" y="4540250"/>
          <p14:tracePt t="199125" x="3670300" y="4540250"/>
          <p14:tracePt t="199142" x="3663950" y="4540250"/>
          <p14:tracePt t="199159" x="3638550" y="4540250"/>
          <p14:tracePt t="199175" x="3632200" y="4546600"/>
          <p14:tracePt t="199250" x="3625850" y="4552950"/>
          <p14:tracePt t="199356" x="3619500" y="4559300"/>
          <p14:tracePt t="199362" x="3613150" y="4559300"/>
          <p14:tracePt t="199374" x="3606800" y="4565650"/>
          <p14:tracePt t="199391" x="3600450" y="4565650"/>
          <p14:tracePt t="199409" x="3581400" y="4572000"/>
          <p14:tracePt t="199426" x="3517900" y="4578350"/>
          <p14:tracePt t="199441" x="3403600" y="4578350"/>
          <p14:tracePt t="199458" x="3314700" y="4591050"/>
          <p14:tracePt t="199475" x="3111500" y="4597400"/>
          <p14:tracePt t="199491" x="2870200" y="4597400"/>
          <p14:tracePt t="199508" x="2755900" y="4597400"/>
          <p14:tracePt t="199524" x="2565400" y="4597400"/>
          <p14:tracePt t="199541" x="2476500" y="4597400"/>
          <p14:tracePt t="199558" x="2349500" y="4584700"/>
          <p14:tracePt t="199574" x="2254250" y="4584700"/>
          <p14:tracePt t="199591" x="2228850" y="4584700"/>
          <p14:tracePt t="199608" x="2184400" y="4578350"/>
          <p14:tracePt t="199624" x="2159000" y="4578350"/>
          <p14:tracePt t="199640" x="2146300" y="4578350"/>
          <p14:tracePt t="199657" x="2139950" y="4578350"/>
          <p14:tracePt t="199673" x="2133600" y="4578350"/>
          <p14:tracePt t="199707" x="2127250" y="4578350"/>
          <p14:tracePt t="199812" x="2127250" y="4572000"/>
          <p14:tracePt t="199833" x="2127250" y="4565650"/>
          <p14:tracePt t="199854" x="2127250" y="4559300"/>
          <p14:tracePt t="199861" x="2127250" y="4552950"/>
          <p14:tracePt t="199876" x="2127250" y="4546600"/>
          <p14:tracePt t="199889" x="2120900" y="4540250"/>
          <p14:tracePt t="199906" x="2114550" y="4527550"/>
          <p14:tracePt t="199923" x="2114550" y="4502150"/>
          <p14:tracePt t="199939" x="2101850" y="4464050"/>
          <p14:tracePt t="199956" x="2082800" y="4413250"/>
          <p14:tracePt t="199973" x="2070100" y="4368800"/>
          <p14:tracePt t="199989" x="2057400" y="4349750"/>
          <p14:tracePt t="200006" x="2057400" y="4324350"/>
          <p14:tracePt t="200023" x="2057400" y="4318000"/>
          <p14:tracePt t="200039" x="2063750" y="4318000"/>
          <p14:tracePt t="200056" x="2070100" y="4318000"/>
          <p14:tracePt t="200072" x="2101850" y="4343400"/>
          <p14:tracePt t="200088" x="2133600" y="4368800"/>
          <p14:tracePt t="200107" x="2235200" y="4445000"/>
          <p14:tracePt t="200122" x="2305050" y="4489450"/>
          <p14:tracePt t="200139" x="2520950" y="4622800"/>
          <p14:tracePt t="200156" x="2667000" y="4692650"/>
          <p14:tracePt t="200172" x="2857500" y="4762500"/>
          <p14:tracePt t="200188" x="3308350" y="4921250"/>
          <p14:tracePt t="200205" x="3511550" y="4978400"/>
          <p14:tracePt t="200222" x="3911600" y="5041900"/>
          <p14:tracePt t="200238" x="4095750" y="5054600"/>
          <p14:tracePt t="200255" x="4387850" y="5029200"/>
          <p14:tracePt t="200271" x="4508500" y="4997450"/>
          <p14:tracePt t="200289" x="4679950" y="4902200"/>
          <p14:tracePt t="200307" x="4806950" y="4819650"/>
          <p14:tracePt t="200321" x="4851400" y="4787900"/>
          <p14:tracePt t="200338" x="4940300" y="4737100"/>
          <p14:tracePt t="200354" x="5016500" y="4692650"/>
          <p14:tracePt t="200371" x="5048250" y="4686300"/>
          <p14:tracePt t="200388" x="5130800" y="4660900"/>
          <p14:tracePt t="200404" x="5187950" y="4654550"/>
          <p14:tracePt t="200421" x="5289550" y="4635500"/>
          <p14:tracePt t="200437" x="5422900" y="4635500"/>
          <p14:tracePt t="200454" x="5499100" y="4648200"/>
          <p14:tracePt t="200471" x="5651500" y="4648200"/>
          <p14:tracePt t="200487" x="5854700" y="4660900"/>
          <p14:tracePt t="200504" x="5981700" y="4667250"/>
          <p14:tracePt t="200521" x="6235700" y="4699000"/>
          <p14:tracePt t="200537" x="6527800" y="4743450"/>
          <p14:tracePt t="200554" x="6673850" y="4768850"/>
          <p14:tracePt t="200570" x="6953250" y="4787900"/>
          <p14:tracePt t="200587" x="7239000" y="4800600"/>
          <p14:tracePt t="200604" x="7366000" y="4800600"/>
          <p14:tracePt t="200620" x="7556500" y="4813300"/>
          <p14:tracePt t="200637" x="7708900" y="4806950"/>
          <p14:tracePt t="200654" x="7759700" y="4806950"/>
          <p14:tracePt t="200670" x="7842250" y="4800600"/>
          <p14:tracePt t="200687" x="7867650" y="4800600"/>
          <p14:tracePt t="200704" x="7899400" y="4794250"/>
          <p14:tracePt t="200720" x="7905750" y="4794250"/>
          <p14:tracePt t="200760" x="7899400" y="4794250"/>
          <p14:tracePt t="200766" x="7886700" y="4794250"/>
          <p14:tracePt t="200788" x="7880350" y="4794250"/>
          <p14:tracePt t="200795" x="7867650" y="4794250"/>
          <p14:tracePt t="200809" x="7861300" y="4794250"/>
          <p14:tracePt t="200819" x="7854950" y="4787900"/>
          <p14:tracePt t="200837" x="7842250" y="4787900"/>
          <p14:tracePt t="200853" x="7835900" y="4787900"/>
          <p14:tracePt t="200870" x="7823200" y="4787900"/>
          <p14:tracePt t="200886" x="7804150" y="4781550"/>
          <p14:tracePt t="200903" x="7797800" y="4781550"/>
          <p14:tracePt t="200919" x="7778750" y="4781550"/>
          <p14:tracePt t="200936" x="7753350" y="4781550"/>
          <p14:tracePt t="200952" x="7721600" y="4781550"/>
          <p14:tracePt t="200969" x="7696200" y="4781550"/>
          <p14:tracePt t="200985" x="7467600" y="4768850"/>
          <p14:tracePt t="201002" x="7366000" y="4768850"/>
          <p14:tracePt t="201020" x="7099300" y="4749800"/>
          <p14:tracePt t="201036" x="6946900" y="4749800"/>
          <p14:tracePt t="201052" x="6553200" y="4737100"/>
          <p14:tracePt t="201069" x="6096000" y="4756150"/>
          <p14:tracePt t="201085" x="5886450" y="4756150"/>
          <p14:tracePt t="201102" x="5486400" y="4781550"/>
          <p14:tracePt t="201119" x="5156200" y="4806950"/>
          <p14:tracePt t="201135" x="4991100" y="4819650"/>
          <p14:tracePt t="201152" x="4749800" y="4832350"/>
          <p14:tracePt t="201168" x="4572000" y="4832350"/>
          <p14:tracePt t="201185" x="4521200" y="4832350"/>
          <p14:tracePt t="201202" x="4419600" y="4826000"/>
          <p14:tracePt t="201218" x="4311650" y="4826000"/>
          <p14:tracePt t="201234" x="4273550" y="4826000"/>
          <p14:tracePt t="201252" x="4203700" y="4819650"/>
          <p14:tracePt t="201268" x="4146550" y="4813300"/>
          <p14:tracePt t="201285" x="4127500" y="4813300"/>
          <p14:tracePt t="201301" x="4095750" y="4813300"/>
          <p14:tracePt t="201318" x="4076700" y="4806950"/>
          <p14:tracePt t="201335" x="4013200" y="4800600"/>
          <p14:tracePt t="201351" x="3981450" y="4800600"/>
          <p14:tracePt t="201631" x="3917950" y="4800600"/>
          <p14:tracePt t="201638" x="3835400" y="4800600"/>
          <p14:tracePt t="201653" x="3746500" y="4800600"/>
          <p14:tracePt t="201667" x="3543300" y="4813300"/>
          <p14:tracePt t="201683" x="3441700" y="4813300"/>
          <p14:tracePt t="201700" x="3352800" y="4819650"/>
          <p14:tracePt t="201717" x="3162300" y="4845050"/>
          <p14:tracePt t="201733" x="2997200" y="4845050"/>
          <p14:tracePt t="201751" x="2832100" y="4845050"/>
          <p14:tracePt t="201767" x="2762250" y="4851400"/>
          <p14:tracePt t="201783" x="2673350" y="4851400"/>
          <p14:tracePt t="201800" x="2635250" y="4857750"/>
          <p14:tracePt t="201816" x="2622550" y="4857750"/>
          <p14:tracePt t="201833" x="2597150" y="4864100"/>
          <p14:tracePt t="201850" x="2584450" y="4864100"/>
          <p14:tracePt t="201867" x="2578100" y="4864100"/>
          <p14:tracePt t="201883" x="2565400" y="4864100"/>
          <p14:tracePt t="201941" x="2559050" y="4870450"/>
          <p14:tracePt t="201968" x="2559050" y="4876800"/>
          <p14:tracePt t="202004" x="2559050" y="4883150"/>
          <p14:tracePt t="202031" x="2559050" y="4889500"/>
          <p14:tracePt t="202053" x="2559050" y="4895850"/>
          <p14:tracePt t="202059" x="2559050" y="4902200"/>
          <p14:tracePt t="202073" x="2559050" y="4908550"/>
          <p14:tracePt t="202083" x="2552700" y="4914900"/>
          <p14:tracePt t="202098" x="2552700" y="4927600"/>
          <p14:tracePt t="202116" x="2546350" y="4940300"/>
          <p14:tracePt t="202131" x="2546350" y="4972050"/>
          <p14:tracePt t="202148" x="2546350" y="4984750"/>
          <p14:tracePt t="202165" x="2546350" y="5035550"/>
          <p14:tracePt t="202182" x="2546350" y="5092700"/>
          <p14:tracePt t="202198" x="2552700" y="5124450"/>
          <p14:tracePt t="202215" x="2552700" y="5149850"/>
          <p14:tracePt t="202231" x="2565400" y="5207000"/>
          <p14:tracePt t="202249" x="2565400" y="5232400"/>
          <p14:tracePt t="202264" x="2571750" y="5264150"/>
          <p14:tracePt t="202281" x="2578100" y="5276850"/>
          <p14:tracePt t="202298" x="2578100" y="5289550"/>
          <p14:tracePt t="202488" x="2571750" y="5289550"/>
          <p14:tracePt t="202523" x="2565400" y="5283200"/>
          <p14:tracePt t="202532" x="2565400" y="5276850"/>
          <p14:tracePt t="202537" x="2559050" y="5276850"/>
          <p14:tracePt t="202547" x="2552700" y="5276850"/>
          <p14:tracePt t="202563" x="2546350" y="5270500"/>
          <p14:tracePt t="202587" x="2533650" y="5264150"/>
          <p14:tracePt t="202596" x="2527300" y="5257800"/>
          <p14:tracePt t="202615" x="2495550" y="5238750"/>
          <p14:tracePt t="202630" x="2470150" y="5226050"/>
          <p14:tracePt t="202647" x="2432050" y="5207000"/>
          <p14:tracePt t="202664" x="2374900" y="5168900"/>
          <p14:tracePt t="202680" x="2355850" y="5149850"/>
          <p14:tracePt t="202696" x="2305050" y="5118100"/>
          <p14:tracePt t="202713" x="2266950" y="5092700"/>
          <p14:tracePt t="202730" x="2254250" y="5080000"/>
          <p14:tracePt t="202747" x="2228850" y="5067300"/>
          <p14:tracePt t="202763" x="2216150" y="5060950"/>
          <p14:tracePt t="202780" x="2209800" y="5060950"/>
          <p14:tracePt t="202832" x="2209800" y="5067300"/>
          <p14:tracePt t="202848" x="2209800" y="5073650"/>
          <p14:tracePt t="202860" x="2209800" y="5080000"/>
          <p14:tracePt t="202874" x="2209800" y="5086350"/>
          <p14:tracePt t="202903" x="2209800" y="5092700"/>
          <p14:tracePt t="202924" x="2209800" y="5099050"/>
          <p14:tracePt t="202959" x="2209800" y="5105400"/>
          <p14:tracePt t="202965" x="2209800" y="5111750"/>
          <p14:tracePt t="202993" x="2216150" y="5118100"/>
          <p14:tracePt t="203015" x="2216150" y="5124450"/>
          <p14:tracePt t="203030" x="2216150" y="5130800"/>
          <p14:tracePt t="203035" x="2216150" y="5137150"/>
          <p14:tracePt t="203045" x="2216150" y="5149850"/>
          <p14:tracePt t="203061" x="2216150" y="5162550"/>
          <p14:tracePt t="203079" x="2222500" y="5194300"/>
          <p14:tracePt t="203095" x="2228850" y="5232400"/>
          <p14:tracePt t="203113" x="2235200" y="5270500"/>
          <p14:tracePt t="203128" x="2235200" y="5289550"/>
          <p14:tracePt t="203145" x="2247900" y="5314950"/>
          <p14:tracePt t="203162" x="2247900" y="5327650"/>
          <p14:tracePt t="203178" x="2254250" y="5334000"/>
          <p14:tracePt t="203211" x="2254250" y="5340350"/>
          <p14:tracePt t="203246" x="2260600" y="5340350"/>
          <p14:tracePt t="203373" x="2254250" y="5340350"/>
          <p14:tracePt t="203415" x="2247900" y="5340350"/>
          <p14:tracePt t="203436" x="2241550" y="5340350"/>
          <p14:tracePt t="203443" x="2235200" y="5340350"/>
          <p14:tracePt t="203457" x="2228850" y="5334000"/>
          <p14:tracePt t="203471" x="2222500" y="5334000"/>
          <p14:tracePt t="203486" x="2216150" y="5334000"/>
          <p14:tracePt t="203494" x="2190750" y="5327650"/>
          <p14:tracePt t="203510" x="2178050" y="5321300"/>
          <p14:tracePt t="203528" x="2120900" y="5308600"/>
          <p14:tracePt t="203543" x="2082800" y="5302250"/>
          <p14:tracePt t="203560" x="2038350" y="5295900"/>
          <p14:tracePt t="203577" x="1955800" y="5289550"/>
          <p14:tracePt t="203593" x="1930400" y="5276850"/>
          <p14:tracePt t="203610" x="1898650" y="5276850"/>
          <p14:tracePt t="203627" x="1860550" y="5270500"/>
          <p14:tracePt t="203643" x="1847850" y="5270500"/>
          <p14:tracePt t="203661" x="1822450" y="5270500"/>
          <p14:tracePt t="203676" x="1816100" y="5276850"/>
          <p14:tracePt t="203693" x="1809750" y="5283200"/>
          <p14:tracePt t="203710" x="1809750" y="5289550"/>
          <p14:tracePt t="203726" x="1809750" y="5295900"/>
          <p14:tracePt t="203760" x="1803400" y="5302250"/>
          <p14:tracePt t="203776" x="1803400" y="5308600"/>
          <p14:tracePt t="203829" x="1803400" y="5314950"/>
          <p14:tracePt t="203836" x="1803400" y="5321300"/>
          <p14:tracePt t="203864" x="1803400" y="5327650"/>
          <p14:tracePt t="203886" x="1803400" y="5334000"/>
          <p14:tracePt t="203907" x="1803400" y="5340350"/>
          <p14:tracePt t="204026" x="1809750" y="5346700"/>
          <p14:tracePt t="204040" x="1816100" y="5346700"/>
          <p14:tracePt t="204047" x="1822450" y="5346700"/>
          <p14:tracePt t="204058" x="1835150" y="5353050"/>
          <p14:tracePt t="204075" x="1873250" y="5365750"/>
          <p14:tracePt t="204092" x="1917700" y="5384800"/>
          <p14:tracePt t="204108" x="1974850" y="5403850"/>
          <p14:tracePt t="204125" x="2235200" y="5486400"/>
          <p14:tracePt t="204142" x="2343150" y="5518150"/>
          <p14:tracePt t="204159" x="2419350" y="5543550"/>
          <p14:tracePt t="204174" x="2590800" y="5594350"/>
          <p14:tracePt t="204191" x="2698750" y="5619750"/>
          <p14:tracePt t="204209" x="2762250" y="5632450"/>
          <p14:tracePt t="204224" x="2781300" y="5638800"/>
          <p14:tracePt t="204241" x="2800350" y="5638800"/>
          <p14:tracePt t="204258" x="2806700" y="5638800"/>
          <p14:tracePt t="204300" x="2806700" y="5632450"/>
          <p14:tracePt t="204328" x="2806700" y="5626100"/>
          <p14:tracePt t="204335" x="2806700" y="5619750"/>
          <p14:tracePt t="204377" x="2800350" y="5613400"/>
          <p14:tracePt t="204398" x="2794000" y="5607050"/>
          <p14:tracePt t="204405" x="2794000" y="5600700"/>
          <p14:tracePt t="204426" x="2787650" y="5594350"/>
          <p14:tracePt t="204447" x="2787650" y="5588000"/>
          <p14:tracePt t="204469" x="2781300" y="5581650"/>
          <p14:tracePt t="204475" x="2774950" y="5581650"/>
          <p14:tracePt t="204496" x="2768600" y="5568950"/>
          <p14:tracePt t="204511" x="2755900" y="5556250"/>
          <p14:tracePt t="204525" x="2749550" y="5543550"/>
          <p14:tracePt t="204531" x="2730500" y="5518150"/>
          <p14:tracePt t="204546" x="2711450" y="5499100"/>
          <p14:tracePt t="204556" x="2692400" y="5454650"/>
          <p14:tracePt t="204574" x="2628900" y="5365750"/>
          <p14:tracePt t="204590" x="2552700" y="5251450"/>
          <p14:tracePt t="204606" x="2514600" y="5194300"/>
          <p14:tracePt t="204623" x="2438400" y="5054600"/>
          <p14:tracePt t="204640" x="2381250" y="4940300"/>
          <p14:tracePt t="204657" x="2355850" y="4883150"/>
          <p14:tracePt t="204673" x="2311400" y="4787900"/>
          <p14:tracePt t="204690" x="2273300" y="4699000"/>
          <p14:tracePt t="204707" x="2254250" y="4641850"/>
          <p14:tracePt t="204722" x="2241550" y="4622800"/>
          <p14:tracePt t="204739" x="2235200" y="4603750"/>
          <p14:tracePt t="204743" x="2235200" y="4597400"/>
          <p14:tracePt t="204756" x="2228850" y="4584700"/>
          <p14:tracePt t="204772" x="2228850" y="4578350"/>
          <p14:tracePt t="204793" x="2228850" y="4572000"/>
          <p14:tracePt t="204806" x="2228850" y="4565650"/>
          <p14:tracePt t="204822" x="2228850" y="4559300"/>
          <p14:tracePt t="204918" x="2235200" y="4565650"/>
          <p14:tracePt t="204953" x="2235200" y="4572000"/>
          <p14:tracePt t="204967" x="2235200" y="4578350"/>
          <p14:tracePt t="205002" x="2235200" y="4584700"/>
          <p14:tracePt t="205009" x="2241550" y="4591050"/>
          <p14:tracePt t="205025" x="2241550" y="4597400"/>
          <p14:tracePt t="205038" x="2254250" y="4616450"/>
          <p14:tracePt t="205055" x="2266950" y="4641850"/>
          <p14:tracePt t="205072" x="2330450" y="4743450"/>
          <p14:tracePt t="205088" x="2368550" y="4800600"/>
          <p14:tracePt t="205105" x="2419350" y="4870450"/>
          <p14:tracePt t="205122" x="2533650" y="5035550"/>
          <p14:tracePt t="205138" x="2641600" y="5175250"/>
          <p14:tracePt t="205155" x="2679700" y="5232400"/>
          <p14:tracePt t="205171" x="2774950" y="5378450"/>
          <p14:tracePt t="205188" x="2787650" y="5391150"/>
          <p14:tracePt t="205206" x="2806700" y="5429250"/>
          <p14:tracePt t="205222" x="2813050" y="5435600"/>
          <p14:tracePt t="205238" x="2819400" y="5441950"/>
          <p14:tracePt t="205283" x="2825750" y="5441950"/>
          <p14:tracePt t="205409" x="2825750" y="5435600"/>
          <p14:tracePt t="205522" x="2832100" y="5435600"/>
          <p14:tracePt t="205529" x="2838450" y="5435600"/>
          <p14:tracePt t="205543" x="2844800" y="5435600"/>
          <p14:tracePt t="205553" x="2851150" y="5435600"/>
          <p14:tracePt t="205571" x="2870200" y="5435600"/>
          <p14:tracePt t="205586" x="2882900" y="5435600"/>
          <p14:tracePt t="205603" x="2940050" y="5448300"/>
          <p14:tracePt t="205620" x="3041650" y="5454650"/>
          <p14:tracePt t="205636" x="3124200" y="5473700"/>
          <p14:tracePt t="205653" x="3200400" y="5486400"/>
          <p14:tracePt t="205670" x="3536950" y="5537200"/>
          <p14:tracePt t="205686" x="3651250" y="5556250"/>
          <p14:tracePt t="205703" x="3765550" y="5581650"/>
          <p14:tracePt t="205719" x="3981450" y="5600700"/>
          <p14:tracePt t="205736" x="4146550" y="5619750"/>
          <p14:tracePt t="205753" x="4241800" y="5619750"/>
          <p14:tracePt t="205769" x="4267200" y="5619750"/>
          <p14:tracePt t="205786" x="4292600" y="5613400"/>
          <p14:tracePt t="205803" x="4305300" y="5600700"/>
          <p14:tracePt t="205819" x="4305300" y="5594350"/>
          <p14:tracePt t="205836" x="4305300" y="5588000"/>
          <p14:tracePt t="205852" x="4298950" y="5581650"/>
          <p14:tracePt t="205870" x="4292600" y="5581650"/>
          <p14:tracePt t="205885" x="4286250" y="5575300"/>
          <p14:tracePt t="205902" x="4279900" y="5575300"/>
          <p14:tracePt t="205919" x="4273550" y="5568950"/>
          <p14:tracePt t="205935" x="4267200" y="5562600"/>
          <p14:tracePt t="206220" x="4254500" y="5562600"/>
          <p14:tracePt t="206227" x="4241800" y="5556250"/>
          <p14:tracePt t="206242" x="4235450" y="5556250"/>
          <p14:tracePt t="206251" x="4229100" y="5549900"/>
          <p14:tracePt t="206267" x="4216400" y="5549900"/>
          <p14:tracePt t="206284" x="4203700" y="5549900"/>
          <p14:tracePt t="206301" x="4197350" y="5543550"/>
          <p14:tracePt t="206321" x="4191000" y="5537200"/>
          <p14:tracePt t="206368" x="4191000" y="5530850"/>
          <p14:tracePt t="206382" x="4197350" y="5524500"/>
          <p14:tracePt t="206389" x="4203700" y="5524500"/>
          <p14:tracePt t="206404" x="4216400" y="5524500"/>
          <p14:tracePt t="206417" x="4241800" y="5524500"/>
          <p14:tracePt t="206434" x="4254500" y="5524500"/>
          <p14:tracePt t="206450" x="4260850" y="5524500"/>
          <p14:tracePt t="206467" x="4311650" y="5524500"/>
          <p14:tracePt t="206483" x="4406900" y="5537200"/>
          <p14:tracePt t="206500" x="4457700" y="5537200"/>
          <p14:tracePt t="206517" x="4610100" y="5556250"/>
          <p14:tracePt t="206533" x="4775200" y="5556250"/>
          <p14:tracePt t="206550" x="4953000" y="5556250"/>
          <p14:tracePt t="206566" x="5035550" y="5562600"/>
          <p14:tracePt t="206583" x="5200650" y="5575300"/>
          <p14:tracePt t="206600" x="5264150" y="5575300"/>
          <p14:tracePt t="206616" x="5416550" y="5581650"/>
          <p14:tracePt t="206633" x="5543550" y="5581650"/>
          <p14:tracePt t="206650" x="5638800" y="5581650"/>
          <p14:tracePt t="206666" x="5664200" y="5581650"/>
          <p14:tracePt t="206683" x="5715000" y="5581650"/>
          <p14:tracePt t="206699" x="5740400" y="5581650"/>
          <p14:tracePt t="206716" x="5753100" y="5581650"/>
          <p14:tracePt t="206733" x="5772150" y="5581650"/>
          <p14:tracePt t="206749" x="5784850" y="5581650"/>
          <p14:tracePt t="206766" x="5791200" y="5581650"/>
          <p14:tracePt t="206783" x="5803900" y="5575300"/>
          <p14:tracePt t="206799" x="5816600" y="5575300"/>
          <p14:tracePt t="206816" x="5829300" y="5568950"/>
          <p14:tracePt t="206832" x="5848350" y="5568950"/>
          <p14:tracePt t="206849" x="5861050" y="5568950"/>
          <p14:tracePt t="206865" x="5880100" y="5568950"/>
          <p14:tracePt t="206882" x="5911850" y="5562600"/>
          <p14:tracePt t="206899" x="5924550" y="5556250"/>
          <p14:tracePt t="206916" x="5969000" y="5556250"/>
          <p14:tracePt t="206932" x="6026150" y="5537200"/>
          <p14:tracePt t="206948" x="6051550" y="5530850"/>
          <p14:tracePt t="206965" x="6134100" y="5530850"/>
          <p14:tracePt t="206981" x="6203950" y="5524500"/>
          <p14:tracePt t="206998" x="6229350" y="5524500"/>
          <p14:tracePt t="207015" x="6305550" y="5518150"/>
          <p14:tracePt t="207031" x="6337300" y="5518150"/>
          <p14:tracePt t="207049" x="6413500" y="5505450"/>
          <p14:tracePt t="207064" x="6496050" y="5505450"/>
          <p14:tracePt t="207081" x="6534150" y="5505450"/>
          <p14:tracePt t="207098" x="6597650" y="5505450"/>
          <p14:tracePt t="207114" x="6667500" y="5499100"/>
          <p14:tracePt t="207131" x="6699250" y="5499100"/>
          <p14:tracePt t="207148" x="6743700" y="5499100"/>
          <p14:tracePt t="207164" x="6794500" y="5492750"/>
          <p14:tracePt t="207181" x="6813550" y="5492750"/>
          <p14:tracePt t="207198" x="6858000" y="5492750"/>
          <p14:tracePt t="207214" x="6889750" y="5492750"/>
          <p14:tracePt t="207232" x="6915150" y="5492750"/>
          <p14:tracePt t="207248" x="6921500" y="5492750"/>
          <p14:tracePt t="207264" x="6927850" y="5492750"/>
          <p14:tracePt t="209400" x="6927850" y="5473700"/>
          <p14:tracePt t="209408" x="6927850" y="5454650"/>
          <p14:tracePt t="209421" x="6927850" y="5416550"/>
          <p14:tracePt t="209428" x="6927850" y="5391150"/>
          <p14:tracePt t="209444" x="6927850" y="5340350"/>
          <p14:tracePt t="209456" x="6908800" y="5270500"/>
          <p14:tracePt t="209473" x="6883400" y="5092700"/>
          <p14:tracePt t="209490" x="6851650" y="4965700"/>
          <p14:tracePt t="209506" x="6769100" y="4660900"/>
          <p14:tracePt t="209523" x="6654800" y="4337050"/>
          <p14:tracePt t="209541" x="6546850" y="4038600"/>
          <p14:tracePt t="209556" x="6496050" y="3917950"/>
          <p14:tracePt t="209573" x="6400800" y="3733800"/>
          <p14:tracePt t="209590" x="6311900" y="3594100"/>
          <p14:tracePt t="209606" x="6273800" y="3536950"/>
          <p14:tracePt t="209622" x="6191250" y="3409950"/>
          <p14:tracePt t="209639" x="6127750" y="3295650"/>
          <p14:tracePt t="209656" x="6108700" y="3244850"/>
          <p14:tracePt t="209673" x="6070600" y="3187700"/>
          <p14:tracePt t="209689" x="6057900" y="3136900"/>
          <p14:tracePt t="209705" x="6051550" y="3117850"/>
          <p14:tracePt t="209723" x="6051550" y="3092450"/>
          <p14:tracePt t="209739" x="6045200" y="3079750"/>
          <p14:tracePt t="209755" x="6026150" y="3035300"/>
          <p14:tracePt t="209772" x="6019800" y="3003550"/>
          <p14:tracePt t="209789" x="6013450" y="2971800"/>
          <p14:tracePt t="209805" x="6007100" y="2914650"/>
          <p14:tracePt t="209822" x="5988050" y="2857500"/>
          <p14:tracePt t="209838" x="5975350" y="2838450"/>
          <p14:tracePt t="209856" x="5962650" y="2813050"/>
          <p14:tracePt t="209872" x="5943600" y="2794000"/>
          <p14:tracePt t="209888" x="5930900" y="2787650"/>
          <p14:tracePt t="209921" x="5924550" y="2806700"/>
          <p14:tracePt t="209938" x="5918200" y="2813050"/>
          <p14:tracePt t="209955" x="5911850" y="2832100"/>
          <p14:tracePt t="209971" x="5911850" y="2851150"/>
          <p14:tracePt t="209987" x="5905500" y="2876550"/>
          <p14:tracePt t="210004" x="5899150" y="2933700"/>
          <p14:tracePt t="210021" x="5886450" y="2984500"/>
          <p14:tracePt t="210038" x="5861050" y="3130550"/>
          <p14:tracePt t="210054" x="5816600" y="3340100"/>
          <p14:tracePt t="210071" x="5797550" y="3441700"/>
          <p14:tracePt t="210088" x="5708650" y="3676650"/>
          <p14:tracePt t="210104" x="5613400" y="3911600"/>
          <p14:tracePt t="210121" x="5575300" y="4006850"/>
          <p14:tracePt t="210138" x="5505450" y="4165600"/>
          <p14:tracePt t="210154" x="5448300" y="4292600"/>
          <p14:tracePt t="210171" x="5429250" y="4356100"/>
          <p14:tracePt t="210187" x="5372100" y="4457700"/>
          <p14:tracePt t="210204" x="5340350" y="4533900"/>
          <p14:tracePt t="210221" x="5327650" y="4578350"/>
          <p14:tracePt t="210237" x="5321300" y="4591050"/>
          <p14:tracePt t="210253" x="5308600" y="4610100"/>
          <p14:tracePt t="210271" x="5302250" y="4616450"/>
          <p14:tracePt t="210287" x="5295900" y="4616450"/>
          <p14:tracePt t="210303" x="5289550" y="4616450"/>
          <p14:tracePt t="210320" x="5283200" y="4622800"/>
          <p14:tracePt t="210376" x="5283200" y="4616450"/>
          <p14:tracePt t="210382" x="5283200" y="4610100"/>
          <p14:tracePt t="210405" x="5283200" y="4597400"/>
          <p14:tracePt t="210411" x="5276850" y="4591050"/>
          <p14:tracePt t="210425" x="5276850" y="4584700"/>
          <p14:tracePt t="210436" x="5276850" y="4578350"/>
          <p14:tracePt t="210453" x="5276850" y="4565650"/>
          <p14:tracePt t="210470" x="5276850" y="4559300"/>
          <p14:tracePt t="210486" x="5283200" y="4546600"/>
          <p14:tracePt t="210503" x="5289550" y="4540250"/>
          <p14:tracePt t="210519" x="5289550" y="4533900"/>
          <p14:tracePt t="210536" x="5295900" y="4527550"/>
          <p14:tracePt t="210553" x="5295900" y="4521200"/>
          <p14:tracePt t="210589" x="5302250" y="4521200"/>
          <p14:tracePt t="210602" x="5302250" y="4514850"/>
          <p14:tracePt t="210643" x="5308600" y="4508500"/>
          <p14:tracePt t="210671" x="5314950" y="4508500"/>
          <p14:tracePt t="210706" x="5321300" y="4514850"/>
          <p14:tracePt t="210734" x="5321300" y="4527550"/>
          <p14:tracePt t="210755" x="5327650" y="4533900"/>
          <p14:tracePt t="210777" x="5327650" y="4540250"/>
          <p14:tracePt t="210798" x="5327650" y="4546600"/>
          <p14:tracePt t="210804" x="5327650" y="4552950"/>
          <p14:tracePt t="210819" x="5334000" y="4559300"/>
          <p14:tracePt t="210835" x="5340350" y="4584700"/>
          <p14:tracePt t="210851" x="5346700" y="4610100"/>
          <p14:tracePt t="210855" x="5353050" y="4641850"/>
          <p14:tracePt t="210869" x="5359400" y="4686300"/>
          <p14:tracePt t="210886" x="5391150" y="4800600"/>
          <p14:tracePt t="210901" x="5410200" y="4870450"/>
          <p14:tracePt t="210918" x="5461000" y="5016500"/>
          <p14:tracePt t="210934" x="5486400" y="5099050"/>
          <p14:tracePt t="210952" x="5537200" y="5245100"/>
          <p14:tracePt t="210968" x="5581650" y="5353050"/>
          <p14:tracePt t="210985" x="5607050" y="5397500"/>
          <p14:tracePt t="211002" x="5638800" y="5441950"/>
          <p14:tracePt t="211018" x="5651500" y="5461000"/>
          <p14:tracePt t="211034" x="5657850" y="5467350"/>
          <p14:tracePt t="211051" x="5664200" y="5473700"/>
          <p14:tracePt t="211067" x="5664200" y="5480050"/>
          <p14:tracePt t="211093" x="5670550" y="5480050"/>
          <p14:tracePt t="211128" x="5676900" y="5480050"/>
          <p14:tracePt t="211163" x="5683250" y="5473700"/>
          <p14:tracePt t="211289" x="5689600" y="5467350"/>
          <p14:tracePt t="211366" x="5689600" y="5461000"/>
          <p14:tracePt t="211443" x="5689600" y="5454650"/>
          <p14:tracePt t="211507" x="5695950" y="5448300"/>
          <p14:tracePt t="211556" x="5695950" y="5441950"/>
          <p14:tracePt t="211577" x="5689600" y="5441950"/>
          <p14:tracePt t="211605" x="5689600" y="5435600"/>
          <p14:tracePt t="211626" x="5689600" y="5429250"/>
          <p14:tracePt t="211647" x="5683250" y="5429250"/>
          <p14:tracePt t="211654" x="5683250" y="5422900"/>
          <p14:tracePt t="211675" x="5683250" y="5416550"/>
          <p14:tracePt t="211689" x="5683250" y="5410200"/>
          <p14:tracePt t="211711" x="5683250" y="5397500"/>
          <p14:tracePt t="211719" x="5676900" y="5384800"/>
          <p14:tracePt t="211732" x="5676900" y="5353050"/>
          <p14:tracePt t="211749" x="5670550" y="5276850"/>
          <p14:tracePt t="211765" x="5651500" y="5194300"/>
          <p14:tracePt t="211782" x="5619750" y="4991100"/>
          <p14:tracePt t="211798" x="5600700" y="4864100"/>
          <p14:tracePt t="211816" x="5505450" y="4464050"/>
          <p14:tracePt t="211831" x="5384800" y="3956050"/>
          <p14:tracePt t="211849" x="5321300" y="3676650"/>
          <p14:tracePt t="211865" x="5086350" y="2851150"/>
          <p14:tracePt t="211881" x="5010150" y="2616200"/>
          <p14:tracePt t="211898" x="4927600" y="2419350"/>
          <p14:tracePt t="211915" x="4768850" y="2101850"/>
          <p14:tracePt t="211931" x="4641850" y="1866900"/>
          <p14:tracePt t="211948" x="4591050" y="1771650"/>
          <p14:tracePt t="211964" x="4521200" y="1631950"/>
          <p14:tracePt t="211981" x="4470400" y="1543050"/>
          <p14:tracePt t="211998" x="4432300" y="1492250"/>
          <p14:tracePt t="212014" x="4425950" y="1479550"/>
          <p14:tracePt t="212031" x="4406900" y="1454150"/>
          <p14:tracePt t="212048" x="4394200" y="1435100"/>
          <p14:tracePt t="212064" x="4387850" y="1428750"/>
          <p14:tracePt t="212081" x="4375150" y="1416050"/>
          <p14:tracePt t="212097" x="4368800" y="1409700"/>
          <p14:tracePt t="212139" x="4362450" y="1409700"/>
          <p14:tracePt t="212147" x="4356100" y="1409700"/>
          <p14:tracePt t="212167" x="4349750" y="1416050"/>
          <p14:tracePt t="212184" x="4349750" y="1422400"/>
          <p14:tracePt t="212197" x="4349750" y="1428750"/>
          <p14:tracePt t="212213" x="4349750" y="1447800"/>
          <p14:tracePt t="212230" x="4349750" y="1466850"/>
          <p14:tracePt t="212247" x="4349750" y="1479550"/>
          <p14:tracePt t="212264" x="4349750" y="1524000"/>
          <p14:tracePt t="212280" x="4356100" y="1581150"/>
          <p14:tracePt t="212297" x="4356100" y="1625600"/>
          <p14:tracePt t="212314" x="4368800" y="1758950"/>
          <p14:tracePt t="212329" x="4368800" y="1911350"/>
          <p14:tracePt t="212346" x="4375150" y="2000250"/>
          <p14:tracePt t="212363" x="4375150" y="2139950"/>
          <p14:tracePt t="212380" x="4375150" y="2241550"/>
          <p14:tracePt t="212396" x="4375150" y="2298700"/>
          <p14:tracePt t="212413" x="4375150" y="2362200"/>
          <p14:tracePt t="212429" x="4381500" y="2413000"/>
          <p14:tracePt t="212446" x="4381500" y="2425700"/>
          <p14:tracePt t="212463" x="4381500" y="2444750"/>
          <p14:tracePt t="212495" x="4381500" y="2451100"/>
          <p14:tracePt t="212588" x="4375150" y="2451100"/>
          <p14:tracePt t="212602" x="4368800" y="2451100"/>
          <p14:tracePt t="212609" x="4362450" y="2451100"/>
          <p14:tracePt t="212623" x="4349750" y="2451100"/>
          <p14:tracePt t="212632" x="4337050" y="2451100"/>
          <p14:tracePt t="212645" x="4324350" y="2451100"/>
          <p14:tracePt t="212662" x="4279900" y="2451100"/>
          <p14:tracePt t="212679" x="4241800" y="2451100"/>
          <p14:tracePt t="212695" x="4171950" y="2451100"/>
          <p14:tracePt t="212712" x="4114800" y="2438400"/>
          <p14:tracePt t="212729" x="4083050" y="2438400"/>
          <p14:tracePt t="212745" x="4070350" y="2438400"/>
          <p14:tracePt t="212762" x="4064000" y="2438400"/>
          <p14:tracePt t="212778" x="4057650" y="2438400"/>
          <p14:tracePt t="212795" x="4064000" y="2444750"/>
          <p14:tracePt t="212812" x="4070350" y="2444750"/>
          <p14:tracePt t="212828" x="4095750" y="2451100"/>
          <p14:tracePt t="212844" x="4146550" y="2457450"/>
          <p14:tracePt t="212862" x="4241800" y="2476500"/>
          <p14:tracePt t="212878" x="4318000" y="2489200"/>
          <p14:tracePt t="212882" x="4419600" y="2495550"/>
          <p14:tracePt t="212912" x="4660900" y="2552700"/>
          <p14:tracePt t="212928" x="4826000" y="2571750"/>
          <p14:tracePt t="212944" x="4972050" y="2597150"/>
          <p14:tracePt t="212961" x="5245100" y="2641600"/>
          <p14:tracePt t="212977" x="5359400" y="2660650"/>
          <p14:tracePt t="212995" x="5575300" y="2692400"/>
          <p14:tracePt t="213011" x="5651500" y="2692400"/>
          <p14:tracePt t="213027" x="5708650" y="2698750"/>
          <p14:tracePt t="213045" x="5759450" y="2698750"/>
          <p14:tracePt t="213061" x="5772150" y="2705100"/>
          <p14:tracePt t="213094" x="5772150" y="2711450"/>
          <p14:tracePt t="213115" x="5765800" y="2711450"/>
          <p14:tracePt t="213136" x="5759450" y="2711450"/>
          <p14:tracePt t="213213" x="5765800" y="2711450"/>
          <p14:tracePt t="213220" x="5772150" y="2711450"/>
          <p14:tracePt t="213248" x="5791200" y="2705100"/>
          <p14:tracePt t="213255" x="5803900" y="2705100"/>
          <p14:tracePt t="213278" x="5829300" y="2711450"/>
          <p14:tracePt t="213283" x="5854700" y="2711450"/>
          <p14:tracePt t="213297" x="5892800" y="2711450"/>
          <p14:tracePt t="213313" x="5956300" y="2717800"/>
          <p14:tracePt t="213327" x="6032500" y="2717800"/>
          <p14:tracePt t="213343" x="6127750" y="2730500"/>
          <p14:tracePt t="213360" x="6318250" y="2755900"/>
          <p14:tracePt t="213376" x="6419850" y="2768600"/>
          <p14:tracePt t="213393" x="6508750" y="2781300"/>
          <p14:tracePt t="213410" x="6692900" y="2800350"/>
          <p14:tracePt t="213426" x="6769100" y="2800350"/>
          <p14:tracePt t="213443" x="6819900" y="2800350"/>
          <p14:tracePt t="213460" x="6934200" y="2806700"/>
          <p14:tracePt t="213476" x="7004050" y="2819400"/>
          <p14:tracePt t="213493" x="7092950" y="2819400"/>
          <p14:tracePt t="213509" x="7124700" y="2819400"/>
          <p14:tracePt t="213526" x="7162800" y="2819400"/>
          <p14:tracePt t="213543" x="7200900" y="2806700"/>
          <p14:tracePt t="213559" x="7232650" y="2800350"/>
          <p14:tracePt t="213575" x="7251700" y="2794000"/>
          <p14:tracePt t="213593" x="7296150" y="2787650"/>
          <p14:tracePt t="213609" x="7315200" y="2787650"/>
          <p14:tracePt t="213625" x="7340600" y="2787650"/>
          <p14:tracePt t="213642" x="7391400" y="2787650"/>
          <p14:tracePt t="213659" x="7423150" y="2787650"/>
          <p14:tracePt t="213675" x="7448550" y="2787650"/>
          <p14:tracePt t="213692" x="7518400" y="2806700"/>
          <p14:tracePt t="213708" x="7556500" y="2806700"/>
          <p14:tracePt t="213725" x="7651750" y="2819400"/>
          <p14:tracePt t="213741" x="7696200" y="2819400"/>
          <p14:tracePt t="213758" x="7734300" y="2832100"/>
          <p14:tracePt t="213775" x="7810500" y="2832100"/>
          <p14:tracePt t="213791" x="7842250" y="2838450"/>
          <p14:tracePt t="213808" x="7899400" y="2844800"/>
          <p14:tracePt t="213825" x="7918450" y="2844800"/>
          <p14:tracePt t="213841" x="7931150" y="2844800"/>
          <p14:tracePt t="213859" x="7950200" y="2844800"/>
          <p14:tracePt t="213874" x="7962900" y="2844800"/>
          <p14:tracePt t="213901" x="7969250" y="2844800"/>
          <p14:tracePt t="213937" x="7975600" y="2844800"/>
          <p14:tracePt t="214168" x="7988300" y="2844800"/>
          <p14:tracePt t="214182" x="8001000" y="2844800"/>
          <p14:tracePt t="214196" x="8032750" y="2844800"/>
          <p14:tracePt t="214210" x="8058150" y="2844800"/>
          <p14:tracePt t="214232" x="8096250" y="2844800"/>
          <p14:tracePt t="214238" x="8140700" y="2851150"/>
          <p14:tracePt t="214252" x="8204200" y="2851150"/>
          <p14:tracePt t="214267" x="8255000" y="2863850"/>
          <p14:tracePt t="214281" x="8312150" y="2870200"/>
          <p14:tracePt t="214289" x="8350250" y="2870200"/>
          <p14:tracePt t="214306" x="8401050" y="2882900"/>
          <p14:tracePt t="214323" x="8458200" y="2889250"/>
          <p14:tracePt t="214340" x="8489950" y="2895600"/>
          <p14:tracePt t="214357" x="8502650" y="2895600"/>
          <p14:tracePt t="214373" x="8528050" y="2901950"/>
          <p14:tracePt t="214389" x="8534400" y="2901950"/>
          <p14:tracePt t="214409" x="8534400" y="2908300"/>
          <p14:tracePt t="214667" x="8528050" y="2908300"/>
          <p14:tracePt t="214737" x="8521700" y="2908300"/>
          <p14:tracePt t="214976" x="8515350" y="2908300"/>
          <p14:tracePt t="215004" x="8509000" y="2908300"/>
          <p14:tracePt t="215430" x="8483600" y="2908300"/>
          <p14:tracePt t="215437" x="8445500" y="2908300"/>
          <p14:tracePt t="215450" x="8407400" y="2908300"/>
          <p14:tracePt t="215457" x="8356600" y="2908300"/>
          <p14:tracePt t="215472" x="8293100" y="2908300"/>
          <p14:tracePt t="215486" x="8235950" y="2921000"/>
          <p14:tracePt t="215502" x="8058150" y="2940050"/>
          <p14:tracePt t="215519" x="7956550" y="2952750"/>
          <p14:tracePt t="215535" x="7753350" y="2984500"/>
          <p14:tracePt t="215552" x="7480300" y="3086100"/>
          <p14:tracePt t="215569" x="7156450" y="3251200"/>
          <p14:tracePt t="215585" x="6972300" y="3378200"/>
          <p14:tracePt t="215602" x="6661150" y="3587750"/>
          <p14:tracePt t="215619" x="6356350" y="3765550"/>
          <p14:tracePt t="215635" x="6235700" y="3829050"/>
          <p14:tracePt t="215651" x="6057900" y="3968750"/>
          <p14:tracePt t="215668" x="5930900" y="4076700"/>
          <p14:tracePt t="215685" x="5867400" y="4133850"/>
          <p14:tracePt t="215702" x="5791200" y="4216400"/>
          <p14:tracePt t="215718" x="5702300" y="4318000"/>
          <p14:tracePt t="215735" x="5664200" y="4368800"/>
          <p14:tracePt t="215752" x="5626100" y="4432300"/>
          <p14:tracePt t="215768" x="5588000" y="4476750"/>
          <p14:tracePt t="215784" x="5575300" y="4495800"/>
          <p14:tracePt t="215802" x="5556250" y="4527550"/>
          <p14:tracePt t="215818" x="5543550" y="4546600"/>
          <p14:tracePt t="215834" x="5524500" y="4572000"/>
          <p14:tracePt t="215851" x="5511800" y="4603750"/>
          <p14:tracePt t="215867" x="5505450" y="4635500"/>
          <p14:tracePt t="215884" x="5505450" y="4667250"/>
          <p14:tracePt t="215901" x="5505450" y="4699000"/>
          <p14:tracePt t="215917" x="5505450" y="4711700"/>
          <p14:tracePt t="215921" x="5505450" y="4730750"/>
          <p14:tracePt t="215934" x="5505450" y="4743450"/>
          <p14:tracePt t="215951" x="5511800" y="4775200"/>
          <p14:tracePt t="215967" x="5518150" y="4800600"/>
          <p14:tracePt t="215984" x="5530850" y="4838700"/>
          <p14:tracePt t="216001" x="5537200" y="4889500"/>
          <p14:tracePt t="216017" x="5543550" y="4908550"/>
          <p14:tracePt t="216034" x="5556250" y="4959350"/>
          <p14:tracePt t="216050" x="5568950" y="4978400"/>
          <p14:tracePt t="216068" x="5600700" y="5054600"/>
          <p14:tracePt t="216083" x="5689600" y="5156200"/>
          <p14:tracePt t="216100" x="5784850" y="5264150"/>
          <p14:tracePt t="216117" x="5829300" y="5308600"/>
          <p14:tracePt t="216533" x="5797550" y="5308600"/>
          <p14:tracePt t="216540" x="5746750" y="5308600"/>
          <p14:tracePt t="216554" x="5683250" y="5308600"/>
          <p14:tracePt t="216565" x="5607050" y="5308600"/>
          <p14:tracePt t="216582" x="5416550" y="5308600"/>
          <p14:tracePt t="216598" x="5314950" y="5308600"/>
          <p14:tracePt t="216615" x="5099050" y="5295900"/>
          <p14:tracePt t="216632" x="4908550" y="5283200"/>
          <p14:tracePt t="216648" x="4826000" y="5276850"/>
          <p14:tracePt t="216665" x="4762500" y="5264150"/>
          <p14:tracePt t="216681" x="4629150" y="5251450"/>
          <p14:tracePt t="216698" x="4610100" y="5245100"/>
          <p14:tracePt t="216715" x="4584700" y="5245100"/>
          <p14:tracePt t="216731" x="4572000" y="5238750"/>
          <p14:tracePt t="216748" x="4552950" y="5238750"/>
          <p14:tracePt t="216765" x="4552950" y="5232400"/>
          <p14:tracePt t="216807" x="4552950" y="5226050"/>
          <p14:tracePt t="216813" x="4559300" y="5226050"/>
          <p14:tracePt t="216821" x="4565650" y="5226050"/>
          <p14:tracePt t="216856" x="4572000" y="5226050"/>
          <p14:tracePt t="216884" x="4578350" y="5219700"/>
          <p14:tracePt t="217018" x="4572000" y="5219700"/>
          <p14:tracePt t="217116" x="4565650" y="5226050"/>
          <p14:tracePt t="217122" x="4559300" y="5226050"/>
          <p14:tracePt t="217137" x="4552950" y="5232400"/>
          <p14:tracePt t="217151" x="4540250" y="5238750"/>
          <p14:tracePt t="217167" x="4533900" y="5238750"/>
          <p14:tracePt t="217180" x="4514850" y="5245100"/>
          <p14:tracePt t="217197" x="4457700" y="5264150"/>
          <p14:tracePt t="217213" x="4413250" y="5283200"/>
          <p14:tracePt t="217229" x="4305300" y="5302250"/>
          <p14:tracePt t="217246" x="4184650" y="5340350"/>
          <p14:tracePt t="217263" x="4089400" y="5365750"/>
          <p14:tracePt t="217279" x="4044950" y="5384800"/>
          <p14:tracePt t="217296" x="4006850" y="5391150"/>
          <p14:tracePt t="217313" x="3930650" y="5403850"/>
          <p14:tracePt t="217329" x="3917950" y="5410200"/>
          <p14:tracePt t="217346" x="3905250" y="5416550"/>
          <p14:tracePt t="217362" x="3898900" y="5416550"/>
          <p14:tracePt t="217379" x="3892550" y="5416550"/>
          <p14:tracePt t="217396" x="3886200" y="5416550"/>
          <p14:tracePt t="217417" x="3879850" y="5422900"/>
          <p14:tracePt t="217474" x="3873500" y="5422900"/>
          <p14:tracePt t="217537" x="3867150" y="5422900"/>
          <p14:tracePt t="217629" x="3873500" y="5422900"/>
          <p14:tracePt t="217650" x="3886200" y="5422900"/>
          <p14:tracePt t="217656" x="3892550" y="5422900"/>
          <p14:tracePt t="217665" x="3898900" y="5422900"/>
          <p14:tracePt t="217679" x="3911600" y="5416550"/>
          <p14:tracePt t="217695" x="3917950" y="5416550"/>
          <p14:tracePt t="217712" x="4000500" y="5403850"/>
          <p14:tracePt t="217728" x="4159250" y="5384800"/>
          <p14:tracePt t="217745" x="4260850" y="5372100"/>
          <p14:tracePt t="217762" x="4546600" y="5340350"/>
          <p14:tracePt t="217778" x="4991100" y="5270500"/>
          <p14:tracePt t="217794" x="5232400" y="5257800"/>
          <p14:tracePt t="217811" x="5734050" y="5168900"/>
          <p14:tracePt t="217827" x="6165850" y="5073650"/>
          <p14:tracePt t="217844" x="6343650" y="5035550"/>
          <p14:tracePt t="217861" x="6559550" y="4959350"/>
          <p14:tracePt t="217877" x="6686550" y="4908550"/>
          <p14:tracePt t="217894" x="6743700" y="4883150"/>
          <p14:tracePt t="217910" x="6794500" y="4851400"/>
          <p14:tracePt t="217927" x="6807200" y="4845050"/>
          <p14:tracePt t="217945" x="6819900" y="4832350"/>
          <p14:tracePt t="217960" x="6826250" y="4826000"/>
          <p14:tracePt t="217977" x="6826250" y="4819650"/>
          <p14:tracePt t="217994" x="6826250" y="4813300"/>
          <p14:tracePt t="218010" x="6826250" y="4806950"/>
          <p14:tracePt t="218071" x="6826250" y="4800600"/>
          <p14:tracePt t="218225" x="6819900" y="4794250"/>
          <p14:tracePt t="218296" x="6813550" y="4787900"/>
          <p14:tracePt t="218338" x="6807200" y="4787900"/>
          <p14:tracePt t="218366" x="6800850" y="4781550"/>
          <p14:tracePt t="218400" x="6800850" y="4775200"/>
          <p14:tracePt t="218436" x="6794500" y="4775200"/>
          <p14:tracePt t="218471" x="6788150" y="4775200"/>
          <p14:tracePt t="218499" x="6781800" y="4768850"/>
          <p14:tracePt t="218527" x="6775450" y="4768850"/>
          <p14:tracePt t="218548" x="6769100" y="4768850"/>
          <p14:tracePt t="218570" x="6762750" y="4768850"/>
          <p14:tracePt t="218598" x="6756400" y="4768850"/>
          <p14:tracePt t="218619" x="6750050" y="4762500"/>
          <p14:tracePt t="218632" x="6743700" y="4762500"/>
          <p14:tracePt t="218646" x="6737350" y="4762500"/>
          <p14:tracePt t="218668" x="6731000" y="4756150"/>
          <p14:tracePt t="218682" x="6724650" y="4756150"/>
          <p14:tracePt t="218710" x="6718300" y="4756150"/>
          <p14:tracePt t="218717" x="6711950" y="4749800"/>
          <p14:tracePt t="218731" x="6705600" y="4749800"/>
          <p14:tracePt t="218741" x="6692900" y="4749800"/>
          <p14:tracePt t="218757" x="6686550" y="4749800"/>
          <p14:tracePt t="218774" x="6673850" y="4743450"/>
          <p14:tracePt t="218791" x="6642100" y="4743450"/>
          <p14:tracePt t="218808" x="6616700" y="4737100"/>
          <p14:tracePt t="218824" x="6604000" y="4730750"/>
          <p14:tracePt t="218841" x="6591300" y="4730750"/>
          <p14:tracePt t="218857" x="6565900" y="4730750"/>
          <p14:tracePt t="218874" x="6559550" y="4730750"/>
          <p14:tracePt t="218907" x="6553200" y="4730750"/>
          <p14:tracePt t="218948" x="6546850" y="4730750"/>
          <p14:tracePt t="219089" x="6540500" y="4730750"/>
          <p14:tracePt t="219110" x="6534150" y="4730750"/>
          <p14:tracePt t="219132" x="6527800" y="4730750"/>
          <p14:tracePt t="219138" x="6521450" y="4737100"/>
          <p14:tracePt t="219152" x="6515100" y="4737100"/>
          <p14:tracePt t="219174" x="6508750" y="4743450"/>
          <p14:tracePt t="219195" x="6502400" y="4756150"/>
          <p14:tracePt t="219201" x="6489700" y="4762500"/>
          <p14:tracePt t="219210" x="6464300" y="4787900"/>
          <p14:tracePt t="219226" x="6451600" y="4806950"/>
          <p14:tracePt t="219239" x="6432550" y="4832350"/>
          <p14:tracePt t="219256" x="6388100" y="4902200"/>
          <p14:tracePt t="219272" x="6343650" y="4991100"/>
          <p14:tracePt t="219289" x="6337300" y="5048250"/>
          <p14:tracePt t="219306" x="6305550" y="5143500"/>
          <p14:tracePt t="219322" x="6292850" y="5226050"/>
          <p14:tracePt t="219339" x="6292850" y="5264150"/>
          <p14:tracePt t="219356" x="6292850" y="5327650"/>
          <p14:tracePt t="219372" x="6292850" y="5372100"/>
          <p14:tracePt t="219389" x="6292850" y="5391150"/>
          <p14:tracePt t="219405" x="6292850" y="5429250"/>
          <p14:tracePt t="219422" x="6292850" y="5448300"/>
          <p14:tracePt t="219439" x="6299200" y="5467350"/>
          <p14:tracePt t="219455" x="6299200" y="5480050"/>
          <p14:tracePt t="219472" x="6299200" y="5486400"/>
          <p14:tracePt t="219489" x="6305550" y="5511800"/>
          <p14:tracePt t="219505" x="6311900" y="5511800"/>
          <p14:tracePt t="219522" x="6311900" y="5518150"/>
          <p14:tracePt t="219538" x="6311900" y="5530850"/>
          <p14:tracePt t="219555" x="6318250" y="5530850"/>
          <p14:tracePt t="219623" x="6318250" y="5537200"/>
          <p14:tracePt t="219735" x="6318250" y="5530850"/>
          <p14:tracePt t="219770" x="6318250" y="5524500"/>
          <p14:tracePt t="219812" x="6318250" y="5518150"/>
          <p14:tracePt t="219883" x="6318250" y="5505450"/>
          <p14:tracePt t="219904" x="6311900" y="5499100"/>
          <p14:tracePt t="219910" x="6305550" y="5492750"/>
          <p14:tracePt t="219925" x="6299200" y="5486400"/>
          <p14:tracePt t="219941" x="6280150" y="5473700"/>
          <p14:tracePt t="219953" x="6210300" y="5422900"/>
          <p14:tracePt t="219970" x="6153150" y="5384800"/>
          <p14:tracePt t="219987" x="5962650" y="5283200"/>
          <p14:tracePt t="220004" x="5734050" y="5143500"/>
          <p14:tracePt t="220020" x="5588000" y="5067300"/>
          <p14:tracePt t="220037" x="5245100" y="4895850"/>
          <p14:tracePt t="220053" x="4978400" y="4768850"/>
          <p14:tracePt t="220070" x="4870450" y="4718050"/>
          <p14:tracePt t="220087" x="4686300" y="4622800"/>
          <p14:tracePt t="220103" x="4603750" y="4591050"/>
          <p14:tracePt t="220120" x="4483100" y="4552950"/>
          <p14:tracePt t="220136" x="4387850" y="4527550"/>
          <p14:tracePt t="220153" x="4349750" y="4521200"/>
          <p14:tracePt t="220170" x="4254500" y="4502150"/>
          <p14:tracePt t="220186" x="4171950" y="4502150"/>
          <p14:tracePt t="220203" x="4133850" y="4502150"/>
          <p14:tracePt t="220220" x="4083050" y="4495800"/>
          <p14:tracePt t="220236" x="4044950" y="4489450"/>
          <p14:tracePt t="220252" x="4013200" y="4489450"/>
          <p14:tracePt t="220269" x="3962400" y="4489450"/>
          <p14:tracePt t="220286" x="3905250" y="4483100"/>
          <p14:tracePt t="220303" x="3848100" y="4476750"/>
          <p14:tracePt t="220319" x="3822700" y="4476750"/>
          <p14:tracePt t="220336" x="3778250" y="4476750"/>
          <p14:tracePt t="220353" x="3740150" y="4470400"/>
          <p14:tracePt t="220369" x="3727450" y="4470400"/>
          <p14:tracePt t="220385" x="3721100" y="4470400"/>
          <p14:tracePt t="220403" x="3708400" y="4470400"/>
          <p14:tracePt t="220436" x="3708400" y="4476750"/>
          <p14:tracePt t="220459" x="3708400" y="4483100"/>
          <p14:tracePt t="220473" x="3714750" y="4483100"/>
          <p14:tracePt t="220494" x="3721100" y="4489450"/>
          <p14:tracePt t="220515" x="3727450" y="4495800"/>
          <p14:tracePt t="220529" x="3733800" y="4495800"/>
          <p14:tracePt t="220543" x="3740150" y="4502150"/>
          <p14:tracePt t="220557" x="3746500" y="4502150"/>
          <p14:tracePt t="220568" x="3765550" y="4508500"/>
          <p14:tracePt t="220585" x="3816350" y="4527550"/>
          <p14:tracePt t="220601" x="3873500" y="4540250"/>
          <p14:tracePt t="220618" x="4044950" y="4597400"/>
          <p14:tracePt t="220635" x="4311650" y="4699000"/>
          <p14:tracePt t="220651" x="4495800" y="4749800"/>
          <p14:tracePt t="220668" x="4991100" y="4914900"/>
          <p14:tracePt t="220684" x="5302250" y="4997450"/>
          <p14:tracePt t="220701" x="6019800" y="5187950"/>
          <p14:tracePt t="220719" x="6718300" y="5391150"/>
          <p14:tracePt t="220734" x="7029450" y="5473700"/>
          <p14:tracePt t="220751" x="7467600" y="5581650"/>
          <p14:tracePt t="220768" x="7715250" y="5657850"/>
          <p14:tracePt t="220784" x="7804150" y="5683250"/>
          <p14:tracePt t="220801" x="7924800" y="5708650"/>
          <p14:tracePt t="220817" x="7969250" y="5721350"/>
          <p14:tracePt t="220834" x="7981950" y="5721350"/>
          <p14:tracePt t="220915" x="7975600" y="5721350"/>
          <p14:tracePt t="220936" x="7969250" y="5721350"/>
          <p14:tracePt t="220957" x="7962900" y="5721350"/>
          <p14:tracePt t="221006" x="7956550" y="5721350"/>
          <p14:tracePt t="221027" x="7950200" y="5721350"/>
          <p14:tracePt t="221069" x="7943850" y="5721350"/>
          <p14:tracePt t="221097" x="7937500" y="5721350"/>
          <p14:tracePt t="221126" x="7931150" y="5715000"/>
          <p14:tracePt t="221140" x="7924800" y="5715000"/>
          <p14:tracePt t="221168" x="7918450" y="5715000"/>
          <p14:tracePt t="221175" x="7912100" y="5708650"/>
          <p14:tracePt t="221196" x="7905750" y="5708650"/>
          <p14:tracePt t="221210" x="7899400" y="5708650"/>
          <p14:tracePt t="221219" x="7893050" y="5702300"/>
          <p14:tracePt t="221232" x="7886700" y="5702300"/>
          <p14:tracePt t="221249" x="7848600" y="5695950"/>
          <p14:tracePt t="221266" x="7778750" y="5670550"/>
          <p14:tracePt t="221282" x="7721600" y="5651500"/>
          <p14:tracePt t="221299" x="7658100" y="5632450"/>
          <p14:tracePt t="221316" x="7385050" y="5562600"/>
          <p14:tracePt t="221332" x="7277100" y="5543550"/>
          <p14:tracePt t="221349" x="7175500" y="5511800"/>
          <p14:tracePt t="221365" x="6965950" y="5467350"/>
          <p14:tracePt t="221382" x="6877050" y="5448300"/>
          <p14:tracePt t="221399" x="6591300" y="5391150"/>
          <p14:tracePt t="221415" x="6502400" y="5365750"/>
          <p14:tracePt t="221432" x="6369050" y="5346700"/>
          <p14:tracePt t="221449" x="6273800" y="5334000"/>
          <p14:tracePt t="221465" x="6248400" y="5327650"/>
          <p14:tracePt t="221482" x="6184900" y="5308600"/>
          <p14:tracePt t="221498" x="6140450" y="5302250"/>
          <p14:tracePt t="221515" x="6115050" y="5302250"/>
          <p14:tracePt t="221532" x="6096000" y="5302250"/>
          <p14:tracePt t="221548" x="6076950" y="5302250"/>
          <p14:tracePt t="221565" x="6064250" y="5295900"/>
          <p14:tracePt t="221611" x="6057900" y="5283200"/>
          <p14:tracePt t="221618" x="6051550" y="5276850"/>
          <p14:tracePt t="221631" x="6045200" y="5270500"/>
          <p14:tracePt t="223926" x="6013450" y="5264150"/>
          <p14:tracePt t="223934" x="5962650" y="5264150"/>
          <p14:tracePt t="223948" x="5905500" y="5257800"/>
          <p14:tracePt t="223956" x="5842000" y="5257800"/>
          <p14:tracePt t="223973" x="5778500" y="5257800"/>
          <p14:tracePt t="223990" x="5575300" y="5257800"/>
          <p14:tracePt t="224006" x="5346700" y="5245100"/>
          <p14:tracePt t="224024" x="5257800" y="5238750"/>
          <p14:tracePt t="224040" x="5029200" y="5238750"/>
          <p14:tracePt t="224056" x="4914900" y="5226050"/>
          <p14:tracePt t="224060" x="4800600" y="5226050"/>
          <p14:tracePt t="224074" x="4679950" y="5226050"/>
          <p14:tracePt t="224089" x="4502150" y="5226050"/>
          <p14:tracePt t="224106" x="4419600" y="5232400"/>
          <p14:tracePt t="224123" x="4279900" y="5257800"/>
          <p14:tracePt t="224139" x="4133850" y="5270500"/>
          <p14:tracePt t="224155" x="4070350" y="5276850"/>
          <p14:tracePt t="224172" x="3949700" y="5302250"/>
          <p14:tracePt t="224189" x="3867150" y="5327650"/>
          <p14:tracePt t="224206" x="3822700" y="5346700"/>
          <p14:tracePt t="224222" x="3733800" y="5391150"/>
          <p14:tracePt t="224239" x="3657600" y="5435600"/>
          <p14:tracePt t="224257" x="3568700" y="5499100"/>
          <p14:tracePt t="224272" x="3524250" y="5530850"/>
          <p14:tracePt t="224288" x="3441700" y="5594350"/>
          <p14:tracePt t="224306" x="3384550" y="5651500"/>
          <p14:tracePt t="224322" x="3365500" y="5664200"/>
          <p14:tracePt t="224339" x="3352800" y="5676900"/>
          <p14:tracePt t="224355" x="3321050" y="5708650"/>
          <p14:tracePt t="224371" x="3314700" y="5721350"/>
          <p14:tracePt t="224388" x="3302000" y="5734050"/>
          <p14:tracePt t="224405" x="3289300" y="5746750"/>
          <p14:tracePt t="224422" x="3282950" y="5765800"/>
          <p14:tracePt t="224439" x="3270250" y="5778500"/>
          <p14:tracePt t="224454" x="3263900" y="5784850"/>
          <p14:tracePt t="224471" x="3257550" y="5791200"/>
          <p14:tracePt t="224488" x="3251200" y="5797550"/>
          <p14:tracePt t="224552" x="3251200" y="5803900"/>
          <p14:tracePt t="224608" x="3251200" y="5810250"/>
          <p14:tracePt t="225040" x="3302000" y="5816600"/>
          <p14:tracePt t="225047" x="3327400" y="5822950"/>
          <p14:tracePt t="225061" x="3359150" y="5822950"/>
          <p14:tracePt t="225070" x="3384550" y="5829300"/>
          <p14:tracePt t="225085" x="3416300" y="5842000"/>
          <p14:tracePt t="225103" x="3473450" y="5854700"/>
          <p14:tracePt t="225119" x="3530600" y="5861050"/>
          <p14:tracePt t="225135" x="3562350" y="5867400"/>
          <p14:tracePt t="225153" x="3613150" y="5873750"/>
          <p14:tracePt t="225169" x="3625850" y="5873750"/>
          <p14:tracePt t="225186" x="3644900" y="5880100"/>
          <p14:tracePt t="225202" x="3644900" y="5886450"/>
          <p14:tracePt t="225503" x="3638550" y="5886450"/>
          <p14:tracePt t="225539" x="3638550" y="5892800"/>
          <p14:tracePt t="225581" x="3632200" y="5892800"/>
          <p14:tracePt t="225602" x="3625850" y="5899150"/>
          <p14:tracePt t="225630" x="3625850" y="5905500"/>
          <p14:tracePt t="225652" x="3619500" y="5911850"/>
          <p14:tracePt t="225672" x="3619500" y="5918200"/>
          <p14:tracePt t="225714" x="3619500" y="5924550"/>
          <p14:tracePt t="225721" x="3619500" y="5930900"/>
          <p14:tracePt t="225742" x="3619500" y="5937250"/>
          <p14:tracePt t="225770" x="3619500" y="5943600"/>
          <p14:tracePt t="225791" x="3619500" y="5949950"/>
          <p14:tracePt t="225833" x="3625850" y="5949950"/>
          <p14:tracePt t="225841" x="3632200" y="5949950"/>
          <p14:tracePt t="225862" x="3638550" y="5956300"/>
          <p14:tracePt t="225875" x="3644900" y="5962650"/>
          <p14:tracePt t="225889" x="3644900" y="5969000"/>
          <p14:tracePt t="225904" x="3651250" y="5969000"/>
          <p14:tracePt t="225916" x="3657600" y="5969000"/>
          <p14:tracePt t="225933" x="3663950" y="5975350"/>
          <p14:tracePt t="225949" x="3670300" y="5981700"/>
          <p14:tracePt t="225966" x="3683000" y="5988050"/>
          <p14:tracePt t="225982" x="3695700" y="6000750"/>
          <p14:tracePt t="225999" x="3708400" y="6007100"/>
          <p14:tracePt t="226016" x="3727450" y="6032500"/>
          <p14:tracePt t="226032" x="3759200" y="6064250"/>
          <p14:tracePt t="226049" x="3765550" y="6076950"/>
          <p14:tracePt t="226066" x="3784600" y="6108700"/>
          <p14:tracePt t="226082" x="3797300" y="6127750"/>
          <p14:tracePt t="226100" x="3803650" y="6146800"/>
          <p14:tracePt t="226115" x="3810000" y="6165850"/>
          <p14:tracePt t="226149" x="3810000" y="6172200"/>
          <p14:tracePt t="226170" x="3810000" y="6178550"/>
          <p14:tracePt t="226213" x="3810000" y="6184900"/>
          <p14:tracePt t="226241" x="3803650" y="6191250"/>
          <p14:tracePt t="226297" x="3797300" y="6197600"/>
          <p14:tracePt t="226304" x="3797300" y="6203950"/>
          <p14:tracePt t="226333" x="3797300" y="6210300"/>
          <p14:tracePt t="226353" x="3797300" y="6216650"/>
          <p14:tracePt t="226381" x="3797300" y="6223000"/>
          <p14:tracePt t="226445" x="3803650" y="6229350"/>
          <p14:tracePt t="226473" x="3816350" y="6229350"/>
          <p14:tracePt t="226494" x="3822700" y="6229350"/>
          <p14:tracePt t="226508" x="3829050" y="6229350"/>
          <p14:tracePt t="226522" x="3829050" y="6235700"/>
          <p14:tracePt t="226536" x="3835400" y="6235700"/>
          <p14:tracePt t="226547" x="3848100" y="6235700"/>
          <p14:tracePt t="226564" x="3860800" y="6235700"/>
          <p14:tracePt t="226581" x="3911600" y="6235700"/>
          <p14:tracePt t="226597" x="3949700" y="6235700"/>
          <p14:tracePt t="226613" x="3987800" y="6235700"/>
          <p14:tracePt t="226630" x="4070350" y="6248400"/>
          <p14:tracePt t="226647" x="4108450" y="6254750"/>
          <p14:tracePt t="226663" x="4165600" y="6254750"/>
          <p14:tracePt t="226680" x="4197350" y="6261100"/>
          <p14:tracePt t="226697" x="4216400" y="6261100"/>
          <p14:tracePt t="226713" x="4241800" y="6267450"/>
          <p14:tracePt t="226730" x="4248150" y="6267450"/>
          <p14:tracePt t="226747" x="4254500" y="6273800"/>
          <p14:tracePt t="226763" x="4260850" y="6280150"/>
          <p14:tracePt t="226922" x="4254500" y="6286500"/>
          <p14:tracePt t="227049" x="4248150" y="6286500"/>
          <p14:tracePt t="227140" x="4254500" y="6286500"/>
          <p14:tracePt t="227147" x="4260850" y="6286500"/>
          <p14:tracePt t="227164" x="4267200" y="6286500"/>
          <p14:tracePt t="227178" x="4273550" y="6286500"/>
          <p14:tracePt t="227195" x="4279900" y="6286500"/>
          <p14:tracePt t="227212" x="4305300" y="6286500"/>
          <p14:tracePt t="227228" x="4337050" y="6286500"/>
          <p14:tracePt t="227246" x="4413250" y="6280150"/>
          <p14:tracePt t="227261" x="4451350" y="6280150"/>
          <p14:tracePt t="227278" x="4514850" y="6280150"/>
          <p14:tracePt t="227295" x="4635500" y="6273800"/>
          <p14:tracePt t="227311" x="4686300" y="6273800"/>
          <p14:tracePt t="227328" x="4737100" y="6261100"/>
          <p14:tracePt t="227345" x="4832350" y="6254750"/>
          <p14:tracePt t="227361" x="4870450" y="6248400"/>
          <p14:tracePt t="227378" x="4908550" y="6248400"/>
          <p14:tracePt t="227395" x="4972050" y="6242050"/>
          <p14:tracePt t="227411" x="4978400" y="6242050"/>
          <p14:tracePt t="227429" x="5022850" y="6229350"/>
          <p14:tracePt t="227444" x="5029200" y="6229350"/>
          <p14:tracePt t="227461" x="5041900" y="6229350"/>
          <p14:tracePt t="227478" x="5054600" y="6229350"/>
          <p14:tracePt t="227511" x="5060950" y="6229350"/>
          <p14:tracePt t="227527" x="5073650" y="6229350"/>
          <p14:tracePt t="227544" x="5080000" y="6229350"/>
          <p14:tracePt t="227577" x="5086350" y="6229350"/>
          <p14:tracePt t="227647" x="5092700" y="6229350"/>
          <p14:tracePt t="227682" x="5099050" y="6229350"/>
          <p14:tracePt t="227703" x="5105400" y="6229350"/>
          <p14:tracePt t="227731" x="5111750" y="6229350"/>
          <p14:tracePt t="227752" x="5118100" y="6229350"/>
          <p14:tracePt t="227766" x="5124450" y="6229350"/>
          <p14:tracePt t="227815" x="5130800" y="6229350"/>
          <p14:tracePt t="227836" x="5137150" y="6229350"/>
          <p14:tracePt t="227864" x="5143500" y="6229350"/>
          <p14:tracePt t="227900" x="5149850" y="6229350"/>
          <p14:tracePt t="227921" x="5156200" y="6229350"/>
          <p14:tracePt t="227962" x="5162550" y="6229350"/>
          <p14:tracePt t="227998" x="5168900" y="6229350"/>
          <p14:tracePt t="228005" x="5175250" y="6229350"/>
          <p14:tracePt t="228054" x="5181600" y="6229350"/>
          <p14:tracePt t="228090" x="5187950" y="6229350"/>
          <p14:tracePt t="228118" x="5194300" y="6229350"/>
          <p14:tracePt t="228167" x="5200650" y="6229350"/>
          <p14:tracePt t="228223" x="5207000" y="6223000"/>
          <p14:tracePt t="228265" x="5213350" y="6223000"/>
          <p14:tracePt t="228300" x="5219700" y="6223000"/>
          <p14:tracePt t="228307" x="5226050" y="6223000"/>
          <p14:tracePt t="228335" x="5232400" y="6223000"/>
          <p14:tracePt t="228356" x="5238750" y="6223000"/>
          <p14:tracePt t="228371" x="5245100" y="6223000"/>
          <p14:tracePt t="228378" x="5264150" y="6216650"/>
          <p14:tracePt t="228394" x="5283200" y="6210300"/>
          <p14:tracePt t="228407" x="5346700" y="6178550"/>
          <p14:tracePt t="228424" x="5416550" y="6146800"/>
          <p14:tracePt t="228441" x="5683250" y="6026150"/>
          <p14:tracePt t="228457" x="5797550" y="5969000"/>
          <p14:tracePt t="228475" x="6076950" y="5842000"/>
          <p14:tracePt t="228491" x="6413500" y="5702300"/>
          <p14:tracePt t="228507" x="6578600" y="5638800"/>
          <p14:tracePt t="228524" x="6737350" y="5575300"/>
          <p14:tracePt t="228540" x="6991350" y="5473700"/>
          <p14:tracePt t="228557" x="7175500" y="5422900"/>
          <p14:tracePt t="228574" x="7321550" y="5378450"/>
          <p14:tracePt t="228590" x="7366000" y="5365750"/>
          <p14:tracePt t="228607" x="7435850" y="5346700"/>
          <p14:tracePt t="228624" x="7486650" y="5327650"/>
          <p14:tracePt t="228640" x="7499350" y="5327650"/>
          <p14:tracePt t="228657" x="7512050" y="5327650"/>
          <p14:tracePt t="228674" x="7524750" y="5334000"/>
          <p14:tracePt t="228707" x="7524750" y="5346700"/>
          <p14:tracePt t="228743" x="7524750" y="5353050"/>
          <p14:tracePt t="228785" x="7524750" y="5359400"/>
          <p14:tracePt t="228813" x="7531100" y="5359400"/>
          <p14:tracePt t="228834" x="7537450" y="5359400"/>
          <p14:tracePt t="228841" x="7543800" y="5365750"/>
          <p14:tracePt t="228862" x="7550150" y="5365750"/>
          <p14:tracePt t="228884" x="7556500" y="5372100"/>
          <p14:tracePt t="228905" x="7562850" y="5372100"/>
          <p14:tracePt t="228933" x="7569200" y="5378450"/>
          <p14:tracePt t="228947" x="7575550" y="5378450"/>
          <p14:tracePt t="228953" x="7581900" y="5378450"/>
          <p14:tracePt t="228968" x="7588250" y="5378450"/>
          <p14:tracePt t="228975" x="7588250" y="5384800"/>
          <p14:tracePt t="228991" x="7600950" y="5384800"/>
          <p14:tracePt t="229005" x="7620000" y="5384800"/>
          <p14:tracePt t="229021" x="7632700" y="5391150"/>
          <p14:tracePt t="229039" x="7677150" y="5397500"/>
          <p14:tracePt t="229055" x="7727950" y="5403850"/>
          <p14:tracePt t="229072" x="7785100" y="5410200"/>
          <p14:tracePt t="229088" x="7804150" y="5410200"/>
          <p14:tracePt t="229105" x="7835900" y="5416550"/>
          <p14:tracePt t="229123" x="7880350" y="5416550"/>
          <p14:tracePt t="229138" x="7893050" y="5416550"/>
          <p14:tracePt t="229171" x="7899400" y="5416550"/>
          <p14:tracePt t="229355" x="7893050" y="5416550"/>
          <p14:tracePt t="229383" x="7886700" y="5416550"/>
          <p14:tracePt t="230062" x="7880350" y="5416550"/>
          <p14:tracePt t="230070" x="7867650" y="5416550"/>
          <p14:tracePt t="230076" x="7854950" y="5410200"/>
          <p14:tracePt t="230091" x="7842250" y="5410200"/>
          <p14:tracePt t="230102" x="7823200" y="5410200"/>
          <p14:tracePt t="230119" x="7785100" y="5403850"/>
          <p14:tracePt t="230135" x="7759700" y="5403850"/>
          <p14:tracePt t="230152" x="7670800" y="5403850"/>
          <p14:tracePt t="230168" x="7556500" y="5410200"/>
          <p14:tracePt t="230185" x="7486650" y="5410200"/>
          <p14:tracePt t="230203" x="7359650" y="5410200"/>
          <p14:tracePt t="230218" x="7219950" y="5435600"/>
          <p14:tracePt t="230235" x="7150100" y="5441950"/>
          <p14:tracePt t="230252" x="7035800" y="5461000"/>
          <p14:tracePt t="230268" x="6978650" y="5467350"/>
          <p14:tracePt t="230284" x="6883400" y="5492750"/>
          <p14:tracePt t="230301" x="6819900" y="5524500"/>
          <p14:tracePt t="230317" x="6788150" y="5543550"/>
          <p14:tracePt t="230334" x="6743700" y="5568950"/>
          <p14:tracePt t="230351" x="6718300" y="5588000"/>
          <p14:tracePt t="230367" x="6699250" y="5600700"/>
          <p14:tracePt t="230385" x="6661150" y="5638800"/>
          <p14:tracePt t="230401" x="6635750" y="5683250"/>
          <p14:tracePt t="230417" x="6610350" y="5702300"/>
          <p14:tracePt t="230434" x="6578600" y="5778500"/>
          <p14:tracePt t="230451" x="6527800" y="5848350"/>
          <p14:tracePt t="230467" x="6515100" y="5880100"/>
          <p14:tracePt t="230484" x="6477000" y="5930900"/>
          <p14:tracePt t="230500" x="6432550" y="5994400"/>
          <p14:tracePt t="230517" x="6419850" y="6019800"/>
          <p14:tracePt t="230534" x="6381750" y="6057900"/>
          <p14:tracePt t="230550" x="6369050" y="6070600"/>
          <p14:tracePt t="230567" x="6343650" y="6102350"/>
          <p14:tracePt t="230583" x="6318250" y="6134100"/>
          <p14:tracePt t="230600" x="6299200" y="6140450"/>
          <p14:tracePt t="230604" x="6286500" y="6146800"/>
          <p14:tracePt t="230617" x="6273800" y="6159500"/>
          <p14:tracePt t="230633" x="6248400" y="6191250"/>
          <p14:tracePt t="230650" x="6235700" y="6203950"/>
          <p14:tracePt t="230667" x="6210300" y="6229350"/>
          <p14:tracePt t="230683" x="6178550" y="6248400"/>
          <p14:tracePt t="230700" x="6159500" y="6267450"/>
          <p14:tracePt t="230716" x="6127750" y="6292850"/>
          <p14:tracePt t="230733" x="6089650" y="6318250"/>
          <p14:tracePt t="230750" x="6076950" y="6324600"/>
          <p14:tracePt t="230766" x="6045200" y="6330950"/>
          <p14:tracePt t="230783" x="6019800" y="6343650"/>
          <p14:tracePt t="230800" x="6000750" y="6356350"/>
          <p14:tracePt t="230816" x="5994400" y="6356350"/>
          <p14:tracePt t="230832" x="5981700" y="6362700"/>
          <p14:tracePt t="230850" x="5969000" y="6369050"/>
          <p14:tracePt t="230882" x="5969000" y="6375400"/>
          <p14:tracePt t="230899" x="5962650" y="6381750"/>
          <p14:tracePt t="230920" x="5962650" y="6388100"/>
          <p14:tracePt t="231059" x="5969000" y="6388100"/>
          <p14:tracePt t="231095" x="5975350" y="6388100"/>
          <p14:tracePt t="231102" x="5981700" y="6388100"/>
          <p14:tracePt t="231123" x="5988050" y="6388100"/>
          <p14:tracePt t="231132" x="5994400" y="6388100"/>
          <p14:tracePt t="231152" x="6007100" y="6388100"/>
          <p14:tracePt t="231168" x="6019800" y="6388100"/>
          <p14:tracePt t="231181" x="6045200" y="6375400"/>
          <p14:tracePt t="231198" x="6115050" y="6337300"/>
          <p14:tracePt t="231215" x="6229350" y="6248400"/>
          <p14:tracePt t="231232" x="6305550" y="6191250"/>
          <p14:tracePt t="231249" x="6470650" y="6045200"/>
          <p14:tracePt t="231265" x="6642100" y="5854700"/>
          <p14:tracePt t="231281" x="6743700" y="5740400"/>
          <p14:tracePt t="231298" x="6915150" y="5530850"/>
          <p14:tracePt t="231314" x="7073900" y="5340350"/>
          <p14:tracePt t="231331" x="7143750" y="5270500"/>
          <p14:tracePt t="231348" x="7264400" y="5137150"/>
          <p14:tracePt t="231364" x="7359650" y="5035550"/>
          <p14:tracePt t="231381" x="7391400" y="5016500"/>
          <p14:tracePt t="231398" x="7461250" y="4965700"/>
          <p14:tracePt t="231414" x="7512050" y="4927600"/>
          <p14:tracePt t="231431" x="7537450" y="4914900"/>
          <p14:tracePt t="231447" x="7569200" y="4895850"/>
          <p14:tracePt t="231464" x="7581900" y="4889500"/>
          <p14:tracePt t="231480" x="7607300" y="4870450"/>
          <p14:tracePt t="231497" x="7626350" y="4864100"/>
          <p14:tracePt t="231513" x="7639050" y="4857750"/>
          <p14:tracePt t="231531" x="7664450" y="4845050"/>
          <p14:tracePt t="231547" x="7689850" y="4832350"/>
          <p14:tracePt t="231563" x="7696200" y="4832350"/>
          <p14:tracePt t="231580" x="7721600" y="4826000"/>
          <p14:tracePt t="231597" x="7747000" y="4819650"/>
          <p14:tracePt t="231613" x="7759700" y="4813300"/>
          <p14:tracePt t="231630" x="7785100" y="4800600"/>
          <p14:tracePt t="231647" x="7816850" y="4794250"/>
          <p14:tracePt t="231664" x="7835900" y="4781550"/>
          <p14:tracePt t="231680" x="7848600" y="4781550"/>
          <p14:tracePt t="231696" x="7867650" y="4775200"/>
          <p14:tracePt t="231713" x="7893050" y="4768850"/>
          <p14:tracePt t="231746" x="7905750" y="4768850"/>
          <p14:tracePt t="231763" x="7912100" y="4762500"/>
          <p14:tracePt t="231780" x="7918450" y="4762500"/>
          <p14:tracePt t="231796" x="7924800" y="4756150"/>
          <p14:tracePt t="231812" x="7931150" y="4756150"/>
          <p14:tracePt t="231847" x="7937500" y="4756150"/>
          <p14:tracePt t="231889" x="7943850" y="4749800"/>
          <p14:tracePt t="231897" x="7950200" y="4749800"/>
          <p14:tracePt t="231924" x="7950200" y="4743450"/>
          <p14:tracePt t="232065" x="7950200" y="4737100"/>
          <p14:tracePt t="232149" x="7950200" y="4730750"/>
          <p14:tracePt t="232247" x="7950200" y="4724400"/>
          <p14:tracePt t="232409" x="7943850" y="4724400"/>
          <p14:tracePt t="232501" x="7937500" y="4724400"/>
          <p14:tracePt t="232529" x="7931150" y="4724400"/>
          <p14:tracePt t="232535" x="7924800" y="4724400"/>
          <p14:tracePt t="232557" x="7924800" y="4730750"/>
          <p14:tracePt t="232578" x="7912100" y="4730750"/>
          <p14:tracePt t="232599" x="7912100" y="4737100"/>
          <p14:tracePt t="232606" x="7905750" y="4737100"/>
          <p14:tracePt t="232620" x="7899400" y="4737100"/>
          <p14:tracePt t="232629" x="7899400" y="4743450"/>
          <p14:tracePt t="232642" x="7893050" y="4743450"/>
          <p14:tracePt t="232659" x="7880350" y="4756150"/>
          <p14:tracePt t="232677" x="7810500" y="4819650"/>
          <p14:tracePt t="232693" x="7778750" y="4857750"/>
          <p14:tracePt t="232709" x="7727950" y="4914900"/>
          <p14:tracePt t="232726" x="7607300" y="5054600"/>
          <p14:tracePt t="232743" x="7473950" y="5207000"/>
          <p14:tracePt t="232759" x="7397750" y="5302250"/>
          <p14:tracePt t="232776" x="7270750" y="5505450"/>
          <p14:tracePt t="232792" x="7156450" y="5702300"/>
          <p14:tracePt t="232809" x="7061200" y="5892800"/>
          <p14:tracePt t="232826" x="7023100" y="5975350"/>
          <p14:tracePt t="232842" x="6965950" y="6121400"/>
          <p14:tracePt t="232859" x="6915150" y="6242050"/>
          <p14:tracePt t="232875" x="6896100" y="6286500"/>
          <p14:tracePt t="232892" x="6877050" y="6350000"/>
          <p14:tracePt t="232909" x="6864350" y="6400800"/>
          <p14:tracePt t="232925" x="6858000" y="6413500"/>
          <p14:tracePt t="232942" x="6858000" y="6426200"/>
          <p14:tracePt t="232959" x="6845300" y="6438900"/>
          <p14:tracePt t="232975" x="6838950" y="6445250"/>
          <p14:tracePt t="232992" x="6838950" y="6451600"/>
          <p14:tracePt t="233014" x="6832600" y="6451600"/>
          <p14:tracePt t="233125" x="6838950" y="6445250"/>
          <p14:tracePt t="233133" x="6845300" y="6445250"/>
          <p14:tracePt t="233142" x="6845300" y="6438900"/>
          <p14:tracePt t="233157" x="6845300" y="6432550"/>
          <p14:tracePt t="233175" x="6858000" y="6426200"/>
          <p14:tracePt t="233191" x="6877050" y="6419850"/>
          <p14:tracePt t="233208" x="6883400" y="6413500"/>
          <p14:tracePt t="233225" x="6915150" y="6407150"/>
          <p14:tracePt t="233240" x="6965950" y="6400800"/>
          <p14:tracePt t="233257" x="7004050" y="6400800"/>
          <p14:tracePt t="233274" x="7105650" y="6394450"/>
          <p14:tracePt t="233291" x="7175500" y="6381750"/>
          <p14:tracePt t="233308" x="7327900" y="6381750"/>
          <p14:tracePt t="233324" x="7493000" y="6388100"/>
          <p14:tracePt t="233340" x="7581900" y="6388100"/>
          <p14:tracePt t="233358" x="7721600" y="6394450"/>
          <p14:tracePt t="233374" x="7816850" y="6394450"/>
          <p14:tracePt t="233390" x="7854950" y="6394450"/>
          <p14:tracePt t="233407" x="7886700" y="6388100"/>
          <p14:tracePt t="233424" x="7905750" y="6381750"/>
          <p14:tracePt t="233440" x="7912100" y="6375400"/>
          <p14:tracePt t="233473" x="7912100" y="6369050"/>
          <p14:tracePt t="233490" x="7912100" y="6362700"/>
          <p14:tracePt t="233507" x="7899400" y="6362700"/>
          <p14:tracePt t="233523" x="7886700" y="6362700"/>
          <p14:tracePt t="233540" x="7874000" y="6356350"/>
          <p14:tracePt t="233556" x="7854950" y="6356350"/>
          <p14:tracePt t="233573" x="7842250" y="6350000"/>
          <p14:tracePt t="233590" x="7721600" y="6311900"/>
          <p14:tracePt t="233606" x="7645400" y="6267450"/>
          <p14:tracePt t="233623" x="7537450" y="6229350"/>
          <p14:tracePt t="233639" x="7232650" y="6089650"/>
          <p14:tracePt t="233656" x="6864350" y="5918200"/>
          <p14:tracePt t="233673" x="6673850" y="5835650"/>
          <p14:tracePt t="233689" x="6330950" y="5657850"/>
          <p14:tracePt t="233706" x="6070600" y="5549900"/>
          <p14:tracePt t="233723" x="5899150" y="5480050"/>
          <p14:tracePt t="233739" x="5835650" y="5461000"/>
          <p14:tracePt t="233756" x="5734050" y="5429250"/>
          <p14:tracePt t="233773" x="5664200" y="5416550"/>
          <p14:tracePt t="233789" x="5645150" y="5410200"/>
          <p14:tracePt t="233806" x="5588000" y="5410200"/>
          <p14:tracePt t="233822" x="5556250" y="5410200"/>
          <p14:tracePt t="233839" x="5543550" y="5410200"/>
          <p14:tracePt t="233856" x="5530850" y="5410200"/>
          <p14:tracePt t="233872" x="5499100" y="5410200"/>
          <p14:tracePt t="233888" x="5486400" y="5410200"/>
          <p14:tracePt t="233908" x="5480050" y="5410200"/>
          <p14:tracePt t="233923" x="5473700" y="5410200"/>
          <p14:tracePt t="233938" x="5454650" y="5403850"/>
          <p14:tracePt t="233955" x="5441950" y="5403850"/>
          <p14:tracePt t="233972" x="5435600" y="5397500"/>
          <p14:tracePt t="233988" x="5422900" y="5397500"/>
          <p14:tracePt t="234021" x="5416550" y="5397500"/>
          <p14:tracePt t="234068" x="5410200" y="5397500"/>
          <p14:tracePt t="234180" x="5410200" y="5403850"/>
        </p14:tracePtLst>
      </p14:laserTraceLst>
    </p:ext>
  </p:extLs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Values that don't get used by __</a:t>
            </a:r>
            <a:r>
              <a:rPr lang="en-US" altLang="en-US" b="1" dirty="0" err="1"/>
              <a:t>init</a:t>
            </a:r>
            <a:r>
              <a:rPr lang="en-US" altLang="en-US" b="1" dirty="0"/>
              <a:t>__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2400" y="762000"/>
            <a:ext cx="89916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As w</a:t>
            </a:r>
            <a:r>
              <a:rPr lang="en-US" sz="2800" spc="-16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</a:t>
            </a:r>
            <a:r>
              <a:rPr lang="en-US" sz="2800" dirty="0">
                <a:solidFill>
                  <a:srgbClr val="FF0000"/>
                </a:solidFill>
              </a:rPr>
              <a:t>’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ve see</a:t>
            </a:r>
            <a:r>
              <a:rPr lang="en-US" sz="2800" spc="-15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, an attribute wit</a:t>
            </a:r>
            <a:r>
              <a:rPr lang="en-US" sz="2800" spc="-3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h no anno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tat</a:t>
            </a:r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ion b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ec</a:t>
            </a:r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ome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s a class attribute.</a:t>
            </a:r>
          </a:p>
          <a:p>
            <a:endParaRPr lang="en-US" sz="10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But what if you want to annotate a class attribute (for whatever reason, </a:t>
            </a:r>
            <a:r>
              <a:rPr lang="en-US" sz="28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eg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, for type checking)?</a:t>
            </a:r>
          </a:p>
          <a:p>
            <a:pPr marL="347663" indent="-2936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 that case annotate it with </a:t>
            </a:r>
            <a:r>
              <a:rPr lang="en-US" sz="28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typing.ClassVar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[type].</a:t>
            </a:r>
          </a:p>
          <a:p>
            <a:pPr marL="347663" indent="-293688">
              <a:spcBef>
                <a:spcPts val="4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For example "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x:typing.ClassVar[int]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" will make</a:t>
            </a:r>
            <a:b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x a class attribute, annotated as being of integer type.</a:t>
            </a:r>
          </a:p>
          <a:p>
            <a:endParaRPr lang="en-US" sz="10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And what if you want to add a variable to the __</a:t>
            </a:r>
            <a:r>
              <a:rPr lang="en-US" sz="28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__() argument list, without creating an attribute for it?</a:t>
            </a:r>
          </a:p>
          <a:p>
            <a:pPr marL="347663" lvl="0" indent="-2936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In that case annotate it with </a:t>
            </a:r>
            <a:r>
              <a:rPr lang="en-US" sz="2800" dirty="0" err="1">
                <a:solidFill>
                  <a:srgbClr val="2D2DB9"/>
                </a:solidFill>
                <a:latin typeface="Arial"/>
                <a:cs typeface="Times New Roman" panose="02020603050405020304" pitchFamily="18" charset="0"/>
              </a:rPr>
              <a:t>dataclasses.InitVar</a:t>
            </a:r>
            <a:r>
              <a:rPr lang="en-US" sz="2800" dirty="0">
                <a:solidFill>
                  <a:srgbClr val="2D2DB9"/>
                </a:solidFill>
                <a:latin typeface="Arial"/>
                <a:cs typeface="Times New Roman" panose="02020603050405020304" pitchFamily="18" charset="0"/>
              </a:rPr>
              <a:t>[type]</a:t>
            </a:r>
            <a:r>
              <a:rPr lang="en-US" sz="2800" dirty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.</a:t>
            </a:r>
          </a:p>
          <a:p>
            <a:pPr marL="347663" lvl="0" indent="-293688"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600" i="1" dirty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Note: if you don't define a __</a:t>
            </a:r>
            <a:r>
              <a:rPr lang="en-US" sz="2600" i="1" dirty="0" err="1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post_init</a:t>
            </a:r>
            <a:r>
              <a:rPr lang="en-US" sz="2600" i="1" dirty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__(), then the only effect of an </a:t>
            </a:r>
            <a:r>
              <a:rPr lang="en-US" sz="2600" i="1" dirty="0" err="1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InitVar</a:t>
            </a:r>
            <a:r>
              <a:rPr lang="en-US" sz="2600" i="1" dirty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 is to make the user add a useless argument to the instance definition.</a:t>
            </a:r>
            <a:endParaRPr kumimoji="0" lang="en-US" sz="2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042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216"/>
    </mc:Choice>
    <mc:Fallback xmlns="">
      <p:transition spd="slow" advTm="2312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2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30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460" x="2711450" y="914400"/>
          <p14:tracePt t="4467" x="2755900" y="952500"/>
          <p14:tracePt t="4480" x="2825750" y="1003300"/>
          <p14:tracePt t="4488" x="2889250" y="1054100"/>
          <p14:tracePt t="4502" x="2965450" y="1104900"/>
          <p14:tracePt t="4516" x="3117850" y="1193800"/>
          <p14:tracePt t="4532" x="3187700" y="1231900"/>
          <p14:tracePt t="4549" x="3244850" y="1263650"/>
          <p14:tracePt t="4552" x="3314700" y="1301750"/>
          <p14:tracePt t="4566" x="3359150" y="1320800"/>
          <p14:tracePt t="4582" x="3441700" y="1358900"/>
          <p14:tracePt t="4599" x="3511550" y="1409700"/>
          <p14:tracePt t="4615" x="3543300" y="1435100"/>
          <p14:tracePt t="4632" x="3606800" y="1485900"/>
          <p14:tracePt t="4649" x="3663950" y="1543050"/>
          <p14:tracePt t="4665" x="3689350" y="1568450"/>
          <p14:tracePt t="4682" x="3740150" y="1631950"/>
          <p14:tracePt t="4699" x="3759200" y="1676400"/>
          <p14:tracePt t="4715" x="3765550" y="1689100"/>
          <p14:tracePt t="4731" x="3771900" y="1701800"/>
          <p14:tracePt t="4768" x="3771900" y="1714500"/>
          <p14:tracePt t="13782" x="3778250" y="1714500"/>
          <p14:tracePt t="13789" x="3797300" y="1714500"/>
          <p14:tracePt t="13800" x="3822700" y="1714500"/>
          <p14:tracePt t="13817" x="3905250" y="1682750"/>
          <p14:tracePt t="13834" x="4140200" y="1638300"/>
          <p14:tracePt t="13850" x="4324350" y="1562100"/>
          <p14:tracePt t="13867" x="4610100" y="1492250"/>
          <p14:tracePt t="13883" x="4794250" y="1441450"/>
          <p14:tracePt t="13900" x="4953000" y="1403350"/>
          <p14:tracePt t="13917" x="5149850" y="1352550"/>
          <p14:tracePt t="13934" x="5257800" y="1327150"/>
          <p14:tracePt t="13951" x="5353050" y="1308100"/>
          <p14:tracePt t="13966" x="5492750" y="1270000"/>
          <p14:tracePt t="13983" x="5549900" y="1257300"/>
          <p14:tracePt t="14000" x="5613400" y="1250950"/>
          <p14:tracePt t="14017" x="5657850" y="1250950"/>
          <p14:tracePt t="14033" x="5689600" y="1244600"/>
          <p14:tracePt t="14049" x="5715000" y="1238250"/>
          <p14:tracePt t="14066" x="5727700" y="1238250"/>
          <p14:tracePt t="14083" x="5740400" y="1244600"/>
          <p14:tracePt t="14099" x="5765800" y="1263650"/>
          <p14:tracePt t="14116" x="5772150" y="1263650"/>
          <p14:tracePt t="14133" x="5778500" y="1270000"/>
          <p14:tracePt t="14149" x="5797550" y="1282700"/>
          <p14:tracePt t="14166" x="5803900" y="1282700"/>
          <p14:tracePt t="14183" x="5816600" y="1289050"/>
          <p14:tracePt t="14199" x="5822950" y="1295400"/>
          <p14:tracePt t="14232" x="5842000" y="1295400"/>
          <p14:tracePt t="14249" x="5848350" y="1295400"/>
          <p14:tracePt t="14266" x="5854700" y="1295400"/>
          <p14:tracePt t="14281" x="5880100" y="1295400"/>
          <p14:tracePt t="14316" x="5899150" y="1295400"/>
          <p14:tracePt t="14349" x="5911850" y="1295400"/>
          <p14:tracePt t="14408" x="5918200" y="1289050"/>
          <p14:tracePt t="14429" x="5924550" y="1289050"/>
          <p14:tracePt t="14443" x="5930900" y="1289050"/>
          <p14:tracePt t="14456" x="5943600" y="1289050"/>
          <p14:tracePt t="14465" x="5949950" y="1289050"/>
          <p14:tracePt t="14481" x="5969000" y="1289050"/>
          <p14:tracePt t="14499" x="6019800" y="1289050"/>
          <p14:tracePt t="14514" x="6076950" y="1289050"/>
          <p14:tracePt t="14531" x="6140450" y="1289050"/>
          <p14:tracePt t="14548" x="6261100" y="1289050"/>
          <p14:tracePt t="14564" x="6350000" y="1289050"/>
          <p14:tracePt t="14582" x="6419850" y="1289050"/>
          <p14:tracePt t="14598" x="6521450" y="1270000"/>
          <p14:tracePt t="14614" x="6572250" y="1263650"/>
          <p14:tracePt t="14631" x="6597650" y="1257300"/>
          <p14:tracePt t="14648" x="6616700" y="1250950"/>
          <p14:tracePt t="14668" x="6616700" y="1244600"/>
          <p14:tracePt t="14689" x="6604000" y="1244600"/>
          <p14:tracePt t="14697" x="6597650" y="1250950"/>
          <p14:tracePt t="14714" x="6584950" y="1250950"/>
          <p14:tracePt t="14731" x="6572250" y="1250950"/>
          <p14:tracePt t="14747" x="6559550" y="1250950"/>
          <p14:tracePt t="14764" x="6553200" y="1250950"/>
          <p14:tracePt t="14781" x="6540500" y="1250950"/>
          <p14:tracePt t="14797" x="6534150" y="1250950"/>
          <p14:tracePt t="14830" x="6527800" y="1250950"/>
          <p14:tracePt t="14847" x="6521450" y="1250950"/>
          <p14:tracePt t="14866" x="6515100" y="1250950"/>
          <p14:tracePt t="14919" x="6508750" y="1257300"/>
          <p14:tracePt t="14927" x="6502400" y="1257300"/>
          <p14:tracePt t="14933" x="6502400" y="1263650"/>
          <p14:tracePt t="22671" x="6565900" y="1327150"/>
          <p14:tracePt t="22688" x="6648450" y="1422400"/>
          <p14:tracePt t="22704" x="6769100" y="1593850"/>
          <p14:tracePt t="22720" x="6851650" y="1682750"/>
          <p14:tracePt t="22736" x="6953250" y="1790700"/>
          <p14:tracePt t="22755" x="7067550" y="1930400"/>
          <p14:tracePt t="22770" x="7143750" y="2019300"/>
          <p14:tracePt t="22787" x="7207250" y="2120900"/>
          <p14:tracePt t="22804" x="7315200" y="2292350"/>
          <p14:tracePt t="22820" x="7359650" y="2381250"/>
          <p14:tracePt t="22836" x="7410450" y="2470150"/>
          <p14:tracePt t="22853" x="7442200" y="2546350"/>
          <p14:tracePt t="22869" x="7467600" y="2578100"/>
          <p14:tracePt t="22887" x="7493000" y="2641600"/>
          <p14:tracePt t="22903" x="7512050" y="2660650"/>
          <p14:tracePt t="22919" x="7512050" y="2667000"/>
          <p14:tracePt t="22936" x="7512050" y="2673350"/>
          <p14:tracePt t="23019" x="7505700" y="2673350"/>
          <p14:tracePt t="23052" x="7512050" y="2667000"/>
          <p14:tracePt t="45242" x="7493000" y="2667000"/>
          <p14:tracePt t="45259" x="7410450" y="2673350"/>
          <p14:tracePt t="45275" x="7245350" y="2711450"/>
          <p14:tracePt t="45292" x="7080250" y="2743200"/>
          <p14:tracePt t="45309" x="6800850" y="2743200"/>
          <p14:tracePt t="45325" x="6584950" y="2749550"/>
          <p14:tracePt t="45342" x="6273800" y="2749550"/>
          <p14:tracePt t="45360" x="5778500" y="2762250"/>
          <p14:tracePt t="45375" x="5372100" y="2787650"/>
          <p14:tracePt t="45392" x="4940300" y="2832100"/>
          <p14:tracePt t="45409" x="4330700" y="2895600"/>
          <p14:tracePt t="45425" x="3949700" y="2933700"/>
          <p14:tracePt t="45442" x="3600450" y="2997200"/>
          <p14:tracePt t="45459" x="3054350" y="3098800"/>
          <p14:tracePt t="45475" x="2794000" y="3168650"/>
          <p14:tracePt t="45492" x="2425700" y="3276600"/>
          <p14:tracePt t="45508" x="2292350" y="3321050"/>
          <p14:tracePt t="45524" x="2222500" y="3340100"/>
          <p14:tracePt t="45542" x="2184400" y="3352800"/>
          <p14:tracePt t="45558" x="2178050" y="3352800"/>
          <p14:tracePt t="45574" x="2171700" y="3352800"/>
          <p14:tracePt t="45691" x="2178050" y="3346450"/>
          <p14:tracePt t="45741" x="2171700" y="3346450"/>
          <p14:tracePt t="45757" x="2165350" y="3346450"/>
          <p14:tracePt t="45774" x="2133600" y="3340100"/>
          <p14:tracePt t="45790" x="2095500" y="3327400"/>
          <p14:tracePt t="45808" x="2044700" y="3314700"/>
          <p14:tracePt t="45824" x="1955800" y="3295650"/>
          <p14:tracePt t="45840" x="1898650" y="3289300"/>
          <p14:tracePt t="45857" x="1841500" y="3276600"/>
          <p14:tracePt t="45873" x="1765300" y="3251200"/>
          <p14:tracePt t="45890" x="1714500" y="3232150"/>
          <p14:tracePt t="45908" x="1670050" y="3225800"/>
          <p14:tracePt t="45923" x="1638300" y="3219450"/>
          <p14:tracePt t="45940" x="1606550" y="3219450"/>
          <p14:tracePt t="45957" x="1574800" y="3219450"/>
          <p14:tracePt t="45973" x="1568450" y="3213100"/>
          <p14:tracePt t="46106" x="1574800" y="3213100"/>
          <p14:tracePt t="46123" x="1587500" y="3213100"/>
          <p14:tracePt t="46126" x="1600200" y="3213100"/>
          <p14:tracePt t="46139" x="1606550" y="3213100"/>
          <p14:tracePt t="46156" x="1638300" y="3219450"/>
          <p14:tracePt t="46173" x="1689100" y="3225800"/>
          <p14:tracePt t="46189" x="1809750" y="3232150"/>
          <p14:tracePt t="46205" x="1943100" y="3244850"/>
          <p14:tracePt t="46223" x="2146300" y="3263900"/>
          <p14:tracePt t="46239" x="2266950" y="3282950"/>
          <p14:tracePt t="46255" x="2393950" y="3289300"/>
          <p14:tracePt t="46273" x="2578100" y="3308350"/>
          <p14:tracePt t="46288" x="2705100" y="3308350"/>
          <p14:tracePt t="46305" x="2838450" y="3321050"/>
          <p14:tracePt t="46322" x="2984500" y="3327400"/>
          <p14:tracePt t="46339" x="3060700" y="3327400"/>
          <p14:tracePt t="46356" x="3168650" y="3327400"/>
          <p14:tracePt t="46372" x="3238500" y="3308350"/>
          <p14:tracePt t="46388" x="3295650" y="3308350"/>
          <p14:tracePt t="46405" x="3359150" y="3302000"/>
          <p14:tracePt t="46421" x="3409950" y="3295650"/>
          <p14:tracePt t="46438" x="3441700" y="3289300"/>
          <p14:tracePt t="46456" x="3492500" y="3282950"/>
          <p14:tracePt t="46471" x="3517900" y="3282950"/>
          <p14:tracePt t="46488" x="3543300" y="3282950"/>
          <p14:tracePt t="46505" x="3581400" y="3282950"/>
          <p14:tracePt t="46521" x="3600450" y="3282950"/>
          <p14:tracePt t="46537" x="3625850" y="3282950"/>
          <p14:tracePt t="46554" x="3657600" y="3289300"/>
          <p14:tracePt t="46571" x="3683000" y="3289300"/>
          <p14:tracePt t="46589" x="3721100" y="3289300"/>
          <p14:tracePt t="46604" x="3752850" y="3289300"/>
          <p14:tracePt t="46621" x="3784600" y="3295650"/>
          <p14:tracePt t="46624" x="3797300" y="3302000"/>
          <p14:tracePt t="46638" x="3841750" y="3308350"/>
          <p14:tracePt t="46654" x="3873500" y="3308350"/>
          <p14:tracePt t="46671" x="3898900" y="3314700"/>
          <p14:tracePt t="46688" x="3943350" y="3321050"/>
          <p14:tracePt t="46704" x="3962400" y="3327400"/>
          <p14:tracePt t="46721" x="3975100" y="3327400"/>
          <p14:tracePt t="46737" x="4000500" y="3333750"/>
          <p14:tracePt t="46753" x="4019550" y="3333750"/>
          <p14:tracePt t="46770" x="4044950" y="3333750"/>
          <p14:tracePt t="46787" x="4070350" y="3340100"/>
          <p14:tracePt t="46803" x="4102100" y="3340100"/>
          <p14:tracePt t="46821" x="4159250" y="3346450"/>
          <p14:tracePt t="46836" x="4191000" y="3346450"/>
          <p14:tracePt t="46853" x="4229100" y="3352800"/>
          <p14:tracePt t="46871" x="4286250" y="3352800"/>
          <p14:tracePt t="46886" x="4311650" y="3352800"/>
          <p14:tracePt t="46903" x="4349750" y="3352800"/>
          <p14:tracePt t="46920" x="4394200" y="3352800"/>
          <p14:tracePt t="46936" x="4419600" y="3352800"/>
          <p14:tracePt t="46954" x="4483100" y="3352800"/>
          <p14:tracePt t="46969" x="4521200" y="3359150"/>
          <p14:tracePt t="46986" x="4565650" y="3359150"/>
          <p14:tracePt t="47004" x="4622800" y="3365500"/>
          <p14:tracePt t="47019" x="4667250" y="3365500"/>
          <p14:tracePt t="47036" x="4699000" y="3371850"/>
          <p14:tracePt t="47053" x="4743450" y="3371850"/>
          <p14:tracePt t="47069" x="4768850" y="3371850"/>
          <p14:tracePt t="47086" x="4800600" y="3371850"/>
          <p14:tracePt t="47103" x="4832350" y="3365500"/>
          <p14:tracePt t="47119" x="4851400" y="3359150"/>
          <p14:tracePt t="47122" x="4857750" y="3359150"/>
          <p14:tracePt t="47137" x="4876800" y="3352800"/>
          <p14:tracePt t="47152" x="4895850" y="3352800"/>
          <p14:tracePt t="47169" x="4921250" y="3346450"/>
          <p14:tracePt t="47186" x="4959350" y="3333750"/>
          <p14:tracePt t="47202" x="4978400" y="3333750"/>
          <p14:tracePt t="47219" x="5022850" y="3327400"/>
          <p14:tracePt t="47235" x="5086350" y="3327400"/>
          <p14:tracePt t="47252" x="5124450" y="3327400"/>
          <p14:tracePt t="47269" x="5162550" y="3327400"/>
          <p14:tracePt t="47285" x="5219700" y="3327400"/>
          <p14:tracePt t="47302" x="5245100" y="3327400"/>
          <p14:tracePt t="47320" x="5283200" y="3321050"/>
          <p14:tracePt t="47335" x="5308600" y="3321050"/>
          <p14:tracePt t="47352" x="5321300" y="3321050"/>
          <p14:tracePt t="47370" x="5353050" y="3314700"/>
          <p14:tracePt t="47385" x="5365750" y="3314700"/>
          <p14:tracePt t="47403" x="5378450" y="3308350"/>
          <p14:tracePt t="47418" x="5397500" y="3302000"/>
          <p14:tracePt t="47434" x="5416550" y="3302000"/>
          <p14:tracePt t="47452" x="5429250" y="3302000"/>
          <p14:tracePt t="47468" x="5448300" y="3302000"/>
          <p14:tracePt t="47485" x="5461000" y="3295650"/>
          <p14:tracePt t="47502" x="5473700" y="3295650"/>
          <p14:tracePt t="47518" x="5480050" y="3289300"/>
          <p14:tracePt t="47552" x="5492750" y="3282950"/>
          <p14:tracePt t="47585" x="5499100" y="3282950"/>
          <p14:tracePt t="47617" x="5499100" y="3276600"/>
          <p14:tracePt t="47651" x="5499100" y="3270250"/>
          <p14:tracePt t="47667" x="5499100" y="3263900"/>
          <p14:tracePt t="47700" x="5505450" y="3257550"/>
          <p14:tracePt t="47717" x="5511800" y="3251200"/>
          <p14:tracePt t="47750" x="5518150" y="3238500"/>
          <p14:tracePt t="47767" x="5524500" y="3238500"/>
          <p14:tracePt t="47784" x="5530850" y="3225800"/>
          <p14:tracePt t="47817" x="5537200" y="3213100"/>
          <p14:tracePt t="47833" x="5543550" y="3206750"/>
          <p14:tracePt t="47867" x="5556250" y="3200400"/>
          <p14:tracePt t="47883" x="5562600" y="3200400"/>
          <p14:tracePt t="47916" x="5568950" y="3200400"/>
          <p14:tracePt t="47932" x="5575300" y="3200400"/>
          <p14:tracePt t="47966" x="5581650" y="3200400"/>
          <p14:tracePt t="47983" x="5588000" y="3200400"/>
          <p14:tracePt t="47999" x="5600700" y="3200400"/>
          <p14:tracePt t="48016" x="5613400" y="3200400"/>
          <p14:tracePt t="48049" x="5632450" y="3200400"/>
          <p14:tracePt t="48066" x="5651500" y="3200400"/>
          <p14:tracePt t="48083" x="5664200" y="3200400"/>
          <p14:tracePt t="48100" x="5695950" y="3200400"/>
          <p14:tracePt t="48115" x="5721350" y="3200400"/>
          <p14:tracePt t="48134" x="5746750" y="3200400"/>
          <p14:tracePt t="48136" x="5753100" y="3200400"/>
          <p14:tracePt t="48149" x="5765800" y="3200400"/>
          <p14:tracePt t="48165" x="5784850" y="3200400"/>
          <p14:tracePt t="48183" x="5810250" y="3200400"/>
          <p14:tracePt t="48199" x="5816600" y="3200400"/>
          <p14:tracePt t="48215" x="5822950" y="3200400"/>
          <p14:tracePt t="48233" x="5848350" y="3200400"/>
          <p14:tracePt t="48248" x="5861050" y="3200400"/>
          <p14:tracePt t="48265" x="5873750" y="3200400"/>
          <p14:tracePt t="48283" x="5905500" y="3200400"/>
          <p14:tracePt t="48298" x="5930900" y="3200400"/>
          <p14:tracePt t="48315" x="5956300" y="3200400"/>
          <p14:tracePt t="48332" x="6007100" y="3206750"/>
          <p14:tracePt t="48348" x="6032500" y="3206750"/>
          <p14:tracePt t="48365" x="6057900" y="3206750"/>
          <p14:tracePt t="48381" x="6089650" y="3206750"/>
          <p14:tracePt t="48398" x="6102350" y="3206750"/>
          <p14:tracePt t="48416" x="6121400" y="3213100"/>
          <p14:tracePt t="48431" x="6127750" y="3213100"/>
          <p14:tracePt t="48448" x="6140450" y="3219450"/>
          <p14:tracePt t="48465" x="6159500" y="3219450"/>
          <p14:tracePt t="48481" x="6178550" y="3219450"/>
          <p14:tracePt t="48498" x="6191250" y="3225800"/>
          <p14:tracePt t="48514" x="6223000" y="3225800"/>
          <p14:tracePt t="48531" x="6248400" y="3232150"/>
          <p14:tracePt t="48548" x="6273800" y="3232150"/>
          <p14:tracePt t="48564" x="6330950" y="3232150"/>
          <p14:tracePt t="48580" x="6362700" y="3232150"/>
          <p14:tracePt t="48598" x="6419850" y="3225800"/>
          <p14:tracePt t="48614" x="6451600" y="3225800"/>
          <p14:tracePt t="48631" x="6483350" y="3225800"/>
          <p14:tracePt t="48648" x="6521450" y="3225800"/>
          <p14:tracePt t="48663" x="6546850" y="3225800"/>
          <p14:tracePt t="48667" x="6559550" y="3225800"/>
          <p14:tracePt t="48680" x="6578600" y="3225800"/>
          <p14:tracePt t="48697" x="6610350" y="3232150"/>
          <p14:tracePt t="48713" x="6635750" y="3232150"/>
          <p14:tracePt t="48730" x="6661150" y="3225800"/>
          <p14:tracePt t="48747" x="6686550" y="3213100"/>
          <p14:tracePt t="48763" x="6711950" y="3213100"/>
          <p14:tracePt t="48781" x="6756400" y="3213100"/>
          <p14:tracePt t="48796" x="6794500" y="3225800"/>
          <p14:tracePt t="48813" x="6832600" y="3232150"/>
          <p14:tracePt t="48831" x="6889750" y="3238500"/>
          <p14:tracePt t="48846" x="6908800" y="3238500"/>
          <p14:tracePt t="48863" x="6940550" y="3251200"/>
          <p14:tracePt t="48880" x="6959600" y="3251200"/>
          <p14:tracePt t="48896" x="6978650" y="3251200"/>
          <p14:tracePt t="48913" x="6991350" y="3251200"/>
          <p14:tracePt t="48929" x="7004050" y="3251200"/>
          <p14:tracePt t="48946" x="7023100" y="3251200"/>
          <p14:tracePt t="48963" x="7035800" y="3244850"/>
          <p14:tracePt t="48979" x="7054850" y="3238500"/>
          <p14:tracePt t="48996" x="7073900" y="3232150"/>
          <p14:tracePt t="49014" x="7092950" y="3225800"/>
          <p14:tracePt t="49029" x="7118350" y="3213100"/>
          <p14:tracePt t="49046" x="7143750" y="3213100"/>
          <p14:tracePt t="49062" x="7194550" y="3200400"/>
          <p14:tracePt t="49079" x="7226300" y="3194050"/>
          <p14:tracePt t="49096" x="7251700" y="3187700"/>
          <p14:tracePt t="49112" x="7296150" y="3181350"/>
          <p14:tracePt t="49129" x="7321550" y="3181350"/>
          <p14:tracePt t="49146" x="7353300" y="3181350"/>
          <p14:tracePt t="49162" x="7391400" y="3181350"/>
          <p14:tracePt t="49179" x="7423150" y="3181350"/>
          <p14:tracePt t="49196" x="7473950" y="3181350"/>
          <p14:tracePt t="49212" x="7505700" y="3181350"/>
          <p14:tracePt t="49228" x="7531100" y="3181350"/>
          <p14:tracePt t="49245" x="7575550" y="3181350"/>
          <p14:tracePt t="49261" x="7600950" y="3181350"/>
          <p14:tracePt t="49279" x="7632700" y="3181350"/>
          <p14:tracePt t="49295" x="7689850" y="3181350"/>
          <p14:tracePt t="49311" x="7715250" y="3187700"/>
          <p14:tracePt t="49330" x="7759700" y="3187700"/>
          <p14:tracePt t="49344" x="7785100" y="3187700"/>
          <p14:tracePt t="49361" x="7810500" y="3187700"/>
          <p14:tracePt t="49379" x="7835900" y="3194050"/>
          <p14:tracePt t="49394" x="7854950" y="3194050"/>
          <p14:tracePt t="49411" x="7867650" y="3200400"/>
          <p14:tracePt t="49428" x="7886700" y="3200400"/>
          <p14:tracePt t="49444" x="7905750" y="3200400"/>
          <p14:tracePt t="49461" x="7918450" y="3200400"/>
          <p14:tracePt t="49478" x="7931150" y="3206750"/>
          <p14:tracePt t="49494" x="7937500" y="3206750"/>
          <p14:tracePt t="49511" x="7943850" y="3206750"/>
          <p14:tracePt t="49527" x="7950200" y="3206750"/>
          <p14:tracePt t="49544" x="7962900" y="3206750"/>
          <p14:tracePt t="49594" x="7969250" y="3213100"/>
          <p14:tracePt t="49627" x="7975600" y="3213100"/>
          <p14:tracePt t="49727" x="7969250" y="3219450"/>
          <p14:tracePt t="49760" x="7962900" y="3219450"/>
          <p14:tracePt t="49776" x="7956550" y="3219450"/>
          <p14:tracePt t="49809" x="7950200" y="3219450"/>
          <p14:tracePt t="50209" x="7854950" y="3206750"/>
          <p14:tracePt t="50225" x="7772400" y="3187700"/>
          <p14:tracePt t="50243" x="7664450" y="3181350"/>
          <p14:tracePt t="50258" x="7607300" y="3181350"/>
          <p14:tracePt t="50275" x="7524750" y="3181350"/>
          <p14:tracePt t="50292" x="7416800" y="3175000"/>
          <p14:tracePt t="50308" x="7308850" y="3168650"/>
          <p14:tracePt t="50325" x="7232650" y="3168650"/>
          <p14:tracePt t="50341" x="7131050" y="3168650"/>
          <p14:tracePt t="50358" x="7092950" y="3162300"/>
          <p14:tracePt t="50375" x="7042150" y="3162300"/>
          <p14:tracePt t="50391" x="6997700" y="3149600"/>
          <p14:tracePt t="50408" x="6953250" y="3136900"/>
          <p14:tracePt t="50425" x="6908800" y="3136900"/>
          <p14:tracePt t="50441" x="6870700" y="3130550"/>
          <p14:tracePt t="50459" x="6845300" y="3130550"/>
          <p14:tracePt t="50474" x="6813550" y="3130550"/>
          <p14:tracePt t="50491" x="6800850" y="3130550"/>
          <p14:tracePt t="50540" x="6800850" y="3136900"/>
          <p14:tracePt t="50558" x="6800850" y="3143250"/>
          <p14:tracePt t="50574" x="6800850" y="3149600"/>
          <p14:tracePt t="50590" x="6807200" y="3149600"/>
          <p14:tracePt t="50607" x="6838950" y="3149600"/>
          <p14:tracePt t="50623" x="6851650" y="3149600"/>
          <p14:tracePt t="50640" x="6877050" y="3149600"/>
          <p14:tracePt t="50657" x="6915150" y="3155950"/>
          <p14:tracePt t="50673" x="6959600" y="3155950"/>
          <p14:tracePt t="50677" x="6978650" y="3162300"/>
          <p14:tracePt t="50690" x="6997700" y="3162300"/>
          <p14:tracePt t="50707" x="7080250" y="3162300"/>
          <p14:tracePt t="50723" x="7150100" y="3168650"/>
          <p14:tracePt t="50740" x="7258050" y="3168650"/>
          <p14:tracePt t="50756" x="7315200" y="3168650"/>
          <p14:tracePt t="50775" x="7366000" y="3162300"/>
          <p14:tracePt t="50790" x="7416800" y="3162300"/>
          <p14:tracePt t="50806" x="7448550" y="3162300"/>
          <p14:tracePt t="50823" x="7473950" y="3162300"/>
          <p14:tracePt t="50839" x="7493000" y="3155950"/>
          <p14:tracePt t="50856" x="7499350" y="3155950"/>
          <p14:tracePt t="50940" x="7493000" y="3155950"/>
          <p14:tracePt t="50956" x="7480300" y="3155950"/>
          <p14:tracePt t="50973" x="7473950" y="3155950"/>
          <p14:tracePt t="50989" x="7467600" y="3155950"/>
          <p14:tracePt t="51023" x="7454900" y="3155950"/>
          <p14:tracePt t="53728" x="7442200" y="3162300"/>
          <p14:tracePt t="53735" x="7429500" y="3168650"/>
          <p14:tracePt t="53745" x="7397750" y="3187700"/>
          <p14:tracePt t="53764" x="7302500" y="3244850"/>
          <p14:tracePt t="53779" x="7239000" y="3282950"/>
          <p14:tracePt t="53795" x="7162800" y="3321050"/>
          <p14:tracePt t="53812" x="7035800" y="3352800"/>
          <p14:tracePt t="53829" x="6940550" y="3378200"/>
          <p14:tracePt t="53845" x="6858000" y="3384550"/>
          <p14:tracePt t="53862" x="6737350" y="3409950"/>
          <p14:tracePt t="53879" x="6680200" y="3416300"/>
          <p14:tracePt t="53895" x="6616700" y="3429000"/>
          <p14:tracePt t="53912" x="6559550" y="3435350"/>
          <p14:tracePt t="53928" x="6515100" y="3435350"/>
          <p14:tracePt t="53947" x="6477000" y="3435350"/>
          <p14:tracePt t="53962" x="6457950" y="3435350"/>
          <p14:tracePt t="53979" x="6451600" y="3435350"/>
          <p14:tracePt t="53995" x="6445250" y="3435350"/>
          <p14:tracePt t="54011" x="6445250" y="3429000"/>
          <p14:tracePt t="54028" x="6445250" y="3422650"/>
          <p14:tracePt t="54047" x="6445250" y="3416300"/>
          <p14:tracePt t="54108" x="6451600" y="3416300"/>
          <p14:tracePt t="54136" x="6451600" y="3409950"/>
          <p14:tracePt t="54164" x="6451600" y="3403600"/>
          <p14:tracePt t="54199" x="6451600" y="3397250"/>
          <p14:tracePt t="54234" x="6451600" y="3390900"/>
          <p14:tracePt t="54248" x="6445250" y="3390900"/>
          <p14:tracePt t="54255" x="6445250" y="3384550"/>
          <p14:tracePt t="54269" x="6438900" y="3378200"/>
          <p14:tracePt t="54278" x="6426200" y="3378200"/>
          <p14:tracePt t="54294" x="6419850" y="3378200"/>
          <p14:tracePt t="54311" x="6369050" y="3365500"/>
          <p14:tracePt t="54327" x="6324600" y="3346450"/>
          <p14:tracePt t="54343" x="6273800" y="3333750"/>
          <p14:tracePt t="54361" x="6159500" y="3321050"/>
          <p14:tracePt t="54377" x="6051550" y="3302000"/>
          <p14:tracePt t="54394" x="5924550" y="3302000"/>
          <p14:tracePt t="54410" x="5708650" y="3289300"/>
          <p14:tracePt t="54427" x="5581650" y="3289300"/>
          <p14:tracePt t="54446" x="5372100" y="3295650"/>
          <p14:tracePt t="54460" x="5168900" y="3314700"/>
          <p14:tracePt t="54476" x="4991100" y="3346450"/>
          <p14:tracePt t="54494" x="4724400" y="3403600"/>
          <p14:tracePt t="54510" x="4546600" y="3448050"/>
          <p14:tracePt t="54526" x="4476750" y="3498850"/>
          <p14:tracePt t="54859" x="4387850" y="3505200"/>
          <p14:tracePt t="54866" x="4292600" y="3517900"/>
          <p14:tracePt t="54874" x="4216400" y="3524250"/>
          <p14:tracePt t="54891" x="4038600" y="3556000"/>
          <p14:tracePt t="54909" x="3784600" y="3613150"/>
          <p14:tracePt t="54925" x="3632200" y="3657600"/>
          <p14:tracePt t="54942" x="3530600" y="3689350"/>
          <p14:tracePt t="54958" x="3448050" y="3714750"/>
          <p14:tracePt t="54975" x="3390900" y="3727450"/>
          <p14:tracePt t="54992" x="3346450" y="3752850"/>
          <p14:tracePt t="55008" x="3295650" y="3765550"/>
          <p14:tracePt t="55024" x="3276600" y="3765550"/>
          <p14:tracePt t="55042" x="3263900" y="3771900"/>
          <p14:tracePt t="55058" x="3257550" y="3771900"/>
          <p14:tracePt t="55074" x="3251200" y="3771900"/>
          <p14:tracePt t="55112" x="3244850" y="3771900"/>
          <p14:tracePt t="55189" x="3251200" y="3771900"/>
          <p14:tracePt t="55211" x="3257550" y="3765550"/>
          <p14:tracePt t="55217" x="3263900" y="3765550"/>
          <p14:tracePt t="55232" x="3270250" y="3765550"/>
          <p14:tracePt t="55240" x="3276600" y="3765550"/>
          <p14:tracePt t="55257" x="3282950" y="3765550"/>
          <p14:tracePt t="55274" x="3295650" y="3759200"/>
          <p14:tracePt t="55290" x="3314700" y="3752850"/>
          <p14:tracePt t="55307" x="3321050" y="3752850"/>
          <p14:tracePt t="55324" x="3327400" y="3752850"/>
          <p14:tracePt t="55340" x="3346450" y="3746500"/>
          <p14:tracePt t="55357" x="3346450" y="3740150"/>
          <p14:tracePt t="55373" x="3359150" y="3740150"/>
          <p14:tracePt t="55390" x="3365500" y="3733800"/>
          <p14:tracePt t="55407" x="3371850" y="3727450"/>
          <p14:tracePt t="55464" x="3378200" y="3721100"/>
          <p14:tracePt t="55470" x="3378200" y="3714750"/>
          <p14:tracePt t="55520" x="3378200" y="3708400"/>
          <p14:tracePt t="55555" x="3378200" y="3702050"/>
          <p14:tracePt t="55561" x="3371850" y="3702050"/>
          <p14:tracePt t="55572" x="3365500" y="3695700"/>
          <p14:tracePt t="55592" x="3359150" y="3689350"/>
          <p14:tracePt t="55605" x="3346450" y="3689350"/>
          <p14:tracePt t="55622" x="3333750" y="3683000"/>
          <p14:tracePt t="55639" x="3270250" y="3657600"/>
          <p14:tracePt t="55656" x="3238500" y="3638550"/>
          <p14:tracePt t="55672" x="3206750" y="3632200"/>
          <p14:tracePt t="55689" x="3149600" y="3619500"/>
          <p14:tracePt t="55705" x="3092450" y="3606800"/>
          <p14:tracePt t="55723" x="3073400" y="3594100"/>
          <p14:tracePt t="55738" x="3048000" y="3587750"/>
          <p14:tracePt t="55755" x="3022600" y="3581400"/>
          <p14:tracePt t="55773" x="3016250" y="3581400"/>
          <p14:tracePt t="55823" x="3016250" y="3587750"/>
          <p14:tracePt t="55850" x="3016250" y="3594100"/>
          <p14:tracePt t="55864" x="3022600" y="3594100"/>
          <p14:tracePt t="55871" x="3022600" y="3600450"/>
          <p14:tracePt t="55885" x="3028950" y="3600450"/>
          <p14:tracePt t="55913" x="3041650" y="3606800"/>
          <p14:tracePt t="55934" x="3048000" y="3606800"/>
          <p14:tracePt t="55941" x="3060700" y="3606800"/>
          <p14:tracePt t="55958" x="3067050" y="3613150"/>
          <p14:tracePt t="55971" x="3073400" y="3613150"/>
          <p14:tracePt t="55988" x="3124200" y="3619500"/>
          <p14:tracePt t="56005" x="3194050" y="3625850"/>
          <p14:tracePt t="56021" x="3244850" y="3632200"/>
          <p14:tracePt t="56038" x="3333750" y="3644900"/>
          <p14:tracePt t="56054" x="3454400" y="3657600"/>
          <p14:tracePt t="56071" x="3505200" y="3670300"/>
          <p14:tracePt t="56088" x="3600450" y="3676650"/>
          <p14:tracePt t="56104" x="3676650" y="3676650"/>
          <p14:tracePt t="56121" x="3721100" y="3676650"/>
          <p14:tracePt t="56138" x="3778250" y="3683000"/>
          <p14:tracePt t="56154" x="3835400" y="3683000"/>
          <p14:tracePt t="56170" x="3854450" y="3676650"/>
          <p14:tracePt t="56188" x="3911600" y="3670300"/>
          <p14:tracePt t="56204" x="3968750" y="3670300"/>
          <p14:tracePt t="56220" x="3987800" y="3670300"/>
          <p14:tracePt t="56237" x="4044950" y="3670300"/>
          <p14:tracePt t="56253" x="4083050" y="3670300"/>
          <p14:tracePt t="56270" x="4165600" y="3663950"/>
          <p14:tracePt t="56286" x="4273550" y="3651250"/>
          <p14:tracePt t="56303" x="4311650" y="3644900"/>
          <p14:tracePt t="56320" x="4419600" y="3625850"/>
          <p14:tracePt t="56337" x="4514850" y="3613150"/>
          <p14:tracePt t="56353" x="4552950" y="3613150"/>
          <p14:tracePt t="56370" x="4603750" y="3613150"/>
          <p14:tracePt t="56386" x="4648200" y="3613150"/>
          <p14:tracePt t="56403" x="4673600" y="3613150"/>
          <p14:tracePt t="56419" x="4730750" y="3613150"/>
          <p14:tracePt t="56436" x="4775200" y="3613150"/>
          <p14:tracePt t="56454" x="4806950" y="3613150"/>
          <p14:tracePt t="56469" x="4864100" y="3600450"/>
          <p14:tracePt t="56486" x="4921250" y="3594100"/>
          <p14:tracePt t="56503" x="4984750" y="3587750"/>
          <p14:tracePt t="56519" x="5003800" y="3587750"/>
          <p14:tracePt t="56536" x="5022850" y="3587750"/>
          <p14:tracePt t="56553" x="5086350" y="3587750"/>
          <p14:tracePt t="56569" x="5105400" y="3587750"/>
          <p14:tracePt t="56585" x="5124450" y="3587750"/>
          <p14:tracePt t="56603" x="5162550" y="3587750"/>
          <p14:tracePt t="56619" x="5207000" y="3594100"/>
          <p14:tracePt t="56636" x="5226050" y="3600450"/>
          <p14:tracePt t="56652" x="5257800" y="3600450"/>
          <p14:tracePt t="56669" x="5295900" y="3600450"/>
          <p14:tracePt t="56686" x="5314950" y="3600450"/>
          <p14:tracePt t="56702" x="5327650" y="3594100"/>
          <p14:tracePt t="56719" x="5346700" y="3594100"/>
          <p14:tracePt t="56735" x="5365750" y="3594100"/>
          <p14:tracePt t="56752" x="5384800" y="3594100"/>
          <p14:tracePt t="56769" x="5416550" y="3594100"/>
          <p14:tracePt t="56786" x="5467350" y="3600450"/>
          <p14:tracePt t="56801" x="5505450" y="3606800"/>
          <p14:tracePt t="56820" x="5537200" y="3619500"/>
          <p14:tracePt t="56835" x="5695950" y="3638550"/>
          <p14:tracePt t="56851" x="5746750" y="3644900"/>
          <p14:tracePt t="56869" x="5848350" y="3644900"/>
          <p14:tracePt t="56885" x="5899150" y="3644900"/>
          <p14:tracePt t="56902" x="6007100" y="3663950"/>
          <p14:tracePt t="56918" x="6076950" y="3663950"/>
          <p14:tracePt t="56934" x="6102350" y="3663950"/>
          <p14:tracePt t="56951" x="6146800" y="3663950"/>
          <p14:tracePt t="56968" x="6184900" y="3663950"/>
          <p14:tracePt t="56985" x="6203950" y="3663950"/>
          <p14:tracePt t="57002" x="6248400" y="3663950"/>
          <p14:tracePt t="57017" x="6286500" y="3663950"/>
          <p14:tracePt t="57034" x="6318250" y="3663950"/>
          <p14:tracePt t="57051" x="6356350" y="3651250"/>
          <p14:tracePt t="57068" x="6400800" y="3644900"/>
          <p14:tracePt t="57084" x="6419850" y="3644900"/>
          <p14:tracePt t="57101" x="6451600" y="3638550"/>
          <p14:tracePt t="57117" x="6483350" y="3638550"/>
          <p14:tracePt t="57134" x="6508750" y="3638550"/>
          <p14:tracePt t="57150" x="6521450" y="3638550"/>
          <p14:tracePt t="57168" x="6534150" y="3638550"/>
          <p14:tracePt t="57185" x="6553200" y="3638550"/>
          <p14:tracePt t="57200" x="6559550" y="3638550"/>
          <p14:tracePt t="57217" x="6565900" y="3638550"/>
          <p14:tracePt t="57234" x="6584950" y="3638550"/>
          <p14:tracePt t="57250" x="6597650" y="3638550"/>
          <p14:tracePt t="57270" x="6604000" y="3638550"/>
          <p14:tracePt t="57284" x="6610350" y="3638550"/>
          <p14:tracePt t="57300" x="6616700" y="3638550"/>
          <p14:tracePt t="57320" x="6623050" y="3638550"/>
          <p14:tracePt t="57333" x="6629400" y="3638550"/>
          <p14:tracePt t="57349" x="6635750" y="3638550"/>
          <p14:tracePt t="57366" x="6642100" y="3638550"/>
          <p14:tracePt t="57383" x="6648450" y="3638550"/>
          <p14:tracePt t="57400" x="6661150" y="3638550"/>
          <p14:tracePt t="57417" x="6673850" y="3638550"/>
          <p14:tracePt t="57433" x="6686550" y="3638550"/>
          <p14:tracePt t="57449" x="6699250" y="3638550"/>
          <p14:tracePt t="57466" x="6731000" y="3638550"/>
          <p14:tracePt t="57483" x="6743700" y="3638550"/>
          <p14:tracePt t="57499" x="6756400" y="3638550"/>
          <p14:tracePt t="57516" x="6775450" y="3638550"/>
          <p14:tracePt t="57532" x="6788150" y="3644900"/>
          <p14:tracePt t="57565" x="6794500" y="3644900"/>
          <p14:tracePt t="57677" x="6788150" y="3644900"/>
          <p14:tracePt t="57950" x="6711950" y="3651250"/>
          <p14:tracePt t="57965" x="6604000" y="3663950"/>
          <p14:tracePt t="57971" x="6502400" y="3663950"/>
          <p14:tracePt t="57981" x="6400800" y="3676650"/>
          <p14:tracePt t="57997" x="6273800" y="3683000"/>
          <p14:tracePt t="58014" x="5988050" y="3727450"/>
          <p14:tracePt t="58031" x="5848350" y="3740150"/>
          <p14:tracePt t="58048" x="5391150" y="3784600"/>
          <p14:tracePt t="58064" x="5181600" y="3784600"/>
          <p14:tracePt t="58080" x="5016500" y="3797300"/>
          <p14:tracePt t="58097" x="4699000" y="3810000"/>
          <p14:tracePt t="58114" x="4330700" y="3860800"/>
          <p14:tracePt t="58130" x="4171950" y="3860800"/>
          <p14:tracePt t="58147" x="3898900" y="3873500"/>
          <p14:tracePt t="58164" x="3625850" y="3905250"/>
          <p14:tracePt t="58180" x="3498850" y="3905250"/>
          <p14:tracePt t="58197" x="3308350" y="3911600"/>
          <p14:tracePt t="58213" x="3143250" y="3930650"/>
          <p14:tracePt t="58231" x="2959100" y="3956050"/>
          <p14:tracePt t="58247" x="2882900" y="3962400"/>
          <p14:tracePt t="58264" x="2743200" y="3975100"/>
          <p14:tracePt t="58280" x="2609850" y="3981450"/>
          <p14:tracePt t="58297" x="2546350" y="3994150"/>
          <p14:tracePt t="58313" x="2482850" y="4000500"/>
          <p14:tracePt t="58330" x="2286000" y="4032250"/>
          <p14:tracePt t="58346" x="2222500" y="4032250"/>
          <p14:tracePt t="58363" x="2171700" y="4032250"/>
          <p14:tracePt t="58379" x="2095500" y="4044950"/>
          <p14:tracePt t="58396" x="2051050" y="4051300"/>
          <p14:tracePt t="58414" x="2006600" y="4051300"/>
          <p14:tracePt t="58429" x="1993900" y="4051300"/>
          <p14:tracePt t="58446" x="1968500" y="4051300"/>
          <p14:tracePt t="58463" x="1955800" y="4051300"/>
          <p14:tracePt t="58479" x="1949450" y="4051300"/>
          <p14:tracePt t="58496" x="1943100" y="4044950"/>
          <p14:tracePt t="58533" x="1943100" y="4038600"/>
          <p14:tracePt t="58561" x="1943100" y="4032250"/>
          <p14:tracePt t="58583" x="1943100" y="4025900"/>
          <p14:tracePt t="58611" x="1936750" y="4019550"/>
          <p14:tracePt t="58632" x="1930400" y="4013200"/>
          <p14:tracePt t="58674" x="1924050" y="4006850"/>
          <p14:tracePt t="58716" x="1917700" y="4006850"/>
          <p14:tracePt t="58864" x="1924050" y="4006850"/>
          <p14:tracePt t="58885" x="1930400" y="4006850"/>
          <p14:tracePt t="58891" x="1936750" y="4006850"/>
          <p14:tracePt t="58912" x="1943100" y="4006850"/>
          <p14:tracePt t="58934" x="1949450" y="4006850"/>
          <p14:tracePt t="58962" x="1955800" y="4006850"/>
          <p14:tracePt t="58976" x="1962150" y="4006850"/>
          <p14:tracePt t="58983" x="1968500" y="4006850"/>
          <p14:tracePt t="58998" x="1974850" y="4006850"/>
          <p14:tracePt t="59011" x="1981200" y="4006850"/>
          <p14:tracePt t="59027" x="2000250" y="4006850"/>
          <p14:tracePt t="59043" x="2012950" y="4006850"/>
          <p14:tracePt t="59061" x="2063750" y="4019550"/>
          <p14:tracePt t="59077" x="2133600" y="4032250"/>
          <p14:tracePt t="59094" x="2178050" y="4038600"/>
          <p14:tracePt t="59110" x="2266950" y="4051300"/>
          <p14:tracePt t="59127" x="2374900" y="4070350"/>
          <p14:tracePt t="59144" x="2413000" y="4070350"/>
          <p14:tracePt t="59160" x="2476500" y="4076700"/>
          <p14:tracePt t="59177" x="2533650" y="4083050"/>
          <p14:tracePt t="59194" x="2578100" y="4089400"/>
          <p14:tracePt t="59210" x="2584450" y="4089400"/>
          <p14:tracePt t="59227" x="2597150" y="4089400"/>
          <p14:tracePt t="59243" x="2647950" y="4102100"/>
          <p14:tracePt t="59260" x="2654300" y="4102100"/>
          <p14:tracePt t="59277" x="2660650" y="4102100"/>
          <p14:tracePt t="59280" x="2686050" y="4108450"/>
          <p14:tracePt t="59293" x="2698750" y="4108450"/>
          <p14:tracePt t="59310" x="2717800" y="4108450"/>
          <p14:tracePt t="59328" x="2768600" y="4108450"/>
          <p14:tracePt t="59343" x="2787650" y="4108450"/>
          <p14:tracePt t="59359" x="2838450" y="4108450"/>
          <p14:tracePt t="59377" x="2889250" y="4108450"/>
          <p14:tracePt t="59393" x="2901950" y="4108450"/>
          <p14:tracePt t="59409" x="2927350" y="4108450"/>
          <p14:tracePt t="59426" x="2946400" y="4108450"/>
          <p14:tracePt t="59443" x="2952750" y="4108450"/>
          <p14:tracePt t="59459" x="2971800" y="4108450"/>
          <p14:tracePt t="59476" x="2984500" y="4108450"/>
          <p14:tracePt t="59517" x="2990850" y="4102100"/>
          <p14:tracePt t="59525" x="2997200" y="4102100"/>
          <p14:tracePt t="59587" x="3003550" y="4102100"/>
          <p14:tracePt t="59616" x="3009900" y="4095750"/>
          <p14:tracePt t="59636" x="3016250" y="4095750"/>
          <p14:tracePt t="59658" x="3022600" y="4095750"/>
          <p14:tracePt t="59707" x="3028950" y="4095750"/>
          <p14:tracePt t="59728" x="3035300" y="4095750"/>
          <p14:tracePt t="59735" x="3041650" y="4095750"/>
          <p14:tracePt t="59756" x="3048000" y="4095750"/>
          <p14:tracePt t="59777" x="3048000" y="4089400"/>
          <p14:tracePt t="59805" x="3054350" y="4089400"/>
          <p14:tracePt t="59826" x="3060700" y="4089400"/>
          <p14:tracePt t="59869" x="3067050" y="4083050"/>
          <p14:tracePt t="59897" x="3073400" y="4083050"/>
          <p14:tracePt t="59918" x="3079750" y="4083050"/>
          <p14:tracePt t="59939" x="3086100" y="4083050"/>
          <p14:tracePt t="59945" x="3092450" y="4083050"/>
          <p14:tracePt t="59967" x="3098800" y="4083050"/>
          <p14:tracePt t="60002" x="3105150" y="4083050"/>
          <p14:tracePt t="60010" x="3117850" y="4083050"/>
          <p14:tracePt t="60016" x="3124200" y="4083050"/>
          <p14:tracePt t="60030" x="3136900" y="4083050"/>
          <p14:tracePt t="60040" x="3155950" y="4083050"/>
          <p14:tracePt t="60057" x="3168650" y="4083050"/>
          <p14:tracePt t="60073" x="3200400" y="4083050"/>
          <p14:tracePt t="60090" x="3225800" y="4083050"/>
          <p14:tracePt t="60107" x="3251200" y="4083050"/>
          <p14:tracePt t="60123" x="3263900" y="4083050"/>
          <p14:tracePt t="60157" x="3276600" y="4083050"/>
          <p14:tracePt t="60173" x="3282950" y="4083050"/>
          <p14:tracePt t="60190" x="3289300" y="4083050"/>
          <p14:tracePt t="60206" x="3295650" y="4083050"/>
          <p14:tracePt t="60223" x="3302000" y="4083050"/>
          <p14:tracePt t="60269" x="3314700" y="4083050"/>
          <p14:tracePt t="60291" x="3321050" y="4083050"/>
          <p14:tracePt t="60297" x="3327400" y="4083050"/>
          <p14:tracePt t="60311" x="3333750" y="4083050"/>
          <p14:tracePt t="60322" x="3340100" y="4083050"/>
          <p14:tracePt t="60339" x="3371850" y="4083050"/>
          <p14:tracePt t="60356" x="3390900" y="4089400"/>
          <p14:tracePt t="60373" x="3448050" y="4089400"/>
          <p14:tracePt t="60389" x="3524250" y="4095750"/>
          <p14:tracePt t="60406" x="3562350" y="4095750"/>
          <p14:tracePt t="60423" x="3657600" y="4102100"/>
          <p14:tracePt t="60439" x="3733800" y="4102100"/>
          <p14:tracePt t="60456" x="3778250" y="4102100"/>
          <p14:tracePt t="60473" x="3841750" y="4102100"/>
          <p14:tracePt t="60489" x="3879850" y="4102100"/>
          <p14:tracePt t="60506" x="3937000" y="4102100"/>
          <p14:tracePt t="60522" x="4000500" y="4114800"/>
          <p14:tracePt t="60539" x="4025900" y="4114800"/>
          <p14:tracePt t="60556" x="4114800" y="4114800"/>
          <p14:tracePt t="60573" x="4222750" y="4114800"/>
          <p14:tracePt t="60589" x="4273550" y="4114800"/>
          <p14:tracePt t="60606" x="4387850" y="4114800"/>
          <p14:tracePt t="60621" x="4483100" y="4108450"/>
          <p14:tracePt t="60638" x="4521200" y="4108450"/>
          <p14:tracePt t="60656" x="4603750" y="4114800"/>
          <p14:tracePt t="60672" x="4679950" y="4108450"/>
          <p14:tracePt t="60689" x="4737100" y="4102100"/>
          <p14:tracePt t="60705" x="4826000" y="4102100"/>
          <p14:tracePt t="60721" x="4978400" y="4102100"/>
          <p14:tracePt t="60738" x="5041900" y="4089400"/>
          <p14:tracePt t="60755" x="5187950" y="4083050"/>
          <p14:tracePt t="60771" x="5276850" y="4070350"/>
          <p14:tracePt t="60790" x="5499100" y="4051300"/>
          <p14:tracePt t="60804" x="5549900" y="4051300"/>
          <p14:tracePt t="60821" x="5600700" y="4044950"/>
          <p14:tracePt t="60838" x="5683250" y="4038600"/>
          <p14:tracePt t="60855" x="5734050" y="4025900"/>
          <p14:tracePt t="60871" x="5753100" y="4019550"/>
          <p14:tracePt t="60888" x="5778500" y="4019550"/>
          <p14:tracePt t="60904" x="5797550" y="4013200"/>
          <p14:tracePt t="60921" x="5803900" y="4013200"/>
          <p14:tracePt t="60937" x="5810250" y="4006850"/>
          <p14:tracePt t="60965" x="5803900" y="4006850"/>
          <p14:tracePt t="60973" x="5797550" y="4013200"/>
          <p14:tracePt t="60987" x="5791200" y="4013200"/>
          <p14:tracePt t="61004" x="5784850" y="4019550"/>
          <p14:tracePt t="69517" x="5778500" y="4019550"/>
          <p14:tracePt t="69525" x="5772150" y="4013200"/>
          <p14:tracePt t="69531" x="5759450" y="4006850"/>
          <p14:tracePt t="69541" x="5734050" y="3987800"/>
          <p14:tracePt t="69558" x="5676900" y="3930650"/>
          <p14:tracePt t="69574" x="5537200" y="3778250"/>
          <p14:tracePt t="69592" x="5391150" y="3657600"/>
          <p14:tracePt t="69608" x="5194300" y="3486150"/>
          <p14:tracePt t="69624" x="5086350" y="3378200"/>
          <p14:tracePt t="69641" x="4997450" y="3295650"/>
          <p14:tracePt t="69658" x="4845050" y="3162300"/>
          <p14:tracePt t="69674" x="4768850" y="3117850"/>
          <p14:tracePt t="69692" x="4679950" y="3054350"/>
          <p14:tracePt t="69708" x="4572000" y="2965450"/>
          <p14:tracePt t="69724" x="4514850" y="2908300"/>
          <p14:tracePt t="69740" x="4470400" y="2863850"/>
          <p14:tracePt t="69757" x="4387850" y="2787650"/>
          <p14:tracePt t="69774" x="4337050" y="2711450"/>
          <p14:tracePt t="69791" x="4248150" y="2616200"/>
          <p14:tracePt t="69806" x="4210050" y="2578100"/>
          <p14:tracePt t="69823" x="4171950" y="2552700"/>
          <p14:tracePt t="69841" x="4108450" y="2514600"/>
          <p14:tracePt t="69857" x="4089400" y="2495550"/>
          <p14:tracePt t="69873" x="4064000" y="2476500"/>
          <p14:tracePt t="69890" x="4057650" y="2470150"/>
          <p14:tracePt t="69906" x="4051300" y="2463800"/>
          <p14:tracePt t="69923" x="4051300" y="2457450"/>
          <p14:tracePt t="70044" x="4057650" y="2457450"/>
          <p14:tracePt t="70058" x="4064000" y="2457450"/>
          <p14:tracePt t="70065" x="4070350" y="2463800"/>
          <p14:tracePt t="70079" x="4083050" y="2463800"/>
          <p14:tracePt t="70089" x="4089400" y="2470150"/>
          <p14:tracePt t="70106" x="4095750" y="2476500"/>
          <p14:tracePt t="70122" x="4108450" y="2501900"/>
          <p14:tracePt t="70140" x="4127500" y="2527300"/>
          <p14:tracePt t="70156" x="4152900" y="2578100"/>
          <p14:tracePt t="70172" x="4184650" y="2622550"/>
          <p14:tracePt t="70189" x="4254500" y="2730500"/>
          <p14:tracePt t="70206" x="4356100" y="2857500"/>
          <p14:tracePt t="70222" x="4394200" y="2927350"/>
          <p14:tracePt t="70240" x="4495800" y="3054350"/>
          <p14:tracePt t="70255" x="4578350" y="3168650"/>
          <p14:tracePt t="70272" x="4629150" y="3225800"/>
          <p14:tracePt t="70289" x="4673600" y="3276600"/>
          <p14:tracePt t="70305" x="4762500" y="3378200"/>
          <p14:tracePt t="70322" x="4819650" y="3429000"/>
          <p14:tracePt t="70339" x="4914900" y="3530600"/>
          <p14:tracePt t="70356" x="4997450" y="3613150"/>
          <p14:tracePt t="70372" x="5054600" y="3670300"/>
          <p14:tracePt t="70389" x="5067300" y="3683000"/>
          <p14:tracePt t="70392" x="5080000" y="3689350"/>
          <p14:tracePt t="70405" x="5092700" y="3702050"/>
          <p14:tracePt t="70422" x="5105400" y="3714750"/>
          <p14:tracePt t="70440" x="5105400" y="3721100"/>
          <p14:tracePt t="70454" x="5111750" y="3721100"/>
          <p14:tracePt t="70472" x="5118100" y="3721100"/>
          <p14:tracePt t="70489" x="5118100" y="3714750"/>
          <p14:tracePt t="70504" x="5124450" y="3714750"/>
          <p14:tracePt t="70538" x="5130800" y="3714750"/>
          <p14:tracePt t="70599" x="5130800" y="3708400"/>
          <p14:tracePt t="70691" x="5137150" y="3714750"/>
          <p14:tracePt t="70719" x="5137150" y="3721100"/>
          <p14:tracePt t="70739" x="5143500" y="3727450"/>
          <p14:tracePt t="70768" x="5149850" y="3733800"/>
          <p14:tracePt t="70789" x="5156200" y="3733800"/>
          <p14:tracePt t="70796" x="5162550" y="3733800"/>
          <p14:tracePt t="70810" x="5168900" y="3740150"/>
          <p14:tracePt t="70820" x="5175250" y="3746500"/>
          <p14:tracePt t="70836" x="5187950" y="3752850"/>
          <p14:tracePt t="70853" x="5226050" y="3765550"/>
          <p14:tracePt t="70870" x="5276850" y="3790950"/>
          <p14:tracePt t="70887" x="5340350" y="3803650"/>
          <p14:tracePt t="70903" x="5365750" y="3810000"/>
          <p14:tracePt t="70919" x="5397500" y="3816350"/>
          <p14:tracePt t="70937" x="5448300" y="3829050"/>
          <p14:tracePt t="70953" x="5461000" y="3829050"/>
          <p14:tracePt t="70993" x="5454650" y="3822700"/>
          <p14:tracePt t="71021" x="5448300" y="3822700"/>
          <p14:tracePt t="72062" x="5448300" y="3816350"/>
          <p14:tracePt t="72069" x="5441950" y="3810000"/>
          <p14:tracePt t="72082" x="5441950" y="3803650"/>
          <p14:tracePt t="72099" x="5435600" y="3790950"/>
          <p14:tracePt t="72115" x="5435600" y="3784600"/>
          <p14:tracePt t="72133" x="5435600" y="3771900"/>
          <p14:tracePt t="72149" x="5435600" y="3765550"/>
          <p14:tracePt t="72165" x="5435600" y="3759200"/>
          <p14:tracePt t="72182" x="5435600" y="3752850"/>
          <p14:tracePt t="72198" x="5435600" y="3740150"/>
          <p14:tracePt t="72216" x="5435600" y="3733800"/>
          <p14:tracePt t="72232" x="5435600" y="3714750"/>
          <p14:tracePt t="72248" x="5435600" y="3708400"/>
          <p14:tracePt t="72265" x="5435600" y="3683000"/>
          <p14:tracePt t="72281" x="5435600" y="3670300"/>
          <p14:tracePt t="72298" x="5435600" y="3619500"/>
          <p14:tracePt t="72315" x="5435600" y="3562350"/>
          <p14:tracePt t="72331" x="5435600" y="3536950"/>
          <p14:tracePt t="72348" x="5435600" y="3467100"/>
          <p14:tracePt t="72365" x="5435600" y="3390900"/>
          <p14:tracePt t="72381" x="5435600" y="3365500"/>
          <p14:tracePt t="72398" x="5435600" y="3308350"/>
          <p14:tracePt t="72414" x="5429250" y="3270250"/>
          <p14:tracePt t="72431" x="5429250" y="3257550"/>
          <p14:tracePt t="72448" x="5422900" y="3251200"/>
          <p14:tracePt t="72464" x="5422900" y="3238500"/>
          <p14:tracePt t="72533" x="5416550" y="3238500"/>
          <p14:tracePt t="72596" x="5416550" y="3244850"/>
          <p14:tracePt t="72603" x="5416550" y="3251200"/>
          <p14:tracePt t="72646" x="5416550" y="3257550"/>
          <p14:tracePt t="72667" x="5416550" y="3263900"/>
          <p14:tracePt t="72673" x="5410200" y="3263900"/>
          <p14:tracePt t="72688" x="5410200" y="3270250"/>
          <p14:tracePt t="72709" x="5410200" y="3276600"/>
          <p14:tracePt t="72731" x="5410200" y="3282950"/>
          <p14:tracePt t="72737" x="5403850" y="3289300"/>
          <p14:tracePt t="72758" x="5397500" y="3295650"/>
          <p14:tracePt t="72766" x="5391150" y="3308350"/>
          <p14:tracePt t="72781" x="5378450" y="3321050"/>
          <p14:tracePt t="72796" x="5365750" y="3333750"/>
          <p14:tracePt t="72814" x="5308600" y="3390900"/>
          <p14:tracePt t="72830" x="5289550" y="3409950"/>
          <p14:tracePt t="72846" x="5270500" y="3429000"/>
          <p14:tracePt t="72863" x="5226050" y="3460750"/>
          <p14:tracePt t="72880" x="5200650" y="3479800"/>
          <p14:tracePt t="72897" x="5194300" y="3486150"/>
          <p14:tracePt t="72913" x="5175250" y="3492500"/>
          <p14:tracePt t="72997" x="5175250" y="3498850"/>
          <p14:tracePt t="73018" x="5175250" y="3505200"/>
          <p14:tracePt t="73487" x="5181600" y="3505200"/>
          <p14:tracePt t="73501" x="5213350" y="3505200"/>
          <p14:tracePt t="73508" x="5238750" y="3511550"/>
          <p14:tracePt t="73522" x="5283200" y="3511550"/>
          <p14:tracePt t="73531" x="5321300" y="3517900"/>
          <p14:tracePt t="73544" x="5372100" y="3517900"/>
          <p14:tracePt t="73560" x="5467350" y="3530600"/>
          <p14:tracePt t="73578" x="5518150" y="3530600"/>
          <p14:tracePt t="73594" x="5657850" y="3530600"/>
          <p14:tracePt t="73611" x="5759450" y="3530600"/>
          <p14:tracePt t="73628" x="6032500" y="3562350"/>
          <p14:tracePt t="73645" x="6121400" y="3568700"/>
          <p14:tracePt t="73660" x="6197600" y="3581400"/>
          <p14:tracePt t="73677" x="6337300" y="3581400"/>
          <p14:tracePt t="73693" x="6438900" y="3581400"/>
          <p14:tracePt t="73710" x="6483350" y="3581400"/>
          <p14:tracePt t="73727" x="6553200" y="3575050"/>
          <p14:tracePt t="73743" x="6591300" y="3568700"/>
          <p14:tracePt t="73760" x="6604000" y="3568700"/>
          <p14:tracePt t="73776" x="6629400" y="3568700"/>
          <p14:tracePt t="73793" x="6654800" y="3568700"/>
          <p14:tracePt t="73810" x="6673850" y="3568700"/>
          <p14:tracePt t="73826" x="6680200" y="3575050"/>
          <p14:tracePt t="73843" x="6692900" y="3575050"/>
          <p14:tracePt t="73860" x="6705600" y="3575050"/>
          <p14:tracePt t="73876" x="6711950" y="3575050"/>
          <p14:tracePt t="73893" x="6718300" y="3575050"/>
          <p14:tracePt t="73909" x="6731000" y="3575050"/>
          <p14:tracePt t="73926" x="6737350" y="3575050"/>
          <p14:tracePt t="73959" x="6743700" y="3575050"/>
          <p14:tracePt t="73976" x="6750050" y="3575050"/>
          <p14:tracePt t="73995" x="6756400" y="3575050"/>
          <p14:tracePt t="74105" x="6756400" y="3581400"/>
          <p14:tracePt t="74141" x="6750050" y="3581400"/>
          <p14:tracePt t="74183" x="6743700" y="3581400"/>
          <p14:tracePt t="74225" x="6737350" y="3581400"/>
          <p14:tracePt t="74274" x="6731000" y="3581400"/>
          <p14:tracePt t="74351" x="6724650" y="3581400"/>
          <p14:tracePt t="74400" x="6718300" y="3581400"/>
          <p14:tracePt t="74421" x="6711950" y="3581400"/>
          <p14:tracePt t="75467" x="6642100" y="3581400"/>
          <p14:tracePt t="75473" x="6515100" y="3575050"/>
          <p14:tracePt t="75490" x="6356350" y="3549650"/>
          <p14:tracePt t="75503" x="6159500" y="3524250"/>
          <p14:tracePt t="75520" x="5867400" y="3492500"/>
          <p14:tracePt t="75537" x="5676900" y="3479800"/>
          <p14:tracePt t="75553" x="5600700" y="3479800"/>
          <p14:tracePt t="75570" x="5467350" y="3473450"/>
          <p14:tracePt t="75587" x="5429250" y="3473450"/>
          <p14:tracePt t="75603" x="5391150" y="3473450"/>
          <p14:tracePt t="75621" x="5353050" y="3473450"/>
          <p14:tracePt t="75637" x="5340350" y="3473450"/>
          <p14:tracePt t="75713" x="5346700" y="3479800"/>
          <p14:tracePt t="75727" x="5359400" y="3486150"/>
          <p14:tracePt t="75741" x="5391150" y="3486150"/>
          <p14:tracePt t="75748" x="5416550" y="3492500"/>
          <p14:tracePt t="75761" x="5448300" y="3492500"/>
          <p14:tracePt t="75776" x="5486400" y="3492500"/>
          <p14:tracePt t="75786" x="5524500" y="3492500"/>
          <p14:tracePt t="75803" x="5562600" y="3492500"/>
          <p14:tracePt t="75819" x="5619750" y="3473450"/>
          <p14:tracePt t="75836" x="5715000" y="3454400"/>
          <p14:tracePt t="75853" x="5778500" y="3409950"/>
          <p14:tracePt t="75869" x="5797550" y="3378200"/>
          <p14:tracePt t="75886" x="5797550" y="3365500"/>
          <p14:tracePt t="75903" x="5791200" y="3346450"/>
          <p14:tracePt t="75919" x="5778500" y="3340100"/>
          <p14:tracePt t="75936" x="5746750" y="3333750"/>
          <p14:tracePt t="75952" x="5588000" y="3308350"/>
          <p14:tracePt t="75969" x="5467350" y="3308350"/>
          <p14:tracePt t="75987" x="5048250" y="3359150"/>
          <p14:tracePt t="76002" x="4914900" y="3403600"/>
          <p14:tracePt t="76018" x="4826000" y="3454400"/>
          <p14:tracePt t="76036" x="4692650" y="3556000"/>
          <p14:tracePt t="76052" x="4667250" y="3587750"/>
          <p14:tracePt t="76069" x="4699000" y="3632200"/>
          <p14:tracePt t="76086" x="4851400" y="3683000"/>
          <p14:tracePt t="76102" x="4953000" y="3702050"/>
          <p14:tracePt t="76119" x="5232400" y="3714750"/>
          <p14:tracePt t="76135" x="5486400" y="3695700"/>
          <p14:tracePt t="76151" x="5575300" y="3676650"/>
          <p14:tracePt t="76169" x="5702300" y="3600450"/>
          <p14:tracePt t="76184" x="5734050" y="3575050"/>
          <p14:tracePt t="76201" x="5740400" y="3505200"/>
          <p14:tracePt t="76218" x="5721350" y="3454400"/>
          <p14:tracePt t="76235" x="5689600" y="3422650"/>
          <p14:tracePt t="76251" x="5651500" y="3384550"/>
          <p14:tracePt t="76268" x="5435600" y="3257550"/>
          <p14:tracePt t="76284" x="5327650" y="3238500"/>
          <p14:tracePt t="76301" x="5226050" y="3219450"/>
          <p14:tracePt t="76318" x="5048250" y="3206750"/>
          <p14:tracePt t="76334" x="4889500" y="3238500"/>
          <p14:tracePt t="76351" x="4749800" y="3340100"/>
          <p14:tracePt t="76368" x="4686300" y="3409950"/>
          <p14:tracePt t="76384" x="4648200" y="3467100"/>
          <p14:tracePt t="76401" x="4641850" y="3562350"/>
          <p14:tracePt t="76417" x="4686300" y="3625850"/>
          <p14:tracePt t="76434" x="4806950" y="3676650"/>
          <p14:tracePt t="76451" x="4953000" y="3695700"/>
          <p14:tracePt t="76467" x="5041900" y="3702050"/>
          <p14:tracePt t="76485" x="5283200" y="3689350"/>
          <p14:tracePt t="76501" x="5384800" y="3676650"/>
          <p14:tracePt t="76516" x="5499100" y="3657600"/>
          <p14:tracePt t="76534" x="5676900" y="3600450"/>
          <p14:tracePt t="76550" x="5721350" y="3568700"/>
          <p14:tracePt t="76567" x="5753100" y="3505200"/>
          <p14:tracePt t="76584" x="5740400" y="3467100"/>
          <p14:tracePt t="76600" x="5727700" y="3454400"/>
          <p14:tracePt t="76617" x="5676900" y="3416300"/>
          <p14:tracePt t="76634" x="5499100" y="3321050"/>
          <p14:tracePt t="76650" x="5397500" y="3270250"/>
          <p14:tracePt t="76666" x="5175250" y="3225800"/>
          <p14:tracePt t="76683" x="5022850" y="3225800"/>
          <p14:tracePt t="76700" x="4972050" y="3232150"/>
          <p14:tracePt t="76717" x="4895850" y="3282950"/>
          <p14:tracePt t="76732" x="4838700" y="3397250"/>
          <p14:tracePt t="76749" x="4826000" y="3473450"/>
          <p14:tracePt t="76767" x="4851400" y="3663950"/>
          <p14:tracePt t="76783" x="4959350" y="3905250"/>
          <p14:tracePt t="76800" x="5035550" y="4013200"/>
          <p14:tracePt t="76816" x="5238750" y="4184650"/>
          <p14:tracePt t="76832" x="5486400" y="4254500"/>
          <p14:tracePt t="76849" x="5600700" y="4254500"/>
          <p14:tracePt t="76866" x="5829300" y="4241800"/>
          <p14:tracePt t="76882" x="5930900" y="4197350"/>
          <p14:tracePt t="76901" x="6140450" y="4064000"/>
          <p14:tracePt t="76915" x="6178550" y="4013200"/>
          <p14:tracePt t="76932" x="6210300" y="3962400"/>
          <p14:tracePt t="76949" x="6223000" y="3854450"/>
          <p14:tracePt t="76966" x="6203950" y="3797300"/>
          <p14:tracePt t="76982" x="6108700" y="3670300"/>
          <p14:tracePt t="76999" x="5873750" y="3409950"/>
          <p14:tracePt t="77015" x="5575300" y="3181350"/>
          <p14:tracePt t="77032" x="5403850" y="3086100"/>
          <p14:tracePt t="77048" x="5124450" y="2978150"/>
          <p14:tracePt t="77065" x="4857750" y="2946400"/>
          <p14:tracePt t="77082" x="4629150" y="2952750"/>
          <p14:tracePt t="77098" x="4540250" y="2971800"/>
          <p14:tracePt t="77115" x="4413250" y="3016250"/>
          <p14:tracePt t="77132" x="4368800" y="3067050"/>
          <p14:tracePt t="77148" x="4362450" y="3086100"/>
          <p14:tracePt t="77165" x="4362450" y="3105150"/>
          <p14:tracePt t="77181" x="4406900" y="3244850"/>
          <p14:tracePt t="77198" x="4445000" y="3302000"/>
          <p14:tracePt t="77215" x="4495800" y="3359150"/>
          <p14:tracePt t="77231" x="4648200" y="3460750"/>
          <p14:tracePt t="77248" x="4762500" y="3505200"/>
          <p14:tracePt t="77265" x="5048250" y="3524250"/>
          <p14:tracePt t="77281" x="5207000" y="3524250"/>
          <p14:tracePt t="77298" x="5353050" y="3505200"/>
          <p14:tracePt t="77315" x="5708650" y="3365500"/>
          <p14:tracePt t="77331" x="5778500" y="3302000"/>
          <p14:tracePt t="77348" x="5892800" y="3206750"/>
          <p14:tracePt t="77364" x="5949950" y="3130550"/>
          <p14:tracePt t="77380" x="5975350" y="3086100"/>
          <p14:tracePt t="77398" x="5981700" y="3028950"/>
          <p14:tracePt t="77414" x="5949950" y="2984500"/>
          <p14:tracePt t="77431" x="5911850" y="2971800"/>
          <p14:tracePt t="77448" x="5791200" y="2933700"/>
          <p14:tracePt t="77463" x="5556250" y="2889250"/>
          <p14:tracePt t="77480" x="5403850" y="2876550"/>
          <p14:tracePt t="77497" x="5149850" y="2895600"/>
          <p14:tracePt t="77513" x="5029200" y="2927350"/>
          <p14:tracePt t="77530" x="4870450" y="3016250"/>
          <p14:tracePt t="77547" x="4756150" y="3155950"/>
          <p14:tracePt t="77563" x="4724400" y="3238500"/>
          <p14:tracePt t="77580" x="4699000" y="3327400"/>
          <p14:tracePt t="77597" x="4794250" y="3606800"/>
          <p14:tracePt t="77613" x="4870450" y="3714750"/>
          <p14:tracePt t="77630" x="5035550" y="3892550"/>
          <p14:tracePt t="77646" x="5238750" y="4006850"/>
          <p14:tracePt t="77663" x="5365750" y="4038600"/>
          <p14:tracePt t="77680" x="5581650" y="4064000"/>
          <p14:tracePt t="77696" x="5765800" y="3994150"/>
          <p14:tracePt t="77713" x="5861050" y="3943350"/>
          <p14:tracePt t="77729" x="5994400" y="3810000"/>
          <p14:tracePt t="77746" x="6045200" y="3733800"/>
          <p14:tracePt t="77764" x="6083300" y="3600450"/>
          <p14:tracePt t="77779" x="6070600" y="3492500"/>
          <p14:tracePt t="77796" x="6045200" y="3448050"/>
          <p14:tracePt t="77813" x="5861050" y="3302000"/>
          <p14:tracePt t="77829" x="5778500" y="3244850"/>
          <p14:tracePt t="77846" x="5708650" y="3206750"/>
          <p14:tracePt t="77863" x="5524500" y="3168650"/>
          <p14:tracePt t="77879" x="5308600" y="3162300"/>
          <p14:tracePt t="77895" x="5207000" y="3181350"/>
          <p14:tracePt t="77912" x="5060950" y="3232150"/>
          <p14:tracePt t="77929" x="4978400" y="3282950"/>
          <p14:tracePt t="77945" x="4965700" y="3314700"/>
          <p14:tracePt t="77962" x="4927600" y="3422650"/>
          <p14:tracePt t="77979" x="4921250" y="3473450"/>
          <p14:tracePt t="77996" x="4997450" y="3632200"/>
          <p14:tracePt t="78012" x="5054600" y="3689350"/>
          <p14:tracePt t="78028" x="5238750" y="3848100"/>
          <p14:tracePt t="78045" x="5549900" y="4000500"/>
          <p14:tracePt t="78061" x="5753100" y="4051300"/>
          <p14:tracePt t="78078" x="5943600" y="4064000"/>
          <p14:tracePt t="78095" x="6426200" y="4038600"/>
          <p14:tracePt t="78111" x="6534150" y="3975100"/>
          <p14:tracePt t="78128" x="6616700" y="3924300"/>
          <p14:tracePt t="78145" x="6711950" y="3822700"/>
          <p14:tracePt t="78161" x="6737350" y="3765550"/>
          <p14:tracePt t="78178" x="6756400" y="3683000"/>
          <p14:tracePt t="78194" x="6711950" y="3530600"/>
          <p14:tracePt t="78210" x="6673850" y="3486150"/>
          <p14:tracePt t="78228" x="6489700" y="3352800"/>
          <p14:tracePt t="78244" x="6394450" y="3308350"/>
          <p14:tracePt t="78261" x="6210300" y="3257550"/>
          <p14:tracePt t="78277" x="6007100" y="3251200"/>
          <p14:tracePt t="78294" x="5880100" y="3276600"/>
          <p14:tracePt t="78311" x="5600700" y="3365500"/>
          <p14:tracePt t="78327" x="5302250" y="3524250"/>
          <p14:tracePt t="78344" x="5175250" y="3594100"/>
          <p14:tracePt t="78361" x="4984750" y="3727450"/>
          <p14:tracePt t="78377" x="4889500" y="3835400"/>
          <p14:tracePt t="78394" x="4857750" y="3892550"/>
          <p14:tracePt t="78411" x="4851400" y="3981450"/>
          <p14:tracePt t="78427" x="4851400" y="4025900"/>
          <p14:tracePt t="78444" x="4927600" y="4108450"/>
          <p14:tracePt t="78460" x="5067300" y="4184650"/>
          <p14:tracePt t="78477" x="5156200" y="4203700"/>
          <p14:tracePt t="78493" x="5422900" y="4229100"/>
          <p14:tracePt t="78510" x="5822950" y="4165600"/>
          <p14:tracePt t="78527" x="5988050" y="4102100"/>
          <p14:tracePt t="78544" x="6229350" y="3943350"/>
          <p14:tracePt t="78560" x="6318250" y="3867150"/>
          <p14:tracePt t="78576" x="6375400" y="3797300"/>
          <p14:tracePt t="78593" x="6445250" y="3663950"/>
          <p14:tracePt t="78609" x="6432550" y="3568700"/>
          <p14:tracePt t="78626" x="6350000" y="3473450"/>
          <p14:tracePt t="78643" x="6140450" y="3295650"/>
          <p14:tracePt t="78659" x="5949950" y="3213100"/>
          <p14:tracePt t="78676" x="5588000" y="3054350"/>
          <p14:tracePt t="78693" x="5276850" y="2990850"/>
          <p14:tracePt t="78709" x="5149850" y="2984500"/>
          <p14:tracePt t="78728" x="4794250" y="3003550"/>
          <p14:tracePt t="78742" x="4692650" y="3035300"/>
          <p14:tracePt t="78759" x="4584700" y="3092450"/>
          <p14:tracePt t="78776" x="4432300" y="3181350"/>
          <p14:tracePt t="78792" x="4337050" y="3289300"/>
          <p14:tracePt t="78809" x="4286250" y="3365500"/>
          <p14:tracePt t="78825" x="4235450" y="3524250"/>
          <p14:tracePt t="78842" x="4229100" y="3632200"/>
          <p14:tracePt t="78860" x="4229100" y="3676650"/>
          <p14:tracePt t="78875" x="4273550" y="3752850"/>
          <p14:tracePt t="78892" x="4362450" y="3835400"/>
          <p14:tracePt t="78909" x="4489450" y="3898900"/>
          <p14:tracePt t="78925" x="4578350" y="3917950"/>
          <p14:tracePt t="78942" x="4730750" y="3917950"/>
          <p14:tracePt t="78959" x="4813300" y="3892550"/>
          <p14:tracePt t="78975" x="4826000" y="3879850"/>
          <p14:tracePt t="78992" x="4832350" y="3860800"/>
          <p14:tracePt t="79009" x="4800600" y="3829050"/>
          <p14:tracePt t="79025" x="4787900" y="3822700"/>
          <p14:tracePt t="79042" x="4768850" y="3816350"/>
          <p14:tracePt t="79058" x="4622800" y="3778250"/>
          <p14:tracePt t="79075" x="4552950" y="3746500"/>
          <p14:tracePt t="79093" x="4432300" y="3702050"/>
          <p14:tracePt t="79108" x="4343400" y="3689350"/>
          <p14:tracePt t="79125" x="4159250" y="3670300"/>
          <p14:tracePt t="79142" x="3981450" y="3663950"/>
          <p14:tracePt t="79158" x="3892550" y="3676650"/>
          <p14:tracePt t="79174" x="3759200" y="3695700"/>
          <p14:tracePt t="79191" x="3683000" y="3727450"/>
          <p14:tracePt t="79208" x="3663950" y="3740150"/>
          <p14:tracePt t="79224" x="3625850" y="3765550"/>
          <p14:tracePt t="79241" x="3613150" y="3771900"/>
          <p14:tracePt t="79258" x="3606800" y="3771900"/>
          <p14:tracePt t="79275" x="3594100" y="3784600"/>
          <p14:tracePt t="79291" x="3587750" y="3790950"/>
          <p14:tracePt t="79324" x="3581400" y="3790950"/>
          <p14:tracePt t="79340" x="3568700" y="3790950"/>
          <p14:tracePt t="79360" x="3562350" y="3790950"/>
          <p14:tracePt t="79376" x="3556000" y="3784600"/>
          <p14:tracePt t="79391" x="3549650" y="3778250"/>
          <p14:tracePt t="79408" x="3524250" y="3765550"/>
          <p14:tracePt t="79424" x="3492500" y="3752850"/>
          <p14:tracePt t="79439" x="3467100" y="3746500"/>
          <p14:tracePt t="79457" x="3435350" y="3727450"/>
          <p14:tracePt t="79474" x="3390900" y="3702050"/>
          <p14:tracePt t="79490" x="3371850" y="3695700"/>
          <p14:tracePt t="79507" x="3352800" y="3676650"/>
          <p14:tracePt t="79523" x="3333750" y="3670300"/>
          <p14:tracePt t="79539" x="3333750" y="3663950"/>
          <p14:tracePt t="79556" x="3333750" y="3651250"/>
          <p14:tracePt t="79573" x="3333750" y="3638550"/>
          <p14:tracePt t="79590" x="3333750" y="3632200"/>
          <p14:tracePt t="79623" x="3333750" y="3625850"/>
          <p14:tracePt t="79640" x="3346450" y="3613150"/>
          <p14:tracePt t="79655" x="3346450" y="3606800"/>
          <p14:tracePt t="79672" x="3352800" y="3600450"/>
          <p14:tracePt t="79689" x="3359150" y="3581400"/>
          <p14:tracePt t="79706" x="3384550" y="3543300"/>
          <p14:tracePt t="79723" x="3409950" y="3511550"/>
          <p14:tracePt t="79739" x="3467100" y="3448050"/>
          <p14:tracePt t="79755" x="3549650" y="3352800"/>
          <p14:tracePt t="79772" x="3600450" y="3308350"/>
          <p14:tracePt t="79789" x="3702050" y="3213100"/>
          <p14:tracePt t="79806" x="3810000" y="3117850"/>
          <p14:tracePt t="79823" x="3911600" y="3041650"/>
          <p14:tracePt t="79839" x="3981450" y="3009900"/>
          <p14:tracePt t="79856" x="4140200" y="2959100"/>
          <p14:tracePt t="79872" x="4343400" y="2940050"/>
          <p14:tracePt t="79888" x="4457700" y="2933700"/>
          <p14:tracePt t="79905" x="4559300" y="2933700"/>
          <p14:tracePt t="79922" x="4902200" y="2978150"/>
          <p14:tracePt t="79939" x="5022850" y="2997200"/>
          <p14:tracePt t="79956" x="5137150" y="3016250"/>
          <p14:tracePt t="79971" x="5327650" y="3060700"/>
          <p14:tracePt t="79988" x="5511800" y="3098800"/>
          <p14:tracePt t="80006" x="5619750" y="3136900"/>
          <p14:tracePt t="80021" x="5676900" y="3162300"/>
          <p14:tracePt t="80038" x="5740400" y="3206750"/>
          <p14:tracePt t="80056" x="5772150" y="3244850"/>
          <p14:tracePt t="80071" x="5778500" y="3257550"/>
          <p14:tracePt t="80075" x="5778500" y="3263900"/>
          <p14:tracePt t="80088" x="5784850" y="3282950"/>
          <p14:tracePt t="80104" x="5784850" y="3333750"/>
          <p14:tracePt t="80121" x="5772150" y="3352800"/>
          <p14:tracePt t="80138" x="5715000" y="3429000"/>
          <p14:tracePt t="80155" x="5683250" y="3479800"/>
          <p14:tracePt t="80171" x="5549900" y="3587750"/>
          <p14:tracePt t="80189" x="5327650" y="3702050"/>
          <p14:tracePt t="80204" x="5022850" y="3810000"/>
          <p14:tracePt t="80221" x="4851400" y="3848100"/>
          <p14:tracePt t="80238" x="4514850" y="3886200"/>
          <p14:tracePt t="80255" x="4324350" y="3879850"/>
          <p14:tracePt t="80271" x="3956050" y="3829050"/>
          <p14:tracePt t="80287" x="3644900" y="3733800"/>
          <p14:tracePt t="80304" x="3536950" y="3689350"/>
          <p14:tracePt t="80321" x="3365500" y="3606800"/>
          <p14:tracePt t="80337" x="3232150" y="3511550"/>
          <p14:tracePt t="80354" x="3175000" y="3460750"/>
          <p14:tracePt t="80371" x="3117850" y="3403600"/>
          <p14:tracePt t="80387" x="3092450" y="3378200"/>
          <p14:tracePt t="80403" x="3079750" y="3359150"/>
          <p14:tracePt t="80420" x="3067050" y="3321050"/>
          <p14:tracePt t="80437" x="3060700" y="3314700"/>
          <p14:tracePt t="80454" x="3048000" y="3302000"/>
          <p14:tracePt t="80470" x="3041650" y="3276600"/>
          <p14:tracePt t="80487" x="3035300" y="3238500"/>
          <p14:tracePt t="80504" x="3035300" y="3232150"/>
          <p14:tracePt t="80520" x="3035300" y="3206750"/>
          <p14:tracePt t="80536" x="3041650" y="3194050"/>
          <p14:tracePt t="80554" x="3060700" y="3155950"/>
          <p14:tracePt t="80570" x="3086100" y="3130550"/>
          <p14:tracePt t="80586" x="3111500" y="3111500"/>
          <p14:tracePt t="80603" x="3149600" y="3098800"/>
          <p14:tracePt t="80619" x="3200400" y="3086100"/>
          <p14:tracePt t="80636" x="3238500" y="3086100"/>
          <p14:tracePt t="80653" x="3308350" y="3086100"/>
          <p14:tracePt t="80669" x="3409950" y="3086100"/>
          <p14:tracePt t="80686" x="3473450" y="3086100"/>
          <p14:tracePt t="80702" x="3632200" y="3117850"/>
          <p14:tracePt t="80718" x="3790950" y="3175000"/>
          <p14:tracePt t="80737" x="3930650" y="3257550"/>
          <p14:tracePt t="80752" x="3975100" y="3295650"/>
          <p14:tracePt t="80769" x="4013200" y="3340100"/>
          <p14:tracePt t="80786" x="4013200" y="3371850"/>
          <p14:tracePt t="80802" x="4006850" y="3384550"/>
          <p14:tracePt t="80818" x="4000500" y="3390900"/>
          <p14:tracePt t="80835" x="3956050" y="3403600"/>
          <p14:tracePt t="80852" x="3943350" y="3409950"/>
          <p14:tracePt t="80869" x="3911600" y="3422650"/>
          <p14:tracePt t="80885" x="3835400" y="3454400"/>
          <p14:tracePt t="80902" x="3752850" y="3473450"/>
          <p14:tracePt t="80920" x="3644900" y="3498850"/>
          <p14:tracePt t="80935" x="3600450" y="3517900"/>
          <p14:tracePt t="80952" x="3517900" y="3543300"/>
          <p14:tracePt t="80968" x="3473450" y="3549650"/>
          <p14:tracePt t="80985" x="3460750" y="3549650"/>
          <p14:tracePt t="81002" x="3441700" y="3524250"/>
          <p14:tracePt t="81018" x="3435350" y="3524250"/>
          <p14:tracePt t="83200" x="3435350" y="3530600"/>
          <p14:tracePt t="83214" x="3435350" y="3549650"/>
          <p14:tracePt t="83221" x="3435350" y="3581400"/>
          <p14:tracePt t="83235" x="3435350" y="3619500"/>
          <p14:tracePt t="83243" x="3435350" y="3657600"/>
          <p14:tracePt t="83260" x="3435350" y="3676650"/>
          <p14:tracePt t="83277" x="3435350" y="3733800"/>
          <p14:tracePt t="83294" x="3435350" y="3803650"/>
          <p14:tracePt t="83312" x="3435350" y="3841750"/>
          <p14:tracePt t="83327" x="3435350" y="3898900"/>
          <p14:tracePt t="83343" x="3435350" y="3956050"/>
          <p14:tracePt t="83360" x="3441700" y="3987800"/>
          <p14:tracePt t="83376" x="3448050" y="4019550"/>
          <p14:tracePt t="83393" x="3448050" y="4032250"/>
          <p14:tracePt t="83412" x="3454400" y="4057650"/>
          <p14:tracePt t="83444" x="3454400" y="4064000"/>
          <p14:tracePt t="83474" x="3460750" y="4070350"/>
          <p14:tracePt t="83502" x="3460750" y="4076700"/>
          <p14:tracePt t="83523" x="3460750" y="4083050"/>
          <p14:tracePt t="83537" x="3467100" y="4089400"/>
          <p14:tracePt t="83558" x="3467100" y="4095750"/>
          <p14:tracePt t="83593" x="3467100" y="4102100"/>
          <p14:tracePt t="83599" x="3473450" y="4108450"/>
          <p14:tracePt t="83609" x="3473450" y="4114800"/>
          <p14:tracePt t="83629" x="3473450" y="4127500"/>
          <p14:tracePt t="83642" x="3479800" y="4133850"/>
          <p14:tracePt t="83658" x="3486150" y="4165600"/>
          <p14:tracePt t="83675" x="3486150" y="4178300"/>
          <p14:tracePt t="83692" x="3505200" y="4229100"/>
          <p14:tracePt t="83709" x="3517900" y="4254500"/>
          <p14:tracePt t="83726" x="3536950" y="4292600"/>
          <p14:tracePt t="83741" x="3556000" y="4305300"/>
          <p14:tracePt t="100688" x="3600450" y="4305300"/>
          <p14:tracePt t="100694" x="3676650" y="4318000"/>
          <p14:tracePt t="100703" x="3759200" y="4330700"/>
          <p14:tracePt t="100716" x="3962400" y="4356100"/>
          <p14:tracePt t="100733" x="4241800" y="4438650"/>
          <p14:tracePt t="100750" x="4483100" y="4502150"/>
          <p14:tracePt t="100766" x="4895850" y="4578350"/>
          <p14:tracePt t="100783" x="5092700" y="4610100"/>
          <p14:tracePt t="100800" x="5321300" y="4629150"/>
          <p14:tracePt t="100816" x="5480050" y="4667250"/>
          <p14:tracePt t="100833" x="5632450" y="4686300"/>
          <p14:tracePt t="100850" x="5734050" y="4686300"/>
          <p14:tracePt t="100866" x="5772150" y="4692650"/>
          <p14:tracePt t="100882" x="5803900" y="4711700"/>
          <p14:tracePt t="100899" x="5842000" y="4743450"/>
          <p14:tracePt t="100916" x="5867400" y="4762500"/>
          <p14:tracePt t="100933" x="5899150" y="4781550"/>
          <p14:tracePt t="100949" x="5943600" y="4826000"/>
          <p14:tracePt t="100966" x="5969000" y="4857750"/>
          <p14:tracePt t="100984" x="6032500" y="4933950"/>
          <p14:tracePt t="100999" x="6070600" y="4997450"/>
          <p14:tracePt t="101015" x="6096000" y="5035550"/>
          <p14:tracePt t="101033" x="6134100" y="5092700"/>
          <p14:tracePt t="101049" x="6146800" y="5118100"/>
          <p14:tracePt t="101065" x="6159500" y="5124450"/>
          <p14:tracePt t="101082" x="6159500" y="5143500"/>
          <p14:tracePt t="101099" x="6159500" y="5149850"/>
          <p14:tracePt t="101116" x="6153150" y="5162550"/>
          <p14:tracePt t="101131" x="6140450" y="5168900"/>
          <p14:tracePt t="101148" x="6127750" y="5181600"/>
          <p14:tracePt t="101166" x="6108700" y="5187950"/>
          <p14:tracePt t="101182" x="6096000" y="5207000"/>
          <p14:tracePt t="101198" x="6070600" y="5219700"/>
          <p14:tracePt t="101215" x="6032500" y="5232400"/>
          <p14:tracePt t="101231" x="6013450" y="5232400"/>
          <p14:tracePt t="101248" x="5994400" y="5232400"/>
          <p14:tracePt t="101265" x="5956300" y="5232400"/>
          <p14:tracePt t="101281" x="5949950" y="5232400"/>
          <p14:tracePt t="101298" x="5943600" y="5232400"/>
          <p14:tracePt t="101314" x="5943600" y="5226050"/>
          <p14:tracePt t="101331" x="5937250" y="5226050"/>
          <p14:tracePt t="101369" x="5937250" y="5219700"/>
          <p14:tracePt t="101391" x="5937250" y="5213350"/>
          <p14:tracePt t="101405" x="5949950" y="5213350"/>
          <p14:tracePt t="101426" x="5962650" y="5213350"/>
          <p14:tracePt t="101440" x="5969000" y="5207000"/>
          <p14:tracePt t="101446" x="5981700" y="5207000"/>
          <p14:tracePt t="101461" x="5994400" y="5207000"/>
          <p14:tracePt t="101468" x="6013450" y="5207000"/>
          <p14:tracePt t="101480" x="6045200" y="5200650"/>
          <p14:tracePt t="101497" x="6121400" y="5194300"/>
          <p14:tracePt t="101514" x="6165850" y="5187950"/>
          <p14:tracePt t="101531" x="6254750" y="5175250"/>
          <p14:tracePt t="101547" x="6337300" y="5162550"/>
          <p14:tracePt t="101564" x="6369050" y="5162550"/>
          <p14:tracePt t="101580" x="6426200" y="5156200"/>
          <p14:tracePt t="101597" x="6457950" y="5156200"/>
          <p14:tracePt t="101613" x="6496050" y="5156200"/>
          <p14:tracePt t="101630" x="6527800" y="5156200"/>
          <p14:tracePt t="101647" x="6546850" y="5156200"/>
          <p14:tracePt t="101664" x="6584950" y="5156200"/>
          <p14:tracePt t="101679" x="6623050" y="5156200"/>
          <p14:tracePt t="101696" x="6642100" y="5156200"/>
          <p14:tracePt t="101714" x="6686550" y="5162550"/>
          <p14:tracePt t="101730" x="6724650" y="5168900"/>
          <p14:tracePt t="101746" x="6743700" y="5175250"/>
          <p14:tracePt t="101763" x="6788150" y="5181600"/>
          <p14:tracePt t="101780" x="6819900" y="5187950"/>
          <p14:tracePt t="101796" x="6832600" y="5194300"/>
          <p14:tracePt t="101813" x="6851650" y="5194300"/>
          <p14:tracePt t="101829" x="6870700" y="5194300"/>
          <p14:tracePt t="101847" x="6877050" y="5200650"/>
          <p14:tracePt t="101862" x="6883400" y="5207000"/>
          <p14:tracePt t="101879" x="6889750" y="5207000"/>
          <p14:tracePt t="101897" x="6908800" y="5213350"/>
          <p14:tracePt t="101912" x="6915150" y="5213350"/>
          <p14:tracePt t="101946" x="6915150" y="5219700"/>
          <p14:tracePt t="101962" x="6921500" y="5219700"/>
          <p14:tracePt t="101988" x="6927850" y="5226050"/>
          <p14:tracePt t="102009" x="6934200" y="5232400"/>
          <p14:tracePt t="102030" x="6940550" y="5232400"/>
          <p14:tracePt t="102037" x="6940550" y="5238750"/>
          <p14:tracePt t="102058" x="6946900" y="5238750"/>
          <p14:tracePt t="102080" x="6953250" y="5245100"/>
          <p14:tracePt t="102093" x="6953250" y="5251450"/>
          <p14:tracePt t="102107" x="6959600" y="5251450"/>
          <p14:tracePt t="102149" x="6965950" y="5251450"/>
          <p14:tracePt t="102170" x="6972300" y="5257800"/>
          <p14:tracePt t="102198" x="6978650" y="5257800"/>
          <p14:tracePt t="102219" x="6985000" y="5264150"/>
          <p14:tracePt t="102269" x="6991350" y="5270500"/>
          <p14:tracePt t="102290" x="6997700" y="5270500"/>
          <p14:tracePt t="102304" x="7004050" y="5270500"/>
          <p14:tracePt t="102314" x="7010400" y="5276850"/>
          <p14:tracePt t="102328" x="7016750" y="5276850"/>
          <p14:tracePt t="102344" x="7035800" y="5276850"/>
          <p14:tracePt t="102361" x="7073900" y="5276850"/>
          <p14:tracePt t="102377" x="7099300" y="5276850"/>
          <p14:tracePt t="102395" x="7156450" y="5276850"/>
          <p14:tracePt t="102411" x="7226300" y="5270500"/>
          <p14:tracePt t="102428" x="7264400" y="5270500"/>
          <p14:tracePt t="102445" x="7321550" y="5257800"/>
          <p14:tracePt t="102460" x="7391400" y="5251450"/>
          <p14:tracePt t="102477" x="7423150" y="5251450"/>
          <p14:tracePt t="102494" x="7467600" y="5251450"/>
          <p14:tracePt t="102510" x="7499350" y="5245100"/>
          <p14:tracePt t="102528" x="7537450" y="5245100"/>
          <p14:tracePt t="102544" x="7569200" y="5245100"/>
          <p14:tracePt t="102560" x="7594600" y="5238750"/>
          <p14:tracePt t="102577" x="7626350" y="5238750"/>
          <p14:tracePt t="102593" x="7658100" y="5238750"/>
          <p14:tracePt t="102610" x="7677150" y="5238750"/>
          <p14:tracePt t="102627" x="7708900" y="5238750"/>
          <p14:tracePt t="102643" x="7753350" y="5245100"/>
          <p14:tracePt t="102660" x="7766050" y="5245100"/>
          <p14:tracePt t="102677" x="7791450" y="5245100"/>
          <p14:tracePt t="102693" x="7804150" y="5245100"/>
          <p14:tracePt t="102710" x="7810500" y="5245100"/>
          <p14:tracePt t="102727" x="7816850" y="5238750"/>
          <p14:tracePt t="102743" x="7823200" y="5238750"/>
          <p14:tracePt t="102824" x="7816850" y="5232400"/>
          <p14:tracePt t="102845" x="7810500" y="5226050"/>
          <p14:tracePt t="103235" x="7772400" y="5226050"/>
          <p14:tracePt t="103242" x="7734300" y="5219700"/>
          <p14:tracePt t="103256" x="7677150" y="5207000"/>
          <p14:tracePt t="103264" x="7639050" y="5200650"/>
          <p14:tracePt t="103279" x="7581900" y="5194300"/>
          <p14:tracePt t="103292" x="7480300" y="5181600"/>
          <p14:tracePt t="103308" x="7404100" y="5175250"/>
          <p14:tracePt t="103324" x="7327900" y="5175250"/>
          <p14:tracePt t="103341" x="7194550" y="5162550"/>
          <p14:tracePt t="103358" x="7105650" y="5162550"/>
          <p14:tracePt t="103374" x="7061200" y="5156200"/>
          <p14:tracePt t="103391" x="7023100" y="5156200"/>
          <p14:tracePt t="103407" x="6991350" y="5156200"/>
          <p14:tracePt t="103424" x="6978650" y="5156200"/>
          <p14:tracePt t="103440" x="6965950" y="5156200"/>
          <p14:tracePt t="103458" x="6959600" y="5156200"/>
          <p14:tracePt t="103601" x="6959600" y="5162550"/>
          <p14:tracePt t="103948" x="6940550" y="5162550"/>
          <p14:tracePt t="103957" x="6915150" y="5162550"/>
          <p14:tracePt t="103969" x="6877050" y="5162550"/>
          <p14:tracePt t="103976" x="6838950" y="5162550"/>
          <p14:tracePt t="103992" x="6807200" y="5162550"/>
          <p14:tracePt t="104005" x="6718300" y="5168900"/>
          <p14:tracePt t="104022" x="6667500" y="5175250"/>
          <p14:tracePt t="104039" x="6572250" y="5187950"/>
          <p14:tracePt t="104055" x="6464300" y="5200650"/>
          <p14:tracePt t="104072" x="6413500" y="5200650"/>
          <p14:tracePt t="104089" x="6343650" y="5213350"/>
          <p14:tracePt t="104105" x="6318250" y="5213350"/>
          <p14:tracePt t="104121" x="6267450" y="5213350"/>
          <p14:tracePt t="104139" x="6235700" y="5226050"/>
          <p14:tracePt t="104155" x="6210300" y="5226050"/>
          <p14:tracePt t="104171" x="6178550" y="5232400"/>
          <p14:tracePt t="104189" x="6153150" y="5232400"/>
          <p14:tracePt t="104204" x="6140450" y="5238750"/>
          <p14:tracePt t="104221" x="6134100" y="5245100"/>
          <p14:tracePt t="104238" x="6134100" y="5251450"/>
          <p14:tracePt t="104254" x="6134100" y="5257800"/>
          <p14:tracePt t="104637" x="6140450" y="5257800"/>
          <p14:tracePt t="104679" x="6140450" y="5251450"/>
          <p14:tracePt t="104728" x="6140450" y="5245100"/>
          <p14:tracePt t="104749" x="6140450" y="5238750"/>
          <p14:tracePt t="104764" x="6140450" y="5232400"/>
          <p14:tracePt t="104772" x="6134100" y="5226050"/>
          <p14:tracePt t="104786" x="6121400" y="5213350"/>
          <p14:tracePt t="104802" x="6057900" y="5156200"/>
          <p14:tracePt t="104820" x="5911850" y="5016500"/>
          <p14:tracePt t="104836" x="5784850" y="4908550"/>
          <p14:tracePt t="104852" x="5448300" y="4616450"/>
          <p14:tracePt t="104869" x="5086350" y="4279900"/>
          <p14:tracePt t="104885" x="4895850" y="4121150"/>
          <p14:tracePt t="104902" x="4724400" y="3962400"/>
          <p14:tracePt t="104919" x="4305300" y="3625850"/>
          <p14:tracePt t="104935" x="4222750" y="3536950"/>
          <p14:tracePt t="104953" x="4083050" y="3429000"/>
          <p14:tracePt t="104968" x="4038600" y="3390900"/>
          <p14:tracePt t="104985" x="3962400" y="3340100"/>
          <p14:tracePt t="105003" x="3924300" y="3314700"/>
          <p14:tracePt t="105018" x="3911600" y="3308350"/>
          <p14:tracePt t="105035" x="3886200" y="3302000"/>
          <p14:tracePt t="105052" x="3867150" y="3295650"/>
          <p14:tracePt t="105068" x="3848100" y="3289300"/>
          <p14:tracePt t="105085" x="3835400" y="3282950"/>
          <p14:tracePt t="105102" x="3810000" y="3276600"/>
          <p14:tracePt t="105118" x="3803650" y="3270250"/>
          <p14:tracePt t="105135" x="3778250" y="3257550"/>
          <p14:tracePt t="105151" x="3759200" y="3251200"/>
          <p14:tracePt t="105168" x="3746500" y="3238500"/>
          <p14:tracePt t="105185" x="3721100" y="3232150"/>
          <p14:tracePt t="105202" x="3702050" y="3219450"/>
          <p14:tracePt t="105218" x="3695700" y="3219450"/>
          <p14:tracePt t="105251" x="3695700" y="3213100"/>
          <p14:tracePt t="105291" x="3695700" y="3219450"/>
          <p14:tracePt t="105332" x="3702050" y="3225800"/>
          <p14:tracePt t="105340" x="3708400" y="3225800"/>
          <p14:tracePt t="105375" x="3714750" y="3225800"/>
          <p14:tracePt t="105382" x="3721100" y="3225800"/>
          <p14:tracePt t="105396" x="3727450" y="3225800"/>
          <p14:tracePt t="105404" x="3733800" y="3232150"/>
          <p14:tracePt t="105417" x="3746500" y="3238500"/>
          <p14:tracePt t="105434" x="3797300" y="3251200"/>
          <p14:tracePt t="105450" x="3841750" y="3257550"/>
          <p14:tracePt t="105467" x="3962400" y="3276600"/>
          <p14:tracePt t="105483" x="4127500" y="3302000"/>
          <p14:tracePt t="105501" x="4229100" y="3314700"/>
          <p14:tracePt t="105517" x="4457700" y="3333750"/>
          <p14:tracePt t="105533" x="4584700" y="3346450"/>
          <p14:tracePt t="105551" x="4953000" y="3359150"/>
          <p14:tracePt t="105566" x="5067300" y="3359150"/>
          <p14:tracePt t="105583" x="5168900" y="3359150"/>
          <p14:tracePt t="105600" x="5334000" y="3359150"/>
          <p14:tracePt t="105616" x="5448300" y="3359150"/>
          <p14:tracePt t="105633" x="5499100" y="3359150"/>
          <p14:tracePt t="105650" x="5568950" y="3359150"/>
          <p14:tracePt t="105666" x="5626100" y="3359150"/>
          <p14:tracePt t="105684" x="5664200" y="3359150"/>
          <p14:tracePt t="105699" x="5689600" y="3359150"/>
          <p14:tracePt t="105716" x="5715000" y="3359150"/>
          <p14:tracePt t="105733" x="5740400" y="3359150"/>
          <p14:tracePt t="105749" x="5746750" y="3359150"/>
          <p14:tracePt t="105766" x="5772150" y="3359150"/>
          <p14:tracePt t="105783" x="5784850" y="3359150"/>
          <p14:tracePt t="105799" x="5791200" y="3359150"/>
          <p14:tracePt t="105816" x="5797550" y="3359150"/>
          <p14:tracePt t="105832" x="5803900" y="3359150"/>
          <p14:tracePt t="105923" x="5797550" y="3365500"/>
          <p14:tracePt t="105944" x="5791200" y="3371850"/>
          <p14:tracePt t="105966" x="5791200" y="3384550"/>
          <p14:tracePt t="105972" x="5791200" y="3390900"/>
          <p14:tracePt t="105986" x="5791200" y="3403600"/>
          <p14:tracePt t="105998" x="5797550" y="3429000"/>
          <p14:tracePt t="106016" x="5835650" y="3543300"/>
          <p14:tracePt t="106031" x="5873750" y="3632200"/>
          <p14:tracePt t="106049" x="5962650" y="3886200"/>
          <p14:tracePt t="106064" x="6127750" y="4273550"/>
          <p14:tracePt t="106081" x="6223000" y="4445000"/>
          <p14:tracePt t="106099" x="6388100" y="4832350"/>
          <p14:tracePt t="106115" x="6457950" y="4978400"/>
          <p14:tracePt t="106131" x="6527800" y="5080000"/>
          <p14:tracePt t="106148" x="6604000" y="5245100"/>
          <p14:tracePt t="106164" x="6642100" y="5302250"/>
          <p14:tracePt t="106181" x="6673850" y="5353050"/>
          <p14:tracePt t="106198" x="6686550" y="5365750"/>
          <p14:tracePt t="106215" x="6686550" y="5372100"/>
          <p14:tracePt t="106232" x="6692900" y="5372100"/>
          <p14:tracePt t="106289" x="6686550" y="5372100"/>
          <p14:tracePt t="106295" x="6680200" y="5372100"/>
          <p14:tracePt t="106316" x="6667500" y="5372100"/>
          <p14:tracePt t="106324" x="6661150" y="5372100"/>
          <p14:tracePt t="106337" x="6648450" y="5372100"/>
          <p14:tracePt t="106347" x="6635750" y="5372100"/>
          <p14:tracePt t="106363" x="6623050" y="5372100"/>
          <p14:tracePt t="106380" x="6572250" y="5378450"/>
          <p14:tracePt t="106397" x="6515100" y="5384800"/>
          <p14:tracePt t="106414" x="6489700" y="5384800"/>
          <p14:tracePt t="106430" x="6407150" y="5384800"/>
          <p14:tracePt t="106447" x="6369050" y="5384800"/>
          <p14:tracePt t="106465" x="6267450" y="5384800"/>
          <p14:tracePt t="106480" x="6235700" y="5384800"/>
          <p14:tracePt t="106497" x="6210300" y="5384800"/>
          <p14:tracePt t="106514" x="6146800" y="5391150"/>
          <p14:tracePt t="106530" x="6102350" y="5397500"/>
          <p14:tracePt t="106546" x="6070600" y="5397500"/>
          <p14:tracePt t="106563" x="6032500" y="5397500"/>
          <p14:tracePt t="106580" x="6000750" y="5403850"/>
          <p14:tracePt t="106596" x="5975350" y="5410200"/>
          <p14:tracePt t="106613" x="5962650" y="5416550"/>
          <p14:tracePt t="106630" x="5949950" y="5416550"/>
          <p14:tracePt t="106668" x="5949950" y="5422900"/>
          <p14:tracePt t="106679" x="5962650" y="5422900"/>
          <p14:tracePt t="106696" x="5981700" y="5422900"/>
          <p14:tracePt t="106712" x="6045200" y="5422900"/>
          <p14:tracePt t="106729" x="6121400" y="5422900"/>
          <p14:tracePt t="106746" x="6477000" y="5397500"/>
          <p14:tracePt t="106764" x="6616700" y="5391150"/>
          <p14:tracePt t="106780" x="6750050" y="5378450"/>
          <p14:tracePt t="106795" x="6972300" y="5346700"/>
          <p14:tracePt t="106812" x="7118350" y="5308600"/>
          <p14:tracePt t="106830" x="7162800" y="5289550"/>
          <p14:tracePt t="106845" x="7162800" y="5283200"/>
          <p14:tracePt t="106862" x="7156450" y="5270500"/>
          <p14:tracePt t="106879" x="7124700" y="5264150"/>
          <p14:tracePt t="106895" x="7099300" y="5264150"/>
          <p14:tracePt t="106912" x="7054850" y="5257800"/>
          <p14:tracePt t="106929" x="6934200" y="5245100"/>
          <p14:tracePt t="106945" x="6845300" y="5245100"/>
          <p14:tracePt t="106963" x="6629400" y="5213350"/>
          <p14:tracePt t="106978" x="6407150" y="5175250"/>
          <p14:tracePt t="106995" x="6305550" y="5162550"/>
          <p14:tracePt t="107012" x="6127750" y="5156200"/>
          <p14:tracePt t="107028" x="6000750" y="5156200"/>
          <p14:tracePt t="107045" x="5975350" y="5156200"/>
          <p14:tracePt t="107062" x="5937250" y="5156200"/>
          <p14:tracePt t="107094" x="5930900" y="5156200"/>
          <p14:tracePt t="107132" x="5930900" y="5162550"/>
          <p14:tracePt t="107139" x="5943600" y="5162550"/>
          <p14:tracePt t="107153" x="5956300" y="5162550"/>
          <p14:tracePt t="107162" x="5969000" y="5162550"/>
          <p14:tracePt t="107178" x="5988050" y="5162550"/>
          <p14:tracePt t="107195" x="6038850" y="5162550"/>
          <p14:tracePt t="107211" x="6108700" y="5149850"/>
          <p14:tracePt t="107227" x="6153150" y="5137150"/>
          <p14:tracePt t="107244" x="6191250" y="5105400"/>
          <p14:tracePt t="107261" x="6223000" y="5080000"/>
          <p14:tracePt t="107277" x="6229350" y="5067300"/>
          <p14:tracePt t="107294" x="6229350" y="5041900"/>
          <p14:tracePt t="107310" x="6216650" y="5022850"/>
          <p14:tracePt t="107328" x="6203950" y="5022850"/>
          <p14:tracePt t="107344" x="6178550" y="5022850"/>
          <p14:tracePt t="107360" x="6159500" y="5022850"/>
          <p14:tracePt t="107378" x="6038850" y="5022850"/>
          <p14:tracePt t="107393" x="5975350" y="5022850"/>
          <p14:tracePt t="107410" x="5905500" y="5029200"/>
          <p14:tracePt t="107427" x="5784850" y="5060950"/>
          <p14:tracePt t="107443" x="5715000" y="5073650"/>
          <p14:tracePt t="107460" x="5702300" y="5080000"/>
          <p14:tracePt t="107477" x="5683250" y="5092700"/>
          <p14:tracePt t="107493" x="5683250" y="5105400"/>
          <p14:tracePt t="107510" x="5683250" y="5111750"/>
          <p14:tracePt t="107526" x="5708650" y="5118100"/>
          <p14:tracePt t="107543" x="5746750" y="5124450"/>
          <p14:tracePt t="107561" x="5854700" y="5143500"/>
          <p14:tracePt t="107576" x="5930900" y="5149850"/>
          <p14:tracePt t="107593" x="6121400" y="5162550"/>
          <p14:tracePt t="107610" x="6299200" y="5156200"/>
          <p14:tracePt t="107626" x="6362700" y="5156200"/>
          <p14:tracePt t="107630" x="6419850" y="5130800"/>
          <p14:tracePt t="107659" x="6508750" y="5086350"/>
          <p14:tracePt t="107676" x="6515100" y="5060950"/>
          <p14:tracePt t="107692" x="6515100" y="5041900"/>
          <p14:tracePt t="107709" x="6515100" y="5016500"/>
          <p14:tracePt t="107726" x="6483350" y="5003800"/>
          <p14:tracePt t="107743" x="6445250" y="5003800"/>
          <p14:tracePt t="107759" x="6426200" y="5003800"/>
          <p14:tracePt t="107775" x="6400800" y="5010150"/>
          <p14:tracePt t="107793" x="6369050" y="5022850"/>
          <p14:tracePt t="107809" x="6350000" y="5029200"/>
          <p14:tracePt t="107825" x="6299200" y="5048250"/>
          <p14:tracePt t="107842" x="6261100" y="5060950"/>
          <p14:tracePt t="107858" x="6242050" y="5067300"/>
          <p14:tracePt t="107875" x="6216650" y="5080000"/>
          <p14:tracePt t="107892" x="6210300" y="5086350"/>
          <p14:tracePt t="107908" x="6203950" y="5086350"/>
          <p14:tracePt t="107941" x="6197600" y="5099050"/>
          <p14:tracePt t="107958" x="6203950" y="5099050"/>
          <p14:tracePt t="107975" x="6210300" y="5099050"/>
          <p14:tracePt t="107991" x="6235700" y="5092700"/>
          <p14:tracePt t="108008" x="6261100" y="5086350"/>
          <p14:tracePt t="108025" x="6286500" y="5073650"/>
          <p14:tracePt t="108041" x="6299200" y="5073650"/>
          <p14:tracePt t="108058" x="6311900" y="5060950"/>
          <p14:tracePt t="108075" x="6318250" y="5054600"/>
          <p14:tracePt t="108091" x="6324600" y="5054600"/>
          <p14:tracePt t="108109" x="6330950" y="5041900"/>
          <p14:tracePt t="108124" x="6330950" y="5035550"/>
          <p14:tracePt t="108158" x="6337300" y="5035550"/>
          <p14:tracePt t="108187" x="6337300" y="5029200"/>
          <p14:tracePt t="108215" x="6337300" y="5016500"/>
          <p14:tracePt t="108221" x="6343650" y="5016500"/>
          <p14:tracePt t="108256" x="6343650" y="5010150"/>
          <p14:tracePt t="108264" x="6350000" y="5010150"/>
          <p14:tracePt t="108285" x="6356350" y="5010150"/>
          <p14:tracePt t="108313" x="6362700" y="5003800"/>
          <p14:tracePt t="108355" x="6369050" y="5003800"/>
          <p14:tracePt t="108425" x="6369050" y="5010150"/>
          <p14:tracePt t="108454" x="6362700" y="5010150"/>
          <p14:tracePt t="108482" x="6350000" y="5016500"/>
          <p14:tracePt t="108848" x="6369050" y="5054600"/>
          <p14:tracePt t="108856" x="6407150" y="5111750"/>
          <p14:tracePt t="108869" x="6457950" y="5162550"/>
          <p14:tracePt t="108876" x="6515100" y="5219700"/>
          <p14:tracePt t="108892" x="6559550" y="5264150"/>
          <p14:tracePt t="108905" x="6673850" y="5340350"/>
          <p14:tracePt t="108921" x="6731000" y="5378450"/>
          <p14:tracePt t="108939" x="6800850" y="5397500"/>
          <p14:tracePt t="108954" x="6934200" y="5441950"/>
          <p14:tracePt t="108971" x="7016750" y="5448300"/>
          <p14:tracePt t="108989" x="7061200" y="5454650"/>
          <p14:tracePt t="109005" x="7073900" y="5454650"/>
          <p14:tracePt t="109021" x="7092950" y="5454650"/>
          <p14:tracePt t="109038" x="7105650" y="5454650"/>
          <p14:tracePt t="109054" x="7112000" y="5448300"/>
          <p14:tracePt t="109071" x="7118350" y="5441950"/>
          <p14:tracePt t="109088" x="7118350" y="5435600"/>
          <p14:tracePt t="109417" x="7124700" y="5435600"/>
          <p14:tracePt t="109431" x="7131050" y="5435600"/>
          <p14:tracePt t="109452" x="7137400" y="5429250"/>
          <p14:tracePt t="109459" x="7150100" y="5429250"/>
          <p14:tracePt t="109481" x="7162800" y="5422900"/>
          <p14:tracePt t="109489" x="7175500" y="5416550"/>
          <p14:tracePt t="109503" x="7194550" y="5416550"/>
          <p14:tracePt t="109520" x="7207250" y="5410200"/>
          <p14:tracePt t="109537" x="7289800" y="5372100"/>
          <p14:tracePt t="109553" x="7321550" y="5365750"/>
          <p14:tracePt t="109569" x="7340600" y="5346700"/>
          <p14:tracePt t="109586" x="7385050" y="5327650"/>
          <p14:tracePt t="109603" x="7416800" y="5314950"/>
          <p14:tracePt t="109620" x="7423150" y="5302250"/>
          <p14:tracePt t="109635" x="7429500" y="5295900"/>
          <p14:tracePt t="109652" x="7429500" y="5289550"/>
          <p14:tracePt t="109669" x="7423150" y="5289550"/>
          <p14:tracePt t="109685" x="7416800" y="5289550"/>
          <p14:tracePt t="109702" x="7397750" y="5289550"/>
          <p14:tracePt t="109721" x="7385050" y="5289550"/>
          <p14:tracePt t="109735" x="7372350" y="5295900"/>
          <p14:tracePt t="109752" x="7359650" y="5302250"/>
          <p14:tracePt t="109769" x="7315200" y="5308600"/>
          <p14:tracePt t="109785" x="7296150" y="5314950"/>
          <p14:tracePt t="109802" x="7264400" y="5327650"/>
          <p14:tracePt t="109819" x="7188200" y="5359400"/>
          <p14:tracePt t="109835" x="7162800" y="5365750"/>
          <p14:tracePt t="109851" x="7150100" y="5372100"/>
          <p14:tracePt t="109868" x="7131050" y="5378450"/>
          <p14:tracePt t="109885" x="7131050" y="5384800"/>
          <p14:tracePt t="109918" x="7137400" y="5384800"/>
          <p14:tracePt t="109935" x="7169150" y="5378450"/>
          <p14:tracePt t="109952" x="7232650" y="5372100"/>
          <p14:tracePt t="109968" x="7283450" y="5353050"/>
          <p14:tracePt t="109985" x="7429500" y="5334000"/>
          <p14:tracePt t="110001" x="7581900" y="5302250"/>
          <p14:tracePt t="110018" x="7651750" y="5283200"/>
          <p14:tracePt t="110036" x="7740650" y="5251450"/>
          <p14:tracePt t="110051" x="7791450" y="5226050"/>
          <p14:tracePt t="110067" x="7804150" y="5219700"/>
          <p14:tracePt t="110085" x="7810500" y="5200650"/>
          <p14:tracePt t="110100" x="7810500" y="5194300"/>
          <p14:tracePt t="110118" x="7810500" y="5187950"/>
          <p14:tracePt t="110134" x="7791450" y="5187950"/>
          <p14:tracePt t="110151" x="7778750" y="5187950"/>
          <p14:tracePt t="110154" x="7772400" y="5187950"/>
          <p14:tracePt t="110168" x="7772400" y="5194300"/>
          <p14:tracePt t="110184" x="7747000" y="5200650"/>
          <p14:tracePt t="110200" x="7734300" y="5207000"/>
          <p14:tracePt t="110218" x="7683500" y="5226050"/>
          <p14:tracePt t="110234" x="7594600" y="5264150"/>
          <p14:tracePt t="110250" x="7556500" y="5283200"/>
          <p14:tracePt t="110268" x="7493000" y="5314950"/>
          <p14:tracePt t="110283" x="7454900" y="5353050"/>
          <p14:tracePt t="110300" x="7442200" y="5359400"/>
          <p14:tracePt t="110317" x="7435850" y="5378450"/>
          <p14:tracePt t="110333" x="7435850" y="5384800"/>
          <p14:tracePt t="110350" x="7435850" y="5391150"/>
          <p14:tracePt t="110367" x="7467600" y="5391150"/>
          <p14:tracePt t="110383" x="7505700" y="5391150"/>
          <p14:tracePt t="110400" x="7524750" y="5391150"/>
          <p14:tracePt t="110416" x="7620000" y="5384800"/>
          <p14:tracePt t="110433" x="7715250" y="5359400"/>
          <p14:tracePt t="110451" x="7804150" y="5321300"/>
          <p14:tracePt t="110467" x="7829550" y="5314950"/>
          <p14:tracePt t="110483" x="7854950" y="5302250"/>
          <p14:tracePt t="110499" x="7880350" y="5283200"/>
          <p14:tracePt t="110516" x="7880350" y="5264150"/>
          <p14:tracePt t="110533" x="7874000" y="5257800"/>
          <p14:tracePt t="110549" x="7854950" y="5251450"/>
          <p14:tracePt t="110566" x="7829550" y="5251450"/>
          <p14:tracePt t="110583" x="7816850" y="5257800"/>
          <p14:tracePt t="110599" x="7759700" y="5257800"/>
          <p14:tracePt t="110616" x="7658100" y="5276850"/>
          <p14:tracePt t="110633" x="7537450" y="5302250"/>
          <p14:tracePt t="110649" x="7486650" y="5314950"/>
          <p14:tracePt t="110666" x="7385050" y="5346700"/>
          <p14:tracePt t="110682" x="7321550" y="5378450"/>
          <p14:tracePt t="110699" x="7302500" y="5403850"/>
          <p14:tracePt t="110715" x="7289800" y="5410200"/>
          <p14:tracePt t="110732" x="7283450" y="5429250"/>
          <p14:tracePt t="110749" x="7283450" y="5435600"/>
          <p14:tracePt t="110766" x="7296150" y="5441950"/>
          <p14:tracePt t="110782" x="7321550" y="5448300"/>
          <p14:tracePt t="110798" x="7378700" y="5448300"/>
          <p14:tracePt t="110816" x="7493000" y="5429250"/>
          <p14:tracePt t="110831" x="7562850" y="5410200"/>
          <p14:tracePt t="110848" x="7696200" y="5359400"/>
          <p14:tracePt t="110865" x="7797800" y="5295900"/>
          <p14:tracePt t="110882" x="7835900" y="5270500"/>
          <p14:tracePt t="110898" x="7867650" y="5232400"/>
          <p14:tracePt t="110915" x="7867650" y="5194300"/>
          <p14:tracePt t="110948" x="7854950" y="5181600"/>
          <p14:tracePt t="110964" x="7829550" y="5181600"/>
          <p14:tracePt t="110981" x="7810500" y="5181600"/>
          <p14:tracePt t="110998" x="7778750" y="5181600"/>
          <p14:tracePt t="111014" x="7632700" y="5181600"/>
          <p14:tracePt t="111031" x="7581900" y="5187950"/>
          <p14:tracePt t="111048" x="7423150" y="5232400"/>
          <p14:tracePt t="111064" x="7366000" y="5257800"/>
          <p14:tracePt t="111081" x="7245350" y="5314950"/>
          <p14:tracePt t="111097" x="7175500" y="5365750"/>
          <p14:tracePt t="111114" x="7162800" y="5378450"/>
          <p14:tracePt t="111131" x="7156450" y="5403850"/>
          <p14:tracePt t="111147" x="7156450" y="5429250"/>
          <p14:tracePt t="111164" x="7162800" y="5435600"/>
          <p14:tracePt t="111167" x="7175500" y="5441950"/>
          <p14:tracePt t="111181" x="7194550" y="5441950"/>
          <p14:tracePt t="111197" x="7245350" y="5448300"/>
          <p14:tracePt t="111214" x="7270750" y="5454650"/>
          <p14:tracePt t="111230" x="7366000" y="5454650"/>
          <p14:tracePt t="111247" x="7467600" y="5441950"/>
          <p14:tracePt t="111263" x="7512050" y="5422900"/>
          <p14:tracePt t="111280" x="7575550" y="5410200"/>
          <p14:tracePt t="111297" x="7600950" y="5391150"/>
          <p14:tracePt t="111314" x="7613650" y="5378450"/>
          <p14:tracePt t="111330" x="7613650" y="5359400"/>
          <p14:tracePt t="111346" x="7613650" y="5353050"/>
          <p14:tracePt t="111364" x="7607300" y="5340350"/>
          <p14:tracePt t="111380" x="7600950" y="5334000"/>
          <p14:tracePt t="111396" x="7588250" y="5327650"/>
          <p14:tracePt t="111413" x="7581900" y="5327650"/>
          <p14:tracePt t="111429" x="7569200" y="5327650"/>
          <p14:tracePt t="111446" x="7550150" y="5321300"/>
          <p14:tracePt t="112016" x="7537450" y="5327650"/>
          <p14:tracePt t="112023" x="7518400" y="5353050"/>
          <p14:tracePt t="112037" x="7505700" y="5365750"/>
          <p14:tracePt t="112047" x="7499350" y="5372100"/>
          <p14:tracePt t="112065" x="7499350" y="5378450"/>
          <p14:tracePt t="112077" x="7499350" y="5384800"/>
          <p14:tracePt t="112094" x="7499350" y="5397500"/>
          <p14:tracePt t="112110" x="7505700" y="5403850"/>
          <p14:tracePt t="112128" x="7518400" y="5403850"/>
          <p14:tracePt t="112144" x="7575550" y="5410200"/>
          <p14:tracePt t="112160" x="7600950" y="5410200"/>
          <p14:tracePt t="112164" x="7651750" y="5416550"/>
          <p14:tracePt t="112180" x="7702550" y="5416550"/>
          <p14:tracePt t="112193" x="7766050" y="5416550"/>
          <p14:tracePt t="112210" x="7918450" y="5416550"/>
          <p14:tracePt t="112227" x="8051800" y="5397500"/>
          <p14:tracePt t="112243" x="8121650" y="5378450"/>
          <p14:tracePt t="112260" x="8204200" y="5340350"/>
          <p14:tracePt t="112277" x="8248650" y="5302250"/>
          <p14:tracePt t="112293" x="8261350" y="5295900"/>
          <p14:tracePt t="112310" x="8274050" y="5289550"/>
          <p14:tracePt t="112396" x="8267700" y="5289550"/>
          <p14:tracePt t="112424" x="8261350" y="5289550"/>
          <p14:tracePt t="112445" x="8255000" y="5295900"/>
          <p14:tracePt t="112466" x="8248650" y="5295900"/>
          <p14:tracePt t="112487" x="8242300" y="5295900"/>
          <p14:tracePt t="112494" x="8235950" y="5295900"/>
          <p14:tracePt t="112536" x="8229600" y="5295900"/>
          <p14:tracePt t="112556" x="8229600" y="5302250"/>
          <p14:tracePt t="112564" x="8223250" y="5302250"/>
          <p14:tracePt t="112579" x="8216900" y="5302250"/>
          <p14:tracePt t="112592" x="8210550" y="5302250"/>
          <p14:tracePt t="112609" x="8178800" y="5308600"/>
          <p14:tracePt t="112625" x="8159750" y="5308600"/>
          <p14:tracePt t="112642" x="8089900" y="5314950"/>
          <p14:tracePt t="112659" x="7994650" y="5334000"/>
          <p14:tracePt t="112675" x="7943850" y="5340350"/>
          <p14:tracePt t="112692" x="7835900" y="5353050"/>
          <p14:tracePt t="112709" x="7734300" y="5359400"/>
          <p14:tracePt t="112726" x="7639050" y="5378450"/>
          <p14:tracePt t="112742" x="7613650" y="5384800"/>
          <p14:tracePt t="112758" x="7575550" y="5391150"/>
          <p14:tracePt t="112775" x="7512050" y="5403850"/>
          <p14:tracePt t="112792" x="7499350" y="5403850"/>
          <p14:tracePt t="112808" x="7486650" y="5410200"/>
          <p14:tracePt t="112825" x="7480300" y="5410200"/>
          <p14:tracePt t="112841" x="7467600" y="5416550"/>
          <p14:tracePt t="112874" x="7461250" y="5416550"/>
          <p14:tracePt t="112891" x="7454900" y="5416550"/>
          <p14:tracePt t="112911" x="7448550" y="5416550"/>
          <p14:tracePt t="112925" x="7442200" y="5416550"/>
          <p14:tracePt t="112959" x="7435850" y="5416550"/>
          <p14:tracePt t="113007" x="7429500" y="5416550"/>
          <p14:tracePt t="113020" x="7423150" y="5410200"/>
          <p14:tracePt t="113042" x="7416800" y="5410200"/>
          <p14:tracePt t="113049" x="7410450" y="5410200"/>
          <p14:tracePt t="113070" x="7404100" y="5410200"/>
          <p14:tracePt t="113092" x="7397750" y="5410200"/>
          <p14:tracePt t="113098" x="7391400" y="5410200"/>
          <p14:tracePt t="113113" x="7385050" y="5403850"/>
          <p14:tracePt t="113124" x="7378700" y="5403850"/>
          <p14:tracePt t="113140" x="7359650" y="5403850"/>
          <p14:tracePt t="113157" x="7334250" y="5403850"/>
          <p14:tracePt t="113160" x="7315200" y="5397500"/>
          <p14:tracePt t="113174" x="7296150" y="5397500"/>
          <p14:tracePt t="113190" x="7245350" y="5391150"/>
          <p14:tracePt t="113207" x="7232650" y="5391150"/>
          <p14:tracePt t="113224" x="7194550" y="5384800"/>
          <p14:tracePt t="113240" x="7175500" y="5378450"/>
          <p14:tracePt t="113256" x="7162800" y="5378450"/>
          <p14:tracePt t="113274" x="7156450" y="5378450"/>
          <p14:tracePt t="113290" x="7150100" y="5378450"/>
          <p14:tracePt t="113338" x="7143750" y="5372100"/>
          <p14:tracePt t="113513" x="7150100" y="5372100"/>
          <p14:tracePt t="113640" x="7150100" y="5378450"/>
          <p14:tracePt t="113703" x="7156450" y="5384800"/>
          <p14:tracePt t="113759" x="7156450" y="5391150"/>
          <p14:tracePt t="113794" x="7162800" y="5391150"/>
          <p14:tracePt t="113801" x="7169150" y="5397500"/>
          <p14:tracePt t="113865" x="7175500" y="5403850"/>
          <p14:tracePt t="113872" x="7181850" y="5403850"/>
          <p14:tracePt t="113893" x="7188200" y="5403850"/>
          <p14:tracePt t="113900" x="7194550" y="5410200"/>
          <p14:tracePt t="113914" x="7200900" y="5410200"/>
          <p14:tracePt t="113923" x="7207250" y="5410200"/>
          <p14:tracePt t="113937" x="7226300" y="5416550"/>
          <p14:tracePt t="113954" x="7245350" y="5416550"/>
          <p14:tracePt t="113971" x="7321550" y="5416550"/>
          <p14:tracePt t="113988" x="7346950" y="5416550"/>
          <p14:tracePt t="114005" x="7410450" y="5403850"/>
          <p14:tracePt t="114021" x="7429500" y="5403850"/>
          <p14:tracePt t="114037" x="7467600" y="5391150"/>
          <p14:tracePt t="114054" x="7505700" y="5378450"/>
          <p14:tracePt t="114070" x="7518400" y="5372100"/>
          <p14:tracePt t="114087" x="7524750" y="5365750"/>
          <p14:tracePt t="114104" x="7531100" y="5359400"/>
          <p14:tracePt t="114120" x="7537450" y="5359400"/>
          <p14:tracePt t="114153" x="7543800" y="5353050"/>
          <p14:tracePt t="114293" x="7537450" y="5353050"/>
          <p14:tracePt t="114321" x="7531100" y="5353050"/>
          <p14:tracePt t="114392" x="7524750" y="5353050"/>
          <p14:tracePt t="114413" x="7518400" y="5359400"/>
          <p14:tracePt t="114427" x="7512050" y="5359400"/>
          <p14:tracePt t="114434" x="7505700" y="5359400"/>
          <p14:tracePt t="114448" x="7499350" y="5359400"/>
          <p14:tracePt t="114456" x="7499350" y="5365750"/>
          <p14:tracePt t="114469" x="7486650" y="5365750"/>
          <p14:tracePt t="114486" x="7442200" y="5378450"/>
          <p14:tracePt t="114502" x="7416800" y="5378450"/>
          <p14:tracePt t="114519" x="7366000" y="5384800"/>
          <p14:tracePt t="114536" x="7308850" y="5384800"/>
          <p14:tracePt t="114553" x="7258050" y="5384800"/>
          <p14:tracePt t="114568" x="7226300" y="5384800"/>
          <p14:tracePt t="114585" x="7207250" y="5378450"/>
          <p14:tracePt t="114603" x="7169150" y="5365750"/>
          <p14:tracePt t="114619" x="7156450" y="5365750"/>
          <p14:tracePt t="114635" x="7150100" y="5365750"/>
          <p14:tracePt t="114652" x="7150100" y="5359400"/>
          <p14:tracePt t="114685" x="7143750" y="5359400"/>
          <p14:tracePt t="121370" x="7150100" y="5359400"/>
          <p14:tracePt t="121376" x="7162800" y="5359400"/>
          <p14:tracePt t="121384" x="7175500" y="5359400"/>
          <p14:tracePt t="121394" x="7200900" y="5353050"/>
          <p14:tracePt t="121412" x="7264400" y="5334000"/>
          <p14:tracePt t="121428" x="7296150" y="5321300"/>
          <p14:tracePt t="121445" x="7334250" y="5308600"/>
          <p14:tracePt t="121462" x="7397750" y="5276850"/>
          <p14:tracePt t="121478" x="7442200" y="5264150"/>
          <p14:tracePt t="121495" x="7473950" y="5245100"/>
          <p14:tracePt t="121511" x="7524750" y="5232400"/>
          <p14:tracePt t="121528" x="7556500" y="5219700"/>
          <p14:tracePt t="121546" x="7594600" y="5213350"/>
          <p14:tracePt t="121561" x="7607300" y="5207000"/>
          <p14:tracePt t="121578" x="7613650" y="5207000"/>
          <p14:tracePt t="121595" x="7613650" y="5200650"/>
          <p14:tracePt t="121611" x="7626350" y="5200650"/>
          <p14:tracePt t="121679" x="7620000" y="5200650"/>
          <p14:tracePt t="121693" x="7613650" y="5200650"/>
          <p14:tracePt t="121721" x="7607300" y="5200650"/>
          <p14:tracePt t="121736" x="7600950" y="5200650"/>
          <p14:tracePt t="121742" x="7594600" y="5200650"/>
          <p14:tracePt t="121749" x="7588250" y="5200650"/>
          <p14:tracePt t="121771" x="7575550" y="5200650"/>
          <p14:tracePt t="121784" x="7575550" y="5207000"/>
          <p14:tracePt t="121793" x="7562850" y="5207000"/>
          <p14:tracePt t="121810" x="7550150" y="5213350"/>
          <p14:tracePt t="121827" x="7512050" y="5226050"/>
          <p14:tracePt t="121843" x="7461250" y="5245100"/>
          <p14:tracePt t="121861" x="7404100" y="5270500"/>
          <p14:tracePt t="121878" x="7289800" y="5295900"/>
          <p14:tracePt t="121893" x="7232650" y="5314950"/>
          <p14:tracePt t="121911" x="7131050" y="5321300"/>
          <p14:tracePt t="121926" x="7092950" y="5327650"/>
          <p14:tracePt t="121943" x="7042150" y="5327650"/>
          <p14:tracePt t="121961" x="7004050" y="5321300"/>
          <p14:tracePt t="121977" x="6997700" y="5314950"/>
          <p14:tracePt t="122010" x="6997700" y="5308600"/>
          <p14:tracePt t="122767" x="7004050" y="5308600"/>
          <p14:tracePt t="122775" x="7016750" y="5308600"/>
          <p14:tracePt t="122781" x="7029450" y="5308600"/>
          <p14:tracePt t="122790" x="7035800" y="5308600"/>
          <p14:tracePt t="122807" x="7067550" y="5314950"/>
          <p14:tracePt t="122824" x="7131050" y="5321300"/>
          <p14:tracePt t="122840" x="7188200" y="5327650"/>
          <p14:tracePt t="122857" x="7245350" y="5334000"/>
          <p14:tracePt t="122873" x="7321550" y="5346700"/>
          <p14:tracePt t="122890" x="7353300" y="5359400"/>
          <p14:tracePt t="122907" x="7410450" y="5365750"/>
          <p14:tracePt t="122923" x="7435850" y="5365750"/>
          <p14:tracePt t="122940" x="7448550" y="5365750"/>
          <p14:tracePt t="122957" x="7454900" y="5365750"/>
          <p14:tracePt t="122973" x="7461250" y="5365750"/>
          <p14:tracePt t="122989" x="7467600" y="5365750"/>
          <p14:tracePt t="123055" x="7467600" y="5359400"/>
          <p14:tracePt t="123098" x="7461250" y="5353050"/>
          <p14:tracePt t="123126" x="7454900" y="5353050"/>
          <p14:tracePt t="123210" x="7461250" y="5353050"/>
          <p14:tracePt t="123217" x="7467600" y="5353050"/>
          <p14:tracePt t="123231" x="7473950" y="5353050"/>
          <p14:tracePt t="123239" x="7480300" y="5353050"/>
          <p14:tracePt t="123255" x="7493000" y="5353050"/>
          <p14:tracePt t="123272" x="7518400" y="5359400"/>
          <p14:tracePt t="123276" x="7537450" y="5359400"/>
          <p14:tracePt t="123289" x="7575550" y="5359400"/>
          <p14:tracePt t="123305" x="7645400" y="5359400"/>
          <p14:tracePt t="123322" x="7740650" y="5359400"/>
          <p14:tracePt t="123338" x="7816850" y="5353050"/>
          <p14:tracePt t="123355" x="7886700" y="5346700"/>
          <p14:tracePt t="123372" x="7975600" y="5340350"/>
          <p14:tracePt t="123388" x="8007350" y="5327650"/>
          <p14:tracePt t="123405" x="8026400" y="5321300"/>
          <p14:tracePt t="123421" x="8039100" y="5314950"/>
          <p14:tracePt t="123455" x="8026400" y="5308600"/>
          <p14:tracePt t="123471" x="8007350" y="5308600"/>
          <p14:tracePt t="123488" x="7994650" y="5308600"/>
          <p14:tracePt t="123505" x="7969250" y="5308600"/>
          <p14:tracePt t="123521" x="7956550" y="5308600"/>
          <p14:tracePt t="123537" x="7943850" y="5308600"/>
          <p14:tracePt t="123555" x="7905750" y="5308600"/>
          <p14:tracePt t="123571" x="7880350" y="5308600"/>
          <p14:tracePt t="123588" x="7835900" y="5314950"/>
          <p14:tracePt t="123604" x="7759700" y="5321300"/>
          <p14:tracePt t="123621" x="7702550" y="5334000"/>
          <p14:tracePt t="123638" x="7651750" y="5340350"/>
          <p14:tracePt t="123654" x="7600950" y="5346700"/>
          <p14:tracePt t="123670" x="7581900" y="5346700"/>
          <p14:tracePt t="123688" x="7543800" y="5346700"/>
          <p14:tracePt t="123704" x="7537450" y="5353050"/>
          <p14:tracePt t="123720" x="7524750" y="5353050"/>
          <p14:tracePt t="123737" x="7512050" y="5353050"/>
          <p14:tracePt t="123807" x="7518400" y="5353050"/>
          <p14:tracePt t="123849" x="7524750" y="5353050"/>
          <p14:tracePt t="123856" x="7524750" y="5359400"/>
          <p14:tracePt t="124203" x="7531100" y="5359400"/>
          <p14:tracePt t="124209" x="7556500" y="5359400"/>
          <p14:tracePt t="124219" x="7588250" y="5359400"/>
          <p14:tracePt t="124236" x="7645400" y="5372100"/>
          <p14:tracePt t="124252" x="7759700" y="5365750"/>
          <p14:tracePt t="124269" x="7867650" y="5359400"/>
          <p14:tracePt t="124272" x="7899400" y="5353050"/>
          <p14:tracePt t="124285" x="7924800" y="5353050"/>
          <p14:tracePt t="124302" x="8001000" y="5334000"/>
          <p14:tracePt t="124319" x="8039100" y="5327650"/>
          <p14:tracePt t="124336" x="8089900" y="5327650"/>
          <p14:tracePt t="124351" x="8121650" y="5327650"/>
          <p14:tracePt t="124368" x="8147050" y="5327650"/>
          <p14:tracePt t="124385" x="8159750" y="5327650"/>
          <p14:tracePt t="124441" x="8153400" y="5327650"/>
          <p14:tracePt t="124456" x="8147050" y="5327650"/>
          <p14:tracePt t="124462" x="8134350" y="5327650"/>
          <p14:tracePt t="124471" x="8128000" y="5327650"/>
          <p14:tracePt t="124484" x="8121650" y="5327650"/>
          <p14:tracePt t="124501" x="8102600" y="5327650"/>
          <p14:tracePt t="124519" x="8083550" y="5334000"/>
          <p14:tracePt t="124534" x="8077200" y="5334000"/>
          <p14:tracePt t="124551" x="8064500" y="5334000"/>
          <p14:tracePt t="124568" x="8039100" y="5334000"/>
          <p14:tracePt t="124584" x="8032750" y="5334000"/>
          <p14:tracePt t="124601" x="8013700" y="5334000"/>
          <p14:tracePt t="124618" x="7969250" y="5340350"/>
          <p14:tracePt t="124634" x="7918450" y="5340350"/>
          <p14:tracePt t="124651" x="7861300" y="5346700"/>
          <p14:tracePt t="124667" x="7740650" y="5359400"/>
          <p14:tracePt t="124684" x="7683500" y="5359400"/>
          <p14:tracePt t="124701" x="7613650" y="5359400"/>
          <p14:tracePt t="124717" x="7594600" y="5359400"/>
          <p14:tracePt t="124734" x="7588250" y="5359400"/>
          <p14:tracePt t="124751" x="7581900" y="5359400"/>
          <p14:tracePt t="124814" x="7594600" y="5359400"/>
          <p14:tracePt t="124821" x="7600950" y="5359400"/>
          <p14:tracePt t="124833" x="7607300" y="5359400"/>
          <p14:tracePt t="124850" x="7645400" y="5359400"/>
          <p14:tracePt t="124866" x="7677150" y="5353050"/>
          <p14:tracePt t="124884" x="7747000" y="5334000"/>
          <p14:tracePt t="124900" x="7791450" y="5327650"/>
          <p14:tracePt t="124916" x="7823200" y="5308600"/>
          <p14:tracePt t="124933" x="7842250" y="5295900"/>
          <p14:tracePt t="124950" x="7842250" y="5289550"/>
          <p14:tracePt t="124967" x="7835900" y="5289550"/>
          <p14:tracePt t="124983" x="7823200" y="5289550"/>
          <p14:tracePt t="124999" x="7804150" y="5289550"/>
          <p14:tracePt t="125016" x="7785100" y="5289550"/>
          <p14:tracePt t="125032" x="7772400" y="5289550"/>
          <p14:tracePt t="125050" x="7747000" y="5289550"/>
          <p14:tracePt t="125067" x="7689850" y="5308600"/>
          <p14:tracePt t="125083" x="7645400" y="5314950"/>
          <p14:tracePt t="125099" x="7600950" y="5327650"/>
          <p14:tracePt t="125116" x="7550150" y="5340350"/>
          <p14:tracePt t="125132" x="7518400" y="5346700"/>
          <p14:tracePt t="125149" x="7486650" y="5353050"/>
          <p14:tracePt t="125166" x="7467600" y="5359400"/>
          <p14:tracePt t="125199" x="7467600" y="5365750"/>
          <p14:tracePt t="125215" x="7480300" y="5365750"/>
          <p14:tracePt t="125231" x="7493000" y="5365750"/>
          <p14:tracePt t="125249" x="7537450" y="5365750"/>
          <p14:tracePt t="125265" x="7575550" y="5365750"/>
          <p14:tracePt t="125282" x="7613650" y="5359400"/>
          <p14:tracePt t="125286" x="7658100" y="5346700"/>
          <p14:tracePt t="125301" x="7708900" y="5340350"/>
          <p14:tracePt t="125315" x="7778750" y="5321300"/>
          <p14:tracePt t="125331" x="7797800" y="5314950"/>
          <p14:tracePt t="125348" x="7816850" y="5308600"/>
          <p14:tracePt t="125383" x="7810500" y="5308600"/>
          <p14:tracePt t="125397" x="7804150" y="5308600"/>
          <p14:tracePt t="125404" x="7791450" y="5308600"/>
          <p14:tracePt t="125418" x="7785100" y="5308600"/>
          <p14:tracePt t="125432" x="7772400" y="5308600"/>
          <p14:tracePt t="125448" x="7759700" y="5314950"/>
          <p14:tracePt t="125464" x="7747000" y="5321300"/>
          <p14:tracePt t="125481" x="7721600" y="5327650"/>
          <p14:tracePt t="125498" x="7677150" y="5340350"/>
          <p14:tracePt t="125514" x="7658100" y="5346700"/>
          <p14:tracePt t="125531" x="7613650" y="5353050"/>
          <p14:tracePt t="125547" x="7556500" y="5372100"/>
          <p14:tracePt t="125564" x="7537450" y="5378450"/>
          <p14:tracePt t="125580" x="7512050" y="5384800"/>
          <p14:tracePt t="125598" x="7499350" y="5384800"/>
          <p14:tracePt t="125614" x="7493000" y="5384800"/>
          <p14:tracePt t="125630" x="7493000" y="5391150"/>
          <p14:tracePt t="125664" x="7499350" y="5391150"/>
          <p14:tracePt t="143670" x="7512050" y="5391150"/>
          <p14:tracePt t="143684" x="7531100" y="5391150"/>
          <p14:tracePt t="143691" x="7550150" y="5391150"/>
          <p14:tracePt t="143705" x="7588250" y="5397500"/>
          <p14:tracePt t="143718" x="7620000" y="5397500"/>
          <p14:tracePt t="143735" x="7708900" y="5397500"/>
          <p14:tracePt t="143751" x="7759700" y="5391150"/>
          <p14:tracePt t="143768" x="7842250" y="5378450"/>
          <p14:tracePt t="143784" x="7918450" y="5346700"/>
          <p14:tracePt t="143801" x="7943850" y="5340350"/>
          <p14:tracePt t="143818" x="7994650" y="5308600"/>
          <p14:tracePt t="143835" x="8013700" y="5302250"/>
          <p14:tracePt t="143851" x="8032750" y="5289550"/>
          <p14:tracePt t="143868" x="8051800" y="5276850"/>
          <p14:tracePt t="143884" x="8064500" y="5276850"/>
          <p14:tracePt t="143901" x="8070850" y="5270500"/>
          <p14:tracePt t="143917" x="8083550" y="5270500"/>
          <p14:tracePt t="143951" x="8096250" y="5270500"/>
          <p14:tracePt t="143967" x="8102600" y="5270500"/>
          <p14:tracePt t="144008" x="8108950" y="5276850"/>
          <p14:tracePt t="144049" x="8108950" y="5283200"/>
          <p14:tracePt t="144359" x="8102600" y="5283200"/>
          <p14:tracePt t="144394" x="8096250" y="5276850"/>
          <p14:tracePt t="144470" x="8089900" y="5270500"/>
          <p14:tracePt t="144541" x="8083550" y="5270500"/>
          <p14:tracePt t="144549" x="8077200" y="5270500"/>
          <p14:tracePt t="144569" x="8070850" y="5270500"/>
          <p14:tracePt t="145692" x="8058150" y="5270500"/>
          <p14:tracePt t="145698" x="8051800" y="5270500"/>
          <p14:tracePt t="145714" x="8045450" y="5270500"/>
          <p14:tracePt t="145728" x="8013700" y="5283200"/>
          <p14:tracePt t="145744" x="8001000" y="5295900"/>
          <p14:tracePt t="145761" x="7969250" y="5308600"/>
          <p14:tracePt t="145777" x="7950200" y="5314950"/>
          <p14:tracePt t="145794" x="7899400" y="5327650"/>
          <p14:tracePt t="145811" x="7861300" y="5340350"/>
          <p14:tracePt t="145827" x="7842250" y="5346700"/>
          <p14:tracePt t="145844" x="7829550" y="5353050"/>
          <p14:tracePt t="145861" x="7816850" y="5359400"/>
          <p14:tracePt t="145877" x="7804150" y="5365750"/>
          <p14:tracePt t="145910" x="7791450" y="5378450"/>
          <p14:tracePt t="145927" x="7785100" y="5384800"/>
          <p14:tracePt t="145944" x="7772400" y="5384800"/>
          <p14:tracePt t="145960" x="7772400" y="5391150"/>
          <p14:tracePt t="145987" x="7766050" y="5391150"/>
          <p14:tracePt t="146036" x="7766050" y="5397500"/>
          <p14:tracePt t="146071" x="7766050" y="5403850"/>
          <p14:tracePt t="146099" x="7766050" y="5410200"/>
          <p14:tracePt t="146240" x="7759700" y="5403850"/>
          <p14:tracePt t="146246" x="7753350" y="5403850"/>
          <p14:tracePt t="146258" x="7740650" y="5403850"/>
          <p14:tracePt t="146276" x="7715250" y="5397500"/>
          <p14:tracePt t="146292" x="7658100" y="5391150"/>
          <p14:tracePt t="146311" x="7588250" y="5391150"/>
          <p14:tracePt t="146325" x="7550150" y="5391150"/>
          <p14:tracePt t="146342" x="7512050" y="5391150"/>
          <p14:tracePt t="146359" x="7442200" y="5391150"/>
          <p14:tracePt t="146375" x="7416800" y="5397500"/>
          <p14:tracePt t="146392" x="7385050" y="5397500"/>
          <p14:tracePt t="146408" x="7359650" y="5403850"/>
          <p14:tracePt t="146425" x="7346950" y="5403850"/>
          <p14:tracePt t="146442" x="7340600" y="5410200"/>
          <p14:tracePt t="146479" x="7340600" y="5416550"/>
          <p14:tracePt t="146500" x="7346950" y="5416550"/>
          <p14:tracePt t="146514" x="7353300" y="5416550"/>
          <p14:tracePt t="146529" x="7353300" y="5422900"/>
          <p14:tracePt t="146542" x="7359650" y="5422900"/>
          <p14:tracePt t="146558" x="7366000" y="5422900"/>
          <p14:tracePt t="146575" x="7378700" y="5422900"/>
          <p14:tracePt t="146591" x="7391400" y="5416550"/>
          <p14:tracePt t="146608" x="7404100" y="5403850"/>
          <p14:tracePt t="146624" x="7410450" y="5391150"/>
          <p14:tracePt t="146641" x="7423150" y="5378450"/>
          <p14:tracePt t="146658" x="7435850" y="5353050"/>
          <p14:tracePt t="146676" x="7435850" y="5314950"/>
          <p14:tracePt t="146691" x="7435850" y="5295900"/>
          <p14:tracePt t="146708" x="7435850" y="5270500"/>
          <p14:tracePt t="146725" x="7423150" y="5264150"/>
          <p14:tracePt t="146741" x="7416800" y="5264150"/>
          <p14:tracePt t="146758" x="7410450" y="5264150"/>
          <p14:tracePt t="146774" x="7404100" y="5257800"/>
          <p14:tracePt t="146807" x="7397750" y="5257800"/>
          <p14:tracePt t="149811" x="7391400" y="5251450"/>
          <p14:tracePt t="149832" x="7378700" y="5245100"/>
          <p14:tracePt t="149838" x="7372350" y="5245100"/>
          <p14:tracePt t="149853" x="7366000" y="5238750"/>
          <p14:tracePt t="149863" x="7359650" y="5232400"/>
          <p14:tracePt t="149880" x="7346950" y="5226050"/>
          <p14:tracePt t="149897" x="7340600" y="5226050"/>
          <p14:tracePt t="149913" x="7321550" y="5219700"/>
          <p14:tracePt t="149930" x="7308850" y="5213350"/>
          <p14:tracePt t="149963" x="7296150" y="5207000"/>
          <p14:tracePt t="149980" x="7289800" y="5207000"/>
          <p14:tracePt t="149996" x="7283450" y="5200650"/>
          <p14:tracePt t="150014" x="7277100" y="5200650"/>
          <p14:tracePt t="150064" x="7270750" y="5200650"/>
          <p14:tracePt t="150092" x="7270750" y="5194300"/>
          <p14:tracePt t="150098" x="7264400" y="5194300"/>
          <p14:tracePt t="150115" x="7258050" y="5194300"/>
          <p14:tracePt t="150129" x="7258050" y="5187950"/>
          <p14:tracePt t="150149" x="7251700" y="5187950"/>
          <p14:tracePt t="150162" x="7251700" y="5181600"/>
          <p14:tracePt t="150183" x="7245350" y="5175250"/>
          <p14:tracePt t="150195" x="7239000" y="5168900"/>
          <p14:tracePt t="150212" x="7232650" y="5156200"/>
          <p14:tracePt t="150229" x="7219950" y="5143500"/>
          <p14:tracePt t="150246" x="7188200" y="5105400"/>
          <p14:tracePt t="150262" x="7131050" y="5041900"/>
          <p14:tracePt t="150279" x="7105650" y="5022850"/>
          <p14:tracePt t="150296" x="7048500" y="4953000"/>
          <p14:tracePt t="150312" x="7010400" y="4908550"/>
          <p14:tracePt t="150329" x="6997700" y="4889500"/>
          <p14:tracePt t="150345" x="6978650" y="4864100"/>
          <p14:tracePt t="150362" x="6978650" y="4857750"/>
          <p14:tracePt t="150379" x="6972300" y="4845050"/>
          <p14:tracePt t="150478" x="6978650" y="4845050"/>
          <p14:tracePt t="156018" x="6991350" y="4845050"/>
          <p14:tracePt t="156024" x="7010400" y="4845050"/>
          <p14:tracePt t="156031" x="7029450" y="4845050"/>
          <p14:tracePt t="156042" x="7042150" y="4851400"/>
          <p14:tracePt t="156059" x="7099300" y="4864100"/>
          <p14:tracePt t="156075" x="7150100" y="4876800"/>
          <p14:tracePt t="156092" x="7188200" y="4895850"/>
          <p14:tracePt t="156109" x="7245350" y="4927600"/>
          <p14:tracePt t="156125" x="7289800" y="4959350"/>
          <p14:tracePt t="156142" x="7340600" y="4984750"/>
          <p14:tracePt t="156159" x="7404100" y="5041900"/>
          <p14:tracePt t="156175" x="7442200" y="5073650"/>
          <p14:tracePt t="156192" x="7454900" y="5099050"/>
          <p14:tracePt t="156208" x="7473950" y="5130800"/>
          <p14:tracePt t="156225" x="7480300" y="5143500"/>
          <p14:tracePt t="156242" x="7486650" y="5156200"/>
          <p14:tracePt t="156258" x="7486650" y="5175250"/>
          <p14:tracePt t="156275" x="7486650" y="5187950"/>
          <p14:tracePt t="156313" x="7486650" y="5194300"/>
          <p14:tracePt t="156324" x="7480300" y="5200650"/>
          <p14:tracePt t="156362" x="7473950" y="5200650"/>
          <p14:tracePt t="156383" x="7467600" y="5200650"/>
          <p14:tracePt t="156411" x="7461250" y="5200650"/>
          <p14:tracePt t="156440" x="7461250" y="5207000"/>
          <p14:tracePt t="156482" x="7461250" y="5213350"/>
          <p14:tracePt t="156517" x="7467600" y="5219700"/>
          <p14:tracePt t="156531" x="7473950" y="5219700"/>
          <p14:tracePt t="156545" x="7480300" y="5226050"/>
          <p14:tracePt t="156552" x="7486650" y="5226050"/>
          <p14:tracePt t="156560" x="7493000" y="5226050"/>
          <p14:tracePt t="156574" x="7499350" y="5232400"/>
          <p14:tracePt t="156590" x="7524750" y="5238750"/>
          <p14:tracePt t="156608" x="7556500" y="5238750"/>
          <p14:tracePt t="156623" x="7588250" y="5238750"/>
          <p14:tracePt t="156640" x="7613650" y="5245100"/>
          <p14:tracePt t="156658" x="7651750" y="5245100"/>
          <p14:tracePt t="156673" x="7670800" y="5245100"/>
          <p14:tracePt t="156690" x="7683500" y="5245100"/>
          <p14:tracePt t="156707" x="7696200" y="5232400"/>
          <p14:tracePt t="156723" x="7702550" y="5232400"/>
          <p14:tracePt t="156740" x="7702550" y="5226050"/>
          <p14:tracePt t="156773" x="7696200" y="5219700"/>
          <p14:tracePt t="156790" x="7683500" y="5213350"/>
          <p14:tracePt t="156806" x="7677150" y="5213350"/>
          <p14:tracePt t="156823" x="7670800" y="5213350"/>
          <p14:tracePt t="156840" x="7651750" y="5207000"/>
          <p14:tracePt t="156856" x="7639050" y="5207000"/>
          <p14:tracePt t="156872" x="7632700" y="5207000"/>
          <p14:tracePt t="156889" x="7594600" y="5207000"/>
          <p14:tracePt t="156906" x="7562850" y="5207000"/>
          <p14:tracePt t="156922" x="7531100" y="5219700"/>
          <p14:tracePt t="156939" x="7473950" y="5226050"/>
          <p14:tracePt t="156955" x="7423150" y="5232400"/>
          <p14:tracePt t="156973" x="7372350" y="5232400"/>
          <p14:tracePt t="156989" x="7346950" y="5238750"/>
          <p14:tracePt t="157005" x="7327900" y="5238750"/>
          <p14:tracePt t="157022" x="7321550" y="5245100"/>
          <p14:tracePt t="157039" x="7315200" y="5245100"/>
          <p14:tracePt t="157114" x="7321550" y="5245100"/>
          <p14:tracePt t="157128" x="7327900" y="5245100"/>
          <p14:tracePt t="157148" x="7334250" y="5245100"/>
          <p14:tracePt t="157156" x="7340600" y="5245100"/>
          <p14:tracePt t="157163" x="7346950" y="5245100"/>
          <p14:tracePt t="157184" x="7353300" y="5245100"/>
          <p14:tracePt t="157233" x="7359650" y="5245100"/>
          <p14:tracePt t="157254" x="7366000" y="5238750"/>
          <p14:tracePt t="157268" x="7372350" y="5238750"/>
          <p14:tracePt t="157282" x="7378700" y="5238750"/>
          <p14:tracePt t="157295" x="7385050" y="5232400"/>
          <p14:tracePt t="157305" x="7391400" y="5232400"/>
          <p14:tracePt t="157325" x="7404100" y="5232400"/>
          <p14:tracePt t="157338" x="7423150" y="5232400"/>
          <p14:tracePt t="157354" x="7442200" y="5232400"/>
          <p14:tracePt t="157371" x="7461250" y="5232400"/>
          <p14:tracePt t="157388" x="7518400" y="5226050"/>
          <p14:tracePt t="157404" x="7543800" y="5226050"/>
          <p14:tracePt t="157421" x="7569200" y="5226050"/>
          <p14:tracePt t="157437" x="7588250" y="5219700"/>
          <p14:tracePt t="157454" x="7600950" y="5219700"/>
          <p14:tracePt t="157487" x="7607300" y="5219700"/>
          <p14:tracePt t="157605" x="7613650" y="5219700"/>
          <p14:tracePt t="157626" x="7620000" y="5219700"/>
          <p14:tracePt t="157647" x="7626350" y="5219700"/>
          <p14:tracePt t="157655" x="7626350" y="5226050"/>
          <p14:tracePt t="157668" x="7632700" y="5226050"/>
          <p14:tracePt t="157675" x="7639050" y="5226050"/>
          <p14:tracePt t="157686" x="7645400" y="5232400"/>
          <p14:tracePt t="157703" x="7658100" y="5238750"/>
          <p14:tracePt t="157719" x="7683500" y="5245100"/>
          <p14:tracePt t="157736" x="7721600" y="5264150"/>
          <p14:tracePt t="157753" x="7791450" y="5283200"/>
          <p14:tracePt t="157769" x="7848600" y="5308600"/>
          <p14:tracePt t="157786" x="7937500" y="5340350"/>
          <p14:tracePt t="157802" x="8051800" y="5372100"/>
          <p14:tracePt t="157819" x="8134350" y="5397500"/>
          <p14:tracePt t="157836" x="8210550" y="5410200"/>
          <p14:tracePt t="157852" x="8261350" y="5429250"/>
          <p14:tracePt t="157869" x="8286750" y="5435600"/>
          <p14:tracePt t="157886" x="8331200" y="5435600"/>
          <p14:tracePt t="157902" x="8350250" y="5435600"/>
          <p14:tracePt t="157919" x="8356600" y="5441950"/>
          <p14:tracePt t="157935" x="8375650" y="5441950"/>
          <p14:tracePt t="157952" x="8382000" y="5441950"/>
          <p14:tracePt t="157969" x="8394700" y="5441950"/>
          <p14:tracePt t="157985" x="8401050" y="5441950"/>
          <p14:tracePt t="158019" x="8407400" y="5441950"/>
          <p14:tracePt t="158040" x="8413750" y="5441950"/>
          <p14:tracePt t="158060" x="8413750" y="5435600"/>
          <p14:tracePt t="158075" x="8413750" y="5429250"/>
          <p14:tracePt t="158096" x="8413750" y="5422900"/>
          <p14:tracePt t="158139" x="8407400" y="5416550"/>
          <p14:tracePt t="158146" x="8401050" y="5416550"/>
          <p14:tracePt t="158159" x="8394700" y="5416550"/>
          <p14:tracePt t="158168" x="8388350" y="5416550"/>
          <p14:tracePt t="158184" x="8382000" y="5416550"/>
          <p14:tracePt t="158202" x="8356600" y="5416550"/>
          <p14:tracePt t="158218" x="8331200" y="5410200"/>
          <p14:tracePt t="158234" x="8293100" y="5410200"/>
          <p14:tracePt t="158251" x="8185150" y="5403850"/>
          <p14:tracePt t="158268" x="8089900" y="5403850"/>
          <p14:tracePt t="158284" x="7988300" y="5397500"/>
          <p14:tracePt t="158300" x="7867650" y="5391150"/>
          <p14:tracePt t="158318" x="7797800" y="5391150"/>
          <p14:tracePt t="158335" x="7727950" y="5372100"/>
          <p14:tracePt t="158350" x="7702550" y="5359400"/>
          <p14:tracePt t="158367" x="7683500" y="5359400"/>
          <p14:tracePt t="158384" x="7670800" y="5353050"/>
          <p14:tracePt t="158400" x="7664450" y="5353050"/>
          <p14:tracePt t="158434" x="7658100" y="5353050"/>
          <p14:tracePt t="158496" x="7645400" y="5346700"/>
          <p14:tracePt t="158504" x="7632700" y="5327650"/>
          <p14:tracePt t="158520" x="7620000" y="5321300"/>
          <p14:tracePt t="158918" x="7594600" y="5321300"/>
          <p14:tracePt t="158925" x="7550150" y="5314950"/>
          <p14:tracePt t="158934" x="7512050" y="5314950"/>
          <p14:tracePt t="158949" x="7442200" y="5314950"/>
          <p14:tracePt t="158965" x="7378700" y="5314950"/>
          <p14:tracePt t="158982" x="7283450" y="5314950"/>
          <p14:tracePt t="158998" x="7232650" y="5314950"/>
          <p14:tracePt t="159016" x="7188200" y="5314950"/>
          <p14:tracePt t="159032" x="7169150" y="5314950"/>
          <p14:tracePt t="159049" x="7156450" y="5314950"/>
          <p14:tracePt t="159065" x="7150100" y="5314950"/>
          <p14:tracePt t="159098" x="7143750" y="5321300"/>
          <p14:tracePt t="159129" x="7143750" y="5327650"/>
          <p14:tracePt t="159170" x="7150100" y="5327650"/>
          <p14:tracePt t="159199" x="7156450" y="5327650"/>
          <p14:tracePt t="169726" x="7150100" y="5327650"/>
          <p14:tracePt t="169740" x="7150100" y="5334000"/>
          <p14:tracePt t="169762" x="7143750" y="5340350"/>
          <p14:tracePt t="169852" x="7150100" y="5346700"/>
          <p14:tracePt t="169866" x="7150100" y="5353050"/>
          <p14:tracePt t="169873" x="7162800" y="5359400"/>
          <p14:tracePt t="169887" x="7169150" y="5359400"/>
          <p14:tracePt t="169897" x="7181850" y="5359400"/>
          <p14:tracePt t="169911" x="7207250" y="5365750"/>
          <p14:tracePt t="169928" x="7251700" y="5372100"/>
          <p14:tracePt t="169944" x="7327900" y="5378450"/>
          <p14:tracePt t="169960" x="7385050" y="5378450"/>
          <p14:tracePt t="169978" x="7461250" y="5391150"/>
          <p14:tracePt t="169993" x="7594600" y="5391150"/>
          <p14:tracePt t="170010" x="7689850" y="5403850"/>
          <p14:tracePt t="170027" x="7778750" y="5403850"/>
          <p14:tracePt t="170044" x="7899400" y="5410200"/>
          <p14:tracePt t="170060" x="7950200" y="5416550"/>
          <p14:tracePt t="170077" x="8001000" y="5416550"/>
          <p14:tracePt t="170093" x="8026400" y="5416550"/>
          <p14:tracePt t="170110" x="8039100" y="5410200"/>
          <p14:tracePt t="170127" x="8039100" y="5403850"/>
          <p14:tracePt t="170143" x="8051800" y="5403850"/>
          <p14:tracePt t="170168" x="8058150" y="5403850"/>
          <p14:tracePt t="170196" x="8064500" y="5403850"/>
          <p14:tracePt t="170224" x="8077200" y="5403850"/>
          <p14:tracePt t="170245" x="8083550" y="5403850"/>
          <p14:tracePt t="170273" x="8089900" y="5403850"/>
          <p14:tracePt t="170294" x="8089900" y="5397500"/>
          <p14:tracePt t="170302" x="8096250" y="5397500"/>
          <p14:tracePt t="170365" x="8096250" y="5391150"/>
          <p14:tracePt t="170371" x="8089900" y="5384800"/>
          <p14:tracePt t="170386" x="8089900" y="5378450"/>
          <p14:tracePt t="170395" x="8077200" y="5378450"/>
          <p14:tracePt t="170409" x="8064500" y="5365750"/>
          <p14:tracePt t="170426" x="8045450" y="5359400"/>
          <p14:tracePt t="170443" x="7994650" y="5346700"/>
          <p14:tracePt t="170459" x="7956550" y="5346700"/>
          <p14:tracePt t="170476" x="7886700" y="5334000"/>
          <p14:tracePt t="170492" x="7778750" y="5302250"/>
          <p14:tracePt t="170509" x="7708900" y="5283200"/>
          <p14:tracePt t="170526" x="7620000" y="5264150"/>
          <p14:tracePt t="170542" x="7581900" y="5245100"/>
          <p14:tracePt t="170558" x="7556500" y="5238750"/>
          <p14:tracePt t="170576" x="7531100" y="5232400"/>
          <p14:tracePt t="170592" x="7524750" y="5232400"/>
          <p14:tracePt t="170609" x="7518400" y="5232400"/>
          <p14:tracePt t="170737" x="7524750" y="5232400"/>
          <p14:tracePt t="170744" x="7524750" y="5238750"/>
          <p14:tracePt t="170760" x="7531100" y="5238750"/>
          <p14:tracePt t="170774" x="7543800" y="5238750"/>
          <p14:tracePt t="170791" x="7556500" y="5238750"/>
          <p14:tracePt t="170808" x="7575550" y="5245100"/>
          <p14:tracePt t="170824" x="7607300" y="5251450"/>
          <p14:tracePt t="170842" x="7664450" y="5251450"/>
          <p14:tracePt t="170858" x="7721600" y="5257800"/>
          <p14:tracePt t="170873" x="7778750" y="5257800"/>
          <p14:tracePt t="170891" x="7899400" y="5257800"/>
          <p14:tracePt t="170907" x="8013700" y="5257800"/>
          <p14:tracePt t="170924" x="8064500" y="5251450"/>
          <p14:tracePt t="170941" x="8159750" y="5251450"/>
          <p14:tracePt t="170957" x="8204200" y="5251450"/>
          <p14:tracePt t="170973" x="8216900" y="5251450"/>
          <p14:tracePt t="170990" x="8235950" y="5251450"/>
          <p14:tracePt t="171046" x="8229600" y="5251450"/>
          <p14:tracePt t="171066" x="8223250" y="5251450"/>
          <p14:tracePt t="171075" x="8216900" y="5251450"/>
          <p14:tracePt t="171088" x="8210550" y="5251450"/>
          <p14:tracePt t="171095" x="8204200" y="5251450"/>
          <p14:tracePt t="171110" x="8197850" y="5251450"/>
          <p14:tracePt t="171123" x="8191500" y="5245100"/>
          <p14:tracePt t="171144" x="8185150" y="5245100"/>
          <p14:tracePt t="171165" x="8178800" y="5238750"/>
          <p14:tracePt t="171659" x="8172450" y="5238750"/>
          <p14:tracePt t="171667" x="8166100" y="5232400"/>
          <p14:tracePt t="171681" x="8153400" y="5232400"/>
          <p14:tracePt t="171688" x="8140700" y="5232400"/>
          <p14:tracePt t="171704" x="8134350" y="5232400"/>
          <p14:tracePt t="171721" x="8108950" y="5226050"/>
          <p14:tracePt t="171738" x="8070850" y="5226050"/>
          <p14:tracePt t="171754" x="8051800" y="5219700"/>
          <p14:tracePt t="171772" x="8032750" y="5219700"/>
          <p14:tracePt t="171788" x="7962900" y="5213350"/>
          <p14:tracePt t="171804" x="7943850" y="5213350"/>
          <p14:tracePt t="171821" x="7893050" y="5213350"/>
          <p14:tracePt t="171837" x="7880350" y="5213350"/>
          <p14:tracePt t="171854" x="7848600" y="5213350"/>
          <p14:tracePt t="171871" x="7823200" y="5213350"/>
          <p14:tracePt t="171888" x="7816850" y="5219700"/>
          <p14:tracePt t="171905" x="7804150" y="5226050"/>
          <p14:tracePt t="171921" x="7791450" y="5232400"/>
          <p14:tracePt t="171937" x="7785100" y="5232400"/>
          <p14:tracePt t="171954" x="7778750" y="5238750"/>
          <p14:tracePt t="171970" x="7772400" y="5238750"/>
          <p14:tracePt t="172004" x="7766050" y="5245100"/>
          <p14:tracePt t="172032" x="7766050" y="5251450"/>
          <p14:tracePt t="172059" x="7766050" y="5257800"/>
          <p14:tracePt t="172088" x="7766050" y="5264150"/>
          <p14:tracePt t="172109" x="7759700" y="5270500"/>
          <p14:tracePt t="172130" x="7759700" y="5276850"/>
          <p14:tracePt t="172172" x="7759700" y="5283200"/>
          <p14:tracePt t="172179" x="7753350" y="5289550"/>
          <p14:tracePt t="172228" x="7753350" y="5295900"/>
          <p14:tracePt t="172249" x="7753350" y="5302250"/>
          <p14:tracePt t="172256" x="7753350" y="5308600"/>
          <p14:tracePt t="172785" x="7740650" y="5308600"/>
          <p14:tracePt t="172792" x="7734300" y="5308600"/>
          <p14:tracePt t="172800" x="7715250" y="5308600"/>
          <p14:tracePt t="172817" x="7708900" y="5308600"/>
          <p14:tracePt t="172834" x="7696200" y="5314950"/>
          <p14:tracePt t="172850" x="7689850" y="5314950"/>
          <p14:tracePt t="172868" x="7670800" y="5314950"/>
          <p14:tracePt t="172884" x="7651750" y="5314950"/>
          <p14:tracePt t="172900" x="7645400" y="5314950"/>
          <p14:tracePt t="172917" x="7620000" y="5314950"/>
          <p14:tracePt t="172933" x="7594600" y="5321300"/>
          <p14:tracePt t="172950" x="7588250" y="5321300"/>
          <p14:tracePt t="172967" x="7562850" y="5327650"/>
          <p14:tracePt t="172983" x="7556500" y="5327650"/>
          <p14:tracePt t="173000" x="7550150" y="5327650"/>
          <p14:tracePt t="173017" x="7537450" y="5327650"/>
          <p14:tracePt t="173033" x="7531100" y="5334000"/>
          <p14:tracePt t="173067" x="7524750" y="5334000"/>
          <p14:tracePt t="173083" x="7518400" y="5334000"/>
          <p14:tracePt t="173103" x="7518400" y="5340350"/>
          <p14:tracePt t="173116" x="7512050" y="5340350"/>
          <p14:tracePt t="173133" x="7505700" y="5346700"/>
          <p14:tracePt t="173752" x="7499350" y="5346700"/>
          <p14:tracePt t="173766" x="7486650" y="5346700"/>
          <p14:tracePt t="173773" x="7467600" y="5346700"/>
          <p14:tracePt t="173787" x="7454900" y="5346700"/>
          <p14:tracePt t="173797" x="7435850" y="5346700"/>
          <p14:tracePt t="173815" x="7391400" y="5359400"/>
          <p14:tracePt t="173830" x="7372350" y="5359400"/>
          <p14:tracePt t="173847" x="7315200" y="5359400"/>
          <p14:tracePt t="173864" x="7277100" y="5365750"/>
          <p14:tracePt t="173880" x="7251700" y="5372100"/>
          <p14:tracePt t="173897" x="7213600" y="5372100"/>
          <p14:tracePt t="173913" x="7181850" y="5378450"/>
          <p14:tracePt t="173930" x="7156450" y="5378450"/>
          <p14:tracePt t="173947" x="7137400" y="5378450"/>
          <p14:tracePt t="173963" x="7086600" y="5397500"/>
          <p14:tracePt t="173980" x="7073900" y="5397500"/>
          <p14:tracePt t="173997" x="7048500" y="5403850"/>
          <p14:tracePt t="174013" x="7010400" y="5403850"/>
          <p14:tracePt t="174030" x="6959600" y="5416550"/>
          <p14:tracePt t="174047" x="6921500" y="5422900"/>
          <p14:tracePt t="174063" x="6889750" y="5429250"/>
          <p14:tracePt t="174080" x="6845300" y="5441950"/>
          <p14:tracePt t="174096" x="6800850" y="5461000"/>
          <p14:tracePt t="174113" x="6775450" y="5473700"/>
          <p14:tracePt t="174130" x="6718300" y="5499100"/>
          <p14:tracePt t="174146" x="6642100" y="5518150"/>
          <p14:tracePt t="174163" x="6597650" y="5537200"/>
          <p14:tracePt t="174180" x="6502400" y="5588000"/>
          <p14:tracePt t="174196" x="6477000" y="5600700"/>
          <p14:tracePt t="174212" x="6464300" y="5607050"/>
          <p14:tracePt t="174229" x="6457950" y="5607050"/>
          <p14:tracePt t="174648" x="6445250" y="5607050"/>
          <p14:tracePt t="174655" x="6432550" y="5607050"/>
          <p14:tracePt t="174668" x="6413500" y="5613400"/>
          <p14:tracePt t="174678" x="6381750" y="5619750"/>
          <p14:tracePt t="174694" x="6362700" y="5632450"/>
          <p14:tracePt t="174711" x="6280150" y="5664200"/>
          <p14:tracePt t="174727" x="6203950" y="5689600"/>
          <p14:tracePt t="174744" x="6172200" y="5702300"/>
          <p14:tracePt t="174761" x="6121400" y="5721350"/>
          <p14:tracePt t="174778" x="6083300" y="5740400"/>
          <p14:tracePt t="174794" x="5988050" y="5778500"/>
          <p14:tracePt t="174810" x="5956300" y="5797550"/>
          <p14:tracePt t="174827" x="5918200" y="5810250"/>
          <p14:tracePt t="174844" x="5829300" y="5854700"/>
          <p14:tracePt t="174861" x="5740400" y="5892800"/>
          <p14:tracePt t="174879" x="5689600" y="5905500"/>
          <p14:tracePt t="174893" x="5613400" y="5949950"/>
          <p14:tracePt t="174910" x="5549900" y="5975350"/>
          <p14:tracePt t="174927" x="5530850" y="5988050"/>
          <p14:tracePt t="174943" x="5492750" y="6000750"/>
          <p14:tracePt t="174960" x="5461000" y="6007100"/>
          <p14:tracePt t="174978" x="5429250" y="6013450"/>
          <p14:tracePt t="174993" x="5416550" y="6019800"/>
          <p14:tracePt t="175010" x="5378450" y="6032500"/>
          <p14:tracePt t="175027" x="5340350" y="6045200"/>
          <p14:tracePt t="175043" x="5321300" y="6051550"/>
          <p14:tracePt t="175060" x="5270500" y="6070600"/>
          <p14:tracePt t="175077" x="5238750" y="6083300"/>
          <p14:tracePt t="175093" x="5226050" y="6089650"/>
          <p14:tracePt t="175109" x="5213350" y="6096000"/>
          <p14:tracePt t="175126" x="5207000" y="6096000"/>
          <p14:tracePt t="175162" x="5200650" y="6102350"/>
          <p14:tracePt t="175216" x="5207000" y="6102350"/>
          <p14:tracePt t="175237" x="5213350" y="6102350"/>
          <p14:tracePt t="175258" x="5219700" y="6102350"/>
          <p14:tracePt t="175279" x="5226050" y="6102350"/>
          <p14:tracePt t="175287" x="5232400" y="6102350"/>
          <p14:tracePt t="175300" x="5238750" y="6102350"/>
          <p14:tracePt t="175322" x="5245100" y="6102350"/>
          <p14:tracePt t="175329" x="5251450" y="6102350"/>
          <p14:tracePt t="175345" x="5264150" y="6102350"/>
          <p14:tracePt t="175358" x="5308600" y="6102350"/>
          <p14:tracePt t="175375" x="5327650" y="6096000"/>
          <p14:tracePt t="175392" x="5384800" y="6089650"/>
          <p14:tracePt t="175409" x="5429250" y="6083300"/>
          <p14:tracePt t="175426" x="5511800" y="6064250"/>
          <p14:tracePt t="175442" x="5594350" y="6045200"/>
          <p14:tracePt t="175458" x="5619750" y="6038850"/>
          <p14:tracePt t="175475" x="5695950" y="6013450"/>
          <p14:tracePt t="175491" x="5753100" y="6000750"/>
          <p14:tracePt t="175508" x="5765800" y="5994400"/>
          <p14:tracePt t="175525" x="5791200" y="5981700"/>
          <p14:tracePt t="175541" x="5797550" y="5969000"/>
          <p14:tracePt t="175558" x="5803900" y="5969000"/>
          <p14:tracePt t="175574" x="5816600" y="5962650"/>
          <p14:tracePt t="175608" x="5822950" y="5962650"/>
          <p14:tracePt t="175652" x="5822950" y="5969000"/>
          <p14:tracePt t="175729" x="5816600" y="5975350"/>
          <p14:tracePt t="175750" x="5810250" y="5975350"/>
          <p14:tracePt t="175763" x="5803900" y="5975350"/>
          <p14:tracePt t="175771" x="5797550" y="5981700"/>
          <p14:tracePt t="175778" x="5784850" y="5981700"/>
          <p14:tracePt t="175794" x="5759450" y="5988050"/>
          <p14:tracePt t="175807" x="5715000" y="5994400"/>
          <p14:tracePt t="175824" x="5594350" y="6026150"/>
          <p14:tracePt t="175841" x="5422900" y="6064250"/>
          <p14:tracePt t="175857" x="5334000" y="6076950"/>
          <p14:tracePt t="175873" x="5137150" y="6127750"/>
          <p14:tracePt t="175891" x="4972050" y="6165850"/>
          <p14:tracePt t="175907" x="4902200" y="6184900"/>
          <p14:tracePt t="175923" x="4781550" y="6223000"/>
          <p14:tracePt t="175940" x="4711700" y="6235700"/>
          <p14:tracePt t="175956" x="4679950" y="6248400"/>
          <p14:tracePt t="175974" x="4660900" y="6254750"/>
          <p14:tracePt t="175989" x="4616450" y="6267450"/>
          <p14:tracePt t="176006" x="4597400" y="6267450"/>
          <p14:tracePt t="176024" x="4578350" y="6267450"/>
          <p14:tracePt t="176056" x="4565650" y="6267450"/>
          <p14:tracePt t="176150" x="4572000" y="6267450"/>
          <p14:tracePt t="176164" x="4578350" y="6267450"/>
          <p14:tracePt t="176171" x="4584700" y="6267450"/>
          <p14:tracePt t="176185" x="4591050" y="6267450"/>
          <p14:tracePt t="176199" x="4597400" y="6267450"/>
          <p14:tracePt t="176213" x="4603750" y="6267450"/>
          <p14:tracePt t="176222" x="4610100" y="6273800"/>
          <p14:tracePt t="176238" x="4616450" y="6273800"/>
          <p14:tracePt t="176255" x="4641850" y="6273800"/>
          <p14:tracePt t="176272" x="4679950" y="6273800"/>
          <p14:tracePt t="176289" x="4705350" y="6273800"/>
          <p14:tracePt t="176305" x="4768850" y="6280150"/>
          <p14:tracePt t="176322" x="4794250" y="6280150"/>
          <p14:tracePt t="176339" x="4908550" y="6280150"/>
          <p14:tracePt t="176355" x="4953000" y="6280150"/>
          <p14:tracePt t="176372" x="4978400" y="6280150"/>
          <p14:tracePt t="176389" x="5060950" y="6280150"/>
          <p14:tracePt t="176405" x="5118100" y="6280150"/>
          <p14:tracePt t="176421" x="5143500" y="6273800"/>
          <p14:tracePt t="176438" x="5187950" y="6273800"/>
          <p14:tracePt t="176455" x="5226050" y="6273800"/>
          <p14:tracePt t="176472" x="5251450" y="6273800"/>
          <p14:tracePt t="176488" x="5302250" y="6273800"/>
          <p14:tracePt t="176505" x="5372100" y="6267450"/>
          <p14:tracePt t="176522" x="5473700" y="6267450"/>
          <p14:tracePt t="176537" x="5537200" y="6267450"/>
          <p14:tracePt t="176554" x="5695950" y="6254750"/>
          <p14:tracePt t="176572" x="5835650" y="6248400"/>
          <p14:tracePt t="176588" x="5899150" y="6248400"/>
          <p14:tracePt t="176604" x="5962650" y="6248400"/>
          <p14:tracePt t="176621" x="6127750" y="6248400"/>
          <p14:tracePt t="176638" x="6191250" y="6248400"/>
          <p14:tracePt t="176654" x="6235700" y="6248400"/>
          <p14:tracePt t="176670" x="6318250" y="6248400"/>
          <p14:tracePt t="176687" x="6362700" y="6248400"/>
          <p14:tracePt t="176704" x="6407150" y="6248400"/>
          <p14:tracePt t="176720" x="6419850" y="6248400"/>
          <p14:tracePt t="176737" x="6451600" y="6248400"/>
          <p14:tracePt t="176754" x="6483350" y="6254750"/>
          <p14:tracePt t="176770" x="6502400" y="6254750"/>
          <p14:tracePt t="176774" x="6521450" y="6254750"/>
          <p14:tracePt t="176786" x="6546850" y="6254750"/>
          <p14:tracePt t="176803" x="6591300" y="6261100"/>
          <p14:tracePt t="176820" x="6623050" y="6267450"/>
          <p14:tracePt t="176837" x="6699250" y="6267450"/>
          <p14:tracePt t="176853" x="6769100" y="6280150"/>
          <p14:tracePt t="176870" x="6807200" y="6280150"/>
          <p14:tracePt t="176888" x="6877050" y="6280150"/>
          <p14:tracePt t="176903" x="6934200" y="6286500"/>
          <p14:tracePt t="176920" x="6953250" y="6286500"/>
          <p14:tracePt t="176937" x="6991350" y="6286500"/>
          <p14:tracePt t="176993" x="6978650" y="6286500"/>
          <p14:tracePt t="177000" x="6965950" y="6286500"/>
          <p14:tracePt t="177007" x="6940550" y="6286500"/>
          <p14:tracePt t="177023" x="6921500" y="6286500"/>
          <p14:tracePt t="177036" x="6832600" y="6286500"/>
          <p14:tracePt t="177053" x="6769100" y="6286500"/>
          <p14:tracePt t="177070" x="6578600" y="6286500"/>
          <p14:tracePt t="177086" x="6362700" y="6292850"/>
          <p14:tracePt t="177102" x="6235700" y="6305550"/>
          <p14:tracePt t="177119" x="5994400" y="6318250"/>
          <p14:tracePt t="177136" x="5778500" y="6324600"/>
          <p14:tracePt t="177152" x="5702300" y="6324600"/>
          <p14:tracePt t="177169" x="5613400" y="6337300"/>
          <p14:tracePt t="177186" x="5562600" y="6337300"/>
          <p14:tracePt t="177203" x="5549900" y="6337300"/>
          <p14:tracePt t="177219" x="5530850" y="6337300"/>
          <p14:tracePt t="177252" x="5524500" y="6337300"/>
          <p14:tracePt t="177316" x="5518150" y="6337300"/>
          <p14:tracePt t="177344" x="5511800" y="6337300"/>
          <p14:tracePt t="177358" x="5505450" y="6343650"/>
          <p14:tracePt t="177365" x="5499100" y="6343650"/>
          <p14:tracePt t="177379" x="5492750" y="6343650"/>
          <p14:tracePt t="177388" x="5486400" y="6343650"/>
          <p14:tracePt t="177401" x="5486400" y="6350000"/>
          <p14:tracePt t="177418" x="5467350" y="6356350"/>
          <p14:tracePt t="177435" x="5441950" y="6362700"/>
          <p14:tracePt t="177451" x="5435600" y="6369050"/>
          <p14:tracePt t="177468" x="5403850" y="6381750"/>
          <p14:tracePt t="177484" x="5384800" y="6394450"/>
          <p14:tracePt t="177501" x="5372100" y="6394450"/>
          <p14:tracePt t="177534" x="5353050" y="6394450"/>
          <p14:tracePt t="177568" x="5346700" y="6394450"/>
          <p14:tracePt t="178244" x="5353050" y="6394450"/>
          <p14:tracePt t="178251" x="5359400" y="6394450"/>
          <p14:tracePt t="178265" x="5365750" y="6394450"/>
          <p14:tracePt t="178282" x="5378450" y="6388100"/>
          <p14:tracePt t="178299" x="5391150" y="6388100"/>
          <p14:tracePt t="178315" x="5416550" y="6375400"/>
          <p14:tracePt t="178332" x="5454650" y="6362700"/>
          <p14:tracePt t="178349" x="5543550" y="6299200"/>
          <p14:tracePt t="178365" x="5619750" y="6248400"/>
          <p14:tracePt t="178381" x="5727700" y="6172200"/>
          <p14:tracePt t="178399" x="6083300" y="5886450"/>
          <p14:tracePt t="178415" x="6216650" y="5791200"/>
          <p14:tracePt t="178432" x="6350000" y="5689600"/>
          <p14:tracePt t="178448" x="6565900" y="5549900"/>
          <p14:tracePt t="178465" x="6673850" y="5486400"/>
          <p14:tracePt t="178481" x="6775450" y="5448300"/>
          <p14:tracePt t="178498" x="6953250" y="5353050"/>
          <p14:tracePt t="178514" x="7073900" y="5295900"/>
          <p14:tracePt t="178532" x="7162800" y="5270500"/>
          <p14:tracePt t="178547" x="7181850" y="5270500"/>
          <p14:tracePt t="178564" x="7207250" y="5264150"/>
          <p14:tracePt t="178581" x="7251700" y="5264150"/>
          <p14:tracePt t="178598" x="7264400" y="5264150"/>
          <p14:tracePt t="178614" x="7277100" y="5264150"/>
          <p14:tracePt t="178631" x="7283450" y="5270500"/>
          <p14:tracePt t="178647" x="7283450" y="5276850"/>
          <p14:tracePt t="178664" x="7289800" y="5276850"/>
          <p14:tracePt t="178681" x="7289800" y="5283200"/>
          <p14:tracePt t="178714" x="7289800" y="5295900"/>
          <p14:tracePt t="178731" x="7296150" y="5302250"/>
          <p14:tracePt t="178747" x="7302500" y="5302250"/>
          <p14:tracePt t="178764" x="7321550" y="5314950"/>
          <p14:tracePt t="178780" x="7334250" y="5321300"/>
          <p14:tracePt t="178797" x="7353300" y="5327650"/>
          <p14:tracePt t="178813" x="7416800" y="5346700"/>
          <p14:tracePt t="178830" x="7454900" y="5359400"/>
          <p14:tracePt t="178846" x="7518400" y="5365750"/>
          <p14:tracePt t="178863" x="7651750" y="5384800"/>
          <p14:tracePt t="178879" x="7715250" y="5391150"/>
          <p14:tracePt t="178897" x="7823200" y="5391150"/>
          <p14:tracePt t="178913" x="7861300" y="5391150"/>
          <p14:tracePt t="178930" x="7880350" y="5391150"/>
          <p14:tracePt t="178946" x="7893050" y="5391150"/>
          <p14:tracePt t="178963" x="7893050" y="5384800"/>
          <p14:tracePt t="178979" x="7886700" y="5378450"/>
          <p14:tracePt t="178996" x="7854950" y="5365750"/>
          <p14:tracePt t="179013" x="7842250" y="5365750"/>
          <p14:tracePt t="179030" x="7823200" y="5359400"/>
          <p14:tracePt t="179046" x="7734300" y="5359400"/>
          <p14:tracePt t="179062" x="7658100" y="5359400"/>
          <p14:tracePt t="179080" x="7454900" y="5372100"/>
          <p14:tracePt t="179096" x="7353300" y="5378450"/>
          <p14:tracePt t="179112" x="7258050" y="5391150"/>
          <p14:tracePt t="179130" x="7156450" y="5397500"/>
          <p14:tracePt t="179146" x="7137400" y="5397500"/>
          <p14:tracePt t="179162" x="7131050" y="5397500"/>
          <p14:tracePt t="179179" x="7156450" y="5397500"/>
          <p14:tracePt t="179195" x="7181850" y="5391150"/>
          <p14:tracePt t="179212" x="7213600" y="5384800"/>
          <p14:tracePt t="179229" x="7296150" y="5378450"/>
          <p14:tracePt t="179245" x="7346950" y="5378450"/>
          <p14:tracePt t="179262" x="7473950" y="5378450"/>
          <p14:tracePt t="179278" x="7550150" y="5378450"/>
          <p14:tracePt t="179295" x="7626350" y="5378450"/>
          <p14:tracePt t="179312" x="7747000" y="5365750"/>
          <p14:tracePt t="179328" x="7785100" y="5359400"/>
          <p14:tracePt t="179345" x="7804150" y="5353050"/>
          <p14:tracePt t="179361" x="7816850" y="5353050"/>
          <p14:tracePt t="179438" x="7810500" y="5353050"/>
          <p14:tracePt t="179445" x="7804150" y="5353050"/>
          <p14:tracePt t="179473" x="7797800" y="5353050"/>
          <p14:tracePt t="179480" x="7791450" y="5353050"/>
          <p14:tracePt t="179501" x="7785100" y="5353050"/>
          <p14:tracePt t="179515" x="7778750" y="5353050"/>
          <p14:tracePt t="179527" x="7772400" y="5346700"/>
          <p14:tracePt t="179544" x="7766050" y="5334000"/>
          <p14:tracePt t="179817" x="7670800" y="5340350"/>
          <p14:tracePt t="179824" x="7512050" y="5346700"/>
          <p14:tracePt t="179838" x="7289800" y="5378450"/>
          <p14:tracePt t="179846" x="7073900" y="5403850"/>
          <p14:tracePt t="179860" x="6858000" y="5416550"/>
          <p14:tracePt t="179876" x="6604000" y="5461000"/>
          <p14:tracePt t="179894" x="6140450" y="5518150"/>
          <p14:tracePt t="179909" x="5886450" y="5537200"/>
          <p14:tracePt t="179926" x="5797550" y="5549900"/>
          <p14:tracePt t="179946" x="5613400" y="5581650"/>
          <p14:tracePt t="179959" x="5448300" y="5600700"/>
          <p14:tracePt t="179976" x="5372100" y="5619750"/>
          <p14:tracePt t="179993" x="5238750" y="5645150"/>
          <p14:tracePt t="180009" x="5130800" y="5683250"/>
          <p14:tracePt t="180026" x="5073650" y="5702300"/>
          <p14:tracePt t="180042" x="4959350" y="5753100"/>
          <p14:tracePt t="180059" x="4832350" y="5778500"/>
          <p14:tracePt t="180076" x="4775200" y="5797550"/>
          <p14:tracePt t="180092" x="4641850" y="5835650"/>
          <p14:tracePt t="180109" x="4527550" y="5880100"/>
          <p14:tracePt t="180126" x="4457700" y="5905500"/>
          <p14:tracePt t="180142" x="4425950" y="5911850"/>
          <p14:tracePt t="180159" x="4400550" y="5918200"/>
          <p14:tracePt t="180176" x="4337050" y="5943600"/>
          <p14:tracePt t="180192" x="4311650" y="5949950"/>
          <p14:tracePt t="180209" x="4311650" y="5956300"/>
          <p14:tracePt t="180225" x="4286250" y="5962650"/>
          <p14:tracePt t="180242" x="4279900" y="5962650"/>
          <p14:tracePt t="180287" x="4286250" y="5962650"/>
          <p14:tracePt t="180308" x="4292600" y="5962650"/>
          <p14:tracePt t="180336" x="4298950" y="5962650"/>
          <p14:tracePt t="180351" x="4305300" y="5962650"/>
          <p14:tracePt t="180359" x="4311650" y="5962650"/>
          <p14:tracePt t="180372" x="4318000" y="5962650"/>
          <p14:tracePt t="180386" x="4324350" y="5962650"/>
          <p14:tracePt t="180400" x="4330700" y="5962650"/>
          <p14:tracePt t="180428" x="4337050" y="5962650"/>
          <p14:tracePt t="180443" x="4343400" y="5962650"/>
          <p14:tracePt t="180456" x="4349750" y="5962650"/>
          <p14:tracePt t="180498" x="4356100" y="5962650"/>
          <p14:tracePt t="180526" x="4362450" y="5956300"/>
          <p14:tracePt t="180547" x="4368800" y="5956300"/>
          <p14:tracePt t="180590" x="4375150" y="5956300"/>
          <p14:tracePt t="180618" x="4381500" y="5956300"/>
          <p14:tracePt t="180638" x="4387850" y="5956300"/>
          <p14:tracePt t="180660" x="4394200" y="5956300"/>
          <p14:tracePt t="180688" x="4400550" y="5956300"/>
          <p14:tracePt t="180709" x="4406900" y="5956300"/>
          <p14:tracePt t="180737" x="4413250" y="5956300"/>
          <p14:tracePt t="180751" x="4419600" y="5956300"/>
          <p14:tracePt t="180760" x="4425950" y="5956300"/>
          <p14:tracePt t="180774" x="4432300" y="5956300"/>
          <p14:tracePt t="180790" x="4438650" y="5956300"/>
          <p14:tracePt t="180807" x="4502150" y="5962650"/>
          <p14:tracePt t="180823" x="4559300" y="5969000"/>
          <p14:tracePt t="180840" x="4622800" y="5969000"/>
          <p14:tracePt t="180856" x="4800600" y="5988050"/>
          <p14:tracePt t="180873" x="5041900" y="6019800"/>
          <p14:tracePt t="180889" x="5187950" y="6045200"/>
          <p14:tracePt t="180906" x="5524500" y="6076950"/>
          <p14:tracePt t="180922" x="5803900" y="6102350"/>
          <p14:tracePt t="180940" x="5924550" y="6102350"/>
          <p14:tracePt t="180962" x="6178550" y="6102350"/>
          <p14:tracePt t="180972" x="6248400" y="6096000"/>
          <p14:tracePt t="180990" x="6324600" y="6089650"/>
          <p14:tracePt t="181006" x="6350000" y="6089650"/>
          <p14:tracePt t="181022" x="6381750" y="6083300"/>
          <p14:tracePt t="181039" x="6394450" y="6076950"/>
          <p14:tracePt t="181073" x="6400800" y="6076950"/>
          <p14:tracePt t="181089" x="6413500" y="6070600"/>
          <p14:tracePt t="181125" x="6419850" y="6070600"/>
          <p14:tracePt t="181151" x="6426200" y="6070600"/>
          <p14:tracePt t="181222" x="6419850" y="6070600"/>
          <p14:tracePt t="181228" x="6413500" y="6070600"/>
          <p14:tracePt t="181242" x="6400800" y="6070600"/>
          <p14:tracePt t="181254" x="6394450" y="6070600"/>
          <p14:tracePt t="181271" x="6375400" y="6076950"/>
          <p14:tracePt t="181289" x="6350000" y="6083300"/>
          <p14:tracePt t="181305" x="6273800" y="6089650"/>
          <p14:tracePt t="181321" x="6140450" y="6096000"/>
          <p14:tracePt t="181338" x="6051550" y="6096000"/>
          <p14:tracePt t="181355" x="5842000" y="6096000"/>
          <p14:tracePt t="181371" x="5626100" y="6083300"/>
          <p14:tracePt t="181388" x="5505450" y="6070600"/>
          <p14:tracePt t="181404" x="5340350" y="6045200"/>
          <p14:tracePt t="181421" x="5264150" y="6032500"/>
          <p14:tracePt t="181438" x="5130800" y="6013450"/>
          <p14:tracePt t="181454" x="5048250" y="6007100"/>
          <p14:tracePt t="181471" x="5022850" y="6007100"/>
          <p14:tracePt t="181489" x="4978400" y="6000750"/>
          <p14:tracePt t="181504" x="4953000" y="6000750"/>
          <p14:tracePt t="181521" x="4946650" y="6000750"/>
          <p14:tracePt t="181538" x="4927600" y="6000750"/>
          <p14:tracePt t="181554" x="4908550" y="6000750"/>
          <p14:tracePt t="181587" x="4902200" y="6000750"/>
          <p14:tracePt t="181622" x="4902200" y="5994400"/>
          <p14:tracePt t="181643" x="4908550" y="5988050"/>
          <p14:tracePt t="181649" x="4914900" y="5988050"/>
          <p14:tracePt t="181664" x="4914900" y="5981700"/>
          <p14:tracePt t="181673" x="4927600" y="5981700"/>
          <p14:tracePt t="181687" x="4940300" y="5975350"/>
          <p14:tracePt t="181703" x="4953000" y="5975350"/>
          <p14:tracePt t="181720" x="5010150" y="5962650"/>
          <p14:tracePt t="181736" x="5060950" y="5962650"/>
          <p14:tracePt t="181753" x="5143500" y="5943600"/>
          <p14:tracePt t="181770" x="5359400" y="5911850"/>
          <p14:tracePt t="181786" x="5499100" y="5899150"/>
          <p14:tracePt t="181804" x="5803900" y="5867400"/>
          <p14:tracePt t="181820" x="5975350" y="5842000"/>
          <p14:tracePt t="181837" x="6115050" y="5842000"/>
          <p14:tracePt t="181853" x="6343650" y="5822950"/>
          <p14:tracePt t="181869" x="6419850" y="5810250"/>
          <p14:tracePt t="181886" x="6483350" y="5810250"/>
          <p14:tracePt t="181903" x="6565900" y="5803900"/>
          <p14:tracePt t="181920" x="6584950" y="5803900"/>
          <p14:tracePt t="181937" x="6591300" y="5803900"/>
          <p14:tracePt t="181952" x="6604000" y="5803900"/>
          <p14:tracePt t="182239" x="6597650" y="5803900"/>
          <p14:tracePt t="182253" x="6591300" y="5803900"/>
          <p14:tracePt t="182260" x="6584950" y="5803900"/>
          <p14:tracePt t="182657" x="6597650" y="5803900"/>
          <p14:tracePt t="182664" x="6610350" y="5803900"/>
          <p14:tracePt t="182678" x="6629400" y="5803900"/>
          <p14:tracePt t="182686" x="6654800" y="5803900"/>
          <p14:tracePt t="182700" x="6680200" y="5803900"/>
          <p14:tracePt t="182716" x="6731000" y="5803900"/>
          <p14:tracePt t="182735" x="6794500" y="5803900"/>
          <p14:tracePt t="182750" x="6832600" y="5803900"/>
          <p14:tracePt t="182766" x="6883400" y="5803900"/>
          <p14:tracePt t="182783" x="7016750" y="5803900"/>
          <p14:tracePt t="182799" x="7054850" y="5803900"/>
          <p14:tracePt t="182817" x="7092950" y="5803900"/>
          <p14:tracePt t="182833" x="7175500" y="5797550"/>
          <p14:tracePt t="182849" x="7232650" y="5784850"/>
          <p14:tracePt t="182868" x="7296150" y="5765800"/>
          <p14:tracePt t="182882" x="7321550" y="5765800"/>
          <p14:tracePt t="182899" x="7378700" y="5753100"/>
          <p14:tracePt t="182917" x="7423150" y="5740400"/>
          <p14:tracePt t="182932" x="7442200" y="5734050"/>
          <p14:tracePt t="182949" x="7493000" y="5721350"/>
          <p14:tracePt t="182966" x="7524750" y="5708650"/>
          <p14:tracePt t="182983" x="7550150" y="5702300"/>
          <p14:tracePt t="182999" x="7581900" y="5689600"/>
          <p14:tracePt t="183016" x="7620000" y="5657850"/>
          <p14:tracePt t="183032" x="7632700" y="5645150"/>
          <p14:tracePt t="183050" x="7651750" y="5626100"/>
          <p14:tracePt t="183065" x="7658100" y="5600700"/>
          <p14:tracePt t="183082" x="7664450" y="5594350"/>
          <p14:tracePt t="183099" x="7670800" y="5588000"/>
          <p14:tracePt t="183115" x="7670800" y="5581650"/>
          <p14:tracePt t="183132" x="7670800" y="5568950"/>
          <p14:tracePt t="183148" x="7677150" y="5562600"/>
          <p14:tracePt t="183165" x="7683500" y="5556250"/>
          <p14:tracePt t="183181" x="7683500" y="5549900"/>
          <p14:tracePt t="183198" x="7689850" y="5537200"/>
          <p14:tracePt t="183232" x="7696200" y="5518150"/>
          <p14:tracePt t="183248" x="7702550" y="5511800"/>
          <p14:tracePt t="183281" x="7702550" y="5486400"/>
          <p14:tracePt t="183298" x="7702550" y="5473700"/>
          <p14:tracePt t="183314" x="7702550" y="5467350"/>
          <p14:tracePt t="183331" x="7689850" y="5454650"/>
          <p14:tracePt t="183348" x="7683500" y="5448300"/>
          <p14:tracePt t="183365" x="7670800" y="5441950"/>
          <p14:tracePt t="183381" x="7664450" y="5441950"/>
          <p14:tracePt t="183401" x="7658100" y="5441950"/>
          <p14:tracePt t="183417" x="7651750" y="5441950"/>
          <p14:tracePt t="183443" x="7645400" y="5441950"/>
          <p14:tracePt t="183478" x="7632700" y="5441950"/>
          <p14:tracePt t="183513" x="7626350" y="5441950"/>
          <p14:tracePt t="183562" x="7620000" y="5441950"/>
          <p14:tracePt t="183745" x="7626350" y="5441950"/>
          <p14:tracePt t="183815" x="7632700" y="5441950"/>
          <p14:tracePt t="184026" x="7639050" y="5435600"/>
          <p14:tracePt t="184040" x="7645400" y="5435600"/>
          <p14:tracePt t="184048" x="7651750" y="5435600"/>
          <p14:tracePt t="184062" x="7658100" y="5429250"/>
          <p14:tracePt t="184079" x="7664450" y="5429250"/>
          <p14:tracePt t="184096" x="7677150" y="5429250"/>
          <p14:tracePt t="184112" x="7708900" y="5422900"/>
          <p14:tracePt t="184128" x="7740650" y="5422900"/>
          <p14:tracePt t="184145" x="7778750" y="5422900"/>
          <p14:tracePt t="184161" x="7804150" y="5422900"/>
          <p14:tracePt t="184178" x="7823200" y="5422900"/>
          <p14:tracePt t="184194" x="7854950" y="5422900"/>
          <p14:tracePt t="184211" x="7867650" y="5429250"/>
          <p14:tracePt t="184230" x="7880350" y="5429250"/>
          <p14:tracePt t="184261" x="7886700" y="5429250"/>
          <p14:tracePt t="184349" x="7886700" y="5422900"/>
          <p14:tracePt t="184461" x="7880350" y="5422900"/>
          <p14:tracePt t="184468" x="7874000" y="5422900"/>
          <p14:tracePt t="184477" x="7874000" y="5416550"/>
          <p14:tracePt t="184494" x="7867650" y="5416550"/>
          <p14:tracePt t="184954" x="7874000" y="5416550"/>
          <p14:tracePt t="184961" x="7886700" y="5416550"/>
          <p14:tracePt t="184974" x="7905750" y="5416550"/>
          <p14:tracePt t="184981" x="7918450" y="5422900"/>
          <p14:tracePt t="185000" x="7943850" y="5422900"/>
          <p14:tracePt t="185009" x="7975600" y="5422900"/>
          <p14:tracePt t="185025" x="7994650" y="5416550"/>
          <p14:tracePt t="185041" x="8013700" y="5416550"/>
          <p14:tracePt t="185060" x="8058150" y="5410200"/>
          <p14:tracePt t="185075" x="8070850" y="5403850"/>
          <p14:tracePt t="185092" x="8077200" y="5403850"/>
          <p14:tracePt t="185109" x="8083550" y="5397500"/>
          <p14:tracePt t="185207" x="8077200" y="5397500"/>
          <p14:tracePt t="185228" x="8070850" y="5397500"/>
          <p14:tracePt t="185255" x="8064500" y="5397500"/>
          <p14:tracePt t="185305" x="8058150" y="5397500"/>
          <p14:tracePt t="185375" x="8051800" y="5397500"/>
          <p14:tracePt t="185410" x="8045450" y="5397500"/>
          <p14:tracePt t="185445" x="8039100" y="5397500"/>
          <p14:tracePt t="185479" x="8032750" y="5397500"/>
          <p14:tracePt t="185494" x="8026400" y="5397500"/>
          <p14:tracePt t="185523" x="8020050" y="5397500"/>
          <p14:tracePt t="185543" x="8013700" y="5397500"/>
          <p14:tracePt t="185565" x="8007350" y="5397500"/>
          <p14:tracePt t="185586" x="8001000" y="5403850"/>
          <p14:tracePt t="185592" x="7994650" y="5403850"/>
          <p14:tracePt t="185609" x="7988300" y="5403850"/>
          <p14:tracePt t="185623" x="7981950" y="5403850"/>
          <p14:tracePt t="185639" x="7969250" y="5403850"/>
          <p14:tracePt t="185657" x="7937500" y="5403850"/>
          <p14:tracePt t="185673" x="7912100" y="5410200"/>
          <p14:tracePt t="185690" x="7880350" y="5410200"/>
          <p14:tracePt t="185706" x="7842250" y="5410200"/>
          <p14:tracePt t="185723" x="7829550" y="5410200"/>
          <p14:tracePt t="185740" x="7804150" y="5410200"/>
          <p14:tracePt t="185756" x="7785100" y="5410200"/>
          <p14:tracePt t="185789" x="7778750" y="5416550"/>
          <p14:tracePt t="185958" x="7785100" y="5416550"/>
          <p14:tracePt t="185964" x="7791450" y="5416550"/>
          <p14:tracePt t="185986" x="7797800" y="5416550"/>
          <p14:tracePt t="186014" x="7810500" y="5416550"/>
          <p14:tracePt t="186056" x="7816850" y="5422900"/>
          <p14:tracePt t="186063" x="7823200" y="5422900"/>
          <p14:tracePt t="186077" x="7829550" y="5422900"/>
          <p14:tracePt t="186091" x="7835900" y="5422900"/>
          <p14:tracePt t="186105" x="7842250" y="5422900"/>
          <p14:tracePt t="186121" x="7854950" y="5422900"/>
          <p14:tracePt t="186138" x="7867650" y="5429250"/>
          <p14:tracePt t="186155" x="7886700" y="5435600"/>
          <p14:tracePt t="186171" x="7899400" y="5435600"/>
          <p14:tracePt t="186188" x="7912100" y="5441950"/>
          <p14:tracePt t="186204" x="7950200" y="5448300"/>
          <p14:tracePt t="186220" x="7962900" y="5448300"/>
          <p14:tracePt t="186239" x="7981950" y="5448300"/>
          <p14:tracePt t="186254" x="7988300" y="5448300"/>
          <p14:tracePt t="186271" x="8013700" y="5435600"/>
          <p14:tracePt t="186288" x="8045450" y="5422900"/>
          <p14:tracePt t="186304" x="8058150" y="5416550"/>
          <p14:tracePt t="186321" x="8070850" y="5410200"/>
          <p14:tracePt t="186337" x="8083550" y="5410200"/>
          <p14:tracePt t="186354" x="8096250" y="5403850"/>
          <p14:tracePt t="186371" x="8108950" y="5397500"/>
          <p14:tracePt t="186387" x="8140700" y="5378450"/>
          <p14:tracePt t="186404" x="8153400" y="5372100"/>
          <p14:tracePt t="186421" x="8178800" y="5365750"/>
          <p14:tracePt t="186437" x="8185150" y="5365750"/>
          <p14:tracePt t="186453" x="8191500" y="5359400"/>
          <p14:tracePt t="186470" x="8197850" y="5359400"/>
          <p14:tracePt t="186562" x="8197850" y="5365750"/>
          <p14:tracePt t="186576" x="8197850" y="5372100"/>
          <p14:tracePt t="186597" x="8197850" y="5378450"/>
          <p14:tracePt t="186625" x="8197850" y="5384800"/>
          <p14:tracePt t="186646" x="8197850" y="5391150"/>
          <p14:tracePt t="186667" x="8210550" y="5397500"/>
          <p14:tracePt t="186688" x="8216900" y="5397500"/>
          <p14:tracePt t="186695" x="8229600" y="5403850"/>
          <p14:tracePt t="186709" x="8242300" y="5410200"/>
          <p14:tracePt t="186719" x="8255000" y="5410200"/>
          <p14:tracePt t="186736" x="8274050" y="5410200"/>
          <p14:tracePt t="186752" x="8293100" y="5410200"/>
          <p14:tracePt t="186769" x="8318500" y="5403850"/>
          <p14:tracePt t="186786" x="8331200" y="5403850"/>
          <p14:tracePt t="186802" x="8337550" y="5384800"/>
          <p14:tracePt t="186819" x="8324850" y="5378450"/>
          <p14:tracePt t="186836" x="8318500" y="5378450"/>
          <p14:tracePt t="186852" x="8248650" y="5365750"/>
          <p14:tracePt t="186869" x="8166100" y="5353050"/>
          <p14:tracePt t="186885" x="7988300" y="5334000"/>
          <p14:tracePt t="186902" x="7886700" y="5321300"/>
          <p14:tracePt t="186918" x="7797800" y="5314950"/>
          <p14:tracePt t="186935" x="7677150" y="5295900"/>
          <p14:tracePt t="186952" x="7645400" y="5295900"/>
          <p14:tracePt t="186969" x="7626350" y="5295900"/>
          <p14:tracePt t="186985" x="7607300" y="5295900"/>
          <p14:tracePt t="187002" x="7600950" y="5302250"/>
          <p14:tracePt t="187061" x="7613650" y="5302250"/>
          <p14:tracePt t="187067" x="7620000" y="5302250"/>
          <p14:tracePt t="187082" x="7632700" y="5302250"/>
          <p14:tracePt t="187096" x="7639050" y="5302250"/>
          <p14:tracePt t="187104" x="7645400" y="5302250"/>
          <p14:tracePt t="187118" x="7651750" y="5302250"/>
          <p14:tracePt t="187134" x="7658100" y="5302250"/>
          <p14:tracePt t="187152" x="7670800" y="5308600"/>
          <p14:tracePt t="187168" x="7677150" y="5308600"/>
          <p14:tracePt t="187201" x="7683500" y="5308600"/>
          <p14:tracePt t="187229" x="7683500" y="5314950"/>
          <p14:tracePt t="187264" x="7670800" y="5314950"/>
          <p14:tracePt t="187271" x="7664450" y="5314950"/>
          <p14:tracePt t="187284" x="7658100" y="5314950"/>
          <p14:tracePt t="187300" x="7632700" y="5314950"/>
          <p14:tracePt t="187317" x="7594600" y="5327650"/>
          <p14:tracePt t="187334" x="7493000" y="5334000"/>
          <p14:tracePt t="187350" x="7334250" y="5365750"/>
          <p14:tracePt t="187367" x="7232650" y="5384800"/>
          <p14:tracePt t="187384" x="7048500" y="5403850"/>
          <p14:tracePt t="187400" x="6870700" y="5441950"/>
          <p14:tracePt t="187418" x="6781800" y="5454650"/>
          <p14:tracePt t="187433" x="6648450" y="5473700"/>
          <p14:tracePt t="187450" x="6591300" y="5492750"/>
          <p14:tracePt t="187468" x="6489700" y="5505450"/>
          <p14:tracePt t="187484" x="6477000" y="5511800"/>
          <p14:tracePt t="187500" x="6464300" y="5511800"/>
          <p14:tracePt t="187517" x="6445250" y="5518150"/>
          <p14:tracePt t="187533" x="6445250" y="5530850"/>
          <p14:tracePt t="187550" x="6438900" y="5530850"/>
          <p14:tracePt t="187567" x="6432550" y="5537200"/>
          <p14:tracePt t="187583" x="6432550" y="5543550"/>
          <p14:tracePt t="187602" x="6432550" y="5549900"/>
          <p14:tracePt t="187651" x="6432550" y="5556250"/>
          <p14:tracePt t="187678" x="6438900" y="5562600"/>
          <p14:tracePt t="187699" x="6438900" y="5568950"/>
          <p14:tracePt t="187734" x="6438900" y="5575300"/>
          <p14:tracePt t="187748" x="6438900" y="5581650"/>
          <p14:tracePt t="187770" x="6438900" y="5588000"/>
          <p14:tracePt t="187784" x="6445250" y="5588000"/>
          <p14:tracePt t="187791" x="6445250" y="5594350"/>
          <p14:tracePt t="187805" x="6451600" y="5600700"/>
          <p14:tracePt t="187815" x="6451600" y="5607050"/>
          <p14:tracePt t="187833" x="6464300" y="5645150"/>
          <p14:tracePt t="187849" x="6477000" y="5670550"/>
          <p14:tracePt t="187865" x="6502400" y="5715000"/>
          <p14:tracePt t="187883" x="6527800" y="5791200"/>
          <p14:tracePt t="187899" x="6534150" y="5810250"/>
          <p14:tracePt t="187902" x="6540500" y="5835650"/>
          <p14:tracePt t="187916" x="6546850" y="5867400"/>
          <p14:tracePt t="187931" x="6559550" y="5899150"/>
          <p14:tracePt t="187948" x="6565900" y="5918200"/>
          <p14:tracePt t="187966" x="6565900" y="5930900"/>
          <p14:tracePt t="187981" x="6565900" y="5937250"/>
          <p14:tracePt t="188072" x="6565900" y="5930900"/>
          <p14:tracePt t="188086" x="6565900" y="5924550"/>
          <p14:tracePt t="188114" x="6565900" y="5918200"/>
          <p14:tracePt t="188142" x="6565900" y="5911850"/>
          <p14:tracePt t="188156" x="6565900" y="5905500"/>
          <p14:tracePt t="188162" x="6565900" y="5899150"/>
          <p14:tracePt t="188191" x="6565900" y="5892800"/>
          <p14:tracePt t="188212" x="6565900" y="5886450"/>
          <p14:tracePt t="188261" x="6565900" y="5880100"/>
          <p14:tracePt t="188437" x="6565900" y="5886450"/>
          <p14:tracePt t="188444" x="6565900" y="5892800"/>
          <p14:tracePt t="188507" x="6565900" y="5899150"/>
          <p14:tracePt t="188542" x="6565900" y="5905500"/>
          <p14:tracePt t="188612" x="6565900" y="5911850"/>
          <p14:tracePt t="188661" x="6559550" y="5911850"/>
          <p14:tracePt t="188683" x="6559550" y="5918200"/>
          <p14:tracePt t="189014" x="6527800" y="5924550"/>
          <p14:tracePt t="189027" x="6489700" y="5930900"/>
          <p14:tracePt t="189035" x="6432550" y="5949950"/>
          <p14:tracePt t="189049" x="6388100" y="5969000"/>
          <p14:tracePt t="189061" x="6330950" y="5981700"/>
          <p14:tracePt t="189078" x="6235700" y="6013450"/>
          <p14:tracePt t="189094" x="6184900" y="6032500"/>
          <p14:tracePt t="189112" x="6127750" y="6038850"/>
          <p14:tracePt t="189128" x="6083300" y="6045200"/>
          <p14:tracePt t="189144" x="6070600" y="6051550"/>
          <p14:tracePt t="189161" x="6057900" y="6051550"/>
          <p14:tracePt t="189178" x="6051550" y="6051550"/>
          <p14:tracePt t="189211" x="6051550" y="6057900"/>
          <p14:tracePt t="189227" x="6064250" y="6064250"/>
          <p14:tracePt t="189245" x="6083300" y="6064250"/>
          <p14:tracePt t="189260" x="6140450" y="6064250"/>
          <p14:tracePt t="189277" x="6242050" y="6064250"/>
          <p14:tracePt t="189294" x="6388100" y="6064250"/>
          <p14:tracePt t="189310" x="6464300" y="6057900"/>
          <p14:tracePt t="189327" x="6515100" y="6051550"/>
          <p14:tracePt t="189344" x="6610350" y="6026150"/>
          <p14:tracePt t="189360" x="6616700" y="6019800"/>
          <p14:tracePt t="189377" x="6616700" y="6013450"/>
          <p14:tracePt t="189393" x="6604000" y="6013450"/>
          <p14:tracePt t="189410" x="6578600" y="6013450"/>
          <p14:tracePt t="189414" x="6546850" y="6013450"/>
          <p14:tracePt t="189429" x="6508750" y="6019800"/>
          <p14:tracePt t="189443" x="6451600" y="6038850"/>
          <p14:tracePt t="189460" x="6311900" y="6083300"/>
          <p14:tracePt t="189477" x="6159500" y="6127750"/>
          <p14:tracePt t="189493" x="6096000" y="6146800"/>
          <p14:tracePt t="189510" x="6032500" y="6178550"/>
          <p14:tracePt t="189527" x="6013450" y="6197600"/>
          <p14:tracePt t="189543" x="6019800" y="6197600"/>
          <p14:tracePt t="189559" x="6076950" y="6197600"/>
          <p14:tracePt t="189576" x="6165850" y="6191250"/>
          <p14:tracePt t="189593" x="6229350" y="6178550"/>
          <p14:tracePt t="189610" x="6388100" y="6159500"/>
          <p14:tracePt t="189625" x="6508750" y="6121400"/>
          <p14:tracePt t="189643" x="6540500" y="6108700"/>
          <p14:tracePt t="189660" x="6572250" y="6096000"/>
          <p14:tracePt t="189695" x="6546850" y="6096000"/>
          <p14:tracePt t="189710" x="6527800" y="6102350"/>
          <p14:tracePt t="189715" x="6508750" y="6102350"/>
          <p14:tracePt t="189730" x="6477000" y="6115050"/>
          <p14:tracePt t="189742" x="6426200" y="6127750"/>
          <p14:tracePt t="189759" x="6254750" y="6165850"/>
          <p14:tracePt t="189775" x="6159500" y="6197600"/>
          <p14:tracePt t="189793" x="5981700" y="6235700"/>
          <p14:tracePt t="189809" x="5861050" y="6254750"/>
          <p14:tracePt t="189825" x="5829300" y="6261100"/>
          <p14:tracePt t="189842" x="5816600" y="6261100"/>
          <p14:tracePt t="189858" x="5835650" y="6254750"/>
          <p14:tracePt t="189875" x="5873750" y="6248400"/>
          <p14:tracePt t="189892" x="6013450" y="6210300"/>
          <p14:tracePt t="189908" x="6216650" y="6178550"/>
          <p14:tracePt t="189924" x="6318250" y="6172200"/>
          <p14:tracePt t="189942" x="6477000" y="6134100"/>
          <p14:tracePt t="189958" x="6515100" y="6121400"/>
          <p14:tracePt t="189975" x="6553200" y="6108700"/>
          <p14:tracePt t="189992" x="6546850" y="6108700"/>
          <p14:tracePt t="190008" x="6534150" y="6108700"/>
          <p14:tracePt t="190025" x="6489700" y="6115050"/>
          <p14:tracePt t="190041" x="6464300" y="6127750"/>
          <p14:tracePt t="190058" x="6457950" y="6134100"/>
          <p14:tracePt t="190075" x="6445250" y="6146800"/>
          <p14:tracePt t="190091" x="6451600" y="6146800"/>
          <p14:tracePt t="190109" x="6496050" y="6140450"/>
          <p14:tracePt t="190124" x="6546850" y="6121400"/>
          <p14:tracePt t="190141" x="6673850" y="6102350"/>
          <p14:tracePt t="190159" x="6883400" y="6064250"/>
          <p14:tracePt t="190174" x="6972300" y="6045200"/>
          <p14:tracePt t="190191" x="7131050" y="5994400"/>
          <p14:tracePt t="190208" x="7207250" y="5962650"/>
          <p14:tracePt t="190224" x="7239000" y="5949950"/>
          <p14:tracePt t="190240" x="7258050" y="5943600"/>
          <p14:tracePt t="204310" x="7251700" y="5937250"/>
          <p14:tracePt t="204317" x="7245350" y="5930900"/>
          <p14:tracePt t="204325" x="7239000" y="5924550"/>
          <p14:tracePt t="204342" x="7226300" y="5899150"/>
          <p14:tracePt t="204359" x="7200900" y="5848350"/>
          <p14:tracePt t="204375" x="7181850" y="5816600"/>
          <p14:tracePt t="204392" x="7169150" y="5791200"/>
          <p14:tracePt t="204408" x="7143750" y="5740400"/>
          <p14:tracePt t="204425" x="7124700" y="5708650"/>
          <p14:tracePt t="204443" x="7112000" y="5657850"/>
          <p14:tracePt t="204458" x="7092950" y="5588000"/>
          <p14:tracePt t="204475" x="7080250" y="5537200"/>
          <p14:tracePt t="204492" x="7067550" y="5473700"/>
          <p14:tracePt t="204508" x="7061200" y="5435600"/>
          <p14:tracePt t="204525" x="7048500" y="5403850"/>
          <p14:tracePt t="204542" x="7035800" y="5359400"/>
          <p14:tracePt t="204559" x="7035800" y="5327650"/>
          <p14:tracePt t="204574" x="7035800" y="5321300"/>
          <p14:tracePt t="204591" x="7035800" y="5314950"/>
          <p14:tracePt t="204607" x="7048500" y="5308600"/>
          <p14:tracePt t="204624" x="7054850" y="5308600"/>
          <p14:tracePt t="204641" x="7061200" y="5308600"/>
          <p14:tracePt t="204675" x="7067550" y="5308600"/>
          <p14:tracePt t="204682" x="7073900" y="5308600"/>
          <p14:tracePt t="204691" x="7073900" y="5314950"/>
          <p14:tracePt t="204731" x="7073900" y="5321300"/>
          <p14:tracePt t="204815" x="7073900" y="5327650"/>
          <p14:tracePt t="204850" x="7073900" y="5334000"/>
          <p14:tracePt t="204871" x="7067550" y="5340350"/>
          <p14:tracePt t="204878" x="7067550" y="5346700"/>
          <p14:tracePt t="204893" x="7061200" y="5346700"/>
          <p14:tracePt t="204907" x="7054850" y="5346700"/>
          <p14:tracePt t="204923" x="7048500" y="5359400"/>
          <p14:tracePt t="204940" x="7029450" y="5372100"/>
          <p14:tracePt t="204957" x="6972300" y="5397500"/>
          <p14:tracePt t="204973" x="6921500" y="5429250"/>
          <p14:tracePt t="204990" x="6870700" y="5454650"/>
          <p14:tracePt t="205006" x="6775450" y="5499100"/>
          <p14:tracePt t="205023" x="6724650" y="5524500"/>
          <p14:tracePt t="205040" x="6642100" y="5562600"/>
          <p14:tracePt t="205056" x="6604000" y="5588000"/>
          <p14:tracePt t="205073" x="6572250" y="5607050"/>
          <p14:tracePt t="205090" x="6540500" y="5645150"/>
          <p14:tracePt t="205106" x="6521450" y="5670550"/>
          <p14:tracePt t="205122" x="6508750" y="5702300"/>
          <p14:tracePt t="205126" x="6496050" y="5721350"/>
          <p14:tracePt t="205139" x="6489700" y="5746750"/>
          <p14:tracePt t="205155" x="6477000" y="5772150"/>
          <p14:tracePt t="205174" x="6470650" y="5803900"/>
          <p14:tracePt t="205189" x="6464300" y="5816600"/>
          <p14:tracePt t="205205" x="6464300" y="5829300"/>
          <p14:tracePt t="205238" x="6464300" y="5835650"/>
          <p14:tracePt t="205255" x="6464300" y="5842000"/>
          <p14:tracePt t="205286" x="6457950" y="5848350"/>
          <p14:tracePt t="205461" x="6464300" y="5848350"/>
          <p14:tracePt t="205503" x="6470650" y="5848350"/>
          <p14:tracePt t="205574" x="6477000" y="5842000"/>
          <p14:tracePt t="205615" x="6477000" y="5835650"/>
          <p14:tracePt t="206150" x="6470650" y="5835650"/>
          <p14:tracePt t="206157" x="6457950" y="5835650"/>
          <p14:tracePt t="206168" x="6438900" y="5854700"/>
          <p14:tracePt t="206186" x="6381750" y="5886450"/>
          <p14:tracePt t="206202" x="6337300" y="5924550"/>
          <p14:tracePt t="206219" x="6273800" y="5975350"/>
          <p14:tracePt t="206235" x="6191250" y="6026150"/>
          <p14:tracePt t="206251" x="6121400" y="6070600"/>
          <p14:tracePt t="206269" x="6007100" y="6127750"/>
          <p14:tracePt t="206285" x="5905500" y="6159500"/>
          <p14:tracePt t="206302" x="5822950" y="6184900"/>
          <p14:tracePt t="206319" x="5708650" y="6210300"/>
          <p14:tracePt t="206335" x="5638800" y="6216650"/>
          <p14:tracePt t="206351" x="5581650" y="6235700"/>
          <p14:tracePt t="206368" x="5530850" y="6235700"/>
          <p14:tracePt t="206385" x="5505450" y="6235700"/>
          <p14:tracePt t="206401" x="5467350" y="6248400"/>
          <p14:tracePt t="206418" x="5435600" y="6248400"/>
          <p14:tracePt t="206434" x="5410200" y="6248400"/>
          <p14:tracePt t="206452" x="5391150" y="6254750"/>
          <p14:tracePt t="206467" x="5384800" y="6254750"/>
          <p14:tracePt t="206484" x="5378450" y="6254750"/>
          <p14:tracePt t="206501" x="5365750" y="6254750"/>
          <p14:tracePt t="206517" x="5359400" y="6261100"/>
          <p14:tracePt t="206534" x="5353050" y="6261100"/>
          <p14:tracePt t="206551" x="5346700" y="6261100"/>
          <p14:tracePt t="206567" x="5334000" y="6267450"/>
          <p14:tracePt t="206584" x="5327650" y="6267450"/>
          <p14:tracePt t="206600" x="5314950" y="6273800"/>
          <p14:tracePt t="206617" x="5308600" y="6273800"/>
          <p14:tracePt t="206637" x="5302250" y="6273800"/>
          <p14:tracePt t="206650" x="5289550" y="6273800"/>
          <p14:tracePt t="206667" x="5276850" y="6280150"/>
          <p14:tracePt t="206684" x="5257800" y="6280150"/>
          <p14:tracePt t="206701" x="5238750" y="6280150"/>
          <p14:tracePt t="206717" x="5219700" y="6286500"/>
          <p14:tracePt t="206734" x="5213350" y="6292850"/>
          <p14:tracePt t="206750" x="5200650" y="6292850"/>
          <p14:tracePt t="206783" x="5194300" y="6292850"/>
          <p14:tracePt t="206831" x="5194300" y="6286500"/>
          <p14:tracePt t="206838" x="5200650" y="6286500"/>
          <p14:tracePt t="206850" x="5207000" y="6286500"/>
          <p14:tracePt t="206869" x="5213350" y="6286500"/>
          <p14:tracePt t="206887" x="5213350" y="6280150"/>
          <p14:tracePt t="206908" x="5219700" y="6273800"/>
          <p14:tracePt t="206917" x="5226050" y="6273800"/>
          <p14:tracePt t="206933" x="5232400" y="6273800"/>
          <p14:tracePt t="206950" x="5245100" y="6273800"/>
          <p14:tracePt t="206966" x="5251450" y="6267450"/>
          <p14:tracePt t="206983" x="5264150" y="6267450"/>
          <p14:tracePt t="207000" x="5283200" y="6261100"/>
          <p14:tracePt t="207016" x="5289550" y="6254750"/>
          <p14:tracePt t="207033" x="5289550" y="6248400"/>
          <p14:tracePt t="207049" x="5302250" y="6248400"/>
          <p14:tracePt t="207066" x="5308600" y="6242050"/>
          <p14:tracePt t="207083" x="5314950" y="6242050"/>
          <p14:tracePt t="207100" x="5321300" y="6235700"/>
          <p14:tracePt t="207133" x="5327650" y="6229350"/>
          <p14:tracePt t="207189" x="5334000" y="6229350"/>
          <p14:tracePt t="207217" x="5340350" y="6223000"/>
          <p14:tracePt t="207238" x="5346700" y="6223000"/>
          <p14:tracePt t="207259" x="5353050" y="6216650"/>
          <p14:tracePt t="207287" x="5359400" y="6210300"/>
          <p14:tracePt t="207329" x="5365750" y="6203950"/>
          <p14:tracePt t="207357" x="5372100" y="6197600"/>
          <p14:tracePt t="207378" x="5378450" y="6197600"/>
          <p14:tracePt t="207399" x="5384800" y="6197600"/>
          <p14:tracePt t="207420" x="5391150" y="6197600"/>
          <p14:tracePt t="207427" x="5397500" y="6197600"/>
          <p14:tracePt t="207450" x="5403850" y="6197600"/>
          <p14:tracePt t="207462" x="5410200" y="6197600"/>
          <p14:tracePt t="207469" x="5416550" y="6197600"/>
          <p14:tracePt t="207481" x="5429250" y="6197600"/>
          <p14:tracePt t="207499" x="5461000" y="6197600"/>
          <p14:tracePt t="207514" x="5473700" y="6184900"/>
          <p14:tracePt t="207531" x="5492750" y="6184900"/>
          <p14:tracePt t="207548" x="5562600" y="6184900"/>
          <p14:tracePt t="207564" x="5594350" y="6178550"/>
          <p14:tracePt t="207582" x="5613400" y="6178550"/>
          <p14:tracePt t="207598" x="5664200" y="6178550"/>
          <p14:tracePt t="207614" x="5695950" y="6178550"/>
          <p14:tracePt t="207632" x="5721350" y="6172200"/>
          <p14:tracePt t="207647" x="5727700" y="6172200"/>
          <p14:tracePt t="207664" x="5740400" y="6172200"/>
          <p14:tracePt t="208059" x="5734050" y="6165850"/>
          <p14:tracePt t="208384" x="5759450" y="6165850"/>
          <p14:tracePt t="208391" x="5810250" y="6172200"/>
          <p14:tracePt t="208405" x="5880100" y="6178550"/>
          <p14:tracePt t="208414" x="5956300" y="6178550"/>
          <p14:tracePt t="208428" x="6032500" y="6191250"/>
          <p14:tracePt t="208444" x="6197600" y="6197600"/>
          <p14:tracePt t="208461" x="6362700" y="6210300"/>
          <p14:tracePt t="208478" x="6419850" y="6216650"/>
          <p14:tracePt t="208494" x="6521450" y="6216650"/>
          <p14:tracePt t="208512" x="6559550" y="6216650"/>
          <p14:tracePt t="208527" x="6572250" y="6216650"/>
          <p14:tracePt t="208545" x="6584950" y="6216650"/>
          <p14:tracePt t="208561" x="6591300" y="6216650"/>
          <p14:tracePt t="208623" x="6584950" y="6216650"/>
          <p14:tracePt t="208651" x="6578600" y="6216650"/>
          <p14:tracePt t="208672" x="6565900" y="6216650"/>
          <p14:tracePt t="208735" x="6559550" y="6216650"/>
          <p14:tracePt t="208742" x="6553200" y="6216650"/>
          <p14:tracePt t="208763" x="6546850" y="6216650"/>
          <p14:tracePt t="208784" x="6540500" y="6216650"/>
          <p14:tracePt t="209123" x="6540500" y="6191250"/>
          <p14:tracePt t="209137" x="6540500" y="6178550"/>
          <p14:tracePt t="209145" x="6534150" y="6153150"/>
          <p14:tracePt t="209159" x="6521450" y="6134100"/>
          <p14:tracePt t="209175" x="6508750" y="6083300"/>
          <p14:tracePt t="209192" x="6502400" y="6064250"/>
          <p14:tracePt t="209209" x="6496050" y="6007100"/>
          <p14:tracePt t="209225" x="6489700" y="5956300"/>
          <p14:tracePt t="209243" x="6483350" y="5905500"/>
          <p14:tracePt t="209259" x="6483350" y="5886450"/>
          <p14:tracePt t="209275" x="6483350" y="5867400"/>
          <p14:tracePt t="209292" x="6489700" y="5835650"/>
          <p14:tracePt t="209308" x="6496050" y="5816600"/>
          <p14:tracePt t="209325" x="6502400" y="5816600"/>
          <p14:tracePt t="209342" x="6502400" y="5810250"/>
          <p14:tracePt t="209537" x="6496050" y="5810250"/>
          <p14:tracePt t="209586" x="6496050" y="5816600"/>
          <p14:tracePt t="209608" x="6502400" y="5816600"/>
          <p14:tracePt t="209614" x="6502400" y="5822950"/>
          <p14:tracePt t="209636" x="6502400" y="5829300"/>
          <p14:tracePt t="209643" x="6502400" y="5835650"/>
          <p14:tracePt t="209659" x="6502400" y="5842000"/>
          <p14:tracePt t="209678" x="6502400" y="5848350"/>
          <p14:tracePt t="209690" x="6508750" y="5848350"/>
          <p14:tracePt t="209708" x="6508750" y="5854700"/>
          <p14:tracePt t="209727" x="6508750" y="5861050"/>
          <p14:tracePt t="209742" x="6508750" y="5867400"/>
          <p14:tracePt t="209758" x="6508750" y="5873750"/>
          <p14:tracePt t="209773" x="6515100" y="5899150"/>
          <p14:tracePt t="209790" x="6527800" y="5918200"/>
          <p14:tracePt t="209807" x="6565900" y="6019800"/>
          <p14:tracePt t="209823" x="6584950" y="6064250"/>
          <p14:tracePt t="209841" x="6616700" y="6153150"/>
          <p14:tracePt t="209857" x="6654800" y="6235700"/>
          <p14:tracePt t="209873" x="6667500" y="6261100"/>
          <p14:tracePt t="209890" x="6686550" y="6299200"/>
          <p14:tracePt t="209906" x="6692900" y="6311900"/>
          <p14:tracePt t="209923" x="6705600" y="6330950"/>
          <p14:tracePt t="209940" x="6711950" y="6330950"/>
          <p14:tracePt t="209956" x="6718300" y="6330950"/>
          <p14:tracePt t="209973" x="6724650" y="6324600"/>
          <p14:tracePt t="209989" x="6731000" y="6305550"/>
          <p14:tracePt t="210006" x="6743700" y="6299200"/>
          <p14:tracePt t="210023" x="6775450" y="6273800"/>
          <p14:tracePt t="210039" x="6794500" y="6254750"/>
          <p14:tracePt t="210057" x="6864350" y="6235700"/>
          <p14:tracePt t="210072" x="6921500" y="6216650"/>
          <p14:tracePt t="210089" x="7029450" y="6197600"/>
          <p14:tracePt t="210106" x="7067550" y="6191250"/>
          <p14:tracePt t="210122" x="7112000" y="6178550"/>
          <p14:tracePt t="210139" x="7162800" y="6172200"/>
          <p14:tracePt t="210156" x="7175500" y="6165850"/>
          <p14:tracePt t="210172" x="7181850" y="6159500"/>
          <p14:tracePt t="210189" x="7181850" y="6153150"/>
          <p14:tracePt t="210222" x="7156450" y="6146800"/>
          <p14:tracePt t="210240" x="7105650" y="6134100"/>
          <p14:tracePt t="210255" x="7080250" y="6127750"/>
          <p14:tracePt t="210271" x="6972300" y="6102350"/>
          <p14:tracePt t="210289" x="6845300" y="6064250"/>
          <p14:tracePt t="210305" x="6794500" y="6045200"/>
          <p14:tracePt t="210321" x="6731000" y="6026150"/>
          <p14:tracePt t="210338" x="6705600" y="6019800"/>
          <p14:tracePt t="210355" x="6705600" y="6013450"/>
          <p14:tracePt t="210372" x="6699250" y="6013450"/>
          <p14:tracePt t="210388" x="6699250" y="6007100"/>
          <p14:tracePt t="210404" x="6711950" y="6007100"/>
          <p14:tracePt t="210421" x="6731000" y="6007100"/>
          <p14:tracePt t="210438" x="6769100" y="6013450"/>
          <p14:tracePt t="210454" x="6807200" y="6013450"/>
          <p14:tracePt t="210472" x="6927850" y="6038850"/>
          <p14:tracePt t="210488" x="7035800" y="6070600"/>
          <p14:tracePt t="210504" x="7162800" y="6115050"/>
          <p14:tracePt t="210521" x="7524750" y="6203950"/>
          <p14:tracePt t="210537" x="7861300" y="6292850"/>
          <p14:tracePt t="210554" x="8077200" y="6343650"/>
          <p14:tracePt t="210571" x="8210550" y="6356350"/>
          <p14:tracePt t="210587" x="8248650" y="6356350"/>
          <p14:tracePt t="210604" x="8274050" y="6356350"/>
          <p14:tracePt t="210637" x="8274050" y="6350000"/>
          <p14:tracePt t="210654" x="8267700" y="6343650"/>
          <p14:tracePt t="210670" x="8255000" y="6337300"/>
          <p14:tracePt t="210687" x="8229600" y="6324600"/>
          <p14:tracePt t="210704" x="8216900" y="6305550"/>
          <p14:tracePt t="212953" x="8197850" y="6299200"/>
          <p14:tracePt t="212967" x="8172450" y="6292850"/>
          <p14:tracePt t="212974" x="8128000" y="6286500"/>
          <p14:tracePt t="212988" x="8089900" y="6280150"/>
          <p14:tracePt t="212998" x="8020050" y="6267450"/>
          <p14:tracePt t="213012" x="7943850" y="6261100"/>
          <p14:tracePt t="213029" x="7785100" y="6223000"/>
          <p14:tracePt t="213046" x="7588250" y="6178550"/>
          <p14:tracePt t="213062" x="7473950" y="6159500"/>
          <p14:tracePt t="213079" x="7258050" y="6140450"/>
          <p14:tracePt t="213095" x="7092950" y="6108700"/>
          <p14:tracePt t="213111" x="7016750" y="6108700"/>
          <p14:tracePt t="213128" x="6946900" y="6096000"/>
          <p14:tracePt t="213145" x="6762750" y="6076950"/>
          <p14:tracePt t="213161" x="6711950" y="6076950"/>
          <p14:tracePt t="213180" x="6623050" y="6070600"/>
          <p14:tracePt t="213195" x="6578600" y="6070600"/>
          <p14:tracePt t="213198" x="6559550" y="6070600"/>
          <p14:tracePt t="213212" x="6534150" y="6070600"/>
          <p14:tracePt t="213228" x="6464300" y="6070600"/>
          <p14:tracePt t="213244" x="6400800" y="6070600"/>
          <p14:tracePt t="213262" x="6369050" y="6070600"/>
        </p14:tracePtLst>
      </p14:laserTraceLst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__</a:t>
            </a:r>
            <a:r>
              <a:rPr lang="en-US" altLang="en-US" b="1" dirty="0" err="1"/>
              <a:t>post_init</a:t>
            </a:r>
            <a:r>
              <a:rPr lang="en-US" altLang="en-US" b="1" dirty="0"/>
              <a:t>__()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2400" y="762000"/>
            <a:ext cx="8991600" cy="5638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The</a:t>
            </a:r>
            <a:r>
              <a:rPr lang="en-US" sz="24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generated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)</a:t>
            </a:r>
            <a:r>
              <a:rPr lang="en-US" sz="24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code</a:t>
            </a:r>
            <a:r>
              <a:rPr lang="en-US" sz="24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tries</a:t>
            </a:r>
            <a:r>
              <a:rPr lang="en-US" sz="24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calling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</a:t>
            </a:r>
            <a:r>
              <a:rPr lang="en-US" sz="2800" spc="-5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post_init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spc="-25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()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spc="-1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. </a:t>
            </a:r>
          </a:p>
          <a:p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If a</a:t>
            </a:r>
            <a:r>
              <a:rPr lang="en-US" sz="2800" spc="-6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ny </a:t>
            </a:r>
            <a:r>
              <a:rPr lang="en-US" sz="2800" spc="-2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InitVar</a:t>
            </a:r>
            <a:r>
              <a:rPr lang="en-US" sz="2800" spc="-4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s</a:t>
            </a:r>
            <a:r>
              <a:rPr lang="en-US" sz="2800" spc="-4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wer</a:t>
            </a:r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 use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, t</a:t>
            </a:r>
            <a:r>
              <a:rPr lang="en-US" sz="2800" spc="-4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hey are p</a:t>
            </a:r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assed as arguments. </a:t>
            </a:r>
          </a:p>
          <a:p>
            <a:endParaRPr lang="en-US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Among other uses, this allows for initializing field values that depend on one or more other fields. For example:</a:t>
            </a:r>
          </a:p>
          <a:p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C: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x:int; y:int,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area:dataclasses.InitVar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__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post_init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__(self):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self.area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*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self.y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617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3"/>
    </mc:Choice>
    <mc:Fallback xmlns="">
      <p:transition spd="slow" advTm="19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75" x="0" y="0"/>
        </p14:tracePtLst>
      </p14:laserTraceLst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__</a:t>
            </a:r>
            <a:r>
              <a:rPr lang="en-US" altLang="en-US" b="1" dirty="0" err="1"/>
              <a:t>post_init</a:t>
            </a:r>
            <a:r>
              <a:rPr lang="en-US" altLang="en-US" b="1" dirty="0"/>
              <a:t>__()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2400" y="762000"/>
            <a:ext cx="89916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The</a:t>
            </a:r>
            <a:r>
              <a:rPr lang="en-US" sz="24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auto-generated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)</a:t>
            </a:r>
            <a:r>
              <a:rPr lang="en-US" sz="24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5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doesn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't call t</a:t>
            </a:r>
            <a:r>
              <a:rPr lang="en-US" sz="2800" spc="-5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he cons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</a:t>
            </a:r>
            <a:r>
              <a:rPr lang="en-US" sz="2800" spc="-5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ruc</a:t>
            </a:r>
            <a:r>
              <a:rPr 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t</a:t>
            </a:r>
            <a:r>
              <a:rPr lang="en-US" sz="2800" spc="-5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rs of base classes. If you need to call these, use this:</a:t>
            </a:r>
          </a:p>
          <a:p>
            <a:endParaRPr lang="en-US" sz="18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Rectangle: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height: float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width: float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Square(Rectangle):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side: float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__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post_init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__(self):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super()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self.side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self.side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Note, however, that you don't generally need to do this, since a derived </a:t>
            </a:r>
            <a:r>
              <a:rPr lang="en-US" sz="2600" i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dataclass</a:t>
            </a:r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will take care of initializing all fields of any base class that is a </a:t>
            </a:r>
            <a:r>
              <a:rPr lang="en-US" sz="2600" i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dataclass</a:t>
            </a:r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itself.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463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994"/>
    </mc:Choice>
    <mc:Fallback xmlns="">
      <p:transition spd="slow" advTm="869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083" x="4451350" y="5511800"/>
          <p14:tracePt t="4090" x="4451350" y="5505450"/>
          <p14:tracePt t="4100" x="4457700" y="5492750"/>
          <p14:tracePt t="4115" x="4464050" y="5461000"/>
          <p14:tracePt t="4132" x="4489450" y="5422900"/>
          <p14:tracePt t="4148" x="4546600" y="5314950"/>
          <p14:tracePt t="4165" x="4578350" y="5232400"/>
          <p14:tracePt t="4182" x="4660900" y="4997450"/>
          <p14:tracePt t="4198" x="4699000" y="4819650"/>
          <p14:tracePt t="4215" x="4813300" y="4406900"/>
          <p14:tracePt t="4231" x="4895850" y="3930650"/>
          <p14:tracePt t="4248" x="4908550" y="3689350"/>
          <p14:tracePt t="4265" x="4927600" y="3219450"/>
          <p14:tracePt t="4281" x="4902200" y="2736850"/>
          <p14:tracePt t="4298" x="4857750" y="2514600"/>
          <p14:tracePt t="4315" x="4775200" y="2012950"/>
          <p14:tracePt t="4331" x="4667250" y="1530350"/>
          <p14:tracePt t="4348" x="4648200" y="1358900"/>
          <p14:tracePt t="4365" x="4622800" y="1168400"/>
          <p14:tracePt t="4381" x="4616450" y="1092200"/>
          <p14:tracePt t="4397" x="4616450" y="1073150"/>
          <p14:tracePt t="4414" x="4616450" y="1066800"/>
          <p14:tracePt t="4456" x="4622800" y="1066800"/>
          <p14:tracePt t="4491" x="4622800" y="1073150"/>
          <p14:tracePt t="4568" x="4616450" y="1066800"/>
          <p14:tracePt t="4575" x="4610100" y="1066800"/>
          <p14:tracePt t="4589" x="4603750" y="1054100"/>
          <p14:tracePt t="4599" x="4597400" y="1054100"/>
          <p14:tracePt t="4613" x="4591050" y="1047750"/>
          <p14:tracePt t="4630" x="4584700" y="1041400"/>
          <p14:tracePt t="4647" x="4565650" y="1009650"/>
          <p14:tracePt t="4663" x="4559300" y="1003300"/>
          <p14:tracePt t="4681" x="4559300" y="996950"/>
          <p14:tracePt t="4696" x="4552950" y="990600"/>
          <p14:tracePt t="4751" x="4565650" y="990600"/>
          <p14:tracePt t="4758" x="4578350" y="984250"/>
          <p14:tracePt t="4772" x="4591050" y="984250"/>
          <p14:tracePt t="4782" x="4610100" y="977900"/>
          <p14:tracePt t="4796" x="4641850" y="977900"/>
          <p14:tracePt t="4813" x="4743450" y="965200"/>
          <p14:tracePt t="4829" x="4883150" y="958850"/>
          <p14:tracePt t="4846" x="4972050" y="946150"/>
          <p14:tracePt t="4863" x="5168900" y="927100"/>
          <p14:tracePt t="4879" x="5257800" y="914400"/>
          <p14:tracePt t="4896" x="5448300" y="895350"/>
          <p14:tracePt t="4913" x="5537200" y="895350"/>
          <p14:tracePt t="4929" x="5727700" y="876300"/>
          <p14:tracePt t="4945" x="5822950" y="863600"/>
          <p14:tracePt t="4963" x="5962650" y="844550"/>
          <p14:tracePt t="4979" x="6032500" y="838200"/>
          <p14:tracePt t="4995" x="6070600" y="825500"/>
          <p14:tracePt t="5012" x="6165850" y="819150"/>
          <p14:tracePt t="5029" x="6203950" y="819150"/>
          <p14:tracePt t="5046" x="6242050" y="812800"/>
          <p14:tracePt t="5061" x="6292850" y="812800"/>
          <p14:tracePt t="5079" x="6324600" y="812800"/>
          <p14:tracePt t="5095" x="6343650" y="812800"/>
          <p14:tracePt t="5111" x="6375400" y="806450"/>
          <p14:tracePt t="5128" x="6381750" y="806450"/>
          <p14:tracePt t="5146" x="6394450" y="800100"/>
          <p14:tracePt t="5161" x="6400800" y="800100"/>
          <p14:tracePt t="5178" x="6407150" y="800100"/>
          <p14:tracePt t="5195" x="6413500" y="800100"/>
          <p14:tracePt t="5215" x="6419850" y="800100"/>
          <p14:tracePt t="5532" x="6407150" y="800100"/>
          <p14:tracePt t="5546" x="6388100" y="812800"/>
          <p14:tracePt t="5553" x="6356350" y="825500"/>
          <p14:tracePt t="5562" x="6324600" y="850900"/>
          <p14:tracePt t="5576" x="6292850" y="876300"/>
          <p14:tracePt t="5593" x="6229350" y="927100"/>
          <p14:tracePt t="5610" x="6102350" y="1035050"/>
          <p14:tracePt t="5626" x="5937250" y="1181100"/>
          <p14:tracePt t="5643" x="5842000" y="1263650"/>
          <p14:tracePt t="5660" x="5651500" y="1473200"/>
          <p14:tracePt t="5676" x="5448300" y="1727200"/>
          <p14:tracePt t="5694" x="5276850" y="1936750"/>
          <p14:tracePt t="5710" x="5200650" y="2032000"/>
          <p14:tracePt t="5726" x="5073650" y="2203450"/>
          <p14:tracePt t="5743" x="4965700" y="2362200"/>
          <p14:tracePt t="5759" x="4914900" y="2432050"/>
          <p14:tracePt t="5776" x="4813300" y="2559050"/>
          <p14:tracePt t="5793" x="4730750" y="2673350"/>
          <p14:tracePt t="5809" x="4692650" y="2730500"/>
          <p14:tracePt t="5826" x="4648200" y="2768600"/>
          <p14:tracePt t="5842" x="4559300" y="2857500"/>
          <p14:tracePt t="5859" x="4552950" y="2870200"/>
          <p14:tracePt t="35745" x="4514850" y="2870200"/>
          <p14:tracePt t="35751" x="4476750" y="2870200"/>
          <p14:tracePt t="35766" x="4432300" y="2870200"/>
          <p14:tracePt t="35775" x="4381500" y="2882900"/>
          <p14:tracePt t="35788" x="4343400" y="2882900"/>
          <p14:tracePt t="35805" x="4235450" y="2889250"/>
          <p14:tracePt t="35823" x="4108450" y="2901950"/>
          <p14:tracePt t="35839" x="4032250" y="2908300"/>
          <p14:tracePt t="35855" x="3848100" y="2940050"/>
          <p14:tracePt t="35872" x="3708400" y="2959100"/>
          <p14:tracePt t="35889" x="3619500" y="2959100"/>
          <p14:tracePt t="35906" x="3524250" y="2965450"/>
          <p14:tracePt t="35921" x="3333750" y="2965450"/>
          <p14:tracePt t="35938" x="3143250" y="2952750"/>
          <p14:tracePt t="35955" x="3016250" y="2946400"/>
          <p14:tracePt t="35972" x="2914650" y="2978150"/>
          <p14:tracePt t="76148" x="2914650" y="2997200"/>
          <p14:tracePt t="76155" x="2914650" y="3028950"/>
          <p14:tracePt t="76165" x="2933700" y="3060700"/>
          <p14:tracePt t="76183" x="2965450" y="3155950"/>
          <p14:tracePt t="76199" x="2984500" y="3206750"/>
          <p14:tracePt t="76216" x="3016250" y="3257550"/>
          <p14:tracePt t="76233" x="3105150" y="3346450"/>
          <p14:tracePt t="76249" x="3200400" y="3429000"/>
          <p14:tracePt t="76266" x="3289300" y="3517900"/>
          <p14:tracePt t="76282" x="3435350" y="3606800"/>
          <p14:tracePt t="76299" x="3536950" y="3670300"/>
          <p14:tracePt t="76315" x="3625850" y="3727450"/>
          <p14:tracePt t="76332" x="3727450" y="3759200"/>
          <p14:tracePt t="76349" x="3778250" y="3771900"/>
          <p14:tracePt t="76366" x="3835400" y="3778250"/>
          <p14:tracePt t="76382" x="3873500" y="3784600"/>
          <p14:tracePt t="76399" x="3924300" y="3797300"/>
          <p14:tracePt t="76415" x="3994150" y="3822700"/>
          <p14:tracePt t="76431" x="4044950" y="3829050"/>
          <p14:tracePt t="76448" x="4095750" y="3841750"/>
          <p14:tracePt t="76465" x="4165600" y="3841750"/>
          <p14:tracePt t="76482" x="4235450" y="3841750"/>
          <p14:tracePt t="76499" x="4298950" y="3848100"/>
          <p14:tracePt t="76514" x="4419600" y="3860800"/>
          <p14:tracePt t="76531" x="4533900" y="3867150"/>
          <p14:tracePt t="76549" x="4667250" y="3873500"/>
          <p14:tracePt t="76564" x="4756150" y="3873500"/>
          <p14:tracePt t="76581" x="4838700" y="3873500"/>
          <p14:tracePt t="76599" x="4984750" y="3886200"/>
          <p14:tracePt t="76614" x="5048250" y="3886200"/>
          <p14:tracePt t="76631" x="5118100" y="3879850"/>
          <p14:tracePt t="76648" x="5156200" y="3873500"/>
          <p14:tracePt t="76664" x="5168900" y="3873500"/>
          <p14:tracePt t="76703" x="5168900" y="3867150"/>
          <p14:tracePt t="76724" x="5162550" y="3867150"/>
          <p14:tracePt t="76733" x="5143500" y="3873500"/>
          <p14:tracePt t="76747" x="5099050" y="3886200"/>
          <p14:tracePt t="76763" x="5010150" y="3917950"/>
          <p14:tracePt t="76781" x="4838700" y="3962400"/>
          <p14:tracePt t="76797" x="4692650" y="3994150"/>
          <p14:tracePt t="76814" x="4521200" y="4044950"/>
          <p14:tracePt t="76830" x="4273550" y="4095750"/>
          <p14:tracePt t="76847" x="4064000" y="4152900"/>
          <p14:tracePt t="76863" x="3949700" y="4178300"/>
          <p14:tracePt t="76880" x="3778250" y="4235450"/>
          <p14:tracePt t="76897" x="3644900" y="4286250"/>
          <p14:tracePt t="76914" x="3530600" y="4343400"/>
          <p14:tracePt t="76930" x="3473450" y="4362450"/>
          <p14:tracePt t="76947" x="3416300" y="4381500"/>
          <p14:tracePt t="76964" x="3352800" y="4413250"/>
          <p14:tracePt t="76979" x="3333750" y="4419600"/>
          <p14:tracePt t="76996" x="3308350" y="4432300"/>
          <p14:tracePt t="77013" x="3244850" y="4457700"/>
          <p14:tracePt t="77029" x="3225800" y="4457700"/>
          <p14:tracePt t="77046" x="3213100" y="4464050"/>
          <p14:tracePt t="77063" x="3162300" y="4470400"/>
          <p14:tracePt t="77079" x="3124200" y="4476750"/>
          <p14:tracePt t="77096" x="3092450" y="4476750"/>
          <p14:tracePt t="77112" x="3035300" y="4476750"/>
          <p14:tracePt t="77129" x="2965450" y="4470400"/>
          <p14:tracePt t="77147" x="2895600" y="4451350"/>
          <p14:tracePt t="77162" x="2851150" y="4432300"/>
          <p14:tracePt t="77179" x="2755900" y="4406900"/>
          <p14:tracePt t="77196" x="2692400" y="4375150"/>
          <p14:tracePt t="77212" x="2673350" y="4343400"/>
          <p14:tracePt t="77888" x="2673350" y="4298950"/>
          <p14:tracePt t="77902" x="2679700" y="4248150"/>
          <p14:tracePt t="77909" x="2692400" y="4203700"/>
          <p14:tracePt t="77923" x="2705100" y="4165600"/>
          <p14:tracePt t="77930" x="2724150" y="4108450"/>
          <p14:tracePt t="77943" x="2736850" y="4057650"/>
          <p14:tracePt t="77959" x="2743200" y="3975100"/>
          <p14:tracePt t="77976" x="2755900" y="3810000"/>
          <p14:tracePt t="77993" x="2736850" y="3536950"/>
          <p14:tracePt t="78009" x="2698750" y="3333750"/>
          <p14:tracePt t="78026" x="2603500" y="2952750"/>
          <p14:tracePt t="78043" x="2495550" y="2673350"/>
          <p14:tracePt t="78059" x="2444750" y="2565400"/>
          <p14:tracePt t="78076" x="2349500" y="2387600"/>
          <p14:tracePt t="78093" x="2279650" y="2273300"/>
          <p14:tracePt t="78109" x="2241550" y="2228850"/>
          <p14:tracePt t="78126" x="2171700" y="2159000"/>
          <p14:tracePt t="78142" x="2114550" y="2114550"/>
          <p14:tracePt t="78159" x="2095500" y="2108200"/>
          <p14:tracePt t="78162" x="2070100" y="2095500"/>
          <p14:tracePt t="78176" x="2057400" y="2089150"/>
          <p14:tracePt t="78191" x="2044700" y="2089150"/>
          <p14:tracePt t="78212" x="2032000" y="2082800"/>
          <p14:tracePt t="78226" x="2025650" y="2076450"/>
          <p14:tracePt t="78242" x="2012950" y="2070100"/>
          <p14:tracePt t="78258" x="2006600" y="2070100"/>
          <p14:tracePt t="78359" x="2006600" y="2076450"/>
          <p14:tracePt t="78380" x="2012950" y="2076450"/>
          <p14:tracePt t="78394" x="2025650" y="2076450"/>
          <p14:tracePt t="78401" x="2038350" y="2076450"/>
          <p14:tracePt t="78415" x="2057400" y="2076450"/>
          <p14:tracePt t="78424" x="2070100" y="2082800"/>
          <p14:tracePt t="78441" x="2095500" y="2082800"/>
          <p14:tracePt t="78458" x="2203450" y="2101850"/>
          <p14:tracePt t="78475" x="2368550" y="2120900"/>
          <p14:tracePt t="78491" x="2476500" y="2133600"/>
          <p14:tracePt t="78508" x="2711450" y="2139950"/>
          <p14:tracePt t="78524" x="3009900" y="2152650"/>
          <p14:tracePt t="78541" x="3143250" y="2165350"/>
          <p14:tracePt t="78558" x="3467100" y="2178050"/>
          <p14:tracePt t="78574" x="3619500" y="2178050"/>
          <p14:tracePt t="78591" x="3943350" y="2190750"/>
          <p14:tracePt t="78607" x="4184650" y="2209800"/>
          <p14:tracePt t="78624" x="4286250" y="2209800"/>
          <p14:tracePt t="78641" x="4591050" y="2209800"/>
          <p14:tracePt t="78658" x="4667250" y="2216150"/>
          <p14:tracePt t="78674" x="4730750" y="2216150"/>
          <p14:tracePt t="78677" x="4781550" y="2216150"/>
          <p14:tracePt t="78690" x="4838700" y="2216150"/>
          <p14:tracePt t="78707" x="4940300" y="2197100"/>
          <p14:tracePt t="78724" x="5041900" y="2171700"/>
          <p14:tracePt t="78740" x="5067300" y="2171700"/>
          <p14:tracePt t="78757" x="5149850" y="2146300"/>
          <p14:tracePt t="78774" x="5207000" y="2146300"/>
          <p14:tracePt t="78790" x="5226050" y="2139950"/>
          <p14:tracePt t="78807" x="5270500" y="2133600"/>
          <p14:tracePt t="78823" x="5283200" y="2133600"/>
          <p14:tracePt t="78840" x="5295900" y="2133600"/>
          <p14:tracePt t="78907" x="5295900" y="2127250"/>
          <p14:tracePt t="78921" x="5289550" y="2127250"/>
          <p14:tracePt t="78964" x="5283200" y="2127250"/>
          <p14:tracePt t="78985" x="5270500" y="2127250"/>
          <p14:tracePt t="78991" x="5264150" y="2127250"/>
          <p14:tracePt t="79007" x="5257800" y="2127250"/>
          <p14:tracePt t="79013" x="5238750" y="2133600"/>
          <p14:tracePt t="79027" x="5226050" y="2139950"/>
          <p14:tracePt t="79039" x="5213350" y="2146300"/>
          <p14:tracePt t="79056" x="5156200" y="2165350"/>
          <p14:tracePt t="79073" x="5099050" y="2184400"/>
          <p14:tracePt t="79090" x="4978400" y="2241550"/>
          <p14:tracePt t="79106" x="4806950" y="2305050"/>
          <p14:tracePt t="79122" x="4699000" y="2349500"/>
          <p14:tracePt t="79139" x="4464050" y="2419350"/>
          <p14:tracePt t="79155" x="4171950" y="2527300"/>
          <p14:tracePt t="79172" x="4032250" y="2571750"/>
          <p14:tracePt t="79189" x="3727450" y="2692400"/>
          <p14:tracePt t="79205" x="3448050" y="2813050"/>
          <p14:tracePt t="79222" x="3302000" y="2882900"/>
          <p14:tracePt t="79239" x="3073400" y="3016250"/>
          <p14:tracePt t="79255" x="2965450" y="3092450"/>
          <p14:tracePt t="79272" x="2787650" y="3238500"/>
          <p14:tracePt t="79288" x="2647950" y="3371850"/>
          <p14:tracePt t="79305" x="2584450" y="3429000"/>
          <p14:tracePt t="79323" x="2463800" y="3517900"/>
          <p14:tracePt t="79338" x="2432050" y="3517900"/>
          <p14:tracePt t="79355" x="2419350" y="3524250"/>
          <p14:tracePt t="79371" x="2413000" y="3524250"/>
          <p14:tracePt t="79909" x="2393950" y="3549650"/>
          <p14:tracePt t="79916" x="2355850" y="3606800"/>
          <p14:tracePt t="79930" x="2330450" y="3651250"/>
          <p14:tracePt t="79939" x="2279650" y="3714750"/>
          <p14:tracePt t="79952" x="2254250" y="3759200"/>
          <p14:tracePt t="79969" x="2228850" y="3803650"/>
          <p14:tracePt t="79987" x="2178050" y="3879850"/>
          <p14:tracePt t="80003" x="2152650" y="3930650"/>
          <p14:tracePt t="80020" x="2139950" y="3949700"/>
          <p14:tracePt t="80036" x="2133600" y="3968750"/>
          <p14:tracePt t="80052" x="2120900" y="3981450"/>
          <p14:tracePt t="80085" x="2120900" y="3987800"/>
          <p14:tracePt t="80218" x="2127250" y="3987800"/>
          <p14:tracePt t="80239" x="2133600" y="3987800"/>
          <p14:tracePt t="80253" x="2139950" y="3987800"/>
          <p14:tracePt t="80261" x="2146300" y="3987800"/>
          <p14:tracePt t="80269" x="2152650" y="3987800"/>
          <p14:tracePt t="80289" x="2165350" y="3994150"/>
          <p14:tracePt t="80304" x="2190750" y="4000500"/>
          <p14:tracePt t="80318" x="2216150" y="4000500"/>
          <p14:tracePt t="80335" x="2286000" y="4013200"/>
          <p14:tracePt t="80352" x="2374900" y="4038600"/>
          <p14:tracePt t="80368" x="2438400" y="4051300"/>
          <p14:tracePt t="80385" x="2546350" y="4076700"/>
          <p14:tracePt t="80402" x="2679700" y="4095750"/>
          <p14:tracePt t="80418" x="2743200" y="4095750"/>
          <p14:tracePt t="80435" x="2857500" y="4114800"/>
          <p14:tracePt t="80451" x="2965450" y="4114800"/>
          <p14:tracePt t="80468" x="2990850" y="4114800"/>
          <p14:tracePt t="80485" x="3048000" y="4102100"/>
          <p14:tracePt t="80500" x="3067050" y="4102100"/>
          <p14:tracePt t="80518" x="3073400" y="4102100"/>
          <p14:tracePt t="80534" x="3079750" y="4102100"/>
          <p14:tracePt t="80619" x="3079750" y="4095750"/>
          <p14:tracePt t="80626" x="3079750" y="4089400"/>
          <p14:tracePt t="81046" x="3086100" y="4089400"/>
          <p14:tracePt t="81053" x="3111500" y="4083050"/>
          <p14:tracePt t="81068" x="3136900" y="4076700"/>
          <p14:tracePt t="81082" x="3206750" y="4057650"/>
          <p14:tracePt t="81099" x="3257550" y="4051300"/>
          <p14:tracePt t="81116" x="3308350" y="4051300"/>
          <p14:tracePt t="81132" x="3460750" y="4051300"/>
          <p14:tracePt t="81149" x="3651250" y="4051300"/>
          <p14:tracePt t="81166" x="3892550" y="4038600"/>
          <p14:tracePt t="81181" x="4006850" y="4038600"/>
          <p14:tracePt t="81199" x="4248150" y="4019550"/>
          <p14:tracePt t="81216" x="4451350" y="4006850"/>
          <p14:tracePt t="81231" x="4540250" y="4000500"/>
          <p14:tracePt t="81249" x="4711700" y="3975100"/>
          <p14:tracePt t="81265" x="4845050" y="3949700"/>
          <p14:tracePt t="81281" x="4908550" y="3930650"/>
          <p14:tracePt t="81298" x="4997450" y="3898900"/>
          <p14:tracePt t="81314" x="5067300" y="3879850"/>
          <p14:tracePt t="81331" x="5099050" y="3873500"/>
          <p14:tracePt t="81349" x="5143500" y="3867150"/>
          <p14:tracePt t="81364" x="5194300" y="3854450"/>
          <p14:tracePt t="81381" x="5207000" y="3848100"/>
          <p14:tracePt t="81398" x="5238750" y="3841750"/>
          <p14:tracePt t="81414" x="5251450" y="3841750"/>
          <p14:tracePt t="81431" x="5289550" y="3829050"/>
          <p14:tracePt t="81448" x="5308600" y="3822700"/>
          <p14:tracePt t="81464" x="5314950" y="3816350"/>
          <p14:tracePt t="81481" x="5321300" y="3803650"/>
          <p14:tracePt t="81513" x="5321300" y="3810000"/>
          <p14:tracePt t="81538" x="5314950" y="3810000"/>
          <p14:tracePt t="81886" x="5384800" y="3810000"/>
          <p14:tracePt t="81900" x="5461000" y="3790950"/>
          <p14:tracePt t="81907" x="5543550" y="3784600"/>
          <p14:tracePt t="81921" x="5632450" y="3771900"/>
          <p14:tracePt t="81930" x="5721350" y="3740150"/>
          <p14:tracePt t="81946" x="5816600" y="3721100"/>
          <p14:tracePt t="81963" x="6007100" y="3670300"/>
          <p14:tracePt t="81979" x="6197600" y="3600450"/>
          <p14:tracePt t="81996" x="6286500" y="3568700"/>
          <p14:tracePt t="82013" x="6464300" y="3473450"/>
          <p14:tracePt t="82029" x="6597650" y="3397250"/>
          <p14:tracePt t="82045" x="6654800" y="3359150"/>
          <p14:tracePt t="82063" x="6724650" y="3308350"/>
          <p14:tracePt t="82079" x="6750050" y="3289300"/>
          <p14:tracePt t="82095" x="6750050" y="3276600"/>
          <p14:tracePt t="82111" x="6756400" y="3270250"/>
          <p14:tracePt t="82237" x="6762750" y="3276600"/>
          <p14:tracePt t="82259" x="6769100" y="3276600"/>
          <p14:tracePt t="82273" x="6775450" y="3276600"/>
          <p14:tracePt t="82281" x="6781800" y="3282950"/>
          <p14:tracePt t="82295" x="6794500" y="3282950"/>
          <p14:tracePt t="82311" x="6851650" y="3282950"/>
          <p14:tracePt t="82328" x="6883400" y="3282950"/>
          <p14:tracePt t="82344" x="6959600" y="3289300"/>
          <p14:tracePt t="82361" x="7061200" y="3295650"/>
          <p14:tracePt t="82378" x="7194550" y="3295650"/>
          <p14:tracePt t="82394" x="7245350" y="3295650"/>
          <p14:tracePt t="82411" x="7296150" y="3295650"/>
          <p14:tracePt t="82428" x="7442200" y="3295650"/>
          <p14:tracePt t="82444" x="7473950" y="3295650"/>
          <p14:tracePt t="82461" x="7493000" y="3295650"/>
          <p14:tracePt t="82477" x="7524750" y="3289300"/>
          <p14:tracePt t="82494" x="7543800" y="3289300"/>
          <p14:tracePt t="82527" x="7550150" y="3282950"/>
          <p14:tracePt t="82751" x="7537450" y="3282950"/>
          <p14:tracePt t="82765" x="7524750" y="3282950"/>
          <p14:tracePt t="82772" x="7505700" y="3282950"/>
          <p14:tracePt t="82779" x="7467600" y="3289300"/>
          <p14:tracePt t="82795" x="7423150" y="3302000"/>
          <p14:tracePt t="82810" x="7359650" y="3308350"/>
          <p14:tracePt t="82826" x="7200900" y="3346450"/>
          <p14:tracePt t="82843" x="7004050" y="3390900"/>
          <p14:tracePt t="82859" x="6915150" y="3409950"/>
          <p14:tracePt t="82876" x="6731000" y="3460750"/>
          <p14:tracePt t="82892" x="6597650" y="3517900"/>
          <p14:tracePt t="82909" x="6540500" y="3536950"/>
          <p14:tracePt t="82926" x="6457950" y="3575050"/>
          <p14:tracePt t="82942" x="6400800" y="3594100"/>
          <p14:tracePt t="82959" x="6381750" y="3606800"/>
          <p14:tracePt t="82976" x="6337300" y="3632200"/>
          <p14:tracePt t="82992" x="6311900" y="3644900"/>
          <p14:tracePt t="83009" x="6299200" y="3651250"/>
          <p14:tracePt t="83026" x="6280150" y="3663950"/>
          <p14:tracePt t="83042" x="6273800" y="3670300"/>
          <p14:tracePt t="83059" x="6261100" y="3670300"/>
          <p14:tracePt t="83075" x="6242050" y="3695700"/>
          <p14:tracePt t="83092" x="6229350" y="3702050"/>
          <p14:tracePt t="83110" x="6197600" y="3740150"/>
          <p14:tracePt t="83125" x="6146800" y="3784600"/>
          <p14:tracePt t="83142" x="6108700" y="3822700"/>
          <p14:tracePt t="83159" x="6019800" y="3905250"/>
          <p14:tracePt t="83175" x="5911850" y="4000500"/>
          <p14:tracePt t="83191" x="5854700" y="4038600"/>
          <p14:tracePt t="83208" x="5740400" y="4133850"/>
          <p14:tracePt t="83224" x="5613400" y="4241800"/>
          <p14:tracePt t="83241" x="5537200" y="4305300"/>
          <p14:tracePt t="83258" x="5422900" y="4419600"/>
          <p14:tracePt t="83275" x="5327650" y="4527550"/>
          <p14:tracePt t="83293" x="5276850" y="4584700"/>
          <p14:tracePt t="83308" x="5264150" y="4603750"/>
          <p14:tracePt t="83324" x="5245100" y="4616450"/>
          <p14:tracePt t="83827" x="5219700" y="4616450"/>
          <p14:tracePt t="83834" x="5181600" y="4616450"/>
          <p14:tracePt t="83848" x="5130800" y="4616450"/>
          <p14:tracePt t="83856" x="5060950" y="4616450"/>
          <p14:tracePt t="83872" x="4984750" y="4616450"/>
          <p14:tracePt t="83890" x="4857750" y="4622800"/>
          <p14:tracePt t="83906" x="4718050" y="4622800"/>
          <p14:tracePt t="83922" x="4654550" y="4635500"/>
          <p14:tracePt t="83940" x="4508500" y="4622800"/>
          <p14:tracePt t="83955" x="4432300" y="4622800"/>
          <p14:tracePt t="83972" x="4267200" y="4610100"/>
          <p14:tracePt t="83989" x="4133850" y="4603750"/>
          <p14:tracePt t="84005" x="4083050" y="4603750"/>
          <p14:tracePt t="84022" x="3981450" y="4603750"/>
          <p14:tracePt t="84039" x="3905250" y="4648200"/>
          <p14:tracePt t="84055" x="3854450" y="4686300"/>
          <p14:tracePt t="84072" x="3829050" y="4730750"/>
          <p14:tracePt t="84089" x="3816350" y="473075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5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3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5.2|19.7|15.9|4.3|97.1|3|2.6|0.8|3.7|1|1.6|12.4|1.1|8.6|2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|4|103.1|7.2|1.2|1.8|1.9|6.5|15.5|5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118.8|119.5|8.6|152.5|19.3|33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118.8|119.5|8.6|152.5|19.3|33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1.5|1.3|9.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6.3|230.6|3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7.2|4.5|138.2|84.7|2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|7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3.4|5.8|115.2|25|4.7|64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18.1|60.4|16.3|29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24266</TotalTime>
  <Words>8866</Words>
  <Application>Microsoft Office PowerPoint</Application>
  <PresentationFormat>如螢幕大小 (4:3)</PresentationFormat>
  <Paragraphs>739</Paragraphs>
  <Slides>44</Slides>
  <Notes>0</Notes>
  <HiddenSlides>0</HiddenSlides>
  <MMClips>40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9" baseType="lpstr">
      <vt:lpstr>Arial</vt:lpstr>
      <vt:lpstr>Lucida Console</vt:lpstr>
      <vt:lpstr>Times New Roman</vt:lpstr>
      <vt:lpstr>Wingdings</vt:lpstr>
      <vt:lpstr>Default Design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How Dataclass Determines Order</vt:lpstr>
      <vt:lpstr>How Dataclass Determines Order</vt:lpstr>
      <vt:lpstr>How Dataclass Determines Order</vt:lpstr>
      <vt:lpstr>How Dataclass Determines Order</vt:lpstr>
      <vt:lpstr>How Dataclass Determines Order</vt:lpstr>
      <vt:lpstr>How Dataclass Determines Order</vt:lpstr>
      <vt:lpstr>How Dataclass Determines Order</vt:lpstr>
      <vt:lpstr>How Dataclass Determines Order</vt:lpstr>
      <vt:lpstr>How Dataclass Determines Order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How hash() Works on a Dataclass</vt:lpstr>
      <vt:lpstr>How hash() Works on a Dataclass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Mutable default values</vt:lpstr>
      <vt:lpstr>Mutable default values</vt:lpstr>
      <vt:lpstr>Inheritance rules for dataclasses</vt:lpstr>
      <vt:lpstr>Values that don't get used by __init__</vt:lpstr>
      <vt:lpstr>__post_init__()</vt:lpstr>
      <vt:lpstr>__post_init__()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黃啟桓</cp:lastModifiedBy>
  <cp:revision>1080</cp:revision>
  <dcterms:created xsi:type="dcterms:W3CDTF">2009-03-01T03:18:16Z</dcterms:created>
  <dcterms:modified xsi:type="dcterms:W3CDTF">2021-06-16T05:40:53Z</dcterms:modified>
</cp:coreProperties>
</file>